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44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theme/theme1.xml" ContentType="application/vnd.openxmlformats-officedocument.theme+xml"/>
  <Override PartName="/ppt/ink/ink1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7" r:id="rId3"/>
    <p:sldId id="331" r:id="rId4"/>
    <p:sldId id="328" r:id="rId5"/>
    <p:sldId id="332" r:id="rId6"/>
    <p:sldId id="334" r:id="rId7"/>
    <p:sldId id="333" r:id="rId8"/>
    <p:sldId id="335" r:id="rId9"/>
    <p:sldId id="329" r:id="rId10"/>
    <p:sldId id="336" r:id="rId11"/>
    <p:sldId id="330" r:id="rId12"/>
    <p:sldId id="326" r:id="rId13"/>
    <p:sldId id="744" r:id="rId14"/>
    <p:sldId id="745" r:id="rId15"/>
    <p:sldId id="337" r:id="rId16"/>
    <p:sldId id="338" r:id="rId17"/>
    <p:sldId id="339" r:id="rId18"/>
    <p:sldId id="419" r:id="rId19"/>
    <p:sldId id="421" r:id="rId20"/>
    <p:sldId id="422" r:id="rId21"/>
    <p:sldId id="340" r:id="rId22"/>
    <p:sldId id="341" r:id="rId23"/>
    <p:sldId id="746" r:id="rId24"/>
    <p:sldId id="747" r:id="rId25"/>
    <p:sldId id="748" r:id="rId26"/>
    <p:sldId id="749" r:id="rId27"/>
    <p:sldId id="750" r:id="rId28"/>
    <p:sldId id="342" r:id="rId29"/>
    <p:sldId id="343" r:id="rId30"/>
    <p:sldId id="423" r:id="rId31"/>
    <p:sldId id="424" r:id="rId32"/>
    <p:sldId id="425" r:id="rId33"/>
    <p:sldId id="42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4:50:04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27885 5067 73 0,'-11'-1'90'0,"11"1"-3"0,-11-2-14 0,11 2 3 16,-10 0-8-16,10 0 9 0,-10-1-18 0,10 1 2 16,-11 0 0-16,11 0-8 0,-12 0 6 0,12 0-4 15,-9-3-1-15,9 3-9 0,0 0-3 0,-7-1 13 16,7 1-13-16,0 0 10 0,0 0-6 0,0 0-10 16,-8-3 16-16,8 3-8 0,0 0 3 0,0 0-12 15,0 0-4-15,0 0 10 0,0 0-15 0,0 0-6 16,0 0 5-16,0 0 1 0,0 0-8 0,0 0-1 15,35 0-5-15,-15 1 2 0,7-2-3 0,4 0-1 16,-1 2-5-16,4 0 6 0,1-2-7 0,2 0 6 16,3-1-9-16,12 2 7 0,-1 0-3 0,-1 0 5 15,6-2-3-15,-4 1 3 0,2 1-11 0,0 0 3 16,-2 0 6-16,-15 0-2 0,1 1-4 0,15-2 2 16,-13 1-2-16,-2 0 1 0,13 0-4 0,1-2 6 15,-2 2-1-15,-13 2 2 0,18-2-3 0,-2 0-1 16,1 3-1-16,-1-3 0 0,5 0 4 0,-4 2 0 15,0-1 2-15,1-1-11 0,-1 3 6 0,-3-3-8 16,0-2 9-16,0 4-5 0,5-1 5 0,-2 0 2 16,2 3-13-16,-2-3 11 0,4-1-1 0,-2 1-1 15,1 1 0-15,1-2 3 0,-1 1-7 0,-3 1 5 16,-4-2-7-16,5 0 11 0,-17 1-6 0,2-1-4 16,0-1 4-16,0 1-4 0,0-2 10 0,1 2-3 15,-6 0-2-15,4 0-1 0,0 0-4 0,2-1 4 16,-2 2-3-16,-2-2 0 0,2 2 4 0,0-1-2 15,-2-1 1-15,15-2 0 0,-16 2 6 0,0 0 19 16,-2 0-5-16,3 1 1 0,-2-2-7 0,3 0 4 16,-5-2-9-16,4 2 3 0,-3-1 1 0,-1 1-7 15,-4 0-3-15,1-1 5 0,-2 0-5 0,-8 1-3 16,2 1 2-16,-4-2 2 0,1 0-2 0,-5 3 4 16,-1-2-4-16,1 0-1 0,-1 0 1 0,-1 2-2 15,2-2 0-15,-2 0 0 0,6 2-1 16,-7-3 0-16,9 2 3 0,-8-1 0 0,1 2-1 0,-1-1-3 15,-1 1 3-15,1 0 1 0,-12 0-3 0,13-2 4 16,-13 2-10-16,11-2 1 0,-11 2-1 0,0 0-15 16,0 0-36-16,11-3-31 0,-11 3-48 0,0 0-23 15,0 0-94-15,0 0-275 0,0 0 122 0</inkml:trace>
  <inkml:trace contextRef="#ctx0" brushRef="#br0" timeOffset="1481.63">27679 4189 91 0,'2'-10'89'16,"0"0"1"-16,2-2-3 0,0 2-2 0,-3 0 0 15,3 0 5-15,-2 0 10 0,0 2-12 0,-1-3-14 16,2 2-3-16,-3 2-22 0,0 7 20 0,2-13-6 16,0 7-2-16,-2 6-3 0,2-13-6 0,-2 5-6 15,0 8 4-15,2-9-1 0,-2 9-4 0,0-9-3 16,0 9 0-16,0 0 1 0,2-7-10 0,-2 7 2 15,0 0-4-15,0 0-2 0,0 0-3 0,0 0-4 16,0 0-5-16,0 0-2 0,0 0 0 16,0 0-5-16,0 0-9 0,0 0 3 0,0 0 3 15,0 0-5-15,0 0 3 0,0 0-2 0,0 0-3 0,0 0 4 16,-6 25-3-16,4-14 7 0,0 0-10 0,-1 1 5 16,0 4-5-16,-1 1 4 0,1 1-3 0,-3-2 7 15,0 4-2-15,2 5-1 0,-4-3-6 0,2 5 6 16,-1-3 3-16,1-2-9 0,1 5 7 15,-1 0 0-15,0-4 2 0,4 4 0 0,-1-3-3 0,3 2 0 16,0 1 4-16,-2 0-2 0,2-1 1 0,0 1-4 16,0-2 5-16,-1 3-1 0,1-2-3 0,-1 1 7 15,-1 0-3-15,0 1 4 0,2-2 0 0,0 0 0 16,0 1-1-16,0-2 2 0,-2 3-2 0,4-2-4 16,-2-1-1-16,0 2 6 0,0-2-5 0,0 1-2 15,0-1 4-15,0-1-2 0,-2-5 1 0,0 7-2 16,-1-1-2-16,-2-7 1 0,1 6 2 0,2-4-3 15,-2 6 1-15,4-7-4 0,-3-1 8 0,1 1 0 16,-3 6-3-16,5 2-2 0,-4-3-1 0,-1-4 4 16,3 6-1-16,2 0 2 0,-2-7-4 0,2 0 1 15,-2 7 2-15,3-1-3 0,-1 0 2 0,0-6-3 16,3 6-1-16,-3-4 4 0,2 4 0 16,-2 0 4-16,0-4-6 0,3 5 5 0,-1 0-3 0,1 1 3 15,-1-1-6-15,-2 1 3 0,4-4-1 0,-4 4 1 16,2-1-2-16,-2-1-3 0,2 1 6 0,-2-1-2 15,0 0-1-15,-2 4-2 0,2-5 6 16,-4 5-5-16,2-1 1 0,0 4 5 0,-1-1 0 16,1 0-1-16,-1-1-2 0,3-1 0 0,-2 3 1 15,0-4-1-15,1-1 2 0,0 1 0 0,-4-1 1 0,3-1-8 16,0 0 4-16,0 0 4 0,-3-7-1 0,5 0-1 16,-2-1 2-16,0 0-1 0,0-1-1 0,-2-2-1 15,3-2-1-15,-4 2 1 0,5-3 0 0,-4 5-1 16,3-7-9-16,-2 0-12 0,0-2-15 15,3-8-2-15,-4 15-8 0,4-15-18 0,-5 12-18 16,5-12-13-16,0 0-17 0,-5 12-21 0,5-12-40 0,0 0-107 16,0 0-298-16,0 0 133 0</inkml:trace>
  <inkml:trace contextRef="#ctx0" brushRef="#br0" timeOffset="2314.75">27526 5057 46 0,'0'0'80'0,"0"0"1"15,0 0-6-15,0 0-5 0,0 0-11 0,0 0-10 16,0 0-6-16,0 0 5 0,0 0-8 0,0 0-9 16,-12 0 3-16,12 0 3 0,0 0 11 0,0 0-3 15,0 0-11-15,0 0 13 0,0 0 0 0,0 0-2 16,0 0-2-16,0 0 1 0,0 0-4 0,0 0 5 16,0 0 0-16,35-4-4 0,-25 4-5 0,2-3-3 15,2 3-3-15,3-3 7 0,5 2-4 16,-1 0 1-16,6-2-5 0,4 1-3 0,3-2-6 0,0 2 8 15,2 2-6-15,2-3-1 0,0 1 0 0,0 2 2 16,-4-2-11-16,2 2-3 0,-3 0 6 0,-1 0-5 16,-10 1 1-16,-2-1-2 0,-6 1-5 0,1 1 5 15,-3-2-6-15,-1 0-1 0,-4 0-4 0,-1 2-7 16,-6-2-5-16,10 1 0 0,-10-1-3 0,0 0 4 16,11 0-2-16,-11 0-10 0,0 0-9 15,9 2-15-15,-9-2-13 0,0 0-18 0,0 0-14 16,0 0-12-16,9-2-88 0,-9 2-209 0,0 0 92 0</inkml:trace>
  <inkml:trace contextRef="#ctx0" brushRef="#br0" timeOffset="23102.6">27629 5093 35 0,'0'0'52'0,"-3"-7"-7"0,3 7-4 0,0 0 2 16,0 0-5-16,0 0-2 0,0 0 5 0,0 0-5 15,-2-8-5-15,2 8-2 0,0 0-10 0,0 0 14 16,0 0-6-16,0 0-7 0,0 0 9 0,0 0-2 16,0 0-7-16,-1-8 8 0,1 8-7 0,0 0 4 15,0 0 1-15,0 0 2 0,-1-9-2 0,1 9 6 16,0 0 2-16,0 0-7 0,0 0 7 0,0 0-5 15,-2-11 14-15,2 11-14 0,0 0-4 0,0 0-1 16,3-12-10-16,-3 12 3 0,3-7 2 0,-3 7 7 16,5-8-6-16,-3 2 5 0,1 1-6 0,-3 5 1 15,7-10-13-15,-2 3 8 0,-1 1-2 0,0 0 3 16,3-2-5-16,-3 1 0 0,4-2-9 0,-2 2 5 16,1-3 0-16,-3 2-9 0,4-2 5 0,-2 1 3 15,2-1-3-15,-3 0 5 0,3-2-2 0,-3 3 4 16,3-1-8-16,-2-1-2 0,-1 2 4 0,1-1 0 15,-2 0-4-15,4 0 9 0,-2 1-8 0,0 0 4 16,-1-1-1-16,1 3 3 0,0-2-3 0,-2 2 5 16,0-1-6-16,1 0-2 0,-1-3 4 0,1 3-5 15,2-1 2-15,-2 0 3 0,-1-1 6 0,3 1-11 16,-3-1-1-16,0 2 2 0,3-2 3 0,-2 2-1 16,0-4 1-16,-1 3 1 0,4-2-2 0,-3 2 1 15,0 0 5-15,0-1-3 0,1-2 1 0,1-2-3 16,-1 5 5-16,-4-2-8 0,7 1 0 0,-2 1 4 15,0-2-6-15,-3 1 0 0,3 1 7 0,-2-2-1 16,2 1-4-16,-5 1 7 0,5-1 2 0,-3 2-3 16,1 1 0-16,1-4-3 0,-2 6 5 0,-1-3-4 15,1 1-3-15,0-2 1 0,1 0 0 0,-3 2-5 16,3 1 5-16,0-2 1 0,-1 2 2 0,0-2 3 16,-2 3-4-16,1-2-5 0,2 1-2 0,-1 0 4 15,1 0 1-15,-3-1 1 0,3 3-2 0,-1-5-2 16,0 4 1-16,-4 5 0 0,7-10-5 0,-5 5 1 15,3-1 7-15,-5 6 4 0,5-10-1 0,-1 7-1 16,-4 3-2-16,6-9-5 0,-3 5 6 0,-3 4 1 16,6-9-9-16,-2 5 12 0,-4 4-4 0,8-8 7 15,-2 4-12-15,-2 0 1 0,-4 4 3 0,9-6 2 16,-3 3-2-16,-1-1 0 0,-5 4 5 0,10-6-1 16,-7 3-16-16,-3 3 15 0,6-3 3 0,-6 3-7 15,7-4 1-15,-7 4-3 0,6-3 3 0,-6 3-1 16,6-5-1-16,-6 5-5 0,0 0 7 0,0 0-2 0,6-2 1 15,-6 2-4-15,0 0-2 0,0 0 2 16,0 0 0-16,0 0 1 0,8-2-3 0,-8 2 0 16,0 0 9-16,0 0-11 0,0 0 4 0,0 0-1 15,0 0 2-15,0 0-1 0,0 0-3 0,0 0 8 0,0 0-4 16,0 0-2-16,0 0-1 0,8 7 3 0,-8-7-6 16,0 0-2-16,2 7 0 0,-2-7 11 15,0 0-7-15,4 10 1 0,-4-10 0 0,0 7 3 16,0-7 6-16,2 10-9 0,-2-10 2 0,3 9 2 15,1-5 2-15,-4 2 3 0,0-6-10 0,6 11 16 16,-3-5-10-16,0 1 0 0,0-1 1 0,0 0-8 16,-2 2 6-16,3-2 2 0,-2 0-6 0,0 2 7 0,0-1-2 15,2 1 0-15,-1-2-6 0,3 3 3 16,-2 0 3-16,-2-2-2 0,2 0 4 0,1 0 2 16,-1 1-6-16,0-1 1 0,1 1-3 0,0 0-1 15,0-1 8-15,0 1-6 0,0 2 5 0,2-1-2 0,-3 0 0 16,3 1 3-16,-2 0-5 0,1 1 5 15,-3-1-16-15,1 0 17 0,0 1-3 0,-1 1-3 16,2 1 0-16,-3-1 1 0,5 3 1 0,-2-1 1 16,-4-4-6-16,4 7 6 0,-2-5 2 0,-1-1-3 15,2 2 2-15,0 0-8 0,-4-1 2 0,2 0 5 0,1 4 2 16,-1-5-4-16,-2 1 2 0,2 1 2 0,-2-2-4 16,0 1 6-16,2 1-5 0,-2-2 1 15,0 1-2-15,2 1-4 0,-1 1 6 0,2 0-1 16,-2-3-1-16,0 1-4 0,-1 1-2 0,3 2 12 15,-3-2-12-15,3 1 7 0,-1-1-1 0,-1 0 8 16,0 1-5-16,-1-2-5 0,0 1 12 0,3-1-9 0,-2 1 1 16,0-3 0-16,1 0-6 0,0 2 6 15,0-2 0-15,-1 3 0 0,3-3 0 0,-3 2-1 16,2 0-5-16,-1 0 4 0,3 1-10 0,0 3 12 16,0-2-3-16,1-2 3 0,-1 5-3 0,2-3 7 15,1 3-4-15,-1-2 3 0,1 2 0 0,1-2-6 0,-1-1 3 16,2 0 1-16,-2 3 0 0,1-2 0 15,-2 0-5-15,-1 0 1 0,3-1 2 0,-1 2 10 16,0-1-14-16,0-1 3 0,-3 0 0 0,0-3 2 16,0 1-2-16,1 0-2 0,-2-3 7 0,1 2-6 15,2 2 3-15,-3-3 0 0,1 0 3 0,-1-1-6 16,1 1 10-16,-1-1-6 0,-1 1-5 0,1 0 3 16,0-2-2-16,2 2 3 0,-1 0-1 0,2-2 0 0,-3 2-1 15,4-2 1-15,-1-1-10 0,-1 1 7 16,1 1-2-16,-2-1 8 0,1-1-7 0,2 1 7 15,-2-1-6-15,1 1 3 0,-1 0 1 0,3-1-1 16,-3 0-1-16,4-2 1 0,-7 0 0 0,4 1-1 16,-7-6-1-16,11 8 2 0,-11-8-1 0,9 7 2 15,-4-3-3-15,-5-4 3 0,9 7-4 0,-9-7-4 16,9 6 8-16,-9-6-6 0,8 5 3 0,-8-5 7 16,6 2-11-16,-6-2-8 0,14 3 14 0,-7-3-6 15,0 1 0-15,-7-1 2 0,18-1 5 0,-6-1-5 16,-1 2-3-16,1-2 3 0,-2-1 3 0,4 0-3 0,-2-1 0 15,-1 1 0-15,2-1-1 0,-3-1 0 16,0-1-3-16,2-1 4 0,-3 0 0 0,0 0 1 16,2 1 1-16,-3-2-1 0,0 1-2 0,0-3-1 15,-1 3 3-15,1-2-3 0,-3-1 3 0,0 2 2 16,2-3-1-16,-2 1 7 0,1-3-5 0,-4 3-4 16,1-1 2-16,1-1 0 0,0-3-3 0,-1-1 1 15,2 5-1-15,-2-1 2 0,1-5 0 0,0 1 0 16,-2 4 1-16,3-3 4 0,0-3-3 0,2 2 1 15,-1-3-6-15,-2 4 1 0,4-3-1 0,-2-1-1 16,2 3 1-16,-1-3-6 0,1 2 10 0,2-7 0 16,-2 6-6-16,0 0 4 0,1 1 2 0,1-8 0 15,-4 6-6-15,2 1 3 0,-3 1 1 0,3-2-7 16,-2 1 6-16,-1-1-2 0,0 1 4 0,0 1 2 16,1 0-1-16,0 1-7 0,-1-1 9 0,0-1-7 15,-1 0 3-15,1 1 1 0,0-2-1 0,-1 2 5 16,4 0-11-16,-3-2 1 0,1 0 2 0,-1 3 2 15,0-3-2-15,2 1-1 0,-1 0-2 0,-2-2 3 16,1 4 2-16,-1-2-3 0,0 3 6 0,2-4 0 16,-2 3-3-16,1-1 4 0,-1 2 1 0,1-1-10 15,0 1 8-15,-1 5 5 0,1-3-3 0,-1 2 2 16,1 0-2-16,1-4-1 0,0 3-1 0,-3 2-1 16,4-1 8-16,-2-1-9 0,0 0 1 0,0 2 1 15,0 1-3-15,0 2-3 0,3-3 5 0,-4 2 1 16,1 0 0-16,-1 2 3 0,1-2-7 0,-1 2 3 15,1 1 1-15,-5 5 5 0,7-8-7 0,-4 4 3 16,-3 4-1-16,6-7 5 0,-6 7-3 0,6-8 1 16,-6 8-5-16,5-4 4 0,-5 4 1 15,5-4-6-15,-5 4 6 0,0 0-11 0,6-6 5 0,-6 6 3 16,8 0-6-16,-8 0 3 0,9 0 0 0,-9 0 0 16,12 5 3-16,-5-3 1 0,-2 1-1 0,5 1 1 15,-1 0-2-15,0 2-4 0,1-3-1 0,1 1 11 16,-1 1-9-16,-1 0 5 0,1 0-3 0,0-1 4 15,-1 2-3-15,1-2-2 0,-3-1-7 0,0 3 8 16,3-1-1-16,-7 0 1 0,5-2 1 16,-3 0 6-16,1 2-5 0,1-1 3 0,-3 1-7 0,4 3 8 15,-4-3-4-15,2 1 9 0,-3 0-11 0,3 1 4 16,0 1-9-16,-1 1 9 0,0-1-3 0,0 2 2 16,2-1-5-16,-3 4 7 0,3 1-5 0,-3 1 2 15,-2-4 4-15,4 4-13 0,-1 1 13 0,0-3 3 16,-3 1-11-16,3 2 1 0,-3-1 3 0,0 1 0 15,2-3 6-15,-1 1 6 0,-1 2-7 0,1-3-5 16,-2-1-6-16,2 2 14 0,-1 2-10 0,2-4 5 16,-3 1-3-16,4 2 5 0,-3-4-2 0,0-1 0 15,1 2 0-15,-1-2-5 0,0 2 4 0,-1 0 3 16,2 0-2-16,-2-1 0 0,0 0-5 0,2 0 7 16,-2 1-2-16,2 1 0 0,0 3 0 0,1-1-4 15,-1 0 10-15,-1 1-9 0,-1-4 0 0,1 1-8 16,0-1 7-16,0-1 3 0,0 1-2 0,1 1-2 15,-2-2 10-15,2 2-7 0,-1-1 2 0,-2-2-1 16,4 2-2-16,-2-2 2 0,1 3-2 0,-2-3 4 16,1 1 0-16,-1 1-1 0,1-2 1 0,1 1-3 15,-2 0 3-15,1 0-3 0,0-1-2 0,3 4 8 16,-1 2 0-16,-1-4-3 0,2-1-3 0,-3 1-2 16,2-2 0-16,0 1 5 0,-1 1-3 0,2 0 0 15,-1 0 1-15,2 0-1 0,-1 0 3 0,-1 0 0 16,2 4-6-16,-1-1 3 0,1 0 3 0,0-3 0 15,-1 0-7-15,1-3 3 0,1 2 4 0,-1-2-3 16,3 0-3-16,-1 0 5 0,-1-2-1 0,1-1 1 16,2 1 0-16,-1-1 8 0,2-1-16 0,-1 0 1 15,0-2 4-15,1 2-10 0,1-1-1 0,1-3 13 16,-1 1-5-16,-1 1 1 0,2-4-1 0,-3 1 2 16,1 0-1-16,-1-3 0 0,3 1 2 0,-1 0-5 15,-1 0 3-15,-1-2 2 0,1 0-6 0,-1-1 4 16,0-1-6-16,0 0 7 0,-1-1-1 0,3-2-4 15,-2 1 3-15,1-2-2 0,1-2-1 0,0-2 0 16,1 1-1-16,-2-4 1 0,3 1-4 0,-1 0 7 16,-1-5-2-16,4-1 5 0,-6 7-5 0,1-2 5 15,1-1 2-15,0 3-6 0,-1-1 1 0,-2-1 3 16,-1 0-1-16,2-1 1 0,-4 2-13 0,2-2 9 16,-2-1-2-16,-1 1 6 0,2 1-3 0,-2 0 1 15,0 0-20-15,0-1 13 0,2-1 16 0,-5 1-12 16,4 0 3-16,1 1 11 0,-3-2-17 0,1 4 12 15,0-4-11-15,-1 2 9 0,2-2-12 0,-2 0 2 16,1 1 0-16,-1-3 6 0,1 4 3 0,0-2-6 16,1 0-2-16,-2 0 1 0,3 0 3 0,0 1-1 15,0 0 1-15,2-1 4 0,-2 2-5 0,2 1 0 16,-2 0 4-16,2 1-3 0,-2 0 4 0,2-1-5 16,-1 1-3-16,1 1 2 0,-3 3 1 0,1 0-1 15,4-2 0-15,-2 0 0 0,-2 2 7 0,0 2-5 16,2-1 4-16,0 2-7 0,-1-2 6 0,-1 4 3 15,2 0 0-15,0 2 7 0,-1-3-11 0,-2 4 0 16,4-1 0-16,1-1 7 0,0 1-7 0,2 1-1 16,0 0 1-16,1 1 1 0,-1 0-4 0,2 1-4 15,-2-1 8-15,-2 2-2 0,2 0-1 0,-5-2 11 16,2 2-2-16,-10 0-11 0,15 0 3 0,-4 2 3 16,-3 1-6-16,0-2 1 0,-1 0 2 0,0 3-1 15,2 0 3-15,-1 2 2 0,1-2-1 0,-1 2-1 16,2 1 3-16,-3 1-6 0,1 1 3 0,0 3 0 15,-1-3-5-15,0-1 8 0,2 7-5 0,-4-5 3 16,2 3 0-16,0-3-2 0,-1 5 4 0,-1-2-2 16,-1 2 3-16,1 1-1 0,3-2 2 0,-3 0-1 15,-1 2-3-15,0-4 2 0,1 0-7 0,-2-1 4 16,0 0-3-16,2 1 4 0,-1 0 1 0,0 0-2 16,0 0 3-16,-3 0-1 0,3 0 3 0,1 0-2 15,-2 0 1-15,4 3-5 0,-2-2 16 0,-1-1-14 16,3 0 1-16,0 5-2 0,1-2 1 0,-2 3 7 15,-1-4-4-15,3 2-1 0,0 0-5 0,-1-1-7 16,0 2 12-16,-2-1 5 0,0 0 4 0,4 0-9 16,-1 1 0-16,-3-1 1 0,3 0-3 0,-3 0-1 15,3 0 0-15,-2 1 8 0,0-1-6 0,1 1 7 16,-4 2-10-16,6 0 5 0,-2-2-3 0,-1 7 1 16,0-4-1-16,3 2-1 0,2 3 5 0,0-2-2 15,3 0-6-15,-1-2 6 0,2 0-3 0,1 0-3 16,1 0 0-16,3-2-17 0,0-1-2 0,2-2-4 15,1 0-17-15,-1-2-8 0,2-1-12 0,3 0-2 16,-1-3-19-16,3 1-14 0,0 1-95 0,2-1-209 16,-3 0 94-16</inkml:trace>
  <inkml:trace contextRef="#ctx0" brushRef="#br0" timeOffset="24846.01">27629 6536 8 0,'0'-9'41'0,"0"9"3"0,0 0 2 15,0-12-2-15,0 12-7 0,2-7-2 0,-2 7-6 16,0-9 0-16,0 9-1 0,0-10-7 0,0 10 4 16,0-10-4-16,0 10 0 0,0-9-3 0,0 9 3 15,0-10-2-15,0 10-3 0,0-10-3 0,0 10-3 16,-2-10 10-16,2 10 2 0,-2-12 1 0,2 5-4 15,0 7-1-15,-3-9-5 0,3 9-1 0,-2-10 0 16,-2 5 3-16,4 5 0 0,-4-10 2 16,3 6-8-16,1 4-4 0,-7-10 1 0,7 10 2 0,-4-10 6 15,2 7-8-15,2 3 2 0,-4-10 0 0,4 10 1 16,-3-6 1-16,3 6 2 0,-2-7-6 0,2 7 13 16,0 0 2-16,-4-9 1 0,4 9 8 0,0 0-1 15,0 0 8-15,-1-6 0 0,1 6 0 0,0 0-7 16,0 0 4-16,0 0 0 0,-4-7-8 0,4 7 4 15,0 0 0-15,0 0 0 0,0 0-4 0,0 0-3 16,0 0 9-16,-2-7-8 0,2 7-8 0,0 0 1 16,0 0-3-16,0 0 3 0,0 0-6 0,0 0 2 15,0 0-6-15,0 0 1 0,0 0-6 0,0 0 4 16,0 0 3-16,0 0-4 0,0 0 3 0,0 0-5 16,0 0-1-16,0 0 5 0,0 0-11 0,0 0 2 15,0 0-4-15,0 0 6 0,0 0-9 0,0 0 8 16,0 0 3-16,0 0-2 0,0 0-8 0,0 0 4 15,0 0-2-15,-5 24 7 0,5-16-1 0,0-8 9 16,0 14-8-16,-2-4-3 0,2 3-3 0,-1-1 3 16,1-1 3-16,-1 7 4 0,-2 1-8 0,3-2 4 15,0 0 2-15,-4 0-2 0,4 4 0 0,2 4 1 16,-2 0 3-16,2-2-6 0,-2-3-1 0,5 5 5 16,-1 2-1-16,1-9 3 0,-2 1-6 0,3 6-3 0,-1 1 5 15,-1-1 1-15,0-1 1 0,1 0-2 16,0 5 4-16,-1-5 0 0,1 3-4 0,-4-3-2 15,2 3 4-15,1-1-3 0,-4 1 0 0,4-1 6 16,-4 2-3-16,1-2-3 0,-2 4 3 0,1-3-2 16,-2 0 3-16,0 2 0 0,2-2-2 0,0 1 4 15,-2-1-9-15,2 1 4 0,-2-1-1 0,2-1 5 16,2 4 6-16,4-1-8 0,-5 2-5 0,3-2 6 16,1 3 3-16,1 0-10 0,-1 3 8 0,2-1-3 0,-3-1 3 15,3 2 0-15,-2 0 1 0,-1-3-2 16,1 1-5-16,-1-2 1 0,-2 4 4 0,2 0 2 15,-1-3-3-15,2 2-1 0,-1-2-5 0,1 0 4 16,-1 1 1-16,0 2-4 0,0-2 4 0,-2 1 1 0,6-1 0 16,-2 0 3-16,-1-1-8 0,3 2 8 15,-5-1-7-15,5 14 9 0,-6-12-5 0,0-4-3 0,2 4-6 16,1-3 1-16,-3-1-4 0,0 1-1 0,-2 0-2 16,0-2 0-16,0 1-2 0,0 0-5 15,-2-1-6-15,2 0-13 0,0-3-1 0,0 1-5 0,2-1 7 16,-2 0 5-16,4-1-10 0,4-1 6 0,-1 0-7 15,3-1-13-15,-3-5-12 0,0 0-16 0,0 0-9 16,4 3-58-16,-5-3-165 0,-4 0 73 0</inkml:trace>
  <inkml:trace contextRef="#ctx0" brushRef="#br0" timeOffset="25767.77">27651 7846 5 0,'0'0'90'0,"0"0"-19"0,0 0-1 0,0 0-2 15,0 0-4-15,26-3-2 0,-16 3-3 0,9-2 15 16,-2 1-24-16,4-1 1 0,10 1-13 15,0 1 6-15,6 0 3 0,18 0 4 0,0 1-1 16,3-2-22-16,2 2 13 0,1 1-11 0,5-2-1 16,25 1-2-16,-30 0-4 0,0-2 2 0,5 3-2 15,-4 0 3-15,3-1-4 0,-2-1-3 0,26 0 1 0,-28 0-4 16,-5-1 2-16,0 1 10 0,3-2-11 0,1 1 3 16,-1-1 10-16,0 0-12 0,1 0-3 0,1 1-9 15,0 1 8-15,-2 0-3 0,4-3-4 16,1-1 4-16,1 1-2 0,-1 3 2 0,-3-2-6 0,6-2-4 15,-4 3 5-15,4-3-8 0,26 2 6 0,-35 0 0 16,2 0 0-16,2 0 1 0,3 4-1 0,-2 0 0 16,1-1-2-16,1 0-5 0,-5 0 3 0,2 0 8 15,-2 3-11-15,-2-8-4 0,-4 4 1 0,2 0-1 16,-3-3-1-16,-1 2-7 0,-2-3 10 0,1 3-1 16,-11-1 2-16,12 2 5 0,3 0 9 0,-2 0 4 15,1 3 0-15,4 1-3 0,1 0 0 0,-2 1 4 16,1 1-16-16,-3 0-1 0,2-1-2 0,-1 2-3 15,-3-3 1-15,-3 1 7 0,-11-3-7 0,0 0 3 16,-2-1-9-16,-1-1 1 0,-3 1 1 0,-5-1-6 16,0-2-3-16,-6 1-7 0,1 0-12 0,5-3-10 15,-9-1-12-15,-2 0 1 0,-5 0-9 0,2 2-13 16,-3-2-16-16,-6 2-57 0,1-2-166 0,-3 0 73 0</inkml:trace>
  <inkml:trace contextRef="#ctx0" brushRef="#br0" timeOffset="29262.97">27829 7838 39 0,'0'0'87'0,"0"0"-5"0,0 0-9 15,0 0-6-15,0 0-16 0,0 0 15 16,0 0-14-16,0 0-1 0,0 0-3 0,0 0-4 15,0 0-3-15,0 0-8 0,0 0-4 0,0 0 2 16,0 0-3-16,0 0 5 0,0 0-3 0,0 0 3 0,0 0 0 16,0 0-5-16,0 0 2 0,0 0-6 15,0 0-2-15,0 0-5 0,-22-1 8 0,22 1-2 16,0 0 10-16,0 0-2 0,-7-2-9 0,7 2 2 16,0 0 4-16,0 0-9 0,0 0 9 0,0 0-15 0,-8-3 1 15,8 3 0-15,0 0 12 0,0 0-4 0,0 0-2 16,0 0 0-16,0 0-1 0,0 0 3 15,0 0-1-15,-4-7 5 0,4 7-7 0,0 0 0 16,-4-7 0-16,4 7-2 0,0-10 0 0,0 10-2 0,0 0 5 16,4-15-2-16,-4 9-8 0,0 6 3 0,0-13-1 15,4 4-4-15,-4 0-2 0,4-7-8 0,0 5 9 16,0-5 1-16,-1 2-2 0,1-3-3 0,2-1 2 16,1 0 2-16,0 3 2 0,-2-2-8 0,3 2 8 15,-1-1-4-15,1-2-2 0,-2 1 2 0,3 2-4 16,1-3 2-16,1 0-7 0,-3 0 11 0,0 0 3 15,2-1 0-15,3-3-3 0,-2-1 5 0,3 2 3 16,-5-1 1-16,0-3-9 0,4 9 10 0,-3-10-8 16,-2 4 2-16,2-2 0 0,-1 6 3 0,1-6 1 15,-2 6-3-15,2-6 2 0,2-1-1 0,-4 1-6 16,-3 5-2-16,4-6 1 0,-2 1-1 0,2 6-2 16,-2-5 5-16,1-2-2 0,-1 8 1 0,-2-1-3 15,6-3 2-15,-4 4 0 0,0 2-6 0,-1-3 1 16,0 4 2-16,-2 3 2 0,2-4-6 0,-1 1 4 15,3-1 1-15,-2 4-2 0,0 0-4 0,1-3 20 16,1 3-7-16,-3 1-2 0,6-4 2 0,1-1-2 16,-2 1-4-16,0 1 3 0,-1 1-4 0,1-3-1 15,2 2 5-15,-3 1-7 0,3 0 1 0,-1 3 3 16,-4-1-2-16,1 2-2 0,1 0 1 0,0 0 1 16,-2 2 0-16,1-2-1 0,1 0 1 0,-1 2-2 15,1-2 0-15,-2 1 1 0,1 0 0 0,-3 2-1 16,3-1 0-16,0 0-3 0,2 0 4 0,-2 2-1 15,1-3-5-15,-2 4 4 0,1 0-1 0,-8 3 1 16,10-6-2-16,-5 5 1 0,-5 1 1 0,9-3-4 0,-9 3 0 16,4-4 4-16,-4 4-1 0,0 0-4 0,9-2 4 15,-9 2-1-15,0 0-1 0,0 0-4 16,11 1 5-16,-11-1 0 0,11 5-1 0,-8-3-1 16,-3-2 5-16,12 5-4 0,-7-2 1 0,4 3 0 0,0 1-2 15,-1-3 2-15,2 3 1 0,-3 1 2 0,4 0-3 16,-4 1-1-16,2-1 3 0,-1 1-5 15,0 1 4-15,-2 4 2 0,4-2-1 0,-3 0 3 16,0 2-3-16,0 1 0 0,0 0 3 0,0 1-6 16,-2 1 6-16,0-1-6 0,-2-4 0 0,0 5 10 0,0-1-7 15,2 0-4-15,-1 1 5 0,-3 0-2 0,6 7 2 16,-4-4-2-16,0 4 3 0,1-5-1 16,2 9 5-16,-2-2-4 0,1 2 1 0,-1 1-2 15,-1-2 4-15,0 2-5 0,1 3 3 0,0-3-3 0,2 0 3 16,-1-1-2-16,-1 1 3 0,1-2-3 0,-1 1 3 15,-1 1-3-15,0-2 3 0,0-1 0 0,4 2-3 16,-2 0 0-16,1-4 1 0,-2 2-3 0,1 0 1 16,-2 0 3-16,3-3 0 0,0 5-1 0,0-5 2 15,-2 4-2-15,3-3 2 0,-2 2 2 0,0-1-5 16,3-2 2-16,-3 2-1 0,2 2 2 0,0-4-3 16,1 4 3-16,-1-3 5 0,1 1-7 0,2-1-2 15,-1 1 4-15,0 0-2 0,0 0 0 16,3-1 1-16,-2 2 4 0,0 1-3 0,0-3-2 0,1 0-1 15,-1 0 2-15,-4-6 0 0,2 7-2 0,0-1 1 16,0 0-2-16,-3-5 3 0,3 6-5 0,-1-1 4 16,0 0 1-16,2 0-5 0,-2-5 12 0,2 6-10 15,-2 0-2-15,6 0 2 0,-5-8 1 0,2 5-5 16,0-5 8-16,0-1-4 0,-1 0-3 0,3-2 5 16,-2 1-4-16,-2-5 1 0,6 1 1 0,-5-2 2 15,1-3-2-15,1 1 3 0,1 0-3 0,2-4 1 16,-2 4 1-16,0-5-1 0,2 1 1 15,3 0 2-15,1 1-1 0,0-2-5 0,-2-2 6 0,2-3-2 16,-1 0-3-16,3-3 5 0,-4 1 2 0,4-1 2 16,-1 1 5-16,-1-6 1 0,-1 5-1 0,-2-2 10 15,2 1-4-15,-2-3-3 0,-5 2 0 0,1-1-1 16,0 0-1-16,-1-1-3 0,-1 0 1 0,4-1-6 16,0-3 3-16,0 1-1 0,-3-3-2 0,1 4 2 15,1-3-6-15,0 3 4 0,-1-1 1 0,0 0-5 16,2-2 0-16,1 1-1 0,-3 0 4 0,1-1-2 15,2 1 2-15,-2-3-4 0,1-1 3 0,0-4-3 16,2-1-1-16,-1 0 0 0,-2-2 3 0,4 1-3 16,-7-3-1-16,0 1 0 0,1-1 0 0,0-3 3 15,-2 0-2-15,1 0 4 0,0 0-6 0,-2-1 3 16,-2 2 0-16,1-1-6 0,-1 1 2 0,0-3-4 16,-3 3 5-16,2-2 0 0,-1 2-1 0,-2 1 3 15,2 0-2-15,-1 1 2 0,-1 0-1 0,-1 0-5 16,0 8 6-16,2 1-3 0,-1-1 0 0,2-1 4 15,-2 3-2-15,1-2-3 0,2 1 2 0,-1-1 1 16,3-5-3-16,-2 5 3 0,0-1-1 0,1-5-4 16,1 1 4-16,-1-1 0 0,2 2-2 0,-3 4 2 15,1 1-1-15,0-4 0 0,1 2 0 0,-1 2 2 16,0-7-2-16,1 7-1 0,-3-1 1 0,6-8 0 16,0 9-1-16,-4 1 7 0,2-3 0 0,-1-2-10 15,4-3 4-15,-2 3-1 0,-4 3-1 0,2 3 2 16,-1-1-3-16,3 1 4 0,-2 2-2 0,1-1-1 15,-2 0 5-15,1 0-5 0,1-1 0 0,-1 5 4 0,-2-1 1 16,1 0-2-16,0-1 9 0,0 1-10 16,2-5-16-16,0 2 3 0,-2 0 1 0,-1 4 4 15,1-1-3-15,2 0 2 0,-2 0 2 0,3-3 0 16,-3 5 2-16,1-3-1 0,-1 3 1 0,-1 0 3 16,1-3-5-16,0 4 6 0,-1-1 8 0,3 2-1 15,-1 0-4-15,-2-1-1 0,2 1 5 0,-2 2 2 16,0 2-3-16,1 0 2 0,-5 4-5 0,4-9 2 15,-4 9-6-15,5-5 6 0,-5 5-5 0,0 0-3 0,4-4 4 16,-4 4-4-16,0 0 3 0,10 1-3 16,-10-1 1-16,10 5 3 0,-4 0-5 0,3 1 6 15,0 2-2-15,5 3 3 0,-2 2-5 0,0-1 5 16,0 0-1-16,1 4 0 0,0-1 0 0,0-2 3 16,1 8-5-16,-3-7 3 0,3 7 3 0,-4-5-7 0,2 1 4 15,-1-2 0-15,3 7-4 0,-5-4 5 0,2-1-1 16,0 6-1-16,-3-5 1 0,0 7 4 15,2-1 1-15,-1-1-6 0,-3-3 3 0,1 8 3 16,-1-3-4-16,-2 0 6 0,2 1-4 0,-2 0-6 16,-2 1 1-16,4 2 4 0,-4 0-1 0,3 0 2 0,-1 2-1 15,-2-1 2-15,2-1-2 0,-1 2 3 16,0-4 1-16,-2 0 0 0,0 4 1 0,2-5-7 16,1 2 4-16,-2-4-6 0,2 2 3 0,0-1 1 15,-2 0 5-15,-1 0-5 0,6 0 1 0,-3 0-4 16,0 2 6-16,1-1 2 0,0 1-1 0,1 3 2 0,-1 0 1 15,0-2-5-15,2 1-1 0,-2-4-8 0,3 4 10 16,-2 1-9-16,-1 0 7 0,2-1-3 16,-4 3 7-16,4-3-6 0,-4 1 0 0,3 3 3 0,-1-3 0 15,-3-3 1-15,4 2 2 0,-3-1-5 16,0-2 1-16,2 2-1 0,0-2 1 0,0-2 4 0,-1-1-5 16,1 2 4-16,1-5-2 0,0-1-3 0,0 5-2 15,-1-4 4-15,2-1 4 0,4 4-7 0,-3-6 2 16,1 1 1-16,5 6 1 0,-2-3-3 0,0-6 3 15,1 2-2-15,0-1 3 0,6 2-4 16,-5-2 1-16,6 0 4 0,2 1-5 0,-2-2 4 0,-2-1 2 16,1-4-4-16,3 2-5 0,-4-2 8 0,0-1-5 15,1-2 1-15,8 1 2 0,-12 1-2 0,2 0-3 16,-2-3-1-16,-1-1 3 0,0 2-2 16,4-2 2-16,-1 1 3 0,-1 1-1 0,2 1-5 15,2 0 4-15,5 1-4 0,-7-1 2 0,1 0 4 0,0-1-3 16,0-1-3-16,-1 0 6 0,3-2-1 0,-4 3 1 15,2-3 0-15,0 0-3 0,-3-3-1 0,-2-1 0 16,-1 0 2-16,-1-3 1 0,0-1 0 0,1 1 0 16,0-3-3-16,-3-1 3 0,1-2 1 0,0-4 2 15,-1-3-7-15,1-1-3 0,-3-1-1 0,1 0 0 16,0-10-5-16,-1 2 3 0,3 2 0 0,-4-5-1 16,-1 0 1-16,1 0 1 0,-1-2-4 0,0 2 0 15,1-4 5-15,1 1 0 0,0 3-2 0,1-4-2 16,0 5 2-16,0-3-2 0,1 2 5 0,2-2-4 15,-2-1 2-15,3-1 3 0,-1 1-2 0,9-12-2 16,0 2 0-16,-7-4 4 0,0 13-2 0,-1-11-2 16,4 1 4-16,-6 9 1 0,-1 1-6 0,5-12-1 15,-6 11 8-15,8-10-8 0,-10 8 4 0,4 2-4 16,-1-1-2-16,-1 0 5 0,-1 6-4 0,1-2 2 16,2 2-2-16,-2 0 3 0,0 1 3 0,1 1 1 15,-2 2-4-15,3-1 4 0,2 2 1 0,0-2 0 16,-2 0-1-16,2 2-2 0,0-3 0 0,-2 0 1 15,1 3 4-15,1-1-4 0,-3 0 1 0,3 2 0 16,-6 6 2-16,6-7 4 0,1 2-4 0,-1 1 0 16,-3 3 0-16,1 0 3 0,2-3-7 0,-4 3 11 15,0 3-5-15,2 0-3 0,-4-1-2 0,2 1 5 16,0 5 5-16,-3 0 4 0,1-2-3 0,1 3 1 16,-1 0-2-16,1 0 0 0,-2 0 1 0,1 0 2 15,-1 4-5-15,3-2 2 0,-4 3 29 0,0 0-4 16,-1-1-1-16,0 0-2 0,-4 5-6 0,8-7-4 15,-3 5 2-15,-5 2-3 0,6-4-6 0,-6 4 1 16,0 0-6-16,8-5 4 0,-8 5-2 0,0 0-1 16,14 7-2-16,-10-2 0 0,2 3-1 0,0 0-1 15,0 4-3-15,0 2 1 0,0 2-1 0,-2 0 4 16,1 10 0-16,-2 2-1 0,-1-3 1 0,0 3-5 0,-4-3 8 16,2 4-5-16,-2 0 1 0,-3 4 1 15,0 1-1-15,-4 1 1 0,2 1 2 0,-3 10-3 16,4-12-2-16,-6 1 3 0,2 11 1 0,3-12-2 15,-1 1 2-15,0 13-2 0,3-13 2 0,-3 11-4 16,3-11 3-16,1 12 4 0,3-12-2 0,2 12 0 0,4-16-2 16,2 16 3-16,-3-10-1 0,1 9 3 15,2 1-2-15,1-13-5 0,4 13 1 0,-3-12 0 16,6 9 4-16,-5-9-1 0,4 9-1 0,-1-12-1 16,1 3-1-16,8 5 2 0,-2 2 1 0,-4-10-2 15,1 2 3-15,11 8-3 0,-2 0-4 0,2-3-2 0,-6-13-4 16,2 3-3-16,2-4 0 0,0 1-8 15,17 7-16-15,-14-12-11 0,3 1-11 0,-1 0-6 16,-1-3-6-16,2-2-9 0,-1 0 7 0,-2-3-25 16,-2-5-1-16,-1 2-6 0,-26-11 3 0,46 10-7 15,-46-10 7-15,43 8 2 0,-16-6-5 0,-27-2 1 0,49 3-78 16,-49-3-191-16,43-4 84 0</inkml:trace>
  <inkml:trace contextRef="#ctx0" brushRef="#br0" timeOffset="29781.87">31898 7774 78 0,'0'0'106'0,"0"0"-1"16,0 0-4-16,-4-7-8 0,4 7-10 0,0 0-2 15,-5-7-5-15,5 7-1 0,0 0 0 0,0 0 1 16,0 0-3-16,0-9-8 0,0 9-2 0,0 0-12 15,0 0-6-15,0 0 0 0,14-5-6 0,-4 5-7 16,11 1 3-16,9-1-10 0,6 2 3 0,15-1-7 16,8 0-5-16,4 1 3 0,31 1 2 0,-30-2-8 0,1 0-5 15,29-1-2-15,-4 3-17 0,-26-3-11 16,1-1-19-16,33-1-17 0,-33-2-35 0,0 1-30 16,-4-1-78-16,3-3-218 0,-6-2 96 0</inkml:trace>
  <inkml:trace contextRef="#ctx0" brushRef="#br0" timeOffset="43457.11">15016 9632 38 0,'0'0'80'15,"0"0"-4"-15,0 0-7 0,0 0 2 0,0 0-5 16,0 0-5-16,0 0-10 0,0 0 2 0,0 0-10 15,0 0-2-15,0 0 5 0,0 0-12 0,0 0-4 16,0 0-3-16,0 0 2 0,0 0-8 0,0 0-6 16,0 0 3-16,0 0 8 0,0 0-15 0,0 0 8 15,0 0-8-15,0 0-1 0,0 0-2 0,0 0 1 16,0 0-3-16,0 0 3 0,0 0-5 0,0 0 7 16,0 0-4-16,0 0-7 0,0 0-1 0,0 0-4 15,0 0-4-15,0 0 9 0,0 0-13 0,0 0-8 16,0 0-4-16,0 0-4 0,0 0-11 0,0 0-12 15,0 0-13-15,0 0-59 0,0 0-133 0,0 0 58 16</inkml:trace>
  <inkml:trace contextRef="#ctx0" brushRef="#br0" timeOffset="45853.24">12081 6870 14 0,'0'0'25'0,"0"0"1"0,0 0-4 0,0 0-2 0,-3-6-4 16,3 6 0-16,0 0 1 0,0 0 0 0,0 0-4 16,0 0 3-16,0 0-4 0,0 0-6 0,-3-7 3 15,3 7 2-15,0 0-9 0,0 0 6 0,0 0 0 16,0 0-9-16,0 0 9 0,-2-7 0 0,2 7-4 15,0 0-3-15,0 0 2 0,0 0-3 0,0 0-3 16,0 0 12-16,0 0-9 0,0 0 9 0,0 0-8 16,0 0 0-16,0 0 7 0,0 0-5 0,0 0-3 15,0 0-1-15,0 0 1 0,0 0 2 0,0 0 0 0,0 0 1 16,0 0-4-16,0 0-2 0,0 0 5 0,0 0 1 16,0 0 1-16,-5-5-4 0,5 5-2 15,0 0 4-15,0 0-4 0,0 0 5 0,0 0-1 16,0 0-5-16,0 0 8 0,0 0-9 0,0 0 6 0,0 0-2 15,0 0-2-15,0 0-1 0,0 0-5 16,0 0-8-16,0 0-10 0,0 0-19 0,0 0-49 16,0 0 22-16</inkml:trace>
  <inkml:trace contextRef="#ctx0" brushRef="#br0" timeOffset="60011.55">15012 9465 58 0,'4'-7'55'0,"-4"7"-4"16,0 0-12-16,4-5-2 0,-4 5-4 0,0 0 4 16,0 0-10-16,0 0-8 0,0-11-15 0,0 11-9 15,0 0-22-15,0 0-28 0,-7-13-59 0,3 10 25 16</inkml:trace>
  <inkml:trace contextRef="#ctx0" brushRef="#br0" timeOffset="62415.63">12364 7206 42 0,'0'0'59'0,"0"0"-14"0,0 0 6 0,0 0-8 0,0 0-7 15,0 0-3-15,0 0 1 0,0 0-6 0,0 0-8 16,0 0 7-16,0 0-1 0,0 0-1 0,0 0 0 16,0 0 4-16,0 0-12 0,0 0 0 0,0 0 2 15,0 0 1-15,0 0 1 0,0 0-7 0,0 0 1 16,0 0 0-16,0 0 8 0,0 0-9 0,0 0 0 16,0 0-5-16,0 0 2 0,0 0-1 0,0 0 0 15,0 0 1-15,0 0 1 0,0 0-1 0,0 0-4 16,0 0-9-16,0 0 8 0,0 0-4 0,0 0 2 15,0 0 0-15,0 0-3 0,0 0 5 0,0 0-6 16,0 0-1-16,0 0 1 0,0 0 2 0,0 0-1 16,0 0 5-16,0 0-2 0,0 0 0 0,0 0 2 15,0 0-3-15,0 0-1 0,0 0 3 0,0 0-1 16,0 0 0-16,0 0 0 0,0 0 4 0,0 0-4 16,0 0 9-16,0 0-3 0,0 0-2 0,0 0 0 15,0 0-8-15,0 0 5 0,0 0 0 0,0 0 2 16,0 0-2-16,0 0-4 0,0 0 1 0,0 0-6 15,0 0 3-15,0 0 7 0,0 0-4 0,0 0-6 16,0 0 6-16,0 0-5 0,0 0-2 0,0 0-4 16,0 0 0-16,0 0 3 0,0 0 1 0,10 7-2 15,-10-7 9-15,0 0 0 0,0 0-1 0,0 10-11 16,0-10 13-16,0 0-5 0,2 6 1 0,-2-6 9 16,0 0-10-16,0 0 1 0,0 0 2 0,0 0-5 15,4 6 8-15,-4-6-5 0,0 0 0 0,0 0 3 0,0 0-1 16,0 0 4-16,0 0 0 0,0 0-5 15,0 0-5-15,0 0 13 0,0 0 1 0,0 0-7 16,0 0 8-16,0 0-7 0,9-14 3 0,-9 14-11 16,0-9 11-16,0 9-1 0,0 0-4 0,-2-10 5 0,2 10 8 15,-2-9-9-15,2 9 6 0,0 0-9 0,-2-9 5 16,2 9 5-16,0 0-5 0,-2-7-3 16,2 7 6-16,0 0 5 0,0 0-12 0,0 0-1 15,0 0 7-15,0 0-4 0,0 0-2 0,0 0-8 0,0 0-1 16,0 0 8-16,0 0-7 0,0 0 8 0,0 0-10 15,0 0 1-15,0 0-7 0,0 0 10 0,0 0 4 16,0 0-5-16,0 0 5 0,0 0-3 0,0 0-1 16,0 0 3-16,0 0 2 0,0 0-2 0,0 0 4 15,0 0-7-15,0 0 7 0,0 0-3 0,0 0 5 16,0 0-4-16,11 18 6 0,-11-18-10 0,0 0 10 16,0 0-17-16,0 0 18 0,0 0-2 0,0 0-5 15,0 0 7-15,0 0 0 0,10-11-2 16,-10 11 6-16,0 0-4 0,2-6 3 0,-2 6-2 0,0 0-9 15,0 0-1-15,0 0 8 0,0 0-8 0,-7-14 9 16,7 14-8-16,0 0-4 0,-7-5 12 0,7 5-7 16,0 0-6-16,0 0 8 0,-12 0-7 0,12 0 3 15,0 0-3-15,0 0-2 0,-11 8 9 0,11-8-11 16,-5 10 9-16,3-6-8 0,2-4 1 0,-6 11 4 16,6-11-1-16,-1 11-1 0,1-6 3 0,0-5 3 15,3 11-3-15,-3-11-8 0,2 8-5 0,-2-8 13 16,2 9-4-16,-2-9 7 0,3 5-3 0,-3-5 1 15,7 4-5-15,-7-4 9 0,4 2-2 0,-4-2-3 16,0 0 8-16,0 0-16 0,13-2 16 0,-13 2 3 16,5-7-13-16,-5 7 4 0,5-9 2 0,-3 4-8 15,-2 5 7-15,3-11-6 0,-1 4 7 0,-2 7-4 16,-2-11-2-16,2 11 1 0,-1-12 7 0,1 12-6 16,-4-12 0-16,1 6-1 0,3 6 2 0,-5-8 1 15,3 2-12-15,2 6 14 0,-6-4-15 0,6 4 16 16,0 0-15-16,-4-6 4 0,4 6 3 0,0 0-9 15,0 0 8-15,0 0 6 0,-14 8-3 0,14-8 1 16,-3 10-2-16,1-4 1 0,0 2-1 0,0-1-4 16,1 2 6-16,1-9-2 0,-2 14-1 0,2-7 7 15,0-7-9-15,3 13 10 0,-3-13-9 0,4 9 4 0,-4-9 6 16,0 5-7-16,0-5 2 0,2 5 9 16,-2-5-8-16,0 0 6 0,0 0 0 0,0 0-6 15,0 0 8-15,0 0 3 0,0 0 1 0,0 0-6 16,0 0-1-16,14-17 5 0,-14 17-20 0,2-10 17 15,-2 4-6-15,0 6 5 0,-2-13-15 0,2 13 18 0,0-12-7 16,-4 7 3-16,4 5-7 0,-2-12 14 16,-2 6-11-16,4 6 1 0,0 0-1 0,-4-10-13 15,4 10 9-15,-4-4-5 0,4 4-3 0,0 0 3 16,0 0-9-16,-9-1-4 0,9 1-10 0,0 0-8 0,0 0-19 16,0 0-22-16,-6 13-9 0,6-13-58 0,-1 8-157 15,1-8 71-15</inkml:trace>
  <inkml:trace contextRef="#ctx0" brushRef="#br0" timeOffset="63640.91">12448 7154 1 0,'0'0'7'16,"0"0"-4"-16,0 0-1 0,0 0 0 0,-6 7 2 16,6-7-8-16,0 0 9 0,0 0 2 0,-5 6 2 15,5-6-6-15,0 0-4 0,-8 4 5 0,8-4-4 16,-4 6 0-16,4-6 7 0,-8 4-7 0,8-4 5 16,-5 3-3-16,5-3 3 0,-7 5 1 0,7-5 3 15,-4 4-7-15,4-4 8 0,0 0 0 0,0 0 10 16,-10 2-3-16,10-2-2 0,0 0-5 0,0 0 1 15,0 0 6-15,-4 5-6 0,4-5 3 0,0 0 3 16,0 0 0-16,0 0 0 0,0 0 5 0,0 0 3 16,0 0-8-16,0 0-2 0,0 0 7 0,0 0-6 15,15-14-1-15,-9 10-8 0,0 0 7 0,1-3-9 16,3 0 4-16,-2 2 2 0,1-3-5 0,3-1-1 16,-2-2 3-16,4 1-2 0,4 0-4 0,0-2 2 15,4-3-2-15,1 0 2 0,2 1-7 0,-2-1 5 16,0 0 4-16,0-4 3 0,0 6-10 0,2-1 0 0,-1 0 1 15,0 0 1-15,2 1 2 0,-1-3-3 16,1 1 3-16,2 3-3 0,0-5 0 0,1 3 1 16,2-2 1-16,-3 3-2 0,3-3 5 0,0 2-4 15,-1-3 6-15,1 3-6 0,-2-3 5 0,1 2-7 0,-1 0 6 16,2-2-2-16,3 3 2 0,-1-2-3 0,-3 1 0 16,1 2 1-16,0-2 1 0,1 0-1 15,-1-1-1-15,1 2 1 0,4 2-8 0,-4-1 3 16,-3-1-2-16,1 1-5 0,-2 0 0 0,-1 0 1 15,2 1 2-15,-2 0-8 0,2 1-34 0,-2-2 17 0,-2 1-1 16,0-1 1-16,-1 4 3 0,-5-2 5 16,-1 3 3-16,-1-3 0 0,-1 1 4 0,-4 4 0 15,-2-1 0-15,2 0 5 0,-3-1 2 0,0 0-6 16,0 1 2-16,-2 0-15 0,-1 0-30 0,1 0 14 0</inkml:trace>
  <inkml:trace contextRef="#ctx0" brushRef="#br0" timeOffset="64656.06">11714 6623 2 0,'0'0'51'0,"0"0"0"0,0 0-6 16,0 0-1-16,5-9-6 0,-5 9 2 0,0 0-4 16,0 0-3-16,0 0-3 0,0 0-1 0,0 0-3 0,4-6-2 15,-4 6-2-15,0 0-6 0,0 0 4 16,9-6-7-16,-9 6-1 0,6-3-1 0,-6 3-1 16,6-6-4-16,2 4 3 0,-3-2 3 0,3 1-5 15,-3-1-1-15,1-2-3 0,8 2 0 0,-7-2-5 16,3 1-1-16,0-3-1 0,3 2-5 0,-2-1 3 0,1 0-8 15,1-5 2-15,3 3 2 0,-3-2-6 16,2-1 8-16,1-1-8 0,7-4-2 0,0 0 6 16,-1 0-5-16,5 0 0 0,0-2 9 0,0 2 2 15,3-2-6-15,-1 2 4 0,0-2 1 0,2 1-2 16,-1 2 3-16,-1-2-2 0,2-3 5 0,-1 2-1 16,3-2 6-16,0 2-2 0,10-8 0 0,-11 6 0 15,2 1 5-15,11-9-5 0,1 3 7 0,-1-2-6 16,-2 1 0-16,5 1 0 0,0 0 4 0,0-2-3 15,2-1 2-15,1 0-4 0,3 0 2 0,0-3-3 16,-3 0 1-16,3 0 1 0,2 0-1 0,-1 0 1 0,23-10-5 16,-28 13 5-16,6 0 0 0,0 1 3 15,3-1-6-15,-2 3-2 0,0-3 0 0,1 0-1 16,-2 3-3-16,-4-1 0 0,-5 2-4 0,-1-2-17 16,-13 9-26-16,-4 0-58 0,0-2 26 0</inkml:trace>
  <inkml:trace contextRef="#ctx0" brushRef="#br0" timeOffset="67704.02">11774 6497 29 0,'0'0'63'0,"0"0"-17"16,0 0 1-16,0 0 2 0,0 0-13 16,0 0-5-16,0 0-6 0,0 0-2 0,0 0-9 0,0 0-17 15,0 0 9-15,0 0 3 0,0 0-8 0,0 0 0 16,0 0-8-16,0 0 6 0,0 0-2 0,0 0 0 16,16 18 1-16,-16-18-5 0,0 6 3 0,0-6 3 15,0 0-2-15,0 10-5 0,0-10-1 0,3 7-5 16,-3-7 0-16,0 10-5 0,0-10-4 0,1 9 0 15,-1-9-17-15,0 8-42 0,0-8 18 0</inkml:trace>
  <inkml:trace contextRef="#ctx0" brushRef="#br0" timeOffset="67986">11794 6602 38 0,'0'0'38'0,"0"0"1"16,0 0-4-16,0 0 0 0,0 0-5 0,0 0-1 15,0 0-2-15,0 0-2 0,0 0-3 0,0 0-8 16,0 0 5-16,0 0-6 0,0 0-1 0,0 0-4 16,0 0-1-16,0 0-7 0,0 0 1 0,0 0-2 15,0 0-5-15,0 0-2 0,0 0-3 0,0 0 9 16,0 0-11-16,0 0-3 0,0 0 4 0,0 0-4 15,0 0 2-15,0 0 1 0,0 0-4 0,0 0 6 16,0 0-10-16,0 0 1 0,0 0 5 0,0 0-4 16,0 0-11-16,0 0-32 0,0 0 15 0</inkml:trace>
  <inkml:trace contextRef="#ctx0" brushRef="#br0" timeOffset="69233.86">11803 6567 5 0,'0'0'21'0,"0"0"-5"16,0 0-4-16,0 0-3 0,0 0 6 0,0 0-5 16,0 0 4-16,-2-10 0 0,2 10-1 15,0 0 3-15,0 0-4 0,0 0 5 0,0 0 3 16,0 0 2-16,-2-10-2 0,2 10 4 0,0 0-6 0,0 0 5 16,0 0-7-16,-6-5 1 0,6 5 1 0,0 0-6 15,0 0 0-15,-5-4 2 0,5 4-7 16,0 0-1-16,-9-4-1 0,9 4 0 0,-8-3-2 15,8 3 6-15,-6-3-9 0,6 3 2 0,-8-4 7 0,8 4-4 16,-5-3 0-16,5 3-4 0,-9-6 2 0,9 6 0 16,-5-4-3-16,5 4 5 0,-8-5 4 0,8 5-6 15,-5-4-3-15,5 4-3 0,-10-5-3 0,10 5-6 16,-9-2-4-16,9 2-7 0,-13 0-7 0,2 0 2 16,2 2 2-16,-2 0 3 0,0-1-2 0,1-2-22 15,-3 1 40-15,-1 0-15 0,2-3 5 0,0 2 0 16,-1-2 6-16,1 1 7 0,-2-2 2 0,4-1 5 15,-4-2 4-15,3 1-3 0,-6-2 9 0,2 0-5 16,-1-2 4-16,2 0 1 0,-1-1 5 0,2 0 2 16,0 0-4-16,-3-3 10 0,0 1-9 0,-4-8 1 15,-3 5 5-15,1 0 4 0,2 0-6 0,-5-1 3 16,0 1-1-16,-2 3 5 0,0-4 3 0,-2 2-5 16,1 0-2-16,-2 0 3 0,1-4-4 0,-2 3 5 15,1 2-1-15,0-1-1 0,-1-2 1 0,2 3-3 16,2-1 6-16,0 0-13 0,1 2-2 0,1-1 7 15,2-1 0-15,4 5 6 0,-5-5-11 0,1 1 16 16,0-3-21-16,1 2-5 0,1-1 13 0,0 0-10 16,-1 0-1-16,1-2 2 0,0 0 3 0,1 1-8 15,-2-2 1-15,3 0 5 0,-3 2-9 0,3-2 4 16,3 5 1-16,-3-4-2 0,6 4-5 0,-2-1 2 16,-1-4-3-16,0 6 0 0,3 0-4 0,0 1 5 15,-2-2-3-15,1 0 2 0,2 1 7 0,-1 0-7 16,-3-1 2-16,2 3 10 0,0-4-15 0,1 2 2 15,0 1 3-15,1 1 1 0,2-2-4 0,-2 6 7 16,2-5-11-16,2 5 10 0,0-1-4 0,0-1 1 16,1 0-4-16,2 3 8 0,-1-2-4 0,-2-1 0 15,4 4 6-15,-1-2-1 0,1 1-1 0,-1 2 5 16,0-2-7-16,5 6 4 0,-5-11-2 0,3 6-1 16,2 5 3-16,-4-7 3 0,4 7-11 0,-3-7 5 15,3 7-5-15,0 0 5 0,-2-10-11 0,2 10 2 16,0 0 1-16,0 0-3 0,5-13 4 0,-5 13 4 15,5-9-9-15,-3 4 1 0,5 1 3 0,-7 4-4 16,7-9-3-16,0 5 1 0,-2 1-2 0,-1-1 3 16,-4 4 2-16,12-6-4 0,-5 4 1 0,-1 0 3 15,1-1-6-15,0 1-1 0,-7 2-1 0,14-2 3 16,-7 1-2-16,4-1-1 0,0 1 2 0,-11 1 1 16,20 1-2-16,-9-1 8 0,1 3-4 0,2-2-4 15,0 2 7-15,0-2 0 0,4 2-4 0,0 2 3 16,1-1 0-16,0 0 1 0,0-1 1 0,-1 1 1 15,2-1-3-15,-1 2 2 0,0-1-2 0,1-1 8 16,2 3-5-16,-3-2 6 0,8 3-6 0,-5-4 8 16,-3 2-8-16,8 0 6 0,-6 0-4 0,8-1 0 15,-1 3 2-15,0-1-1 0,0-1-1 0,1 2 2 16,2-1 3-16,-2-1 1 0,0 3 0 0,1-1-9 16,1 1 3-16,0 2 0 0,-1-2 0 0,1 2 1 15,-2 0-5-15,2 0 7 0,0-1-9 0,-1 1 3 16,2 3 1-16,-1-1 9 0,0-1-9 0,1 3-3 15,1-1-3-15,0 1-4 0,-2-2 2 0,-1 4 0 16,2 1 5-16,-2-2 3 0,0 2-2 0,0 0 0 16,-2 1 6-16,1-1-2 0,-2 0-1 0,2 1 4 15,0-3-10-15,0 4 10 0,-2-2-12 0,5-2 8 16,-4 2 3-16,5-2-3 0,-4 3 1 0,2-2-3 16,1 0-2-16,4 0 6 0,-1-2-8 0,11 8 5 15,-12-7 2-15,-1 0-5 0,3-1 4 0,-3 2 7 16,3-1-10-16,-2 0 1 0,0 0-1 0,0 1 9 15,-2 0-9-15,3 1 1 0,-5-2-2 0,3 1 1 16,1-3-7-16,-3 3 9 0,0 0-6 0,1-3-6 16,-2 0 2-16,-1 1 4 0,4-1 0 0,1 2-1 0,-1-3 2 15,-4 0 0-15,3 3 2 0,-1-5 0 16,-1 4 4-16,3-3 3 0,1 1-7 0,3-4 4 16,-1 2 1-16,1-3-3 0,1 0-4 0,-2 1 4 15,5 0 2-15,-3-2-8 0,2-1 9 0,-2 2-8 16,3-4 2-16,-5 1-5 0,16-1 3 0,-16-1 1 15,0 1 2-15,-3-2 5 0,3 2-7 0,-3-2 0 16,-1 1-9-16,0-1-1 0,-1 2-9 0,-4-3-4 16,-6 0-17-16,1 0-54 0,-4 0 24 0</inkml:trace>
  <inkml:trace contextRef="#ctx0" brushRef="#br0" timeOffset="74076.42">11261 6815 5 0,'-7'5'17'0,"0"-2"2"16,1 1-1-16,-3 0-1 0,0 2-1 0,3-5 0 0,-2 4 0 15,1-2 2-15,-1 1-7 0,1-1-1 0,1 1 0 16,-1 0 2-16,0 3-2 0,-3-1-2 16,2 1 6-16,0 1-6 0,-1-1-3 0,4-1 6 15,-3-2-5-15,1 2-3 0,-1 0-3 0,2-2 3 16,1-1 1-16,5-3-1 0,-7 9 4 0,7-9-7 0,-5 4 3 16,5-4 1-16,0 0 0 0,0 0-1 0,-5 4 3 15,5-4 2-15,0 0-5 0,0 0-3 16,0 0 4-16,0 0-1 0,0 0 2 0,0 0 4 15,0 0 1-15,17-13-3 0,-11 9 5 0,4-2-3 16,0-3 2-16,1 2-7 0,3-1 2 0,0-4 2 0,2-1-3 16,2 2 3-16,4-3-4 0,2-3-1 0,0-2 2 15,2 3-1-15,-2-1 0 0,5-2-1 0,-1 1 0 16,-2-2 0-16,3 1 2 0,-2 0 1 16,3 1-3-16,-2-2-3 0,0 1 3 0,-2 1 3 15,1-2-7-15,2 1 4 0,-2 2-5 0,0-2 11 0,1 1-5 16,-3-2-4-16,3 2 2 0,-3-1-3 0,3 1 3 15,0-2 1-15,-1 1 4 0,2-2 0 0,1 0 4 16,-1 0-8-16,2 3 8 0,1-4-5 16,-2 2 2-16,0-3-4 0,-1 2 6 0,1-2-6 0,7-9-1 15,-8 11 2-15,1 2-3 0,-1 0 5 0,-2-4-1 16,1 2-3-16,10-10 4 0,-11 10-7 0,0 0 5 16,0 1-8-16,2-2 1 0,-3 0-2 0,1 0 1 15,0 2 5-15,0-2-3 0,-4 3 2 0,4-1 0 16,-5 2-4-16,-2 1 3 0,3 0 1 0,-6 5-2 15,6-5-1-15,-3 1 1 0,2-1 1 0,1 2-7 16,-7 2 4-16,0 3 3 0,0-2-5 0,1-2 2 16,-1 4-3-16,0-2 2 0,0 2 4 0,-1 0-4 15,-1 1-2-15,-1 2 0 0,-3 1 6 0,3-5-3 16,-2 5-2-16,0-2 1 0,0-2-5 0,2 2 2 16,-3 0 4-16,3 1-2 0,-3 1-4 0,1-1 1 15,-1 2-2-15,-3-1 3 0,3 0-3 0,-1 1-2 16,-1 2-5-16,-4 0-15 0,2-1-4 15,-6 4-22-15,8-3-61 0,-8 3 27 0</inkml:trace>
  <inkml:trace contextRef="#ctx0" brushRef="#br0" timeOffset="74519.84">12690 5759 16 0,'48'-38'31'16,"-5"3"0"-16,6-1-7 0,-6 0-1 0,1 0 0 0,1 5-3 15,-2-1 3-15,0 2-3 0,-1 1-1 0,-4 0-4 16,-8 8 0-16,1-2-3 0,-2-1-2 0,1 3 9 15,-3 1-8-15,4 0-2 0,-6 0-3 16,0 3 4-16,-4-1-6 0,9 3 5 0,-7 0 4 16,-1 1-5-16,-6 4-1 0,2 0-2 0,-5-1-1 15,-1 6-3-15,-1-2-4 0,-7 2-3 0,2 3-9 0,0-2-9 16,-6 4-33-16,6-3-62 0,-6 3 28 16</inkml:trace>
  <inkml:trace contextRef="#ctx0" brushRef="#br0" timeOffset="76608.73">9944 6213 25 0,'-9'-17'28'16,"0"3"-3"-16,2-2 1 0,2-1 0 0,0 0 3 15,0-1 0-15,0 1-6 0,2-1-1 0,1 0-3 16,1 0-1-16,1 0-7 0,1-1 3 0,0 1-3 16,2-3 2-16,3-3 0 0,-2 5-2 0,0 0-5 15,1 1-4-15,-1-1 1 0,1 1 3 0,-1 0-2 16,3 1 0-16,-3 1 1 0,1-1 7 0,0 1-10 16,-2 3-3-16,3-1 2 0,-4 0 0 0,4 3-2 15,-4 0 7-15,2 0-11 0,0 1 5 0,0-2 6 16,0 2-7-16,1 0-5 0,0-2 4 0,0 2-4 15,-1-1 1-15,1-1 6 0,0 0 0 0,2-3-4 16,1 0 4-16,1-1 0 0,2 3-5 0,-1-3 4 16,4-5-3-16,-1 4-1 0,3-7 5 0,2 2-3 15,-1 1 3-15,2 0 1 0,-1 2 2 0,2-1-2 16,1 1 4-16,-1-1-2 0,3 1-8 0,-1-1 4 16,1 1-1-16,-2 1 1 0,-1 3-2 0,3 0-2 0,-6 3 3 15,0 2 2-15,8-4 0 0,-7 3-3 16,6-4 1-16,0 1-2 0,-2 0 8 0,2-1-7 15,2 1 4-15,-1-2 1 0,3 0-1 0,0 1 0 16,1 1 2-16,1-4-6 0,2 1-3 0,0 0 9 16,0 0-5-16,4 1 6 0,-4 0-3 0,4 0 1 15,11-3 0-15,-15 5-5 0,2 0 2 0,1 3 12 16,-1 0-15-16,0 0 2 0,-1 1-2 0,-1 2-1 16,1 1 2-16,-3 0 4 0,-1 1 0 0,0 1-4 15,0 0 1-15,-1 0-8 0,0 1 10 0,-7 0 3 16,9 1-4-16,-2 1 3 0,1-2-3 0,-2 0 1 15,-4 3-1-15,5-2-1 0,2 1 4 0,-1 1-4 16,3 1-1-16,0-2 3 0,-1 2 0 0,-2 0 1 16,3 0-3-16,-3 2-2 0,-7 1 5 0,10 1 1 15,-1 2 1-15,-2-2-2 0,3 2-2 0,-6 3-2 16,3-2 4-16,-2 4 1 0,1-2 2 0,-1 2 1 16,1 1-2-16,0-1 1 0,-3 1-7 0,-1 2 7 15,1 0 0-15,2 2 4 0,-1-1-4 16,-2 3-3-16,0 0 4 0,0 0 3 0,-4-1-6 15,-1 2-6-15,-3 0 9 0,2 3 2 0,-5 0-2 0,1 0-6 16,-8 3 7-16,1-1-6 0,1 1 7 0,-5 1-10 16,2 0 6-16,-5 1-5 0,0 1 9 0,0 0-5 15,0-2 2-15,-5 1 0 0,3 0 0 0,-1 0-9 16,1-4 7-16,0-2-3 0,-4 4 3 16,3 0 5-16,-1-3 1 0,-2 4-6 0,2-2 0 15,-2 0-3-15,1-5 6 0,1 1-2 0,-2-3 0 0,-2 2-2 16,0 0-1-16,-1 2 6 0,2-4-2 0,-5 0 0 15,2 0-4-15,-3 0-3 0,2 0 7 0,-3 3 4 16,-3 0-11-16,0-2 5 0,-2 3 2 0,-1-3 0 16,1 1-3-16,-4 1-3 0,2 0 1 0,-4-1-2 15,4 0 11-15,-4 6-7 0,-1-2-2 16,-1 0 4-16,-1 2-1 0,-9 5-2 0,8-7 8 0,-11 7-7 16,0-2-2-16,8-6 4 0,-10 6 9 0,10-7-2 15,0 1-5-15,-10 4 0 0,11-3 9 0,1-1-6 16,-10 5 6-16,13-5-7 0,-5 1 3 0,-7 6-5 15,8-4 5-15,-7 3-10 0,-1 3 12 0,0-2-7 16,12-4 14-16,-2 0-15 0,-2-2 2 16,1 2 3-16,0-2-10 0,0-2 3 0,-9 10-3 0,12-11 6 15,1 0-7-15,0 0 6 0,-2 0 2 0,1-2-7 16,2 0 1-16,-1-2 3 0,1 1 3 0,-3-3-1 16,3 0-2-16,-2-3-2 0,1-1 4 0,-2 2-8 15,0-2 5-15,0 0-4 0,0 1 1 16,-3 0 0-16,2-4 1 0,-3 1 1 0,0-1 5 15,-3 3 1-15,1-4-1 0,2 1-4 0,-3-1-2 0,-2-1 1 16,3 0-1-16,0-1-1 0,1 0 8 0,0-2 3 16,2 1 4-16,1-3-7 0,0-2-3 0,7 1 1 15,-4-4 12-15,5 4-2 0,-4-8 3 0,0 0 0 16,6 3 0-16,0-2 0 0,3-3 2 16,-1 3-13-16,-4-12 5 0,3 4-6 0,0-1 7 15,2-2-4-15,3 3 0 0,0-8-7 0,-1 0 6 0,1 0-8 16,1 0 2-16,1 0 6 0,2 0-1 15,0-1-6-15,0-2-5 0,2 2 4 0,-3-3-1 16,2-1-13-16,1 0 6 0,-1-2 9 0,0-1-4 0,1 0 1 16,3-1 13-16,0 2-22 0,0 1 6 15,0 1-1-15,0 1 4 0,5 0-10 0,-3-1 9 16,6 2-3-16,-4-1 5 0,2-1 4 0,2 0-12 0,0 0 4 16,4 0 1-16,-2-1-9 0,0 3 11 0,1-1-8 15,-1 0 12-15,4 0-8 0,0 1 7 0,2-1-11 16,0 1 4-16,-1-2 5 0,1 3 2 15,1-3 7-15,1 3-5 0,1-2-2 0,0 4-7 16,0-1-1-16,0 0-2 0,2 2-4 0,-1 1 4 16,-1 0 18-16,3 1-20 0,-7 4-7 0,6-6 16 0,-1 1-5 15,1 1 5-15,1 1 2 0,1-1-13 0,-2 2-6 16,3 0 16-16,4-2-2 0,-3-2 2 16,8 1-6-16,0-1 10 0,14-7-9 0,1-1 6 15,3 1-2-15,-1 4 6 0,4-3-9 0,-2 1 6 16,3-2-3-16,1 5-1 0,1-3 6 0,2-1-8 15,0 1 8-15,2 1-7 0,2 0-10 0,25-9-8 0,-26 13-9 16,4 0-16-16,27-8-22 0,-29 11-59 16,-5 1-140-16,9-1 62 0</inkml:trace>
  <inkml:trace contextRef="#ctx0" brushRef="#br0" timeOffset="82792">17950 12189 2 0,'0'0'77'0,"0"0"-16"0,0 0 7 0,0 0-4 16,0 0-7-16,0 0-9 0,0 0 4 0,0 0 3 16,0 0-12-16,0 0-11 0,5-14 7 0,-5 14-11 15,0 0 4-15,0 0-2 0,0 0-10 0,0 0 4 0,0 0-2 16,0 0-15-16,0 0 3 0,0 0 3 15,0 0-1-15,0 0-4 0,0 0 4 0,0 0-5 16,-10 15 3-16,10-15-6 0,-4 8 3 0,4-8 10 16,-5 9-17-16,4-3 3 0,1-6 0 0,-1 8 4 0,1-8-1 15,-2 7-12-15,2-7 7 0,0 0 3 0,0 0 11 16,0 0-9-16,0 0 18 0,3 9-8 0,-3-9 6 16,0 0 1-16,0 0-8 0,0 0-2 15,0 0-2-15,0 0 4 0,0 0-10 0,18-15 6 0,-15 12 5 16,-3 3-4-16,4-8 1 0,-4 8 5 0,4-8 2 15,-4 8 0-15,3-9-10 0,-3 9-12 0,0-9 13 16,0 9 8-16,0 0-14 0,-2-10 0 0,2 10 5 16,0 0-2-16,0 0-4 0,-1-10-1 0,1 10 7 15,0 0-7-15,0 0-4 0,0 0 4 0,0 0-4 16,0 0 7-16,0 0-3 0,0 0 0 0,0 0-8 16,0 0 1-16,0 0-1 0,0 0 7 0,0 0 9 15,0 0-14-15,0 0 9 0,0 0-3 0,3 25-2 16,-3-25-7-16,7 2 11 0,-7-2-3 0,0 0 5 15,9 0-10-15,-9 0 8 0,0 0-2 0,0 0 2 16,0 0-6-16,0 0 3 0,0 0-4 0,0 0 2 16,0 0 2-16,0 0-3 0,0 0-2 0,0 0 1 15,0 0-4-15,-16-15 7 0,16 15-10 0,-9-2-1 16,9 2-3-16,0 0-13 0,-13 7-15 0,13-7-13 16,-9 5-8-16,7 2-16 0,-1-1-16 0,3-6-53 15,-3 9-159-15,3-9 70 0</inkml:trace>
  <inkml:trace contextRef="#ctx0" brushRef="#br0" timeOffset="83592.25">17935 12209 49 0,'-9'4'51'0,"9"-4"-6"0,0 0-7 0,-9 0 0 15,9 0-5-15,0 0-3 0,0 0-2 0,0 0-19 16,-10 0 13-16,10 0 9 0,0 0-3 0,0 0 0 16,0 0-1-16,0 0 0 0,0 0-8 0,0 0 13 15,0 0-8-15,0 0-4 0,0 0-5 0,-8 2 10 16,8-2-4-16,0 0 1 0,0 0 0 0,0 0-8 15,0 0 3-15,0 0-2 0,0 0 2 0,15-14-9 16,-6 9 5-16,2-1-2 0,8-2-3 0,0-2-3 16,8-2-1-16,3-2 11 0,7 0-11 0,9-8-1 15,2 3 1-15,-4-1 1 0,4-1-4 0,-1 1-3 16,7-3 9-16,-3-1 2 0,4 0-4 0,4-2-3 16,21-13-4-16,-24 13 2 0,3-1 4 0,22-11-4 15,-24 11 4-15,25-16-4 0,-26 14-4 0,21-13 9 0,-25 13-2 16,-1-3-4-16,2 3 5 0,2-3-7 15,1 0 2-15,-1 1 4 0,-4 1 1 0,1 4-2 16,-4 0 7-16,0 3 1 0,-3 1 11 0,-12 5-5 16,0 1-4-16,1-1-1 0,-4 2-5 0,3-1 0 0,-3 3 4 15,-2 0 0-15,0 0 5 0,-2 1-6 16,-1-1-6-16,1 2-3 0,-6 2 1 0,-2-1 4 16,0 2 0-16,-4-1-1 0,4 1 2 0,-8 1-1 15,2 0 1-15,-2 1-8 0,-2 2 1 0,-1 0 3 16,0 0 2-16,-2 0-14 0,-5 4-15 0,9-4-2 0,-9 4-16 15,5-3-5-15,-5 3-3 0,0 0-7 0,0 0-72 16,0 0-140-16,0 0 61 0</inkml:trace>
  <inkml:trace contextRef="#ctx0" brushRef="#br0" timeOffset="84845.8">19569 11382 35 0,'0'0'49'0,"0"0"3"0,32-7-4 16,-15 3-2-16,10-4-3 0,5-1-2 0,2 0-7 15,17-6-2-15,-1-1-1 0,5 2 2 0,-1-4-8 0,-1 0-2 16,0 0 9-16,0-2-5 0,4 2-2 15,1-2-9-15,1-1 2 0,-1 1 0 0,-4-3-4 16,2 3 12-16,-3-2-7 0,0 3-11 0,-6 0 13 16,-11 4 6-16,-2 0-3 0,3 1 0 0,-1-1-4 0,-5 3 10 15,1-2-7-15,0 3-3 0,-2-1-6 16,-3 2-3-16,-7 1 3 0,-1 2 0 0,-3 1-3 16,-3 1 0-16,-3 1-3 0,-2 2 3 0,-1-1-9 15,-1 1 9-15,-6 2-12 0,10-3 5 0,-10 3-4 16,8-3 5-16,-8 3-20 0,7-1-1 0,-7 1-5 0,0 0 0 15,0 0-12-15,0 0-8 0,0 0-12 0,0 0-10 16,0 0-60-16,0 0-133 0,-11 22 59 16</inkml:trace>
  <inkml:trace contextRef="#ctx0" brushRef="#br0" timeOffset="88825.88">18528 12033 45 0,'0'0'45'0,"0"0"-6"16,0 0-1-16,0 0-3 0,0 0 7 0,0 0-8 15,0 0 3-15,0 0-5 0,0 0 3 0,0 0 4 16,0 0-7-16,0 0-1 0,0 0 0 0,0 0-11 0,0 0 2 16,0 0 1-16,0 0-6 0,0 0-4 0,0 0-1 15,0 0 2-15,-10-16-2 0,10 16 7 16,0 0-2-16,0 0 0 0,0 0 7 0,0 0-1 16,-7-4-6-16,7 4 0 0,0 0-3 0,-5-5-2 0,5 5 7 15,0 0-9-15,-6-9-3 0,6 9-15 0,-7-5 19 16,7 5-5-16,-5-7-1 0,0 3 5 0,1-1-5 15,4 5 5-15,-10-6-11 0,5 2 5 16,-3 0 6-16,0-2-11 0,-1 2 6 0,-2-3-3 0,1-1 5 16,-3-1-21-16,-4 0 21 0,3-1-1 0,-1 0-5 15,0-2 10-15,-7-2-16 0,4 1 6 0,3 0 2 16,-3 1-5-16,1-1 0 0,1 0 3 0,-4-5-2 16,5 4 3-16,1 2 4 0,0-4-4 0,1 1 1 15,-1 0 0-15,1 1-2 0,3-3-4 0,-3 2 11 16,3-2-3-16,-4-5 1 0,0 0-6 0,4 5 5 15,1 1 2-15,-3-11-7 0,5 10-3 16,-5-6 14-16,3 5-4 0,1 1-3 0,-2 0 6 0,3 2-5 16,0 0 5-16,0-1-14 0,-2 1 7 0,2 1 2 15,1 3-4-15,1-1 7 0,0 1-11 0,-2-2 3 16,2 3 2-16,0-2-3 0,-1-3-3 0,2 3 6 16,-1 0 0-16,0 0 0 0,0 0 1 0,2 0-3 15,-2-1 7-15,1 2-13 0,3-1 6 0,-3-1 1 16,1 2 7-16,1-1-8 0,-2 0 5 0,3 2-8 15,-2-2 6-15,2 1 3 0,0-1-8 0,-2 2 6 16,2-2-7-16,-2 1 4 0,3 1-4 0,-1-3 1 16,1 2 2-16,-1 3 5 0,1-4-12 0,0 4 17 15,0-2-10-15,0 10 0 0,0-17-5 0,1 9 3 16,0 1 1-16,-1 7-2 0,0-13 12 0,1 4-9 16,-1 9 3-16,2-10-5 0,0 4 4 0,1-1 3 15,-3 7-1-15,4-9-4 0,-4 9 6 0,1-8-4 16,-1 8 1-16,0 0-5 0,4-5 0 0,-4 5 10 15,0 0-16-15,0 0 14 0,4-7-10 0,-4 7 7 16,0 0-7-16,6-6 9 0,-6 6-7 0,6-3-3 0,-6 3 12 16,7-4-9-16,-7 4-4 0,9-2 8 0,-9 2-9 15,0 0 8-15,11-1-4 0,-11 1 4 16,11-1-4-16,-11 1 0 0,12-3 3 0,-12 3-2 16,10 0 4-16,-10 0-1 0,7-1-2 0,-7 1 4 0,0 0-3 15,10-1-5-15,-10 1 4 0,0 0 3 16,0 0-9-16,10 1 11 0,-10-1-13 0,7 1 14 0,-7-1-5 15,0 0-14-15,7 3 6 0,-7-3-4 16,7 2 23-16,-7-2-11 0,0 0-1 0,9 2 5 0,-9-2-4 16,5 1-1-16,-5-1 2 0,0 0 4 15,8 4 5-15,-8-4-6 0,5 2-7 0,-5-2 6 16,7 4-6-16,-7-4 5 0,0 0 2 0,7 6-9 16,-7-6 1-16,0 0 7 0,5 3 0 0,-5-3-3 0,0 0 4 15,0 0-7-15,5 3-3 0,-5-3 15 16,0 0-12-16,5 4 1 0,-5-4 4 0,0 0-2 0,8 2 0 15,-8-2 4-15,0 0 6 0,7 4-2 0,-7-4-2 16,4 3 2-16,-4-3-3 0,0 0 2 0,8 3-10 16,-8-3 6-16,7 3-1 0,-7-3 6 0,8 4-2 15,-1-3-2-15,-7-1 3 0,12 4 2 0,-4-2-3 16,2 1-3-16,1 1-1 0,0 0 1 0,0 1-5 16,0-2 3-16,0 2-9 0,-1 0 14 0,1 1-6 15,0-2 0-15,1 0-2 0,-1 2 2 0,-1-1 6 16,-1 2-1-16,4-1-14 0,-4 2 12 0,1-1-7 15,0 1 3-15,-2-1 4 0,0 0-1 0,1 2 0 16,-2-2 2-16,0 1-1 0,0 1-3 0,0-1 3 16,2 1-1-16,-2 1-10 0,0 1 11 0,1 0-20 15,-2-1 33-15,3 1-21 0,-1-2 10 0,-2 3-9 16,-1 0 9-16,4-1 0 0,-3 0 1 0,2 2-11 16,0 0 7-16,1 2 0 0,-2-2-1 0,2 0-1 0,-1 1-2 15,1 0 4-15,-3-4 1 0,2 5-5 16,1-1 8-16,0 1-4 0,0 0 0 0,-4-4-4 15,5 3 4-15,-2 3-3 0,2 2 4 0,0-4-5 16,-1 2-1-16,-1 0 9 0,-2 0 0 0,-1 0-9 0,4 2 5 16,0 5-4-16,-2-5 2 0,-2-2-10 15,2 2 13-15,-2 0 2 0,3-2-6 0,-3 1 4 16,-1 2-8-16,5-2 7 0,-5 1-5 0,1-1 2 16,1 0-2-16,-2-1 8 0,4 1 0 0,-2 0-10 0,1-2 12 15,-1 3-9-15,-1-3 4 0,-1 1-2 0,4 0 9 16,-2 0-15-16,0-2 5 0,0 1-2 15,-1-2 5-15,0 3-3 0,-1-2 4 0,2 0-9 16,-2-2 5-16,0 2 5 0,1-1-1 0,0 3-3 0,-1-5 0 16,0 3-1-16,-2-2 5 0,1 1 4 0,1-1-10 15,-2 2-1-15,1 2 6 0,-1-1-8 0,1 0 5 16,-2-3 0-16,2-1 4 0,0 5-5 16,0 1 0-16,-1-2 4 0,1-1 0 0,0 2-12 0,-2-3 11 15,1 2-1-15,1 1-4 0,1-2-3 0,0 3 9 16,2-3-11-16,-2 4 8 0,1-3-6 0,-1 1 6 15,1 1-1-15,1 0 1 0,1 0 2 0,-1 0-9 16,1 0 8-16,0 1-4 0,1 0 11 0,1-2-11 16,4 5 3-16,-2-6-2 0,-1 1-6 0,1 1 7 15,1-4 6-15,0 2-2 0,-1-1-8 0,3-2 6 16,-1 2 6-16,0-2-8 0,1 0-8 0,0-1 9 16,0-1 0-16,0 0 3 0,0 2-1 0,-2-2-2 15,-2-3 3-15,4 3-3 0,-5-2 0 0,2-1 2 16,0 0-6-16,-1 1 10 0,3 2-9 0,-4-3 6 15,1 0-1-15,0 1 8 0,-2 0-10 0,1-1 0 16,0 1-2-16,-3-2 1 0,0 0 1 0,2 2 3 16,0-3-5-16,-1 2 3 0,-1-2 1 0,1 1-5 15,0-2 0-15,0 1 5 0,0 1 1 0,0 2-8 16,0-1 5-16,0 0 7 0,1 2-7 0,-2-5-1 16,1 0-5-16,-1 4 0 0,3-4 15 0,-1 4-4 15,0-3-10-15,3 2 5 0,-2-2-2 0,-1-1-2 16,-1 2 5-16,3-1-3 0,-1 1-5 0,1-2 9 15,-2 2-4-15,0-1 7 0,1 0-12 0,0 0 9 16,1 1 2-16,-2-2 2 0,1 0 0 0,2 2-3 0,-2 0-1 16,-1-2 5-16,2 2-12 0,-2-1-3 0,-1-1 7 15,1 1 3-15,2-3-18 0,1 4 11 16,-4-1 6-16,3 0 4 0,-1 0-4 0,0-2-9 16,0 3 11-16,0-3 2 0,0 2-5 0,0 0 4 0,3 1-9 15,-3-1 9-15,1 0 7 0,1-1-3 0,0 0-6 16,-4 0 1-16,5 0-4 0,-2-2 0 0,2 1 4 15,-1-1 3-15,-1 1-5 0,-3-1 8 16,4-1-8-16,-3 0-7 0,-2 2 4 0,1-1 7 16,1 0-9-16,-3 0 1 0,3-1-4 0,-1 1 12 0,-2 0-4 15,2-1 0-15,-7-2 0 0,11 5 2 0,-6-2-5 16,0 0 3-16,-5-3-1 0,11 5 6 16,-6-3-5-16,1 0 3 0,-6-2-7 0,10 7 2 15,-5-4 0-15,1 0 6 0,-1 0-5 0,-5-3 1 0,11 5-2 16,-5-1 5-16,2-2-6 0,-2 0 2 0,0 1 0 15,1-1-3-15,3 2 3 0,-4 0 2 0,3-2-4 16,2 2 5-16,-4-1-6 0,4 0 5 16,-2 1-7-16,-1-1 8 0,3-1-6 0,-1 2 1 15,1-1 2-15,0-1 4 0,0 0-1 0,3 0-1 0,-4 0-4 16,1 1-7-16,0 0 8 0,1-2 2 0,-3 0-1 16,-1 0 1-16,3-1 2 0,-5 1-1 0,-6-1 2 15,15 0-2-15,-9 1-7 0,-6-1 5 16,12 1 3-16,-4-1-6 0,-8 0 3 0,12 0-3 0,-12 0-1 15,12-1 7-15,-12 1-1 0,13 0-3 0,-13 0 0 16,12 0 1-16,-12 0-3 0,12 0 9 0,-12 0-13 16,13-1 17-16,-6 0-12 0,-7 1 2 0,14-1 0 15,-7 0 0-15,-7 1 3 0,18-3-3 0,-10 1 3 16,1 0-1-16,-1 2-1 0,0-3 2 0,-8 3-6 16,13-3 5-16,-8 1-4 0,-5 2 11 0,13-2-8 15,-7-1 0-15,-6 3-3 0,12-2 11 0,-6 0-12 16,-6 2 7-16,13-3-2 0,-6 1-5 0,-7 2-3 15,9-4 8-15,-9 4 0 0,8-3-2 0,-8 3-2 16,8-1-1-16,-8 1-1 0,8-3 4 0,-8 3 1 16,6-3 1-16,-6 3-4 0,0 0 7 0,9-4-4 15,-9 4 4-15,0 0-5 0,0 0 9 0,5-6-9 16,-5 6 8-16,0 0-4 0,0 0 5 0,0 0-4 16,5-3 6-16,-5 3-6 0,0 0 8 0,0 0-5 15,0 0-2-15,0 0-1 0,4-4 3 0,-4 4 0 16,0 0 4-16,0 0-13 0,0 0 3 0,0 0 0 15,0 0-2-15,3-9 5 0,-3 9-3 0,0 0 0 16,0 0 5-16,4-4-7 0,-4 4 3 0,0 0-1 16,0 0 1-16,0-10-4 0,0 10 9 0,0 0-10 15,1-11-2-15,-1 11 6 0,0 0 0 0,0-10-4 16,0 10 3-16,1-7 1 0,-1 7 1 0,0 0-5 16,3-11-1-16,-3 11 7 0,1-9 2 0,-1 9-8 15,0-9-3-15,0 9 1 0,0-9 7 0,0 9-8 16,0-12 7-16,0 12-7 0,0-14-1 0,0 8 0 15,0 6 1-15,0-15 0 0,0 7 3 0,-3-2-5 16,3 10 7-16,0-14-8 0,-2 4 2 0,2-1 8 16,0 1-12-16,-1 0-6 0,-2 0-5 0,2-1 4 15,-3 0-3-15,0-5 5 0,-1 0-4 0,0 0-3 16,-3 0 2-16,2-1 6 0,-3-1-3 0,-4-5-8 16,2 1 6-16,-4-1 0 0,0-1 5 0,1-2 8 15,-3 1-1-15,2-3-7 0,-4 1 9 0,0-1-13 0,1 0 4 16,-5-1 3-16,0 1 0 0,-5-12 1 15,5 10-1-15,-5-8-10 0,5 8 4 0,-9-10-3 16,2 1 6-16,0 0 0 0,7 10 0 0,-9-11 4 16,2 1-6-16,0 1 6 0,-4 0-2 0,4-3-2 0,-4 5 2 15,0-4 6-15,1 2-7 0,-3 0-1 0,1-1-2 16,-2-2 1-16,-1 1-2 0,4-7-3 16,-4 2 4-16,0-4-3 0,0 0 3 0,-13-21 0 15,16 21 5-15,1-2-5 0,1 0 6 0,-2-1-3 0,3 6-4 16,-1 0-1-16,1 5-11 0,-4 0-7 0,1 3-42 15,-2 2-84-15,-3 3 38 0</inkml:trace>
  <inkml:trace contextRef="#ctx0" brushRef="#br0" timeOffset="90479.86">19043 13396 4 0,'-12'3'5'16,"2"1"-3"-16,0 0 2 0,1 0 0 0,0-4 2 0,1 3 1 16,2 0 8-16,6-3 3 0,-12 1-5 15,6 1-1-15,6-2 4 0,-10 2 13 0,10-2-2 16,0 0 3-16,-12 0-8 0,12 0 6 0,0 0-6 16,0 0 4-16,-9-5-8 0,9 5 6 0,0 0-7 15,1-9 2-15,-1 9 1 0,0 0-2 0,13-17-5 0,-2 10 11 16,0-1-12-16,6-3 13 0,6-4-5 15,4-1 7-15,-1 0-7 0,6-1 6 0,4 1-17 16,10-7 1-16,1 1 4 0,1-2 0 0,8-1 3 16,0-2-3-16,0 0 9 0,29-12-5 0,-7-2-1 15,-19 14 0-15,26-12 2 0,-1-2 0 0,-4 5-1 16,-24 11 2-16,24-14 8 0,-23 11-8 0,-1 1 6 16,31-13 2-16,-7 2-4 0,-24 10-1 0,28-9 7 15,-26 11-2-15,25-10-5 0,-24 11-3 0,24-8 2 16,-26 10 6-16,-1-1 7 0,5-1-7 0,-3 4-3 15,-1-4 4-15,-2 2 0 0,-6 3 1 0,-14 4-2 16,0 1 5-16,-3 3-4 0,-3-3 0 0,-1 2 7 16,-10 5 1-16,0-2-3 0,-4 3 10 0,3 0-4 0,-8 1-2 15,-3 3 10-15,1-1-7 0,-7 4 3 16,11-8 7-16,-11 8-8 0,9-6 4 0,-9 6-12 16,0 0-2-16,7-4 0 0,-7 4-6 0,0 0-3 15,0 0-7-15,0 0 3 0,0 0-3 0,0 0-4 0,0 0 1 16,-19-15 0-16,19 15-1 0,0 0-5 15,-15-1-4-15,15 1-6 0,0 0-36 0,0 0-22 16,0 0-26-16,0 0-33 0,-19 9-34 0,14-4-133 16,5-5-309-16,0 0 136 0</inkml:trace>
  <inkml:trace contextRef="#ctx0" brushRef="#br0" timeOffset="92907.49">20240 13021 14 0,'0'0'19'0,"0"0"1"0,-6 3 14 15,6-3 2-15,0 0 6 0,0 0 3 16,0 0 4-16,0 0 6 0,0 0-3 0,0 0 4 0,0 0 6 16,0 0 6-16,0 0-14 0,0 0 18 0,0 0-5 15,0 0-2-15,0 0-3 0,-8-6-5 0,8 6 1 16,0 0 2-16,0 0-13 0,0 0-7 16,0 0-3-16,0 0-2 0,0 0-14 0,0 0 2 15,0 0-1-15,0 0-5 0,0 0 0 0,17 14 7 16,-10-12-9-16,2 4-4 0,2 2-2 0,1-2 6 0,2 5-4 15,4-1-1-15,0-3 0 0,3 2 9 0,3 3-12 16,3 0 17-16,-2 0-8 0,2-2-10 0,0 0-2 16,1 0-2-16,0 1 9 0,0-3-8 0,-1 1 0 15,-7-2 5-15,6 1-8 0,-8-1-15 0,0-2-26 16,-3 1-11-16,1 2-19 0,-5-3-23 0,-2 0-21 16,0 2-73-16,-5-1-204 0,0-5 91 0</inkml:trace>
  <inkml:trace contextRef="#ctx0" brushRef="#br0" timeOffset="93117.86">20612 12866 96 0,'-18'3'159'0,"-1"7"-20"0,-22 14-7 0,-15 6-14 16,-31 26-16-16,-17 10-9 0,-10 4-13 0,-12 8-39 16,-12 8-49-16,-5 4-80 0,-12-3-56 0,-7 1-156 15,-10-6 69-15</inkml:trace>
  <inkml:trace contextRef="#ctx0" brushRef="#br0" timeOffset="143281.84">19108 3062 11 0,'0'0'90'0,"0"0"1"0,0 0-12 15,0 0-15-15,0 0-1 0,0 0 1 0,0 0 0 16,0 0-5-16,0 0-3 0,0 0 6 0,0 0-3 15,0 0-5-15,0 0 0 0,0 0 0 0,0 0-3 16,0 0 4-16,0 0 1 0,-6-3 1 0,6 3 5 16,0 0-3-16,0 0 8 0,0 0 2 0,0 0-9 15,0 0-7-15,0 0 0 0,0 0 9 0,0 0-15 16,-4-10-2-16,4 10 0 0,0 0-6 0,-3-11-4 16,3 11-3-16,-4-5 1 0,4 5 1 0,-4-6-2 15,4 6 2-15,-2-8 9 0,2 8-13 0,0 0 1 16,-3-6-1-16,3 6 0 0,0 0-2 0,0 0-7 15,-1-10-3-15,1 10 3 0,0 0 2 0,0 0-6 16,0 0-5-16,0 0-4 0,0 0-3 0,0 0-1 16,0 0-1-16,0 0-3 0,0 0 0 0,0 0 2 15,0 24 1-15,1-12-5 0,1 4 5 0,-1-1-3 16,0 2 5-16,0 1-5 0,-1-2 3 0,3 4-2 16,-2-2-24-16,-1-2-2 0,3 1 9 0,-2-2 0 15,2-1 0-15,-2 2 4 0,0-4 1 0,2-1 0 16,-3 0 3-16,0-1 2 0,2 0-5 0,-2-3 1 15,2 0 4-15,-1-1 4 0,-1-6 0 0,0 10 4 16,0-10-4-16,1 9-1 0,-1-9 0 16,0 7 3-16,0-7 0 0,0 0 0 0,0 0 3 0,3 9 2 15,-3-9-5-15,0 0 6 0,0 0-14 16,0 0-26-16,0 0-22 0,0 0-26 0,0 0-28 16,0 0-47-16,-13 0-132 0,13 0-311 0,0 0 138 0</inkml:trace>
  <inkml:trace contextRef="#ctx0" brushRef="#br0" timeOffset="143798.13">19353 2975 5 0,'22'19'119'0,"-13"-10"-7"0,4 3 0 0,0 1-7 16,-7 2-3-16,2 1-16 0,1 0 5 15,-6 4 0-15,4-4-10 0,-5 3-8 0,6 0-8 16,-6-3-4-16,2 1-4 0,-2-1-9 0,-2 0-3 16,0-3-4-16,0-13-4 0,-2 22-3 0,1-11-4 15,-2 1 0-15,3-12 0 0,-10 22-2 0,5-11-3 16,-4 1-2-16,-1-1-7 0,-4 3-23 0,0-4-19 16,-1 1-19-16,-1-2-32 0,1 1-26 0,1-3-24 15,1 0-67-15,-2-1-210 0,1-3 93 0</inkml:trace>
  <inkml:trace contextRef="#ctx0" brushRef="#br0" timeOffset="144049.01">18705 3087 65 0,'-7'10'119'0,"3"0"-4"16,0 6-2-16,-1 2-8 0,-3 0-14 0,3 1-9 15,3 5 1-15,-1-5-6 0,4 6-5 0,-2-9-6 16,0 5-6-16,1-3-5 0,1 0-7 0,0-3 0 16,3 2-4-16,-1 0-28 0,2-6-30 0,2 4-33 15,1-6-22-15,-1 3-120 0,1-2-203 0,0-2 90 16</inkml:trace>
  <inkml:trace contextRef="#ctx0" brushRef="#br0" timeOffset="144277.87">18997 2910 194 0,'0'0'187'16,"0"0"-9"-16,0 0-20 0,0 0-18 0,-2-9-13 16,2 9-14-16,0 0-14 0,0 0-16 0,0 0-32 15,0 0-43-15,0 0-46 0,0 0-38 0,0 0-41 0,0 0-68 16,0 0-200-16,0 0 89 0</inkml:trace>
  <inkml:trace contextRef="#ctx0" brushRef="#br0" timeOffset="189728.87">20193 2952 41 0,'0'0'91'0,"0"0"-7"0,0 0-1 15,4-6 12-15,-4 6-31 0,0 0 10 0,0 0-11 16,0 0 3-16,0 0-9 0,0 0 1 0,0 0-2 16,0 0 1-16,0 0-14 0,0 0 10 15,0 0-4-15,0 0 1 0,0 0-6 0,0 0 0 16,0 0 3-16,0 0 4 0,0 0-5 0,0 0-1 0,0 0 0 15,0 0-2-15,0 0-6 0,0 0 9 0,0 0-9 16,0 0-2-16,0 0-2 0,0 0-1 0,0 0-4 16,0 0 1-16,0 0-11 0,0 0 0 15,0 0-2-15,0 0-2 0,0 0 3 0,0 0 1 16,0 0-10-16,0 0 3 0,-14-12-1 0,14 12 0 16,0 0-8-16,-13 2 5 0,13-2-7 0,-15 0 3 0,15 0-3 15,-14 1 2-15,2 1 4 0,1 1-2 0,0-2-1 16,0 2-4-16,-3 0 10 0,1 0-6 0,-1 0 0 15,4 2-7-15,-3-1 6 0,3-1-3 0,1-3-3 16,-3 4 1-16,3 0 3 0,2 5 0 16,0-5-11-16,2 2 14 0,-2 1-3 0,1 2-3 15,0-2-1-15,3 0 0 0,1 1 1 0,-1 2 5 16,2-3-1-16,1-7-1 0,1 17 5 0,0-6-2 16,3-3 2-16,0 2-2 0,4-3 3 0,-2 0 0 0,3 1-2 15,1-1 9-15,2 1-11 0,1-2 0 16,0-2 2-16,3 0 3 0,-2-1-3 0,4 1-1 15,-4-1-5-15,4 0 9 0,-5 0-9 0,1-3 4 16,-3 0-1-16,1 0-1 0,1 0 1 0,-3 2 1 16,0-4 1-16,0 2 2 0,-10 0-5 0,12-2 4 15,-12 2-6-15,9 0 3 0,-9 0-1 0,7 2 1 16,-7-2 2-16,0 0 2 0,0 0 1 0,0 0 1 16,8-3 0-16,-8 3-2 0,0 0-3 0,0 0 4 15,0 0-6-15,0 0 0 0,0 0 0 0,-28 1-1 16,18-1 2-16,-3 2-1 0,2 2 1 0,-1 0 1 15,-1 1 0-15,-1 2-1 0,-2 0-1 0,4-1 3 16,-1 1-5-16,-1 3 7 0,3-3-6 0,-3 3 5 16,3-2 1-16,1 0-2 0,0-1 3 0,2 3 5 0,1-2-3 15,-1 1 0-15,2-3-5 0,2 4 6 16,-1-2 0-16,3-1 2 0,0-2-3 0,2-5 3 16,-2 12-1-16,2-12 6 0,4 12 2 0,-1-7 0 15,2 0-3-15,2 1 1 0,3-1 1 0,-3-2 0 16,4 0-1-16,1-3-7 0,2 3-4 0,0-3-9 15,4 1-11-15,-2-1-19 0,2-2-17 0,2 0-27 16,-2-1-26-16,2 1-37 0,1-3-28 16,-3 0-111-16,3 0-302 0,0-2 134 0</inkml:trace>
  <inkml:trace contextRef="#ctx0" brushRef="#br0" timeOffset="190456.97">20509 2953 166 0,'0'0'202'0,"0"0"-12"0,-2-12-12 0,2 12-12 15,0 0-13-15,0 0-17 0,0-8-12 16,0 8-17-16,0 0-11 0,0 0-6 0,0 0-3 15,0 0-7-15,0 0-3 0,4 26-7 0,-4-14-2 16,1 8-6-16,-2-1-2 0,0 5-6 0,1-3-4 16,-1-2-3-16,-1 5 5 0,1-5-6 0,0 1-3 15,-1-2-3-15,1-2 2 0,1 1-6 0,-1-1-4 16,1-5-4-16,-1 1-2 0,-1-1-2 0,4 0-2 16,-2-1-2-16,-2 0 2 0,4-1-2 0,-2-9-7 15,-2 13-11-15,2-8-14 0,-1 2-21 0,1-7-18 16,0 0-22-16,-2 12-17 0,2-12-29 0,0 0-27 15,-3 5-34-15,3-5-159 0,0 0-365 0,0 0 162 16</inkml:trace>
  <inkml:trace contextRef="#ctx0" brushRef="#br0" timeOffset="190890.29">20471 2985 54 0,'4'-10'165'0,"2"-1"-6"0,0 0-11 0,0 4 5 15,4-3-8-15,1 3-11 0,-1 1-1 0,3-1-30 16,-3 2-5-16,4 3-5 0,-1-1-9 0,0 1-7 16,-1 2-13-16,1 1 1 0,1 3-10 0,-4-1-7 15,1 2-3-15,-3 3-4 0,2 1-4 0,-5 0-3 16,-1 4-1-16,-2 0-4 0,-1 3-2 0,-2 0-1 16,-3 2 0-16,0-1-5 0,-2-4 2 0,-2 3-4 15,1-2-2-15,-1-4-3 0,0 0 3 0,3 0-2 16,0-3-2-16,-1-2 1 0,6-5-6 15,-8 12-1-15,8-12 2 0,-6 9-4 0,6-9 2 16,0 0 0-16,-3 7-2 0,3-7 2 0,0 0 0 16,0 0-2-16,12 10-4 0,-5-7 1 0,1 0 2 15,3 1-1-15,0-2 2 0,0 2-5 0,2 0 0 0,0 2 3 16,-3-2-3-16,0 2-2 0,2 0 7 16,-3 2-3-16,0 0-4 0,-4-4 1 0,4 3 2 15,-6-1-1-15,1 5 1 0,-1-3 1 0,-3 3 3 16,-3-3-6-16,-2 2 4 0,-1-1 1 0,-4-2-1 15,1 1-1-15,-7 0 1 0,1-1 1 0,-3 2 1 16,1-5 1-16,-2 1-7 0,1-1-4 0,0-1-4 16,4 0-6-16,-3-3-9 0,2-2-20 0,3 1-8 15,0-1-27-15,12 2-26 0,-18-7-25 0,12 3-32 16,6 4-126-16,-8-10-312 0,8 10 138 0</inkml:trace>
  <inkml:trace contextRef="#ctx0" brushRef="#br0" timeOffset="191215.97">21071 3151 15 0,'0'0'206'15,"0"0"-7"-15,0 0-6 0,0 0-11 0,0 0-13 16,0 0-18-16,0 0-11 0,0 0-13 0,0 0-12 15,0 0-10-15,0 0-10 0,0 0-2 0,9 6-13 0,2-6-3 16,1 2 0-16,3-1-4 0,-2-1 0 16,6 2-8-16,-2-4-7 0,-2 2-4 0,-2-1-4 15,0 2 2-15,-13-1-6 0,16-1 6 0,-16 1-2 16,14 0 1-16,-14 0 0 0,0 0-2 0,16 1-3 16,-16-1-4-16,0 0-1 0,10-1-4 0,-10 1-2 15,0 0 0-15,0 0-7 0,0 0 1 0,0 0-3 16,0 0-13-16,11-3-24 0,-11 3-20 0,0 0-46 15,0 0-43-15,0 0-55 0,0 0-62 0,0 0-169 16,0 0-438-16,0 0 194 0</inkml:trace>
  <inkml:trace contextRef="#ctx0" brushRef="#br0" timeOffset="191979.51">21681 3075 6 0,'0'0'43'0,"0"0"0"16,0 0-5-16,0 0-1 0,0 0 1 0,0 0 1 15,0 0 6-15,0 0-2 0,0 0 10 0,0 0 1 16,0 0-2-16,0 0 4 0,0 0 12 0,0 0-4 15,0 0 5-15,0 0 2 0,0 0-2 0,0 0 13 16,0 0-6-16,0 0 0 0,0 0 2 0,0 0 6 16,0 0-11-16,0 0 2 0,0 0-4 0,0 0-5 15,0 0-5-15,0 0-9 0,0 0 0 0,0 0-7 16,0 0-4-16,0 0-6 0,0 0 2 0,0 0-7 16,-16-6-7-16,16 6-1 0,0 0-1 0,-10-1 0 15,10 1 4-15,0 0-1 0,-10-2 2 0,10 2 2 16,-7-4 2-16,7 4 7 0,0 0 1 0,0 0 1 15,-11-2-1-15,11 2 0 0,0 0 1 0,-9-3 3 16,9 3 1-16,0 0 6 0,0 0 2 0,-8-4 0 16,8 4 2-16,0 0-6 0,0 0-4 0,0 0-9 15,0 0-3-15,0 0-2 0,0 0-4 16,26-12-5-16,-11 5 0 0,-3 3-2 0,8-1-5 0,2 0 1 16,-3 2-1-16,3 0-4 0,-3-1-3 0,-2 1 5 15,-5 1-3-15,1-1 2 0,-1 1-6 0,-1 0 2 16,-5 0-17-16,-6 2-14 0,12 0-18 0,-12 0-14 15,11 0-30-15,-11 0-28 0,0 0-27 0,11 0-23 16,-11 0-27-16,0 0-19 0,0 0-119 0,0 0-356 16,0 0 159-16</inkml:trace>
  <inkml:trace contextRef="#ctx0" brushRef="#br0" timeOffset="192236.94">21678 3010 120 0,'0'0'168'0,"0"0"0"0,0 0-11 16,-8 3-11-16,8-3-13 0,0 0-9 16,0 0-6-16,-2 7 6 0,2-7-3 0,-3 16 2 15,-1-6 2-15,2 6-9 0,-1 2-8 0,3-2-13 0,-1 4-5 16,0-1 1-16,-1 8 2 0,0-8-14 0,1 7-3 16,-1-6 2-16,2-1-6 0,-1 6-9 0,-2-8-5 15,1 0-4-15,2-2-12 0,-1 3 6 0,-2-3-7 16,-1 2-2-16,2-5-2 0,1 1-6 15,-2-1-2-15,0 0-5 0,-1-3-19 0,2 2-21 16,-1-3-23-16,1 0-25 0,-3 0-38 0,5-8-30 16,-8 11-67-16,3-7-209 0,1-1-441 0,4-3 195 15</inkml:trace>
  <inkml:trace contextRef="#ctx0" brushRef="#br0" timeOffset="192421.84">21620 3291 154 0,'0'0'175'0,"10"-3"-4"0,-3-1-11 0,3 3-7 16,2-3-18-16,7 0-9 0,-1 1-15 0,2 1-13 16,1-1-14-16,-2 2-43 0,0 0-67 0,-1-2-92 15,-8 1-93-15,1 1-228 0,-11 1 100 0</inkml:trace>
  <inkml:trace contextRef="#ctx0" brushRef="#br0" timeOffset="192806.78">21899 3214 194 0,'0'0'240'0,"7"-3"-20"0,-7 3-14 16,0 0-16-16,0 0-17 0,0 0-19 0,0 0-16 16,0 0-8-16,0 0-13 0,0 0-15 0,-13 18-9 15,5-10-6-15,0 1-12 0,2-2-7 0,0 5-2 16,-3 2-10-16,0-4-3 0,4 2-6 0,-1-3-4 16,1 0-6-16,3 0-2 0,0 1-3 15,1-2-1-15,1-1-5 0,4 3-3 0,-1-3 4 16,2-2-1-16,0 0-1 0,4 0-2 0,1-1 1 15,0-1-3-15,3 0 2 0,1-2-4 0,0-2 0 16,-2 1-2-16,4-6 6 0,-4 4 5 0,1-3-3 0,-2-2 2 16,1 1 4-16,-3 0 1 0,1-5-4 0,-5 3-8 15,1-2 1-15,-2 0-4 0,-3-3 2 16,-2 2-7-16,-1-5-1 0,-4 4-12 0,1 0-9 16,-2-2-8-16,-1 2-18 0,2 5-22 0,-2-1-22 15,-1 1-41-15,1 1-51 0,8 6-41 0,-13-8-195 16,13 8-441-16,-15 3 195 0</inkml:trace>
  <inkml:trace contextRef="#ctx0" brushRef="#br0" timeOffset="193187.46">22030 3451 205 0,'12'-4'220'0,"-12"4"-2"0,12-6-10 16,-3 2-11-16,0-3-10 0,0 0-17 0,0 1-13 15,-1-4-9-15,1 1-6 0,-1-2-8 0,1 2-11 16,1-4-8-16,-2-3-8 0,1 4-13 0,-3-2-8 16,1-2-7-16,-4 4-11 0,-1 0-7 0,-1 2-1 15,-1-1-5-15,-1-1-8 0,-1 1-7 0,-1 2 0 16,-1 0-5-16,-2 2-5 0,0 0-2 0,1-2-5 16,1 6-5-16,4 3-4 0,-7-8 2 0,7 8-2 15,-5-6-5-15,5 6-1 0,0 0-2 0,0 0-1 16,0 0-2-16,0 0 4 0,0 0-6 0,0 0 5 15,0 0-4-15,0 0 3 0,24 6-2 0,-11-2 3 16,-2 0-6-16,1 1-1 0,-1-1-1 0,-1 3 3 16,1-4-5-16,0 3 3 0,-3 3-1 0,1-2 1 15,-2 0 0-15,-2 2 0 0,-1-1 2 0,1 2 1 16,-2 2 0-16,-2-2 1 0,1 3 2 0,-4-3-4 16,1 2-19-16,1 0-16 0,-3-2-16 0,1 2-26 15,-2-1-26-15,0-1-39 0,0-3-42 0,2 3-34 16,-2-4-181-16,4-6-429 0,-5 14 191 15</inkml:trace>
  <inkml:trace contextRef="#ctx0" brushRef="#br0" timeOffset="193657.37">22398 3271 70 0,'0'0'214'0,"2"-7"-10"0,-2 7-17 0,0 0-15 16,0 0-19-16,0 0-11 0,0 0-12 0,0 0-12 15,0 0-8-15,0 0 4 0,0 0-13 0,0 0-3 0,-6 28-13 16,7-18-1-16,0-1-10 0,2 0-6 0,-1-2-5 16,5 3 2-16,-4-3-7 0,4 0-6 0,-2-2-3 15,3 0 3-15,-1 0-3 0,2-2-1 16,0 0-1-16,3-2-3 0,-2 1-4 0,0-2 0 16,0 0-3-16,-2 0-4 0,-8 0-3 0,13-3-3 15,-7 1-2-15,1-2-4 0,-4 1 3 0,-3 3-5 16,7-12-1-16,-5 7-4 0,0-2 0 0,0 1-2 15,-2 6 0-15,2-9-4 0,-2 9-1 0,2-7-3 16,-2 7-2-16,0 0-2 0,2-9-1 0,-2 9-4 16,0 0 2-16,0 0 2 0,0 0-3 0,0 0 1 15,0 0 2-15,0 0 1 0,0 0 1 0,-2 26-4 16,2-26 0-16,4 12 1 0,-3-9 3 0,3 3-1 16,-4-6 0-16,5 8 0 0,-5-8-2 0,8 3 2 15,-3-3 0-15,-5 0 5 0,14 0-5 0,-14 0 2 16,14-3 0-16,-7 1-2 0,1-2 2 0,-1-1 1 15,-3-1 1-15,-1 1 0 0,1-4 1 0,-2 0-3 16,-2 0 1-16,0-3-5 0,-3 2 3 0,-2 0 0 16,1-2-2-16,-2 1-3 0,-2 0-6 0,-1 1-13 15,1 1-10-15,1 0-13 0,-1 3-20 0,-2-1-27 16,3 4-38-16,1-1-43 0,-3 2-45 16,9 2-155-16,0 0-406 0,-19 2 180 0</inkml:trace>
  <inkml:trace contextRef="#ctx0" brushRef="#br0" timeOffset="194247.43">22780 3202 132 0,'0'0'236'0,"2"-7"-7"16,-2 7-16-16,0 0-10 0,-1-8-9 0,1 8-13 16,0 0-17-16,-10-5-12 0,10 5-13 15,0 0-18-15,0 0-11 0,-17 7-10 0,11-1-11 16,-3 0-9-16,4 2-8 0,-2 0-6 0,3 0-12 0,0 1-2 15,2 0-4-15,1 1-5 0,1-1-3 0,0-9-7 16,2 13 1-16,1-5-4 0,1 0 3 0,2-3-4 16,-2 0-5-16,2-1-2 0,4 1 1 15,1-4-5-15,0 1-2 0,-1-2-1 0,1-2-1 16,1-1-2-16,-1 2 7 0,-1-4-8 0,1 1 2 16,-6-2-3-16,2 3-1 0,-1-4-1 0,-2 2-5 15,4-3 7-15,-4 3-2 0,1-4-3 0,-1 1 1 16,-2 2-1-16,-2 6-2 0,3-11-1 0,-3 11 4 0,2-7-3 15,-2 7-3-15,4-6 1 0,-4 6-2 16,0 0-5-16,4-5 3 0,-4 5-2 0,0 0 2 16,0 0-5-16,0 0 3 0,0 0 2 0,-4 24 1 15,4-24-1-15,0 12 3 0,1-4-2 0,1 0-2 16,-2-8 4-16,1 13-1 0,0-7 4 0,-1-6-1 16,7 9 1-16,-4-3 4 0,4-3 0 0,-2-1-7 15,4 2 5-15,2-3-2 0,0 1 1 0,-1-4 1 16,-1 2 3-16,-9 0-2 0,14-3 0 0,-8-1 0 15,2 1-2-15,-6-1-1 0,2-2 2 0,0 1 0 16,-1-1 1-16,-1-2-4 0,0 1 2 0,-2 7 0 16,2-14 0-16,-1 7-4 0,1-4 2 0,-2 5 1 15,0 6-3-15,-2-12 0 0,2 12-1 0,0-10 1 16,0 10-2-16,3-7-1 0,-3 7-2 0,0 0-2 16,4-7-1-16,-4 7-5 0,0 0 5 0,0 0-1 15,0 0 3-15,0 0 1 0,10 16 1 0,-10-9 2 16,1-1-1-16,1 4 1 0,-1-4 0 0,0 0 0 15,0 3-1-15,2-4 3 0,-3 4-8 0,3 0-16 16,-2-2-16-16,1-1-10 0,2 1-25 0,-1 0-29 16,-3-7-27-16,7 9-48 0,-2-5-35 0,1 0-169 15,-1 0-414-15,-5-4 183 0</inkml:trace>
  <inkml:trace contextRef="#ctx0" brushRef="#br0" timeOffset="194642.92">23346 3224 160 0,'1'-7'204'0,"-1"7"-7"0,0-11-16 16,0 11-14-16,-5-11-8 0,2 5-8 0,3 6-10 16,-11-7-7-16,5 6-15 0,-2-2-10 15,-2 3-14-15,-4 3-5 0,-2 1-8 0,0 3-12 16,1-1-4-16,2 2-10 0,4 0-5 0,-3-1-6 0,4 3 1 16,1-2-10-16,2 2-2 0,1 0-3 0,1-2-1 15,2-1-4-15,1 1 4 0,0-8-6 0,5 14-3 16,-1-8 0-16,2 2-1 0,3-3-3 15,3-3-1-15,-1 1 0 0,2-2-2 0,0-1-4 16,-2-1 1-16,2-2 3 0,-1 0-7 0,-1-3 3 16,-1 0-1-16,1-2-2 0,-5-1 0 0,1-1-1 15,1-5-1-15,-1-2 2 0,-3 2-3 0,-1-4-1 0,1-1-1 16,-1 1 2-16,-1-10-3 0,-1 5 4 16,-1-2-3-16,-1 1 8 0,1 6 8 0,0 2-1 15,-1 2 17-15,0 3 12 0,-1 1 0 0,-1 3-8 16,0 2 6-16,3 6-7 0,-1-9-3 0,1 9-8 15,0 0-7-15,0 0-1 0,0 0-4 0,0 0-3 16,0 0 3-16,0 0-4 0,-9 32-7 0,8-16 8 16,-2 1-1-16,3 1-7 0,-1 2-1 0,2-3-22 15,2 4-16-15,-1-3-31 0,2 1-34 0,0-2-54 16,3 0-63-16,0-1-223 0,-1-1-476 0,1-4 210 16</inkml:trace>
  <inkml:trace contextRef="#ctx0" brushRef="#br0" timeOffset="195069.34">23636 3117 2125 0,'0'-25'43'15,"-1"-1"-27"-15,-1 7 8 0,2 2 12 0,0 6 2 16,-1 0 15-16,0 1-4 0,2 3 3 0,-1 7-2 16,1-13-3-16,-1 13-8 0,-1-8-7 0,1 8-6 15,0 0-3-15,0 0-4 0,0 0-2 0,0 0 1 16,0 0-5-16,4 43 5 0,-2-18-4 15,0 2 4-15,-1-3-3 0,0-4 2 0,0-1-4 0,1 0-1 16,-1-2 2-16,-2-5-3 0,1 1 0 0,1-2 0 16,-2-2-1-16,1-1 0 0,0-8 4 15,0 12 0-15,0-12 10 0,-2 8 14 0,2-8 14 0,0 0 12 16,0 0 2-16,0 0-6 0,0 0-7 0,0 0-7 16,0 0-5-16,0 0 7 0,0 0-17 0,0 0-2 15,15-30 0-15,-10 21-6 0,4 2-2 16,-2-2-9-16,2 2 2 0,0 1-6 0,1-1-2 15,-2 4-3-15,2 1 0 0,2 1-1 0,-1 2-1 16,0 1-2-16,-1 1-2 0,-1 4-1 0,-1 0 1 16,-1 0-3-16,-4 1 1 0,0 1 1 0,0 0-1 0,-3 1 2 15,-1 0 0-15,-3 0 5 0,-1 1-3 0,-3-2 3 16,0-1 0-16,-1-1-3 0,-6 2-1 16,0-1-12-16,-2-5-10 0,1 1-11 0,2-4-21 0,1 0-20 15,0 0-28-15,13 0-31 0,-21-3-26 16,14-1-47-16,2 1-44 0,1-3-164 0,4 6-451 15,-5-17 199-15</inkml:trace>
  <inkml:trace contextRef="#ctx0" brushRef="#br0" timeOffset="195260.34">23954 3102 211 0,'0'0'216'0,"0"0"-19"0,8-3-25 0,-8 3-15 16,0 0-18-16,0 0-15 0,0 0-8 0,5 7-10 15,-2-2-5-15,-2 3-5 0,0 0-7 0,-1 2-9 16,0-1-6-16,1 1-9 0,1-1-3 0,1 4-13 16,-1-4-28-16,1 2-21 0,0 1-31 0,1-3-38 15,0 0-57-15,0-3-45 0,-1 2-109 0,-3-8-303 16,7 7 134-16</inkml:trace>
  <inkml:trace contextRef="#ctx0" brushRef="#br0" timeOffset="195408.91">23972 2888 90 0,'0'0'103'16,"-5"-6"-14"-16,5 6-25 0,0 0-29 0,0 0-48 16,0 0-49-16,-3 18-66 0,3-18 29 0</inkml:trace>
  <inkml:trace contextRef="#ctx0" brushRef="#br0" timeOffset="196691.63">24276 3065 182 0,'0'0'226'0,"0"0"-13"16,0 0-15-16,0 0-11 0,0 0-13 0,0 0-3 16,0 0-11-16,0 0-16 0,0 0-12 0,0 0-11 15,-24 12-3-15,11-2-8 0,-2 1-14 0,-4 0-8 16,1 1-11-16,-4 2-6 0,7 0-4 0,1-3-10 15,3-1-7-15,2 3-1 0,3-4-7 0,2 1-2 16,0-1-8-16,4 0 5 0,-1-1-12 0,1-8 2 16,5 11-4-16,0-5-2 0,2-2-3 15,-1-1-3-15,6 0-3 0,-2-1-3 0,0-2-6 0,2-2-2 16,-1 0-1-16,-1-1-1 0,3-1 6 0,-3-1-7 16,2 0 3-16,-5-2 1 0,2-2 1 0,-2 0-3 15,2 0-3-15,-3-1 4 0,-1-1-2 0,0-4 3 16,-1 5-2-16,-2-3 2 0,1 4 0 0,1-1 0 15,-1 1-3-15,-3 3 2 0,0 6-1 0,2-10-2 16,-2 10-3-16,3-5-2 0,-3 5-5 0,0 0 6 16,0 0-5-16,0 0 7 0,0 0-2 0,0 0 0 15,0 0 1-15,-4 23-1 0,4-23-2 0,-3 16 9 16,3-8-2-16,0-8-1 0,0 14 4 0,0-9-5 16,0-5 3-16,3 14 0 0,-1-10 3 0,2 1-1 15,1-3 3-15,-5-2-2 0,11 7 1 0,1-7-1 16,-3-3 2-16,3 2-2 0,1-2-4 0,-3 1 4 15,4-3-5-15,-3 1 2 0,0-2-4 0,1-2 3 16,-3-1-4-16,0 0 1 0,2 0 0 16,-5-3 4-16,2 4 0 0,-2-3 1 0,3-6-1 15,-7 2-3-15,4 4-1 0,-1 1 0 0,-3-1 0 16,1 3 4-16,-3 3-2 0,0 5 3 0,4-11-5 0,-4 11-1 16,1-6-6-16,-1 6-2 0,0 0 2 0,0 0 0 15,0 0 2-15,0 0 3 0,-9 22-1 16,5-11 0-16,2-1 5 0,-1 1 2 0,0 1-5 15,2 3 2-15,-1 1-2 0,0-2 2 0,4 1-3 16,3 2 6-16,-1-2-2 0,-2 1 2 0,3 0 2 16,-1 0-1-16,-1-5 0 0,3 0 0 0,-2 0-1 15,0-1 3-15,0 0-3 0,-3-3-3 0,0 0-11 16,-1-7-3-16,-1 11-8 0,1-11-5 0,-3 8-8 16,3-8-10-16,-6 6-2 0,6-6-5 0,-14 2 8 15,6-3 5-15,8 1 5 0,0 0 1 0,-16-5 5 16,16 5 3-16,-8-4 5 0,8 4 7 0,-5-7 4 15,5 7 3-15,-1-8 0 0,1 8-1 0,7-11 1 16,-1 6 7-16,3-2-7 0,0 0 3 0,8-1 3 16,0-1 0-16,1 2 0 0,-2-5 7 0,2 5-5 15,-1-2 1-15,-2 3 8 0,2-1 0 16,-5 1 4-16,1-3 9 0,-1 1 4 0,-3 0-1 0,0 0 5 16,-2-1-4-16,1 1-4 0,-2-1 1 0,-1 2-1 15,-2 0 4-15,1-3 0 0,0 5 4 0,-4-4-2 16,2 1-1-16,-2 8 1 0,-2-12-7 0,2 12 3 15,0-10-5-15,0 10-5 0,-7-6-3 0,7 6-1 16,0 0-5-16,0 0 4 0,-23 13-6 0,13-5 3 16,-3 4-5-16,3-2 2 0,0 2 3 0,3-1-4 15,-3 2 0-15,3-2 0 0,3-1 4 16,0 3-3-16,0-2-3 0,5-2-14 0,2 0-16 16,-1 0-8-16,4 0-17 0,1-3-14 0,2 2-13 0,1-1-10 15,4-3-16-15,5 3 0 0,1-3-15 0,0-1 9 16,1-1 1-16,2 0 17 0,-3-2 10 0,1-2 14 15,0-1 11-15,-3-1 17 0,2-1 17 16,-3 0 19-16,-1 0 9 0,-5 0 16 0,1-3 13 16,-3 2 9-16,3-3 9 0,-5 1 7 0,-1-2 10 15,1 1-3-15,-1-2-4 0,-4 2 2 0,1-1 11 16,-2 4 0-16,0-1-3 0,-1 7-8 0,-3-13-3 16,-3 9-6-16,6 4-7 0,-11-9-4 0,5 8-5 15,-1-1-1-15,7 2-7 0,-24 6-3 0,10-2 0 16,0 4-8-16,0-3 9 0,3 3-8 0,1 0-4 0,-1 1 2 15,5 1 0-15,-2-3 0 0,3 3-8 16,3-1 2-16,-1-2 3 0,1 2-2 0,5 0-1 16,1-4 0-16,0 0 5 0,3 2-7 0,1-3 6 15,3-1-6-15,2-1 6 0,1-1-4 0,3-2 1 16,1-1-4-16,-5-2 6 0,1-1-8 0,0-1 2 16,-2-2 4-16,3 1-3 0,-6-2 0 0,4-5-1 15,-5-2 4-15,1 0-3 0,1 1 1 0,-5-2-3 16,3-2 4-16,-3-11 1 0,1 1 0 0,-3 3 4 15,1-2 6-15,-3 2 0 0,0 6 5 0,2 4 10 16,-3-1 12-16,0 6 5 0,0-1 3 0,-3 4 4 16,3 8-5-16,3-13-7 0,-3 13-8 15,0-7-1-15,0 7-17 0,0 0 1 0,0 0 5 0,0 0-6 16,-10 26-3-16,6-9-6 0,-1 2-1 0,-1 7 3 16,0 4-1-16,3-1-1 0,3 2-20 15,0-4-18-15,1 0-31 0,0 2-35 0,0-3-38 0,-1 1-44 16,0-1-54-16,-5-2-210 0,-3-6-474 0,-3-2 210 15</inkml:trace>
  <inkml:trace contextRef="#ctx0" brushRef="#br0" timeOffset="197329.54">18919 3989 160 0,'0'0'231'0,"0"0"-15"0,0-9-7 16,0 9-12-16,0 0-12 0,-4-5 8 0,4 5-16 16,0 0-23-16,0 0-13 0,0 0-17 0,0 0-5 15,-8 18-10-15,6-6-10 0,-1 4-8 0,-2 2-12 16,-1 0-4-16,2 0-6 0,0 2-8 0,1-4-4 16,2 2-9-16,1 0-1 0,-1-2-11 0,0-1-22 15,-1-4-17-15,5 3-22 0,-3-2-25 0,1-2-29 16,0 1-26-16,-1-11-39 0,3 14-37 0,-2-9-23 15,-1-5-146-15,2 6-380 0,-2-6 169 0</inkml:trace>
  <inkml:trace contextRef="#ctx0" brushRef="#br0" timeOffset="197517.68">19026 4004 167 0,'5'-8'229'0,"-2"0"-10"15,-1 5-14-15,-2 3-17 0,4-10-13 0,-4 10-15 16,3-6-29-16,-3 6-9 0,0 0-16 0,0 0-3 15,0 0 1-15,0 0-6 0,9 18-8 16,-8-8-7-16,1-1-8 0,1 6-5 0,-2 2-8 0,1-4-5 16,-1-1-7-16,1 4-1 0,1 1-25 0,-3 1-32 15,-1-4-45-15,-1-1-63 0,2-1-58 0,-2 0-196 16,-3-2-400-16,1 2 178 0</inkml:trace>
  <inkml:trace contextRef="#ctx0" brushRef="#br0" timeOffset="197719.91">19172 4039 2306 0,'10'-15'78'0,"-2"6"6"0,-2-1-37 0,2 2-24 15,-3 3-15-15,-1 1-3 0,-4 4-3 16,7-6-2-16,-7 6 0 0,0 0 7 0,14 6 8 16,-10-1 1-16,0 6 6 0,0 0-5 0,-1 1 2 15,-2 2 0-15,0 4-2 0,-1-1-5 0,0 2 3 16,-1-2-10-16,-2 0-17 0,-1 0-30 15,0-1-32-15,-4-1-43 0,-3 0-52 0,1-1-54 0,-6-3-124 16,0 0-376-16,-3-1 167 0</inkml:trace>
  <inkml:trace contextRef="#ctx0" brushRef="#br0" timeOffset="197931.43">18675 4075 56 0,'0'0'229'16,"0"0"-24"-16,-12 10-17 0,7 0-11 0,0 2-8 16,-1 4-7-16,1 2-10 0,2 1-7 0,-1 0-13 15,3 0-10-15,0 2-12 0,1-3-12 0,3 0-6 16,1-1-10-16,5-1-7 0,-1 0-7 0,2-4-10 16,3 0-19-16,-2-1-27 0,2 1-34 0,2-4-50 15,1 1-54-15,0-4-64 0,-3-1-138 0,2 0-353 16,2-3 157-16</inkml:trace>
  <inkml:trace contextRef="#ctx0" brushRef="#br0" timeOffset="198101.81">19089 3892 29 0,'0'-7'239'0,"0"7"-23"16,1-10-28-16,-1 10-27 0,1-9-26 15,-1 9-28-15,0 0-32 0,0 0-22 0,0 0-34 0,17 0-62 16,-17 0-50-16,17 8-88 0,-3 2-197 0,-2-5 87 16</inkml:trace>
  <inkml:trace contextRef="#ctx0" brushRef="#br0" timeOffset="198367.96">19842 3888 2323 0,'13'-10'51'0,"-2"-2"-10"0,-5 2-24 16,-1 2-11-16,-1 2 16 0,-3 1-10 0,-1 5 19 16,2-12 5-16,-2 12 1 0,-10-6 8 0,1 4 0 15,-4 5 12-15,-5 1 4 0,-8 6 1 0,0 2 0 16,4 1-5-16,-5 0-1 0,4 4-4 0,0 0-3 16,9-3-7-16,-1 8-1 0,6-7-6 0,2 2-3 15,1 1-7-15,-1 0 0 0,5-3-2 0,3 0 0 16,0 2-2-16,-1-5-5 0,7 0 0 0,3 2 1 15,0-3 0-15,5 0-10 0,2-3-22 0,4 0-29 16,-1-1-33-16,6-1-27 0,-6-2-32 0,3-1-59 16,5-4-36-16,3 2-35 0,-14-1-133 0,0-3-433 15,1 0 191-15</inkml:trace>
  <inkml:trace contextRef="#ctx0" brushRef="#br0" timeOffset="198585.72">20160 3910 171 0,'1'-10'233'0,"-1"2"-5"0,2 1-5 16,-2 7-3-16,2-10-1 0,-2 10-13 0,1-6-15 16,-1 6-19-16,0 0-20 0,3-7-16 0,-3 7-10 15,0 0-20-15,0 0-9 0,0 0-8 0,6 22-2 16,-5-8-4-16,2 2-10 0,-2 0-6 0,1 1-4 16,-1-1-7-16,0 1 0 0,2 0-10 0,-1-1-5 15,-2 1-12-15,0-6-27 0,0 5-23 0,0 0-20 16,0-6-26-16,-2 2-23 0,4 0-29 0,-2-2-28 15,0-10-32-15,-4 12-31 0,3-7-173 0,-3 2-416 16,4-7 185-16</inkml:trace>
  <inkml:trace contextRef="#ctx0" brushRef="#br0" timeOffset="198973.5">20148 3947 30 0,'4'-17'212'0,"4"0"-9"0,-5 2-7 0,4 0-10 0,-2 5 0 16,4-3-14-16,0 6-10 0,1 0-12 0,-2-1-9 15,2 4-8-15,2-1-10 0,-3 3-11 0,3 3-7 16,1 1 1-16,-3 1-13 0,2-2-7 0,-2 6-8 16,-1-2-7-16,1 2-6 0,-1 0-6 15,-1 2-4-15,-2 0-6 0,2 0-2 0,-6 0-5 0,2 1-4 16,0-1-4-16,-3-1-4 0,2 1 1 0,-2 0-5 16,1 0-1-16,-2-2-8 0,0-7-7 15,0 0-9-15,-2 13-12 0,2-13-3 0,0 10-4 16,0-10 4-16,0 0-1 0,2 8 0 0,-2-8 1 15,5 8 4-15,-5-8 0 0,8 6 2 0,-2-2-1 0,-3 0 5 16,4 0-1-16,3 0 0 0,-1 2 0 0,0 0 2 16,0 1-3-16,-1-2 0 0,1 3 2 0,-2-2-1 15,0 0 3-15,-1-2-1 0,-2 1 1 16,-4-5 1-16,4 11 3 0,-3-4 8 0,-1 0 1 16,0-7 6-16,-4 15 2 0,-1-7-3 0,-3 0-2 0,2 1 2 15,-2 0-2-15,1-2 0 0,-1-3-3 0,2 3-3 16,-3-3-16-16,3 1-11 0,0 0-18 15,1-3-14-15,0 2-28 0,5-4-35 0,0 0-42 16,-10 4-61-16,10-4-176 0,0 0-426 0,0 0 189 16</inkml:trace>
  <inkml:trace contextRef="#ctx0" brushRef="#br0" timeOffset="199171.37">20657 4023 185 0,'6'-2'202'0,"2"1"-5"0,0-1-10 16,2-1 4-16,-1 1-10 0,1-1-3 0,1 0-6 16,1 1-7-16,1-1-10 0,-3 2-12 0,0-1-8 15,3 0-16-15,-1 0-12 0,-1 2-10 0,-2-2-8 16,-1 1-10-16,-8 1-25 0,14-3-29 0,-7 3-33 16,-7 0-35-16,11 0-50 0,-11 0-62 0,9-4-54 15,-9 4-151-15,0 0-388 0,11-3 173 0</inkml:trace>
  <inkml:trace contextRef="#ctx0" brushRef="#br0" timeOffset="199818.7">21338 4125 171 0,'0'0'283'0,"0"0"-19"0,0 0-17 15,14-6-1-15,-10 4-12 0,-4 2-13 0,8-11-14 16,-3 3-14-16,1 1-13 0,1-3-12 0,1 0-12 16,-3 1-9-16,1-2-14 0,0-1-4 0,1-2-16 15,0 3-21-15,-3-1-19 0,1-3 6 0,0 3-3 16,-2-6-10-16,-2 7-4 0,2-2-6 0,-5-3-8 16,2 5-22-16,-2 1 15 0,-1 2 3 15,-3-2-18-15,-1 1-3 0,-3 2-1 0,0-2 3 16,0 6-16-16,-4-2 3 0,3-2 6 0,-1 5-11 0,4 2 2 15,-1-2-4-15,9 2 0 0,-14 2-2 0,8-1-4 16,6-1-3-16,-8 3 3 0,3 0 6 16,5-3-4-16,0 0 0 0,0 0-2 0,0 0 4 0,10 16 3 15,-1-12-3-15,5-2 2 0,1 0-5 0,6 2-1 16,-8-2-7-16,8 2 13 0,0-2-6 16,-8 1 0-16,3 0 8 0,-3 1-11 0,0 2 1 0,-3 0-2 15,-1-1 2-15,-3 2 1 0,2 0-4 0,-4 3 2 16,0 1-1-16,-1-1 7 0,-1 2-7 0,-1 5 8 15,-1-6-3-15,0 2 3 0,0-1-2 0,0 0-13 16,1-1 19-16,-1-1-3 0,2 0 1 16,0 1-5-16,1-3-5 0,-1-3 6 0,5 4-6 15,-2-5 12-15,2 2-4 0,2-2-1 0,3 0-2 0,1-4 2 16,1 0 5-16,2-1-2 0,5-3-2 0,-3-1 0 16,2 0-13-16,-2-2 20 0,-1-2-6 0,-1 0-3 15,0-2-2-15,0-5 10 0,-6 5-12 16,2-1-4-16,-2-4-3 0,-1 0-13 0,-1 1 14 15,-2-3 0-15,-3 1-1 0,-2 4-8 0,-1 1 7 16,-1 0 1-16,-4 0-11 0,2 1 9 0,-2 2 5 0,1 3-3 16,-2-1 4-16,2 3-4 0,4 4 1 15,-14-5-4-15,6 5 3 0,-2 1 0 0,0 4-8 16,1 1 11-16,1 1 1 0,0 4 0 0,1-1-2 16,3 1 2-16,1 5-17 0,2-3-17 0,2-2-31 15,1 2-18-15,0-1-29 0,2-1-33 0,2 0-40 16,2 0-39-16,0-3-38 0,-2 1-149 0,3-4-451 0,1 2 199 15</inkml:trace>
  <inkml:trace contextRef="#ctx0" brushRef="#br0" timeOffset="200137.87">21990 3924 185 0,'5'-10'240'0,"0"1"-1"15,-1 2-11-15,1 1 0 0,-5 6-10 0,5-9-13 16,-5 9-22-16,3-8-20 0,-3 8-16 0,0 0-12 0,0 0-12 15,14 12-7-15,-9-4-9 0,0 0-6 16,0 4-14-16,1 3-6 0,-3-3-4 0,5 3-19 16,-2 1 8-16,2-1-8 0,-4-2-6 0,3 1-10 15,0 1 13-15,-1-5-15 0,0 0 0 0,0-4-5 16,-3-2-2-16,3 5-2 0,-1-5-1 0,1-1 4 16,-6-3 3-16,10 3 3 0,-10-3-1 0,0 0 4 15,14-9 2-15,-6 5-7 0,-3-3 7 0,1-2-2 16,1-1-4-16,0-6-5 0,-2 1-4 0,1-1-1 15,0 0-3-15,-1-2-3 0,-1 0-2 0,2 0 3 16,-1 0-8-16,-1-2-5 0,0 1-12 0,-1 3-26 16,1 0-33-16,-4 3-28 0,-2 3-22 0,2 1-32 15,0 9-29-15,0 0-49 0,-1-17-44 0,1 17-226 16,1-4-531-16,-1 4 236 0</inkml:trace>
  <inkml:trace contextRef="#ctx0" brushRef="#br0" timeOffset="201245.1">22298 3970 65 0,'13'-1'228'0,"-13"1"-5"0,14-3-4 15,-8 0-10-15,4-3 0 0,-2 4-16 0,1-3-9 16,-1 1-14-16,3-3-7 0,-5 1-9 0,1 0-4 16,-1-1-20-16,-2 1-14 0,2-1-10 0,-2 2-4 15,-1-2-17-15,-2 0-7 0,-1 7-7 0,1-10-7 16,-1 10-3-16,2-9-2 0,-2 9-1 0,0 0-8 15,-4-13-6-15,-1 10-4 0,5 3-14 0,-10-3 5 16,10 3-5-16,-9-2-4 0,9 2 0 0,0 0-7 16,-20 5 1-16,14 2-4 0,-2 0 1 0,1 1-6 15,-3 2-5-15,2 0 9 0,0 1-2 0,2 2-1 16,-2-2-2-16,3 0 3 0,0-2-5 0,0 2 2 16,2 0-1-16,2-1-1 0,0 0-3 15,2 0 7-15,0-2-5 0,3-2-1 0,-1-1 0 16,2 1 3-16,1 1 2 0,2-3-4 0,2-1-4 0,2 1 8 15,1-2-5-15,4-2 4 0,1-1-2 0,-1 0 2 16,1-1 1-16,1 0-7 0,-3-1 3 0,1-2-8 16,-2-3 13-16,0 0-2 0,2-2-3 15,0-1 1-15,-4 0 5 0,-1-4-8 0,0 5-2 16,-2-4 1-16,3 0 9 0,-4-1-12 0,-3-1 0 16,-1 4 2-16,2-5 1 0,-6 7 4 0,0-6-12 15,-1 4 12-15,1 2-1 0,-3 0-2 0,-1 2 3 0,-3 2 3 16,2-2 1-16,-1 1 1 0,-1 4-4 0,2-1-2 15,4 4-2-15,-10-8 3 0,6 4-3 0,4 4 8 16,-8-6-6-16,8 6-1 0,0 0-2 16,-5-5 0-16,5 5-3 0,0 0 2 0,0 0 0 15,0 0-1-15,0 0 1 0,0 0 4 0,0 0-3 16,0 0 6-16,0 0-1 0,31 4-5 0,-20-4 0 0,1 0 3 16,-3 0 7-16,1 0-9 0,1 0 2 15,-3 0 0-15,-8 0-5 0,14-2 4 0,-14 2-2 16,13 2 0-16,-8-2 1 0,-5 0-4 0,9 3 2 0,-4 1 1 15,-2 0-3-15,-3-4 1 0,7 11 3 16,-4-3 3-16,-1 1-7 0,-3 4 9 0,2-1-4 16,-1-1-2-16,0 1-1 0,0-1 5 0,0 1 1 15,0 3-4-15,0-4-1 0,2 0 2 0,-2-2-12 16,1 1 15-16,0-2-5 0,-1-8-3 0,7 11 6 16,-5-6-5-16,2-1 5 0,4-2 0 0,3-1 0 15,0 0-1-15,2-1 2 0,-1-1 0 0,6-2 0 16,0-3 2-16,-2 2-2 0,1-3-4 0,0-2 2 15,2 1 7-15,-4-4-7 0,0 3 4 0,-2-5-4 0,-1 0 1 16,0 3-12-16,-4 2 27 0,1-7-17 16,-1 1 2-16,-3 5 2 0,-3-1-2 0,0 2-6 15,-2 2 6-15,1-4-1 0,-1 11 5 0,-1-14-18 16,-2 9 9-16,-2-1 3 0,5 6-1 0,-10-4-1 16,10 4-6-16,-14-1 2 0,14 1 2 0,-17 6-1 15,11-2 0-15,1 4-3 0,-2-1 6 0,0 5-1 16,3-2-2-16,0 2-2 0,1 0 3 0,3 3 2 0,2-2-1 15,0 0-4-15,3 4 4 0,-2-5 1 16,4-1 0-16,1 3 7 0,1 2-3 0,0-3-4 16,1 1 3-16,-1-1-3 0,-2-4 2 0,0-1 2 15,-3 0-1-15,-1-1 3 0,-1-1-4 0,1-1-4 16,-3-5 0-16,2 11-1 0,0-7-6 0,-2-4-9 16,0 0-6-16,-9 11-4 0,2-9 2 0,1 2 3 15,6-4 8-15,-6 3-1 0,6-3 2 0,0 0 2 16,-9 0-7-16,9 0 8 0,0 0-1 0,0 0 4 15,-3-11-4-15,3 11-3 0,8-13 6 0,-1 6 1 16,4-1 1-16,0-2-1 0,-1 1 4 0,4-2 0 16,1-2-2-16,1 0 2 0,1 1-1 0,-3 1 0 15,0-2 0-15,0-4 3 0,-3 6 1 0,-3 1-3 16,0 0 5-16,-1 0-1 0,-3 0-1 0,1-1 4 16,-2 1-4-16,-3 0 2 0,-1 0 2 0,1 10-5 15,-6-13 1-15,3 8 2 0,3 5-3 0,-11-5 2 16,4 3-5-16,-3 2-1 0,-2 2 1 0,2 5 1 15,1-1-1-15,-1 1 1 0,0 1 2 0,-1 0-9 16,5 1-30-16,-1-1-25 0,2-2-26 0,5-6-43 16,-3 16-45-16,4-6-45 0,3-1-3 0,4 1-155 15,8 1-414-15,11 3 184 0</inkml:trace>
  <inkml:trace contextRef="#ctx0" brushRef="#br0" timeOffset="201687.77">23518 3740 76 0,'-5'-10'233'0,"1"1"-8"15,3-1-5-15,1 10-3 0,-2-10-4 0,2 10-11 16,-3-9-21-16,3 9-23 0,-3-7-17 0,3 7-13 16,0 0-14-16,0 0-10 0,0 0-8 0,0 33-8 15,0-14-9-15,0-1-6 0,-1 0-4 0,0 5-9 16,1-5-1-16,-3 1-12 0,1-2 0 0,0-1-4 15,1-4-4-15,0-1-5 0,1 1-4 0,-1-3 3 16,-2-2-6-16,3-7 0 0,-1 11 8 16,-3-6 0-16,4-5 9 0,0 0-1 0,-2 8-5 0,2-8-3 15,0 0 0-15,0 0-4 0,0 0 0 0,0 0-9 16,0 0-1-16,0 0-3 0,13-31-1 16,-6 24-5-16,4-5 2 0,0 4 0 0,3-2-7 15,2 3-2-15,1-2 5 0,-3 7-10 0,0 0-5 0,0-1-3 16,3 3-7-16,-7 0 3 0,1 3 4 0,-3-1 1 15,1 6-2-15,-4-4 0 0,1 3 1 16,1 3 3-16,-7 1 1 0,-4-1-1 0,0 0 5 0,-6 3-2 16,0 1-2-16,-4-5 0 0,-2 3 0 0,0-2 2 15,-2-1 2-15,-1-3 2 0,1 1 0 16,-1-4-8-16,6 1-8 0,0-1-17 0,3-1-15 0,0-2-23 16,2 0-25-16,8 0-24 0,0 0-26 15,-17-5-33-15,17 5-23 0,2-7-1 0,-2 7-19 16,7-12-131-16,-3 7-379 0,-4 5 167 0</inkml:trace>
  <inkml:trace contextRef="#ctx0" brushRef="#br0" timeOffset="201861.69">23723 3847 1 0,'11'-7'253'15,"-2"1"5"-15,-4 1-11 0,2-3-3 0,-1 2-1 0,-2 3-1 16,-4 3-6-16,8-8-4 0,-8 8-17 0,0 0-12 16,5-9-19-16,-5 9-25 0,0 0-18 15,0 0-20-15,0 0-15 0,0 0-1 0,0 0-10 16,0 0-13-16,9 26-6 0,-7-10-9 0,-2 0-10 15,4-4-19-15,-1 5-30 0,0-1-36 0,0-5-30 16,1 5-41-16,1-2-27 0,0 2-45 0,0-6-50 16,0-1-41-16,-1 2-180 0,0-1-478 0,-4-10 212 15</inkml:trace>
  <inkml:trace contextRef="#ctx0" brushRef="#br0" timeOffset="202018.05">23724 3685 129 0,'-4'-8'165'0,"4"8"-29"0,-6-11-37 15,6 11-45-15,0 0-24 0,0 0-30 0,2-9-32 16,-2 9-66-16,0 0-104 0,0 0 47 0</inkml:trace>
  <inkml:trace contextRef="#ctx0" brushRef="#br0" timeOffset="203291.94">24012 3740 160 0,'11'-2'261'16,"-11"2"-18"-16,0 0-15 0,8-4-18 0,-8 4-12 15,0 0-11-15,0 0-10 0,0 0-11 0,0 0-16 16,0 0-12-16,0 0-18 0,0 0-5 0,-18 12-11 16,4-1-6-16,0 2-10 0,-3 0-4 0,2 0-11 15,1 3-7-15,2-4-7 0,3 2-8 16,2-2-3-16,0-3-9 0,1 1 1 0,3-1-2 0,1 2-6 15,2-5-2-15,0 4-4 0,0-10-1 0,4 10-1 16,1-5-2-16,0-1 1 0,4-3-6 16,-9-1-2-16,18-1 1 0,-8-2-2 0,3-1 1 0,-2 1-2 15,1-1 3-15,2-4-2 0,-5 4-2 16,2-5-3-16,-2 3 0 0,0-3-1 0,0 0-6 16,-3 1-5-16,0-1 10 0,0 1 0 0,-1-3 3 15,-2 2-1-15,2 1-2 0,-3 1 8 0,2-2-9 0,-4 9 19 16,3-9-7-16,-1 5-1 0,-2 4 1 0,0 0-8 15,0 0-4-15,0 0 2 0,0 0-1 0,0 0 0 16,0 0 0-16,0 0-1 0,0 27-5 0,-1-20 4 16,-2 6-13-16,2-3 17 0,2 0-3 15,-1 2 1-15,0-4-4 0,2-1-2 0,-1 0 4 16,1 0 2-16,1-2 6 0,2 0-7 0,0 0 3 0,4 0-2 16,1-2-2-16,-1 0 3 0,3-5-1 0,-1 1-1 15,2-2-5-15,0 0 7 0,-1 1-4 16,-1-4 0-16,-1-1 1 0,-1-1-3 0,1 1 2 15,1-2-2-15,-2 2 5 0,-1-7-5 0,1 0 4 16,-3-3-1-16,0 4-3 0,-2 2 5 0,2-3-6 16,-5-1-4-16,1 4 4 0,-1 0-6 0,-2 2 3 0,1-1-2 15,0 10 3-15,0-12-9 0,0 12 4 0,-2-9-1 16,2 9-5-16,0 0 1 0,-7-1 0 0,7 1 2 16,0 0-2-16,0 0 4 0,-8 16-3 15,8-8 5-15,-2 4 1 0,2 0 0 0,2 1-2 16,2 3 4-16,1 1-4 0,5-3 6 0,-2 1-1 15,1 1 5-15,1-3-7 0,-1 3 4 0,4-2-4 16,-2-1 8-16,-6-1-7 0,3-3 6 0,-3 2-3 0,-1-1-4 16,2-2-1-16,-2-1-7 0,0-3-6 15,-2 2-6-15,-2-6-11 0,0 11-11 0,0-11-7 16,-7 6-3-16,1-3-8 0,6-3 5 0,-12 2 4 16,12-2 4-16,-13-2 8 0,13 2 0 0,-11-1 2 15,11 1 6-15,-5-7-1 0,5 7-1 0,-3-12 2 16,6 2-2-16,1 0 3 0,4-1-2 0,4-1 6 15,1 2 4-15,2 1 5 0,3-3-3 0,0 4 6 16,1-1 2-16,-2-1 0 0,2 0 4 0,-2 3 6 16,0-4 6-16,-8 6 10 0,3-3 4 0,-1 4 5 15,-4-3 5-15,0-1 0 0,2 1 0 0,-5 3 7 16,-3-4 5-16,-1 8-8 0,3-10 7 0,-3 3-4 16,0 7-4-16,0 0-1 0,-7-15-3 0,0 10-5 15,3 1 0-15,-5 2-5 0,0 1 4 0,-1 0-4 16,10 1-3-16,-17 0-5 0,8 2 2 0,-2 0-1 15,2 2 1-15,0 3-3 0,0-1 1 0,1 1-1 16,2 3 4-16,1-1-6 0,4 1 2 0,-1-1 0 16,5 1-1-16,1 3 1 0,3-4-8 0,7 2-16 15,-1-1-18-15,5-1-21 0,9-1-19 0,-7 1-16 16,2-4-11-16,5 0-15 0,1 0 7 0,-7-5 8 16,8 2 8-16,-9-2 9 0,2-2 19 0,-1-1 11 15,-2-1 10-15,1 2 15 0,-3-3 23 0,-3 2 18 16,0-3 12-16,0 1 10 0,-1-1 14 0,-3-2 11 15,3-2 1-15,-2-2 3 0,-3 2 11 0,-3 1 5 16,1 0-2-16,-1-2-6 0,-1 1-4 0,3 3 12 16,-5 0 3-16,-2 7-3 0,3-11-2 0,-3 11-3 15,1-8-15-15,-1 8-6 0,0 0-8 0,-6-7-4 16,6 7 0-16,0 0-5 0,-23 10-7 0,14-5-3 16,-2 4-1-16,-1 1-4 0,4 0-2 0,-1-1-9 15,0 2 8-15,3-3 0 0,3 2 0 0,1-3-3 16,-2 1-3-16,3-2-2 0,1-6 2 0,2 12-2 15,3-8 5-15,-5-4-5 0,9 5 1 0,0-4-1 16,2-1-7-16,0-4-2 0,1 1-1 0,-2-3-1 16,-1 2-1-16,2-3 0 0,-1-2 6 0,-2 1-5 15,0-4 6-15,-3 1-2 0,2-4-5 16,0-1 3-16,-2 0 0 0,-3-1 0 0,3 2 2 16,-2-5 0-16,1 2-3 0,-4 1-2 0,1-2 8 15,-2 0-4-15,2 2 10 0,-1 0 5 0,0 5 5 0,0 1 6 16,0 1 6-16,0 2 5 0,0 8 0 0,0-11-10 15,0 11-8-15,0 0-14 0,0 0 12 0,0 0 3 16,0 0 7-16,-5 26-2 0,1-8 6 16,0 1-2-16,0 9-2 0,-3-2 4 0,4 0-5 0,0 4-2 15,-1-4-1-15,4 1 4 0,-2-3-18 16,1-5-38-16,1-2-43 0,1 1-35 0,2-1-47 0,0-2-48 16,-1-4-67-16,2 0-52 0,-4-11-169 0,3 11-531 15,-1-5 236-15</inkml:trace>
  <inkml:trace contextRef="#ctx0" brushRef="#br0" timeOffset="203429.17">25132 3842 2565 0,'4'-4'80'0,"0"-1"-27"0,-4 5-23 0,2-6-13 16,-2 6-3-16,0 0-3 0,2-8 3 0,-2 8-7 0,0 0-1 16,5-7-2-16,-5 7-22 0,0 0-37 0,0 0-63 15,0 0-74-15,0 0-211 0,0 0-438 16,0 0 194-16</inkml:trace>
  <inkml:trace contextRef="#ctx0" brushRef="#br0" timeOffset="-97069.45">27912 9746 33 0,'0'0'152'0,"0"0"-8"16,-3-9-12-16,3 9-5 0,-6-5-3 0,6 5-12 15,-4-4 0-15,4 4-9 0,-7-5-4 0,7 5-8 16,-7-4-9-16,7 4-7 0,-9-4-6 0,9 4-5 16,-9-2-5-16,9 2 6 0,-13-1-5 0,13 1-6 15,-10 2-2-15,10-2-6 0,-12 5-4 0,4-1-5 16,1 2 0-16,-2 1-4 0,-1 0-2 0,-2 4 1 16,-1 0-2-16,1 5-7 0,2-3-1 0,-2 4 10 15,-4 5-12-15,7-6 1 0,-4 8 1 0,3-1 4 16,2-5-5-16,3-4-8 0,-1 5 6 0,1-1 2 15,3 2-10-15,1-5 6 0,1 3-3 0,1-3-2 16,3-2 0-16,2 2 1 0,2-2-5 0,1-2 0 16,2 0 1-16,2 0 4 0,3-3-7 0,0-3 0 15,3 1 0-15,-2-3 2 0,5-1 1 0,1-2 1 16,7-4-1-16,-1 0 0 0,-1-4-2 0,1 1 0 0,1-4-2 16,-2-1-1-16,-2-4 5 0,1 2-4 0,-3 0 1 15,-2-3-2-15,-6 3 4 0,1-5-2 16,-6 5-7-16,2-1 11 0,-5-2 1 0,-3-2-2 15,1 2-3-15,-6-1 2 0,0 1-2 0,-5-1-3 0,-1 1 2 16,-4 0 1-16,-1 1-2 0,-10-5-3 0,1 4 2 16,-2 3-1-16,-5 1-3 0,2 0-1 0,0 3 1 15,7 4 3-15,-4 3-1 0,4 1-5 16,-9-2 1-16,5 5-1 0,-1 0 0 0,6 1-10 0,-2 3-15 16,1-2-27-16,7 2-34 0,2 1-27 0,0-1-35 15,4 1-28-15,5 2-154 0,-2-2-360 0,2-6 160 16</inkml:trace>
  <inkml:trace contextRef="#ctx0" brushRef="#br0" timeOffset="-96735.06">28447 9528 197 0,'3'-15'234'16,"-6"5"-13"-16,3-3-15 0,3 6-9 0,-3-2-1 16,0 9-13-16,0-11-19 0,0 11-18 0,1-8-18 15,-1 8-16-15,0 0-8 0,0 0-20 0,0 0-4 16,4 24-7-16,-3-3 8 0,-1 7-10 0,-1 7-2 16,2 11-6-16,1 3-1 0,-2-2-4 0,-3-1-5 15,2 6-3-15,1-8-5 0,0-9-5 0,2 11-2 16,-2-15-5-16,0 0-1 0,2 1-5 0,-2-3-3 15,0 1-1-15,5-1 0 0,-8 0-4 0,8-5-3 16,-2 1 1-16,-2-6 0 0,-1 0-4 0,1-2-14 16,0-1-26-16,-1 1-17 0,0-5-32 0,0 1-34 15,-2-2-35-15,2-3-48 0,-1-1-32 0,0 1-172 16,1-8-429-16,0 0 190 0</inkml:trace>
  <inkml:trace contextRef="#ctx0" brushRef="#br0" timeOffset="-95883.7">28602 9690 11 0,'8'-9'184'0,"2"0"-12"0,1 2-2 0,2 3-2 16,-4 1-17-16,8 2-11 0,-7 1-19 0,4 2-7 15,-1 3-11-15,-4 2-12 0,1 0-9 0,-2 3-8 16,-1 3-1-16,-3 4-12 0,-4 0-5 0,0 1-4 0,-5 1-3 15,-1 0-7-15,-2-1-6 0,-7 2-12 16,3-5-16-16,-2 0-11 0,-4 4-11 0,3-5-11 16,-1-3 2-16,0 0-2 0,0-3 1 0,0-1 4 15,3-3 3-15,-1-1 2 0,5-2 0 0,0-1 2 0,3 2 8 16,6-2 2-16,-14-2 8 0,14 2-1 16,0 0 2-16,-11-2-5 0,11 2 5 0,0 0 2 15,0 0 6-15,0 0-2 0,0 0 10 0,0 0-10 16,0 0 6-16,35 7-3 0,-22-4 2 0,2-3-6 15,2 2 5-15,3 0 3 0,7-4 8 0,-4 4 5 0,4-5-5 16,1 4 0-16,0-3 0 0,3 0-6 16,-2 2 0-16,1-4-1 0,-4-2-3 0,2-1 2 15,-6 4-2-15,-1-3-4 0,-2-1 6 0,-1 1-2 16,-2-1 0-16,-3 1 2 0,-3 1 6 0,1-3-4 0,-1 1-3 16,-4-1 5-16,1 0-5 0,-4-1-1 15,1 2-4-15,-2-6 0 0,-4 1-2 0,1 1-3 0,-2-2-1 16,0 4 1-16,-1-3-1 0,-1 1-2 15,-1 2 0-15,-1 1 0 0,0 0 1 0,2 3-3 16,-1 1 0-16,-2 0-3 0,1-1 5 0,-1 3-4 0,8 2-5 16,-18-3 2-16,8 5 2 0,0 0-5 0,-1 3 2 15,2 2-1-15,-1 6 5 0,-1-1-1 16,2 2-3-16,2 4 4 0,2 0 1 0,-4 6-2 16,4-7 1-16,2 0-2 0,1 4 10 0,2-4-9 0,1 2 0 15,2 0 2-15,2-2 3 0,8 5-3 0,-6-6 0 16,4-2 1-16,3-1 0 0,1-1 2 0,0-2 1 15,2-3 3-15,2 1 0 0,2-2 4 16,-2-2-1-16,3-3-2 0,-1 1 1 0,-1-4 1 0,0 2-1 16,3-3 0-16,-4-3-1 0,3 1 0 0,3-3-2 15,-8-3 1-15,2 2-5 0,-2-4 1 0,2-6 0 16,-3 6 2-16,-3-3-2 0,1 1-1 0,0-6-1 16,-5 4 2-16,0 2-4 0,-2-1-3 15,-5 2 0-15,1-1 1 0,-2 3 1 0,-1 1-3 0,-1 0 0 16,0-1 1-16,-1 3 1 0,0 0 0 0,-2 1-1 15,3 0 2-15,1 8 0 0,-6-9-2 0,6 9 0 16,-3-7-2-16,3 7-2 0,0 0 3 0,0 0-1 16,0 0 0-16,10-8 3 0,-10 8-2 0,10 1 1 15,-10-1 4-15,19 3-8 0,-6 1 3 0,1-1 2 16,-2 1-2-16,-2 1-1 0,3 2 0 0,-3 0 1 16,-2 0-2-16,3 1 3 0,-3 2-2 0,-3 3-1 15,3-1 2-15,-5 1 3 0,4-3 0 0,-6 2-1 16,0 1 1-16,-1-2 1 0,1 2 1 0,-1 2 0 15,0-3-2-15,-1-1 1 0,0 1-2 0,1-1-17 16,0-1-16-16,-1 1-26 0,1-11-41 0,1 20-51 16,0-14-38-16,-1 0-157 0,0-6-377 0,4 11 167 15</inkml:trace>
  <inkml:trace contextRef="#ctx0" brushRef="#br0" timeOffset="-95466.83">29883 9739 139 0,'-7'-7'223'0,"1"1"-8"0,-3 0-10 0,-1 1-14 15,1 4-15-15,-4 1-13 0,-5 1-11 0,1 6-13 16,2 2-8-16,-3 2-5 0,1 1-10 0,1 1-10 16,-3 5-12-16,6-2-12 0,4 0-3 0,1 0-12 15,-1 0-4-15,4-2-9 0,4 0 0 0,1-3-7 16,1 1-6-16,3 4-2 0,2-6-2 0,2 0-2 15,-1 0-5-15,2-2 0 0,3-2-2 0,0-1-5 16,-1-1 1-16,2-1-4 0,-1-1 0 0,-1-2-1 16,1-2-3-16,-2-2 1 0,1-3-3 0,-2-1-4 15,0 0 5-15,1 0-3 0,2-3-2 0,-7 0-3 16,4-4 3-16,-3 3-2 0,1-3 2 0,0 0-2 16,-4 3-4-16,-2 1 2 0,-1-2-2 0,3 2-1 15,-1 3 0-15,0-1 0 0,1 5-2 0,-3 4-5 16,3-8-1-16,-3 8-1 0,5-4-2 0,-5 4 2 15,0 0-1-15,0 0-1 0,7 16 4 0,-6-6 2 16,-1 1 3-16,0 5-4 0,0-5 8 0,0 8-7 16,1-2 2-16,0 1 3 0,1-5-1 0,-1-1-2 15,3 4 2-15,1 0-4 0,-1-4-20 0,-2-1-21 16,2 0-30-16,1-1-49 0,-1 0-60 0,1-5-55 0,1 2-164 16,-6-7-435-16,9 7 192 0</inkml:trace>
  <inkml:trace contextRef="#ctx0" brushRef="#br0" timeOffset="-95189.31">30127 9559 35 0,'1'-12'277'16,"0"2"-7"-16,1 2-9 0,-2 1-2 0,0 7-18 15,2-11-22-15,-2 11-25 0,1-7-19 0,-1 7-17 16,0 0-13-16,0 0-11 0,8 21-2 0,-7 4 1 0,2 2-4 15,-2-1-12-15,2 4-6 0,-3-3-6 16,1 3 1-16,-5 0-5 0,3-2-8 0,-2-1-1 16,3-1-12-16,-2-2-10 0,3 1 4 0,-2-6-19 15,2 9-3-15,-1-10 1 0,1 0-8 0,-1-1-11 16,0 0-27-16,-1-2-25 0,1-6-22 0,1 1-26 16,-1-1-24-16,0 0-32 0,0-2-28 0,0-7-35 0,0 0-38 15,0 13-20-15,0-13-28 0,0 6-155 16,0-6-460-16,0 0 205 0</inkml:trace>
  <inkml:trace contextRef="#ctx0" brushRef="#br0" timeOffset="-94884.02">29990 9784 92 0,'-4'-3'189'0,"4"3"-17"0,-9-7-22 0,9 7-11 0,-4-5-12 15,4 5-12-15,0 0-10 0,0 0-2 0,0 0-9 16,25-5-4-16,-4 5-6 0,6-2-4 15,4 1-7-15,-1 0-8 0,1-1-6 0,1-1-6 16,-4 1-4-16,0 2-1 0,-6-3-2 0,6 1 3 16,-5 0-6-16,-4 2-2 0,2-1-4 0,-1 1-2 0,-8 0-2 15,-1 0 0-15,-3 0-7 0,-8 0-1 0,13 1 0 16,-8-1 12-16,2 3 3 0,-3 2-1 0,0-1 0 16,-1 3-4-16,-1 1 6 0,2 2 4 15,-1-1 7-15,-2 2-3 0,-1 3-1 0,0-4-9 0,0 2-1 16,1 0-2-16,-1 1-5 0,0 0 1 0,2 0-3 15,-1-3-3-15,1 3-8 0,1-4-19 0,-6-3-18 16,7 5-36-16,-3-3-46 0,-1-8-49 16,4 10-45-16,-3-5-211 0,-1-5-440 0,0 0 196 15</inkml:trace>
  <inkml:trace contextRef="#ctx0" brushRef="#br0" timeOffset="-94717.98">30450 9450 112 0,'0'0'86'0,"0"0"-31"0,0 0-58 16,14 17-39-16,-10-9-45 0,6 6 20 0</inkml:trace>
  <inkml:trace contextRef="#ctx0" brushRef="#br0" timeOffset="-94441.16">30631 9915 10 0,'0'0'255'0,"3"-18"-16"0,-1 13-5 0,0-5-3 0,-1 2-4 15,2-3-18-15,0-1-22 0,1 0-18 0,2-4-17 16,4 2-15-16,-3-1-14 0,2 2-10 0,3-3-16 15,-5 7-8-15,4 1-8 0,0-1-10 0,-1 2-5 16,-1 3-10-16,0 0-7 0,0 3-4 0,1 1-3 16,-1 3-7-16,3 0-1 0,-3 1-3 0,-3 5-1 15,1-1-1-15,1 3-1 0,0 2-6 0,-3 3-2 16,-2-3-1-16,0 3-3 0,0 0 0 0,1-1-26 16,-3-2-24-16,-1 2-24 0,3-2-46 0,-3-4-53 15,4 4-43-15,0-3-37 0,-2 0-157 0,2-6-426 16,-4-4 188-16</inkml:trace>
  <inkml:trace contextRef="#ctx0" brushRef="#br0" timeOffset="-93887.46">31149 9723 150 0,'-4'-11'227'0,"4"11"-14"0,-9-7-10 0,4 6-16 16,5 1-16-16,-19 3-8 0,10 0-16 0,0 2-14 15,-2 3-9-15,0 0-13 0,2 0-13 0,1 1-7 16,1 1-12-16,1 0-1 0,2-1-12 0,1 0-4 16,2 1-6-16,1 0-7 0,-1-5-5 0,1-5-4 15,5 11-4-15,-3-6 1 0,3-1-5 0,-5-4-5 16,12 5 0-16,-1-4-5 0,-3-1-2 0,4 0-2 16,-2-4 0-16,0 0-2 0,-1 0-5 0,1-2 1 15,-1 0-1-15,0-3-3 0,0 2-1 0,-3 0 2 16,1 2-2-16,-1-5 3 0,-1 6-3 0,0-3 2 15,-1 3-2-15,0-2 9 0,-4 6 4 0,7-8-5 16,-7 8-5-16,3-3-3 0,-3 3-1 0,0 0 0 16,0 0-1-16,4 15 6 0,-5-2 0 0,0 5 1 15,-3 8-4-15,0 6 1 0,-1 2 5 0,2 17 0 16,3-2-2-16,-2-1 4 0,0 1 1 0,4 2 5 16,-4-2 5-16,2-3-10 0,2 1 2 0,-1-14 8 15,-1 2-5-15,0-2-2 0,1-1 6 0,-1 0 2 16,-1-4-6-16,0-1 3 0,-4-2-3 0,2-6 0 15,-3-2-3-15,-1-4 3 0,0-2-2 16,-6 1-1-16,3-4-4 0,-7-1 0 0,0-3-2 0,-2-3 1 16,3-1 2-16,-6-3-3 0,0-6-2 0,0-2 0 15,-2-5-5-15,1 0 0 0,3-5-5 0,6-2 1 16,0-1-6-16,5-2 2 0,1-3-10 0,5-1 3 16,1-3-8-16,3-2 1 0,6 0-3 0,0 0 1 15,8 2-5-15,1 0-7 0,8-9-3 0,-3 11-6 16,0 4-8-16,4-2-3 0,1 4-12 0,0 2-5 15,2 4-17-15,0-2-13 0,-1 2-21 0,0 5-20 16,4 1-24-16,-3-1-24 0,1 4-15 0,-1 0-153 16,-1 3-383-16,2-3 170 0</inkml:trace>
  <inkml:trace contextRef="#ctx0" brushRef="#br0" timeOffset="-93588.98">31764 9575 152 0,'1'-16'212'15,"0"6"6"-15,-1-2-4 0,-1 2-7 0,2 0 0 0,-1 2-4 16,0 8-3-16,0-13-11 0,0 13-21 0,0-10-21 16,0 10-9-16,3-7-23 0,-3 7-8 15,0 0-17-15,0 0-11 0,0 0-7 0,-3 29-1 16,1-4-5-16,-5 3-4 0,2 4-6 0,-1 4 0 0,2-1 0 15,-2 1-4-15,-1-3 0 0,0 15-5 16,1-18-3-16,0 1-2 0,0 2-7 0,1-1-1 16,-1-6-3-16,1 1 6 0,1-1-11 0,2-7-10 15,-2-4-20-15,3 2-19 0,-3 0-10 0,3-6-35 16,0-1-29-16,-1 1-41 0,0-3-40 0,0-2-37 0,2-6-45 16,-2 11-155-16,-1-7-448 0,3-4 198 0</inkml:trace>
  <inkml:trace contextRef="#ctx0" brushRef="#br0" timeOffset="-93336.66">31720 9762 195 0,'4'-12'183'16,"3"3"6"-16,-4-3-4 0,4 3-6 0,-5 1-9 0,3 3-15 16,-1 1-19-16,3 1-15 0,-7 3-7 0,17-1-11 15,-8 3-7-15,2 4-10 0,-1-1-6 0,-1 1-8 16,1 5-8-16,-2-1-5 0,-2 1-5 0,1-3-6 15,-4 2-6-15,0 3-3 0,-3-2 1 0,-3 1-8 16,-2-1-2-16,-1 0-3 0,-2 2-3 0,-1-2 1 16,0-3-4-16,-1 1 0 0,-1-3 0 0,-1-1-4 15,-1-1-13-15,2 1-9 0,-1 0-26 0,0-1-13 16,3-3-19-16,1 1-36 0,8-2-37 0,-12-2-35 16,12 2-32-16,-6-3-111 0,6 3-339 0,-3-9 150 15</inkml:trace>
  <inkml:trace contextRef="#ctx0" brushRef="#br0" timeOffset="-93056.93">31930 9790 33 0,'5'2'138'0,"-5"-2"13"0,5 8 5 0,-2-5-6 16,-3-3-2-16,2 11-9 0,0-3-9 0,0-3-7 16,2 4 0-16,0-3-6 0,-1 2-3 0,1-2-5 15,1-1-13-15,1 1-7 0,1 1-8 0,5-3 3 16,-3 3-13-16,1-4-3 0,4-1-4 0,-5-1-11 15,4 0 1-15,-1-1-4 0,0 0-5 0,1-2-3 16,-3-2-1-16,-4 0 1 0,6-1 1 0,-7-1-3 16,1-4-2-16,0 1-6 0,-4-1-6 0,-1 0-1 15,-1-2 3-15,-3-1-10 0,-3 0-1 0,1 0 1 16,-5-3-7-16,1 6 0 0,1 0-5 0,-4 1-3 16,-1 2-12-16,3 0-16 0,-2 4-13 0,-2-1-17 15,-3 3-13-15,3 4-24 0,0 0-29 0,3 0-20 16,2 2-44-16,0 2-165 0,-1 0-377 0,5-1 168 0</inkml:trace>
  <inkml:trace contextRef="#ctx0" brushRef="#br0" timeOffset="-92847.68">32247 9762 152 0,'4'-4'253'0,"-4"4"-4"0,10-5-1 0,-6 0-5 16,-4 5-12-16,6-5-19 0,-6 5-27 0,5-2-24 0,-5 2-17 15,0 0-13-15,0 0-12 0,11 10-14 0,-10-3-8 16,0 2-9-16,-1 1-6 0,0 0-12 0,4 6-2 16,-7-2-9-16,6-4-6 0,-3 3-6 15,-4-1-15-15,3 0-26 0,2 4-32 0,-1-4-42 0,-1 0-47 16,1-12-53-16,1 14-61 0,0-6-177 0,-1-8-438 16,0 0 194-16</inkml:trace>
  <inkml:trace contextRef="#ctx0" brushRef="#br0" timeOffset="-92685.66">32289 9511 5 0,'0'0'159'0,"-2"-8"-11"0,2 8-38 0,0 0-17 15,0 0-46-15,16 0-46 0,-16 0-40 0,17 15-49 16,-5-4-94-16,5 9 41 0</inkml:trace>
  <inkml:trace contextRef="#ctx0" brushRef="#br0" timeOffset="-92419.46">32491 9926 84 0,'0'0'270'0,"0"0"0"0,0 0-11 15,6-15-12-15,-3 8-7 0,-2 0-14 0,2-2-10 16,-1-1-16-16,1-7-16 0,3 3-15 0,-1-2-21 15,0 0-13-15,2 0-6 0,3 0-9 0,0-2-13 16,-2 3 20-16,3 2-12 0,-2 0-11 0,-1 4-10 16,1 3-7-16,2-2-10 0,-4 4-14 0,2 1-6 15,2 2 1-15,-11 1-16 0,0 0-5 0,0 0-2 16,0 0-2-16,52 30-5 0,-52-30-8 0,19 26 2 16,-19-26-2-16,12 30-1 0,-12-30-8 0,12 31 7 15,-12-31-23-15,4 26-13 0,-4-26-32 0,0 0-32 16,2 35-33-16,-2-35-39 0,0 0-53 0,0 0-73 15,5 34-247-15,-5-34-571 0,0 0 253 0</inkml:trace>
  <inkml:trace contextRef="#ctx0" brushRef="#br0" timeOffset="-92141.63">33020 9544 98 0,'0'0'302'0,"0"0"-5"0,0 0-13 16,0 0-23-16,-1-53-23 0,1 53-27 0,0 0-24 16,0 0-10-16,0 0-5 0,0 0-13 0,0 0-3 15,0 0-7-15,0 0-5 0,0 0-5 0,-14 99-9 16,14-99 2-16,-10 52-26 0,7-26 20 0,3-26-7 16,-1 39-12-16,1-39-13 0,-2 43-5 0,2-43-13 15,-1 34-9-15,1-34-3 0,0 0-9 0,0 44 7 16,0-44-10-16,0 0-6 0,0 35-18 0,0-35-22 15,0 0-28-15,5 29-49 0,-5-29-33 0,0 0-40 16,0 0-48-16,0 0-58 0,0 0-55 0,0 0-237 16,0 0-585-16,0 0 260 0</inkml:trace>
  <inkml:trace contextRef="#ctx0" brushRef="#br0" timeOffset="-91985.19">32914 9761 2252 0,'0'0'33'0,"0"0"-7"0,0 0-18 0,-24-32-5 15,24 32 16-15,0 0 19 0,0 0 8 0,0 0-2 16,0 0-5-16,0 0-4 0,0 0-5 0,0 0-2 16,0 0-11-16,0 0-17 0,39-50-20 0,-39 50-38 15,41-8-47-15,-13 4-45 0,-28 4-46 0,57-8-153 16,-57 8-376-16,49-7 166 0</inkml:trace>
  <inkml:trace contextRef="#ctx0" brushRef="#br0" timeOffset="-91839.83">33265 9628 171 0,'0'0'202'0,"0"0"7"0,0 0 6 16,0 0 4-16,0 0-4 0,0 0-10 0,0 0-19 16,0 0-18-16,0 0-16 0,0 0-18 0,0 0-17 15,0 0-22-15,0 0-44 0,0 0-44 0,0 0-43 16,0 0-67-16,0 0-46 0,0 0-194 0,0 0-373 16,0 0 165-16</inkml:trace>
  <inkml:trace contextRef="#ctx0" brushRef="#br0" timeOffset="-91697.81">33278 9833 22 0,'0'0'233'0,"0"0"13"0,0 0 20 0,0 0 4 15,0 0-2-15,0 0-30 0,0 0-22 0,0 0-20 16,0 0-24-16,0 0-15 0,0 0-34 0,0 0-44 16,0 0-55-16,0 0-65 0,0 0-78 0,0 0-63 15,0 0-180-15,0 0-391 0,85-25 173 0</inkml:trace>
  <inkml:trace contextRef="#ctx0" brushRef="#br0" timeOffset="-91551.49">33534 9724 155 0,'0'0'197'0,"0"0"-17"0,0 0-14 0,0 0-17 16,0 0-19-16,0 0-21 0,0 0-30 0,0 0-42 15,0 0-32-15,0 0-58 0,0 0-51 0,0 0-71 16,0 0-191-16,0 0 85 0</inkml:trace>
  <inkml:trace contextRef="#ctx0" brushRef="#br0" timeOffset="-90673.57">28069 10452 80 0,'-22'3'156'0,"1"-2"4"0,-1 1-5 16,4-1-8-16,-4 2-6 0,1-2-6 0,4-1-9 0,0 2-5 15,6 0-11-15,-2-1-6 0,6 0-11 16,0 1-2-16,7-2-15 0,-10 0-6 0,10 0-6 16,-10 2-9-16,10-2-6 0,0 0-1 0,0 0-6 15,0 0-2-15,0 0 5 0,0 0 4 0,30 9 2 16,-2-6-6-16,6-2 2 0,18-1 0 0,8-3 5 0,3 2-5 15,32-4 1-15,5-4 3 0,1 0-7 16,-5 2-4-16,7 0-3 0,5 1 0 0,-2-3-1 16,4 5 0-16,0-3-4 0,6 1 17 0,3 2-5 15,0 2-8-15,-3 0 4 0,0 0-4 0,2 0-5 0,-4 1-3 16,4-5-2-16,-2 1-3 0,-7 1-1 16,4 1-3-16,-6-2-2 0,-6 1-2 0,3-1-3 15,-5-1 0-15,-4-2-2 0,0 3-1 0,-29 1-22 16,32-5 2-16,-7 4 2 0,-26 1 0 0,30-1 3 0,-30-2-4 15,1 2 6-15,26-2-2 0,-28 4-2 0,0-2 4 16,1 4-3-16,-1-3 1 0,-7 1 0 0,0-1-1 16,-1 2 2-16,-3-1-2 0,6 0 0 15,-3 0-4-15,0 2 2 0,0 1 1 0,-2 0-2 0,1 1 0 16,-1 3 3-16,3-1 26 0,-3-1-2 0,-4 0-1 16,-12 0-2-16,1 3 0 0,-1-2-2 0,-5 0-1 15,-33-3-3-15,65 7 0 0,-33-5-3 0,-1 0 2 16,-31-2-2-16,56 10-2 0,-56-10 0 0,40 1 0 15,-40-1-3-15,42 2 5 0,-42-2-2 0,37 6-3 16,-37-6 4-16,34 3-4 0,-34-3 1 0,35 3 0 16,-35-3-1-16,0 0 1 0,44 5-1 0,-44-5 2 15,0 0-1-15,40 6 2 0,-40-6-1 0,0 0-31 16,29 3 4-16,-29-3 3 0,0 0 3 16,0 0 0-16,0 0 6 0,0 0-4 0,0 0 4 0,0 0-16 15,35 5-15-15,-35-5-25 0,0 0-29 0,0 0-35 16,0 0-39-16,0 0-44 0,0 0-169 0,0 0-416 15,0 0 185-15</inkml:trace>
  <inkml:trace contextRef="#ctx0" brushRef="#br0" timeOffset="-85537.8">26674 11135 8 0,'0'0'62'0,"0"0"0"0,0 0 6 15,0 0-7-15,0 0-2 0,0 0-5 0,7-2 4 16,-7 2-6-16,0 0-3 0,0 0-2 0,0 0-1 15,0 0-6-15,0 0 0 0,0 0 0 0,0 0 4 16,0 0-1-16,0 0-4 0,0 0 1 0,0 0 4 16,0 0-10-16,0 0-3 0,0 0 4 0,0 0-7 15,0 0 4-15,0 0-9 0,0 0-3 0,0 0 3 16,0 0 0-16,0 0-2 0,0 0-5 0,0 0-6 0,0 0 4 16,0 0 3-16,0 0-4 0,0 0-9 15,0 0 9-15,0 0-6 0,0 0 1 0,0 0-2 16,0 0 0-16,0 0-1 0,0 0 1 0,0 0 2 0,0 0 5 15,0 0-9-15,0 0 5 0,0 0-1 16,0 0 1-16,0 0-4 0,0 0 1 0,0 0 0 16,0 0 4-16,0 0 5 0,0 0-7 0,0 0-5 15,0 0 12-15,0 0-7 0,-27 2 0 0,27-2 10 0,0 0-6 16,0 0 0-16,0 0-12 0,0 0 7 0,0 0 6 16,0 0 0-16,0 0-2 0,-11 2-3 15,11-2 3-15,0 0-3 0,-9 0 2 0,9 0 1 16,0 0-1-16,-9 2 4 0,9-2 3 0,0 0-3 0,-11 1-1 15,11-1 3-15,-7 3-1 0,7-3-5 0,0 0 9 16,0 0-3-16,-8 0 7 0,8 0-6 0,0 0 2 16,0 0 0-16,0 0 2 0,0 0-4 0,-10 0 1 15,10 0 1-15,0 0 0 0,0 0-1 0,0 0-7 16,0 0 8-16,0 0 4 0,0 0-8 0,0 0-1 16,0 0 3-16,0 0-6 0,0 0 7 0,23 4-2 15,-9-4-6-15,7 0 2 0,6-4 1 0,5 4 5 16,4-3-1-16,3 2 2 0,11-3 1 0,-14 2-6 15,3-1 1-15,-3-1 2 0,0 4-4 0,2-2-1 16,-1 2-3-16,0-3 1 0,-3 1 1 0,0 1-5 16,-5-1 1-16,0 0-1 0,-2 2 1 0,-9 0-3 15,0-1 1-15,-1 1-1 0,-1 0 2 0,-3 0-5 16,-1 0 1-16,-3 1 2 0,0-2 0 0,-9 1 1 16,12 0-4-16,-12 0 0 0,11 0 1 0,-11 0 1 15,6 1-1-15,-6-1-4 0,0 0-10 0,0 0-11 16,9-1-18-16,-9 1-24 0,0 0-11 0,0 0-17 0,0 0-31 15,0 0-18-15,0 0-158 0,0 0-325 16,-24 8 143-16</inkml:trace>
  <inkml:trace contextRef="#ctx0" brushRef="#br0" timeOffset="-85088.89">26829 11183 113 0,'0'0'168'16,"2"-7"-12"-16,-2 7-4 0,0 0-5 0,0 0-7 15,2-8-6-15,-2 8-4 0,0 0-9 0,1-8-4 16,-1 8-3-16,0 0-11 0,0 0-5 0,0 0-14 0,0 0-6 16,0 0-14-16,0 0-5 0,0 0-4 0,0 0-6 15,0 0 2-15,0 0-1 0,0 0-6 0,7 22-2 16,-7-10-3-16,4 4 0 0,-4 1-5 0,-2 2 3 16,0 7 3-16,2-2 4 0,-5 3-5 0,3 0-1 15,2-1-8-15,-1 2 2 0,-1-2-2 0,-2-1-4 16,4 3-1-16,0-3-1 0,-2-7-1 0,4 2-2 15,-2-2-3-15,0 0-1 0,0 0-5 0,0-3-3 16,0-3 2-16,0 1 2 0,-2 0-5 16,4-3 2-16,-2 2-2 0,0-2 2 0,0-1-2 0,2-3-8 15,-2-6-17-15,0 14-25 0,0-14-29 0,0 10-27 16,0-10-25-16,0 9-24 0,0-9-23 0,0 0-24 16,0 0-148-16,0 0-371 0,0 0 164 0</inkml:trace>
  <inkml:trace contextRef="#ctx0" brushRef="#br0" timeOffset="-84481.1">27045 11271 67 0,'2'-7'207'0,"-2"-1"6"0,0 8-8 0,2-10-13 16,-2 10-13-16,0-7-18 0,0 7-18 0,0 0-18 15,4-7-15-15,-4 7-6 0,0 0-14 0,0 0-7 16,4 23-6-16,-2-9-3 0,0 4-7 0,0 0-9 16,1 3 3-16,-2 4-3 0,0-1-4 15,1-5-4-15,-2 6-7 0,0 1-4 0,0-7-3 0,0-1-1 16,0 0-4-16,0-3-6 0,2-1 0 0,-2-2-2 16,0 0-1-16,2-3-5 0,-2 1-2 0,0-1 2 15,0-9-5-15,2 13 2 0,-2-7 0 0,0-6-2 16,0 7 0-16,0-7 1 0,0 0-3 0,0 0 5 15,-2 11-3-15,2-11 0 0,0 0 4 0,0 0-2 16,0 0-6-16,0 0 2 0,0 0-2 0,0 0-4 16,19-26 4-16,-8 12-2 0,1 0-3 0,2 0 0 15,5-5 2-15,-6 6-9 0,2 2 6 0,4-1-1 16,-3 2-1-16,-1 0-1 0,-1 4-1 0,-3 2 0 0,0 1-4 16,1 3 9-16,-1 2-8 0,-3 2 6 15,2 0-4-15,1 2 0 0,-1 2 0 0,0 1 2 16,-3-1-2-16,4-1 2 0,-3 1-3 0,0 0 6 15,7 3-2-15,-6-3 5 0,9-2-4 0,-7 1 3 16,7-3-3-16,1-1 8 0,-2-3-6 0,3 2 3 16,0-4-1-16,1-1 1 0,0-1-3 0,3-5 2 15,-6 5 4-15,0-5-4 0,-3 2-1 0,0-1 6 16,-2-3-3-16,0-1 0 0,-6 3-4 0,-1-2 0 0,-1 1 0 16,3-1 0-16,-5-1 0 0,-2-3-2 0,-1 2-2 15,-3 0 5-15,3 3-4 0,-5-1 1 16,1 1-1-16,0 2 2 0,-1 1-3 0,-1 2 6 15,-2 1-2-15,-3 2-3 0,11 2-2 0,-20 3 0 0,5 3 0 16,-2 2 2-16,2 3-3 0,-1 0 2 0,3 0 0 16,2 3 0-16,3 2 3 0,0 0-10 0,5 1-29 15,2 0-36-15,2-1-51 0,2-1-53 16,6-1-66-16,0-1-147 0,0-3-421 0,6-2 186 0</inkml:trace>
  <inkml:trace contextRef="#ctx0" brushRef="#br0" timeOffset="-83219.05">28038 11239 76 0,'-5'-4'186'0,"5"4"-15"0,0 0-21 0,-4-5-10 15,4 5-14-15,0 0-9 0,0 0-16 0,0 0-6 0,0 0-4 16,26 2-14-16,-26-2-13 0,20 1-11 0,-8 1 7 15,-1-2-12-15,1 2-1 0,-1 0-3 16,-2-1-7-16,3 0-1 0,-6-1 4 0,-6 0-5 16,13 2-4-16,-7-2-1 0,-6 0-3 0,11 2-2 0,-11-2-5 15,5 1-2-15,-5-1-1 0,5 7-2 0,-5-7 1 16,3 9 11-16,-2-3 6 0,-5 4 3 0,1 1 3 16,-3 3-3-16,-1 1 4 0,-4 0-3 15,2 1-4-15,-1-2 1 0,0 1-3 0,-4 1-2 0,2-1-5 16,0 0 1-16,1 0-4 0,-1-2-4 0,4-1 0 15,0-3 0-15,0 0-3 0,1-1-2 0,0-1-2 16,2 0-1-16,3-3-2 0,2-4 4 0,-8 7-1 16,6-1-3-16,2-6 1 0,0 0-5 0,-3 5 1 15,3-5 5-15,0 0-6 0,0 0-1 0,0 0 2 16,0 0 1-16,5 10 1 0,-5-10-3 0,11 4-1 16,-4-1 1-16,0-1 0 0,4-1-1 15,-1 2 4-15,3-2-6 0,-2 0 3 0,7 2-1 0,-5-2 5 16,7-2-2-16,0 1-2 0,4-1 1 0,4-1 0 15,-1-1-1-15,0-2 3 0,2 5-2 0,0-4 1 16,-9 1-1-16,7-3 0 0,-6 0 4 0,-6 0-2 16,3-2 0-16,-2 3-1 0,-2-2 2 0,-4 0-3 0,0 1 1 15,0-4 2-15,-2 0-1 0,0 0-1 16,1 1 0-16,-4-1-1 0,-3 1 0 0,0-1 1 16,-2 0-6-16,0 0 4 0,-2 0-3 0,0 1 3 15,-2 0-1-15,1 1-2 0,-2 2 3 0,0 0-2 16,5 6 4-16,-13-9-3 0,3 5 1 0,0 4-3 15,0-1 0-15,-2 2 0 0,1 2-1 0,-1 2 1 16,-1 2-1-16,2 5 1 0,0 0-1 0,3-1 1 16,-1 2-2-16,2 2 8 0,2-2-7 0,4 1 2 0,1 3-2 15,1-6 1-15,4 6-1 0,1-6 3 16,1 2-3-16,2-1 5 0,1-1 4 0,1-1-4 16,4-3 0-16,0 3 2 0,2-5-2 0,-2-1 4 15,3 0-2-15,-5-2 4 0,6-4 0 0,-6 2-1 0,1-2 0 16,-1-1-3-16,-1 0 4 0,0-4-4 0,2-1 7 15,-5 1-5-15,0-5 15 0,-1 2-12 16,-2-1 0-16,2-1-1 0,-3 1-1 0,-1-1 1 0,2-3 0 16,-5 2-3-16,6-2 0 0,-2 2-2 15,-2 3-5-15,4-2 1 0,-2 2 2 0,3 1 0 0,0 2 2 16,3-2-3-16,-2 2-2 0,5 1 10 0,-1 2-9 16,-2 2 0-16,2 2 5 0,-1 1 5 0,0 1-4 15,-2 2 1-15,0 1-4 0,-2 1 3 0,-1 2-1 16,0 3-4-16,-1-1 6 0,2 0-3 0,-2 0 4 15,-1 2-3-15,-1-2-4 0,-2-1 2 0,3 7 1 16,-3-5 3-16,-1 0-3 0,1 1 2 0,2-2 6 16,1-1-7-16,-2-1 0 0,-1-3 1 15,1 1-3-15,1-2 0 0,0 2 0 0,1-2-4 0,-5-4-13 16,18 2 1-16,-9-1-1 0,2-4-3 0,-2 1 0 16,4-2 1-16,-2-1-8 0,1 0 2 0,3-3-2 15,-5 1 3-15,-1-1 1 0,3-1 2 0,-2-3 0 16,-2 2 2-16,0-3 0 0,0 4-2 0,-3-1 6 15,-1 2 2-15,1 1 0 0,-2 2 4 0,-3 5 5 16,4-10-3-16,-4 10 1 0,0 0-4 0,5-4-2 16,-5 4 0-16,0 0 6 0,0 0 5 0,0 0-6 15,-8 23-1-15,7-17-3 0,1 3 7 0,0 0 3 16,3-1-1-16,0 3-2 0,2-1 6 16,2 0 0-16,-1-3 8 0,2 0 0 0,5-4 5 15,-2 1 0-15,1 0 0 0,2-4-3 0,2 0-2 0,-2 0 3 16,-1-4 5-16,1 0-4 0,-4 1 4 0,4-4 1 15,-3 0-4-15,-2 1-4 0,0-4 2 0,-3 2-5 16,-4-2 3-16,1 0-4 0,-4 0-1 0,-1-1-2 16,1 0 2-16,-4 1-4 0,-1 0-3 0,-1 1-2 15,1 1-14-15,0 1-17 0,-5 2-12 0,4-1-37 16,-4 2-36-16,0 4-44 0,-1-2-51 0,1 5-217 16,1 0-462-16,1 0 204 0</inkml:trace>
  <inkml:trace contextRef="#ctx0" brushRef="#br0" timeOffset="-82705.08">29367 11676 69 0,'-3'-5'200'0,"3"5"-11"16,-2-13-1-16,2 13-3 0,9-15-15 0,-1 5-10 15,2-5-13-15,4 1-11 0,4-5-7 0,3 2-10 16,3-2-4-16,0 1-8 0,2-1-8 16,2 0 1-16,-1 1-12 0,5 0-9 0,-4-4-4 0,1 1-3 15,-1-1-7-15,0 2-4 0,-3-1-6 0,-4 2-1 16,-3 0-2-16,-6 4-1 0,-1 2 0 0,-2 0 21 15,-4 5-1-15,-3-2-11 0,-1-1-5 0,0 3-6 16,-1 8-7-16,-5-12-3 0,1 7-8 0,-2 1-4 16,-6 0-1-16,2 4-6 0,-2 0 0 0,-1 0-5 15,-3 7-2-15,4-2 4 0,-4 3-3 0,6-1-5 16,-2 1-1-16,5 0 3 0,0 1-7 0,2 0-1 16,3 2-1-16,2 1-3 0,6-2 1 0,0 1-7 15,3 2-2-15,5-1 2 0,-1 2-5 0,1 0 4 16,3-1 0-16,-1 0-5 0,-1-2 3 0,-3 1-1 15,2 1 1-15,-3 0 1 0,0 1 1 0,-6-7 3 16,3 1-3-16,-6-2 1 0,1 5 1 0,-2-5 2 16,-1 3 0-16,0-9 4 0,-7 17 2 0,1-12-4 15,1 0-6-15,-3 1-8 0,0 0-8 0,-1-1-12 16,1-2-20-16,-2 1-32 0,4 0-26 0,0-1-21 16,6-3-24-16,-7 3-27 0,7-3-20 0,-8 2-170 15,8-2-405-15,0 0 180 0</inkml:trace>
  <inkml:trace contextRef="#ctx0" brushRef="#br0" timeOffset="-82510.66">30014 11350 45 0,'8'-6'237'16,"-3"1"-5"-16,-3 1-9 0,-2 4-17 0,7-7-19 16,-7 7-19-16,5-2-14 0,-5 2 1 0,0 0-9 15,0 0-5-15,6 16 0 0,-6-7-6 0,-1 3-11 16,1 0-13-16,0 4-5 0,-5 0-16 0,4 0-6 0,0 2-11 15,-1-1-7-15,2-2-27 0,-1 1-28 16,1-4-36-16,0 1-50 0,0-1-58 0,1-3-52 16,1 1-33-16,-2-4-155 0,0-6-405 0,2 11 179 0</inkml:trace>
  <inkml:trace contextRef="#ctx0" brushRef="#br0" timeOffset="-82340.26">30015 11092 15 0,'-1'-7'171'0,"1"7"-22"15,-1-8-14-15,1 8-20 0,0 0-18 0,0 0-22 16,0 0-20-16,0 0-27 0,9 30-33 0,0-14-38 0,0 2-89 16,3 3-143-16,4 5 63 0</inkml:trace>
  <inkml:trace contextRef="#ctx0" brushRef="#br0" timeOffset="-81960.69">30392 11361 117 0,'4'-5'211'0,"-4"5"-2"15,0 0-13-15,0 0-9 0,-5-13-7 0,5 13-5 16,-13-6-5-16,7 4-8 0,-4-1-9 16,-3 1-14-16,0 2-9 0,-5 3-12 0,2 3-9 0,2-1-2 15,-4 2-18-15,0 1-7 0,1 2-5 0,6-3-11 16,1 2-1-16,2 0-11 0,-2 0-4 0,5-2-4 15,1 2-4-15,1 2-5 0,2-5-2 0,2 4-4 16,-1-10 0-16,3 12-2 0,2-8-2 0,2 1-6 16,2-1-2-16,2 0 0 0,0-1-1 0,-2-3-3 15,3-1-2-15,0 0-2 0,0-3 3 0,1 1-2 16,-1 2-4-16,-1-3 1 0,0 2-1 0,-3-3 1 16,-1 2 0-16,0 1-2 0,-1-1-2 0,-6 3-3 15,12-3-3-15,-12 3-3 0,9-1 2 0,-9 1-3 16,7 6-1-16,0 0 1 0,-2 2 2 0,-1 2 3 15,-2 3 0-15,1-3 0 0,-1 7 5 0,0 3-1 16,-2-1 3-16,-3 0 4 0,2 6 1 0,-2-5 1 16,-2-2 2-16,0 0-1 0,-3-1 0 0,2 0 0 15,-3-2-2-15,3 0-3 0,-4 0-1 0,2-5-22 16,-1-1-27-16,1-2-34 0,-2 1-49 0,1-3-47 16,2-1-62-16,-1-2-231 0,-3-2-500 0,11 0 221 15</inkml:trace>
  <inkml:trace contextRef="#ctx0" brushRef="#br0" timeOffset="-81599.88">30519 11391 111 0,'8'1'232'0,"3"1"-16"0,-5 1-4 0,2 1-5 15,-3 2-13-15,0 0-6 0,3 3-6 0,-3-1-14 16,2 2-15-16,-2 2-19 0,-1-2-9 0,1 3-11 15,1-3-11-15,-7-5-5 0,2 2-10 0,1-1-9 16,-2-6-2-16,2 7 5 0,-2-7 3 0,1 8-5 16,-1-8-8-16,0 0 2 0,0 0-12 0,0 0-1 15,0 0-12-15,0 0-7 0,0 0-2 0,3-28-4 16,-1 17-3-16,1 0-7 0,1-4 0 0,2-2-3 16,2 3-7-16,-1-1 4 0,2 2-7 0,0-3-3 15,-1 9 1-15,0-2-6 0,-1 1 1 0,-2 3-3 16,2 2 0-16,-1 0-4 0,-6 3 9 0,13 1-11 15,-13-1 1-15,13 6-1 0,-8-1-2 0,2 2 5 16,-1 2 0-16,-2 1-6 0,-1 1 4 0,2 1-1 16,-3 2 3-16,0 3 3 0,-1-1-1 0,2 1-2 0,-2-2-22 15,-2-4-37-15,1-1-46 0,0-1-67 16,0-1-55-16,1-2-58 0,-1-6-162 0,0 14-483 16,2-9 215-16</inkml:trace>
  <inkml:trace contextRef="#ctx0" brushRef="#br0" timeOffset="-81208.51">31019 11359 262 0,'-2'-9'268'0,"0"3"-2"0,2 6-23 16,-7-11-10-16,2 8-22 0,5 3-19 0,-19 0-12 0,8 5-13 16,-7 0-21-16,2 5-8 0,-1 1-11 15,-3 1-8-15,0 3-11 0,3-2-10 0,4 3-11 16,1-1-5-16,3 0-10 0,2 0-8 0,3-5-2 15,1 1-8-15,1 0-7 0,5-1 4 0,-2-1-12 16,4-1-5-16,3-2 1 0,1 0 1 0,2 0-9 0,0-4 2 16,3 0 0-16,-1-5-3 0,-1 0-5 15,5-3 3-15,-3-2-10 0,-1 2 8 0,1-3-8 16,-3 1-2-16,3-5-1 0,-3-1-4 0,-1 3 3 16,-4-4-2-16,-1 1 4 0,1-2-6 0,-4 4 0 0,2 2 2 15,-2 0-4-15,0 0 2 0,-2 4-1 16,0 6 4-16,1-11-8 0,-1 11-3 0,0-8 0 15,0 8-2-15,0 0-1 0,0 0 1 0,0 0 5 16,0 0 0-16,0 0 3 0,-4 33 2 0,3-17-3 16,-3-2 3-16,2-3-3 0,-1 5 5 0,4 1 0 0,-1-5-5 15,3 5 3-15,-1-5 0 0,5 3-3 0,-1-4-27 16,0-2-26-16,2 1-34 0,1-5-51 16,0 1-59-16,1-2-61 0,0 0-251 0,1-2-547 0,-11-2 243 15</inkml:trace>
  <inkml:trace contextRef="#ctx0" brushRef="#br0" timeOffset="-80994.05">31263 11158 59 0,'2'-9'311'16,"0"-1"-9"-16,-2 4-16 0,0 6-29 0,1-10-22 0,-1 10-19 15,0 0-8-15,0 0 11 0,0 0 23 0,9 20-10 16,-13-3-11-16,3 1-19 0,-3 9-16 0,0-2-19 15,1 0-15-15,1-1-15 0,1 1-5 0,-1-1-19 16,1 2-1-16,1-7-16 0,1 5-40 16,1-5-59-16,-4-2-50 0,1 2-50 0,-2 0-73 0,5-3-96 15,-5 2-317-15,1-6-639 0,0 0 283 0</inkml:trace>
  <inkml:trace contextRef="#ctx0" brushRef="#br0" timeOffset="-80486.88">31571 11237 8 0,'-2'-11'254'0,"2"11"-9"0,2-8-15 0,-2 8-21 15,0 0-22-15,0 0-20 0,0-8-14 0,0 8-18 16,0 0-14-16,0 0-5 0,11 20-13 0,-6-4 2 15,3 0-4-15,0 8-7 0,-2-7-10 0,0 1-7 16,-1 0-5-16,2-1-8 0,-2 0-3 0,0-2-2 16,0 1-7-16,-1-4-4 0,1 0-4 0,0 3 2 0,-1-5 0 15,-1-4 9-15,-1-3 10 0,-2-3 17 16,4 7 11-16,-4-7 11 0,0 0-13 0,10-1-5 16,-10 1-5-16,0 0-4 0,12-16-6 0,-6 7-7 15,2-2-16-15,3-5 3 0,0 0 0 0,0 1-7 16,-1-1-10-16,1 0 3 0,3-9-6 0,-7 7 3 15,5-5-14-15,-2 0 4 0,-2 5-9 0,-2-2-1 16,-1 4-3-16,0 0-17 0,2 1-12 0,-4 7-17 16,0-3-29-16,-3 5-22 0,0 6-44 0,-1-8-46 15,1 8-36-15,0 0-31 0,0 0-26 0,0 0-219 16,-26 19-528-16,16-6 234 0</inkml:trace>
  <inkml:trace contextRef="#ctx0" brushRef="#br0" timeOffset="-80114.93">32042 11264 76 0,'0'0'264'0,"0"0"-10"0,-5-15-12 0,1 12-17 0,4 3-19 16,-10-6-15-16,2 5-19 0,-4 3-9 16,1 2-14-16,-2 2-11 0,-2 3-13 0,1 0-11 15,0 3-7-15,3 1-10 0,-2-2-11 0,3 3-8 16,3-3-12-16,1 1-8 0,1-1-3 0,4-2-4 0,-1 2-2 15,2-2 2-15,3 0-12 0,2 0-3 16,-4-2-4-16,6-3 6 0,-4 2-13 0,4-2-3 16,2 1-2-16,0-5-3 0,0 1 1 0,1-4-3 15,1 1-3-15,-2-2-3 0,3 0-4 0,-1-5-1 0,-2 1 3 16,0 1-7-16,1-3 1 0,-2 1 1 0,-1-1-2 16,-1 2 1-16,-1-1-2 0,3 1 5 15,-6 2-3-15,-2 6 0 0,4-7 0 0,-4 7-5 16,5-4-2-16,-5 4-4 0,0 0 3 0,0 0-1 15,0 0 1-15,0 0 4 0,7 14-3 0,-7-7 2 0,-2 4 0 16,2 0 0-16,-1 0 5 0,0 4-3 16,1-3-16-16,2 1-30 0,-2 2-32 0,0-3-46 0,0-1-45 15,3-2-45-15,0 3-219 0,-3-2-469 16,0-10 208-16</inkml:trace>
  <inkml:trace contextRef="#ctx0" brushRef="#br0" timeOffset="-79885.19">32196 11080 14 0,'0'-5'280'16,"0"5"-16"-16,1-10-28 0,-1 10-22 0,0 0-9 0,0 0-10 16,0 0 1-16,0 0-5 0,8 32-2 15,-10-15-5-15,4 8-7 0,-5 1-17 0,4 2-13 16,-2-1-12-16,0-1-12 0,-2 3-11 0,3-3-13 15,-2 0-12-15,7 1-4 0,-8-8-14 0,6 0-45 0,-1 0-38 16,-2 6-45-16,0-8-43 0,-2-1-62 0,3-6-67 16,-1 2-238-16,-4-2-509 0,4-10 225 15</inkml:trace>
  <inkml:trace contextRef="#ctx0" brushRef="#br0" timeOffset="-79132.88">32327 11317 165 0,'3'-9'242'0,"-3"9"-20"0,2-7-19 16,-2 7-12-16,0 0-4 0,0 0-7 0,0 0-13 15,0 0-13-15,0 0-13 0,7 21-14 0,-5-13-10 16,-3 2-12-16,5-1-8 0,1 0-9 0,0 1-7 16,0 0-9-16,2-1-4 0,0 1-7 0,1 0-3 15,2-3-5-15,-1-2-5 0,1-1-4 0,3 0 4 16,-3-1-12-16,1 0-1 0,-3-3-6 0,2 0 1 15,0-3-3-15,-3 0 0 0,0-1-7 0,0-1 1 16,1-2-5-16,1-1 1 0,-4-1-5 0,2 0-8 16,-4-1 29-16,3-1 1 0,-3 3 0 0,2-1-3 0,-2 2-10 15,-1-1 1-15,1 2-3 0,-3 6-2 16,4-8-9-16,-4 8 1 0,3-5-6 0,-3 5-2 16,0 0 0-16,0 0 1 0,0 0-4 0,0 0 5 15,0 0-3-15,3 23-5 0,-1-16 11 0,-1 3 3 16,0-5-6-16,2 4 4 0,-1-3-3 0,5 2 5 15,0-2 0-15,1 2 3 0,2-3-3 0,3 2 13 16,-13-7-10-16,0 0-2 0,0 0 4 0,66 7-2 16,-66-7 2-16,0 0 1 0,44-7 3 0,-44 7 3 15,0 0-5-15,34-13 6 0,-34 13-1 0,0 0-2 16,26-25-4-16,-26 25 1 0,14-19-5 0,-14 19 5 16,0 0-7-16,12-33 3 0,-12 33 1 0,0 0-3 15,3-35 3-15,-3 35 3 0,0 0-1 0,0 0-6 16,0 0-2-16,-1-34 0 0,1 34-5 0,0 0 1 15,0 0-2-15,0 0 4 0,0 0-19 0,0 0 23 16,0 0-14-16,0 0 8 0,0 0-4 0,0 0 1 16,0 0-3-16,-54 65 3 0,54-65 0 0,0 0-13 15,-3 33 6-15,3-33 18 0,0 0-11 0,0 0 9 16,0 0-1-16,25 46-1 0,-25-46-8 0,22 11 6 16,-22-11-1-16,0 0 1 0,43 7 1 0,-43-7-1 15,37-1 4-15,-37 1-1 0,0 0-4 0,50-9 3 16,-50 9-2-16,32-18 1 0,-32 18 2 0,30-20 0 15,-30 20-3-15,20-22 0 0,-20 22 0 0,14-29-2 16,-14 29-5-16,12-29 7 0,-12 29-4 0,0 0-1 16,6-33 8-16,-6 33-11 0,0 0 0 0,0 0-3 15,3-30 2-15,-3 30-2 0,0 0 1 0,0 0-4 16,0 0 2-16,0 0-1 0,0 0-2 0,0 0 4 16,0 0 2-16,0 0-2 0,0 0-2 0,-53 73 3 15,53-73-1-15,-11 33 0 0,11-33-13 0,-8 33 19 16,8-33-6-16,0 0 6 0,-3 39-4 0,3-39 3 15,0 35 0-15,0-35-14 0,0 0-25 0,0 37-26 16,0-37-28-16,0 0-29 0,-7 31-42 0,7-31-50 16,-14 22-48-16,14-22-219 0,-32 21-521 0,32-21 231 15</inkml:trace>
  <inkml:trace contextRef="#ctx0" brushRef="#br0" timeOffset="-78219.01">27296 12204 90 0,'-8'-3'218'0,"-3"2"-17"0,-3 2-15 15,1 3-9-15,-2 5-9 0,0 2 0 0,-7 5-12 16,1 5-14-16,6-1-10 0,2 2-11 0,-1 1-11 15,5-4-13-15,2 0-8 0,6-1-10 0,-1 0-7 16,4-2-8-16,2-2-5 0,4 3-4 0,1-3 2 16,3-3-14-16,-1-2 4 0,4-2-6 0,3-2 26 15,1-3-5-15,-2-2 1 0,4 0 5 0,-4-4-12 16,2-2 1-16,-1-3-7 0,-3-1 1 0,-1-1-12 16,-1-1 4-16,-4-1-9 0,0-1-4 0,-4-5-1 15,-3 3-4-15,-4-2-2 0,0-7-2 0,-6-1-3 0,-1 0-1 16,-1 8 0-16,-4-2-6 0,3 3 0 15,-8-2-6-15,2 6 2 0,3 0 1 0,-3 4-2 16,0 2-4-16,6 1 2 0,1 0-3 0,-2 2-9 16,7 4 5-16,5 0 1 0,-12 4-2 0,12-4 0 0,-8 9 2 15,4-4-5-15,4-5 7 0,6 14-1 0,2-5 2 16,0-2-1-16,11 1 3 0,0-1 4 0,10-3-6 16,3-3-2-16,1-3 5 0,3 2-4 15,1-4 3-15,-1-4-3 0,0-1 6 0,-5-2-8 0,-1 0 3 16,-6-2 0-16,-4 4 9 0,-2-3-6 0,-3 1 1 15,-3-1 0-15,-5 1-1 0,1-5-1 0,-5 5 1 16,-1-6 0-16,-2 1-3 0,-2 1 4 16,1 3-1-16,-5 0-6 0,-2-2 3 0,3 4 1 15,0 1 1-15,-4 0 1 0,4 2-1 0,-1 1-1 16,2 1-3-16,4 5 2 0,-9-2-1 0,9 2-6 0,-12 10 3 16,4 2 0-16,1 4 1 0,-1 8 1 0,2 0 1 15,2 3 5-15,0 1 2 0,3 4 5 0,-3 1-5 16,4 1-1-16,2-1 3 0,2 1-1 0,-1 0 0 15,-1-1 1-15,2-2-1 0,0 1 3 0,2-1-5 16,-2-2 3-16,3 0 1 0,-5-3-2 16,-2 0-1-16,4-7 1 0,-1 6-1 0,-1-7-14 0,0 0-18 15,-2-4-29-15,-2 1-28 0,1-2-35 16,-3-2-43-16,0 0-40 0,2-1-32 0,-1-2-29 0,-1-1-147 16,2-2-441-16,2-5 195 0</inkml:trace>
  <inkml:trace contextRef="#ctx0" brushRef="#br0" timeOffset="-78042.92">27620 12410 105 0,'0'0'215'0,"6"-6"-19"0,-6 6-17 0,5-6-16 0,-5 6-17 15,12-4-16-15,-5 1-9 0,-1 2-16 0,5-1-24 16,1 2-34-16,1-1-57 0,7-1-47 0,0 0-70 15,-1 0-89-15,9-4-234 0,-1 0 104 0</inkml:trace>
  <inkml:trace contextRef="#ctx0" brushRef="#br0" timeOffset="-77854.69">28236 12062 249 0,'0'0'249'0,"2"-9"-22"15,3 6-20-15,-1-2-19 0,2-1-14 0,6 0-18 16,4-1-17-16,5-1-11 0,7 1-11 0,-3 0-14 16,4 2-12-16,1 0-26 0,-4 1-35 0,-6 2-33 15,2 0-42-15,-4-1-51 0,0 1-39 0,-6 1-31 16,0 2-114-16,-4-2-303 0,-8 1 134 0</inkml:trace>
  <inkml:trace contextRef="#ctx0" brushRef="#br0" timeOffset="-77484.77">28438 12011 82 0,'0'0'185'0,"-3"7"11"0,3-7-14 0,5 14 0 15,-2-3-1-15,-1 0-11 0,3 7-3 0,-3 1-11 16,2 7-14-16,-2-2-5 0,0 2-10 0,-2-1-14 16,0 1-8-16,0-7-7 0,0 7-10 0,4 0-4 15,-4-10-12-15,1 2 0 0,1-1-8 0,-2-5-7 16,1 0-5-16,0-1-4 0,0 0-5 0,3-2-3 15,-1 1-9-15,-3-4 2 0,0-6-5 0,3 10-1 16,-3-10-2-16,0 8-1 0,0-8 0 0,2 6-1 16,-2-6-4-16,0 0-4 0,-8 4-10 0,8-4-1 15,0 0 2-15,-18-6-7 0,18 6 1 16,-16-7 1-16,7 3-4 0,-2-1-4 0,-1 1 3 0,1 1 0 16,1 0 1-16,0 0-2 0,1 0 1 0,3 0 1 15,-1 1 0-15,7 2 1 0,-12-3-2 0,12 3-1 16,-9-3 1-16,9 3-1 0,0 0 2 0,0 0-1 15,0 0 1-15,0 0 9 0,0 0-3 0,0 0 7 16,0 0-2-16,0 0 4 0,23 10-3 0,-10-9 1 16,7-1-2-16,-2 0-15 0,2 0-30 0,2 0-40 15,-2-1-54-15,7-1-55 0,-5 2-47 0,-2-2-173 16,1-1-441-16,6-1 195 0</inkml:trace>
  <inkml:trace contextRef="#ctx0" brushRef="#br0" timeOffset="-77251.38">28952 12281 85 0,'0'0'272'15,"0"0"-9"-15,-8-12-13 0,8 12-13 0,-12-1-13 16,1 2-10-16,2 5-14 0,-4-3-13 0,-2 8-10 16,-1 0-9-16,0 0-10 0,1 2-11 0,0 2-9 15,3-2-15-15,3 3-10 0,-1-2-10 0,3-3-7 16,4 1-17-16,-2-2-5 0,2 1-3 0,3 0-7 0,0 0-7 15,4-3-10-15,2 1-18 0,3-1-24 16,2-2-35-16,1-1-33 0,5-2-35 0,3-3-41 16,2 2-43-16,6-5-41 0,2 1-43 0,-1-1-164 15,1-3-467-15,1-1 207 0</inkml:trace>
  <inkml:trace contextRef="#ctx0" brushRef="#br0" timeOffset="-76868.75">29587 12167 84 0,'-1'-7'259'16,"-5"-2"-7"-16,1 4-11 0,1-1-6 0,-5 1-7 16,-2-1-13-16,-1 4-11 0,-1 1-17 0,-1 2-11 0,-3 4-19 15,-1 6-13-15,3-4-8 0,2 5-12 16,-1 1-16-16,-4 6-9 0,8-2-9 0,1-1-9 16,0 0-7-16,5 0-8 0,3-3-7 15,0-3-3-15,3 3-4 0,2 0-6 0,4-4-5 0,-1 0 0 16,4-2-4-16,0 0-4 0,6-1 0 0,-6-2-1 15,5-2-10-15,-3-2 1 0,-1 0-1 0,1-2 2 16,-4 1-3-16,4-5-3 0,-2 3-2 0,1-2 3 16,-3 0-7-16,-3-4 0 0,2 1 1 0,-2-1-1 15,-2-3-1-15,1 2-2 0,-2 0-2 0,-2-3 4 0,2 3-7 16,-1-2-1-16,1 2 5 0,-3 1-2 16,1 2 1-16,-1 7 0 0,0-10-4 0,0 10-1 15,1-9-4-15,-1 9-6 0,0 0 7 0,0 0-2 16,0 0-2-16,0 0 2 0,0 0-1 0,0 0 1 0,0 0 3 15,-1 36-3-15,1-25 9 0,0 1-2 0,3-2-1 16,-2 2-3-16,4-3-4 0,0 1-20 16,0-2-27-16,1 0-46 0,1 0-45 0,0-3-66 0,0-2-57 15,2 1-247-15,-9-4-555 0,11 2 245 16</inkml:trace>
  <inkml:trace contextRef="#ctx0" brushRef="#br0" timeOffset="-76526.27">29799 12200 256 0,'0'0'253'0,"0"0"-15"0,3 19-6 15,-3-10-10-15,-4 0-18 0,3 1-13 0,-2 1-12 16,2 0-16-16,0 0-16 0,0 1-11 16,-1-3-18-16,4 3-9 0,-2-3-13 0,0-9-10 15,-3 11-4-15,2-5-13 0,1-6-4 0,0 0-6 0,1 11-1 16,-1-11-3-16,0 0 0 0,0 0 2 15,0 0-9-15,5 3-2 0,-5-3-5 0,0 0-1 16,15-12-9-16,-8 4 1 0,1-1-4 0,0 1-3 16,4-4-3-16,-1-1-1 0,3 0-3 0,1-2-4 15,0 2 1-15,-2 0-4 0,3 3 0 0,-2 2-7 16,-2 2-1-16,-1 0 0 0,-3 3 1 0,-2 0-5 0,3 3-1 16,-9 0 0-16,13 2 2 0,-8 3 1 15,0 0-3-15,0 2 1 0,-1 1-2 0,0 3 6 16,-1-3-4-16,-1 2 7 0,-1-1-5 0,3 1-25 0,-2-1-38 15,-1 1-42-15,0-2-43 0,1-2-59 0,4 1-51 16,-4 1-201-16,3-2-496 0,2-3 219 0</inkml:trace>
  <inkml:trace contextRef="#ctx0" brushRef="#br0" timeOffset="-76110.86">30311 12208 194 0,'-5'-5'256'0,"-2"0"-8"0,-1 1-14 0,-4 0-15 0,0 1-19 16,-2 2-15-16,1 5-15 0,-6 0-12 16,4 2-10-16,-2 3-15 0,2 2-10 0,1-1-17 0,1 1-5 15,5 1-15-15,-2 0-7 0,5-1-7 0,0 0-4 16,2 0-10-16,3-1-5 0,2-1-7 0,1 0-2 16,1-2-1-16,3 1-4 0,0-3-2 0,1 1-5 15,0-4-2-15,-1 1-3 0,5-2-1 0,-1 0-1 16,0-3-5-16,0-1-1 0,-2-1 1 0,0-1 0 15,1-1-6-15,-1-3 1 0,0-2-4 0,0-3-1 16,-4 3 2-16,3-5-3 0,-3-1-1 16,1-1 1-16,1-6-3 0,-4 5 4 0,0-6-4 0,-2-1-3 15,1 7 2-15,2-6-2 0,-2 5 11 0,-1 1 8 16,1 0 10-16,-1 4 10 0,-2 2 18 16,1 3 21-16,0 0 17 0,0 3-3 0,0 7-7 0,0-11-17 15,0 11-9-15,0 0-7 0,0 0-10 0,0 0 10 16,0 0-3-16,0 0 3 0,0 30-3 0,-2-13-1 15,1 4-2-15,-1-4-1 0,-1 8-11 0,2-5 2 16,1 0-4-16,0-1-7 0,0 6-3 0,0-8-7 16,2 2-44-16,2-3-31 0,-1 1-48 0,-3 0-51 15,2-5-48-15,-3 4-77 0,4-5-65 0,-5-2-250 16,4 0-646-16,1 3 287 0</inkml:trace>
  <inkml:trace contextRef="#ctx0" brushRef="#br0" timeOffset="-75543.96">30901 12113 224 0,'1'-8'274'0,"-1"8"-9"16,0 0-12-16,0 0-14 0,4-7-8 0,-4 7-14 15,0 0-16-15,0 0-20 0,0 0-17 0,0 0-19 16,0 0-16-16,0 0-15 0,4-5-11 0,-4 5-10 15,0 0-2-15,6 17-3 0,-2-6-2 0,1 3-1 0,1 2-3 16,1 1-11-16,-1 1-1 0,2 0-6 16,-1 0-12-16,0 0 4 0,1-2-4 15,0 1-8-15,-3 0-6 0,1 0 0 0,2-3 1 0,-2 0 1 16,-1-3-15-16,0-2 0 0,-1 0-32 0,1 0 1 16,-1-3 3-16,0 1 0 0,0-3 3 0,-4-4-3 15,4 8 5-15,-4-8 4 0,2 7 10 0,-2-7 15 16,4 3 10-16,-4-3-5 0,0 0-4 0,0 0 2 15,13-13-5-15,-6 5 0 0,0-3-7 0,-1-6 3 16,2 3-4-16,1-1 4 0,0-11-10 0,2 2-4 16,1-1 4-16,-3 0-2 0,1 0-5 0,-1 1 1 0,0-3-1 15,-1 0-4-15,-3 10 7 0,2-2 1 16,-4 4-15-16,1 3 20 0,-3 1-9 0,3 1-1 16,-3 3-9-16,-1 7 0 0,3-12-11 0,-2 7-20 15,-1 5-26-15,3-5-32 0,-3 5-15 0,0 0-10 16,0 0-30-16,0 0-40 0,-11 21-42 0,9-11-46 0,-2 4-241 15,-1-2-557-15,1 3 247 0</inkml:trace>
  <inkml:trace contextRef="#ctx0" brushRef="#br0" timeOffset="-74108.49">31376 12308 28 0,'0'0'142'0,"0"0"-8"0,6-3 3 0,-6 3 4 15,0 0-1-15,0 0-4 0,0 0 2 0,6-5-2 16,-6 5-2-16,0 0-6 0,0 0-3 0,0 0-8 16,0 0-12-16,0 0-9 0,0 0-5 0,0 0-12 15,0 0-4-15,-14-9-5 0,14 9-7 0,0 0-2 16,-18 8-3-16,9-3-2 0,3-1-3 0,-3 2-6 16,0 3-4-16,-2 0 4 0,1 4-3 0,0-3 1 15,0 6-4-15,1-1 5 0,3-5-4 0,0 2-3 16,0-1-4-16,2 1-1 0,0-2-5 0,3 0-1 15,0 1-4-15,1-2 7 0,1 1-12 0,2-2 5 16,2 1-4-16,0 0-2 0,3-3-3 0,-1-1-30 16,6-2-31-16,-3 2-28 0,3-3-29 0,4 0-26 0,2-4-40 15,-1 2-26-15,-4-2-28 0,0 1-137 16,0-2-390-16,3-1 172 0</inkml:trace>
  <inkml:trace contextRef="#ctx0" brushRef="#br0" timeOffset="-73698.92">31750 12232 182 0,'-7'-2'216'0,"-2"-1"-11"0,2-2-12 16,-4 5-9-16,11 0-21 0,-21 5-11 0,10 0-13 16,0 2-9-16,-2 5-11 0,4-2-9 15,-1 4-7-15,2-4-13 0,2 0-11 0,2 3 0 16,0-4-16-16,3 2-3 0,1-2-7 0,0 1-3 15,2 0-5-15,4-2 0 0,1 0-6 0,2 1-2 16,3-2-5-16,-1-3-2 0,2 1-3 0,-1-2-1 16,7 0-4-16,-8 0-1 0,2-3-1 0,0 0-3 15,-3 1-3-15,-3-1 3 0,-7 0-3 0,13-1 5 16,-13 1 4-16,9-2 5 0,-9 2-2 0,7-4-3 0,-7 4 0 16,0 0-2-16,0 0-2 0,0 0-1 0,0 0-3 15,0 0 1-15,-22-6-2 0,11 6 4 16,-1 1-2-16,-4 6 8 0,3-3 2 0,-6 2 0 15,2 3 0-15,0-1 5 0,3 2 2 0,3-2-4 0,2 0 0 16,1 1 3-16,-3-1-5 0,4 1-1 0,1-1 0 16,2 0-5-16,1 2 8 0,2-4-9 0,1 1-4 15,4 0 5-15,2-2-6 0,3-1 3 0,3 2-1 16,6-3-5-16,1 0-12 0,8-2-17 16,0-1-33-16,-7 0-27 0,2 0-50 0,-2-1-53 0,1-3-73 15,-1 2-224-15,0-4-515 0,0 1 229 0</inkml:trace>
  <inkml:trace contextRef="#ctx0" brushRef="#br0" timeOffset="-72818.86">32109 12258 5 0,'0'0'249'0,"0"0"3"0,0 0-6 0,0 0-8 15,0 0-12-15,0 0-11 0,0 0-16 0,0 0-15 16,0 0-21-16,0 0-17 0,0 0-2 0,0 0-23 16,0 0-10-16,14-18-10 0,-10 15-10 0,1-2-2 15,1-1-4-15,2 0-6 0,0-3-2 0,-3 2-8 16,1-1-3-16,-2 2-8 0,1-3-9 0,-1 0 1 16,2-1-6-16,-3-2-2 0,-2 2-1 0,0 0-1 15,1 1-4-15,-1-1-6 0,-1-1-1 0,1 1 0 16,-1 10-2-16,-1-13-9 0,1 5 4 0,0 8 9 15,-1-10-14-15,1 10 5 0,0 0-12 0,0-9-1 16,0 9 0-16,0 0-7 0,-4-9-4 0,4 9 7 16,0 0-5-16,0 0 1 0,0 0-1 0,-4 23 1 0,4-14-2 15,-3 1 0-15,2 2-3 0,1 0 0 16,0 0 3-16,0-1 2 0,3 2-3 0,-1-3 19 16,2 2-14-16,3 2 2 0,-1-3-3 0,0-1-4 15,3-2 7-15,-1-1 3 0,3-2-4 0,1 1 2 16,-1-4-5-16,5 0 4 0,0-2 1 0,-3 0-3 15,-1 0 2-15,2 0 0 0,-3-3-1 0,1-3 13 16,-1 3-15-16,-2-4 3 0,1-1 0 0,0 1 1 16,-2 0-5-16,-3-3 2 0,0 0-3 0,3 3 2 0,-4-4 3 15,0 3-4-15,0-3 5 0,-3 1-8 16,3 0 2-16,-4 5 7 0,0 5-4 0,2-12-4 16,0 6 2-16,-2 6 5 0,1-8-7 0,-1 8-1 15,0 0-4-15,0 0-2 0,0 0-1 0,0 0 3 16,0 0 0-16,0 0 1 0,0 0 0 0,-7 23-2 0,5-16 6 15,1 4-5-15,-2-2 1 0,0 3 12 0,1 1-12 16,2-1 2-16,-1-1-1 0,1 1 3 16,-2 6 3-16,4-1-1 0,-1-4-4 0,-2-1 0 15,2 3 1-15,1-3 5 0,0-1-1 0,-1 0 1 0,-1-2-4 16,0-2-18-16,0 1-16 0,0 0-24 0,0-8-21 16,-1 11-10-16,-4-8-34 0,5-3-37 0,-6 9-37 15,1-6-52-15,5-3-221 0,-10 2-509 0,10-2 226 16</inkml:trace>
  <inkml:trace contextRef="#ctx0" brushRef="#br0" timeOffset="-72616.75">32115 11940 2165 0,'-1'-12'7'0,"1"1"-6"0,-1-1 17 0,-1 5-7 16,2 7 9-16,0-13 10 0,0 13 1 0,-1-8 0 15,1 8-8-15,0 0-5 0,1-10-4 0,-1 10 1 16,0 0-3-16,8-2-9 0,-8 2-25 0,0 0-47 16,12 8-52-16,-4-2-56 0,-3 1-158 0,-2-1-364 15,-2 0 162-15</inkml:trace>
  <inkml:trace contextRef="#ctx0" brushRef="#br0" timeOffset="-71908.34">25682 13050 145 0,'-11'-2'175'0,"-1"0"-6"0,-1-1-8 0,1 4 2 16,-7 1-7-16,0 6-13 0,4 0-7 0,-4 1-6 16,-3 7-5-16,2 4-9 0,0 0-10 0,1 3-6 15,4 2 0-15,-1 0-10 0,7 2-7 0,2-2-10 0,-1-2 12 16,6 2-10-16,-1-7-8 0,6 1-6 16,2-2-5-16,-1 0-5 0,5-1 0 0,4-2-8 15,3-1-12-15,-3-2-13 0,7-2-19 0,9 0-20 16,-1-5-27-16,1-1-29 0,0 0-29 0,2-3-28 0,1-4-21 15,1 0-19-15,-3-1-16 0,-1-2-111 16,0-1-326-16,-2-2 145 0</inkml:trace>
  <inkml:trace contextRef="#ctx0" brushRef="#br0" timeOffset="-70867.77">26054 13169 136 0,'3'-11'190'0,"-3"-1"-1"0,-2 3-2 15,2 9-4-15,-5-14-10 0,-3 8-4 16,2 0-6-16,-5 2-7 0,3 2-8 0,-6 4-9 15,-6 4-4-15,1 2-11 0,1 1-6 0,-3 8-10 16,0 2 0-16,3 1-14 0,-2 2-10 0,6 0-8 0,1-2-7 16,4-1-5-16,5 0-9 0,-2-2-23 15,5 1-1-15,1-1-6 0,1 0-2 0,5-8-1 16,-2 4-2-16,1-3 0 0,3-1-1 0,6 0 2 16,-5-3-2-16,4-2-2 0,5-3-1 0,0-1-5 15,2 0 3-15,-3-3-3 0,0-1 0 0,3-3-4 0,-9 1-1 16,8-2 2-16,-4-1-2 0,-1 0-2 0,-3-4 3 15,-2 3-3-15,0 0 2 0,0-5-2 0,-3 0 5 16,-1 4-9-16,3-4 3 0,-2 0-1 16,-2 4 0-16,1 1 4 0,-1 0-5 0,-4 3 0 0,0 1 5 15,0 6-2-15,4-10-1 0,-4 10-3 16,4-9-1-16,-4 9-7 0,0 0 3 0,0 0-1 0,0 0 0 16,0 0 3-16,0 0 1 0,-6 28-3 15,2-16 7-15,1 0-2 0,-1 3 0 0,4 0-1 0,0 1 2 16,0-5-3-16,0 0 3 0,0 1-1 15,3-1 1-15,3-2 4 0,-2-3-2 0,1 2-2 16,0-3 4-16,6 0 1 0,0-4-4 0,-1 2 2 0,2-4 4 16,0-1-6-16,6-1 7 0,-4 0-6 0,1-6 1 15,-4 2-1-15,3-3 4 0,1 0-1 0,-3-1-1 16,-1-4-2-16,0 1 2 0,0-3-2 0,-2 0 0 16,2-6-3-16,-1-3 0 0,-4 3 2 15,-1-5 2-15,1 3-4 0,-6-2 0 0,4 0 3 0,-4 2-2 16,0-3 3-16,0 5-4 0,-2 6 0 15,0-1 0-15,0 2 6 0,0 3 9 0,0 3-1 16,-1 3 5-16,3 0-4 0,0 7 3 0,-2-11-9 16,2 11-6-16,-4-5 3 0,4 5 2 0,0 0-8 15,0 0 2-15,-7 26 1 0,2-10 3 0,-2 12 0 0,3 0 2 16,0-1 0-16,2 0-1 0,-1 1-1 0,3-4-3 16,1 2 5-16,1-7 2 0,4 5-1 15,-1-7 0-15,1 0-2 0,0 0 4 0,0-5-6 0,0 3 6 16,1-5-2-16,3-1 1 0,-2-1-2 15,3-2 2-15,-1 1-2 0,1-2 0 0,0-3 1 0,3 0 2 16,-4-2-2-16,5-2 4 0,-2 0-8 0,-2-3 1 16,5-3 1-16,-1 0 3 0,-1-3-6 0,1-2 1 15,-1 0-3-15,-3-2-7 0,3-1-1 16,-1-4 6-16,0-3 0 0,-3-1-2 0,-1 2 1 16,-5-2-4-16,0-1-1 0,-4 6 1 0,3-1 4 0,-1 1 1 15,-4 2-4-15,1 2 2 0,-1-2 0 0,2 6 1 16,-2 2 5-16,2-1-5 0,0 10 7 0,-2-12-6 15,2 12-3-15,0-6 1 0,0 6-1 16,0 0-4-16,0 0-1 0,0 0 6 0,4 29-2 16,-4-11 4-16,0 8 1 0,0 2 0 0,2-1 0 0,-1 3-4 15,-1-5 2-15,2 3 0 0,3-3 7 0,-1-1-5 16,-2-5 2-16,3 0 1 0,-1-1-1 0,5-2 1 16,-2-5 1-16,0 4-3 0,6-3 1 15,-3-3 2-15,0-2 3 0,1 0-5 0,-1-3 4 16,3 0 1-16,-2-3 5 0,3-1-9 0,-1-1 7 0,1 0-7 15,-3-5-8-15,0 0 1 0,7-3-7 16,-9 2 4-16,1-1-5 0,0-6-1 0,-1-2-3 0,1 4 0 16,-2-5 0-16,-3 0-7 0,-1 0 3 15,0 1 1-15,-1-1 2 0,-1 2-2 0,-2 3 4 16,-4 0 1-16,4 1-1 0,-3 2 1 0,1 3-2 0,0-2 1 16,-2 3 2-16,4 5-3 0,-7-4 1 0,7 4 6 15,0 0-5-15,-18 13 3 0,11-5 2 16,1 3 0-16,-2 2 1 0,0 2-2 0,5 1 1 0,1-1 2 15,2-2 3-15,0 0-1 0,0 0-13 0,2-1-18 16,1-1-20-16,1-1-26 0,2 0-23 16,2 0-30-16,1-2-25 0,2-4-22 0,3 0-24 0,3-1-7 15,4-1-149-15,-1-2-389 0,0-2 173 16</inkml:trace>
  <inkml:trace contextRef="#ctx0" brushRef="#br0" timeOffset="-70474.88">27288 13145 123 0,'0'0'175'15,"0"-11"0"-15,0 11-1 0,0 0-5 0,-11-11 0 16,3 10-9-16,0 0-8 0,8 1-2 0,-25 6-9 16,11-1-15-16,-4 3-5 0,-1 2-8 0,5 2-12 15,-1 1-8-15,-2-2-3 0,4 2-11 0,6-3-6 16,0 2-1-16,1-3-9 0,1 2-11 0,3-2-2 16,-2 3-9-16,4-5-2 0,2 3-8 0,0-3 2 15,2-2-3-15,-1 0 0 0,3-1-4 16,1-1-3-16,-7-3-3 0,16 2 5 0,-8 0-7 15,2-6 1-15,-1-1-2 0,0 1-6 0,-3-2 2 0,6-1-3 16,-3-1-4-16,-1-2 2 0,0-3 3 0,0-2-11 16,-3 1 2-16,1-2 4 0,-3-3-5 0,-1 2 1 15,1-2-2-15,1-5 2 0,-2 5-6 0,1-7 6 16,-3 0-3-16,-2 2 0 0,4 5 1 16,-2 1 2-16,-2 3 10 0,2 2 16 0,0 2 11 0,0 2 5 15,0 9 9-15,-1-13 1 0,1 13-16 16,0-7-7-16,0 7-5 0,0 0-3 0,0 0 2 0,0 0-6 15,0 0-5-15,-6 28 8 0,3-10-4 0,3 1-9 16,-2 8 3-16,1-2-3 0,-3 0-1 0,6 1 1 16,-4-2-11-16,2 2-23 0,0-2-32 0,0-5-26 15,4-1-31-15,-3 0-48 0,4-1-29 0,1-3-31 16,-1-2-37-16,-1 1-145 0,5-4-437 0,-1-1 194 16</inkml:trace>
  <inkml:trace contextRef="#ctx0" brushRef="#br0" timeOffset="-70234.69">27587 13044 69 0,'2'-10'287'0,"0"0"1"16,-2 4-12-16,2 0-16 0,-2 6-31 0,2-8-24 16,-2 8-18-16,0 0-11 0,0 0-11 0,0 0-4 15,4 19 2-15,-3-3-5 0,-2 0-18 0,-1 1-7 16,2 1-12-16,-1 3-10 0,0-2-11 0,-1 0-9 15,0 0-19-15,2 0-4 0,0-2 1 0,0 0-11 16,-4-1-19-16,4 0-28 0,0 0-22 16,0-6-31-16,0 1-24 0,0-1-30 0,0-5-33 0,0-5-44 15,0 14-44-15,0-8-19 0,0-6-19 16,-2 8-147-16,2-8-436 0,-8 3 193 0</inkml:trace>
  <inkml:trace contextRef="#ctx0" brushRef="#br0" timeOffset="-69699.96">27560 13204 81 0,'4'-10'175'0,"0"1"-4"0,1-1-2 0,2-2-6 16,2 3-2-16,-1-2-14 0,1-2 2 0,3 1-4 0,-3 2-7 15,-1 0-11-15,-3 1 1 0,3-1-12 16,-2 0-1-16,1 1-7 0,-1 0-4 0,-1-1-16 0,0 1 2 16,-3 2-5-16,2-1-3 0,0 2-4 0,-4 6-7 15,4-13-2-15,-3 10-11 0,-1 3-4 16,2-7-10-16,-2 7-8 0,0 0-4 0,0 0 0 0,0 0-7 15,0 0-4-15,7 20 2 0,-7-3-4 0,-1 1-4 16,1 1 2-16,-4 1-2 0,4 6-3 16,-2-1 1-16,2-5-3 0,-2 0 2 0,2-1-4 0,4 0 0 15,-6 0-3-15,0-2 2 0,2-6-1 0,-1 0 6 16,2 1-12-16,-1-3 0 0,-1-1-9 0,1-8-1 16,0 10-3-16,0-10-2 0,0 7 4 0,0-7 3 15,0 0-3-15,3 6 1 0,-3-6 1 0,0 0 3 16,16-7-6-16,-7 1 5 0,2 1 3 15,2 0-2-15,1-4-2 0,-2 3 2 0,1 2 3 0,1 1 1 16,-1-1-4-16,-2 3 1 0,1-1-1 0,0 2 2 16,1 0 1-16,-2 0 3 0,1 0 1 0,-2 2 3 15,3-4-1-15,6 2 2 0,-5 2-2 0,0-2 6 16,2-2-7-16,-5 2 6 0,7-3-4 0,1 0 1 16,-2-3 0-16,-6 1 1 0,2 0 1 15,-4-1 0-15,2 0-4 0,-3-1 2 0,1 0-2 0,-3-2 3 16,2 1 0-16,-4-1-1 0,0 1-2 0,-3-1 0 15,0-1 2-15,-1 0 6 0,0 10-8 0,-2-13 6 16,-2 5-1-16,0 1 1 0,-2 3-3 0,0 0-2 16,-1 2 0-16,-3 0 0 0,10 2-2 0,-22 7 0 15,5 1 4-15,2 2-6 0,0 1 0 0,2 1 1 16,4 0 4-16,0-1-2 0,3-2-12 0,-1 4-32 16,6-3-39-16,1 2-52 0,0-12-71 0,12 21-73 15,-5-13-143-15,2-2-455 0,6 1 202 0</inkml:trace>
  <inkml:trace contextRef="#ctx0" brushRef="#br0" timeOffset="-69171.25">28932 13049 135 0,'-4'-12'282'0,"-1"6"-15"0,0 1-18 16,-6 3-11-16,4 0-20 0,-4 1-15 0,0 1-16 16,-2 4-13-16,-1 5-8 0,-2 5-13 0,-4 3-13 15,5 3-6-15,2-4-13 0,1 6-7 0,3-4-9 16,-1-1-10-16,5 1-2 0,-1 0 6 0,6-1-25 16,-1-1-4-16,2-2-7 0,5-1-5 0,0 2-13 15,1-5-1-15,-1 1 1 0,8-1-8 0,-2-2 6 16,0-2-11-16,6-1 3 0,1-2-9 0,-2-1 2 0,1-2 0 15,-1-1-4-15,0-3 0 0,-1-1-8 16,2 0 0-16,-4-3 8 0,-2 2-4 0,-2-2-6 16,-1-4-2-16,2-1-1 0,-3-2 5 0,-4-2-9 15,-3 5 1-15,-2-5 4 0,-3-1-6 0,-1 1 0 0,-3 2 3 16,-2-3-3-16,0 3-6 0,-3 1-9 16,-2 2 1-16,1 2-12 0,-2 4-6 0,2 1-10 15,-4 1-15-15,2 3-13 0,2 2-21 0,-4 3-26 16,1 1-34-16,0 1-35 0,2 2-34 0,6 0-35 15,-1 1-224-15,1 1-511 0,4-1 226 0</inkml:trace>
  <inkml:trace contextRef="#ctx0" brushRef="#br0" timeOffset="-68862.36">29159 13008 70 0,'3'-10'317'0,"-3"-2"-18"16,1 2-9-16,-1 0-8 0,0 2 10 0,0-1-15 16,0 9-7-16,0-10-25 0,0 10-24 0,0-9-26 0,0 9-20 15,0 0-17-15,0 0-17 0,0 0-12 0,0 0-9 16,8 20 5-16,-6-1-9 0,1 7-10 16,-2 6-7-16,-1-1-11 0,0 2 5 0,0 1-9 15,0 0-6-15,-1 1-4 0,0-1-3 0,-1-2-12 0,1-1-4 16,-2 1-6-16,2-2-4 0,1-2-4 0,-1-1-3 15,0-2-7-15,1 0-4 0,0-7-9 16,-2-1-27-16,2-1-33 0,-1-4-20 0,1 0-28 16,-1-2-28-16,-1-3-42 0,1 0-23 0,1-7-26 15,-2 12-22-15,2-12-29 0,0 0-41 0,-3 7-219 16,3-7-561-16,0 0 249 0</inkml:trace>
  <inkml:trace contextRef="#ctx0" brushRef="#br0" timeOffset="-68634.76">29178 13163 91 0,'23'-13'220'0,"2"-1"-2"15,1 3-2-15,-6 4-10 0,8 2-9 0,-7 3-14 16,1 2-17-16,-4-2-13 0,-1 6-13 0,-4 0-13 16,-2 1-4-16,-2 3-4 0,0 2-7 15,-6 1-7-15,0 4-9 0,-6 1-7 0,0 1-10 0,-4 1-8 16,-2-2-6-16,-6 5-7 0,1-6-9 0,-8 3-26 15,7-5-26-15,-9 2-31 0,1 0-34 0,4-5-42 16,1-1-37-16,-1-1-44 0,2-3-39 0,-2 1-125 16,6-2-382-16,-1-1 169 0</inkml:trace>
  <inkml:trace contextRef="#ctx0" brushRef="#br0" timeOffset="-68125.33">29290 13362 55 0,'11'-2'209'0,"3"0"5"0,-1-2-17 0,0-2-13 16,-1 2-13-16,2 1-12 0,4-5-12 0,-5 5 1 0,2-4-20 16,5-1-4-16,-5 1-11 0,-2 3-2 0,1-6-2 15,-4 2-7-15,4-2-2 0,-5 2-6 16,-2-2-6-16,0-1-2 0,-1 0-5 0,1-3-4 16,-1 0-10-16,-3 1-2 0,4-2-5 0,-3-2-3 15,-2 7 0-15,-2-2 1 0,0 1-2 0,1 1-6 0,-2 3-9 16,1 7 3-16,-3-13-3 0,3 13-5 0,-1-9-4 15,1 9-5-15,-2-9-3 0,2 9-2 16,0 0-9-16,0 0 12 0,0 0-14 0,-23 16 8 16,16-7-12-16,-3 4 0 0,2 0 0 0,0 1 2 0,3 1-4 15,-4 1 0-15,4 0-2 0,1-1 2 16,3-2-4-16,1-2 1 0,3 6 3 0,-1-5-1 16,2-3 1-16,1 1-3 0,3-3 4 0,1 0 0 15,0 1 13-15,3-3-7 0,4 1-2 0,-4-3-2 0,5-2-3 16,-5-1 4-16,0-1-1 0,5-3 2 15,-3 2-5-15,-4-2 1 0,4 0 2 0,-2-3-1 16,-3 0-1-16,1-1 0 0,-2-2 2 0,1-3-8 16,-3 2 3-16,2-1-1 0,-2-4 2 0,-1 1 1 0,0 3-4 15,-1 0 1-15,-1 1 1 0,2 0-1 0,1 3-1 16,-3 1 1-16,1-2-3 0,-2 5 1 16,2-1-2-16,-4 5-3 0,8-7-4 0,-8 7 2 15,8 0 0-15,-8 0 4 0,0 0-2 0,15 8 2 0,-10-1-2 16,0 4 0-16,-3-1 4 0,1 0-5 0,-2 2 5 15,0 1-1-15,1 1 1 0,0-1-12 0,-2-1-27 16,2 1-18-16,-2 1-27 0,0-1-33 16,-2-2-38-16,2-1-44 0,2-1-24 0,0-2-30 15,1 0-167-15,-1-1-455 0,-2-6 202 0</inkml:trace>
  <inkml:trace contextRef="#ctx0" brushRef="#br0" timeOffset="-67736.99">30064 13132 238 0,'-4'-5'245'0,"4"5"-11"16,-8-9-12-16,3 5-18 0,5 4-16 0,-18 1-16 15,7 2-6-15,-2 2-14 0,-1 5-11 0,0 2-11 16,1 0-12-16,2 3-11 0,-1-1-8 0,7-3-12 16,-3 4-8-16,2 0-6 0,2-3-8 15,1-1-1-15,1 1-2 0,5-2-13 0,-2 1-5 16,4 0-4-16,-2-5-3 0,3-1-4 0,-1 1-2 15,2-4-7-15,1 0-1 0,1 0-9 0,2-2-2 0,-2-2-3 16,2 0-2-16,-1-2-6 0,2 0 3 16,2-5 3-16,-5 1-7 0,1-1 0 0,-1-1 0 0,-1 1-1 15,1-4 5-15,-2 1-4 0,-2 0-1 0,-2 0 1 16,1 1 6-16,0 2-1 0,-2-1 7 0,1 4 3 16,-2 0 15-16,-1 6-3 0,4-7-3 15,-4 7 0-15,0 0-3 0,4-6-5 0,-4 6-2 16,0 0 8-16,0 0 0 0,0 0-4 0,-2 24 11 15,0-14-17-15,2-1 8 0,-4 3-6 0,2-1 1 0,0 0-2 16,0-1-1-16,3 2-5 0,0 1-15 0,-1-4-28 16,2 1-26-16,-1-3-35 0,0 2-37 0,0-3-48 15,4 0-34-15,-5-6-45 0,4 10-167 0,-1-6-463 16,-3-4 205-16</inkml:trace>
  <inkml:trace contextRef="#ctx0" brushRef="#br0" timeOffset="-67487.49">30316 12930 178 0,'2'-11'316'0,"2"3"-16"0,-3 1-16 0,2 2-28 16,-3 5-18-16,0 0-34 0,4-8-20 0,-4 8-12 16,0 0 1-16,6 21-1 0,-3-3-8 0,-1 6 2 15,0 4 0-15,-1 1 0 0,-2 0-12 16,2-1-2-16,0 2-16 0,-2-2-10 0,-2 0-12 0,-1 0-10 15,2 1-14-15,-2-4-8 0,-1 1-12 0,4-6 2 16,-3-2-14-16,0 0-17 0,2-6-41 0,0 1-39 16,0 2-35-16,-1-4-29 0,-1-1-30 15,-1-2-47-15,1 3-54 0,0-8-53 0,-2 3-261 0,6-6-594 16,-10 4 262-16</inkml:trace>
  <inkml:trace contextRef="#ctx0" brushRef="#br0" timeOffset="-67216.78">30174 13189 136 0,'0'0'173'15,"10"-8"-2"-15,2 2-12 0,0 2-10 0,1-1-7 16,8 1-17-16,7-2-6 0,-7 3-10 0,-1-1-7 0,1 1-10 16,1 0-8-16,-3 1-9 0,2 1 1 0,-5-2-7 15,0 3-5-15,-6 0-5 0,1 0-7 0,-4 2-7 16,0 0-2-16,0 2 11 0,0 1 11 15,-1-1 1-15,-1-1-6 0,1 6 21 0,-3-3-8 16,-1 1-5-16,2 3 1 0,1-1-6 0,-2 2-4 16,-3-2-5-16,1 1-3 0,0-1-9 0,3 1 0 0,-1 0-7 15,-3-1-14-15,1-3-33 0,0 1-31 0,1 0-40 16,-1 0-51-16,-1-7-39 0,1 10-51 16,-1-10-156-16,0 0-412 0,0 0 183 0</inkml:trace>
  <inkml:trace contextRef="#ctx0" brushRef="#br0" timeOffset="-67058.86">30404 12946 115 0,'0'0'129'0,"0"0"-45"15,0 0-26-15,0 0-20 0,0 0-53 0,20 23-54 16,-18-11-73-16,4 5 32 0</inkml:trace>
  <inkml:trace contextRef="#ctx0" brushRef="#br0" timeOffset="-66812.72">30501 13273 107 0,'14'-9'236'0,"-14"9"-2"0,5-10-4 15,-2 6-17-15,-3 4-13 0,5-17-15 0,-4 12 0 16,3-4-8-16,4-1-15 0,-3 0-11 0,2 0-16 15,7-4-11-15,-1 1-14 0,-1 2-8 0,0 0-12 0,0 4-6 16,-2 1-12-16,-2 2-7 0,2 2-12 16,-3 1-5-16,-7 1-4 0,16 5-4 0,-11-2-4 15,-1 5-2-15,1 0-5 0,0 3 0 0,0 0-2 16,-3 1 0-16,-2 4-3 0,0-1-2 0,-2 2-3 16,2-6-9-16,-1 1-25 0,2-1-27 0,-2 0-32 0,1-1-50 15,0-3-62-15,3-1-53 0,-1 0-199 16,3-1-474-16,1-2 210 0</inkml:trace>
  <inkml:trace contextRef="#ctx0" brushRef="#br0" timeOffset="-66348.7">31020 13073 195 0,'0'0'261'0,"-13"2"-11"16,13-2-12-16,-19 7-12 0,6 3-17 0,-3 2-16 15,0-1-14-15,1 1-16 0,3 0-16 0,0 0-15 0,4 1-12 16,2-1-12-16,0-1-10 0,3 0-7 16,1-1-11-16,1-2-10 0,1-8 8 0,4 12-13 15,0-7-12-15,2-2-1 0,2 0-8 0,3 1-5 16,-2-4-5-16,0 2-6 0,4-4-4 0,-3 0 0 16,-2-2-1-16,-2 0-4 0,4 1 4 0,-3-1 5 0,1-3-13 15,-3 2-3-15,2-1-2 0,0-1 1 0,-2 1-1 16,-1 1-3-16,1 0-2 0,-5 5 9 15,6-7-8-15,-6 7-2 0,5-6-1 0,-5 6 0 16,0 0-2-16,0 0 11 0,10 11 7 0,-10 1 6 16,2 4 3-16,-2 1 3 0,-2 12 7 0,2 3 20 0,3 12 1 15,-2 2 0-15,1 1-2 0,-1-11-1 0,2 10 5 16,0-1-7-16,2-12-3 0,-6 3 6 16,2-3-2-16,3-1 2 0,-5 1-6 0,-2-4-9 15,-2-3 2-15,2-1-6 0,-3-7 1 0,-1-3 1 16,0-4-8-16,-5-1-3 0,0-4-3 0,0 0-8 0,-5-3 12 15,-2-1 5-15,0-4-13 0,-1-1 8 16,0-1-7-16,0-6-14 0,-3-6-7 0,2 1-16 16,1-5-17-16,1 0-14 0,1-2-34 0,-1 2-25 15,4-1-17-15,6 4-16 0,3 3-22 0,2-1-29 16,2 1-57-16,8-4-48 0,-1 7-252 0,6-5-589 0,3 3 260 16</inkml:trace>
  <inkml:trace contextRef="#ctx0" brushRef="#br0" timeOffset="-65974.89">31567 12957 55 0,'5'-11'293'0,"0"1"-5"0,0 2-8 0,-1 3-3 16,-1-1-10-16,0 1-30 0,-3 5-26 0,0 0-22 0,6-8-21 15,-6 8-17-15,0 0-7 0,2 18-12 0,-3 0 0 16,0 11-4-16,-5 5-5 0,1-1-16 15,-3 2-3-15,4-1-14 0,-7 12-8 0,6-11-7 16,-1-4-12-16,-2 2 7 0,3-1-5 0,3-5-6 16,-4 1-15-16,2-3-7 0,1-5-26 0,1-3-44 0,-1 1-34 15,1-2-40-15,0-5-42 0,-1 0-47 0,2-3-46 16,0-2-34-16,1-6-193 0,-4 11-508 0,0-9 225 16</inkml:trace>
  <inkml:trace contextRef="#ctx0" brushRef="#br0" timeOffset="-65741.29">31590 13113 54 0,'8'-5'216'0,"2"0"-7"0,1 2-6 0,-3 3-7 16,-8 0-10-16,18 4-6 0,-9 1-5 0,-2 3-15 0,0 1-13 15,-1 1-7-15,2 4-2 0,-6-2-6 16,0-1-17-16,-2 6-4 0,-4-2 0 0,-1 2-11 15,-4-2-10-15,0 0-5 0,-3-1-9 0,1-1-2 0,-2-2-13 16,-1 2-2-16,3-2-10 0,-6-2-22 16,8-3-33-16,-3-2-32 0,0 3-42 0,0-4-44 15,3 0-56-15,-1-2-48 0,0 0-179 0,10-1-440 0,0 0 195 16</inkml:trace>
  <inkml:trace contextRef="#ctx0" brushRef="#br0" timeOffset="-64926.62">31842 13109 9 0,'0'0'194'0,"5"-2"3"0,-5 2 0 0,0 0-2 15,0 0-1-15,0 0-5 0,0 0-2 0,0 0-9 16,0 0-10-16,0 0-13 0,0 0-2 0,0 0-9 16,0 0-14-16,0 0-6 0,0 0-11 0,0 0-13 15,0 0-8-15,0 0-7 0,0 0-12 0,0 0-5 16,0 0-6-16,0 0-6 0,0 0-8 0,0 0-6 16,9 0-11-16,-9 0-17 0,0 0-15 0,0 0-16 15,0 0-15-15,0 0-12 0,0 0-4 0,0 0-12 16,0 0-8-16,0 0 0 0,0 0 4 0,0 0 10 15,0 0 5-15,0 0 2 0,0 0 7 0,0 0 3 16,0 0 7-16,0 0 5 0,0 0 9 0,6-4 7 16,-6 4 11-16,0 0 7 0,1-7 13 0,-1 7 14 15,2-7 4-15,-2 7 5 0,1-12-2 0,-1 12 9 16,1-10-1-16,-1 3 13 0,1-2-1 0,-1 9-3 16,3-12 5-16,-3 4 10 0,0 8 5 0,3-9 4 15,-3 9 6-15,0-10 6 0,0 10 5 0,0 0-6 16,1-8 4-16,-1 8-11 0,0 0-1 0,0 0-9 15,2-6-6-15,-2 6-12 0,0 0-11 16,0 0-2-16,0 0-12 0,0 0-4 0,0 0-2 0,0 0-2 16,0 0 2-16,0 0-2 0,4 24 1 0,-4-15-1 15,0 3 6-15,3-4-5 0,-3 3 5 0,0-1 2 16,1 0-3-16,-1-3-7 0,0 0 1 0,0-7 1 16,2 12-7-16,-2-5-3 0,1-1 2 0,-1-6-3 15,0 0 3-15,-1 11-6 0,1-11 3 0,0 0-7 16,0 0 5-16,-3 8 5 0,3-8-5 0,0 0-4 15,0 0 11-15,0 0 3 0,0 0-3 0,0 0 2 16,0 0 2-16,0 0 1 0,0 0-1 0,0 0 1 16,0 0-5-16,0 0 0 0,0 0-4 0,0 0 1 15,0 0-1-15,0 0-9 0,0 0 2 0,0 0 0 16,0 0-3-16,0 0-2 0,0 0 1 0,0 0-3 16,0 0 0-16,0 0-6 0,0 0-3 0,0 0-2 15,0 0 4-15,0 0-2 0,0 0 1 0,0 0-2 16,0 0 5-16,0 0-2 0,-1 19 1 0,-1-6-1 15,0 1 5-15,0-1-1 0,0-1-3 16,1 4-5-16,1-4 7 0,-2 3 3 0,2-3-2 0,2 1-1 16,-1-2 6-16,0 0-1 0,0 0-7 0,2 0 3 15,-2-2 2-15,2-1-2 0,0-4 6 0,-1 3-3 16,2 0 3-16,1-2-1 0,-1 0-3 0,2-1-3 16,1 0-4-16,0-1-33 0,1-3-32 0,2 0-38 15,-1 2-36-15,-9-2 4 0,15-2-43 0,-8 2-48 16,-7 0-51-16,18-6-46 0,-11 1-285 0,0 0-664 15,-1-3 295-15</inkml:trace>
  <inkml:trace contextRef="#ctx0" brushRef="#br0" timeOffset="-64726.86">31899 13166 55 0,'0'0'274'15,"-9"-4"-9"-15,9 4-14 0,0 0-29 0,0 0-20 16,0 0-24-16,10-15-17 0,-3 13-17 0,3-2-24 16,3 2-31-16,-2-3-34 0,7 3-36 0,-4 0-40 15,-1 0-42-15,0 1-55 0,0-3-46 16,-2 4-115-16,-11 0-301 0,18-3 134 0</inkml:trace>
  <inkml:trace contextRef="#ctx0" brushRef="#br0" timeOffset="-64571.73">32128 13123 39 0,'0'0'311'0,"0"0"4"0,0 0 4 16,0 0-5-16,0 0-2 0,0 0-9 0,0 0-16 15,0 0-33-15,0 0-24 0,0 0-26 0,0 0-22 16,0 0-13-16,10-1-39 0,-10 1-59 0,0 0-51 16,0 0-68-16,0 0-59 0,0 0-85 0,9 4-104 15,-9-4-174-15,0 0-509 0,0 0 226 0</inkml:trace>
  <inkml:trace contextRef="#ctx0" brushRef="#br0" timeOffset="-63493.28">32524 13027 184 0,'0'0'238'15,"0"0"-8"-15,0-8-15 0,0 8-20 0,0 0-17 16,0 0-16-16,0 0-11 0,0 0-24 0,0 0-6 16,0 0-5-16,-18 14-7 0,9 2 27 0,-1-3-8 15,0 4-8-15,-2 0-10 0,1-2-11 0,3 2-4 16,-1 1-12-16,4-1-6 0,1-1-4 0,2-1-8 15,-1-2-10-15,3-3-1 0,1 1-7 0,3 2 0 16,3-4-5-16,0 0-3 0,5 0-8 0,-2-1 3 16,4-3-2-16,1 1-4 0,5-4-2 0,-4 2 1 0,3-4-2 15,-1-2-1-15,1 2-8 0,-6-2 12 16,-13 2 0-16,0 0 1 0,0 0 4 0,55-20 1 16,-55 20-8-16,19-16-1 0,-19 16-1 0,0 0-1 15,13-35-6-15,-11 22 0 0,-4-2-3 0,0-2 0 16,-5 1-5-16,2-1-1 0,-6 3-13 0,0 2 19 15,0-4-5-15,-2 2-7 0,-1 3-1 0,-1 0-2 16,3 4-21-16,-2-2-21 0,1 6-16 16,0-1-25-16,0 2-27 0,-5 2-33 0,18 0-43 0,-30 7-42 15,16-3-49-15,0 7-178 0,0-2-493 0,4 2 219 16</inkml:trace>
  <inkml:trace contextRef="#ctx0" brushRef="#br0" timeOffset="-63044.02">32707 13339 57 0,'0'0'262'0,"0"0"-7"0,0 0-13 0,0 0-5 16,53-18-14-16,-53 18-16 0,0 0-17 0,25-16-21 16,-25 16-15-16,0 0-15 0,32-23-11 0,-32 23-12 15,27-20-5-15,-27 20-10 0,24-26-8 0,-24 26-7 16,20-22-9-16,-20 22-10 0,17-29-8 15,-17 29-3-15,17-34-8 0,-17 34 0 0,9-28-3 16,-9 28-8-16,5-27 2 0,-5 27 2 0,0 0-7 16,0 0-5-16,-8-42-1 0,8 42 1 0,0 0-4 0,-18-25-3 15,18 25 1-15,0 0-4 0,-26-20-1 0,26 20-1 16,0 0-3-16,-22-13-3 0,22 13 0 16,0 0-3-16,0 0 1 0,0 0-6 0,0 0 1 15,0 0 0-15,0 0-1 0,0 0-1 0,0 0 5 16,0 0-3-16,0 0-1 0,0 0 3 0,0 0 0 15,0 0 0-15,0 0-6 0,90-5 4 0,-90 5-3 16,39 0 2-16,-39 0-2 0,0 0 7 0,49 4-10 16,-49-4-2-16,0 0 1 0,31 9-2 0,-31-9 2 0,0 0 3 15,22 20 14-15,-22-20 13 0,0 0 3 16,6 34 5-16,-6-34-2 0,0 0-1 0,-1 40 4 16,1-40-7-16,0 0-3 0,-10 48 2 0,10-48-6 15,-4 29-3-15,4-29-18 0,0 0-36 0,-1 42-50 16,1-42-51-16,0 0-81 0,-2 35-87 0,2-35-228 15,-11 23-575-15,11-23 255 0</inkml:trace>
  <inkml:trace contextRef="#ctx0" brushRef="#br0" timeOffset="-62257.23">25418 13855 1662 0,'-3'-10'19'0,"0"-1"55"0,-2 2-17 0,1 0-3 16,0 4-13-16,-1-4-2 0,0 5 2 16,-1 0 0-16,6 4-2 0,-9-4 11 0,9 4 8 15,-23 7 8-15,10 4 7 0,-10 6 15 0,5 5-1 16,-2 0 16-16,-2 7 3 0,-6 12-9 0,13-14-32 0,-2 3 0 16,5-1-7-16,1-1-6 0,6 0-3 0,-3-2-5 15,5-2-2-15,1-5 9 0,2-2-18 16,3 2 11-16,-1-4-17 0,6 0 2 0,-5-2-3 15,8 1 6-15,-2-6-13 0,-3 2-21 0,5-2-22 0,1 0-28 16,-3-3-32-16,3 1-37 0,-2-3-53 0,3 1-44 16,-3-3-38-16,-1 1-161 0,-9-2-452 0,9-3 200 15</inkml:trace>
  <inkml:trace contextRef="#ctx0" brushRef="#br0" timeOffset="-61999.11">25282 13854 115 0,'6'-4'199'0,"5"3"-7"15,1 2 3-15,1-1-14 0,1 2 1 0,0 8-4 0,4 0-10 16,-1 3-5-16,2 6-3 0,-5-4-9 0,3 7-13 16,-2-1-11-16,-5-2-7 0,3 2-10 0,-7 3-6 15,2-4-7-15,-6-3-8 0,1 2-9 16,-3-1 1-16,-1 2-11 0,-1-3-7 0,-3 0-5 0,-2 1-5 15,-2-2-5-15,1 0-1 0,1-1-9 0,-6 0-26 16,1-2-21-16,-2-1-25 0,3-1-30 0,-5 1-36 16,1-4-40-16,-1 0-47 0,0-2-38 0,-4 3-185 15,-7-2-445-15,0-2 197 0</inkml:trace>
  <inkml:trace contextRef="#ctx0" brushRef="#br0" timeOffset="-61822.83">25095 14134 79 0,'7'-4'216'0,"2"4"14"0,3-2 0 16,1 2-10-16,1 2-10 0,3-1-16 15,-1 1-11-15,1 1-18 0,4 2-9 0,0 1-17 0,8-1-15 16,-1 0-12-16,5 0-5 0,-2-3-17 0,-1 3-33 16,3-4-42-16,-1 2-57 0,-1 3-71 0,1-6-74 15,-3 4-178-15,-7-2-394 0,0-2 175 0</inkml:trace>
  <inkml:trace contextRef="#ctx0" brushRef="#br0" timeOffset="-60719.25">26027 14051 1475 0,'-2'-10'25'0,"2"2"43"0,-2-4 11 0,2 2 48 16,0 10-7-16,-2-13-16 0,0 4-17 0,2 2 7 15,0 7 2-15,-2-13 0 0,0 7 5 0,2 6 2 16,-1-8-9-16,1 8-8 0,0 0-11 0,0 0-7 16,-2-8-14-16,2 8-6 0,0 0 0 0,0 0-22 15,0 0 10-15,3 37 7 0,-3-12 5 0,0 2-6 16,0 0 0-16,-1 1-7 0,-1-1-5 15,-3 0 0-15,3-2-3 0,2 1 1 0,-2 0-3 0,2-7-5 16,-3 6 1-16,3-7 0 0,0 0 2 0,0 0-7 16,0-2-4-16,2-3-4 0,-2-2-17 0,0 1-18 15,1-2-13-15,-1 2-24 0,0-1-30 0,2-2-43 16,-2 0-50-16,0 0-50 0,0-9-36 0,0 12-147 16,0-12-453-16,-5 8 202 0</inkml:trace>
  <inkml:trace contextRef="#ctx0" brushRef="#br0" timeOffset="-60455.86">26030 13941 149 0,'11'-7'176'15,"5"-1"-2"-15,-2 5-9 0,3 1-12 0,2 2-10 16,-4 2-12-16,3 1-15 0,-7 2-12 0,3 4-9 15,-5-1-7-15,0 2-6 0,-3 0-1 0,-4 3-2 16,1 1-5-16,-6 2-1 0,-1 0-2 0,-3 1-9 16,-4 0-4-16,-7 2-5 0,-1-1-7 0,4-4 2 15,-3-1-6-15,-4 1-8 0,4-3-12 0,0-1-22 16,-2-1-20-16,4 1-27 0,-2-3-44 0,4-3-20 16,3 0-36-16,3 0-36 0,-2-1-104 0,10-3-311 15,0 0 138-15</inkml:trace>
  <inkml:trace contextRef="#ctx0" brushRef="#br0" timeOffset="-60207.14">26427 13807 84 0,'3'-9'260'0,"-1"3"1"0,2 0-13 15,-4 6-16-15,0-9-25 0,0 9-22 16,0 0-21-16,5-5-17 0,-5 5-2 0,0 0 6 0,5 26 3 15,-1-8-14-15,-4 9-7 0,0-1-9 0,2 3-6 16,0-1-14-16,0 0-6 0,-2 0-5 0,0-3-9 16,3 2 2-16,-3-3-16 0,-3-5-6 0,3-2-6 15,0 3-4-15,0-4-10 0,0 1-23 0,0-6-37 16,0 1-27-16,-2-3-20 0,0 5-32 16,0-5-54-16,0 1-63 0,0-3-59 0,-3 0-176 0,5-7-484 15,-11 10 214-15</inkml:trace>
  <inkml:trace contextRef="#ctx0" brushRef="#br0" timeOffset="-60049.4">26342 14036 185 0,'12'-6'186'0,"-4"2"-22"0,3 0-12 0,3 0-13 15,3 4-15-15,4 0-17 0,0 0-48 0,8-1-51 16,2-1-49-16,1 4-66 0,-11-1-56 0,7-1-176 15,1 3 77-15</inkml:trace>
  <inkml:trace contextRef="#ctx0" brushRef="#br0" timeOffset="-59910.75">26836 14073 103 0,'0'0'264'0,"5"4"-11"16,-5-4-8-16,0 0-12 0,0 0-17 15,0 0-23-15,5 2-17 0,-5-2-20 0,0 0-16 16,0 0-13-16,0 0-21 0,0 0-38 0,0 0-54 0,0 8-73 15,0-8-76-15,0 0-215 0,0 0-380 0,0 0 169 16</inkml:trace>
  <inkml:trace contextRef="#ctx0" brushRef="#br0" timeOffset="21542.98">27191 14245 28 0,'7'2'188'0,"-7"-2"-4"0,8 1-4 15,-8-1-6-15,10 0-5 0,-10 0-20 0,11-3-5 16,-11 3-6-16,9-5-30 0,-2 1-3 0,0 0-6 15,-1 1 0-15,1-2-4 0,-1-2-2 0,4-1-8 16,-3 1-3-16,-1-2-8 0,3-1-8 0,5-1-4 16,-5-3 3-16,4 1-11 0,-4-2-5 0,0 1-3 15,1 3-3-15,0-3-12 0,-5 3-4 0,4-3-2 16,-7 4 7-16,0 4-4 0,3-3 2 0,0 4 5 0,-5 5 3 16,2-9-4-16,-2 9 2 0,2-7-6 15,-2 7-8-15,2-5-1 0,-2 5-2 0,0 0-2 0,0 0-3 16,0 0-3-16,0 0 4 0,0 0-10 15,0 0 4-15,0 0-4 0,0 0 1 0,0 0-5 16,-16 21 1-16,11-13-1 0,-1 3 2 0,3-2-5 0,-1 2 5 16,0-1-2-16,2-1 1 0,0 2 0 0,1 0-1 15,0 0 1-15,1-1 1 0,2 2-10 16,2-3-16-16,-2-1-23 0,4 2-29 0,-1-3-37 0,1 0-43 16,2-2-39-16,-3-2-48 0,-1 1-131 15,2-1-403-15,-6-3 179 0</inkml:trace>
  <inkml:trace contextRef="#ctx0" brushRef="#br0" timeOffset="21702">27476 13784 1745 0,'-13'-22'-43'0,"1"7"32"0,1-2 34 16,0 4-34-16,0 5 11 0,4 0 6 0,0 5-18 15,1-1-17-15,-2 1-9 0,8 3-12 16,0 0-9-16,-11 3-31 0,11-3-28 0,0 0-102 0,0 0-236 15,0 17 105-15</inkml:trace>
  <inkml:trace contextRef="#ctx0" brushRef="#br0" timeOffset="21907.1">27721 13677 49 0,'0'-8'209'0,"0"8"0"0,2-10-6 0,-2 10-5 16,0-10-19-16,0 10-21 0,0 0-15 0,0 0-13 0,0 0-3 15,0 0 5-15,5 30-7 0,-5-5-6 0,-1 8-7 16,-3 16-10-16,0-13-11 0,-5 10-7 16,2-1-9-16,0-10-10 0,-1 11-3 0,3-13-8 15,0-1-3-15,1 1-12 0,-1-4-25 0,3 0-24 16,0-3-43-16,-2-1-39 0,-1 0-53 0,3-7-61 16,-5-2-165-16,3-4-402 0,-2-2 179 0</inkml:trace>
  <inkml:trace contextRef="#ctx0" brushRef="#br0" timeOffset="22062.17">27679 13879 11 0,'6'-8'173'0,"0"3"-31"0,-6 5-27 0,12 0-36 15,-12 0-41-15,14 6-42 0,-4 3-42 0,0 6-39 16,-1 8-92-16,4-1 41 0</inkml:trace>
  <inkml:trace contextRef="#ctx0" brushRef="#br0" timeOffset="22443.3">28137 14361 199 0,'6'-5'223'15,"4"0"-9"-15,0-2-5 0,8-3-7 0,3-6-6 16,1 0-13-16,2-2-12 0,1 0-12 0,1-3-8 15,0 0-11-15,2-2-14 0,7-12-8 0,-1-1-13 16,-9 7-6-16,7-9-10 0,-10 11-5 0,0-1-3 16,-1 2-6-16,-5 4-5 0,-5 6-3 0,-1 3 8 15,-3 1-2-15,-2 2-9 0,-4 1-9 0,-1-1-1 16,0 10-12-16,-6-9-7 0,-1 7-2 0,-4 2-4 16,-3 3-1-16,-5 3-9 0,1 1 1 0,-8 6-8 15,1 0-7-15,2 0-14 0,0 3-4 0,6-4-7 16,5 3 1-16,3-1-1 0,2 2-9 0,5-1 1 15,2 2-1-15,3 1 4 0,7 5-6 0,2-8 2 16,3 7-11-16,5-3 8 0,-5-5 4 0,5 2 0 16,-5-3 1-16,1 1 4 0,-1-2 7 0,-2 1-2 15,0-2-1-15,-5-4 3 0,-1 2 1 0,-3-3 5 16,-4 3-3-16,5 0 4 0,-8-2 2 0,-3 1-4 16,-1-1-6-16,-1 0-17 0,-5-1-18 0,-1 1-15 15,-4-1-19-15,6-2-30 0,-2-2-36 0,3 1-27 16,-2-1-34-16,1 1-125 0,5-3-366 0,7 0 162 0</inkml:trace>
  <inkml:trace contextRef="#ctx0" brushRef="#br0" timeOffset="22638.99">28795 14039 215 0,'4'-5'226'0,"0"1"-25"0,-4 4-13 16,5-5-16-16,-5 5 5 0,0 0 1 0,0 0-2 15,14 11-7-15,-12-1-16 0,2 0-12 0,-1 6-15 16,-1 1-11-16,0-1-11 0,1 2-11 0,2-1-10 16,-3 2-23-16,-2-2-38 0,1 0-32 0,0-2-39 15,1 2-31-15,-5-1-50 0,2-4-47 0,1 1-183 16,-2-3-388-16,2-10 173 0</inkml:trace>
  <inkml:trace contextRef="#ctx0" brushRef="#br0" timeOffset="23066.49">29185 14072 49 0,'-9'-6'201'0,"0"3"0"0,-3-2-4 0,-2 3-9 16,-1-3-8-16,0 2-14 0,3 2-11 0,-1 0-15 15,3 1-14-15,0 1-13 0,2 0-12 0,2 2-9 16,6-3-6-16,-12 7-12 0,8-1-8 0,1 2-6 15,1-3-9-15,0 5-3 0,2 1-7 0,-2 2-3 16,4-1-2-16,0 5-4 0,1 0-3 16,-1 1-6-16,1 2-1 0,1 4-1 0,-3-4-2 0,-1-1-2 15,-1 2-4-15,-2 2 3 0,1-5-4 0,-2 2 1 16,0-3-2-16,-2-1 2 0,1 3-3 0,-3-3-4 16,0-1 8-16,-1 2-6 0,0-3-7 0,-1-2-27 15,1 1-28-15,0-2-45 0,3-3-46 0,-1-4-41 16,2 3-178-16,-5-1-393 0,10-6 174 0</inkml:trace>
  <inkml:trace contextRef="#ctx0" brushRef="#br0" timeOffset="23477.23">29264 14253 47 0,'6'-9'218'0,"3"-1"-6"0,-2 0-14 0,2 2 0 16,2-4-8-16,-3 4-8 0,2 1-16 0,1 0-12 15,1 1-20-15,-2 0-10 0,3 2-13 0,-1 1-10 16,-2 2-10-16,1 1-7 0,1 1-8 0,-1 0-11 16,-1 2-9-16,-1 2-4 15,0 2-7-15,-1 0-1 0,-2 1-8 0,1 0 1 0,-1-1-6 16,-1 1 0-16,3 0-6 0,-2 1-1 0,1-2-3 0,-1-1-2 16,3 2 2-16,-1-1-3 0,1-2 0 0,1 1-4 15,0-3 2-15,0 0 2 0,1-2-2 16,-1 1-2-16,0-4 0 0,-1 2-1 0,0-1-1 0,1-5-3 15,-2 0-2-15,1 1 1 0,-3-3-5 0,1-1 7 16,-4 0-5-16,1-2 3 0,0 1-5 0,-4-3-4 16,1 0 1-16,1 1 3 0,-5 1-3 0,4-1-1 15,-1 2 3-15,-2 0 0 0,-1 4-2 0,3 6 2 16,0-11-6-16,0 11-3 0,0 0-1 0,0 0 0 16,0 0-1-16,0 0 3 0,0 0 1 0,0 0-1 15,-5 22 1-15,4-11 1 0,0 1 2 0,-1 3 0 16,2 2 1-16,0-6-3 0,0 6 4 0,2-4-24 15,-1-1-28-15,-1 0-27 0,1-1-51 0,0 1-39 16,-2-3-46-16,0 1-163 0,1-10-409 0,0 16 181 16</inkml:trace>
  <inkml:trace contextRef="#ctx0" brushRef="#br0" timeOffset="24014.85">29918 13886 92 0,'0'0'160'0,"0"0"-7"0,0 0-2 0,0 0 13 0,0 0 6 16,4 23-20-16,-5-2-12 0,-4 6-6 0,1 6 2 16,-2-1-7-16,-1 14-9 0,2-12-3 0,-4 1 2 15,5-2-16-15,-1-1-6 0,1-2-5 0,0 0-8 16,1-2-6-16,1-2-1 0,0-2-4 0,2-3-4 15,-4 3-2-15,4-9-8 0,-1 2-5 0,-1-4-1 16,0 4-8-16,-1-2-1 0,2-4-10 16,1 2-7-16,-3-4-20 0,1 0-27 0,-2-1-30 15,0-1-42-15,0-2-52 0,4-5-44 0,-8 3-51 0,8-3-127 16,-12-3-398-16,12 3 176 0</inkml:trace>
  <inkml:trace contextRef="#ctx0" brushRef="#br0" timeOffset="24286.21">29769 14205 91 0,'5'-7'129'16,"-5"7"-8"-16,11-5-10 0,2 5-2 0,5-3-9 15,4 3-6-15,6 2-11 0,0-2 5 0,3-2-15 16,-3 6-2-16,2-4-7 0,2 2 0 0,-6 0-10 16,2-2 3-16,-6 0-1 0,-2 3-10 15,-2-6 7-15,-4 3-3 0,-2 3 1 0,0-6 8 0,-4 6 8 16,-8-3 14-16,12 0-2 0,-12 0-11 0,9-3-1 15,-9 3 3-15,0 0 3 0,10-2-1 0,-10 2-11 16,0 0-7-16,0 0-3 0,6-1-9 0,-6 1-6 16,0 0-1-16,2 10-4 0,-2-10-1 0,-2 13-5 15,2-13-1-15,-4 18-4 0,3-9-17 16,-2 1-26-16,1 1-33 0,1-1-36 0,-2 0-52 0,3-2-49 16,-4 2-159-16,4-10-379 0,-3 17 168 0</inkml:trace>
  <inkml:trace contextRef="#ctx0" brushRef="#br0" timeOffset="24868.33">30376 14298 160 0,'4'-3'165'15,"4"-3"-14"-15,-1-1-9 0,1 0-7 0,-1-2-10 16,2-2-6-16,0 1-10 0,-1 1-11 0,-2-2-2 15,3 1-5-15,-2-1-4 0,-1 1-1 0,-2 1 6 0,1 1 0 16,-1 0-2-16,-3 1-6 0,-1-1-10 0,0 8-4 16,-5-10-8-16,5 10-6 0,-9-5-8 15,9 5-3-15,-19 6-5 0,6-1-4 0,3 3-4 16,-4 3 0-16,1 3-5 0,4-1-2 0,-1 2-7 16,3 0 1-16,2 0-5 0,1-3 4 0,3 3-3 15,2-1 2-15,3 0-3 0,1-3-2 0,3-1 0 16,3-1-1-16,-1-3-3 0,7 2 2 0,0-5-4 15,2 1 6-15,0-4-4 0,8-2 2 0,-6 1-3 16,0 0-2-16,-1-5 1 0,1 3-2 0,-2-4-2 16,-1-2 4-16,0 3-6 0,-4-5 0 0,3 1 0 15,-3-1 0-15,1-1 2 0,-4 2-2 0,-2 0-4 0,-1 1 1 16,0 0 2-16,-4 2 2 0,1 1-2 16,-1 4 0-16,-4 2-1 0,5-10-2 0,-5 10 0 15,5-3-2-15,-5 3 4 0,0 0 10 0,0 0 3 16,0 0 3-16,-4 23 3 0,1-13 3 0,0 0-1 15,-1 3 1-15,-4 1 0 0,3 0-2 0,-5 1-2 16,5 0 1-16,-1-5-16 0,-1 4-23 0,2-1-33 16,-4 0-42-16,4-3-71 0,0 3-252 0,1-5-454 15,-1-1 200-15</inkml:trace>
  <inkml:trace contextRef="#ctx0" brushRef="#br0" timeOffset="26380.01">31403 14198 2 0,'0'0'195'0,"-11"0"-12"0,11 0 1 15,-14 9-7-15,5-1-12 0,0 2-10 0,1 0-11 16,0 4-12-16,-3 3-12 0,5-3-16 0,2 4-7 16,0-5-9-16,1 1-7 0,5 2-5 0,-2-3-7 15,5-1-1-15,0-3-2 0,1 2-5 0,7 2 1 16,-4-4-8-16,4-2-7 0,-3 0 6 0,0-2 5 16,3-2 1-16,-1-1-6 0,0-2-1 0,1 2 26 15,-4-4-5-15,1-2-8 0,0 1-3 0,1-5-7 16,-4 4-7-16,4-5-6 0,-2 0-2 0,-2 2 3 15,2-4-15-15,-5 0 1 0,1 2-2 0,0-3-3 16,0 1-5-16,-1-1-2 0,1 5-3 0,-1-1 0 16,0 2-6-16,0-1 2 0,-4 7-5 0,5-8-3 15,-5 8 2-15,0 0-4 0,0 0 3 0,0 0-2 16,0 0-1-16,10 18 1 0,-7-9-5 0,2-1 9 16,0 1-5-16,-1 1 2 0,1-1-1 0,3 1 1 15,2 0 3-15,1 0 1 0,3 0 0 0,4-5-4 16,1 1 2-16,1-3 0 0,1-1 5 0,-3 0-7 15,1-4 4-15,0 0-6 0,-6 1-3 0,0-4-6 16,-1 0-7-16,-2-2-11 0,0-1 4 0,-4 0-6 16,1-2-6-16,-3-4-3 0,-2-3-1 0,-3-2-5 15,-2 1 2-15,-3-6-2 0,-2 6 7 0,-3-8 1 16,1 1 3-16,1 8 4 0,-3 0 6 0,2 2 4 16,1 1 2-16,1 6 6 0,2-1 2 0,-1 2 0 15,1 0 1-15,1 3-2 0,5 4 3 0,-6-7-1 16,6 7-4-16,-4-3 1 0,4 3 2 0,0 0 6 15,0 0-2-15,0 0 0 0,23 1 8 0,-12 0-7 16,5-1-1-16,-4-1-1 0,2 0 1 0,4 0 1 16,-4-2 0-16,-1-1 2 0,0 1 1 0,-2-1 0 15,1-2-3-15,-1-1 1 0,-2-1-1 0,-1 1 4 16,1-3-3-16,-1 0 0 0,-2 0 3 0,1-2-3 16,0 2 1-16,-2-3 1 0,0 4 2 0,0-1-1 15,-1 5 1-15,-4 5-5 0,7-12-4 0,-7 12 2 16,6-5 1-16,-6 5 3 0,0 0 1 0,0 0 8 15,8 26 7-15,-10-9 0 0,1 3 2 0,-1 6-2 16,-5-1 0-16,2 3-5 0,1 1 0 0,0-1-26 16,1-2 3-16,-1 1 1 0,-1-3 2 0,1-6 2 15,0 0 5-15,4-5-4 0,-2 0 4 0,0-4-2 16,0 1 4-16,0-5-2 0,2-5 5 0,-1 10 2 16,1-10 2-16,0 0-2 0,1 8 4 0,-1-8-5 15,0 0-3-15,0 0 0 0,0 0-2 0,21-8-4 16,-15 2 3-16,5-2-9 0,4-1-1 0,-2-1 0 0,-1 3 1 15,4-2-5-15,-1 2 10 0,-2 1 0 16,-4 3-4-16,1 0 6 0,-2 1 3 0,1 0-3 16,-9 2 4-16,15 3 2 0,-9-2 4 0,2 2-1 15,2 3 2-15,-1-2 0 0,1 2 5 0,-1-1-1 16,4 1 4-16,-4-2 1 0,9 3 4 0,-5-4-4 16,6 0 2-16,-2 1-4 0,2-2-2 0,1-2 1 15,-2-2-2-15,2 2-2 0,-3-2 4 0,2-1-1 16,2 0-1-16,-6-1-2 0,2-1-1 0,-7-1 3 15,0-1-4-15,-1-1-1 0,1-2 0 0,-2 1 2 16,-2-4-2-16,2 3 0 0,-2-8 1 0,-3 2-2 16,-1 1 0-16,-2 0-1 0,-1 3 0 0,1 2 0 15,-2-2-3-15,-1 3 2 0,-2 1-3 0,0 5-3 16,-3-2 6-16,2 2-4 0,6 3-1 0,-13-1 5 16,3 5 3-16,0 1-5 0,1 4 3 0,-4 1-1 15,3 3 1-15,1-3-4 0,0 0 5 0,5 2-1 16,-1-1-1-16,3 1-4 0,1 1 6 0,5-2 3 15,-1 2 0-15,1-3 4 0,3 1 5 0,1-3 3 16,5 5-2-16,-2-5 2 0,-1-1-1 0,6 0 1 16,-2-4-1-16,5 0-3 0,0 1-2 0,-1-2 1 15,-1-1-1-15,2-1-4 0,-3 0 1 0,-2-1-3 16,3-1 4-16,1 0-6 0,-18 2 4 0,0 0-1 16,0 0-2-16,50-19-1 0,-50 19-1 0,20-22-1 15,-20 22-2-15,17-27-5 0,-17 27 5 0,9-28-5 16,-9 28 2-16,6-26-3 0,-6 26 1 0,0 0-1 15,10-33 1-15,-10 33 0 0,0 0-1 0,0 0-3 16,13-24 5-16,-13 24-4 0,0 0 6 0,0 0-1 16,33-8-5-16,-33 8 3 0,0 0-1 0,0 0 2 15,0 0-4-15,0 0 5 0,59 24-3 0,-59-24 0 16,0 0 4-16,20 24-2 0,-20-24 0 0,0 0 1 16,12 28-4-16,-12-28 1 0,0 0 5 15,5 26-5-15,-5-26 2 0,0 0 2 0,0 0 0 0,5 39 0 16,-5-39 10-16,0 0 6 0,12 24 3 0,-12-24 1 15,0 0 2-15,24 22-1 0,-24-22-2 0,24 10 1 16,-24-10-2-16,40 5-2 0,-40-5 1 0,40 4 2 16,-40-4-3-16,39-2 0 0,-39 2 0 0,0 0 25 15,49-13-5-15,-49 13 0 0,28-16-11 0,-28 16 13 16,24-23-12-16,-24 23-3 0,17-29 0 16,-17 29-4-16,14-32 2 0,-14 32-2 0,2-26-5 0,-2 26-4 15,0 0 2-15,0 0 0 0,-2-45-5 0,2 45-5 16,0 0 2-16,0 0-3 0,0 0 1 0,0 0-1 15,-40-7-8-15,40 7 9 0,0 0-4 16,-45 35 8-16,45-35-6 0,-25 28-16 0,25-28-16 16,-19 33-24-16,19-33-33 0,-12 29-44 0,12-29-42 0,-5 32-77 15,5-32-192-15,-2 31-483 0,2-31 213 16</inkml:trace>
  <inkml:trace contextRef="#ctx0" brushRef="#br0" timeOffset="27096.92">25610 15153 135 0,'0'0'144'0,"0"0"-4"0,0 0-10 15,17-16-7-15,2 8-19 0,10-5 7 0,1-1-8 0,1-3-15 16,1-2-1-16,1 1-5 0,-2 0-10 16,-2 0-6-16,-6 1-9 0,-1 2-3 0,-6 1-3 15,-3-1-8-15,1 0 0 0,-7 1 0 0,-1 3-5 16,-4-2-4-16,-2 1-8 0,0 1 1 0,-2-1-1 15,-2 2-3-15,-5 2-4 0,-4 2 1 0,2 0 0 16,-2 2-4-16,-4 2-2 0,-3 2 4 0,0 6 2 16,-5 2-6-16,-4 9 7 0,4 0 5 0,0 3-1 15,2 3-1-15,4 2-4 0,0-2-2 0,4 2 2 16,3 2-3-16,4 0-3 0,6-2 3 0,4-1 1 16,2-5 1-16,5 5-6 0,2-2 0 0,7 1 0 15,3-3 0-15,3-4-1 0,3-1 4 0,5-1-5 16,-1-4 0-16,1-1-19 0,-3-2-28 0,0 0-36 15,-1-2-33-15,1-1-30 0,-10-2-21 0,0 0-25 16,-6-1-93-16,3-5-295 0,-5-1 131 0</inkml:trace>
  <inkml:trace contextRef="#ctx0" brushRef="#br0" timeOffset="27280.15">26138 14970 180 0,'0'0'171'0,"0"-10"-19"0,0 10-14 15,0 0-8-15,7-5-3 0,-7 5-4 0,15 6-10 16,-4-1-1-16,0 4-6 0,6 4-9 0,-4-2-6 16,1 3-7-16,3-1-9 0,-3 1-6 0,1 2-8 15,-1-2-4-15,-1 1-21 0,3 5-35 0,-5-7-30 16,-4-2-42-16,4 3-33 0,-3-5-29 0,-2-1-132 16,-2-1-286-16,-4-7 127 0</inkml:trace>
  <inkml:trace contextRef="#ctx0" brushRef="#br0" timeOffset="27470.68">26400 14966 177 0,'0'0'186'16,"0"0"-6"-16,0 0-1 0,-29 17-1 0,10-2-9 16,-4 5-15-16,-2 7-15 0,0-5-9 0,-2 5-15 15,-5 8-10-15,-1 1-6 0,11-12-12 0,-1-1-11 16,3 2-9-16,0-3-24 0,4 0-32 15,-2-1-37-15,7-3-28 0,4-3-57 0,-1-2-42 0,2 1-140 16,2-4-315-16,4-3 140 0</inkml:trace>
  <inkml:trace contextRef="#ctx0" brushRef="#br0" timeOffset="27832.83">26626 15004 103 0,'-6'-6'215'0,"-3"1"-11"0,-1 4-3 0,-2 1-11 16,1 2-7-16,-2 5-7 0,-6 1-7 0,1 4-14 16,-2 5-7-16,0-1-13 0,0 6-10 15,8-5-12-15,2-1-12 0,5 1-8 0,-4 0-8 16,4 1-12-16,5 0-3 0,0-2-7 0,3-4-7 16,8 3-6-16,-2-6 4 0,0-3-9 0,9 4-6 15,-1-4-2-15,4-5-9 0,-3 1-3 0,4-4-1 0,-1 1-6 16,-1-2-6-16,0-4-3 0,0-2-1 15,5-3-5-15,-10 1-1 0,-1-1-1 0,-1-3 2 16,-2 2-2-16,-1-1 2 0,-3-2-3 0,-3 7 32 16,0-1-6-16,-1 3-3 0,-1 0 1 0,0 2-4 15,-2 5-2-15,3-12-3 0,-3 12-5 0,0 0-2 16,0 0-3-16,0 0-2 0,0 0 3 0,0 0 1 16,0 0-1-16,2 30-1 0,-4-21-4 0,2 2 2 15,2 1 3-15,-2 1-6 0,2 3-28 0,-2 0-32 16,2 1-35-16,-1-6-51 0,1 0-60 0,2-1-46 15,-4-3-157-15,0-7-443 0,6 16 197 0</inkml:trace>
  <inkml:trace contextRef="#ctx0" brushRef="#br0" timeOffset="28056.3">27081 14989 239 0,'-1'-6'229'0,"1"6"-13"0,-4-10-20 15,4 10-12-15,0 0 5 0,-17 7-12 0,7 2-8 16,-1 5-8-16,-7 6-12 0,7 2-11 0,0-5-12 16,6 1-13-16,0 1-8 0,1 0-9 0,2-3-10 15,4 3-8-15,-2-3-5 0,5 1-10 0,4-1-4 16,0 0-23-16,0-3-18 0,-1-3-24 0,6-4-31 16,1 0-27-16,-1-2-40 0,2-2-40 0,5 0-40 15,-3-4-46-15,-1-3-126 0,0 1-385 0,2-5 171 16</inkml:trace>
  <inkml:trace contextRef="#ctx0" brushRef="#br0" timeOffset="28246.97">27379 14764 202 0,'0'-10'242'0,"0"4"-23"0,0 6-27 16,1-9-19-16,-1 9-3 0,0 0 15 0,0 0 4 15,6 33-8-15,-2-14-6 0,-1 8-13 0,2 4-11 16,-5 0-11-16,6 0-9 0,-3 1-12 15,1-2-11-15,0 2-13 0,1-2-8 0,-1 1-7 0,2-3-27 16,-2-1-36-16,0-8-39 0,-2 6-40 0,0-6-62 16,-1-1-57-16,-1-7-59 0,-5 1-167 0,1-2-442 15,1-2 196-15</inkml:trace>
  <inkml:trace contextRef="#ctx0" brushRef="#br0" timeOffset="28409.77">27315 15034 87 0,'8'-8'171'16,"-1"4"-6"-16,5 0-14 0,5 1-16 0,-5 1-11 15,10 0-11-15,0 2-5 0,-1-2-40 16,0 2-39-16,-2-1-39 0,1 1-42 0,0-1-33 16,-4-1-83-16,1 0-181 0,-4 0 80 0</inkml:trace>
  <inkml:trace contextRef="#ctx0" brushRef="#br0" timeOffset="28581.3">27678 14837 48 0,'0'-13'174'0,"1"3"-5"0,-1-2 9 0,-1 5 4 16,1 7-18-16,-1-10-16 0,1 10-19 0,0 0-5 15,0 0 21-15,0 0 10 0,0 0 2 0,1 30-2 16,-1-11-7-16,0 1-14 0,1 5-15 0,-1 3-6 16,0-1-11-16,0-2-19 0,0-5-3 0,0 5-7 15,0-6-4-15,4 1-18 0,-4-1-37 0,2-2-39 16,1 1-29-16,0-3-45 0,2 0-47 0,2-5-62 15,-2-2-189-15,2 0-431 0,-1-3 191 0</inkml:trace>
  <inkml:trace contextRef="#ctx0" brushRef="#br0" timeOffset="29034.91">27908 15013 162 0,'0'0'173'15,"0"0"-7"-15,0 0 3 0,8 10 2 0,-8-10-6 16,5 11-17-16,-4-5-9 0,5 1-14 0,-4-1-11 15,7-1-14-15,0 1-5 0,1 0-7 0,0-3-7 16,2 1-9-16,-1-1 3 0,-2 0 0 0,5-3 0 16,-2 0 3-16,0-4 3 0,0 0-4 0,-2-1 1 15,4-1-1-15,-3 0 0 0,-2-1-2 0,2 1 2 16,-1-1-2-16,-4 1 1 0,2 0 3 0,0 1-3 16,-2 0-5-16,-3 2-4 0,-3 3-10 0,10-4-7 15,-10 4-8-15,0 0-13 0,15 12 2 0,-8-3 22 16,-4 2-8-16,4 7-3 0,-1 8 12 0,0 1-4 15,-2 2-2-15,0 5-5 0,1-4 4 0,-3 5-1 16,4 9-4-16,-5-10-2 0,4 1 14 0,-5 2-9 16,-3-5-7-16,3 1-8 0,0 0 2 0,-5-3 1 15,1 0 2-15,0-3-1 0,-3-1-5 0,1-9-1 16,-6 6 10-16,4-6-3 0,-7-2-16 16,4 0 3-16,-2 0-2 0,-5-6-8 0,-1 1 4 15,4-2-3-15,2-4 9 0,-5-1-12 0,0-3 1 0,4 0-1 16,3-2 6-16,-3-2-3 0,-3-2-10 0,7-3-3 15,-4-3-2-15,-1-4-10 0,2-6-14 0,-1-3-20 16,5-1 10-16,1 0-7 0,4-4-8 0,1-2-2 16,5 3-8-16,0-3-6 0,5 0-3 0,6 2 0 15,-1 3-5-15,6 0-2 0,4 3-17 0,1 0-18 16,8 3-37-16,2 3-32 0,3 2-43 0,15-5-40 16,0 4-217-16,-2 1-519 0,-1 3 230 15</inkml:trace>
  <inkml:trace contextRef="#ctx0" brushRef="#br0" timeOffset="29417.25">29052 14844 76 0,'1'-9'260'0,"1"1"-18"15,2 4-26-15,-4 4-25 0,4-5-16 0,-4 5-2 16,0 0 1-16,9 19 16 0,-4-2 2 0,2 8-20 15,2 1-6-15,-6 3-10 0,3-1-16 0,-5 2-3 16,0-3-22-16,2 2 3 0,-2-1-14 0,2 0-8 0,-3-1-11 16,0-6-7-16,0 4-9 0,-2-5-16 15,1-2 1-15,0 1-1 0,-2-1-28 0,2-1-36 16,-2-2-31-16,-1-4-29 0,3-4-44 0,-1 4-48 16,2-11-55-16,0 0-26 0,-4 12-197 0,4-12-478 15,0 0 211-15</inkml:trace>
  <inkml:trace contextRef="#ctx0" brushRef="#br0" timeOffset="29928.1">29108 15089 73 0,'0'0'169'0,"1"-13"-10"15,1 9-6-15,-1-4-13 0,2 1-12 0,0 1-14 16,5-2-9-16,1-1-4 0,0 1 7 0,2 0-6 16,3-1-6-16,-2 2-2 0,-2-1-9 0,0 0 0 15,2 1-4-15,-1-2-5 0,-2 1-3 0,1 0-5 16,-1-1-6-16,0 2 12 0,-1 1-2 0,-2 1-5 15,-1-1-5-15,-1 2-7 0,2-1-4 0,-3 0-4 16,-3 5-10-16,7-6-4 0,-7 6-6 0,0 0-3 16,0 0-6-16,0 0 2 0,12 12-5 0,-8 0 3 15,-1 4-4-15,-2 2 1 0,0 2-5 0,2 5 0 16,-3 1-1-16,1-2 3 0,1 2-7 0,-2-8 5 16,1 1-6-16,-1-2 3 0,1 2-1 15,0-7-2-15,4 5 1 0,-3-5-1 0,-1-2 2 0,2 1 0 16,-2-5-1-16,1 0 0 0,1 0-3 0,1-2 3 15,-4-4 2-15,6 7-1 0,-1-4 0 0,-5-3-1 16,12 5-2-16,-6-3 3 0,2 0-5 0,-2 0 2 16,2-1-2-16,0 3-1 0,-1-2 1 0,5 0 4 15,-2 1 3-15,2 0 2 0,0 0-1 0,0 1 1 16,-1 0 1-16,-1-3 5 0,2 0-4 16,1-1 5-16,-3 1-1 0,0-1-1 0,3-1 4 0,-1-1 3 15,-2-3-4-15,0-1 3 0,0 0-3 0,-1-2 1 16,0-1-1-16,1-4 2 0,-1 1-9 0,-2 2 5 15,-4-2 2-15,3 2 0 0,-5-1-2 0,1-1-2 16,0 2 5-16,-4 2-5 0,2 8 2 16,-5-14-1-16,-1 10 0 0,-3-1-10 0,-1 4 1 15,-7 1 2-15,0 4-3 0,-4 2 1 0,2 3-3 0,-4 4 0 16,0 0-1-16,5 0-1 0,4 1-6 0,5 1-21 16,0 4-39-16,4-1-35 0,6 0-45 15,5 1-64-15,8 1-261 0,-2-2-510 0,8 0 226 16</inkml:trace>
  <inkml:trace contextRef="#ctx0" brushRef="#br0" timeOffset="30328.27">30263 14821 140 0,'2'-7'285'16,"-1"0"-18"-16,-1 7-22 0,2-9-28 0,-2 9-25 15,0 0-15-15,0 0-16 0,0 0-1 0,4 23 8 16,-2 1 3-16,1 7-6 0,-4 0-5 0,0 5-2 16,-2 11-20-16,1-12 3 0,0-1-21 0,0 0-6 15,-1-1-8-15,1-1-7 0,0 0-10 16,4 0-12-16,-2-1-15 0,-5-1 13 0,3-1-15 0,1-4-3 16,1 0-9-16,0-7-42 0,-1-3-37 0,0-3-24 15,1-1-26-15,-3-3-31 0,3 0-28 0,0-8-42 16,-1 10-37-16,1-10-46 0,-3 7-198 0,3-7-500 15,0 0 221-15</inkml:trace>
  <inkml:trace contextRef="#ctx0" brushRef="#br0" timeOffset="30913.33">30210 15138 33 0,'15'-4'186'0,"4"1"-3"0,2 1-5 16,-2 2-4-16,10 1-2 0,-7 3-9 15,6 3-17-15,-1 2-13 0,-9 0-14 0,1 2-8 16,0-1-9-16,-5 0-4 0,1 2-12 0,-3 1-5 16,-3-3-11-16,-3 2-6 0,1-2-5 0,-5 2-4 0,-1 5-3 15,-2-8-8-15,1 4-2 0,-4-3-1 16,-1 0-6-16,-2-2-1 0,3-4-4 0,-1 0 1 0,-3 1-8 16,0-3 1-16,8-2 0 0,-9 4-2 15,9-4-2-15,-11 0 0 0,11 0-1 0,-9-5-7 16,9 5 2-16,-2-11-6 0,2 11 1 0,7-14-4 15,-2 4 3-15,2 0-3 0,0-5-2 0,3 2-2 16,3 0-2-16,3 0-4 0,5-3-5 0,1-1 3 16,0 0 0-16,0 1 3 0,-6 3-1 0,1 1-1 15,-3 0 1-15,-3 1 2 0,-2 1 3 0,1 2-3 16,-3 2 8-16,-2-2 11 0,0 3 8 0,-2 1-5 16,-3 4-1-16,6-10-4 0,-6 10 4 0,2-7-8 15,-2 7-2-15,0 0 0 0,0 0-2 0,0 0 0 16,0 0 11-16,-19 17 8 0,12-6-1 0,-5 1 0 15,6 2 7-15,-2 0 2 0,0 2-5 0,1-3 1 0,-1 3 2 16,4-4-6-16,2-2-2 0,1 1-1 16,-1-2-2-16,2-9 3 0,5 17-2 0,1-13 0 15,1 4-1-15,1-4-6 0,2 0-1 0,0-2 2 16,3-2-1-16,-1-1 0 0,0-2-3 0,1 0 2 16,4-1 0-16,-7-5-6 0,5 0 1 0,-1 0-1 15,-1-3-1-15,0 1 2 0,-5 0-1 0,2-1-4 16,-1 0 4-16,-2 3-4 0,-1-2 1 0,-3 2 5 15,0 3-4-15,1 1-7 0,-2 0-1 0,-2 5-1 16,8-6-2-16,-8 6 0 0,0 0 0 0,0 0-2 16,0 0 2-16,1 21 2 0,-2-11 2 0,-2 2-1 15,1 5 1-15,-4-2-2 0,3 2 1 0,3 1 3 16,-3 0-30-16,1 0-37 0,1-1-35 0,1-1-58 16,0-3-68-16,-2 3-237 0,1-1-503 0,0-4 222 15</inkml:trace>
  <inkml:trace contextRef="#ctx0" brushRef="#br0" timeOffset="31789.21">30933 15337 62 0,'1'-8'235'0,"-1"8"-12"0,4-14-9 16,-1 7-12-16,-2-3-12 0,3 2-16 0,-3-2-15 15,4 2-14-15,0-1-10 0,1 2-8 0,2-4-13 0,3-1-13 16,0-2-7-16,0 0-6 0,2 3-6 0,3-3-5 15,-5 1-10-15,-2 5 2 0,6-1-9 0,-6 0-1 16,0 5-12-16,-1 1-5 0,-4 0-2 16,-4 3-9-16,0 0-5 0,15 6 9 0,-11-2-1 15,-1 5-4-15,2 1-2 0,-3 1 3 0,-1 1-2 16,-1 0-3-16,3 5-1 0,-2-5-1 0,3-2 1 16,-1 1-5-16,1-2-4 0,3 8 4 0,2-8 3 0,1-2-7 15,1 0 0-15,1-3 1 0,1-2 1 16,6-2-2-16,-2-1-3 0,3-3-1 0,1 0-2 15,-4-1 2-15,0-2-10 0,1-1 7 0,-2-4-3 16,-1 3 3-16,0-4-2 0,-3 2 3 0,1-3-6 16,-6 0 1-16,2-2 2 0,0-1-2 0,-4 2-4 15,-5 2 5-15,4-3-2 0,-3 4 1 0,1 2-4 0,-1 0-1 16,-1 10-1-16,-1-10-2 0,1 10-2 0,0-9 1 16,0 9 0-16,0 0-5 0,0 0 4 15,0 0 1-15,-12 23-1 0,5-13-5 0,1 6 6 16,3 2 1-16,-3-1-3 0,1 1 2 0,-1 9 2 15,1-9-1-15,1 0 0 0,1 1 2 0,0 6 0 16,-1-10 0-16,1 0 2 0,-2-4-2 0,0 0 0 0,3-1-5 16,-1-1 8-16,-2 0-3 0,2-2 8 15,3-7 0-15,-2 10-1 0,2-10 2 0,-3 7 1 16,3-7-1-16,-3 4-2 0,3-4 1 0,0 0-1 16,0 0 1-16,0 0-5 0,0 0 3 0,19-21-4 15,-9 12 1-15,5-1 1 0,4-2-4 0,4-3-2 16,0-1-1-16,0 1-1 0,-1 1-1 0,0-3 3 15,-7 4-1-15,0 2 4 0,6-8-33 0,-7 7 5 16,-1-1-2-16,-2 2 7 0,0-1 2 0,-4 2 9 16,-2 0 1-16,-4 3 4 0,2-1 5 0,1 1 7 15,-2 0 14-15,-2 7 2 0,4-9 4 0,-4 9 0 16,1-6-11-16,-1 6-4 0,0 0 0 0,0 0-2 16,0 0 1-16,0 0 7 0,0 0-2 0,0 0 1 15,-10 20-6-15,9-13 8 0,-2 0-6 0,3-7 8 16,-1 13-2-16,0-5 3 0,5 0-1 0,-2 2-7 15,3-3 9-15,4 0-4 0,-1-2-3 0,4 2 3 16,1-5-4-16,4 1-3 0,1-1 3 0,-5 0-7 16,5-1 2-16,-2-1 2 0,2-1-1 0,0-5 1 15,-3 3-4-15,-2-1 2 0,0-1-5 0,2-3-5 16,-1-1-7-16,-2 0 1 0,-2 1-6 0,-2-1-6 16,-2-4-1-16,3-1 6 0,1-1-7 0,-3 5 3 15,-2-2 3-15,-1 3-2 0,0 4 1 0,-2-1 4 16,3-1-4-16,-5 7 3 0,5-5-6 0,-5 5 6 15,0 0 3-15,0 0-5 0,0 0 7 0,0 0-2 16,-10 26 5-16,6-16-1 0,-2 3 11 0,1 2-8 16,-3-1 1-16,-1 1 2 0,4-1-2 0,2 2 2 15,-3 0-1-15,3-1-6 0,1-2-24 0,-2 1-29 16,-1-2-29-16,3 0-31 0,-1 1-31 0,0-2-46 16,-1-1-38-16,1-3-181 0,-3 1-452 0,6-8 200 15</inkml:trace>
  <inkml:trace contextRef="#ctx0" brushRef="#br0" timeOffset="32156.89">32131 14940 185 0,'0'0'195'0,"0"0"-17"0,0 0 4 16,10 8 10-16,-7-1 8 0,0 4-3 0,0 2-6 0,-2-1-8 15,0 12-2-15,-3-4-10 0,0 4-13 0,0 2-14 16,-3 0-13-16,2 0-9 0,-2-2-20 16,1 3-4-16,0-3-13 0,2-5-7 0,-2 0-5 15,0-2-8-15,4 1-20 0,-2-5-37 0,-1 4-33 16,3-6-42-16,-3 0-50 0,1 2-48 0,2-5-61 16,0 0-202-16,0-8-462 0,-4 10 204 0</inkml:trace>
  <inkml:trace contextRef="#ctx0" brushRef="#br0" timeOffset="32466.89">32125 15152 146 0,'9'-2'177'0,"0"0"-4"0,3 1-19 16,-3 1-10-16,5 1-18 0,-4 3-5 15,-1-2-7-15,4 4-5 0,5 3-3 0,-7-3-1 16,-1 0-15-16,2 2-4 0,-3 0-10 0,0-1-2 15,-3 2 1-15,4-3-1 0,-2 2 0 0,-2-1-7 16,2-1 0-16,1-2-3 0,-3-1-3 0,2 0 8 0,0-1-1 16,-1-1 1-16,-7-1 1 0,13-1-5 0,-13 1-1 15,13-8-8-15,-5 5-8 0,-3-4-2 16,0 0 3-16,1-1-4 0,-2-2-7 0,-3 1 2 16,2-2-5-16,-3 1-4 0,0-4-2 0,-4 2-6 15,3 0-9-15,-6-3-20 0,2 2-20 0,-4-1-20 16,1 4-25-16,-2 1-29 0,-1 2-29 0,1 3-37 15,-3 1-48-15,1 1-184 0,12 2-430 0,-23 2 190 16</inkml:trace>
  <inkml:trace contextRef="#ctx0" brushRef="#br0" timeOffset="32828.45">32509 15304 227 0,'10'-6'248'0,"0"2"-11"0,0-3-15 15,-2-1-12-15,0 0-16 0,-3-1-5 0,1 0-11 16,2-3-16-16,-3-2-12 0,-1 2-18 0,1-3 22 16,-4-1-17-16,2-1-15 0,-3 0-12 0,-4-2-9 15,1 1-5-15,1 0-17 0,-5 2-17 0,2 0 7 16,0 4-7-16,-1-1-8 0,0 5-7 0,0-3-4 16,2 5-2-16,2 1-4 0,2 5-9 0,-6-9-3 15,6 9-3-15,0 0 1 0,0 0-6 16,0 0-2-16,14-5-3 0,-4 6 6 0,9 1-5 15,3 0-2-15,-22-2 2 0,52 10 0 0,-52-10-8 16,45 9 0-16,-45-9 2 0,37 13-2 0,-37-13-1 0,28 13 14 16,-28-13-11-16,19 15 29 0,-19-15 3 0,0 0-2 15,19 27 21-15,-19-27 1 0,0 0 6 16,8 32 1-16,-8-32-6 0,0 0-2 0,-4 35-4 16,4-35-9-16,0 0 0 0,0 0-2 0,-9 50-10 15,9-50-15-15,0 0-39 0,-4 31-36 0,4-31-42 16,0 0-63-16,0 0-65 0,3 41-84 0,-3-41-267 15,0 0-625-15,0 0 277 0</inkml:trace>
  <inkml:trace contextRef="#ctx0" brushRef="#br0" timeOffset="33857.21">24872 15957 47 0,'0'0'230'0,"0"0"-12"15,0 0 3-15,0 0-8 0,-4 35-13 0,2-19-14 16,2 0-4-16,2 3-19 0,0-1-8 0,2 1-16 16,0-1-12-16,3-1-9 0,3-2-14 0,2 0-8 15,1 1-5-15,9 2-7 0,0-2-31 0,-6-6-3 16,5-3-3-16,-1-1-2 0,-1-2-4 0,0-1-5 16,1-2 9-16,-6-1-11 0,0-2-3 0,0-2-5 15,-1 0 3-15,-3 0-5 0,2-5 3 0,-5 2-7 16,1-3-1-16,0 0-3 0,-5-1 0 0,0 0-1 15,-2-2-4-15,0-2-3 0,-2-2 11 0,0 7-10 16,1 10 3-16,-3-16 2 0,3 16 0 16,-1-12-9-16,1 12 0 0,0 0-4 0,0 0-1 0,0 0 3 15,0 0-3-15,0 0 6 0,0 0-9 0,0 0 11 16,0 0-5-16,18 34 2 0,-8-26-5 0,2 4 3 16,-1-3 2-16,7 0-4 0,-3-2 7 0,4 0 1 15,2-3 7-15,1-3-7 0,6-2 0 0,-6 1 0 16,7-3-1-16,-9-2 0 0,-2 0 3 0,2-2-4 15,-4 1 5-15,-3-2-5 0,-2-4 1 0,-4 2 2 16,3-5-2-16,-6 5 6 0,0-7-13 16,0-2-8-16,-6 1-5 0,-6-6-5 0,3-1-3 15,-3 6 2-15,0 2 0 0,-3 1-1 0,-1 2 5 0,4 2 2 16,3 4-1-16,-3 1-1 0,5 0-1 0,3 7-2 16,-9-7 3-16,9 7 0 0,0 0 3 0,0 0-1 15,0 0 3-15,0 0 2 0,0 0 2 16,0 0 6-16,0 0-2 0,33 16-4 0,-15-12 0 15,3 0 5-15,5 1-5 0,3-4 2 0,0 2 1 16,-8-3 2-16,-2 2-1 0,-2-4-1 0,2 1 2 16,-2-3 8-16,1 1 6 0,-7 1 0 0,-1-2 10 15,-10 4 5-15,13-5 2 0,-6 2 10 0,-7 3 2 16,11-2 0-16,-11 2-2 0,0 0-9 0,13-3-3 16,-13 3-4-16,0 0 2 0,0 0-5 0,7 15 2 15,-5-6 1-15,-2 3-2 0,-2 3 7 0,0 1-13 16,2 0 11-16,-3 1-16 0,1 2-25 0,-2-1-22 15,4 0-17-15,-4-1-33 0,2 1-48 0,-1-1-42 16,3-5-57-16,0-4-56 0,0-8-164 16,0 18-489-16,0-18 217 0</inkml:trace>
  <inkml:trace contextRef="#ctx0" brushRef="#br0" timeOffset="34018.28">25579 15673 62 0,'-6'-7'153'0,"6"7"-22"15,0 0-50-15,0 0-39 0,0 0-55 0,0 0-63 16,30 20-83-16,-21-12 37 0</inkml:trace>
  <inkml:trace contextRef="#ctx0" brushRef="#br0" timeOffset="34223.36">25893 15745 149 0,'0'0'197'0,"0"0"-22"0,0 0-9 15,0 0-19-15,0 0 4 0,0 0 21 0,15 12 2 16,-11-3 2-16,2 4-8 0,-4 2-7 0,0 3-15 16,3 8-18-16,-1-1-6 0,0 2-10 0,-6-1-12 15,0-1-12-15,-2 1-6 0,0-1-5 0,3 1-15 16,1-1-17-16,0-2-27 0,0-6-26 0,0 0-36 15,1 0-28-15,1-7-44 0,0 1-53 0,0-1-45 16,2-1-152-16,-4-9-396 0,5 10 176 0</inkml:trace>
  <inkml:trace contextRef="#ctx0" brushRef="#br0" timeOffset="34406.61">26124 15793 101 0,'0'-12'252'0,"0"12"-14"0,0-15-27 15,0 15-22-15,2-7-17 0,-2 7-1 0,0 0 12 16,0 0-4-16,0 0-6 0,7 40-9 0,-4-15-15 16,-1 1-12-16,2 1-14 0,-4 4-12 15,2-5-11-15,-1 2-15 0,-1-3-50 0,0 3-45 0,0 2-62 16,0-2-55-16,2 1-65 0,-2-1-204 16,0-8-428-16,4-1 190 0</inkml:trace>
  <inkml:trace contextRef="#ctx0" brushRef="#br0" timeOffset="34764.57">26843 16021 2983 0,'-7'-9'35'0,"4"1"103"0,1 2-79 0,2 6-31 16,-6-9-11-16,6 9-4 0,0 0-4 0,0 0-3 15,0 0-4-15,-13 13 0 0,11-6 8 0,-2 4-7 16,2 0 1-16,-2 5-2 0,4 3 1 0,0-2 1 16,0-4 3-16,4 2-3 0,-1-2 1 0,8 1 0 15,-4-4-3-15,2-3-4 0,7 4 8 0,-3-6 2 16,7-3 2-16,-1-2-2 0,3-1-1 0,0-4-1 16,5-1 1-16,-2-3 0 0,-1-5 2 0,-1-2-7 15,-2 1 9-15,-7 0 9 0,-4 0-1 0,-1-1-1 16,-2-4 1-16,-3 1-4 0,-4 0-1 0,-5 1-2 15,-1 0 1-15,-3 1-5 0,-2 1 2 0,-1 3-9 16,-4 3-1-16,-3 1-12 0,0 3-12 0,-3 4-15 16,2-1-19-16,0 3-17 0,-3 3-20 0,5 1-29 15,-4 3-34-15,7-1-48 0,3-1-50 0,5 3-165 16,1-3-455-16,6-5 202 0</inkml:trace>
  <inkml:trace contextRef="#ctx0" brushRef="#br0" timeOffset="35013.21">27376 15793 101 0,'4'-12'242'0,"-4"3"12"15,4 1-5-15,-4 0-19 0,0 8 2 0,0-11-3 0,0 11-15 16,2-8-26-16,-2 8-16 0,0 0-14 0,0 0-6 16,0 0 9-16,0 0 10 0,7 33-10 15,-2-4-9-15,-3 2-8 0,1 2-15 0,-3 2-10 16,1 11-4-16,-1 0-12 0,0-1-6 0,-1-10-16 0,3 11-11 15,0-14-16-15,0-1 7 0,0 2-1 16,2-4-12-16,1 0-6 0,-1-4-13 0,3 2-18 16,-6-8-71-16,1-2-27 0,2 1-37 0,-2-1-35 15,-4-5-31-15,2 0-53 0,-4-2-37 0,2 1-235 0,-3-6-557 16,5-5 246-16</inkml:trace>
  <inkml:trace contextRef="#ctx0" brushRef="#br0" timeOffset="35647.33">27535 16002 77 0,'16'-12'204'0,"1"2"-13"15,1 2-19-15,-5 4-7 0,-1 2-9 0,-1 1-17 16,-11 1 0-16,18 6-8 0,-10 2-16 0,-4 2-6 16,-2 3-11-16,-2-2-9 0,-3 6-11 0,-3 7-1 15,-2 1-13-15,-2-8-1 0,-3 5-9 16,-1-5-9-16,3-4-2 0,-3 1-9 0,-1 0-6 0,0-4-5 15,5-1-5-15,1-3-2 0,-1-2-2 0,2 3 3 16,3-4-8-16,5-3 2 0,-7 4-1 0,7-4-3 16,-6 3-1-16,6-3-5 0,0 0 4 0,0 0-4 15,0 0 0-15,0 0 2 0,34-7-2 16,-23 1 1-16,3 2 3 0,3-2-4 0,3 2 1 16,3-8 3-16,-3 6-2 0,7-2-2 0,-2-1 6 15,-3 2-6-15,-4 1 1 0,3-5 4 0,4-3-1 16,-8 5-5-16,8-2 1 0,-7 2 2 0,-2 0-3 15,-1 0 0-15,-1 0 5 0,-5 0-2 0,6-4 1 16,-8 4-2-16,2-5 2 0,2-1-3 0,-6-1 3 16,-3 1 1-16,2 5-5 0,-4-2 2 0,0-1-1 0,0 13 4 15,-4-19 9-15,2 13-2 0,2 6-2 16,-5-13 2-16,5 13-8 0,-9-5 1 0,9 5 0 16,-15 1-4-16,15-1 1 0,-23 13 4 0,10-3-4 15,-3 1 4-15,5 4-2 0,-1-1-3 0,3 1 3 16,1-1-4-16,3 2 3 0,1 0 8 0,4 0 1 15,4-1 1-15,0 2 2 0,-2-4 2 0,3-3 4 16,6 4 2-16,1-2-3 0,3-2-1 0,-3-4-1 16,1 0-2-16,5 0 1 0,-7-2-3 0,9-1 0 15,-4-4 1-15,-2 0-4 0,-3 0 3 0,8-6 4 16,-9 2-7-16,3 2-3 0,-3-2 2 0,5-5-2 16,-1-3 0-16,-3 3-1 0,5-2 2 0,-5 1-4 15,-3 5 4-15,-3 0-4 0,2 1 2 0,-7 5-4 16,9-8-2-16,-9 8-1 0,7-7-5 0,-7 7 2 15,0 0 3-15,0 0-1 0,0 0 0 16,16 14 1-16,-16-5 2 0,2 2 2 0,-1 2-3 0,-1-1-2 16,2 3 3-16,-1 3-9 0,2-2-14 0,-3-1-29 15,0-4-40-15,4-2-39 0,-1 1-41 0,3-1-36 16,-6-9-176-16,7 10-414 0,-2-6 184 16</inkml:trace>
  <inkml:trace contextRef="#ctx0" brushRef="#br0" timeOffset="36009.34">28474 15945 203 0,'-22'3'201'0,"12"0"-3"0,-5 7-14 0,-1 0-2 16,2 4-11-16,-1 1-17 0,5-2-18 15,0 4-11-15,1 7-8 0,1-7-15 0,4 0-6 16,3-2-2-16,0 1-13 0,1 0-5 0,1-7-9 15,2 1-6-15,2-2-2 0,1 1-8 0,0-1-3 16,1-4-2-16,2-1-6 0,1-1-3 0,1 0 0 16,0-2-2-16,1-1 3 0,-3-5-10 0,0 2 0 15,3 0 3-15,-4-2 0 0,-1-2-1 0,2 0-3 16,-1-1-6-16,-3-1-1 0,1-2-2 0,1-3 1 16,-1 6-3-16,-2-1 1 0,0 1-1 0,-2 1 7 15,2 0-6-15,-4 8 1 0,0 0-7 0,7-7 0 16,-7 7-3-16,0 0 6 0,0 0-1 0,0 0-1 15,0 0 0-15,-4 36-2 0,2-25-4 0,1 7 3 16,0-1-1-16,0-2-2 0,2 1 6 0,-1-2-20 16,0 5-24-16,1-6-42 0,0-4-42 0,1 1-34 15,2-3-63-15,-1 0-210 0,-3-7-459 0,0 0 203 16</inkml:trace>
  <inkml:trace contextRef="#ctx0" brushRef="#br0" timeOffset="36256.28">28711 15802 60 0,'0'0'240'0,"0"0"-12"0,0 0 3 0,0 0 6 16,0 0-9-16,0 0-8 0,8 42-8 0,-6-15-12 15,-2-2-14-15,0 1-20 0,0 1-16 0,0-3-3 16,-2 3-25-16,2 2-10 0,0-2-10 0,0-2-12 15,-2-6-9-15,1 0-1 0,1 1-12 0,1-1-6 16,1-1-21-16,-2-4-24 0,-3 3-37 0,1-6-37 16,1 1-34-16,-3-4-47 0,0 2-47 0,4-10-50 15,-9 14-191-15,-1-9-461 0,0-2 204 0</inkml:trace>
  <inkml:trace contextRef="#ctx0" brushRef="#br0" timeOffset="36405.61">28610 16021 25 0,'0'0'152'0,"0"0"-12"0,12-12-25 0,2 9-1 15,-5 1-15-15,4 1-7 0,-13 1-44 0,32 2-27 16,-14-1-39-16,-1 4-31 0,-2 4-75 0,0-1-133 16,-7 1 59-16</inkml:trace>
  <inkml:trace contextRef="#ctx0" brushRef="#br0" timeOffset="36675.1">28864 16212 94 0,'0'0'173'16,"0"0"3"-16,10 3-3 0,-10-3-1 0,0 0-5 15,25-6-10-15,-14 2-8 0,0-3-7 0,6-1-3 16,0 1-9-16,-1-4-9 0,1 1-12 0,-1-2-7 0,7-5-12 16,-3-1-8-16,0-1-6 0,-6 7-10 15,1-3-6-15,-2-1-7 0,-1 1-4 0,1-1-3 16,-6 0-7-16,-3 4-6 0,-1 1-1 0,-3 0-3 15,-2 5-2-15,2 6-3 0,-3-16-2 0,0 11-4 16,3 5-3-16,-12-1 1 0,12 1-6 0,-17 6 0 16,4 6 2-16,-1-2 2 0,2 7 1 0,-1-3-7 15,-1 1 1-15,2 7 3 0,0 2-3 0,7-5 2 16,0 0 0-16,1-3-7 0,3 0-16 0,1 1-18 16,4-6-36-16,1 0-38 0,1-3-54 0,8 4-50 15,-4-7-180-15,3 0-421 0,0-1 186 0</inkml:trace>
  <inkml:trace contextRef="#ctx0" brushRef="#br0" timeOffset="37235.15">29620 16004 219 0,'0'0'236'0,"0"0"-9"0,0 0-6 0,0 0-4 16,-32 8-14-16,22 1-17 0,1 1-12 0,0 3-17 0,2 1-12 15,-2 0-15-15,4-3-13 0,3 1-11 16,1-2-9-16,2 3-7 0,2-1-9 0,2-2-4 16,3 1-11-16,-1-4-3 0,2 1-1 0,2-2-11 15,-1-1-2-15,1-2-5 0,2 0-2 0,-3 0-6 16,1-1-2-16,-11-2-2 0,19-2-7 0,-19 2 2 16,14-3-4-16,-8-1-2 0,2-3-2 0,-4-2-2 15,0 0-9-15,-2-1-9 0,1 0 3 0,-2-3-8 16,-1 0-4-16,1-5-6 0,1 3 1 0,-4-2-3 15,6 2 4-15,-3-2-3 0,2 6 0 0,-1 0 4 16,0 1-2-16,1 1 3 0,-3 9 7 0,9-12 6 16,-2 10 3-16,4-1 1 0,-11 3 6 0,23 3-8 15,-10 3 4-15,-1 1-2 0,2 2 1 0,-4 3-3 16,-1-2 2-16,2 5-1 0,-2 3-2 0,-2-3 1 16,-1 1 0-16,-2-2-2 0,2 1 1 0,-3-2 2 15,-1-1 2-15,1-4-2 0,-3 2 3 0,3-6 7 16,-3-4 4-16,-2 12 7 0,2-12-2 0,0 0 3 15,-10 8-1-15,10-8-3 0,0 0-3 0,-15 0 2 16,15 0-4-16,0 0 0 0,0 0-1 0,-12-16-2 16,12 16-1-16,-5-14-4 0,6 5-3 0,4-6 2 15,2-1-4-15,-2 5 0 0,8-4-4 0,-2 0-2 16,3 2 5-16,2 0-8 0,-1 2 14 0,0 2-12 16,-3 2 3-16,1 2 2 0,-4 2-2 0,1 0 0 15,1 5 5-15,-3-2 1 0,0 2-7 16,-2 0 3-16,5 4 3 0,-4 2-2 0,-2 0 4 0,-1 4-7 15,0-2-21-15,-2 1-30 0,3 4-23 16,-1-5-46-16,4 6-49 0,2-3-59 0,5 1-62 0,3 4-145 16,11-3-472-16,1 2 209 0</inkml:trace>
  <inkml:trace contextRef="#ctx0" brushRef="#br0" timeOffset="37665.46">30544 16283 177 0,'0'0'180'0,"15"-16"-8"0,-7 10-7 0,3-1-5 16,-1 0-11-16,5-3-9 0,1-1-5 0,-4 0-8 15,9-7-4-15,-10 4 2 0,2 1-2 0,-1 0 5 16,-1-4-7-16,-3 1-2 0,0-1-17 0,-2 5-2 16,-4 1-5-16,2-7-10 0,-1 9-1 0,-3-4 2 15,1 6-9-15,-1-3-6 0,1 4-1 0,-1 6-8 16,0-10-11-16,0 10-6 0,0 0-5 0,-2-8-6 15,2 8-3-15,0 0 1 0,0 0-3 0,-17 25 2 16,10-12-6-16,-1 5 2 0,1-2-2 0,2 1-2 16,0 2-2-16,4-3-4 0,2 2 0 0,-2 0-2 15,7-2 2-15,-1-5-7 0,4 4-18 0,3 0-32 16,6-4-33-16,-1-2-40 0,-7-1-58 0,6-2-44 16,3-3-61-16,-8 1-153 0,0-4-464 0,-11 0 206 15</inkml:trace>
  <inkml:trace contextRef="#ctx0" brushRef="#br0" timeOffset="37817.15">30611 15836 39 0,'0'0'147'0,"0"0"-11"15,0 0-19-15,0 0-44 0,0 0-53 0,0 0-66 16,0 0-35-16,41 17-88 0,-27-14 39 0</inkml:trace>
  <inkml:trace contextRef="#ctx0" brushRef="#br0" timeOffset="38045.11">30946 15815 35 0,'0'0'218'0,"0"0"-10"15,0-13-18-15,0 13-16 0,0 0-17 16,0 0-3-16,0 0 10 0,0 0 8 0,0 0-1 0,6 32 7 15,-6-14-11-15,0 7-7 0,1 4-11 0,-1-1-13 16,-3-3-17-16,1 5-11 0,1-1-9 0,-3 0-9 16,-1 0-8-16,0 0-9 0,1-3-2 15,-1-2-11-15,0 1-8 0,1-6-15 0,0 0-33 0,2-3-34 16,-3 1 4-16,3-2-31 0,-1 0-35 0,1-3-40 16,2-2-59-16,-1-2-65 0,0 0-152 15,1-8-441-15,0 0 195 0</inkml:trace>
  <inkml:trace contextRef="#ctx0" brushRef="#br0" timeOffset="38188.86">30920 16040 1696 0,'4'-18'27'16,"-1"1"-7"-16,-2 5-9 0,2 3-3 0,-1 1 3 16,-2 8-12-16,8-13 3 0,-5 8 5 0,4 0-9 15,2 1-9-15,-9 4-42 0,18-4-62 0,-7 4-152 16,-11 0-289-16,15 5 128 0</inkml:trace>
  <inkml:trace contextRef="#ctx0" brushRef="#br0" timeOffset="38547.15">31097 16271 222 0,'12'-7'236'15,"-3"1"-18"-15,3-1-9 0,-2-1-13 0,7-5-16 16,-3 2-5-16,6-7-13 0,1 3-7 0,2-4-17 0,0 5-8 15,-3-3-9-15,6-2-5 0,-3 0-12 16,-12 2-8-16,10-2-7 0,-6-2-11 0,-4 6-5 16,-4 1-1-16,-3 4-10 0,-1 1-3 0,0 0-9 15,-3 9-3-15,0-13-6 0,0 13-1 0,-9-8-7 16,9 8-14-16,-17-4 8 0,17 4-4 0,-25 6-1 16,8 0-7-16,1 3 1 0,2 1 0 0,0 2-7 15,6 1-2-15,-1 1-6 0,3 1-1 0,0 2-1 16,5-2-3-16,1 3-5 0,1-3 6 15,2 2 6-15,5 1-4 0,-2 0-1 0,0-1-1 0,0 0 0 16,-1-1 1-16,0-1 3 0,2 1-5 0,1-2 3 16,-5-1-3-16,-1 1 4 0,1 0 4 0,-2-1-3 15,-1-2-1-15,-4 1 6 0,2-3-6 0,-2-1-11 16,-4 2-15-16,-1-4-15 0,-1 3-23 0,1-2-31 16,-8-1-27-16,6 0-30 0,-4-3-57 0,2-1-211 15,-6-2-454-15,6-1 202 0</inkml:trace>
  <inkml:trace contextRef="#ctx0" brushRef="#br0" timeOffset="38712.95">30757 16037 2156 0,'-13'-15'-15'0,"5"-1"15"0,3 7 7 16,5 9-14-16,-3-13 6 0,3 13 6 0,13-14 10 15,5 9 7-15,0-3-3 0,14 2 5 0,-1 0-4 16,1 5-5-16,3 0-6 0,-1 1-26 0,-4 0-35 15,1 1-57-15,-3 0-72 0,-9 3-138 0,-1-2-345 16,-6 1 153-16</inkml:trace>
  <inkml:trace contextRef="#ctx0" brushRef="#br0" timeOffset="42713.21">24831 16879 111 0,'-5'-11'161'0,"-4"-3"-8"0,1 5-15 15,-5-2 0-15,7 3 0 0,-3 1-13 0,-1 3-6 16,2 0-9-16,-2 0-13 0,-2 4-3 0,12 0-19 15,-21 5 2-15,4 3-3 0,2 2-7 0,-2 1-4 16,0 9-2-16,-2-4-6 0,3 0-2 0,2-1-9 16,-3 5 2-16,2-1-10 0,1 4 9 15,3-6-15-15,2 1 3 0,2 6 25 0,-1-5-3 16,6-1-5-16,2 2-6 0,-2-3-4 0,2 1-2 0,2 0-8 16,1-3 3-16,1-3-3 0,8 1-6 15,3-2-7-15,8 5-20 0,-5-7-15 0,2-3-13 16,2-1-16-16,5-3-20 0,-5 0-20 0,-2-1-31 15,1-2-26-15,0 0-45 0,-3-2-121 0,0-1-335 16,-1-1 147-16</inkml:trace>
  <inkml:trace contextRef="#ctx0" brushRef="#br0" timeOffset="43122.52">25065 16637 95 0,'1'-11'189'16,"2"4"-7"-16,-3 7-20 0,2-13-17 0,-2 13-17 16,0 0-15-16,8-2-21 0,-8 2 13 0,0 0-9 15,10 30-3-15,-10-10-7 0,0 6-1 0,0 1-4 16,-2 6-10-16,-2-2-1 0,1 4-7 0,1-1-4 16,-1-1-6-16,-1 0-4 0,2-5-8 0,-1 1-2 15,2-4-7-15,1-6-3 0,1-1 1 0,-1-2-3 16,1-4-1-16,-1-2-5 0,2 0-5 0,-2-3 3 15,1 0 1-15,-1-7-5 0,-1 9 4 0,1-9-5 16,0 0 0-16,1 7-1 0,-1-7 0 0,0 0-5 16,0 0 3-16,0 0-5 0,0 0 4 0,19-23-5 15,-14 13-1-15,5-5 5 0,-1 1-9 0,1-1 2 16,2-2-1-16,3 5-4 0,2-2 2 16,-3 0-2-16,0 2 2 0,1 0 3 0,-1 5-4 0,-3 3 1 15,3 0-4-15,-3 3 4 0,2 0-1 16,-2 4-1-16,0 0-1 0,-2 4 5 0,2 0-4 15,-2 2 0-15,1 0-1 0,1 2 0 0,-4 0 4 16,5 3-13-16,0-1-8 0,-1 1-19 0,-1-2-35 16,-4-1-28-16,1-1-44 0,1 0-40 0,0-1-120 15,-1 0-332-15,2-4 148 0</inkml:trace>
  <inkml:trace contextRef="#ctx0" brushRef="#br0" timeOffset="43739.28">25678 16852 122 0,'-10'-13'153'0,"10"13"-10"0,-9-8-20 0,9 8-1 15,0 0-12-15,-23 3-13 0,23-3-2 0,-19 22-8 16,7-7-8-16,3 3-2 0,0-1-7 0,3-1-14 16,0 2-5-16,2-1 0 0,0-1-7 0,4 0-1 15,0-3-4-15,0 2 0 0,0-6-5 0,4 1-3 16,-3-3-2-16,-1-7-10 0,11 11-5 0,-11-11 9 15,7 6-1-15,-1-5-4 0,-6-1 1 0,0 0 7 16,19-7-9-16,-11 1 2 0,-1 1 1 16,-1-2-3-16,4-2 2 0,-6 1 3 0,0 0-1 15,1-1-5-15,-2-3 0 0,0 1 1 0,0-1-3 16,-3 1-1-16,0 11 4 0,0-19 6 0,0 19-2 16,3-12-2-16,-3 12-5 0,0-10-3 0,0 10-4 15,0 0 2-15,0 0-7 0,0 0 3 0,0 0 7 16,0 0-5-16,0 0-6 0,0 0 4 0,0 0-2 15,7 32-5-15,-1-21 3 0,-2-2-1 0,-1 3 3 16,1-1-4-16,3-1-2 0,0-2 7 0,2 1-1 16,0-4-3-16,5 3 7 0,-2-4-1 0,4 0 2 15,2-1-4-15,-6-3 1 0,1 0-6 0,1-2 8 16,3-1-2-16,-3 1-1 0,4-6-2 0,-4 4 6 16,-1-6-5-16,-3 3 4 0,3-4 9 0,-5 5-1 15,-1-3 1-15,2-1-10 0,-4 0 8 0,-3-2-1 16,0 2-1-16,0-5 0 0,-2-1-2 0,-2 4-4 15,0 1 3-15,0-1-1 0,-3 2 1 0,0-2-2 16,3 2-1-16,0 1-1 0,2 9-1 0,-4-15-4 16,4 15 1-16,-1-12-2 0,1 12 1 0,0 0-8 15,-2-10 8-15,2 10-3 0,0 0-2 16,0 0 0-16,19-3 1 0,-19 3 1 0,19 6 3 0,-9-1-5 16,-2 1 2-16,3 2 0 0,-1 4 0 15,1 1 1-15,-2-1-1 0,-1 4 4 0,-2-4-3 0,-4 5-1 16,2-2 3-16,-1 2 2 0,-1-1-1 0,0 3-1 15,-2 0 4-15,2-4-11 0,0 2-23 0,0-7-33 16,-2 6-30-16,2-4-36 0,0-2-38 0,4 0-21 16,-2 0-99-16,5-3-311 0,2-1 138 0</inkml:trace>
  <inkml:trace contextRef="#ctx0" brushRef="#br0" timeOffset="44087.47">26521 16835 41 0,'0'0'176'0,"-33"4"-6"0,16 0-6 0,-2 2-19 0,3 2-2 15,-1 3-9-15,2 1-13 0,0 2-10 16,7 1-11-16,-4-2-7 0,5 3-6 0,3-6-13 16,0 3-1-16,4-3-13 0,-2 2-3 0,2-12-4 15,4 19-8-15,2-10-2 0,-1-3-6 0,1-2 3 16,4 1-3-16,1-2-9 0,-1-3 1 0,3-2-5 15,-3 1 4-15,4-1-7 0,-5-1-1 0,0-5-4 16,0 2-1-16,2-1-1 0,-2-1-3 16,-3-1 3-16,2-3-3 0,-1 2 0 0,3-6 0 15,-5 6 1-15,-1 0-6 0,2 0 5 0,-2 1-5 0,-4 9-3 16,8-9 2-16,-8 9-5 0,5-8 1 0,-5 8-2 16,0 0 1-16,0 0 0 0,0 0 0 0,0 0 1 15,14 17-4-15,-12-8 10 0,0 3-6 0,0 0 0 16,1 0-12-16,-1 4-30 0,2 0-39 0,-4-2-48 15,4-3-55-15,-1 2-128 0,4-4-337 0,0-1 150 16</inkml:trace>
  <inkml:trace contextRef="#ctx0" brushRef="#br0" timeOffset="44335.33">27003 16773 88 0,'0'0'190'16,"-19"11"-2"-16,8 0-20 0,0 1-11 0,2 6-8 15,0-4-17-15,0 4-11 0,2 0-14 0,-2 6-9 16,5-5-2-16,0 0-14 0,6-2 2 0,0 0-16 16,0-1-6-16,5 0-4 0,2-4-10 0,0 0 1 15,4-1-9-15,3-1-26 0,1-1-12 0,2-1-21 16,-2-4-25-16,4 0-23 0,6 0-26 0,-6-4-32 15,-2-1-28-15,0-1-97 0,-6 1-272 0,5-3 121 16</inkml:trace>
  <inkml:trace contextRef="#ctx0" brushRef="#br0" timeOffset="44545.25">27306 16690 69 0,'0'0'184'0,"-5"-11"-13"0,5 11-18 0,0 0-14 15,0 0-11-15,0 0-6 0,0 0 11 0,0 0-10 16,0 0 0-16,-9 47-9 0,4-20-11 0,-1 1-6 16,2 4-5-16,0-5-9 0,-2 3-6 0,2-3-5 15,-1-1-11-15,-1 5-5 0,1-6-5 0,1-1-3 16,2 2-4-16,-3-1-16 0,5-7-28 0,0 1-30 16,-1-4-44-16,1-3-35 0,0 0-60 0,0 1-147 15,0-4-340-15,0-9 151 0</inkml:trace>
  <inkml:trace contextRef="#ctx0" brushRef="#br0" timeOffset="44712.74">27233 16809 34 0,'19'0'125'0,"-2"-1"-37"0,2 0-42 15,3 3-47-15,6 4-48 0,1 1-53 0,2 1 24 16</inkml:trace>
  <inkml:trace contextRef="#ctx0" brushRef="#br0" timeOffset="45631.35">27627 17106 184 0,'0'0'195'0,"0"0"-17"0,0 0-21 0,13-15-10 16,-6 12-18-16,0-4-9 0,2 0-13 0,0 0-10 16,0-2-7-16,2-2-11 0,3 0-5 0,-5 1-10 15,-1-3-4-15,1-2-10 0,-2 0-1 0,-2-2-14 16,-1 2 5-16,0-2-4 0,-3 3-5 0,-2 0-2 16,0 3-7-16,-2 1-8 0,-2-2 7 15,1 4-6-15,4 8 3 0,-11-11-10 0,6 6 7 16,-3 0-8-16,8 5 2 0,-19-1-4 0,19 1 0 0,-17 11 3 15,7-3-6-15,-1 3 4 0,4 0-1 0,-4 4 7 16,4 2-4-16,1 0 0 0,5-1 1 0,-1 1-6 16,2 0 11-16,2-5-3 0,-1 4 0 0,5-5 0 15,-1 2-1-15,4 3 3 0,-4-7 0 0,3 2-2 16,1 1-2-16,1-4 0 0,0 0 2 16,1-1-2-16,1-4 5 0,-1 3-3 0,3-5-1 15,-1 2 0-15,-2-3-4 0,3 0 2 0,-3-3-2 16,1 2 2-16,-1-2-8 0,-1-2 10 0,-2 0-1 15,-1-1-5-15,3 0 3 0,-3-3-2 0,3 2 0 0,-3-4-5 16,-1 1 4-16,5-4 0 0,-2-1-5 16,-4 3 8-16,4-3-5 0,-1-1-3 0,-1 5 5 15,2-3-4-15,-4 3-1 0,4 3 0 0,0-1 4 16,0 2-2-16,-9 7-4 0,16-12 3 0,-9 9-1 16,-7 3-1-16,17 0-2 0,-17 0-2 0,0 0 4 15,23 9 4-15,-15-3-2 0,0 2 3 0,-4 1 4 16,1 2 3-16,1 2 4 0,-1-2-4 0,-1 0 0 15,-2 2 1-15,4-2-3 0,-2 3-1 0,0-1 2 16,0-3-2-16,0 2 4 0,1-2 1 0,-1-3 1 16,1 0 1-16,0 0 2 0,3-2-3 0,-8-5 5 15,12 6-1-15,-2-6-4 0,2 2 2 0,-12-2-2 16,23-4 0-16,-13 1-1 0,2-2-2 0,-2 0 2 16,-2-2-2-16,4 0 1 0,-3-2-3 0,-2 1 0 15,-1-4-1-15,4 0-1 0,-4-4 3 0,2 0-4 16,-1-4-3-16,-2 5 3 0,2-3-5 0,0-7 0 15,-3 9 5-15,-2 3-2 0,1 0-4 0,0 2 3 16,-3 11-2-16,3-12-3 0,-3 12-1 0,2-10-3 16,-2 10-4-16,0 0 7 0,0 0 3 15,0 0 2-15,0 0-1 0,0 0 0 0,-2 46 2 16,0-30-8-16,-1-4 9 0,3 3-3 0,-1 0 4 0,1-4 0 16,1 1-1-16,2 4 4 0,1-8 3 0,2 0 1 15,2 1-2-15,1-4 1 0,5 0 2 0,-1-2-4 16,-1-2 3-16,7-1-2 0,-1 0-2 15,0-1 2-15,1-2-3 0,-1-3-1 0,-1 1 2 16,-6-1-2-16,6-4-5 0,-2 3 6 0,-1-4-1 16,-5 4 5-16,-1-2-4 0,1-1 0 0,-4-1-4 15,3 0 2-15,-3-5-1 0,4 1-2 0,-4 1 1 16,-1 1 1-16,0 5 2 0,-4 8-1 0,1-14-2 16,-1 14 1-16,2-9-8 0,-2 9 1 0,0 0-1 15,0 0-1-15,0 0-4 0,0 0 6 0,0 0 0 16,-6 41 5-16,1-25-3 0,1 0 3 0,-1 1 1 15,0 1-4-15,1 0 0 0,0 0 2 0,-1 0 0 16,4-3 3-16,-3 2-6 0,1 0-1 0,-3-3-26 16,4-2-28-16,-1 0-37 0,-1-2-44 0,0 0-54 15,0 0-206-15,-1 0-431 0,5-10 192 0</inkml:trace>
  <inkml:trace contextRef="#ctx0" brushRef="#br0" timeOffset="46054.96">29126 16609 100 0,'4'-10'215'0,"-4"10"-23"15,0 0-18-15,2-10-20 0,-2 10-18 16,0 0-6-16,0 0 10 0,0 0-10 0,9 38-3 0,-7-18 1 15,0 6-6-15,-2 0-4 0,-1 2-13 16,1 0-8-16,-3 1-10 0,-1 2-3 0,1-1-4 16,-1-2-9-16,-1-2-5 0,-2 0-8 0,2-3-3 15,1-2-9-15,3-2-1 0,-2-1-11 0,1 1 3 16,1-3-15-16,1 3-15 0,-2-7-33 0,2 0-30 16,0-2-22-16,0-10-36 0,-1 17-36 0,0-12-29 15,1-5-32-15,-4 10-114 0,4-10-351 0,0 0 156 16</inkml:trace>
  <inkml:trace contextRef="#ctx0" brushRef="#br0" timeOffset="46339.66">28993 16856 79 0,'22'-2'124'0,"6"-1"-10"0,1-1-11 16,4-3-6-16,-3 4-10 0,2 0-7 15,-2 1-10-15,1 0-2 0,-3-1-6 0,0 0-3 16,-7 1 0-16,-3 1-10 0,0 0 3 0,-7 0-4 16,-2 1-7-16,-9 0-5 0,15 1 3 0,-15-1-8 15,12 1-2-15,-12-1 9 0,9 4 2 0,-9-4-2 16,0 0-6-16,9 15 5 0,-9-4 2 0,1-2 7 16,-1-9-10-16,-1 24 9 0,-1-9-9 0,2-3 0 15,-1 5-7-15,1-5-1 0,1 0-2 0,-1-1-7 16,2 2 6-16,0-1-13 0,1-1-35 0,-1-1-27 15,2 2-39-15,-1-3-39 0,1 0-139 0,-2-3-288 16,-2-6 127-16</inkml:trace>
  <inkml:trace contextRef="#ctx0" brushRef="#br0" timeOffset="47004.99">29725 16772 188 0,'0'0'201'0,"0"0"-23"0,0 0-11 0,0 0-20 0,0 0-14 15,0 0-16-15,0 0-6 0,-29 19-5 16,13-5-11-16,-3 7-7 0,-2 2-4 0,8-7-11 16,-4 9-4-16,7-9-10 0,1 0-3 0,4 1-5 15,-1-2-9-15,1 1-3 0,3-3-2 0,2-2 0 16,2 0-4-16,1-1-7 0,4-1 3 0,2 0-2 15,1-4-6-15,3 0 5 0,1-1-4 0,5 0-4 16,-1-2 3-16,0-6-5 0,-2 2-1 0,-3-2 1 16,5-3-3-16,1 0-1 0,0-3 0 0,-3-2-4 15,0 2 3-15,0-4-2 0,3-4-7 0,-5 4 5 16,1-8-3-16,-2-3 5 0,0 1 0 0,-3-2-7 16,-2 9 4-16,2-5-6 0,-4 3 5 0,1 3-2 15,-2 1 1-15,-1 4 1 0,-1 1-5 0,0 4 3 16,-3 6 0-16,6-13-2 0,-6 13-2 0,3-8-2 15,-3 8 1-15,0 0-3 0,0 0 2 0,0 0-2 16,0 0 3-16,0 0-1 0,-24 28-5 0,16-15 6 16,-1 3 1-16,1-1-3 0,1 4 0 0,3-2 2 15,-4 7 0-15,3-7 2 0,4 0 2 0,-2 1-2 16,2-1-2-16,1-2-1 0,0 0 1 0,1-2-3 16,6 2 2-16,-1 1 6 0,-1-6-8 0,0 3 4 15,4-1 0-15,-1-1-4 0,-3-2 2 0,-1 1 0 16,2-2-2-16,-1 1 3 0,0 0 1 15,-2-3-3-15,1 0 5 0,-4-6-4 0,0 12 8 16,0-12-4-16,-7 12-3 0,-2-5 0 0,-1 0-14 16,-2-2-20-16,0 1-25 0,-1-2-31 0,-1-1-43 15,1 0-65-15,-5-1-109 0,7 0-333 0,-2-2 147 16</inkml:trace>
  <inkml:trace contextRef="#ctx0" brushRef="#br0" timeOffset="47153.25">30546 17091 1457 0,'18'-1'114'0,"-6"0"18"0,-1 0-44 0,-4 1-45 15,1-1-5-15,-8 1-9 0,0 0-11 0,0 0-14 16,0 0-44-16,0 0-44 0,0 0-217 0,0 0-324 16,-23-15 144-16</inkml:trace>
  <inkml:trace contextRef="#ctx0" brushRef="#br0" timeOffset="58617.21">13742 8497 8 0,'0'0'64'0,"0"0"-7"15,0 0-9-15,0 0-2 0,0 0 4 0,0 0-5 16,0 0 1-16,0 0-1 0,0 0-1 0,0 0 0 16,0 0 3-16,0 0-3 0,0 0 0 0,0 0-3 15,0 0-6-15,0 0-3 0,0 0-1 0,0 0-3 16,0 0-4-16,0 0-4 0,0 0-1 0,0 0-13 15,0 0-3-15,0 0-11 0,0 0-9 0,0 0-3 16,0 0-8-16,0 0-15 0,0 0-8 0,0 0-2 16,0 0-7-16,0 0-39 0,0 0-106 0,0 0 46 0</inkml:trace>
  <inkml:trace contextRef="#ctx0" brushRef="#br0" timeOffset="62774.54">19912 13786 37 0,'0'0'102'16,"0"0"-11"-16,-4 7-2 0,4-7-4 0,0 0-19 16,-3 6-1-16,3-6-19 0,0 0 4 0,0 0-22 15,2 12 0-15,-2-12-21 0,0 0-18 0,1 6-26 16,-1-6-24-16,0 0-37 0,0 0-106 0,-3 10 47 16</inkml:trace>
  <inkml:trace contextRef="#ctx0" brushRef="#br0" timeOffset="68159.15">10310 6250 25 0,'0'0'51'0,"0"0"-8"15,0 0-9-15,0 0-7 0,0 0-1 0,0 0 0 0,0 0-9 16,0 0-16-16,7 3-12 0,-7-3-6 0,5 6-20 16,-1-2-41-16,-4-4 18 0</inkml:trace>
  <inkml:trace contextRef="#ctx0" brushRef="#br0" timeOffset="69692.38">21067 13908 101 0,'0'0'105'0,"0"0"-13"0,0 0-19 0,0 0-15 15,0 0-17-15,0 0-24 0,0 0-22 0,0 0-17 16,0 0-55-16,0 0-84 0,0 0 38 0</inkml:trace>
  <inkml:trace contextRef="#ctx0" brushRef="#br0" timeOffset="43103.07">19369 5989 6 0,'0'0'32'15,"0"0"-2"-15,0 0-3 0,-2-6-8 0,2 6-4 16,0 0 5-16,0 0-3 0,0 0 5 0,0 0-2 16,0-10 1-16,0 10-4 0,0 0 4 0,0 0-12 15,-4-6 7-15,4 6-5 0,0 0 4 0,0-10-6 16,0 10-1-16,0 0 11 0,2-10 1 0,-2 10 14 15,0 0-1-15,0 0 2 0,0-10-5 0,0 10 1 16,0 0-7-16,0 0 0 0,-2-12-1 0,2 12 2 16,0 0-4-16,0-8 3 0,0 8 6 0,0 0-4 15,0 0-3-15,2-12-6 0,-2 12 5 0,0-8 7 16,0 8-1-16,0 0 1 0,0-9-20 0,0 9 28 16,0 0-20-16,-2-10 3 0,2 10 2 0,0 0-5 15,-2-11-2-15,2 11 6 0,-1-7 3 0,1 7 10 16,0 0-7-16,-3-9-2 0,3 9-2 0,0 0 9 15,-4-9-1-15,4 9-10 0,0 0 1 16,0 0 4-16,-1-7-7 0,1 7 2 0,0 0-1 0,0 0 0 16,0 0 2-16,0 0-2 0,-1-8 4 0,1 8-5 15,0 0-1-15,0 0-3 0,0 0 8 0,0 0-9 16,0 0-9-16,0 0 8 0,0 0-8 16,0 0-2-16,0 0 13 0,0 0-14 0,0 0 4 15,0 0-6-15,0 0 14 0,0 0-11 0,0 0-3 0,0 0 0 16,0 0-1-16,0 0 5 0,0 0-1 0,0 0 0 15,0 0-4-15,0 0-5 0,0 0 2 0,0 0 2 16,0 0 2-16,0 0 1 0,0 0 2 16,0 0 3-16,0 0 3 0,0 0 5 0,14 15 5 0,-14-15 4 15,2 10 5-15,0-5-7 0,-2 4-3 0,1-2-10 16,0 2 12-16,0 1-1 0,1-3 2 0,0 3-11 16,0-2 3-16,-1 2 6 0,3-1-5 0,-2 2 6 15,1-1 0-15,-1 0-1 0,-2 0 1 0,3-1-9 16,-2 1 2-16,0 0 4 0,1 1 1 0,-1-3-1 15,2 1-3-15,-1 0-3 0,-1-2 3 0,3 0 1 16,-1 2-2-16,-1-3-1 0,-2-6 4 0,7 21-3 16,-6-12 3-16,2 3-3 0,-2-1 0 0,-2 2-2 15,3-2 2-15,2 0-4 0,-3 1 2 0,1-1 0 16,-1 1-1-16,1-1 3 0,-2 1-2 0,3-1-4 16,0 1 2-16,-2-3 1 0,1 2-2 0,0-2 3 15,0 3-2-15,1-5-3 0,-2 3 2 0,0-1 1 16,0 1 5-16,2-3-3 0,-3 4-2 0,1-2-2 15,1 0 2-15,-1 1-2 0,0-1 3 0,2 0-1 16,-2 0 0-16,0 0 1 0,1 0-1 0,-4 0-1 16,5 0 0-16,-2 2-1 0,2-3 0 0,-2 2 1 15,0 0-2-15,2-1 0 0,-2-1 1 0,-1 4-2 16,1-2 0-16,1 2 4 0,-1 0 1 0,-1 2-2 16,1 2 2-16,-1-2 1 0,0-4-2 0,1 3 1 15,1-1-1-15,-1 0-1 0,-2 2 1 0,2-1 0 16,-1 1-1-16,1-1 0 0,1 2-1 0,0 0-1 15,-3-1-1-15,3 1 2 0,1-3-1 0,0 0-3 16,-1-1 3-16,6 6 0 0,-3-1 1 0,-1 2-1 16,1-2 0-16,0 2 3 0,-1-1-4 0,0-1-1 15,2 0 6-15,-2 1-8 0,1-1-1 0,0-1 2 16,0 2 0-16,0-1-2 0,3 0 3 0,-2-2-2 16,3 4 3-16,-2 0 1 0,-1-2-1 0,-1 5-3 15,3 1 1-15,-4-5 0 0,1 3 5 0,4-1-7 16,-6-2 5-16,5 5-2 0,-1-3 2 0,-2-2-2 15,4 1 3-15,-3 2-2 0,-1-2 1 0,2 1-1 16,-2 0 2-16,4 5-3 0,-4-5 2 0,0-2-5 16,-1 5 5-16,1 2 2 0,0-6-4 0,1-1 2 15,2 4-1-15,-3-6-2 0,2 4 2 0,-2 0-2 16,1 1 2-16,-2 0 1 0,1-2-1 0,1 1 1 16,0 0 2-16,1 6-2 0,-1-7 4 0,0 2 3 15,0 4-2-15,3-1-3 0,-4-4 1 0,0-2-3 16,0 7 0-16,2 2 4 0,-3-8-1 0,1 7-3 15,2-2-1-15,-2 3 1 0,-1-7 0 0,0 8 0 16,-1-9 1-16,3 8-3 0,-1-1 3 0,0-1-2 16,-1-5 1-16,1 1-5 0,2 3 6 0,-2-4-3 15,2 5 0-15,-3-7-1 0,1 4 2 0,0-2 0 16,1 1-2-16,-1 4 3 0,0-5-4 0,0 0 3 16,3 4 1-16,-5 3-1 0,4-2-1 0,-5-3-2 15,6 3 5-15,-3-5-5 0,1 4 1 0,-2-3 2 16,2-1 1-16,-3-1-2 0,4 1 1 0,-2 5-2 15,-1-6 0-15,1 0-1 0,-1 0 4 0,1 0-3 16,1-1-1-16,-2 1 2 0,0 0-2 0,-2 0 2 16,2-1-1-16,1 0 1 0,-1 2-2 0,2-3-1 15,-1 2 2-15,-2-1 0 0,2 0 1 0,0-2 0 16,-2 0 1-16,2 2 0 0,0 0-2 0,-2 0 1 16,0-1 0-16,0 0-1 0,0 0 2 0,0 2-3 15,0-1 2-15,1-1 1 0,-2 1 2 0,0 1 3 16,3 0-1-16,-4 1-4 0,2 0-2 0,-1-1 4 15,1-1-2-15,-2 2 2 0,3 4-1 0,-2-4 1 16,-2 0 0-16,2-2-2 0,-1 1 2 0,2 0-1 16,-2 0 1-16,-1 2 0 0,1-1 8 0,2 0-13 15,2 1 4-15,-4-1-2 0,0 6 0 0,2-6 1 16,-1 0-2-16,2 0-1 0,-1 0 0 0,-1 1 4 16,0-1-3-16,0 0 0 0,1 0 0 0,-1-2-3 15,2 4 4-15,0-4-2 0,-2 2 4 0,1-3-4 16,1 2 1-16,-2 3-1 0,1-3 0 0,0 1 2 15,-1-1-2-15,2 1-1 0,0 1 2 0,0-3-4 16,-3 3 5-16,1-2-6 0,1 1 3 0,0 7 1 16,-2-7 1-16,-1 5-3 0,2-6 2 0,0 1 0 15,-1 2 1-15,0-2 1 0,1 0-4 0,3 6 2 16,-4-6-1-16,3-2-4 0,-4 2 7 0,1-1-3 16,3 2-1-16,-3 0 0 0,2-3 1 0,-2 4 0 15,0-4 2-15,1 2-6 0,0 0 6 0,3-1-4 16,-2 0 2-16,-1 0-1 0,2 0 1 0,0 7-3 15,0-7 3-15,-2-1-1 0,1-2 1 0,-1 3-3 16,0-1 0-16,-1 1 2 0,2 0 3 0,-2 0-5 16,2-2 3-16,-1 1-3 0,-1 1 0 0,3-4 3 0,0 3 1 15,-2-2 1-15,1-2-2 0,1 4-1 16,-2 1 1-16,1-4-2 0,1 2 2 0,-2-5-1 16,0 0 4-16,0 1-7 0,2 5 6 0,0-1-3 15,-2 0 4-15,1 1-5 0,-2-4 3 0,2 3-1 16,-1-3-1-16,0 0 1 0,0 3-1 0,2 0-1 0,-1 0 0 15,0-3 3-15,-1 3-3 0,0 1 2 16,1-5-4-16,-1 3 1 0,0 2 5 0,0-3-4 16,1 3 1-16,-1-2 0 0,1 1 0 0,1 1 3 15,-2-1-3-15,1 1 1 0,-1 0-2 0,2-3 4 16,-3-1-3-16,2-1 2 0,1 4-3 0,-2-1 1 16,1-3 2-16,2-1-2 0,0 6 0 0,-1-6-2 15,1 1 0-15,-1 1 1 0,1 0 1 0,-1-1-4 16,1 2 4-16,3-2-1 0,-3 3 0 0,1-1 1 15,-2-4 0-15,1 2-5 0,0 1 8 0,2 1 6 16,-2-3 0-16,-1 3-11 0,1-1 1 0,0 3 4 0,0-1-1 16,1 3-3-16,-2-2 1 0,0-1-1 0,-1 2 2 15,-1-5-4-15,1 4 4 0,2 2 2 16,-1-2-3-16,1 1-1 0,0 2-2 0,0-4 0 16,-1-3 4-16,0 3 1 0,0 2 1 0,-1-1-3 15,4-1 0-15,-2 3 3 0,0-4 1 0,0-2-4 16,2 2-2-16,-1 1 4 0,-2-4-1 0,1 0 0 15,1 0-2-15,-1 5 1 0,0-2 1 0,3-2-2 16,-3-1 2-16,2 3 1 0,-2 0-2 0,0-2 4 16,1 1 3-16,-2-2-7 0,1-1 1 0,0 1 8 15,2 0-10-15,-3 1 1 0,-2-1 1 0,4 1 1 16,-1 2-2-16,-2 0 0 0,2-4 3 0,-1 0 2 16,0 3-4-16,0-1 4 0,2-1-7 0,-2-1-1 15,0 1 4-15,0 3 2 0,1-3-2 0,-1 1-2 16,1 4 6-16,0-5 5 0,0 4-6 0,-1-2-3 15,-2-3 1-15,3 2-2 0,-2-1 0 0,1-1 3 16,-2 1-6-16,3 0 4 0,-2 1-1 0,1 0-2 16,0-1 1-16,-1 1 1 0,1-2 0 0,0 0 0 15,1 0 12-15,0 1-13 0,-2 1 1 0,1-1-3 16,1 0 3-16,-3-2-1 0,4 0 0 0,-3 0 1 16,2 2 3-16,-1 0-4 0,1 0 13 0,-1-1-12 15,1 0-3-15,-1 3 3 0,0-3 1 0,1 0 2 0,-1-1-1 16,-2 1-3-16,2 2-5 0,0 0 7 15,0-1 5-15,0-2-6 0,-1 1 2 0,3 1-2 16,-2 1 0-16,-1-1-2 0,1-1-4 0,-1 2 6 16,1 0 1-16,1-2-2 0,-3 0 4 0,1-1-4 15,3 1-1-15,-2 0 1 0,-1 0 4 0,-1 1-1 0,2-3-1 16,0 0 2-16,-3-2-3 0,3 0-2 0,-1 0-1 16,0 1 5-16,2 2 1 0,-2-1-4 15,0 1-2-15,-1 2 5 0,2-3-1 0,-3 2-1 16,2-3 1-16,0-2 5 0,-1 3-9 0,-2-8 6 15,5 16-2-15,-1-7 1 0,-2 2-4 0,1-2 0 16,1 0 3-16,0 1 0 0,0-1-3 0,-2 0 0 0,-1 0 0 16,2 2 0-16,1-1 5 0,-4-10-5 15,5 15 0-15,-1-5 4 0,-3-3-2 0,2 4 1 16,-1-2 3-16,2 3-3 0,-1-2-1 0,0 0-1 16,-3-10 5-16,5 13-1 0,-5-13-4 0,4 15 5 15,-1-7-2-15,-1 2 3 0,1 1 0 0,-2-1-5 16,-1-10-1-16,4 14 4 0,0-5 1 0,-3-1 0 15,-1-8 5-15,4 15-4 0,-3-3-3 0,3-3 2 16,-4-9-1-16,3 15 1 0,-2-8-3 0,3 1-1 16,-2 1 4-16,1 0-3 0,-3-9 0 0,6 16 1 0,-3-7 2 15,1 0 1-15,-4-9-4 0,2 12 1 0,3-2-1 16,-2-1 4-16,-3-9-2 0,5 17 2 16,0-7 0-16,-2-2-4 0,1 1 0 0,-2 0 4 15,2 0 7-15,2 2-10 0,-3-3 9 0,-2 2-9 16,3 0 1-16,-1-1-3 0,-2 0 3 0,3 1 0 0,-3-2-2 15,3 1 0-15,-2 1 2 0,3-1 0 0,-2 0-2 16,-1 1 2-16,1-2-7 0,0-1 5 16,-1 3 11-16,1 1-16 0,-1-2 15 0,1 1-8 15,-2-1-3-15,3 2-3 0,1-5 13 0,-2 3-11 16,0-1-1-16,1 2-2 0,-1-1 12 0,1 2-8 0,0-2 0 16,-2 0 3-16,2 0-2 0,1 1 1 15,-4-3-3-15,3 2-2 0,-1-1 13 0,-1 1-14 16,2 0 8-16,0-1-1 0,0 0-4 0,-2-1 3 15,3 3-3-15,-1-2 0 0,-1-1 5 0,2 0-5 16,-1 2 0-16,0-2 4 0,1 1-2 0,0 0-1 0,-1-2 0 16,-1 5-3-16,3-3 3 0,-1 0 3 0,-1 1-2 15,-1-1 2-15,4 1-3 0,-3-1-1 16,-1-1 4-16,1 2-2 0,0-1 0 0,0-3 2 16,-1-1-3-16,0 3 1 0,2 0 3 0,0-1 7 15,-1 1-16-15,0-1 5 0,1 2-2 0,-1-3-2 16,-1 1 5-16,2 0-4 0,-1 1 0 0,1-1 2 0,-3 1 5 15,2-1-3-15,-1-1-3 0,2 1 6 0,-3 0-4 16,2 3 1-16,1-3-2 0,0 0 4 16,1 1-5-16,-4 0 4 0,2-1-2 0,0 1 8 0,-2-2-8 15,3 1 4-15,-1 0-9 0,0-1-1 16,1 1 2-16,-1 0 1 0,1 1 2 0,-1-2-1 0,2 0 5 16,-3 1-4-16,-3-6 4 0,8 10-3 15,-3-7-3-15,-3 3 2 0,4-2 3 0,0 1-4 0,-2 2 3 16,-4-7 0-16,12 12 2 0,-6-6 0 15,-3-1-3-15,-3-5 1 0,12 10 4 0,-7-5-6 16,1 2 1-16,0-2 1 0,1 2 1 0,-7-7-1 16,10 9 3-16,-5-5-5 0,-5-4-4 0,11 9 4 15,-6-5 4-15,-5-4-2 0,11 10 0 0,-4-4 2 0,-7-6-2 16,9 9-4-16,-4-5 10 0,-5-4-7 16,9 9 3-16,-4-3-5 0,-5-6 1 0,8 11-1 0,-5-4 4 15,4 0-2-15,-5 0 0 0,-2-7-9 16,5 13-15-16,-5-13-19 0,3 10-28 0,-3-10-43 15,3 11-41-15,-3-11-31 0,0 0-43 0,0 0-50 0,0 0-173 16,0 0-490-16,-41-37 218 0</inkml:trace>
  <inkml:trace contextRef="#ctx0" brushRef="#br0" timeOffset="44513.43">20169 8606 30 0,'-8'0'39'0,"8"0"-3"0,-10 2-6 15,10-2-2-15,-9 2-3 0,9-2-5 0,-12 3-1 16,12-3-4-16,-9 1 1 0,9-1-3 0,0 0 3 16,-7 1-20-16,7-1-1 0,0 0-8 0,-7 4 1 15,7-4-2-15,0 0-1 0,-5 6-23 0,5-6-40 16,-1 8 18-16</inkml:trace>
  <inkml:trace contextRef="#ctx0" brushRef="#br0" timeOffset="45581.48">20213 9326 30 0,'0'0'96'0,"-11"0"-4"0,11 0-5 0,-9-2-12 16,9 2-1-16,-9-1 11 0,9 1-4 0,0 0 9 16,-9-1-18-16,9 1 2 0,0 0-13 0,-12-1-5 15,12 1-2-15,-10 0-5 0,10 0-4 0,-10 0 5 16,10 0 6-16,0 0 0 0,-13 0 4 0,13 0 2 16,0 0 1-16,-10 0-11 0,10 0-6 0,0 0 4 15,0 0-6-15,0 0-4 0,0 0-7 0,-9 2-3 16,9-2 0-16,0 0 9 0,0 0-3 0,24-6 0 15,-6 2-5-15,11-3-1 0,4-2-2 0,5 4 2 16,0-2-3-16,15-4-5 0,-3 0-1 0,-1-1-3 16,-13 6 2-16,3-2-3 0,-1 0-2 0,0-1-3 15,1 3 2-15,-4-2 2 0,3 3-7 0,-3-3-2 16,2 4 6-16,-1-4-6 0,0 0 5 0,1 3-5 16,-1-5-1-16,2 5 3 0,-1-2-2 0,-1 0-1 15,-2-3 3-15,1 5-2 0,-3-1-1 0,0 0 0 16,0 1 0-16,-3-1-2 0,-7 1-2 0,5-1 3 15,-7 3-2-15,-2-2-1 0,-1 1 1 0,-3 2 1 0,0 0 0 16,-3-1 0-16,0 0 5 0,-1 0-8 0,-4 1 1 16,2 0-1-16,-8 2 1 0,11-3 0 15,-11 3 1-15,9 0 1 0,-9 0-2 0,7-3 3 16,-7 3-2-16,0 0-2 0,0 0 1 0,7-3 0 16,-7 3 0-16,0 0 3 0,0 0-3 0,0 0 0 15,0 0 0-15,0 0 3 0,0 0-2 0,0 0 2 0,0 0-2 16,0 0 0-16,0 0 1 0,0 0-3 0,0 0-1 15,0 0 0-15,0 0 0 0,0 0 0 16,-23 12 1-16,17-8-2 0,-2 0-1 0,0 2 2 16,-3 3 0-16,1-3 0 0,-4 4 1 0,0 2-1 0,1-1 1 15,-2 0-2-15,3 2 0 0,-1 0 1 0,1-3 0 16,4 1-2-16,-2-2 6 0,2 1-5 0,0 0-1 16,2-1 1-16,-2 1 5 0,1 0-4 0,1 0-11 15,0-1-23-15,1 1-23 0,-3-3-24 0,6 1-28 16,-2-4-14-16,0 3-28 0,4-7-23 0,-2 9-108 15,2-9-305-15,-2 8 136 0</inkml:trace>
  <inkml:trace contextRef="#ctx0" brushRef="#br0" timeOffset="45812.93">21449 9038 146 0,'-6'-9'181'15,"-2"1"-2"-15,-2 0-5 0,-5-4-1 0,-2 4-3 16,-1 0-3-16,3 1-2 0,-4-2-10 0,-2 1-7 16,4 2-9-16,0 0-5 0,1-1-12 0,2 4-14 15,1-3-5-15,2 2-12 0,2 1-13 0,-3 0-3 16,4 2-11-16,3-3-8 0,5 4-14 0,-9-4-18 0,9 4-27 16,-7-3-39-16,7 3-45 0,0 0-46 15,-6-3-33-15,6 3-36 0,0 0-142 0,0 0-372 16,0 0 165-16</inkml:trace>
  <inkml:trace contextRef="#ctx0" brushRef="#br0" timeOffset="48216.39">21835 8771 83 0,'-1'-8'111'0,"-3"-3"-21"0,1 1 31 0,1 3 6 16,-1-3-8-16,0 2-5 0,-1-2-8 0,1 0-9 16,-1 0 13-16,2 3-2 0,1 1 5 15,1 6 1-15,-3-11-7 0,3 11-14 0,-4-9-9 16,4 9-8-16,-1-8-8 0,1 8-14 0,0 0-4 0,0 0-11 16,0 0 4-16,0 0-5 0,0 0-5 15,0 0-6-15,9 23-4 0,-7-12 0 0,1 2 2 16,-2 3-8-16,3 1-2 0,-1 3 0 0,-1 1 0 0,2 2-4 15,0 1 0-15,-2 1 2 0,0-6-3 0,-1 0-2 16,0 0-5-16</inkml:trace>
  <inkml:trace contextRef="#ctx0" brushRef="#br0" timeOffset="49096.39">21819 8625 28 0,'0'0'132'0,"0"0"-6"0,0 0-13 16,0 0-13-16,-5-3-14 0,5 3-9 0,0 0-2 16,0 0-13-16,0 0-12 0,0 0 8 0,0 0-8 15,0 0-6-15,11 21-6 0,-7-10 1 0,0 0 3 16,-2 5-1-16,2 0-7 0,0 1 9 0,0 2-7 15,1 0-1-15,-3 0 6 0,1 5-12 0,-1-5 2 16,1 8 0-16,-2-8 4 0,3 5 5 0,-1 0 1 16,-3-5-13-16,0-1 6 0,1 0-7 0,-2 1-4 15,2 0-1-15,-1-2-4 0,1 0-1 0,2 0-2 16,-3-5 1-16,1-2-2 0,0 2-1 0,1-1 4 16,1 1-7-16,-1-3-5 0,-1 1 2 0,0-6-3 15,2 3-10-15,-3-7-9 0,2 9-4 0,-2-9-4 16,0 0-8-16,4 7-5 0,-4-7-9 0,0 0-22 15,0 0-17-15,0 0-20 0,14-10-9 0,-12 2-101 16,1 0-233-16,-3-2 103 0</inkml:trace>
  <inkml:trace contextRef="#ctx0" brushRef="#br0" timeOffset="49401.89">21863 8646 92 0,'3'-11'112'0,"-2"-2"1"16,0 0-6-16,3-3-2 0,-1 6-13 0,1 1-4 15,1 0-11-15,1 0-2 0,-1 1-13 0,2 5-2 16,2-3-7-16,-2 3-4 0,3 2-10 16,1 1-1-16,-1 2-4 0,0 3-3 0,0 1 0 0,1 4-17 15,0 2 10-15,-4 1-1 0,1 1 1 0,-4 3-11 16,0 2 4-16,-4 0-6 0,0 2 1 0,-4-1 3 15,0 4-5-15,-4 1 1 0,0-7-3 0,1 1 4 16,-7 3-6-16,3-5 2 0,-1-2 1 0,1 1-2 16,-1-2-16-16,0-3 17 0,1 2-10 0,2-4-2 15,3-2-15-15,-2 0-12 0,3-3-21 0,1 0-21 16,4-4-27-16,-7 7-100 0,7-7-217 0,0 0 95 16</inkml:trace>
  <inkml:trace contextRef="#ctx0" brushRef="#br0" timeOffset="49683.97">22216 8845 47 0,'0'0'151'16,"3"-6"-2"-16,-3 6-12 0,0 0-5 0,0 0-7 15,0 0-3-15,-17-4-11 0,17 4-1 0,-15 4-9 16,15-4-11-16,-17 4-12 0,9 1-9 0,-2 1-3 15,2 0-8-15,1 1-2 0,-1 0-5 0,1 3-14 16,-1-1 5-16,1 1-5 0,2 2-5 0,1-1-6 16,-2 2 2-16,5-3-4 0,0 1-2 0,-1 0-2 15,4 0-1-15,0 0-1 0,1-3-4 0,4 2 1 16,1-2-7-16,1 1-4 0,2-1-23 0,2-3-16 16,4 3-22-16,-1-3-36 0,1 1-36 0,-3-3-24 15,3 1-100-15,-5-3-272 0,1 2 120 0</inkml:trace>
  <inkml:trace contextRef="#ctx0" brushRef="#br0" timeOffset="50238.15">22396 9028 1472 0,'4'-7'79'0,"-4"7"3"0,3-6-15 0,-3 6-38 16,0 0-3-16,0 0-7 0,0 0-12 15,1-9-1-15,-1 9-1 0,0 0-7 0,0 0 0 0,0 0 6 16,0 0-2-16,0 0 0 0,0 0-5 0,0 0 4 15,7 17-5-15,-7-17 4 0,2 13-2 0,-1-6 4 16,0 1-9-16,-1-8 4 0,2 13 5 16,-2-6-8-16,0-7 12 0,0 11-5 0,1-5 1 0,-1-6 3 15,1 7-1-15,-1-7 6 0,0 0 10 0,0 8 10 16,0-8-2-16,0 0-3 0,0 0 3 0,0 0-2 16,0 0 14-16,0 0-3 0,0 0-3 15,-11-20-4-15,9 13-3 0,0-2-2 0,1-3-5 0,-1 2-6 16,5 0 5-16,-3-2-2 0,4 0-4 0,-1 1-1 15,3 1-3-15,1-2-3 0,0 2 0 0,2 2 3 16,-2-1-1-16,1 3-9 0,1 2 4 16,0 0-4-16,-1 3 3 0,-1 0 0 0,-7 1-5 0,18 1 1 15,-9 2 3-15,1 2-3 0,0 0-1 0,-2 2 3 16,-1 1 1-16,-2 1-5 0,1 0 3 0,-1-1 2 16,0 2-4-16,-2 1 2 0,-1-1 2 0,1-2-4 15,-2 1 2-15,2 0 1 0,-3-9-6 0,-1 13 1 16,1-13 1-16,-3 11-2 0,3-11 2 0,0 0 8 15,-1 6-2-15,1-6-8 0,0 0 3 0,0 0-1 16,0 0-4-16,0 0 3 0,0 0 0 0,0 0 2 16,1-35-1-16,4 25 0 0,0-1-4 0,4-4-1 15,0 1 3-15,1 0-3 0,2 0 3 0,1 4 2 16,-1-3-1-16,2 3-2 0,-3 2 3 0,-1 1-2 16,0 2 0-16,2 0 3 0,-2 2-2 0,0 3 2 15,-2 0 0-15,-8 0 0 0,16 3 1 0,-9 1-5 16,-3 2 2-16,1 1 0 0,0 2 4 0,-3 1-3 15,0 0-15-15,-1 1-6 0,0 1-32 0,-1 1-20 16,-1-2-22-16,-2 3-18 0,2 1-24 0,-4-3-120 16,3-2-283-16,-1-2 125 0</inkml:trace>
  <inkml:trace contextRef="#ctx0" brushRef="#br0" timeOffset="50636.68">23033 8878 11 0,'-4'-4'172'0,"4"4"-10"0,-15-3-11 0,7 3-6 0,-2 1-11 15,-2 0-14-15,3 3-10 0,-2 2-12 16,-1 0-5-16,2 2-11 0,-5 1-8 0,3 3-7 16,1 1-8-16,3-3-3 0,2-1-8 0,-1 1-3 15,3 1-6-15,3 0-3 0,2 0-1 0,1-1-12 0,1 1 5 16,1-3-3-16,1 2-5 0,3-2 1 15,1-2-6-15,0-1-6 0,-1 1-4 0,2-5-8 16,-3 1-2-16,1-1 2 0,-8-1 0 0,14-1-1 0,-6 0-4 16,-3-3-6-16,1 1 7 0,2-2-3 0,-3-2 3 15,0-1 6-15,0 0-1 0,-2 1 2 0,-2-1-3 16,2-2 13-16,-2-1 1 0,-1 1-2 0,1 1 2 16,-1 1 2-16,0-1 14 0,0 9 3 0,-2-10 1 15,2 10 0-15,-1-9-2 0,1 9-9 0,0 0-8 16,0 0 3-16,0 0-7 0,0 0 2 0,0 0 2 15,0 0-3-15,0 0-2 0,0 0 2 0,8 28-4 16,-4-20-21-16,0 1-28 0,3 0-8 0,-1 1-18 16,2-1-7-16,2 1 7 0,4 0-6 0,0 2-37 15,1-5-24-15,0 0-108 0,-2-2-265 0,1-2 118 16</inkml:trace>
  <inkml:trace contextRef="#ctx0" brushRef="#br0" timeOffset="50852.17">23228 8878 89 0,'-4'-9'215'0,"4"9"-14"0,-2-6-22 0,2 6-20 16,0 0-17-16,0 0-13 0,0 0-21 0,0 0-7 16,0 0-8-16,0 0-9 0,0 0-5 0,16 16-10 15,-9-10-7-15,2 1-1 0,0 2-11 0,2-2 0 16,-1 3-8-16,-1-3-1 0,2 0-20 0,-1 2-23 15,-1-3-36-15,1 3-22 0,-1-4-32 0,0 5-39 16,-4-7-29-16,1 1-89 0,-2 0-270 0,-4-4 120 16</inkml:trace>
  <inkml:trace contextRef="#ctx0" brushRef="#br0" timeOffset="51030.61">23379 8877 34 0,'0'0'190'0,"-3"-6"-12"15,3 6-22-15,-7-3-11 0,7 3-8 0,0 0-9 16,-21 10-11-16,11-2-7 0,-5 3-5 0,1 3-9 16,-5 4-12-16,3-3-10 0,0 5-4 0,0-1-8 15,5-2-24-15,-1 0-36 0,1 1-31 0,2-3-27 0,1 2-33 16,0-2-44-16,2-4-104 0,0 6-256 16,1-8 113-16</inkml:trace>
  <inkml:trace contextRef="#ctx0" brushRef="#br0" timeOffset="51195.87">23635 8863 22 0,'5'-2'222'0,"-5"2"-24"16,5-7-24-16,-5 7-21 0,0 0-32 0,4-5-29 15,-4 5-39-15,0 0-45 0,0 0-39 0,0 0-35 16,0 0-92-16,0 0-171 0,0 0 75 15</inkml:trace>
  <inkml:trace contextRef="#ctx0" brushRef="#br0" timeOffset="79037.95">19388 5929 2 0,'0'0'17'0,"0"0"3"0,0 0-4 0,0 0-5 15,0 0-4-15,0 0 3 0,0 0-1 0,0 0 0 16,0 0 2-16,0 0-1 0,0 0 1 0,-4-8 7 15,4 8 2-15,0 0 0 0,0 0 2 0,0 0-2 16,-2-7-1-16,2 7 6 0,0 0-1 0,0 0-1 16,0 0 2-16,0 0-6 0,0 0 0 0,0 0-2 15,0 0-2-15,0 0-1 0,0 0-8 0,0 0 3 16,0 0-4-16,0 0 3 0,0 0 1 0,0 0-2 16,0 0-4-16,0 0 2 0,0 0-1 0,0 0 2 15,0 0 0-15,0 0-3 0,-10 17-1 0,10-17-2 16,-1 12 6-16,1-2-4 0,-2-3-6 0,2 2 6 15,0 0 3-15,0 2-8 0,-2 1 2 0,2 0 0 16,-1 0 5-16,1 4 0 0,0 0-3 0,-3 2 3 16,1 0-1-16,2 0-3 0,-1 0 2 15,-1 2 4-15,1-2-7 0,1 0-2 0,-2-1-1 0,2 3 5 16,0-2 0-16,2-1-1 0,1 2-1 0,-1 1 4 16,-1-2-3-16,5 8-1 0,-5-3-4 0,3 3 0 15,0-2-7-15,-2 1 4 0,2-6 2 0,0 6-2 16,-2-5 0-16,2 5-3 0,-1-5 3 0,-1 0 1 15,5 4 2-15,-3 2 0 0,1-7-7 0,1 0 4 16,-2 6 0-16,2 0 4 0,3 1-2 0,-5-7-3 16,2 5-2-16,1-1 4 0,-2 2 5 0,0 1-9 15,-2-6-3-15,2 8-2 0,2-2 4 0,-2-2-1 16,1 3-7-16,-1-1 1 0,-1 0-3 0,1 0-3 16,2 0-13-16,-2-1-40 0,-1 0 18 0</inkml:trace>
  <inkml:trace contextRef="#ctx0" brushRef="#br0" timeOffset="80612.34">21031 12719 4 0,'8'18'5'0,"-2"0"2"0,2-1-1 16,-3 1 0-16,2-3-1 0,0 3 1 0,1-2-1 15,-1 0-6-15,1 0 5 0,-1-2 0 0,0 0-2 16,1 1-3-16,0-1 3 0,-2 1 1 0,0 1 4 16,1 4-7-16,0-4 3 0,1 3-3 15,0-2 2-15,1 0-1 0,0-2 1 0,-2 1-1 0,1 0-1 16,2-2 3-16,-2 0-3 0,0 0 2 0,-1 0-1 15,1 1-3-15,-2 0 5 0,2-2-1 0,-3 0-2 16,1-2 0-16,-1 1 5 0,1-2-6 0,-1 0 3 16,0 0 2-16,0-1-2 0,1 1-2 0,-2-1 3 15,1-1-2-15,0 0 2 0,2 0-3 16,-3-2 1-16,1 0-2 0,-1 0 2 0,1-2 2 16,-1 3-1-16,-1-2-2 0,1-2 1 0,-4-3-1 0,5 9-2 15,-2-5 3-15,-3-4 2 0,6 6 1 0,-2-2 3 16,-4-4-4-16,4 7 5 0,-1-4-6 0,-3-3 6 15,5 9-1-15,-4-4-6 0,-1-5-3 0,4 12-7 16,-2-3 5-16,1-3-3 0,1 3-3 0,-2-1-10 16,1 1-22-16,-1-2 11 0</inkml:trace>
  <inkml:trace contextRef="#ctx0" brushRef="#br0" timeOffset="82027.28">21286 13621 6 0,'0'0'15'0,"-3"-9"-2"15,3 9 2-15,-2-8-2 0,-1 2-2 0,3 6-1 16,-5-12 0-16,1 5 1 0,3 0 8 0,-6-1-5 15,4-2-2-15,-1 1-1 0,0-1 0 0,-3-1 1 16,2-1-4-16,-2-2 0 0,0-1 1 0,1 1 0 16,-2-1-2-16,3-2-3 0,-5 2 1 0,4 0-2 15,-2-3 3-15,1 2-1 0,0-3-2 16,2 2 3-16,-4-1-2 0,2 2 1 0,0-4-3 0,0 3 0 16,2-2 5-16,-1 0-5 0,1 0 0 15,-2 1-4-15,1-7 0 0,-2 0 4 0,4 7 1 16,-1 0-2-16,-2-1 0 0,2 0-1 0,-1 2 0 0,0-1-2 15,0 0 1-15,-2 0-1 0,3 1 2 0,-3-7-3 16,0 8 6-16,2-2-4 0,-3 0-3 0,1 0 4 16,-1 1-5-16,3 0 2 0,-4-1 7 0,2 0-5 15,2-1 4-15,-1 2-5 0,1-3 4 0,1 1 0 16,1 1 0-16,-1-6-1 0,1 5 3 0,2-1-6 16,-2 1 1-16,1 0 3 0,1 1-3 0,-1-6 0 15,1 6-2-15,-1-3 3 0,3 1 1 0,-3 3-2 16,2 0 3-16,-1-2 1 0,0 2 0 0,1 0-2 15,0 1 0-15,-2 4 2 0,1-3 0 0,-3-2-1 16,2 6 4-16,1-5-5 0,-2 2-2 0,-1-2 1 16,-1 0 2-16,0-1 2 0,0 7-1 0,-2-8 4 15,2 2-1-15,-2-2 8 0,-2 4 6 0,2-2-3 16,0 2-1-16,-1-1-4 0,1-1 0 0,2 5-1 16,0-3-5-16,-1 3 3 0,4-3-1 0,-4 0-1 15,2 1 0-15,1 2-3 0,-1-4-9 0,0 2 3 16,0-3 2-16,-1 5 0 0,1-4-3 0,-1 0 0 15,1-1 8-15,0 2-8 0,-1-1-2 0,1 4 0 16,0-6-2-16,1 2 2 0,-1-2 8 0,1 3-6 16,-1-1-3-16,2-2 1 0,-3 0 8 15,2 0-3-15,0 1-2 0,0-2 1 0,2 3 1 0,-4-1-3 16,0 0 4-16,2 1 3 0,-2-2-8 0,0 0 2 16,0-1 0-16,0 3 4 0,-1-2-6 0,-1 1 2 15,1-1 2-15,-2 0-1 0,2 2-1 0,-1-2 6 16,-1 1-5-16,1 1 3 0,1 1-5 15,0 2 0-15,1 1 5 0,0-4-2 0,-1 5 1 0,1-5-2 16,1 4 8-16,0-1-5 0,-1 0-7 0,1 1-1 16,-1-2 11-16,1 1-7 0,0 1 0 0,0 0 5 15,-1-5-6-15,1 5 3 0,0-1-5 0,2 1 3 16,-4-4-1-16,2 0-2 0,-1 0 5 16,-1 3-3-16,2-2 0 0,-1-1 0 0,1 3 2 0,-2-3 7 15,1 2-8-15,-2-3 1 0,2 0-4 0,-2-1-1 16,0 0-1-16,-2 1 2 0,4 0 1 15,-3-2 1-15,1 2-1 0,1-1 4 0,-1 1-1 0,1 0 1 16,-3-1-2-16,3 2 1 0,-2-2 1 0,1 2 0 16,0 1 1-16,1-1-2 0,2-1-2 0,-1 2 0 15,0 2 6-15,-2-3-4 0,3-2 1 0,0 1-2 16,1 0 3-16,-1 0-2 0,0 2 2 0,-3-3-2 16,2 3-1-16,0 0 3 0,0 3-1 0,3-1 4 15,-4 1-10-15,4-1 6 0,-3 1 3 16,1 0-1-16,-1-5-2 0,-1 5-3 0,1-1 1 0,2 0 0 15,-3-3 0-15,1 1 2 0,1 1 2 0,-1 3-6 16,2-3 1-16,-1 0 3 0,0-3-4 0,1 4 6 16,-1-3-1-16,2 3-3 0,-2-4 1 0,3 4 0 15,-2-2-2-15,1-2 4 0,1 0-5 0,-1-1 5 16,-1 2 0-16,2-3-2 0,-2 3-5 0,1-1 0 16,0 0 4-16,1 4 4 0,-1-4-2 0,1 5-3 15,0-5 4-15,-1 4-4 0,-1 0 0 0,2 1 0 16,-1 1 0-16,-1-2 1 0,2 3 2 0,-2-2-1 15,0 0-1-15,0 1 0 0,0-1 7 0,1-2-5 16,-1 2-1-16,0 0-2 0,0 3 2 0,-1-3 1 16,1 0 4-16,2 1-2 0,-1 1-8 0,3 9-4 15,-5-18-1-15,1 7-2 0,1 2 1 0,3 9-3 16,-2-20-2-16,1 10-18 0,-1 1-37 0,1 0 17 16</inkml:trace>
  <inkml:trace contextRef="#ctx0" brushRef="#br0" timeOffset="83708.82">19379 5917 6 0,'0'0'17'0,"-1"10"-10"15,1-10 5-15,0 13-4 0,-2-6 1 0,2-7-1 16,0 20 1-16,0-10-4 0,0 2 6 0,0 0-3 0,-1 5-2 16,1-1 3-16,0 1-6 0,1 2 2 0,1-2 4 15,-1 1 0-15,2 8-6 0,-2-1 2 16,0-5 3-16,0 5-2 0,3-1-1 0,-1-4-2 15,0 5 6-15,3-7-3 0,-4 0 2 0,5-3-4 16,-1 5 0-16,-1-2 0 0,0 0-2 0,2 0 3 16,-2 1-5-16,0 1 7 0,1-4-3 0,-1 2-2 15,0 1 1-15,0 0-2 0,1 0 3 0,-4-1 1 0,3-1 2 16,0 2 1-16,-2-1 1 0,2-1-3 16,-1 1 4-16,-2 0-5 0,1 1 2 0,-2-2-2 15,1 1 2-15,-1 3-6 0,0-2 4 0,0 0-3 16,-1-5 5-16,3 2-1 0,-2 1-1 0,2 1-1 0,-3 0 2 15,1-3-4-15,0 3 3 0,3-1-2 16,-1 1 1-16,-2-3 0 0,3 0-2 0,0 1 2 16,0-1 1-16,-3-1-2 0,3 0-1 0,1-2-2 15,-2 4 0-15,0-5 0 0,1 2-1 0,-1 0 6 16,-1-2-4-16,1 2-1 0,-2 0-1 0,2-4 2 16,-1 4-2-16,1 0 6 0,-1-2-6 0,1 2 1 0,-2 1 5 15,0-3-3-15,0 2 3 0,2-2-6 16,0 0 4-16,-2 0-4 0,1 1 4 0,0-1-4 15,0 1-1-15,0-2 5 0,0 3-5 0,1-2 3 16,-1 0 0-16,1 1 4 0,-1-1-5 0,1 1 1 16,-1-1-5-16,1 4 5 0,-2-4 1 0,3-1-2 15,-1 4-2-15,-1-2 3 0,2 0 0 0,-1 0-2 0,2 1 0 16,-2-3 3-16,0 3-3 0,1 0 2 0,0 0 2 16,0 3 1-16,0 0 0 0,-1 0-5 15,1 0-3-15,0-4 7 0,0 3 1 0,-2-3-5 16,2 4 3-16,-1-6-2 0,-1 3-1 0,1 3-1 15,0 0 4-15,-2 1-1 0,0-6-3 0,0 2 1 0,2 1 3 16,-2-1 6-16,2 3-10 0,-2-1 3 16,0 2-2-16,-1-3-1 0,1 4-2 0,-1-7 16 0,2 4-14 15,-1 2-1-15,-1-5-2 0,1 1-3 16,1-1 0-16,-1 4 4 0,0 0-3 0,2-1 2 16,-1 1 2-16,0-4-5 0,0 4 2 0,-1-4-8 15,2 1 2-15,2-1 0 0,-4 0 0 0,2 0 0 16,1-1 0-16,-2 2-9 0,2-3-2 0,0 3 0 15,1-3-16-15,-2 3-40 0,2-3 18 0</inkml:trace>
  <inkml:trace contextRef="#ctx0" brushRef="#br0" timeOffset="84284.39">19763 7846 6 0,'3'17'2'0,"-2"-2"3"15,2 2 0-15,1-1-3 0,-3 0 3 0,3 4-4 16,-1-2 4-16,-2-1 0 0,1 1-2 0,2 1 2 16,0 0-4-16,-2 0 1 0,1-2-1 15,2 4 3-15,-1-2-1 0,1-1-3 0,3 1-2 16,-3 0 5-16,1-2-9 0,2 1 2 0,0 1 1 0,2 4-5 16,-4-6-8-16,1 0 4 0</inkml:trace>
  <inkml:trace contextRef="#ctx0" brushRef="#br0" timeOffset="85684.02">20790 11995 9 0,'0'0'9'0,"10"10"1"0,-1-4-1 15,-4 0-1-15,3 0 1 0,-2 1-4 0,-1-1 0 16,-5-6 1-16,13 14-3 0,-9-10 0 15,1 2 1-15,0 0-5 0,-5-6 2 0,10 13 6 16,-7-7-4-16,-3-6 0 0,6 13-1 0,-4-6 2 16,-2-7-5-16,5 17 1 0,-1-8 0 0,-2 0 0 0,-2-9 2 15,9 19-1-15,-5-10 1 0,1 0 1 16,-5-9 0-16,6 18-3 0,-2-9 1 0,-4-9-2 16,9 16 1-16,-5-8 6 0,-4-8-7 0,8 18 2 15,-5-9 5-15,-3-9-4 0,8 14 1 0,-2-5-1 16,-2-1-2-16,0 0-1 0,0-2 0 0,-1 5 5 15,-3-11-4-15,6 15 0 0,-3-9 1 0,0 3-1 0,-3-9 3 16,7 13-4-16,-5-5 1 0,3 2 0 16,-2-1-3-16,-1 1-1 0,2 2-9 0,-2-2 3 15,2 1 2-15,-2-3 3 0,3 3-1 0,-1 0 5 16,0-3-6-16,1 2 7 0,-1 0-4 0,-2-3-1 16,3 0 2-16,2 1 4 0,-7-8-2 0,9 14-2 15,-5-9 6-15,2 2-4 0,-1 0-10 0,3-1-11 0,-3 2 5 16</inkml:trace>
  <inkml:trace contextRef="#ctx0" brushRef="#br0" timeOffset="101495.56">1643 2841 106 0,'0'0'127'16,"1"-6"-20"-16,-1 6 0 0,0 0-17 0,0 0-11 15,0 0-1-15,0 0-9 0,0 0 6 0,0 0-1 16,0 0 5-16,-1 24-20 0,1-14 10 0,0 3-5 16,1 5 0-16,-1-1-9 0,-1 9-1 0,1 0-3 15,0 3-1-15,0-2 7 0,-1 0-6 0,2 3-8 16,-1-3-2-16,-1-6-3 0,2 6-5 0,2-2-1 16,-5 2-9-16,0-3 6 0,3 0-2 0,0-6-6 15,-1 1 1-15,2-2-3 0,-2-1-6 0,3-5 0 16,-3 2 4-16,3-1-5 0,-3 0-1 0,0-2-2 15,0-10 3-15,4 17-19 0,-4-17-13 0,1 12-24 16,-1-12-16-16,3 7-16 0,-3-7-14 0,0 0-31 16,0 0-30-16,0 0-85 0,0 0-255 0,0 0 114 15</inkml:trace>
  <inkml:trace contextRef="#ctx0" brushRef="#br0" timeOffset="101792.7">1699 2789 59 0,'13'-11'111'0,"-4"1"-5"0,0 2-8 0,0 0-8 16,0 3-10-16,-2 4-4 0,0 1-11 0,-7 0 1 15,16 3-8-15,-7 4-1 0,-1 0-7 0,0 4-1 16,-4 0-15-16,6 3 12 0,-8 3-10 0,1 0-2 15,-3-1-3-15,3 3-3 0,-3 6-3 0,0-7-2 16,-3-2-1-16,-2 0-3 0,2 0 1 0,-4 0-3 16,0 0 6-16,-2 1-11 0,0-5 6 0,-3 4-3 15,-3-5-3-15,1 2 0 0,0-1-5 0,4-5-7 16,-4 3-17-16,3-2-26 0,3-1-9 0,-2-2-22 16,1-1-21-16,9-4-92 0,-8 7-202 0,8-7 90 15</inkml:trace>
  <inkml:trace contextRef="#ctx0" brushRef="#br0" timeOffset="102039.58">1964 3120 121 0,'0'0'168'0,"0"0"-2"0,4-7-13 16,-4 7-14-16,0 0-19 0,0 0-13 0,0 0-6 15,0 0-5-15,-29 17 0 0,16-6 2 0,-1 4-13 16,1-1-4-16,-4 7-5 0,3 0-8 0,-1 0-7 16,4-4-5-16,5 0-7 0,-2-1-2 0,5-1-1 15,-2 2-6-15,4-2 17 0,1-2-22 0,3 3-32 16,2-5-42-16,1 1-27 0,3-3-30 0,3-1-45 16,4 0-148-16,1 0-311 0,4-4 138 0</inkml:trace>
  <inkml:trace contextRef="#ctx0" brushRef="#br0" timeOffset="102578.33">2225 3214 161 0,'-3'-9'223'0,"3"9"-17"16,0 0-23-16,0 0-13 0,0 0-7 0,-9 0 3 0,9 0-5 15,-8 18-15-15,0-2-10 0,4 0-14 0,-2 2-7 16,1 0-13-16,0 1-8 0,1-2-5 0,1-2-12 15,0-2-9-15,1-2-4 0,-1 2-10 16,2-4-1-16,-1-1-5 0,1 0-1 0,1-8-6 16,-3 11 1-16,3-11 4 0,-1 5 6 0,1-5 4 15,0 0-6-15,-5 4-4 0,5-4-6 0,0 0-4 16,0 0-5-16,0 0-5 0,-6-20-7 0,6 11-4 16,3-4-4-16,0-3-9 0,2 1 0 0,3-3-7 15,-3 0 4-15,6 1-6 0,0 1-4 16,-1 0-4-16,4 2 2 0,-5 1 1 0,4 5-2 0,-3 1-4 15,3 2 0-15,-2 3-1 0,-11 2 1 0,18 3 2 16,-4 4 1-16,-1 2-1 0,0 2 2 0,0 2 4 16,-2 0 0-16,-2 2 3 0,-1 2 4 0,-2-3-2 15,-2 3 3-15,2-4-1 0,-2 1-1 0,-1-4 0 16,-1 1 6-16,-2-11-4 0,3 13 4 0,-1-8-1 16,-2-5 2-16,3 8 1 0,-3-8 5 0,0 0-4 15,0 0-4-15,0 0 2 0,0 0 0 16,0 0-4-16,0 0 2 0,0 0-1 0,0 0 2 15,0 0-6-15,0 0 0 0,-1-40 3 0,3 30-1 16,2-3-2-16,4-2 2 0,-2 0-1 0,3 1 0 16,-4 2-5-16,3 3 1 0,-1 0 3 0,1 3-2 15,4-1-3-15,-3 2-1 0,2 3 3 0,-11 2-4 0,18 3 2 16,-8 1-1-16,0 3 1 0,-1 3 5 0,1 4-3 16,0 1 6-16,-4 0 1 0,0 2-1 15,-1-2-13-15,2 1-29 0,-3 0-20 0,-2 1-35 16,1-5-33-16,-1-1-50 0,3 4-199 0,-3-3-412 15,3-2 182-15</inkml:trace>
  <inkml:trace contextRef="#ctx0" brushRef="#br0" timeOffset="102936.46">2771 3291 146 0,'0'0'234'0,"-5"-10"-19"0,5 10-21 15,-7-6-18-15,7 6-14 0,0 0-15 0,-21 12-8 0,7-1-11 16,4 4-12-16,1-1-11 0,-2 2-6 16,3-2-12-16,1 2-10 0,2 0-9 0,1-3-5 0,3 0-6 15,0-1-6-15,1-1-3 0,1 0-12 0,-1-11-17 16,7 19-5-16,-5-13-10 0,-2-6-5 0,9 8-15 16,-9-8 8-16,13 3-6 0,-13-3-1 15,15-2-4-15,-15 2-1 0,19-10 9 0,-11 3-4 16,1-2 4-16,-1-1 7 0,-2 1-9 0,-1-1 3 15,2-1 8-15,-2 1 3 0,1 0 3 0,-2-2 3 16,1 6 3-16,-5 6 10 0,5-11 2 0,-5 11-1 16,5-7-7-16,-5 7-2 0,0 0-5 0,7-5 2 15,-7 5-3-15,0 0 0 0,0 0 1 0,0 0-1 16,19 19-2-16,-14-12 4 0,3 3-5 16,-1-1 4-16,0 0-13 0,0 0-20 0,1-1-34 0,2-1-37 15,-1 0-51-15,0-1-38 0,0 0-128 0,-9-6-338 16,10 6 150-16</inkml:trace>
  <inkml:trace contextRef="#ctx0" brushRef="#br0" timeOffset="103146.71">2975 3259 145 0,'0'0'206'0,"0"-10"-14"0,0 10-23 15,0 0-13-15,0 0-1 0,0 0-1 16,0 0-11-16,0 0-7 0,0 0-13 0,18 25-7 15,-14-12-11-15,4 1-16 0,-3 2-3 0,3-1-7 16,-1 0-8-16,-2-2-6 0,3 0-14 0,-2-1-23 16,0-1-23-16,1-2-23 0,-2 0-31 15,2-2-23-15,-7-7-26 0,9 13-30 0,-5-9-26 0,-4-4-4 16,9 3-109-16,-9-3-288 0,0 0 128 0</inkml:trace>
  <inkml:trace contextRef="#ctx0" brushRef="#br0" timeOffset="103286.66">3129 3407 47 0,'3'-13'32'0,"-3"1"12"16,0 12 18-16,0-21 33 0,0 21 2 0,-1-18 14 15,-2 12 10-15,3 6-1 0,-4-10-2 0,4 10-5 16,0 0-17-16,-9-7-4 0,9 7 0 0,0 0-6 16,-26 12-5-16,13-2-5 0,-4 1 3 0,-4 6-17 15,0-2-2-15,3-1-7 0,4 1-6 16,-1-2-17-16,2 1-31 0,1-2-50 0,5-2-66 16,-1 0-158-16,8-10-297 0,-8 9 132 0</inkml:trace>
  <inkml:trace contextRef="#ctx0" brushRef="#br0" timeOffset="103479.29">3462 3233 2289 0,'8'-6'44'0,"-1"4"-7"16,-1-2-31-16,-6 4 2 0,9-2 17 0,-9 2 26 16,0 0 21-16,14-4 3 0,-14 4-12 0,0 0-6 15,0 0-7-15,0 0-6 0,13-1-4 0,-13 1-2 16,15 1-9-16,-4 1-18 0,-11-2-45 0,20 0-56 15,-7 3-64-15,1 0-92 0,-14-3-157 0,23 0-436 16,-9-2 193-16</inkml:trace>
  <inkml:trace contextRef="#ctx0" brushRef="#br0" timeOffset="104149.01">4074 3178 152 0,'0'0'166'0,"2"10"14"0,0-3-20 15,-2-1-3-15,1 3-21 0,-1 1-11 0,-3 0-9 16,5-1-11-16,-2-9-2 0,-2 14-14 0,4-7 1 16,-2-7 0-16,0 11 8 0,0-11 10 0,0 6 15 15,0-6 7-15,0 0 11 0,0 0 3 0,0 0-8 16,0 0-13-16,0 0-8 0,0 0-16 0,0 0-9 15,0 0-9-15,-11-20-9 0,8 11-6 0,3-3-11 16,0 0-7-16,1-3 1 0,0-2-13 16,2 0 1-16,2-1-11 0,-1 0-4 0,6-6-5 0,0 0-5 15,0 7-9-15,0 2-6 0,2 2 0 0,2 0-6 16,-1 4-2-16,0 4 0 0,-1 0-4 0,1 4 2 16,5 1-1-16,-6 2 2 0,4 4-4 0,-6 3 9 15,3 0-3-15,1 5 4 0,-2 1-3 16,-1 1 3-16,-2-3 1 0,2 3 0 0,-4-2 0 0,1 0-22 15,-4-2-4-15,-1-3 3 0,1-3 6 0,-1 0-1 16,-1-2 7-16,-2-4-1 0,3 10 8 0,-3-10 6 16,4 5 0-16,-4-5 1 0,0 0-2 0,0 0 1 15,0 0 2-15,0 0 1 0,0 0-2 16,0 0-1-16,-13-25-2 0,13 16 0 0,3-3-3 16,0-3-7-16,4-2 2 0,2 0-1 0,2-7 0 15,1 7-5-15,6-1 1 0,-4 6 0 0,0-2 0 0,2 4-2 16,0 2 1-16,-5 4 1 0,3 2-1 0,-1 2 0 15,1 2-2-15,-2 3 8 0,3 4-2 0,-2 3 5 16,-2 3 1-16,1-1 2 0,-5 5-3 16,0-4 3-16,0 3 2 0,-3-1-11 0,-1 1-26 15,-1-2-30-15,0 1-36 0,0 0-42 0,-1-2-40 16,-1-1-182-16,0 1-402 0,0-5 177 0</inkml:trace>
  <inkml:trace contextRef="#ctx0" brushRef="#br0" timeOffset="104512.43">4861 3052 30 0,'-6'-6'240'0,"6"6"-15"16,-14-10-14-16,2 7-16 0,12 3-18 0,-23 6-13 16,13-2-15-16,-4 5-9 0,-2 2-5 0,0 1-17 15,2 2-7-15,1 2-13 0,3-1-8 0,3-1-7 16,2-2-10-16,0 1-9 0,4-2-6 15,0 2-7-15,1-1-2 0,5-3-5 0,-2-1-7 0,5-1-9 16,1-1-8-16,1-1-12 0,2-4-2 0,-1-1-10 16,2 0-3-16,-1-3-1 0,5-4 3 15,-5 3-3-15,-2-2 1 0,3-1 4 0,1-2-1 0,-5-1 3 16,-3 0-3-16,0 3 5 0,-1-5 4 0,-3 2 3 16,1 1 7-16,-1-3 4 0,-2 12 1 15,3-12 3-15,-3 12 0 0,4-10-4 0,-4 10 4 16,0 0-14-16,0 0-2 0,1-9-5 0,-1 9 2 15,0 0-1-15,0 0 4 0,0 0-3 0,0 0 0 16,8 27-1-16,-4-15 3 0,-1 0-8 0,0-2-11 16,2 1-21-16,3 4-27 0,-2-3-16 0,0-1-36 15,2-3-47-15,1 1-41 0,-1-1-149 0,1 0-379 16,0-2 168-16</inkml:trace>
  <inkml:trace contextRef="#ctx0" brushRef="#br0" timeOffset="104727.36">5060 3006 160 0,'0'0'225'0,"4"-14"-4"15,-4 14-13-15,4-9-18 0,-4 9-24 0,3-8-15 16,-3 8-17-16,0 0-13 0,0 0-11 0,0 0-9 16,20 13-5-16,-12-5-5 0,1 6-13 0,0-1-4 15,0 1-10-15,2-2-2 0,-1 2-3 0,1 3-7 16,0-2-7-16,-1-1-14 0,2-2-38 0,-2 1-28 15,-2-4-40-15,-2 1-42 0,4-1-35 0,-2-2-47 16,-3 2-110-16,-1-5-335 0,-4-4 148 0</inkml:trace>
  <inkml:trace contextRef="#ctx0" brushRef="#br0" timeOffset="104910.48">5327 2991 140 0,'-2'-16'197'15,"1"11"-7"-15,-2 0-17 0,3 5-18 0,0 0-15 16,-16-5-12-16,16 5-11 0,-26 15-3 0,9-2-9 16,-6 7-9-16,0-1-10 0,3 3-7 0,-2-2-7 0,2 0-9 15,4 2-1-15,-3-3-23 0,8-4-32 16,-1-1-53-16,3 0-33 0,3-4-64 0,-1 2-140 16,2-3-306-16,5-9 135 0</inkml:trace>
  <inkml:trace contextRef="#ctx0" brushRef="#br0" timeOffset="105086.99">5553 3051 198 0,'0'0'272'0,"0"0"-8"0,0 0-9 0,5-5-29 0,-5 5-25 15,0 0-21-15,0 0-25 0,6-3-40 0,-6 3-37 16,0 0-46-16,0 0-52 0,0 0-69 0,0 0-81 15,0 0-114-15,0 0-305 0,0 0 135 0</inkml:trace>
  <inkml:trace contextRef="#ctx0" brushRef="#br0" timeOffset="105845.6">6398 2701 9 0,'4'-10'233'0,"-4"2"-8"15,0 8-14-15,0 0-13 0,-7-17-20 0,-2 15-13 16,0-2-17-16,-5 6-15 0,-3 0-3 0,-3 6-5 15,-3 8-7-15,-3 4-7 0,0 2-3 0,4 3-8 16,-3 1-4-16,7 3-11 0,1-1-9 16,2-1-5-16,8-3-7 0,0 1-6 0,5 2-7 15,2-8-3-15,1-1-2 0,3 2-5 0,3-5-6 0,1 2-16 16,3-4-17-16,0-5-14 0,4 3-33 16,4-5-26-16,-2 0-25 0,5-3-27 0,-2-2-22 15,2 0-23-15,0-5-13 0,6-2-4 0,1-1 5 16,-1-2 12-16,-4-2-84 0,1 1-273 0,-7 1 890 15,0-4-464-15,-6 4 24 0,1-1 19 0,0-3 24 16,-5 5 28-16,-3-3 27 0,2 1-6 0,-3-2 19 16,-4 12 15-16,4-20 13 0,-4 20 12 0,4-12 10 15,-4 12 2-15,1-10 4 0,-1 10-13 0,1-8-3 16,-1 8-12-16,0 0-3 0,0 0-9 0,0 0-7 16,0 0 3-16,0 0-5 0,0 0 0 0,-20 29-6 15,20-29 0-15,-2 20-1 0,-1-9-2 0,3-11-4 16,1 22 0-16,2-12-3 0,4 0-4 0,0-1 2 15,-1-1 0-15,2-1-3 0,-8-7-2 0,16 12-1 16,-7-9-3-16,4-1 7 0,-13-2-6 0,23 0 5 16,-23 0-2-16,21-5 3 0,-12 0 3 0,-9 5 6 15,15-10 3-15,-10 3-4 0,-5 7 5 16,8-19 0-16,-6 9 2 0,-2 10-6 0,2-19-2 0,-2 19-5 16,-6-21-2-16,1 11-4 0,-2 0-3 0,-1 0-3 15,0 1 1-15,1 1-5 0,0 0-12 0,7 8-23 16,-12-6-20-16,12 6-23 0,-15-2-26 15,15 2-28-15,0 0-46 0,-26 7-39 0,18-2-132 16,8-5-368-16,-13 12 163 0</inkml:trace>
  <inkml:trace contextRef="#ctx0" brushRef="#br0" timeOffset="106059.12">6773 2816 67 0,'0'-11'223'0,"1"2"-9"0,-1 9 2 15,1-19 4-15,-1 19-4 0,0-14-12 0,0 14-19 16,0-10-23-16,0 10-20 0,0 0-15 0,0 0-18 16,0 0-7-16,0 0-12 0,0 0-8 0,3 39-5 15,-3-20-5-15,0 7-8 0,1-1-4 0,-1 6-9 16,-1-3 0-16,-2 0-6 0,3 0-27 0,0-4-22 16,2 0-28-16,-1-5-24 0,0-1-38 0,1-1-40 15,2-2-50-15,-3-4-199 0,-1-11-414 0,2 22 184 16</inkml:trace>
  <inkml:trace contextRef="#ctx0" brushRef="#br0" timeOffset="106260.56">6890 2832 159 0,'0'0'235'0,"0"-15"-21"0,0 15-20 15,0 0-26-15,0 0-17 0,0 0-15 16,0 0-7-16,0 0-1 0,0 0-3 0,0 0-10 0,-3 57-11 15,1-33-7-15,1 2-9 0,-3-1-8 16,2 1-4-16,3-5-13 0,-1 4-28 0,-1 0-21 16,-2 3-36-16,2-4-33 0,0-5-34 0,1 1-49 15,1-5-51-15,-4 2-114 0,2-5-329 0,1-12 145 16</inkml:trace>
  <inkml:trace contextRef="#ctx0" brushRef="#br0" timeOffset="106520.04">7059 3116 17 0,'15'-11'161'16,"0"2"5"-16,0-2-8 0,-4 1-2 0,5 1-5 15,-7-1-6-15,1 1-13 0,-1-4-11 0,1 2-6 16,-1-2-3-16,-1-2-2 0,-2 4 3 0,-2 0 3 16,0 0 0-16,-3 2 0 0,2-1-9 0,-3 10-1 15,0-12-9-15,0 12-11 0,0 0-10 16,-4-17-5-16,4 17-12 0,0 0-9 0,-15 0-6 15,15 0-3-15,-19 11-4 0,7 0-2 0,0 2-5 16,1 3 0-16,1 0-13 0,1 1-17 0,1 0-21 16,2-2-19-16,3-3-25 0,4 5-31 0,-1-17-25 15,8 26-8-15,1-13-27 0,0-4-24 0,7 1-15 0,-1-2-120 16,5 0-341-16,-3-3 151 0</inkml:trace>
  <inkml:trace contextRef="#ctx0" brushRef="#br0" timeOffset="106712.33">7455 3028 22 0,'0'-11'166'0,"0"11"7"0,-2-19-3 0,2 19 0 16,-7-14-3-16,7 14-2 0,-7-10-10 0,7 10-12 15,-10-4-16-15,10 4-11 0,0 0-12 0,-26 9-7 16,16-1-7-16,-6 3-11 0,1 1-4 0,2 2-5 16,-3 8-11-16,7-6-5 0,1 0-4 0,2 1-12 15,2-2-11-15,4-2-17 0,1 4-29 16,3-5-26-16,2-2-27 0,2 1-50 0,1-3-33 0,4-1-31 15,3 2-102-15,3-5-312 0,10-3 138 0</inkml:trace>
  <inkml:trace contextRef="#ctx0" brushRef="#br0" timeOffset="106932.17">7652 2855 146 0,'-2'-18'236'16,"0"2"10"-16,1 5 0 0,0 0-1 0,0 1-7 15,1 10-15-15,-3-11-27 0,3 11-25 0,0 0-15 16,0 0-19-16,0 0-15 0,0 0-12 0,0 0-10 16,-3 45-6-16,-3-19-11 0,2 4-5 0,0 1-7 15,2-2-7-15,-3 4-5 0,2 0-10 16,-2-2-6-16,4-1-30 0,-2 0-22 0,3-5-33 0,-1 0-30 16,2-7-38-16,-1-1-38 0,-1-5-46 0,5-3-49 15,-4-9-142-15,0 0-417 0,-2 22 185 0</inkml:trace>
  <inkml:trace contextRef="#ctx0" brushRef="#br0" timeOffset="107236.61">7677 3003 34 0,'0'0'132'0,"0"0"-9"0,0 0 5 16,21 20-12-16,-16-10-10 0,-1-1-5 0,1 2-16 15,-1 1-4-15,1-2-8 0,2 4 3 0,-1-2-1 16,4 0-6-16,2-4 1 0,-2-1-9 0,5 2 3 0,-2-5 3 16,5 1-2-16,-5-2-2 0,6-3-10 15,-1 0 5-15,-2-3 4 0,-1-1-4 0,1-1 5 16,-1-2 4-16,-3 0-4 0,1-3 11 0,-6 1 2 16,2 2 5-16,-2-2-8 0,-3-2-9 0,-4 11-4 15,5-22-2-15,-7 10-7 0,0-1-2 0,-2-2-8 16,-1 3-2-16,-3-2-6 0,1 6-2 0,-2-1-19 15,0 2-17-15,-4 1-23 0,1 2-35 0,-5 1-31 16,0 4-47-16,17-1-48 0,-27 4-184 0,9 1-404 16,4 3 180-16</inkml:trace>
  <inkml:trace contextRef="#ctx0" brushRef="#br0" timeOffset="107597.02">7982 3152 98 0,'0'0'231'0,"8"-7"-6"0,-8 7-7 0,7-11-13 16,-7 11-20-16,9-11-5 0,-4 3-6 15,-5 8-10-15,8-17-14 0,-2 7-13 0,-2 1-14 16,3-1-12-16,-7 10-6 0,9-22-11 0,-4 8-8 16,0 2-6-16,-2 1-11 0,0-1-4 0,1-4-5 15,-1 4-8-15,-2-1-4 0,-1 3-6 0,0 10-2 16,0-19-6-16,0 8 0 0,0 11-5 0,-3-10 2 15,3 10-11-15,0 0-3 0,-1-12 4 0,1 12-13 16,0 0-1-16,0 0-4 0,0 0 2 0,12-3 0 16,-12 3 0-16,0 0-1 0,24 12-3 0,-14-5 3 15,3 3-4-15,-3-1 11 0,-1 6-11 0,2-4 0 16,-4 0 2-16,2 4-1 0,-4-3-1 0,2 2 1 16,-5-1 4-16,0-1-3 0,-2-12-1 0,3 23 3 15,-2-11-3-15,-1-12 2 0,3 20-4 0,-3-9-6 16,0-11-19-16,5 20-16 0,-1-12-38 15,2 0-40-15,-6-8-56 0,14 14-39 0,-2-12-208 0,-12-2-458 16,24 6 204-16</inkml:trace>
  <inkml:trace contextRef="#ctx0" brushRef="#br0" timeOffset="123601.62">8907 2956 73 0,'-4'-6'168'0,"-1"-1"-12"16,-1 0-10-16,-3 2-10 0,1-1-3 0,-1 1-2 16,-1 1-11-16,-1-1-8 0,-2 3-4 15,-1-1-8-15,1 1-8 0,-2 2-8 0,1 1-12 16,-4 0-4-16,2 3-8 0,1-2-9 0,0 5-2 15,-2-2-7-15,2 2-2 0,-1 1-2 0,4 3-4 16,-2 1-5-16,1 0-2 0,2 2-2 0,0 0-1 16,3 3-3-16,3-2-1 0,-1 0-3 0,3-3-2 15,2 5 1-15,3-1-4 0,1-5-4 0,0 3 14 16,3-1-13-16,2-3 0 0,1 0-1 0,-2 0-1 16,5-2 0-16,1-2-4 0,1 0-5 0,0-3-2 15,1 3 2-15,3-5 0 0,-5 0-3 0,0-3-6 16,4-2 6-16,0-2-2 0,0-2 2 0,-2-1-4 15,-2-3 5-15,0-2-1 0,-2-3 2 0,-1 0-4 16,2-5 5-16,-3-4-2 0,-2 2 0 16,-1-1 2-16,-1 0 0 0,0-2 0 0,-2 2-1 0,0-1-30 15,0-3 13-15,-2 1 0 0,2 2 1 0,-2 1 11 16,0-3-2-16,-1 9-2 0,1-6 6 0,1 7-1 16,-1 3 6-16,-1 2 3 0,0 2 1 0,0 4 2 15,0 0-1-15,0 7 1 0,0 0-4 0,0-15-4 16,0 15 6-16,0 0-4 0,0 0 4 0,0 0-2 15,0 0-4-15,4 35 2 0,-3-17 2 0,-1 6-2 16,0 4 1-16,-2-1-2 0,0 2 4 0,0 4 3 16,0-5-1-16,0 0-1 0,2 0-4 15,2-1 1-15,0 0 5 0,-2-2 0 0,2-7 0 0,2-1 1 16,-3 2-6-16,4-3 5 0,0-4-1 0,-1-1 2 16,0-2-1-16,-4-9-3 0,9 14 2 15,-4-9 3-15,-5-5-4 0,14 5 0 0,-14-5 2 16,17 2 0-16,-17-2 0 0,22-7-2 0,-8 2 4 15,-2-4-5-15,1-2 1 0,4-1-2 0,-6-1 5 16,2 0-3-16,-1-1 0 0,-3-1 0 0,2-1-1 16,-2 2 1-16,0-1 3 0,-3 3-4 0,-2 0 1 15,-1 3 1-15,-2 0-1 0,-1 9 2 0,4-12-6 16,-4 12 2-16,0 0-6 0,0 0 1 0,1-15-4 16,-1 15 1-16,0 0 3 0,0 0-1 0,0 0 1 15,0 0 2-15,0 0-2 0,-10 42-6 0,7-30 11 16,2 3 0-16,1-15 0 0,1 23 0 0,2-12 0 15,-1 0-2-15,-2-11 2 0,7 18 2 0,-3-11 2 16,3 1-6-16,-7-8 3 0,17 6 3 0,-5-3-3 16,-12-3-1-16,26-1 2 0,-9-2-1 0,0-3-2 15,-3 2 3-15,-3-2 1 0,1 1 0 0,2-6 2 16,-5 4 0-16,1-6-6 0,-3 3 0 16,0 1 4-16,-3-7-3 0,1 5 2 0,-4-5 3 0,2 2-6 15,-1 3 0-15,0 0-3 0,0 1 5 0,-2 10-2 16,1-14-3-16,-1 14 0 0,3-10-4 0,-3 10-4 15,0 0 8-15,0 0-6 0,0 0 1 0,0 0 2 16,0 0-3-16,0 0 5 0,0 0 0 16,-6 51 0-16,3-35 3 0,3 1-2 0,-1 0 6 15,0 0-2-15,-1-5-1 0,1 5 1 0,1-17 1 0,-1 21-4 16,1-10-2-16,0-11 4 0,0 15-1 16,0-15-6-16,0 0 11 0,-2 15-4 0,2-15 6 15,0 0-3-15,0 0 2 0,0 0 4 0,0 15 0 16,0-15-1-16,0 0-6 0,0 0 5 0,0 0-4 15,0 0 0-15,0 0 1 0,31-30-1 0,-22 20 3 16,1-3-1-16,0-2-4 0,1 1 4 0,4-8-6 16,-5 7 4-16,2-1 0 0,2-5-3 0,-4 6 4 0,0 0-5 15,-1 0 4-15,0 1-1 0,-1 3-1 16,-3 1-1-16,-1 3-1 0,-2 0 3 0,-2 7 7 16,7-11-3-16,-7 11 3 0,6-6-4 0,-6 6-6 15,0 0-3-15,4-7-1 0,-4 7 2 0,0 0-3 16,0 0 1-16,0 0 5 0,0 0-3 0,0 0-1 15,0 0 4-15,4 28 1 0,-4-28-1 0,2 19 0 16,1-11-1-16,2 4-1 0,-1-1 3 0,4 4 3 16,-1-3-7-16,-1-2 3 0,2 3 2 0,-1-3-3 15,0-1 4-15,2 7 0 0,-2-7-2 0,-1 1 1 16,-1-3 0-16,1 3-5 0,-6-10 6 0,9 19-5 16,-6-10-1-16,-2-3-4 0,-1-6-4 0,0 0-1 15,-1 19-4-15,1-19 0 0,-8 11-4 0,8-11 0 16,-11 8-16-16,11-8-16 0,-12 7-20 0,12-7-11 15,0 0-17-15,-11 5-21 0,11-5-11 0,0 0-13 16,0 0-92-16,0 0-256 0,0 0 114 16</inkml:trace>
  <inkml:trace contextRef="#ctx0" brushRef="#br0" timeOffset="123784.19">9724 2945 67 0,'5'-11'77'15,"-1"1"10"-15,-4 10 10 0,6-15 8 16,-2 8 2-16,-4 7-6 0,6-10-3 0,-6 10-15 15,3-9-1-15,-3 9-15 0,0 0-20 0,0 0 2 16,8-5-6-16,-8 5 0 0,0 0 1 0,0 0-7 16,0 0-2-16,11 27 0 0,-7-18-7 0,-4-9 6 15,4 23-9-15,-2-7 1 0,2-2-17 0,-3-2-14 16,2 5-42-16,-2-5-43 0,-1 1-37 0,0-13-67 16,0 25-208-16,-1-15 93 0</inkml:trace>
  <inkml:trace contextRef="#ctx0" brushRef="#br0" timeOffset="124148.16">9866 2738 205 0,'0'-13'205'0,"0"13"-14"16,-3-14-7-16,3 14-4 0,-2-13-8 0,2 13-10 15,-3-7-20-15,3 7-16 0,0 0-18 0,0 0-9 16,0 0-17-16,0 0-1 0,0 0-14 0,3 48-4 15,-1-16-5-15,1 3-5 0,3 14-1 0,-3-2-8 16,-3 3 1-16,3-1-5 0,-4-4-6 0,-1-9-12 16,0-3-22-16,1-3-12 0,1 1-13 0,-2-5-10 15,2 5-16-15,-2-7-42 0,1 2-30 0,1-6-37 16,-1 1-160-16,-2-3-345 0,1-3 152 0</inkml:trace>
  <inkml:trace contextRef="#ctx0" brushRef="#br0" timeOffset="124378.17">9960 2882 44 0,'12'-4'113'0,"-12"4"-4"0,19-2 3 15,-19 2-3-15,22 5-8 0,-13 1-11 0,-1 2-6 16,0-1-3-16,-1 5-13 0,-2-3-2 0,2 5-13 15,-7-14-12-15,3 28 7 0,-3-28-2 0,-11 31-1 16,3-16-5-16,-3 1-5 0,-1 0-13 0,-1-2-22 16,-2-1-24-16,1 1-31 0,-3-3-35 0,5-4-100 15,-2 1-205-15,3-3 90 0</inkml:trace>
  <inkml:trace contextRef="#ctx0" brushRef="#br0" timeOffset="124757.04">10231 2885 112 0,'0'0'189'0,"0"0"-20"15,0 0-13-15,0 0-14 0,0 0-17 0,0 0 1 0,0 0-14 16,-34 22-7-16,20-8-10 0,-8 4-16 16,8-2 4-16,1 0-16 0,-5 2-1 0,8-2-7 0,1-2-10 15,1-1 2-15,3-1-9 0,1-1-5 16,4-11-9-16,0 19-6 0,0-19-5 0,7 13-1 15,-7-13-9-15,13 10-2 0,-13-10-5 0,19 4-13 16,-9-3 8-16,-10-1-7 0,24-7-3 0,-11 1 4 16,2-4 0-16,1 1 0 0,-2-1 7 0,-3-3-4 15,-3 3 3-15,3-3 2 0,-6 3 8 0,1-2 1 16,-3 2-3-16,0 0 6 0,1 0 8 0,-4 10 10 16,4-13-4-16,-4 13 8 0,2-10-9 15,-2 10-5-15,0 0-6 0,5-8-1 0,-5 8 0 0,0 0-6 16,0 0 0-16,0 0 5 0,0 0-4 0,0 0 4 15,-3 40-6-15,3-25 3 0,0 2-1 0,2 0-1 16,-1-1-5-16,2 0-21 0,-2 1-21 0,3-1-21 16,0-5-32-16,1 4-33 0,-1-3-33 0,1-2-102 15,3 2-286-15,-2-5 126 0</inkml:trace>
  <inkml:trace contextRef="#ctx0" brushRef="#br0" timeOffset="124996.53">10522 2765 107 0,'-2'-16'205'0,"1"5"6"0,-3 3-10 0,3 2-21 15,1 6-20-15,-3-10-17 0,3 10-17 16,0 0-15-16,0 0-8 0,0 0-9 0,-5 27-12 16,5-8-4-16,-3 6-1 0,1 7-7 0,1-2-5 15,-2 1-2-15,0-3-8 0,1 2-4 0,2 3-1 16,-1-4-4-16,-1 0-1 0,4-3-5 0,-4 1-6 15,4-6-2-15,-2-2-26 0,1-1-19 0,-2-3-20 16,3 2-24-16,-1-5-29 0,-1-12-40 0,3 19-21 16,-3-19-18-16,3 13-137 0,-3-8-326 0,0-5 144 15</inkml:trace>
  <inkml:trace contextRef="#ctx0" brushRef="#br0" timeOffset="125270.45">10353 2994 66 0,'0'0'104'16,"0"0"-26"-16,0 0-4 0,0 0 9 0,25-15-10 16,-6 13 9-16,2-1-28 0,8-1 1 15,1 3-4-15,2-2 1 0,-3 1-11 0,0 0-13 16,1 2 6-16,-9 0-6 0,-1-3 4 0,-3 1 3 16,3 2 0-16,-20 0-8 0,21 0 2 0,-21 0-6 15,14 5 4-15,-14-5-9 0,13 0 7 0,-13 0 4 16,0 0 9-16,13 8 10 0,-13-8 3 0,4 9-4 15,-4-9 14-15,2 17-10 0,-2-17 0 0,-1 21-7 16,1-10-3-16,-1 5 4 0,-1-3-10 0,0 0 0 16,1 2-7-16,-3 3 0 0,3-1-22 0,-1-5-30 15,2 3-35-15,0-15-24 0,2 24-50 0,3-12-117 16,-5 0-269-16,0-12 120 0</inkml:trace>
  <inkml:trace contextRef="#ctx0" brushRef="#br0" timeOffset="125946.87">10861 3074 25 0,'0'0'123'0,"-9"20"-7"16,7-10-1-16,2-10-11 0,-1 20-16 0,-1-9 2 15,2-11-21-15,2 21 10 0,0-12-19 0,-2-9-6 16,10 18 3-16,-5-8-7 0,-5-10-1 0,11 9-4 16,-11-9-12-16,12 7 3 0,-12-7-3 15,13 2-6-15,-13-2-3 0,0 0 3 0,21-9-2 16,-21 9-1-16,11-14-8 0,-7 4 2 0,-1 0-2 0,-1-2-3 16,-2 12-3-16,3-29-3 0,-3 18 8 0,1-8 7 15,-1 19-8-15,-2-29 6 0,2 16-3 16,-2-3 12-16,2 16-2 0,2-22-3 0,-2 22-3 15,2-17-3-15,-2 17-3 0,5-12-6 0,-5 12 3 16,8-9-4-16,-8 9 3 0,0 0-2 0,23 5-2 16,-23-5 2-16,21 14-1 0,-8-2-1 0,0 2 1 15,0-1-1-15,-2 2 0 0,-2-1-3 0,-2 2 3 16,0-2-3-16,0-4 2 0,-4 0-1 16,1-2-1-16,-4-8-1 0,7 14 2 0,-7-14 15 0,5 8 19 15,-5-8 13-15,0 0 11 0,2 7-1 0,-2-7-7 16,0 0-5-16,0 0-4 0,0 0-1 0,0 0-2 15,0 0-10-15,0 0-3 0,0 0-7 0,-1-40-1 16,4 29-1-16,4-4-2 0,1 1-6 0,2 2-3 16,4-2-7-16,-1 3-5 0,1-1 0 0,2 3-1 15,-1 1-6-15,-4 3 2 0,1 5 3 16,-1-1-10-16,-11 1 1 0,21 5 5 0,-11 3-1 0,-1 1 0 16,-1 0-1-16,0 2 3 0,0 2-7 15,-7 4-5-15,1-1-26 0,0 2-28 0,0 0-38 16,-2-1-37-16,-3 1-176 0,-2 1-349 0,2-1 156 15</inkml:trace>
  <inkml:trace contextRef="#ctx0" brushRef="#br0" timeOffset="126104.89">11544 3192 109 0,'7'-5'178'0,"-7"5"-23"0,0 0-12 15,0 0-30-15,0 0-43 0,0 0-45 0,0 0-50 16,0 0-46-16,0 0-46 0,0 0-125 0,0 0 55 16</inkml:trace>
  <inkml:trace contextRef="#ctx0" brushRef="#br0" timeOffset="126313.98">10565 2849 1662 0,'0'-17'-26'0,"0"8"25"0,0-1-10 16,0 10-14-16,0-12-39 0,0 12-9 15,2-9-19-15,2 5-7 0,-4 4-3 0,13-3-94 0,-13 3-210 16,11-1 93-16</inkml:trace>
  <inkml:trace contextRef="#ctx0" brushRef="#br0" timeOffset="138811.41">717 2920 19 0,'0'0'54'0,"0"0"0"0,0 0-7 0,0 0-2 0,0 0-6 16,0 0-1-16,0 0-8 0,0 0 8 0,0 0-12 15,0 0-4-15,0 0-7 0,0 0 6 0,0 0-2 16,0 0-13-16,0 0-1 0,-68 32 8 0,48-13-3 15,3 4-1-15,0 3-2 0,-2 0 1 0,3-2 32 16,1 4 2-16,0-2-13 0,0 2 3 16,1-1 1-16,3 1-4 0,1-1-3 0,0 1-4 15,10-28-8-15,-13 55 11 0,11-28-9 0,2-27-3 0,2 57 2 16,2-28-8-16,-4-29-14 0,9 57 6 16,1-30-6-16,-2 2 3 0,5 0 0 0,-3 1-2 15,1-2 1-15,0 5 4 0,-2-4-1 0,2 0 2 16,-2 5-9-16,3-2 10 0,-6 1 1 0,-2 2 0 15,-3-1-2-15,1 2 1 0,-2-1-2 0,0 0-1 16,-2 0 3-16,-3 1 2 0,1 10-1 0,-1-12 0 16,-4-1 1-16,2 2 3 0,-3 10-1 0,-2-2 2 15,1-7 2-15,2-3-2 0,-1 13-5 0,0-11-2 16,1 11 11-16,-1-1-2 0,6-9-7 0,-3 8 11 16,-2 3-3-16,3-12 10 0,-4 10-6 0,2 1 3 15,3-12-4-15,-1 0 0 0,4 3 2 0,-1-3-5 16,0 12 6-16,1-12 0 0,2-1 1 0,-2 1 1 15,2-34-6-15,0 68 4 0,0-33-1 0,0 0-11 16,2 11 6-16,-4 0 0 0,2-12-1 16,-2-1 8-16,-1-1-11 0,3-32-15 0,-6 64 18 15,2-33 0-15,1-2-4 0,3-29-4 0,-7 51-13 16,7-51 2-16,0 35-4 0,0-35-2 0,0 0-7 16,12 35 6-16,-12-35-17 0,0 0-3 0,31 13-15 15,-31-13-13-15,0 0-15 0,67-22-60 0,-37 6-152 16,-1-3 67-16</inkml:trace>
  <inkml:trace contextRef="#ctx0" brushRef="#br0" timeOffset="139261.14">995 3264 112 0,'-6'-14'127'15,"6"14"-17"-15,0 0-8 0,0 0-10 16,0 0-8-16,0 0 6 0,0 0-21 0,10-12-10 16,7 8-8-16,10-2-9 0,11-5-39 0,20-1-31 15,5-6-52-15,29 0-60 0,1-2-149 0,-30 8 66 16</inkml:trace>
  <inkml:trace contextRef="#ctx0" brushRef="#br0" timeOffset="141720.31">1477 4134 83 0,'-5'-9'122'0,"-2"1"-11"16,0 1-2-16,2-2 6 0,-3 1-11 0,4 0-4 15,0 4 2-15,1-2-2 0,3 6-16 0,-6-9-6 16,6 9-19-16,-1-7 4 0,1 7-7 0,0 0-6 16,0 0-10-16,0 0 2 0,0 0-10 0,0 0-1 15,0 0-5-15,18 22 3 0,-13-10-10 0,3 6 2 16,3 5-1-16,-3-4-2 0,3 6 2 0,2-1-5 15,0 2 2-15,0 1-4 0,-1-2-2 0,-1-1 0 16,1 3-5-16,-3-3-2 0,3-2-3 0,-2 1 1 16,-3-5 0-16,3-2-1 0,-1 9-2 0,-4-12-4 15,0-2 0-15,-1-1 5 0,0-1-7 0,-3-3-4 16,-1-6 8-16,8 9-5 0,-5-5 6 0,-3-4 0 16,0 0-2-16,0 0 1 0,0 0 6 15,0 0-2-15,0 0 0 0,0 0 3 0,5-25-6 0,-3 7-1 16,-1 1 1-16,0-2 6 0,3-8-7 0,-1 4 8 15,-1-3-5-15,0 0 1 0,1-1-3 0,1 1 4 16,-1 0 1-16,-1 1-3 0,-2-2 0 16,4 1 4-16,-3-1 0 0,2 8 1 0,0 1-1 15,-3 0 1-15,2 0-2 0,-1 6 4 0,1 0-9 16,0 4 8-16,0-2-2 0,-1 3-3 0,0 1 1 16,-1 6-1-16,0-8-3 0,0 8-2 0,0 0-9 15,0-9-9-15,0 9-3 0,0 0 7 0,0 0-13 16,0 0-4-16,0 0-18 0,0 0-9 0,16 17-17 15,-10-7-12-15,-3-6-17 0,3 7-6 0,1 2-64 16,0 0-193-16,-3 0 87 0</inkml:trace>
  <inkml:trace contextRef="#ctx0" brushRef="#br0" timeOffset="142609.04">2060 4373 66 0,'0'0'96'0,"0"0"-2"0,1-7-2 0,-1 7-10 16,0 0-4-16,0 0-4 0,0 0 0 0,0 0-11 16,0 0 5-16,1-9-17 0,-1 9 3 0,0 0-7 15,0 0-7-15,0 0-2 0,0 0-8 0,0 0-2 16,-9-6 4-16,9 6-13 0,0 0 8 15,0 0-11-15,-11-1 0 0,11 1 1 0,0 0-8 16,-13 5-2-16,13-5 2 0,-10 6 4 0,2 1-9 16,-1 0-1-16,0 1-4 0,-1 0 2 0,0 2 2 15,1 3 0-15,-1 1 3 0,2-4-2 0,1 2-2 16,1-2-2-16,-4 4-2 0,5 1 2 0,1-3 2 16,0 2 2-16,0-2 0 0,4-2-5 0,-1 0 6 15,1 3-3-15,1-1-3 0,3-4 5 0,-2 1-5 16,5 0-1-16,3-1 5 0,0-1 7 0,6-2 0 15,3 2-15-15,1-2-14 0,1-2-24 0,1-1-17 16,-1 1-23-16,-1-3-16 0,0 1-67 0,-1-1-180 16,-6 1 81-16</inkml:trace>
  <inkml:trace contextRef="#ctx0" brushRef="#br0" timeOffset="142875.09">2305 4592 64 0,'0'0'92'16,"0"0"-12"-16,0 0-14 0,0 0 1 0,0 0-9 15,0 0-6-15,0 0-4 0,0 0-1 0,-18 42 9 16,13-26-18-16,-3 0-17 0,-1 1-22 0,-2 0-25 16,-2 4-28-16,3-5-48 0,-3 6-110 0,4-9 49 15</inkml:trace>
  <inkml:trace contextRef="#ctx0" brushRef="#br0" timeOffset="143933.57">2371 4679 29 0,'0'0'69'16,"0"0"-3"-16,0 0 0 0,0 0 2 0,0 0-13 16,-16 3 5-16,16-3 5 0,-1 11-14 0,1-11-9 15,0 12-5-15,-2-6-3 0,2-6-11 0,-1 10 7 16,0-4-8-16,1-6 1 0,-3 7 2 0,3-7-6 16,0 0-1-16,0 11 3 0,0-11 6 0,0 0 12 15,0 0 1-15,-2 5 10 0,2-5 4 0,0 0 5 16,0 0-8-16,0 0-7 0,0 0-5 0,0 0 4 15,0 0-12-15,0 0 4 0,-15-16 3 0,15 16 2 16,-1-10 3-16,-1 1-8 0,2 9-6 0,1-17 0 16,-1 8 2-16,0-3-20 0,2 1 6 0,1-6 5 15,1 1-4-15,-1-2-7 0,0 2-3 16,1-1 0-16,-1 5 3 0,1 1-3 0,1-1 2 0,-2 2 2 16,5 0-10-16,0 1 7 0,0-1-2 0,-1 3-3 15,1 2-2-15,1 1-2 0,2 1-1 0,-1 0 1 16,1 3 0-16,0 2-6 0,-1-1 0 0,0 6 4 15,0-1 2-15,-1 3-2 0,-2 0 6 0,5 5-3 16,-7-4 2-16,0 1 0 0,-1 0-11 0,0 0 7 16,-2-1 6-16,1 0-2 0,-1-1-3 0,0-1 3 15,-2-2-2-15,0-6 4 0,0 13 1 0,0-13 0 16,-4 7 1-16,4-7-2 0,-4 6 2 0,4-6-3 16,-5 3 1-16,5-3 3 0,0 0 1 0,-10-2-3 15,10 2 0-15,0 0 1 0,-8-9-6 16,8 9 3-16,-5-15-3 0,6 6-3 0,0-3 0 0,2 2-1 15,3 0-4-15,1-2 7 0,2-1-10 0,-4 3 9 16,5 2-5-16,-2 3 1 0,1-2-2 16,-3 1-3-16,3 4 3 0,1 2 3 0,0 0-3 15,1 2 4-15,-1 4-3 0,-1 1-1 0,0 3 1 0,2 3 3 16,-4 2-3-16,-1 0 7 0,-3 2-3 0,2 0-5 16,-3-1-22-16,1 2-17 0,-2-2-17 0,-1 0-23 15,3 1-13-15,-2 0-134 0,-2-5-250 0,1-3 111 16</inkml:trace>
  <inkml:trace contextRef="#ctx0" brushRef="#br0" timeOffset="144312.54">2883 4508 166 0,'-7'-6'158'0,"2"2"-12"0,-1-2-11 16,1 3-13-16,5 3-10 0,-16-4-15 0,9 5-7 15,-2 4-12-15,1 2 3 0,-6 4-16 0,4 5-3 16,-2-3-12-16,5 2-1 0,0 0-10 0,1 2 3 16,3-5-3-16,1 4-7 0,2-6-7 0,0 1 3 15,2-2-13-15,1 3-2 0,1-6-5 0,1 3-2 16,0-4-16-16,0-1 3 0,4 0 4 0,-4 0-5 16,3-4-7-16,-8 0 4 0,18-2-8 0,-8 0 10 15,-4-2-10-15,6-1 1 0,-6-3 7 0,2-1 0 16,-3 1-4-16,3-7 13 0,-3 4-6 0,0 1 7 15,-3-1-4-15,2 4 11 0,-1-3 8 0,1 4 7 16,-3 0 1-16,-1 6 0 0,2-10-5 0,-2 10 7 16,3-6-17-16,-3 6 1 0,0 0-4 0,0 0 0 15,0 0 2-15,0 0-3 0,10 13 3 0,-7-3-4 16,-1 1 6-16,2 0 1 0,0 1 0 0,0-1-14 16,1 1-19-16,0-2-7 0,0 2-16 0,3 3-28 15,-3-4-21-15,-1-1-27 0,1 0-91 0,1-1-230 16,-2-4 102-16</inkml:trace>
  <inkml:trace contextRef="#ctx0" brushRef="#br0" timeOffset="144678.5">3054 4478 62 0,'0'-9'124'0,"0"9"-16"0,0 0-11 16,0 0 1-16,0 0-12 0,0 0-7 0,0 0-7 15,0 0-12-15,0 0-2 0,8 29-4 16,-5-18-4-16,2 1 1 0,-1 4 0 0,-1-4-10 16,2 3 2-16,-1-2-15 0,-3-2 2 0,3 2-20 15,-1-3-20-15,3 0-26 0,-1 0-13 0,-2-4-13 16,0-1-5-16,1 0 5 0,-4-5-9 0,8 6 8 16,-3-3-7-16,-5-3 8 0,0 0 5 0,14-5 4 15,-9 1 11-15,0-1 3 0,-5 5 4 0,10-12 5 16,-4 0 10-16,-2 2 12 0,-1-1 11 0,0-1 14 15,0 1 18-15,-2 0 2 0,0 1 27 0,0 1-3 16,-1 9 17-16,0-12-3 0,0 7 1 0,0 5-12 16,0 0-6-16,-3-10-12 0,3 10 1 0,0 0-7 15,-16 6-4-15,7 1 3 0,-2 6-6 0,-1 1-1 16,-7 6-6-16,1 1-5 0,1-1 0 0,0 2-2 16,1-1-23-16,7-3-17 0,-2-2-41 0,3-2-18 15,0 0-109-15,3-3-203 0,-1-2 91 0</inkml:trace>
  <inkml:trace contextRef="#ctx0" brushRef="#br0" timeOffset="144874.34">3455 4463 123 0,'0'0'166'0,"0"0"-8"0,7-6-26 15,-7 6-1-15,0 0-22 0,0 0-13 0,0 0-8 16,8 0-30-16,-8 0-21 0,12 3-23 16,-3-2-55-16,5 1-37 0,0-1-88 0,3-1-180 0,2 0 81 15</inkml:trace>
  <inkml:trace contextRef="#ctx0" brushRef="#br0" timeOffset="145148.06">3550 4763 107 0,'-8'16'87'0,"-5"7"-48"0,-3 3-50 16,-6 3-26-16,-2-1-41 0,-1-2 18 0</inkml:trace>
  <inkml:trace contextRef="#ctx0" brushRef="#br0" timeOffset="146395.44">4212 3980 85 0,'-5'-3'132'0,"5"3"-10"0,-12-7-9 0,6 3-10 16,-6 3-4-16,5-3-8 0,-1 3-9 0,8 1-3 16,-17-7-7-16,10 7-6 0,0-3-2 0,7 3-10 15,-13-3 0-15,13 3-10 0,-11-1-1 16,11 1-9-16,-9 0 0 0,9 0-10 0,0 0 0 16,-8-2-1-16,8 2-4 0,0 0 1 0,-7-2-4 15,7 2 7-15,0 0-15 0,0 0-1 0,0 0 1 0,0 0 2 16,0 0 1-16,0 0-7 0,0 0 0 0,0 0-3 15,0 0-3-15,0 0-7 0,0 0 1 0,35-3-5 16,-17 0-4-16,3 0-16 0,0 0 3 0,-2 0-18 16,0 3-22-16,1-2-5 0,-3 0-3 0,-3 0-1 15,-1 0-5-15,-3 0 0 0,2 2-7 16,-4 0-51-16,-8 0-155 0,12 0 69 0</inkml:trace>
  <inkml:trace contextRef="#ctx0" brushRef="#br0" timeOffset="146772.01">4251 3907 56 0,'-9'-1'65'0,"9"1"4"16,-16 0 3-16,9-1 2 0,7 1-15 0,0 0-11 15,-12 1-1-15,12-1-3 0,-9 5 25 0,6 1-14 16,-1 7 11-16,1 3 3 0,0 8-7 0,-2 3-2 16,3 3 12-16,-1 2-6 0,3 2-2 0,-4-2-6 15,5 0-5-15,-1 0-6 0,0-1-6 0,3-4-1 16,-2 1-9-16,1-2 3 0,1-9-6 0,-2 0 6 15,1 0-11-15,2-1-3 0,-3-3-6 0,-1-2 7 16,0-1-9-16,1 0 5 0,-1-3-3 0,0 2-2 16,0-3-8-16,0-6 3 0,-2 9-2 0,2-9-1 15,0 0 9-15,-8 7-14 0,8-7 0 0,-10-2-2 16,10 2-3-16,-12-6 6 0,7 1 2 0,-3-1-2 16,-1 0-1-16,2 0 3 0,-1-1-5 0,4 4 3 15,0-2 6-15,4 5 2 0,-6-8-5 0,6 8 3 16,-6-4-3-16,6 4-3 0,0 0-4 0,-5-4 1 15,5 4 0-15,0 0 4 0,0 0-6 0,0 0 7 16,0 0-2-16,0 0 3 0,0 0-2 0,24 10 1 16,-15-6-2-16,0-1 3 0,2 1-11 15,7-3-21-15,0 0-24 0,0 0-30 0,1-1-22 0,1-1-18 16,1 2-87-16,1-1-228 0,-3-1 101 0</inkml:trace>
  <inkml:trace contextRef="#ctx0" brushRef="#br0" timeOffset="146980.26">4557 4296 58 0,'-8'-4'152'0,"8"4"-10"0,-11-1-8 0,11 1-4 0,-16 2-17 16,4 2-4-16,3 1-6 0,-3 2 3 0,-2 4-16 16,3-1-9-16,2-1-5 0,-4 2-8 15,4 2-6-15,2-2-9 0,4 0-2 0,0 0-8 16,-2 0-4-16,5-1 0 0,1 2-13 0,3-3-9 15,1 0-29-15,2 0-29 0,0 0-16 0,2-1-24 16,3-2-18-16,-2 1-28 0,3-1-86 0,0 0-230 16,-3-2 101-16</inkml:trace>
  <inkml:trace contextRef="#ctx0" brushRef="#br0" timeOffset="147474.5">4685 4415 6 0,'0'0'111'0,"0"0"-12"0,0 0-12 0,0 0-6 16,0 0-2-16,0 0 1 0,0 0-2 0,4 19-10 16,-4-19 6-16,1 13-14 0,-1-7 13 0,1 1-9 0,-1-7-1 15,0 10-6-15,0-10-7 0,0 9-1 16,0-9 8-16,1 6 10 0,-1-6 17 0,0 0 20 16,0 0-2-16,0 0-9 0,0 0-14 0,0 0-3 15,0 0-7-15,0 0-1 0,0 0-3 0,0 0-6 16,0 0-7-16,-11-21-6 0,8 14-5 0,2 0 1 15,1 7-9-15,0-13-4 0,0 4-2 0,1-1-5 16,1 3-2-16,1-2-3 0,0 2-4 0,2 0-2 16,0 1-6-16,4 2 1 0,-3 3 0 0,5-1-2 15,0 3-3-15,-3 0 0 0,2 3-1 0,0 3-3 16,2 0 2-16,-3-1-1 0,2 2 0 0,0 0-5 16,-4 0 5-16,0 1-4 0,0 0 0 0,-2 1 0 15,-1-4-2-15,-1 1 0 0,-1-1-2 16,-2-6-11-16,4 10 12 0,-1-6 1 0,-3-4 3 0,2 5 0 15,-2-5 4-15,0 0 3 0,0 0-2 0,0 0 3 16,0 0-1-16,0 0-2 0,0 0 1 0,0 0-3 16,0 0 7-16,0 0-6 0,-7-26-1 0,7 26-4 15,2-13 6-15,1 3-4 0,-2 2-1 0,5-1 1 16,-1-1 3-16,3 2-4 0,1 1-2 0,2 2 2 16,0-1-3-16,-5 4 0 0,2 0 2 0,3 4-3 15,-2 0 3-15,-1 1-5 0,2 1-4 16,-1 2-3-16,-4 2-8 0,0 1 0 0,-2 3-29 0,2-1-30 15,-5 3-19-15,0 3-40 0,-4-1-36 0,0 1-93 16,2-5-296-16,-2 4 131 0</inkml:trace>
  <inkml:trace contextRef="#ctx0" brushRef="#br0" timeOffset="147830.96">5207 4369 129 0,'0'0'177'0,"-7"-3"-19"0,0 1-12 16,7 2-16-16,-15 6-3 0,6-1-9 0,0 2-11 15,-1 2-12-15,1 0-8 0,0 2-14 0,0-1-1 16,4 2-10-16,0-2-2 0,2 0-5 0,1 2-5 16,0-2-10-16,2-10 1 0,2 20-13 0,2-13 2 15,-1-1-4-15,3 0-10 0,0-1-14 0,-6-5-8 16,15 5-4-16,-7-2-3 0,-8-3-2 0,19-2 9 15,-19 2-16-15,17-7 5 0,-7 0 2 0,-4 1 2 16,2-1-4-16,0-2 6 0,-3 2 2 0,0-2 7 16,-3 2 2-16,2 1 5 0,-3-1 10 0,-1 7 4 15,3-10 3-15,-3 10-1 0,3-7-8 0,-3 7 1 16,0 0-6-16,1-5-1 0,-1 5 9 0,0 0-9 16,0 0-3-16,0 0 3 0,0 0-4 0,10 19 4 15,-9-13-3-15,2 4 2 0,1-2-16 0,0 2-26 16,1-1-37-16,0 0-29 0,5 4-13 0,0 0-138 15,-1-4-274-15,0-2 122 0</inkml:trace>
  <inkml:trace contextRef="#ctx0" brushRef="#br0" timeOffset="148027.57">5363 4440 1626 0,'0'-7'69'0,"-2"1"-17"16,2 6-20-16,-2-9-15 0,2 9-7 0,-2-7-15 15,2 7 3-15,0 0 0 0,0 0-2 0,0 0 4 16,0 0 7-16,0 0-1 0,0 0 1 0,0 0 1 16,13 16 0-16,-6-9 5 0,1 2-3 0,0 1 2 15,-1 1-15-15,5 0-36 0,-4 0-25 0,1-1-44 16,-1-1-39-16,0 0-104 0,-3-2-271 0,0 2 120 16</inkml:trace>
  <inkml:trace contextRef="#ctx0" brushRef="#br0" timeOffset="148188.74">5472 4429 52 0,'-1'-8'192'15,"1"8"-14"-15,0 0-23 0,-3-9-21 0,3 9-12 16,0 0-12-16,0 0-8 0,-20 19-10 0,7-4-8 16,-6 5-10-16,-3 3-9 0,-2 3-3 0,1 2-27 15,-3-2-51-15,3 2-48 0,0-4-55 0,0 2-91 0,0-4-227 16,3-2 100-16</inkml:trace>
  <inkml:trace contextRef="#ctx0" brushRef="#br0" timeOffset="150884.53">5933 4137 3 0,'0'0'165'0,"0"-9"-15"0,0 9-25 16,0 0-5-16,-1-9-14 0,1 9-10 0,0 0-10 16,0 0-13-16,0 0-6 0,0 0-9 0,11 24 0 15,-5-8 0-15,-1 2 0 0,4-2-8 0,0 8-3 16,1-2-4-16,0-4-9 0,-1 5 3 0,-3-7 1 15,1 1-10-15,3-2-5 0,-4-1-2 0,0-1 0 16,1-2 2-16,0-1-7 0,0 1 4 0,0-2-6 16,-1 0-1-16,-2-3 2 0,0 0-3 0,1-2 0 15,-5-4 12-15,6 7 19 0,-6-7 6 0,0 0-2 16,0 0-5-16,0 0 1 0,9-13-4 0,-8 4-1 16,3-2-4-16,-2-5 27 0,-1 1-5 0,0-6-11 15,3-4-4-15,-3-2-4 0,2 2-4 0,-2-3-2 16,0 0-5-16,2 0-4 0,-2 1-3 0,-1 8-2 15,3-6-2-15,-1 9 1 0,1 0-4 16,-2 5-3-16,0 3-15 0,1 1-28 0,-2 7-43 16,1-11-40-16,-1 11-17 0,4-3-16 0,-4 3-19 0,0 0-132 15,0 0-325-15,1 25 144 0</inkml:trace>
  <inkml:trace contextRef="#ctx0" brushRef="#br0" timeOffset="151299">6401 4271 59 0,'6'-6'202'0,"-6"6"-2"0,3-5-7 0,-3 5-9 16,0 0-17-16,0 0-9 0,0 0-18 0,0 0-18 16,0 0-10-16,-17-7-11 0,17 7-13 0,-15 8-9 15,7-3-6-15,-1 2-9 0,-1 2-10 16,1-2-1-16,1 2-6 0,2-1-5 0,1 0-8 15,0 1 0-15,2-2-4 0,3 0-3 0,0-7-2 16,2 13-2-16,2-7-3 0,1-2-3 0,3 2-6 0,2-2-1 16,0 0-3-16,2-3-1 0,0 0-1 15,-2-1-4-15,4 1 3 0,-2-2-3 0,-2 1 2 16,0-1-2-16,-3 0 4 0,-7 1-1 0,12-3-2 16,-12 3 3-16,11-2-4 0,-11 2 6 0,6-3-4 15,-6 3 2-15,0 0 2 0,5-3-3 0,-5 3 0 16,0 0-1-16,0 0 0 0,0 0 2 0,0 0-5 15,0 0 3-15,-22 7-3 0,14-1 0 0,-1 0-3 16,-2 1 0-16,2 2 3 0,2-1-2 0,2 0 1 16,-1 1-3-16,3-1 3 0,-1 2 0 0,1-1 2 15,2 0-15-15,1-9-12 0,0 0-15 0,5 19-15 16,0-12-21-16,-1-1-17 0,4 1-20 0,2-2-12 16,0-1-20-16,0-1-14 0,1 1-105 0,1-3-288 15,0 1 128-15</inkml:trace>
  <inkml:trace contextRef="#ctx0" brushRef="#br0" timeOffset="151515.94">6616 4440 5 0,'5'-9'96'0,"0"-3"3"16,-2 2 5-16,0-1 12 0,4-2-20 0,-6 2 10 15,0-2-2-15,2 4-1 0,-3 9 6 0,4-14 3 16,-3 8 0-16,-1 6-4 0,1-11-9 0,-1 11-8 16,2-6-14-16,-2 6-7 0,0 0-15 0,0 0-2 15,0 0-7-15,0 0-4 0,0 0-6 0,0 0 0 16,0 0-2-16,-2 30-8 0,2-30-1 0,0 23 0 15,-1-10-1-15,-2 1-3 0,5-3-7 0,-2 2 1 16,0-1 1-16,0-1 0 0,-2 0-18 0,2 1-1 16,0-12-27-16,-4 20-25 0,4-20-29 0,0 17-27 15,0-17-29-15,0 13-21 0,0-13-91 0,0 12-271 16,0-12 121-16</inkml:trace>
  <inkml:trace contextRef="#ctx0" brushRef="#br0" timeOffset="151858.72">6642 4323 24 0,'4'-10'146'0,"0"-1"-9"0,1 1-9 16,2 1-12-16,-2 5-11 0,-5 4-10 0,10-10-4 15,-5 7-16-15,2 3-2 0,-7 0-12 16,12 0-6-16,-12 0-2 0,13 5-4 0,-5 1-2 16,-3-1-3-16,4 1-5 0,-3 2-2 0,-1-2 2 0,1 5-5 15,-3-3-3-15,-1 1-7 0,1-2-2 16,-3-7 2-16,2 16-4 0,-2-16 0 0,0 13-2 15,0-13-1-15,0 13 6 0,0-13-6 0,0 13-8 16,0-13 1-16,3 10-3 0,-3-10-2 0,4 10-6 16,-4-10-2-16,5 7-1 0,-5-7 3 0,11 8 0 15,-4-6 2-15,-7-2-7 0,14 4 6 0,-5 0-3 16,2 1 3-16,-2-1-5 0,-3 0 3 0,-6-4 0 16,14 6 2-16,-9-1-2 0,-5-5 1 0,8 11-2 15,-6-5 5-15,-2-6-7 0,2 13 5 0,-2-13-1 16,-9 16 4-16,1-5-1 0,-1-2-1 0,-1 0 4 15,-7 1-10-15,3-1-10 0,3-1-15 0,-2-3-34 16,1 1-18-16,1 0-32 0,-2-3-113 0,1 2-245 16,12-5 109-16</inkml:trace>
  <inkml:trace contextRef="#ctx0" brushRef="#br0" timeOffset="152376.51">7007 4448 83 0,'0'0'132'0,"0"0"4"0,10 5-7 16,-10-5-4-16,0 0-7 0,5 8 1 0,-5-3-7 15,0-5-2-15,0 0-9 0,-2 12-7 0,2-12-5 16,0 0 0-16,-4 10 8 0,4-10 4 0,-3 4 5 16,3-4 2-16,0 0 8 0,0 0-3 0,0 0-6 15,0 0-9-15,0 0-9 0,0 0-6 0,0 0-10 16,-19-13-5-16,18 7-9 0,1 6 6 0,-3-10-5 15,2 2-9-15,1 0-3 0,0-2-9 16,1 1-6-16,2-1 0 0,2-1-5 0,0 2-5 16,4-1-1-16,-1 1-7 0,-1 3 0 0,5 1-10 0,-3 0 3 15,0 1-2-15,3 2 2 0,1 4-4 0,-2-2-5 16,0 2 3-16,-1 3-4 0,-1 2 1 0,1-1-1 16,-2 3 4-16,0-2-1 0,-2 2-1 0,0-1 2 15,-1 1 0-15,-1-3-1 0,0-2 0 0,0 1 1 16,-1 1 1-16,-3-6 2 0,5 8-1 15,-5-8 2-15,1 3 4 0,-1-3-2 0,0 0 1 16,0 0-6-16,0 0-7 0,0 0-5 0,0 0 6 0,0 0-1 16,0 0 1-16,0 0-4 0,0 0-5 15,-6-20-8-15,6 20-3 0,2-12 3 0,1 5-2 16,-1 2 1-16,3-2-1 0,-1 0-3 0,3-1 0 16,-2 2-2-16,-1 1 4 0,2 2-6 0,2 0 5 15,-8 3-2-15,10-4 6 0,-10 4 0 0,11 3 6 16,-11-3-5-16,12 6 3 0,-8-2 1 0,0 2-2 0,-1 4 4 15,1-4-3-15,-1 4-6 0,-2 0-15 0,-1-10-18 16,3 20-16-16,-2-11-16 0,1 1-26 0,0 0-28 16,0 1-31-16,-2-11-24 0,5 12-101 15,-5-12-322-15,8 9 143 0</inkml:trace>
  <inkml:trace contextRef="#ctx0" brushRef="#br0" timeOffset="152714.29">7442 4385 170 0,'-8'-6'179'0,"8"6"-16"16,-8 0-18-16,8 0-23 0,-13 4 11 0,6 2-2 15,-4 0-11-15,2 3-11 0,4 1-7 0,-2 0-13 16,0-1-10-16,2 1-5 0,1-1-9 0,4-9-2 16,-2 15-9-16,-1-5-4 0,3-10-4 0,0 11-4 15,0-11-3-15,5 10-4 0,-5-10-4 0,9 5-1 16,-9-5-4-16,13 2-9 0,-13-2-3 0,13 0 2 15,-13 0-1-15,16-7-4 0,-8 0 0 0,-8 7-2 16,10-7 1-16,-5 0 0 0,-1 0-1 0,4 0-4 16,-8 7 1-16,8-11-4 0,-8 11 4 0,7-9-2 15,-7 9-3-15,4-6 1 0,-4 6-2 0,0 0-7 16,6-6 12-16,-6 6-10 0,0 0 0 0,0 0-1 16,0 0 2-16,8 17 2 0,-8-17-6 0,5 15 8 15,-2-6-6-15,2 1 7 0,-1-1 1 0,2 2-2 16,-1 0-32-16,2-1-37 0,0 4-33 0,1-4-36 15,1-1-33-15,-3 1-112 0,2-1-308 0,-8-9 137 16</inkml:trace>
  <inkml:trace contextRef="#ctx0" brushRef="#br0" timeOffset="152922.57">7591 4421 76 0,'0'0'204'0,"0"-7"-19"15,0 7-11-15,0 0-23 0,0 0-15 0,0 0-12 16,0 0-6-16,10 0-11 0,-10 0-8 16,0 0-12-16,0 0-11 0,17 19-3 0,-11-14-3 15,2 4-7-15,-3-1-10 0,1 1-4 0,-1-3-31 16,3 2-32-16,-2-1-36 0,1 0-31 0,-3 1-32 16,-4-8-28-16,7 7-103 0,-7-7-265 0,8 7 117 15</inkml:trace>
  <inkml:trace contextRef="#ctx0" brushRef="#br0" timeOffset="153076.03">7724 4460 31 0,'-2'-12'129'0,"2"12"9"0,-1-8 3 0,1 8-7 15,-1-9 2-15,1 9-16 0,0 0-13 0,-8-4-11 16,8 4-8-16,0 0-6 0,0 0-3 0,-24 11-6 16,10 1-6-16,-3 1-2 0,-3 5-8 0,6-4-5 15,-7 4-6-15,4 1-5 0,4-4-26 0,-6 2-35 16,6-4-45-16,5-3-50 0,-3 1-135 0,2-4-271 15,9-7 121-15</inkml:trace>
  <inkml:trace contextRef="#ctx0" brushRef="#br0" timeOffset="153256.47">7894 4472 104 0,'0'0'202'0,"0"0"-13"0,0 0-26 16,0 0-12-16,0 0-21 0,0 0-19 0,0 0-35 16,0 0-40-16,0 0-42 0,0 0-56 0,0 0-121 15,0 0-198-15,0 0 89 0</inkml:trace>
  <inkml:trace contextRef="#ctx0" brushRef="#br0" timeOffset="171764.41">11600 6559 35 0,'0'0'69'0,"0"0"-6"0,0 0-19 0,0 0-13 0,0 0-17 15,0 0-17-15,0 0-40 0,0 0-45 16,6 2 20-16</inkml:trace>
  <inkml:trace contextRef="#ctx0" brushRef="#br0" timeOffset="181367.63">19833 7896 8 0,'0'0'3'0,"0"0"7"0,0 0 4 16,0 22 0-16,0-22-1 0,0 0-3 0,0 0 7 16,0 0-5-16,0 0 3 0,2 9-5 0,-2-9 4 15,0 0 11-15,0 0 7 0,0 0 3 0,0 0-1 16,0 0 11-16,0 0 1 0,0 0-12 0,0 0 5 15,0 0-4-15,0 0 3 0,0 0-6 0,0 0-2 16,0 0-5-16,0 0 7 0,13-18-4 0,-9 14-7 16,-4 4 0-16,2-10 2 0,-2 10-5 0,3-9 0 15,-3 9 0-15,1-7 0 0,-1 7 7 0,1-6-1 16,-1 6 4-16,0 0-8 0,3-9 0 0,-3 9-7 16,0 0 7-16,0 0-8 0,0 0 7 15,0 0-14-15,0 0 1 0,0 0-3 0,0 0 7 0,0 0-5 16,0-10-3-16,0 10 5 0,0 0 5 0,0 0-14 15,0 0 2-15,0 0 2 0,0 0-8 0,0 0 9 16,0 0 5-16,0 0-11 0,0 0 10 0,0 0-12 16,0 0 6-16,0 0 5 0,0 0-6 0,0 0 0 15,0 0 12-15,0 0-6 0,0 0-4 0,0 0 10 16,0 0 2-16,0 0-11 0,0 0 11 0,0 0 3 16,0 0-3-16,-5 23-3 0,5-23 2 0,0 0 1 15,0 0-5-15,0 0 14 0,0 0-12 0,0 0 6 16,0 0 0-16,0 0-8 0,0 0 5 0,0 0-6 15,0 0-4-15,0 0 3 0,0 0-3 0,-10 2 4 16,10-2-2-16,-8 5-2 0,8-5 3 0,-6 3 1 16,6-3-7-16,-8 6-1 0,8-6 0 0,-4 6-1 15,4-6 4-15,-5 4 5 0,5-4-10 0,0 0 10 0,-1 8-2 16,1-8-3-16,0 0-1 0,0 0 5 0,0 0 2 16,0 0-3-16,0 0-2 0,0 0 4 15,11 4 9-15,-11-4-6 0,0 0 3 0,0 0-3 16,19-9-2-16,-14 8 2 0,-5 1 6 0,8-6-3 0,-8 6 0 15,5-7 5-15,-5 7-4 0,4-5-1 16,-4 5 1-16,0 0-8 0,3-7 3 0,-3 7 0 16,0 0-2-16,0 0-6 0,0 0 5 0,0 0-11 15,0 0 17-15,-17-2-15 0,17 2 3 0,-13 5-1 16,7-2 1-16,6-3 2 0,-12 7-3 0,6-4 0 0,2 0-6 16,0 3 6-16,4-6 2 0,-5 10-4 15,4-6 6-15,1-4-7 0,1 10 4 0,-1-10 0 16,7 9 3-16,-2-4-2 0,2-1-1 0,1-2 2 0,4-1-5 15,0 0 5-15,0-1 0 0,-2 1 3 0,1-1-6 16,0-1 7-16,-1-1-4 0,-2 0 3 0,-2 0-3 16,0-2-8-16,-2-1 11 0,0 0-4 0,-4 5-1 15,4-10-1-15,-4 10 4 0,-1-9-2 0,1 9 1 16,-8-10-2-16,0 5-1 0,-2 1-6 0,-1 1 8 16,-2-1-7-16,0 4 5 0,0-2-10 0,-2 2 11 15,-2 0-3-15,-1 3-1 0,7 0-7 0,-1 0 7 16,1 1 3-16,-1 1 3 0,3 1-12 15,1-1 5-15,1 0-1 0,3-1 4 0,0 2 1 0,2 1-4 16,2-7-1-16,0 10 6 0,0-10 0 0,2 10 6 16,1-5-8-16,1 0 6 0,2-2-1 0,1 0-1 15,1-1 3-15,4-1-2 0,-4-1-4 0,1 0 3 16,-9 0 2-16,16-3-2 0,-9 2-2 0,0-1 3 16,-7 2 0-16,9-7-4 0,-6 2 0 0,-3 5 3 15,4-9 3-15,-4 9 1 0,-2-12-6 0,2 12-5 16,-2-10 5-16,2 10-9 0,-5-10 8 0,2 6 2 15,3 4-4-15,-10-6 2 0,10 6 0 0,-9-3-2 16,9 3-4-16,-12-2 3 0,12 2 3 0,-12 2-5 16,5 2 4-16,1-1-1 0,-1 2 1 0,2 0-10 15,2 1 8-15,-1-2 0 0,4-4 9 0,-1 12-3 16,1-12-6-16,2 10 6 0,-2-10-9 0,8 9 10 16,-5-5 1-16,3-1-1 0,1-3-11 0,5 0 12 0,-12 0 1 15,15-2 0-15,-8 0-9 0,0-1 14 16,1-1-6-16,-3 0-2 0,0 0 0 0,0-1 6 15,-1-2-7-15,-1-2 4 0,0 1-6 0,-3 1 4 16,0 7 1-16,0-13 5 0,0 13-4 0,-5-13-2 16,2 7-13-16,-1 2 15 0,4 4-1 0,-14-7-1 15,6 3-4-15,0 3 2 0,8 1 0 0,-18-1-13 16,7 3 13-16,1 0-1 0,-1 2 2 0,1-1-4 16,1 2 2-16,4 0-3 0,0 1 4 0,0-3-11 15,5-3 7-15,-5 12 4 0,4-6-11 0,1-6 5 16,0 0 6-16,6 14-1 0,-1-10 1 0,0 0-2 15,2 0 5-15,2 0 0 0,1-2-4 0,-3 0 3 16,1-2-2-16,0 1 6 0,-8-1-14 0,16-3 19 0,-9 2-10 16,-7 1 4-16,10-4-1 0,-10 4 0 0,8-5-4 15,-8 5 4-15,2-6-3 0,-2 6-2 0,0 0-1 16,0 0-2-16,0 0-1 0,-13-10 1 16,13 10 9-16,-16 0-6 0,3 1-2 0,3 0-1 0,-2 2 3 15,1 0 1-15,2-1 2 0,2 0-5 0,1 1-3 16,6-3-2-16,-10 6 0 0,10-6 2 15,-5 5 2-15,5-5 2 0,-3 7 3 0,3-7 1 0,0 0-8 16,0 0 4-16,10 8 8 0,-2-5-6 0,0-1 4 16,3-4-10-16,2 2 4 0,0-1 1 0,1-3 1 15,-4 2-2-15,2-1-4 0,-1 0 3 0,-2 0 0 16,0-3 0-16,-3 3-3 0,1-2 4 0,-2 1-2 16,-5 4 5-16,6-9-2 0,-3 4 0 0,-3 5-1 15,0 0-7-15,-3-11 0 0,3 11 5 0,0 0 0 16,-9-7-1-16,9 7-6 0,-12-2 9 0,5 2-8 15,7 0 3-15,-14 2-2 0,6 0 2 0,2 1 1 16,6-3 5-16,-12 6-2 0,9 0-1 0,3-6 0 16,-7 7 1-16,7-7-1 0,-2 9 8 0,2-9-7 15,0 0 3-15,0 0-1 0,9 8 5 0,-9-8-4 16,7 1 1-16,-7-1 0 0,13-4 11 0,-13 4-14 16,14-6 7-16,-6 1-3 0,-3 1-2 0,0-1 2 0,1 0 5 15,-2-1-2-15,-1-1-2 0,-3 7 2 16,0-12 4-16,0 12-2 0,-5-12-4 0,-2 6 3 15,-2-1-7-15,-1 4 2 0,-4 2 0 0,0-1 3 16,0 4-12-16,-3-2-18 0,0 6-34 0,0 1-33 16,0 2-44-16,2 2-117 0,2 1-272 0,5-3 121 15</inkml:trace>
  <inkml:trace contextRef="#ctx0" brushRef="#br0" timeOffset="182454.12">19790 7890 1 0,'0'0'21'0,"7"-3"-1"0,-7 3 2 0,0 0 2 15,6-3 3-15,-6 3 0 0,0 0 2 16,0 0 3-16,5-4-1 0,-5 4-8 0,0 0 0 16,0 0 3-16,0 0-3 0,0 0 4 0,0 0-5 15,0 0-1-15,0 0-4 0,0 0-2 0,0 0 0 0,0 0-1 16,0 0 1-16,0 0-3 0,0 0-3 0,0 0 4 16,0 0-6-16,-14 15-7 0,14-15 13 0,-1 7 1 15,1-7-1-15,0 0 0 0,6 10-1 16,-6-10-1-16,8 5 2 0,-3-3-7 0,3 0 6 0,-8-2 1 15,11 4 4-15,-6-2-12 0,-5-2-5 0,16 1 9 16,-11-1-4-16,-5 0 5 0,10 1-1 16,-10-1 4-16,9 2 1 0,-9-2 11 0,0 0-3 15,0 0 12-15,10-3-6 0,-10 3-5 0,0 0-1 0,0 0-4 16,3-6-3-16,-3 6 0 0,0 0-3 0,0 0-3 16,0 0 3-16,0 0-2 0,0 0-6 0,0 0-3 15,0 0 5-15,0 0 2 0,0 0-5 0,0 0 1 16,-21-3-5-16,21 3 9 0,0 0-8 15,0 0-3-15,-5 12 9 0,5-12-7 0,0 0 7 0,2 10-1 16,-2-10-3-16,0 0-3 0,3 8 4 0,-3-8-3 16,0 0 7-16,6 5 12 0,-6-5 12 0,0 0-7 15,0 0 2-15,0 0 8 0,0 0-6 16,12-11-8-16,-12 11 2 0,4-7 17 0,-4 7-10 0,3-9-6 16,-3 9 0-16,-2-10-1 0,2 10-20 0,-5-8-13 15,5 8-6-15,-11-4-5 0,3 4-18 0,8 0-9 16,-28 8-17-16,10-2-20 0,-6 7-19 0,-2 3-56 15,1 0-175-15,0-2 77 0</inkml:trace>
  <inkml:trace contextRef="#ctx0" brushRef="#br0" timeOffset="184726.44">19900 7955 22 0,'0'0'30'0,"0"0"-1"16,0 0 1-16,0 0 4 0,0 0-2 0,0 0 3 15,0 0 4-15,0 0 1 0,0 0 5 16,0 0-1-16,0 0 1 0,0 0-7 0,0 0 5 15,0 0 2-15,0 0-4 0,0 0 2 0,0 0-10 16,0 0-1-16,0 0 2 0,0 0-5 0,0 0-8 0,0 0-3 16,-5-12-4-16,5 12 2 0,0 0 1 15,0 0 0-15,-4-6-2 0,4 6-6 0,0 0 4 16,0 0-13-16,-6-5 10 0,6 5-2 0,0 0-1 16,0 0-2-16,0 0 1 0,-8-3-4 0,8 3 2 0,0 0-2 15,0 0-2-15,0 0 4 0,0 0-6 0,0 0 1 16,0 0 4-16,0 0-11 0,0 0 13 0,0 0-2 15,0 0-2-15,0 0-5 0,-6-2 6 0,6 2 1 16,0 0-5-16,0 0-3 0,0 0 7 0,0 0 4 16,0 0 3-16,0 0-1 0,0 0 1 0,0 0-1 15,0 0 3-15,0 0-5 0,0 0-6 0,0 0 14 16,0 0-1-16,0 0-7 0,0 0 1 0,0 0-6 16,0 0 12-16,0 0-5 0,0 0-1 0,0 0-4 15,0 0 7-15,0 0-10 0,0 0-3 0,0 0 8 16,0-13-2-16,0 13-4 0,0 0 1 0,0 0-3 15,0 0 9-15,-13 3-11 0,13-3 7 0,0 0-1 16,-13 2 2-16,13-2-2 0,-7 6 6 0,3-3-10 16,4-3 3-16,-8 5-4 0,8-5 10 0,-5 6-28 15,5-6 27-15,-5 4-7 0,5-4-3 0,0 0 2 16,0 0 10-16,-4 6-2 0,4-6-2 0,0 0-3 16,0 0 2-16,0 0 9 0,0 0-7 0,18 3 4 15,-18-3-5-15,10-2-1 0,-10 2 4 0,12-2-2 16,-12 2 9-16,10-2-7 0,-10 2-3 0,8-5-1 15,-8 5 3-15,7-5-2 0,-7 5 11 0,7-5 14 16,-7 5-11-16,0 0-2 0,5-6-7 0,-5 6 2 16,0 0 4-16,0 0-5 0,0-7 1 0,0 7-6 15,0 0 14-15,0 0-13 0,0 0 2 0,-17-1-3 16,17 1-4-16,0 0-3 0,0 0 4 0,-18 4-5 16,14-1 2-16,4-3-1 0,-7 5 0 0,7-5 14 15,-5 8-9-15,5-8-2 0,0 0 1 0,1 10 0 0,-1-10-3 16,0 0 3-16,6 5-12 0,-6-5 14 15,13 3-1-15,-8-2 5 0,-5-1-8 0,16 0-2 16,-8-1 7-16,0-2-1 0,-8 3 1 0,13-3 0 16,-13 3 5-16,10-4-3 0,-5 1 4 0,-5 3-1 15,7-7-2-15,-5 3 9 0,-2 4-5 0,0 0-6 16,0-12 6-16,0 12-8 0,0 0 9 0,-7-10-12 16,1 7 2-16,0 0 1 0,-4 0-3 0,-2 2 2 15,2 1-1-15,-3 0-7 0,0 0 10 0,2 1-5 16,0-1-11-16,2 3 14 0,0 0 3 0,1-3-3 0,2 3-5 15,6-3 4-15,-11 5-5 0,6-1 0 16,5-4 2-16,0 0-3 0,-3 7 3 0,3-7 5 16,0 0-18-16,0 0 13 0,12 8-3 0,-12-8 2 15,10 4-3-15,-3-4 3 0,-7 0 0 0,15-2-4 0,-8 2 5 16,-7 0 2-16,10-3-2 0,-10 3 2 0,9-5-2 16,-9 5-3-16,5-5 3 0,-5 5 8 15,4-3-11-15,-4 3 4 0,0 0 1 0,1-7-6 16,-1 7-3-16,0 0 2 0,0 0-9 0,0 0-16 0,0 0-20 15,0 0-15-15,0 0-3 0,0 0-12 0,0 0-20 16,0 0-52-16,-26 7-166 0,25-1 73 0</inkml:trace>
  <inkml:trace contextRef="#ctx0" brushRef="#br0" timeOffset="-211480.07">19918 13994 7 0,'0'0'52'0,"0"0"-8"16,0 0-5-16,0 0 5 0,0 0-7 0,0 0 2 16,0 0 11-16,0 0-6 0,0 0 2 0,0 0 2 15,0 0-3-15,0 0-3 0,0 0 2 0,0 0-8 16,0 0-1-16,0 0-6 0,0 0 7 0,0 0-6 15,0 0-8-15,0 0 1 0,0 0 10 16,0 0-19-16,0 0-2 0,0 0 2 0,0 0-4 16,0 0-4-16,0 0 1 0,0 0-3 0,0 0-6 0,0 0 7 15,0 0 3-15,0 0-8 0,0 0 6 0,0 0 3 16,0 0-5-16,0 0-4 0,0 0 4 0,0 0 4 16,0 0-1-16,0 0 1 0,0 0-7 0,0 0 3 15,0 0 4-15,0 0-10 0,0 0 10 0,0 0-11 16,0 0 7-16,0 0-5 0,0 0 4 0,0 0-4 15,0 0 1-15,-13 5 2 0,13-5 5 0,0 0-8 16,0 0 6-16,0 0-5 0,0 0 0 16,0 0-7-16,0 0 4 0,0 0-1 0,0 0 7 0,0 0 2 15,0 0-1-15,0 0-7 0,0 0 0 0,0 0 0 16,0 0 2-16,0 0 5 0,0 0-8 0,0 0 7 16,0 0-2-16,0 0-2 0,0 0 1 15,0 0 0-15,0 0 0 0,0 0-3 0,3 12 6 16,-3-12 6-16,0 0-7 0,0 0-3 0,0 0-1 0,0 9-3 15,0-9 0-15,0 0-4 0,0 0-2 0,-3 6-3 16,3-6-7-16,0 0 1 0,0 0-2 0,0 0-4 16,0 0-1-16,0 8-10 0,0-8-2 0,0 0-10 15,0 0-4-15,0 0-11 0,0 0-33 0,0 0-105 16,-1 9 47-16</inkml:trace>
  <inkml:trace contextRef="#ctx0" brushRef="#br0" timeOffset="-160629.84">14548 7279 25 0,'0'0'47'16,"0"0"-7"-16,0 0-6 0,0 0-6 0,0 0 0 15,0 0-2-15,0 0-8 0,0 0 2 0,0 0-5 16,0 0 1-16,0 0-2 0,0 0-6 0,0 0 2 15,0 0-6-15,0 0-4 0,0 0-11 0,-5 20 1 16,5-20-6-16,0 9 0 0,0-9-4 0,-4 10-24 16,4-10-46-16,0 9 20 0</inkml:trace>
  <inkml:trace contextRef="#ctx0" brushRef="#br0" timeOffset="-159311.82">14562 7360 10 0,'0'0'52'16,"0"0"4"-16,0 0 6 0,0 0-9 0,0 0 5 16,0 0 2-16,0 0-1 0,0 0-10 0,0 0-4 15,0 0-3-15,0 0-3 0,0 0-5 0,0 0-3 16,0 0-6-16,0 0-5 0,0 0-2 0,0 0 1 16,0 0-4-16,0 0-8 0,0 0 2 0,0 0 2 15,0 0 0-15,0 0 4 0,0 0-15 0,0 0 4 16,0 0-3-16,0 0-1 0,0 0-3 0,0 0 6 15,0 0-6-15,0 0 2 0,0 0 6 0,0 0-2 16,0 0-4-16,0 0 1 0,0 0 0 0,0 0-3 16,0 0 1-16,0 0 4 0,0 0 1 0,0 0-3 0,0 0 3 15,0 0 0-15,0 0-2 0,0 0 0 16,0 0 2-16,0 0-3 0,0 0 6 0,0 0-1 16,0 0 2-16,0 0-3 0,0 0 2 0,0 0 1 15,0 0 1-15,0 0 5 0,0 0-9 0,0 0-4 16,0 0 2-16,0 0 1 0,0 0 2 0,0 0-5 15,0 0 4-15,0 0-5 0,0 0-7 0,0 0 6 16,0 0-2-16,0 0-1 0,0 0 3 0,0 0 0 16,0 0 4-16,0 0-4 0,0 0 0 0,0 0-4 15,0 0 1-15,0 0 4 0,0 0 1 0,0 0-4 0,0 0 0 16,0 0 0-16,0 0 5 0,0 0 1 0,0 0-1 16,0 0 3-16,0 0-11 0,0 0 7 0,0 0 3 15,0 0 0-15,0 0 2 0,0 0 7 16,0 0-3-16,0 0 8 0,0 0 3 0,0 0-2 15,0 0 11-15,0 0-2 0,0 0-6 0,0 0 6 0,0 0-2 16,0 0-1-16,0 0 4 0,0 0-11 0,0 0-5 16,0 0 1-16,0 0-9 0,0 0 6 0,0 0-3 15,0 0-6-15,0 0-1 0,0 0 2 16,0 0-10-16,0 0 8 0,0 0-2 0,0 0 3 16,0 0-3-16,0 0-1 0,0 0 1 0,0 0 3 0,0 0 1 15,0 0-5-15,4 7-8 0,-4-7 6 0,0 0 4 16,7 3-3-16,-7-3 0 0,6 1 3 15,-6-1 9-15,14-1-9 0,-14 1 1 0,14 0 2 16,-14 0 0-16,11-3 1 0,-4 3-1 0,-7 0 0 0,13-6 12 16,-13 6 11-16,10-3 1 0,-10 3 1 15,6-4 5-15,-6 4 10 0,5-4-5 0,-5 4 1 16,4-4 1-16,-4 4-1 0,2-8-4 0,-2 8 8 0,0 0-1 16,0-9-3-16,0 9-4 0,0 0 3 15,0 0-4-15,0 0-4 0,-3-11-4 0,3 11 0 0,0 0-4 16,0 0-6-16,0 0 1 0,0 0-8 0,0 0-3 15,0 0-3-15,0 0 1 0,-4-7-2 0,4 7-2 16,0 0-6-16,0 0 0 0,0 0-1 16,0 0-3-16,0 0 6 0,0 0-2 0,0 0 1 15,0 0 3-15,0 0-4 0,9 20-3 0,-9-20-3 16,4 5 2-16,-4-5 0 0,0 0 3 0,8 3 0 16,-8-3 4-16,6 3-2 0,-6-3 1 0,0 0 2 15,0 0 3-15,0 0 0 0,9 1 0 0,-9-1 5 16,0 0 1-16,0 0 7 0,0 0 2 0,0 0-1 0,6-7-3 15,-6 7 5-15,0 0-5 0,0-11-1 0,0 11-1 16,0 0-3-16,0-11 2 0,0 11 6 0,0 0-3 16,-4-11 0-16,4 11-2 0,0 0 1 0,-2-6-4 15,2 6 0-15,0 0-5 0,0 0-1 0,0 0-1 16,0 0-5-16,-7-4 3 0,7 4-3 0,0 0-1 16,0 0 2-16,0 0-2 0,0 0 3 0,0 0 0 15,0 0-7-15,0 0 3 0,0 0-1 16,-2 18-6-16,2-18 0 0,0 0 0 0,5 9 1 15,-5-9-3-15,4 7-6 0,-4-7 0 0,5 2 4 0,-5-2 4 16,9 2-1-16,-9-2 1 0,9 0 3 0,-9 0 0 16,0 0 1-16,13-3 3 0,-13 3 1 15,8-1 5-15,-8 1 4 0,0 0-2 0,8-4 0 0,-8 4-2 16,0 0 7-16,6-4-1 0,-6 4-1 0,0 0-2 16,0 0 5-16,3-8 2 0,-3 8-1 0,0 0-2 15,0 0 0-15,0 0-2 0,0 0 2 0,0 0-8 16,0 0 4-16,0 0-7 0,0 0 6 0,0 0-4 15,0 0-3-15,0 0 4 0,0 0-5 16,0 0 4-16,0 0 2 0,-23 8-5 0,23-8 3 0,-5 6-10 16,5-6 2-16,-6 6-3 0,6-6-3 0,0 0-15 15,-4 5 7-15,4-5-2 0,0 0-1 0,0 0 7 16,0 0-1-16,0 0 0 0,0 0 3 0,7 11 5 16,-7-11 1-16,0 0-1 0,0 0 1 0,8 2-2 15,-8-2 8-15,0 0 0 0,0 0 1 0,0 0 4 16,0 0 1-16,0 0-3 0,9 0 9 0,-9 0-4 15,0 0 6-15,0 0-7 0,0 0 5 0,0 0-3 16,0 0 3-16,0 0-5 0,0 0 8 0,0 0-4 16,-11-18 2-16,11 18-4 0,0 0 0 0,-7-6 3 15,7 6-4-15,0 0-6 0,0 0 17 0,-6-4-18 16,6 4 0-16,0 0-6 0,0 0-5 0,0 0-7 16,0 0-14-16,-16 11-23 0,13-7-13 0,3-4-9 15,-6 10-11-15,4-6-52 0,2-4-157 0,-5 8 70 16</inkml:trace>
  <inkml:trace contextRef="#ctx0" brushRef="#br0" timeOffset="-156188.05">20859 5877 8 0,'0'0'70'0,"0"0"-8"0,0 0-7 0,0 0-8 16,0 0 3-16,0 0-6 0,0 0 3 0,0 0-19 15,0 0 4-15,0 0-6 0,0 0 0 0,0 0-7 0,0 0-1 16,0 0-3-16,0 0-2 0,0 0 4 0,0 0-1 15,0 0-5-15,0 0-1 0,0 0 9 0,0 0-16 16,0 0 5-16,0 0-1 0,0 0-1 0,0 0-5 16,0 0 8-16,0 0-4 0,0 0 1 0,0 0 3 15,0 0-6-15,0 0 2 0,0 0-3 16,0 0 5-16,0 0 1 0,0 0 13 0,0 0-5 0,0 0-1 16,0 0 3-16,0 0-5 0,0 0 3 0,0 0-8 15,0 0 15-15,0 0-13 0,0 0-6 16,0 0 0-16,0 0 3 0,0 0-7 0,0 0 6 15,0 0 3-15,0 0-5 0,0 0-1 0,0 0-2 16,0 0-1-16,0 0 2 0,0 0-7 0,0 0 8 16,0 0-4-16,0 0 4 0,0 0 15 0,0 0-21 0,0 0 4 15,0 0 4-15,0 0-3 0,0 0 1 16,0 0-9-16,0 0-1 0,0 0 2 0,0 0-9 16,0 0-5-16,0 0-21 0,0 0-5 0,0 0-12 15,0 0-12-15,0 0-41 0,0 0-118 0,0 0 52 16</inkml:trace>
  <inkml:trace contextRef="#ctx0" brushRef="#br0" timeOffset="-151822.04">19344 5785 24 0,'0'0'23'0,"0"0"0"15,3-7-3-15,-3 7-1 0,0 0-2 0,0 0 15 16,-4-8-19-16,4 8 1 0,0 0-4 0,0 0 0 0,0 0-3 16,0-10 3-16,0 10-1 0,0 0-1 15,0 0 0-15,1-9 3 0,-1 9-4 0,0 0-5 16,0 0 1-16,-2-9 4 0,2 9-3 0,0 0-2 15,0 0 5-15,1-8-3 0,-1 8 1 0,0 0-4 16,0 0 1-16,0 0 2 0,0 0 1 0,-2-12 4 16,2 12-2-16,0 0-4 0,0 0-1 0,0 0 3 0,0 0-1 15,0 0-3-15,0 0-3 0,0 0 2 16,0 0-3-16,0 0 6 0,0 0-2 0,0 0-3 16,0 0 0-16,0 0 2 0,0 0 0 0,0 0 1 15,0 0 2-15,0 0-9 0,0 0 0 0,0 0 8 16,0 0-5-16,10 22 2 0,-9-16 2 0,0 1-3 0,3 0 5 15,-3 2-3-15,1 0 6 0,-1 1-4 16,1 0-3-16,0-1 0 0,0 1 3 0,-2 3-2 16,2-1 1-16,-1-1-1 0,1 6 4 0,1-3-2 15,1 2-3-15,-1-1 3 0,-1 2 1 0,2 1 4 16,0 0-9-16,1-1 7 0,-3 2-4 0,2-2 0 16,1 11-1-16,-1-3 5 0,1-1-4 0,2 2 4 15,-1 0 4-15,-2-2-1 0,2 3-8 0,-1-1 7 16,2 0-4-16,-2 3-3 0,0-2 3 0,0 2-5 15,-1 1-4-15,1 0 5 0,1-1-3 0,-1-1 0 16,1 1 0-16,1 0-10 0,2-3 9 0,-1 1-10 16,-3-1-1-16,0 0-5 0,2-1 4 0,-4-2 3 15,0-4 0-15,2 7 0 0,0 0 0 0,-4-8 3 0,3 1-3 16,-1 0 2-16,-1 1-5 0,0 0-1 16,2-1 11-16,-1-1-1 0,-1 3-4 0,1-2-12 15,0-1-24-15,-2 1 12 0</inkml:trace>
  <inkml:trace contextRef="#ctx0" brushRef="#br0" timeOffset="-151368.15">20160 8635 15 0,'10'23'17'0,"2"-1"-2"0,-1 1-5 16,-3-4 1-16,-2 4 1 0,2-4-8 0,1 4 5 15,-4-4 2-15,2 4 0 0,0 3-4 0,-2 0-6 16,-1-1 2-16,-1-6-4 0,1 0 2 0,-2 8-7 16,0-1-1-16,-2-6-13 0,3 4 19 0,-2-4-15 15,-1 5-16-15,3 1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14:38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14520 14665 55 0,'0'0'91'0,"-1"-8"-7"16,1 8-3-16,0 0-10 0,0 0-3 0,0-10-3 16,0 10-12-16,0 0-8 0,0 0-5 15,0 0-6-15,0 0-12 0,0 0-20 0,0 0-22 0,0 0-7 16,0 0-8-16,10-2-14 0,-10 2-48 0,10 9-105 16,-1-4 47-16</inkml:trace>
  <inkml:trace contextRef="#ctx0" brushRef="#br0" timeOffset="201.05">15273 14814 11 0,'0'0'7'0,"0"0"-10"0,0 0-4 16,5 4 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06:59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11415 5925 16 0,'0'0'18'15,"0"0"-2"-15,0 0-7 0,0 0-1 0,0 0-4 16,0 0-2-16,0 0-3 0,0 0-11 0,0 0-13 16,0 0 5-16</inkml:trace>
  <inkml:trace contextRef="#ctx0" brushRef="#br0" timeOffset="778.55">11081 6182 29 0,'0'0'32'0,"0"0"1"0,0 0-10 0,0 0 0 0,0 0-4 16,0 0-3-16,0 0-2 0,0 0-1 16,0 0-10-16,0 0-1 0,0 0-15 0,0 0 3 15,0 0-4-15,0 0 1 0,0 0-14 0,9-3-28 0,-9 3 13 16</inkml:trace>
  <inkml:trace contextRef="#ctx0" brushRef="#br0" timeOffset="10860.84">12320 7038 20 0,'-2'-7'90'16,"2"7"-9"-16,0 0-10 0,0 0-4 0,0 0-8 16,0 0-4-16,0-12-10 0,0 12-1 0,0 0-5 15,0 0-10-15,0 0 2 0,0 0-7 0,0 0-6 16,0 0-7-16,0 0-8 0,0 0-5 0,0 0 6 16,0 0-1-16,0 0-10 0,0 0 2 0,0 0 6 15,0 0-8-15,-5 28 3 0,4-18 4 0,1 2-7 16,0 1-3-16,0 4-9 0,0-3-6 0,0 5-2 15,1 6-7-15,-1 0-13 0,3 1-4 0,-1 1-24 16,0-1-82-16,0 2 36 0</inkml:trace>
  <inkml:trace contextRef="#ctx0" brushRef="#br0" timeOffset="11072.34">12322 8885 35 0,'3'52'53'0,"0"-7"0"0,0-10-7 16,2 12-2-16,-2-12-5 0,-1-2-3 0,2 0-7 16,0 5-11-16,-2-8-3 0,1 1-17 0,-1-1-9 15,0 0-16-15,0 0-28 0,-2-5-59 0,0-5 25 16</inkml:trace>
  <inkml:trace contextRef="#ctx0" brushRef="#br0" timeOffset="30839.74">15103 9569 2 0,'0'0'41'0,"0"0"-1"0,0 0-2 0,0 0-8 0,0 0-1 15,-4-13-3-15,4 13-7 0,0 0-13 0,0 0-14 16,0 0-10-16,0 0-17 0,0 0-37 0,0 0 17 15</inkml:trace>
  <inkml:trace contextRef="#ctx0" brushRef="#br0" timeOffset="32548.06">15060 9558 6 0,'0'0'47'0,"0"0"1"16,0 0 0-16,0 0-2 0,0 0-4 0,0 0-1 15,0 0-6-15,0 0-6 0,0 0 3 0,0 0-7 16,0 0-2-16,6-3 0 0,-6 3 2 0,0 0-8 16,0 0-2-16,0 0-5 0,0 0-8 0,0 0-4 15,0 0-2-15,0 0 0 0,0 0-8 0,0 0 2 16,0 0-10-16,0 0-6 0,0 0-6 0,0 0-36 16,-6 23-72-16,6-23 32 0</inkml:trace>
  <inkml:trace contextRef="#ctx0" brushRef="#br0" timeOffset="33132.11">14687 13962 18 0,'0'0'35'0,"3"7"-15"0,-3-7-11 16,2 10-23-16,-2-10-15 0,-2 10 6 0</inkml:trace>
  <inkml:trace contextRef="#ctx0" brushRef="#br0" timeOffset="37191">15600 15183 77 0,'0'0'109'0,"0"0"-11"16,0 0-8-16,0 0 2 0,0 0-15 0,0 0-8 15,0 0-3-15,0 0 9 0,0 0-6 0,0 0-6 16,0 0 2-16,0 0-2 0,0 0-17 0,0 0 9 15,0 0-7-15,0 0-1 0,0 0-11 0,0 0 0 16,0 0-5-16,0 0-5 0,0 0-6 0,0 0 6 16,0 0-5-16,0 0-5 0,0 0 0 0,0 0-8 15,0 0-1-15,0 0-6 0,0 0-7 0,0 0-15 16,0 0-15-16,0 0-15 0,0 0-13 0,0 0-18 16,0 0-16-16,0 0-85 0,0 0-197 0,0 0 87 15</inkml:trace>
  <inkml:trace contextRef="#ctx0" brushRef="#br0" timeOffset="51327.21">9930 9637 6 0,'0'0'103'0,"0"0"-13"0,0 0-5 0,0 0-9 16,0 0-5-16,-7 2 0 0,7-2-11 0,0 0-12 0,0 0 6 16,0 0-1-16,0 0-13 0,0 0-1 0,0 0-6 15,0 0 8-15,0 0-10 0,0 0-6 0,0 0 10 16,0 0-5-16,0 0-3 0,0 0 5 16,0 0 2-16,0 0 1 0,0 0 10 0,0 0-2 0,0 0-1 15,0 0-3-15,0 0-2 0,0 0 11 16,0 0-7-16,0 0-5 0,0 0 9 0,0 0-4 15,0 0-1-15,0 0 3 0,0 0-1 0,0 0-1 16,0 0-3-16,0 0-4 0,0 0-3 0,0 0-1 0,0 0-9 16,0 0 3-16,0 0-1 0,0 0-2 0,0 0-4 15,0 0 4-15,0 0-2 0,0 0-11 0,0 0-1 16,0 0-21-16,0 0-9 0,0 0-19 0,0 0-20 16,0 0-22-16,0 0-23 0,0 0-14 0,0 0-23 15,0 0-90-15,0 0-252 0,0 0 111 0</inkml:trace>
  <inkml:trace contextRef="#ctx0" brushRef="#br0" timeOffset="56761.47">15029 9684 26 0,'0'0'29'0,"0"0"-3"0,0 0-17 0,0 0 10 16,0 0-15-16,0 0-24 0,0 0-19 0,0 0 8 15</inkml:trace>
  <inkml:trace contextRef="#ctx0" brushRef="#br0" timeOffset="58893.01">15008 9639 69 0,'0'0'118'0,"0"0"-5"0,0 0-9 0,0 0-21 0,0 0-11 15,-2-7 2-15,2 7-6 0,0 0-9 0,0 0-11 16,0 0-12-16,-6-6-11 0,6 6-22 0,0 0-17 16,0 0-14-16,-9-2-15 0,9 2-14 0,0 0-65 15,-16 2-132-15,7-2 58 0</inkml:trace>
  <inkml:trace contextRef="#ctx0" brushRef="#br0" timeOffset="75794.48">14896 9746 35 0,'0'0'30'0,"0"0"-6"15,0 0 0-15,0 0-6 0,0 0-11 0,0 0-8 16,0 0-10-16,0 0-10 0,0 0-23 0,0 0 10 16</inkml:trace>
  <inkml:trace contextRef="#ctx0" brushRef="#br0" timeOffset="76567.84">14993 9729 56 0,'4'6'106'0,"-4"-6"3"16,0 0-6-16,0 0-12 0,0 0-13 0,0 0-2 16,0 0-11-16,0 0-4 0,0 0-7 0,0 0-4 15,0 0-10-15,0 0 3 0,0 0-1 0,0 0 3 16,0 0-14-16,0 0 7 0,0 0-12 0,0 0 6 15,0 0 5-15,0 0-13 0,0 0-3 0,0 0 8 16,0 0-2-16,0 0 1 0,0 0 2 0,0 0-12 16,0 0 1-16,0 0 3 0,0 0-3 0,0 0 2 15,0 0-4-15,0 0 0 0,0 0-1 0,0 0 2 0,0 0 1 16,0 0-7-16,0 0 5 0,0 0-1 0,0 0-3 16,0 0 5-16,0 0 2 0,0 0-6 15,0 0 3-15,0 0-3 0,0 0 3 0,0 0 1 16,0 0-6-16,0 0 3 0,0 0-1 0,0 0 4 0,0 0 4 15,0 0-5-15,0 0 4 0,0 0 3 0,0 0-6 16,0 0 3-16,0 0-3 0,0 0-3 0,0 0 1 16,0 0 0-16,0 0-2 0,0 0-3 0,3-17-4 15,-3 17 2-15,0 0-4 0,0 0-3 0,0 0-3 16,0 0-12-16,0 0-19 0,0 0-14 0,0 0-28 16,0 0-17-16,0 0-21 0,0 0-22 0,0 0-116 15,0 0-270-15,0 0 120 0</inkml:trace>
  <inkml:trace contextRef="#ctx0" brushRef="#br0" timeOffset="78096.23">15251 9381 19 0,'0'0'84'0,"0"0"-8"15,-8-4-19-15,8 4-3 0,0 0-7 0,-11 0-11 16,11 0-10-16,0 0-8 0,-14 1-6 0,14-1 1 15,-9 3 3-15,2-1-10 0,0 1 4 0,7-3-2 16,-16 4-2-16,9-1 1 0,-4 3-7 0,3-2 0 16,-2 3 6-16,-3 2-9 0,-2 1 10 0,1 2-6 15,0 1 1-15,-1 1 5 0,1 1-7 0,-2-1-3 16,3 0-3-16,-3 0 7 0,3-2 4 0,2 1 3 16,-2-2-4-16,3-3-2 0,2 0 0 0,-1-2 4 15,4-1 5-15,0 1 11 0,0-3-6 0,1 3 4 16,4-6 7-16,-6 4 0 0,6-4 6 0,-5 6-4 15,5-6-2-15,0 0 12 0,-7 3 0 0,7-3-5 16,0 0 6-16,0 0-1 0,0 0-11 0,0 0 16 16,14-15 2-16,-5 7-1 0,2-4 0 0,4-1-1 15,3-5-1-15,1-1 0 0,3-1-1 0,-1 0-1 16,2-3-6-16,3-3-4 0,14-4 3 0,0-3 5 16,3 1-2-16,-2 0-1 0,3-3-2 0,2 2 0 15,1-3-2-15,3 0-5 0,0 0-5 0,22-13 7 0,-24 17-4 16,3-5 1-16,20-15-1 0,-23 15-3 15,25-12-1-15,-22 13-3 0,19-16 0 0,5 0-3 16,-23 16 1-16,26-15-4 0,-4-2 1 0,-1 1 0 16,1 0-3-16,-4 3 4 0,1 0-5 0,-22 16-1 0,3-2-5 15,23-17 4-15,-5 2 0 0,1-2 1 16,3 4 3-16,-5-6-6 0,5 0-5 0,-1 1 4 16,2 1-3-16,2-3-3 0,-6-2 0 0,6 2 3 15,-4-1 3-15,2 1-6 0,5 2 7 0,-5-1-7 0,3-2 2 16,0 3 1-16,1 0-2 0,-1-3 16 0,-4 1-1 15,0 3 4-15,-3 1-3 0,-20 13 2 0,18-16-1 16,-21 17 0-16,29-13 2 0,-28 18-1 16,-2-4-1-16,2 5-1 0,-4-4-1 0,0 2-1 15,1 1-3-15,-2 3 1 0,-1 0-4 0,-3 1 3 0,-10 7-2 16,2-1 1-16,-1 1-1 0,0-2-2 16,-3 3 2-16,2-1-6 0,-3 1 4 0,0 0-3 0,-5 1 1 15,0 2 1-15,-7 4-15 0,0 1-20 16,-4 0-31-16,-3 5-27 0,-1 0-33 0,-2 4-53 0,-5 3-139 15,0 0-340-15,0 0 151 0</inkml:trace>
  <inkml:trace contextRef="#ctx0" brushRef="#br0" timeOffset="135525.41">19314 5560 16 0,'0'0'23'0,"-2"-9"2"15,2 9-5-15,0 0-3 0,0 0 3 0,0 0 1 16,0-11 1-16,0 11 5 0,0 0 0 0,0 0-3 15,0 0 3-15,0 0 0 0,0 0 4 0,0 0-3 16,0 0-2-16,0-8 4 0,0 8 1 0,0 0-2 16,0 0-6-16,0 0 10 0,0 0-9 0,0 0 2 15,0 0 4-15,0 0-6 0,0 0 2 0,0 0-5 16,0 0 4-16,0 0-1 0,0 0 2 0,-2-8-7 16,2 8-6-16,0 0 0 0,0 0 3 0,0 0-5 15,0 0 2-15,0 0-10 0,0 0 6 0,0 0-6 16,0 0 2-16,0 0 1 0,0 0 6 0,0 0-7 15,0 0-6-15,0 0 1 0,0 0-6 0,0 0 7 16,0 0 1-16,0 0-5 0,5 25-3 0,-5-25 10 16,3 8-7-16,-2-2-1 0,-1-6 3 0,1 11 24 15,2-7-15-15,-2 4-2 0,-1-8 8 0,2 12-1 16,0-6 4-16,0 0-12 0,-1 3 2 0,-1-9 1 16,0 17 2-16,0-10 0 0,2 3-3 0,-1-3-11 15,0 3 14-15,1-1 0 0,-2 1 0 0,0 0 3 16,0-2-1-16,0 2-5 0,1-3 5 0,0 0-2 15,-1 1 2-15,2 0 2 0,-2-8 4 0,1 16-8 16,0-9 5-16,-1 2-2 0,3-3-4 0,-2 4 10 16,0-3 0-16,1 0-5 0,0-1-7 0,-1 0 2 15,3 5 1-15,-1-5 2 0,-1 1-2 0,-1 0 1 16,2-2 3-16,0 4 1 0,-2-1-6 0,1-1 1 16,1-1-1-16,-2 2 3 0,2-1-4 15,-2 0 3-15,1-1 9 0,-1 2 3 0,1 0-1 0,1-1-4 16,-2 1 3-16,0-3-3 0,-1-5-5 0,3 10-3 15,-2-2 1-15,-1-8-2 0,7 13 5 0,-6-7-1 16,1 1 3-16,1 0 19 0,0 0 7 0,-1-1-9 16,1 0-3-16,2 2-1 0,-4 0 0 15,2-3-2-15,-1 2-2 0,1-1-6 0,-1 3 2 0,2-3-4 16,-3 1 3-16,-1-7-5 0,6 9-1 0,-3-2-5 16,1-1 8-16,-1-1-1 0,-1 2-6 0,-2-7 0 15,4 12-2-15,-3-7-4 0,1 2 5 0,-2-7-7 16,5 15 5-16,-4-6-1 0,2-1-5 0,-1 0 8 15,0-1 3-15,0 2 5 0,-1 1 1 16,2-2 1-16,1 1 1 0,-3 0-4 0,1 0 0 0,0-2 0 16,0 0-5-16,1 0 9 0,-2 1-6 0,0 0-1 15,1-2-1-15,-1 1-7 0,0 3 6 0,1-4-4 16,0 2 1-16,-1 0-3 0,1-2-2 0,-1 4 0 16,0-3 3-16,3-1-3 0,-3 1 2 0,1 0 1 15,0 2-1-15,1 0-3 0,-2-1 2 0,3 2-3 16,-3-1 4-16,3 1 0 0,-1-1-2 0,-2 1-1 15,1 1 1-15,1 0 0 0,-1 0 1 16,0 0-1-16,0-1 3 0,1 1-5 0,-1-1-5 0,1-1 5 16,-2 1 0-16,1-1 1 0,-1 0 4 0,3 3-6 15,-4-4 0-15,4 2-2 0,-2-1 4 0,-1 1-4 16,3 0 3-16,-3 1 0 0,2-3 8 0,-1 3-8 16,0-1 1-16,-1-1-2 0,2 0 3 0,-2-1-7 15,0-2 4-15,3 3-2 0,-1 1 4 0,-1-2 0 16,-1 2 5-16,1-3-9 0,3 2 0 0,-4-2 1 15,-1 3 1-15,4-2 0 0,0 1 2 0,-2 0-1 16,0 2 0-16,0-3-2 0,-1 3 1 0,1-4 2 16,0 4 1-16,0-4-2 0,-2 1-2 0,1 2 1 15,1 0-6-15,0 0 9 0,1 1 0 0,-1-2-2 16,-2 0 0-16,1 2 0 0,-1 0 1 0,1-4-2 16,2 6 6-16,-3-2-6 0,1 0 0 0,-1 2 0 15,1-3 2-15,1 0-1 0,-1 3-1 0,0-5-1 16,1 3 0-16,-1 2 2 0,0-2 2 0,0 4-2 15,-1-4 0-15,3 1 2 0,-3 0-7 0,3-3 6 16,-2 1 2-16,1 1-4 0,-2-2 4 0,2 3-3 16,-2-3 3-16,0 1-3 0,0 0 0 0,3 0 0 15,-3 0-2-15,3 0 4 0,-2 3-3 0,0 0 2 16,2-1-2-16,-2-3 6 0,2 2-6 0,-1-1-3 16,1-1 3-16,0 4-3 0,1-2 6 0,-2 6 0 15,4-3 0-15,-3-3-7 0,1 4 0 0,-2-5-15 16,2 6 6-16,-1 1-5 0,2-3-17 0,-1-3-4 15,1 4-9-15,-3-4-9 0,2 0-10 0,0 2 2 16,-1 2-17-16,2 1-5 0,-3-4 3 0,3 2-1 16,0 3-11-16,2 1-4 0,-5-4 4 0,3 5-4 15,1-4-7-15,-2 0-96 0,-1 1-221 0,1 0 98 16</inkml:trace>
  <inkml:trace contextRef="#ctx0" brushRef="#br0" timeOffset="137210.78">19333 5863 34 0,'0'0'61'0,"-3"-6"4"0,3 6 0 0,0 0-6 16,-2-7 0-16,2 7-3 0,0 0 2 0,0 0-5 0,-5-9-9 16,5 9 3-16,0 0-4 0,-2-7 0 15,2 7-5-15,0 0 9 0,0 0-11 0,0 0 0 16,-3-6-7-16,3 6-3 0,0 0 5 0,0 0-11 15,0 0-5-15,0 0 0 0,0 0-2 0,0 0-8 16,0 0 3-16,0 0-8 0,0 0 4 0,0 0 9 16,0 0 2-16,0 0-15 0,0 0 6 0,0 0-3 15,0 0-4-15,0 0-2 0,0 0 6 0,0 0-1 16,0 0-9-16,6 21 5 0,-6-21 9 0,4 10-10 16,-2-3 6-16,-1-2 4 0,2 5-6 0,0-4 4 15,-1 3 1-15,2 0-3 0,0 0-1 0,0 0 5 16,0 2-5-16,1 0 5 0,-2-2 29 0,1 4-10 15,0 3 3-15,0 0-8 0,0-1 1 0,1 3 6 16,0-6-9-16,1 4-6 0,0 2 5 0,0 0-4 16,0-1 1-16,-2 2 12 0,3 0-1 0,-1-2-3 15,0 0 2-15,0 0-4 0,1-1 0 0,-1 0-4 16,2 1 10-16,-1 2-1 0,-1-3-4 0,2 1 1 0,-1 1-1 16,1-1-2-16,0-1 9 0,1 2-10 15,-3 1-4-15,2-2 8 0,-1 6-6 0,2-8-10 16,-1 3 13-16,-2 0-1 0,5 5 12 0,-3-5-3 15,-1 0-6-15,-1 0 7 0,1-1-7 0,-1-1-2 16,-1 2-1-16,3-3-4 0,-2 3 2 0,1-1-2 0,0-1-2 16,0-1 1-16,-1 0 0 0,1 1-3 15,-2 3 1-15,2-6 0 0,1 3-2 0,-2 2-2 16,1-1 7-16,-1 0 0 0,-1-7 4 0,3 8-4 16,-3-1 4-16,0 2-3 0,3-2-2 0,-3 0-3 15,0 1 4-15,-1-2-5 0,2 0-2 0,-1 3 3 16,2-2-3-16,-2-1 5 0,-1 3-2 0,-1-1-2 15,1 0 1-15,2-2 0 0,-3 3-1 0,4 0-3 16,-4 0 5-16,3 5 4 0,-3-6 1 0,3 0 1 16,-1-1 0-16,0 3 2 0,0-2-4 0,0-1 1 15,0 0 1-15,-1 2-4 0,1-1 4 0,1-2-8 16,-1 2-1-16,-1-1 1 0,0 0-1 0,0-1 3 0,0-1-5 16,0 2 0-16,0-2 0 0,1 4 0 15,-3 0 2-15,2-2-2 0,0-4-1 0,-2 1-3 16,2 1 6-16,-1 3 0 0,-1 0-2 0,1-2 2 15,1 1 1-15,0 1-2 0,-2-2 1 0,-1 3-4 16,2 1 1-16,1 3 1 0,-3-2 2 0,0-3-3 0,2 1 1 16,-2-1-1-16,2 0 0 0,-1-1 1 0,1 1-3 15,1 8 0-15,-4-7 2 0,2 0-1 16,-1 1 2-16,3 5-2 0,-2-6-1 0,2 1 3 16,-3-1-4-16,1 1 2 0,1 3-3 0,0-4-2 0,-1 0 0 15,3 1 4-15,-1-1-5 0,0-3 7 0,0 1-3 16,-1 0 2-16,1 1-2 0,0 0 0 0,0 0-1 15,1 0 2-15,0 1-4 0,-1-4 5 16,0 4-4-16,-2-1 0 0,4 0 6 0,-1 1-2 16,-3 1-2-16,2-1 0 0,0 7-1 0,0 1 2 0,0-1-3 15,-1-2-2-15,3 0-11 0,-3 2-1 0,2-1-13 16,-1-2-6-16,-1 4-14 0,2-2-16 16,-3-2-15-16,1-4-20 0,2 7-6 0,-1-7-17 0,0-2-11 15,-2 2 5-15,1-2-3 0,-2 0-14 16,0 0-3-16,1 0-104 0,-2-2-269 0,0 2 119 0</inkml:trace>
  <inkml:trace contextRef="#ctx0" brushRef="#br0" timeOffset="140009.28">20088 9331 45 0,'0'0'84'0,"0"0"-3"0,0 0-7 15,0 0-9-15,0 0-8 0,0 0-23 0,0 0-12 16,0 0-14-16,0 0 0 0,23-10-20 0,-23 10-26 16,17-4-34-16,-7 3-77 0,3-2 34 15</inkml:trace>
  <inkml:trace contextRef="#ctx0" brushRef="#br0" timeOffset="144144.99">22428 9035 5 0,'0'0'41'0,"0"0"-8"0,0 0-9 16,0 0-3-16,0 0-5 0,0 0-4 16,0 0-11-16,0 0-5 0,0 0-7 0,0 0-12 15,5 3-26-15,-5-3 12 0</inkml:trace>
  <inkml:trace contextRef="#ctx0" brushRef="#br0" timeOffset="159483.51">22803 8812 25 0,'0'0'39'15,"0"0"-16"-15,0 0-26 0,25-7-11 0,-25 7-16 16,13-6 8-16</inkml:trace>
  <inkml:trace contextRef="#ctx0" brushRef="#br0" timeOffset="164297.51">23324 8981 10 0,'0'0'-2'16,"0"0"-2"-16,0 0 1 0</inkml:trace>
  <inkml:trace contextRef="#ctx0" brushRef="#br0" timeOffset="173453.41">22837 9150 31 0,'0'0'49'0,"0"0"-25"0,0 0-21 0,0 0-22 0,0 0-18 16,0 0 8-16</inkml:trace>
  <inkml:trace contextRef="#ctx0" brushRef="#br0" timeOffset="176781.92">10965 3391 112 0,'0'0'109'0,"0"0"-21"16,10 4 2-16,-10-4-19 0,0 0 13 0,0 0-25 15,0 0-10-15,0 0 0 0,0 0-10 16,0 0-4-16,0 0 7 0,0 0-3 0,0 0-15 16,0 0 1-16,0 0 5 0,0 0-7 0,0 0-9 15,0 0 2-15,0 0-5 0,0 0 5 0,0 0-5 16,0 0-2-16,0 0-1 0,0 0 3 0,0 0-6 15,0 0 4-15,0 0-3 0,0 0-1 0,0 0 4 0,0 0 2 16,0 0-3-16,11 1-5 0,-11-1-1 16,0 0 0-16,0 0 2 0,0 0-1 0,0 0 0 15,0 0-2-15,0 0 0 0,0 0 3 0,0 0-2 16,0 0-1-16,0 0 0 0,0 0 1 0,0 0-2 16,0 0 1-16,0 0-3 0,0 0 3 0,0 0-7 15,0 0 5-15,0 0-14 0,0 0 20 0,0 0-11 16,0 0 2-16,0 0 4 0,0 0-6 0,0 0 5 15,0 0 0-15,0 0 3 0,0 0 0 0,0 0-2 16,0 0 0-16,0 0 2 0,0 0-5 0,0 0 3 16,0 0 1-16,0 0-3 0,0 0-11 0,0 0 8 15,0 0 1-15,0 0-9 0,0 0 7 0,0 0-5 16,0 0-3-16,0 0 11 0,0 0-8 0,0 0 1 16,0 0-2-16,0 0-5 0,0 0 12 0,0 0 1 15,0 0 8-15,0 0-9 0,0 0-4 0,0 0 1 16,0 0-8-16,0 0-1 0,0 0-3 0,0 0 1 15,0 0-4-15,0 0-6 0,0 0-2 16,0 0-2-16,0 0 2 0,0 0 0 0,0 0-5 0,0 0-7 16,0 0-2-16,0 0 1 0,0 0-4 0,0 0 5 15,0 0-1-15,0 0 4 0,0 0-23 0,0 0-68 16,0 0 32-16</inkml:trace>
  <inkml:trace contextRef="#ctx0" brushRef="#br0" timeOffset="203241.81">20647 14575 67 0,'-5'-7'124'0,"5"7"9"15,-6-6 1-15,6 6-1 0,0 0-3 0,-3-5-10 16,3 5-13-16,0 0-8 0,0 0-10 0,0 0-12 15,0 0-4-15,-4-5-6 0,4 5-6 0,0 0-4 16,0 0-8-16,0 0-2 0,0 0-5 0,0 0 4 16,0 0-5-16,16 17-6 0,-8-7 8 0,-2-3-4 15,0 2-6-15,0 1-1 0,4 0-2 0,-4 0 0 16,2-1-3-16,-1 2-2 0,3 5 3 0,0-4-2 16,-4-2-1-16,1 1-4 0,2-3-1 15,-3 1-3-15,-1 0-1 0,3-2 0 0,-3 1 4 0,1-3-11 16,-1 2 6-16,-1-5-5 0,-4-2 4 0,7 8 3 15,-7-8 9-15,2 5 9 0,-2-5 12 0,0 0 4 16,0 0 1-16,0 0-10 0,0 0-5 16,6-15-9-16,-8 3 0 0,2-5-1 0,0-1 0 15,-1 0-10-15,0-8 5 0,-1 0-12 0,4 1 8 0,-4 6-3 16,4 0-4-16,-1 2 2 0,-1-1 0 0,1 1-3 16,1 2-2-16,-1 3-3 0,0 1-9 0,-1 3-12 15,3 1-13-15,-3 7-21 0,0-12-23 0,0 12-23 16,2-7-15-16,-2 7-4 0,0 0-10 0,0 0-14 15,0 0-8-15,0 0-9 0,6 26 2 16,-6-14-109-16,-1 0-282 0,2 0 124 0</inkml:trace>
  <inkml:trace contextRef="#ctx0" brushRef="#br0" timeOffset="203498.27">20924 14611 143 0,'0'0'175'0,"0"0"-1"0,0 0-8 0,0 0-6 0,0 0-14 16,0 0-13-16,0 0-11 0,0 0-6 0,0 0-2 16,0 0-12-16,0 0-3 0,0 0-9 0,0 0-6 15,-13 23-7-15,11-14-5 0,-1 1-4 0,2 0-5 16,1 2-8-16,0-1-4 0,0 1-3 0,1-2-8 16,0 5-4-16,1-4 0 0,0 2-7 0,3-2-5 15,-1 0-1-15,0-1-6 0,2 0-20 0,-1-1-24 16,2-2-15-16,-2 0-22 0,3 1-21 0,2-3-21 15,-1 1-12-15,-3-2-14 0,3-2-7 16,0 0-1-16,1-2-9 0,-1 0-94 0,0 0-264 0,-9 0 117 16</inkml:trace>
  <inkml:trace contextRef="#ctx0" brushRef="#br0" timeOffset="204028.77">21077 14793 1 0,'0'0'90'0,"0"0"10"0,0 0 12 0,0 0-16 15,0 0 8-15,0 0 10 0,0 0 9 16,0 0 3-16,0 0-6 0,-10 19 6 0,9-9-5 15,-2 1-4-15,7 4-17 0,-6-1-6 0,2 1 5 16,-3 1-5-16,3-1-10 0,-1-3-6 0,1-1-11 0,0-2-5 16,-2-4-7-16,2-5 1 0,-1 12 4 15,1-12 3-15,0 9 3 0,0-9 1 0,0 0-4 16,0 0-6-16,0 0-1 0,0 0-12 0,0 0-3 16,0 0-3-16,-9-30-4 0,8 16-4 0,1-1-1 15,-3-2-6-15,2-1 0 0,1 0-3 0,-1-1-3 0,2 2-11 16,-1-2-1-16,3 1-2 0,-1-1 0 0,3 2-2 15,-1 2 0-15,-1 5-2 0,1 1 4 0,-2 2-2 16,1 2-2-16,-3 5-1 0,9-5-1 16,-9 5 0-16,11 2 3 0,-11-2-2 0,12 11 4 15,-6-1-2-15,4 1 11 0,-6 2-10 0,2 0 4 16,1 5 0-16,2-4 4 0,-5-1 2 0,-1-1-2 0,-1-1 2 16,-1-3 3-16,0-1 2 0,2 0 4 15,-3-7 4-15,4 10 1 0,-3-6 0 0,-1-4 2 16,0 0-4-16,0 8 2 0,0-8-7 0,0 0 1 15,0 0-5-15,0 0-1 0,0 0 3 0,0 0-9 16,0 0 0-16,-9-19-5 0,8 9-2 0,1-5-3 0,-2-2-10 16,8 3-4-16,-3-4-2 0,0 0-2 15,2 7 1-15,1-3 1 0,-2-2 6 0,0 4-2 16,-1 4 1-16,1 0 0 0,-3 3 7 0,-1 5-6 16,4-6 2-16,-4 6 1 0,6-5-2 0,-6 5 6 15,11 11 1-15,-7-5-2 0,1 5 1 0,1-1 1 16,-1 4 3-16,2 1 0 0,1 0 0 0,-2 0-9 0,1-1-12 15,-2-2-9-15,2-1-16 0,0 0-14 16,-1-2-27-16,0 1-17 0,1 0-14 0,-2-3-16 16,4 1-3-16,0-1-17 0,1-5 5 0,-3 0-6 15,3 0 2-15,0-1-5 0,2-4-81 0,-2 1-259 16,-1-2 115-16</inkml:trace>
  <inkml:trace contextRef="#ctx0" brushRef="#br0" timeOffset="204358.18">21434 14802 360 0,'1'-10'-2'0,"2"-6"11"15,-3 1 8-15,-2 2 20 0,0 0 11 0,-1 3 14 16,-1 0 10-16,-1 0 11 0,3 4 19 15,-3 1-1-15,0 0 3 0,5 5 11 0,-12-4 7 16,12 4 1-16,-11 1-5 0,11-1-2 0,-13 12-6 16,8-5-3-16,-8 6-5 0,7 2-11 0,-2 0-4 15,-1 0-12-15,6 1-10 0,1 0-4 0,-1-4-6 0,6 1-2 16,-3-3-5-16,1 1-9 0,3-3-2 16,-3-2-5-16,2 1 0 0,2-3-4 0,0-1-3 15,-5-3-1-15,10 4-5 0,-2-4-1 0,-8 0-2 16,11-4-3-16,-11 4-1 0,9-3 0 0,-4-2-1 15,-1-2-3-15,3-2-1 0,-5 1 2 0,1-2-5 0,-3 1 2 16,1 2 1-16,0 0 0 0,2-2-3 0,-3 9 1 16,1-10 6-16,-1 10 0 0,0-8-5 15,0 8 1-15,0 0-2 0,2-8-3 0,-2 8 0 16,0 0 9-16,0 0-3 0,0 0-1 0,7 17 1 16,-4-7 3-16,-1-1 3 0,2 3-5 0,0-2-3 15,1 2-15-15,-1-2-19 0,1 0-31 0,1-1-15 16,-1 2-32-16,1-2-27 0,0-2-23 0,-1 1-25 15,-1-3 7-15,2-2-9 0,-6-3-123 0,13 1-330 16,-13-1 146-16</inkml:trace>
  <inkml:trace contextRef="#ctx0" brushRef="#br0" timeOffset="204687.72">21527 14726 49 0,'-2'-15'125'0,"-1"3"10"0,2 3 14 0,-1 0-11 0,1 3 9 15,1 6-4-15,0-10-10 0,0 10-2 16,0 0 13-16,0 0 3 0,0 0 9 0,0 0-10 15,0 0-14-15,14 21-7 0,-8-9-14 0,1 5-9 16,-1-2-13-16,1 2-3 0,1-3-14 0,0 0-3 0,0 1-10 16,0-3-12-16,-2 0-21 0,-1-4-19 15,2 0-25-15,-2 1-24 0,-1-4-24 0,-1-1-27 16,-3-4-8-16,8 6-12 0,-3-5-11 0,-5-1 3 16,0 0 0-16,16-10 7 0,-10 4 16 0,-3-4 5 15,2-2 10-15,-3 0 14 0,3-3 0 0,-3-2 16 16,-4 1 10-16,0-2 7 0,-2 0 18 0,-1-1 4 0,-2 3 28 15,4-1 14-15,-3 5 37 0,1 2 28 16,-2 3 9-16,2 0 8 0,1 4-4 0,4 3-10 16,-12-3-2-16,12 3 3 0,-14 14 5 0,4-1-18 15,-4 12-3-15,0 0-10 0,-3 6-4 0,-2 13-10 16,1 2-13-16,0-1-28 0,0 2-39 0,4-14-47 16,-2 14-40-16,3-4-38 0,3-11-32 0,-2 0-150 15,2-2-356-15,-4-2 157 0</inkml:trace>
  <inkml:trace contextRef="#ctx0" brushRef="#br0" timeOffset="204883.93">21002 15266 206 0,'-9'0'207'0,"9"0"-21"0,0 0-25 0,0 0-25 16,0 0-28-16,22-13-32 0,-4 1-57 0,10-3-61 16,5-4-58-16,10-5-60 0,1-2-173 0,2-2 77 15</inkml:trace>
  <inkml:trace contextRef="#ctx0" brushRef="#br0" timeOffset="205029.87">21935 14827 258 0,'0'0'282'16,"5"-6"-17"-16,-5 6-18 0,5-7-27 0,-5 7-22 16,3-9-19-16,-3 9-37 0,0 0-51 0,0 0-57 15,0 0-68-15,-3-11-83 0,3 11-178 0,0 0-318 16,0 0 141-16</inkml:trace>
  <inkml:trace contextRef="#ctx0" brushRef="#br0" timeOffset="-212792.98">24611 5066 8 0,'0'0'6'0,"-14"1"7"15,3-1-4-15,2 2-2 0,-2-1 3 0,-1-1-2 16,1 2 3-16,-3 0-2 0,3-1-3 0,-2 1 4 0,-1 0-7 15,-4 1 3-15,-2-1 0 0,-2 2 2 16,3-3 0-16,-3-1-4 0,2 3 3 0,0-2-3 16,-1 2-2-16,-8-1-1 0,1-1-5 0,2 2 5 15,-1-2 1-15,-3 2-4 0,0-2 2 0,-1-1-2 16,0 1-4-16,-2 0 4 0,4 0 0 0,-5 0-3 0,4 1-5 16,-3-1 6-16,-3-1-4 0,2 0-10 15,-4 3 15-15,2-2-2 0,-16-1-2 0,14 2-6 16,-2-1-12-16,-12 3 6 0</inkml:trace>
  <inkml:trace contextRef="#ctx0" brushRef="#br0" timeOffset="-212284.62">18873 5323 8 0,'-63'11'11'15,"2"-3"-7"-15,2 0 2 0,2-1 4 0,0 1-4 16,1-3 2-16,4 2-5 0,-3-2 5 0,1 2-3 15,-1 3 1-15,1-4 0 0,-2-1-1 0,1 0-1 16,2 1-3-16,-4-2 0 0,5 5-1 0,-1-5-5 16,-1-1 12-16,-3 5-6 0,5-2 2 0,-2-1-3 15,1-1-1-15,3 0-4 0,-3 1 1 0,0-1 0 16,-2-2-1-16,1 1 7 0,-1 4 1 0,0-3-2 16,0 2 1-16,4-3-4 0,-5 3 10 0,2-3 0 15,2 2-13-15,-2-2 1 0,0 1 3 0,5 0-3 16,-4-2-1-16,1 3-9 0,12-2-15 0,-12 1 6 15</inkml:trace>
  <inkml:trace contextRef="#ctx0" brushRef="#br0" timeOffset="-209647.84">10005 5948 30 0,'-14'-3'32'0,"14"3"-6"0,-13-2 0 0,5 1-3 16,-2-1 1-16,10 2-5 0,-13-3-3 0,6 2-1 16,7 1-4-16,-15-2-1 0,9 0 0 0,6 2-1 15,-13-1 5-15,13 1-3 0,-11-2 5 0,11 2-4 16,-9-1 2-16,9 1-9 0,-8-1 5 0,8 1-3 15,0 0-1-15,0 0-1 0,-11-2-3 0,11 2-4 16,0 0 7-16,0 0-10 0,0 0 10 0,0 0-4 16,0 0-2-16,0 0 2 0,0 0-1 15,0 0 0-15,0 0 3 0,0 0 0 0,0 0-3 16,0 0-3-16,0 0 1 0,32 2-1 0,-21-1 0 0,1-2 8 16,6 2-5-16,-1-1-1 0,2 0 5 0,1-1 0 15,1 2 0-15,7-2 0 0,-5-1-8 16,5 2 4-16,2 2 3 0,1-2-3 0,-2-2 3 0,2 2-3 15,2 0 3-15,3-1 0 0,0 1-6 16,2 0 3-16,13-1 3 0,-12-1-2 0,2 2-3 16,-3 0 2-16,2 2 3 0,11-4-4 0,-1 2 3 0,-12 0 2 15,12 0-6-15,-9-2-2 0,10 2 5 0,1 0 0 16,2-2 0-16,-2 3 0 0,2-2 7 16,-2-2-9-16,4 1-2 0,-2 0-5 0,1 1 6 15,2-4 2-15,0 0 4 0,-2 1 2 0,-3 0-1 16,6-4 3-16,1 3-3 0,-3 0-3 0,0 0 2 15,3-2 2-15,-2 2 0 0,3-1-2 0,-3-2 4 0,4 1-2 16,0 0 1-16,-2 0-1 0,1 0-4 0,-2-1 10 16,-1 1 2-16,1 1-1 0,-3 0-9 0,-2-2 4 15,5 1-4-15,-2-1-2 0,1 4 6 16,1-1-2-16,-1-4-1 0,5 5 3 0,-6-1 7 16,4-3-14-16,1 0 3 0,-2 0-1 0,1 0-4 0,-1 1 3 15,-3-2-3-15,1 1 1 0,1-1-1 0,1 1 2 16,-4 0-9-16,3 2 7 0,-1-2 1 0,-3 0 1 15,2 2-3-15,3-1-2 0,-8-2 10 0,5 3-8 16,-2-4 1-16,0 5 1 0,-1-1-3 16,-13 0 7-16,12 1-2 0,-1-2-10 0,0 1 8 15,-13 2-3-15,17-1-3 0,-4-1 0 0,-11 0 2 0,10-1-3 16,1 1-1-16,-11 0 1 0,11-1 1 0,0-2-6 16,-15 6 10-16,4 0-3 0,-2-3 5 15,0 0-2-15,1 2-2 0,-1 0-4 0,-1 2 3 16,0-2 3-16,0 3 1 0,0-3 4 0,-1 2-6 15,5-1-4-15,0 0 1 0,-4-1-9 0,2 1 4 16,14-1 8-16,-15 0-2 0,1 1 2 0,1-1-2 16,-1 0-1-16,14 1 2 0,-16-1-1 0,2 2 2 15,-2 2-3-15,1-5 3 0,0 3 2 0,0 1-3 0,-1-1 0 16,1 1 2-16,0-2-1 0,1 1 1 16,-1 2-5-16,2-1 3 0,-2-1 3 0,2-1-2 15,12 0-1-15,-15 3 3 0,0-2-2 0,3 2 0 0,-2-2 2 16,0 4-1-16,2-4-4 0,-2 1 5 0,16-2-1 15,-17 2-5-15,3 1-5 0,-1-2 12 0,-2 1-4 16,1-3 1-16,2 2 1 0,12-3-1 0,-17 1 0 16,6 1-4-16,10-3 1 0,2-1 6 15,-15 5-3-15,13-3-8 0,-12 0 4 0,14-4 1 16,-2 5 2-16,-1-1-5 0,-9-1 4 0,9 2 0 0,1-3 0 16,0-1-1-16,-13 4 0 0,1-3 1 0,12-2-4 15,-13 3 3-15,2 0-3 0,10-1 5 16,1 0 1-16,-14 3-4 0,15-3 5 0,-13 0-1 15,-1 4 4-15,2-1-4 0,12-4 2 0,2 3 1 16,-16 1-3-16,14-2 3 0,-2 0 1 0,-11 3-7 16,12-4 6-16,-12 2-3 0,11 0-1 0,-11 0 0 0,12 0 1 15,-16 1 3-15,5-1-3 0,11-3 1 16,0 2 6-16,0 1-1 0,-12 0-1 0,9 0 0 16,5-2 1-16,-16 3-4 0,2-1 3 0,15-2-7 15,-3 1 7-15,-12-1-4 0,12 0 5 0,-14 5-1 16,1-3 4-16,2 0-6 0,-1 0 2 0,11 0 4 0,-14 1-5 15,1 0 2-15,0 0 2 0,1 0 1 0,12 1 0 16,-13-1-2-16,0 0-2 0,0 2 4 0,2-1 5 16,0 0-8-16,1 0 4 0,-2 1 0 15,13 0 5-15,-13 0-8 0,1 0 9 0,-1 2-6 16,2-2 2-16,-2 2-5 0,2-2-1 0,-3 0 0 16,-1 0 1-16,16 2 3 0,-17-1-4 0,3 1 5 0,-2 0-3 15,1-2-1-15,2 1 5 0,-1-1-2 0,0 0-4 16,13-3 1-16,-13 5 8 0,1-2-2 15,2 0-2-15,-2-1-5 0,14 3 5 0,-15-2-1 16,2 0-5-16,-2 0 6 0,14 2 1 0,-13-1 3 16,-1 0-12-16,12-1-1 0,-13 0-6 0,2 4 6 15,12-5-2-15,-12 0 6 0,11 1 1 0,-14 2 3 16,3-2-1-16,13 0-4 0,-13-1-1 0,-2 2-6 16,13-2 12-16,-12-2-8 0,1 4 3 0,-1-2-2 15,13 0 0-15,-13 2 5 0,2-2 3 0,10 2 2 16,-13-1-9-16,0 0 4 0,3 2-6 0,-2-2 9 15,13-1-2-15,-15 2-4 0,3 0-2 0,15-3 3 0,-14 3-4 16,-1 0 2-16,1 1 2 0,13-2-1 0,-14 0-4 16,12 1 5-16,0-1-1 0,-12 4 10 15,-1-1-8-15,14-1-1 0,-13 2-10 0,0-2 13 16,1 0-5-16,-2 1 6 0,13-2 2 0,-14 1-5 16,1 1-3-16,1 0 8 0,-1 0-6 0,-2 0 15 15,0 3-14-15,1-4 4 0,1 1-15 0,-1 0 10 16,1 0-1-16,0-1 1 0,0 0 2 0,2 1 3 15,-1-1-1-15,-1 0 9 0,-3-1-16 0,2 0 2 16,-2 2 1-16,-1-2-3 0,0 1 6 0,-1-1-6 16,-1 0 1-16,0 1 2 0,-2 1 2 0,0-2 2 15,-2 1-1-15,-5 0-4 0,5-1-2 0,-1 1-1 0,2 0 0 16,-2-2 2-16,1 2 2 0,2 2 0 0,-2-4-6 16,-5 2 3-16,4-3-1 0,-7 3 13 15,8-1-10-15,-1 0 6 0,-4 1-8 0,4 0 4 16,-7-2-2-16,3 4 3 0,4-4 2 0,0 4-6 15,1-1 4-15,-6-1 6 0,3 1 3 0,-2 0 8 16,-1-1-16-16,0 1 11 0,-2-2-5 0,2 2-1 0,0-1 9 16,-2 1-4-16,10-2-4 0,-9 2 1 15,2-1-1-15,4-1 8 0,-6 2-6 0,-2-1 9 16,1 0 1-16,10-1-7 0,-6 1-1 0,-4 0-6 16,2 0 7-16,-1-2-5 0,8 1-5 0,-9 2-3 15,1-1-8-15,-1 0-5 0,9 0-4 0,-7-1-15 16,0 0-9-16,-3-2-11 0,4 1-21 0,-2 1-6 15,-3 0-47-15,3-1-131 0,0 2 58 0</inkml:trace>
  <inkml:trace contextRef="#ctx0" brushRef="#br0" timeOffset="-208470.68">8464 5879 120 0,'0'0'166'0,"0"0"-2"0,-5-5-6 16,5 5-2-16,0 0-8 0,0 0-9 0,-7-5-10 16,7 5-11-16,0 0-11 0,0 0-10 0,0 0-5 15,0 0-5-15,0 0-16 0,0 0-9 0,0 0 0 16,0 0-9-16,12-13-4 0,-3 9-6 0,5-1-7 15,1 0-1-15,4-2-4 0,2 3-3 0,-1-2-11 16,8-1-16-16,-9 4-17 0,-2-2-20 0,2 4-18 16,-2-3-10-16,-5 3-23 0,0-1-22 0,0 2-25 15,-2-1-9-15,-3 1-112 0,-7 0-276 0,11 1 124 16</inkml:trace>
  <inkml:trace contextRef="#ctx0" brushRef="#br0" timeOffset="-207910.48">8588 5840 11 0,'0'0'103'0,"0"0"-8"0,0 0-9 16,-7 1-15-16,7-1-15 0,0 0 5 0,0 0-10 15,-1 10 2-15,1-10 1 0,1 10-5 0,2 0 20 16,-1 1 5-16,2 6-14 0,-1-5 9 16,2 5-8-16,-1-2-11 0,0 3 8 0,2-1-11 15,-1 0-5-15,0 1-2 0,-1-3-8 0,0-1 7 0,1 0-16 16,-2-2 13-16,0-1-10 0,-1-1-1 0,-1 0-1 15,-1-1-1-15,0 1 0 0,0-10-10 16,-1 14 8-16,-2-9-1 0,-3 2-1 0,2 0-1 16,-4-1-1-16,3-2-2 0,-1 2-3 0,-3-3 5 15,4 0-8-15,-2 0-2 0,7-3 2 0,-14 2 3 0,8 1-6 16,6-3 2-16,-9 0-2 0,9 0 2 0,-8 1 8 16,8-1-10-16,0 0 0 0,-9 3 0 15,9-3 3-15,0 0-8 0,0 0-2 0,0 0 1 16,0 0-1-16,0 0-4 0,0 0 4 0,0 0 6 15,0 0-1-15,32-9-9 0,-16 8 2 0,4-1 2 16,-1-3-1-16,9 0-12 0,-6 2-8 0,5-3-7 0,-5 3-39 16,-2-2 0-16,2 0-5 0,-3 1-12 0,0 0-4 15,0-1 9-15,-2-4-3 0,-1 6 3 16,-4-3 9-16,1 1 1 0,-3-1 8 0,-1-1 8 16,-1 1 7-16,-2 0 6 0,-2 1 14 0,-2 0 12 15,2-1 15-15,-4 6 4 0,3-10 1 0,-3 10 5 16,-2-9 7-16,2 9 15 0,-2-9 12 0,2 9 1 0,-4-7 5 15,4 7-23-15,-6-4 13 0,6 4 5 0,-10-1-4 16,10 1 0-16,-9 0 7 0,9 0-6 0,-12 4 2 16,6 2 1-16,-2-2 14 0,0 3-5 15,2 2-7-15,-2 0-4 0,3 0-1 0,1-1-8 16,0 1 2-16,2 2-5 0,1-1-5 0,-2 1-2 0,4 1 1 16,-1 0-2-16,3-1-5 0,-1 0-3 15,2 0-18-15,1 2-38 0,3-3-35 0,-2 0-24 16,2-2-27-16,0 1-106 0,-2-3-251 0,2-2 111 15</inkml:trace>
  <inkml:trace contextRef="#ctx0" brushRef="#br0" timeOffset="-207366.58">8998 6137 87 0,'0'0'151'0,"0"0"-18"0,3-6-17 15,-3 6-18-15,0 0 0 0,0 0-12 16,0 0-8-16,0 0-5 0,8 15-4 0,-5-9 0 15,-3-6-7-15,4 12 2 0,-2-6-12 0,0 0-1 0,0 0-6 16,-2-6-1-16,3 9-5 0,-3-9-2 0,1 10 4 16,-1-10 5-16,1 4 9 0,-1-4 5 0,0 0 3 15,0 0-1-15,0 0-5 0,0 0-1 16,-9 5-6-16,9-5-5 0,0 0-2 0,0 0 0 16,0 0-9-16,-15-9 2 0,15 9-11 0,-5-10-5 15,2 5-4-15,2-4-7 0,1 9-4 0,0-20 1 16,1 10-2-16,2 1 0 0,0-1-1 0,-1 0-1 15,4 2 2-15,-2 2-9 0,1 1 3 0,2-1-3 16,-1 2 0-16,-6 4-3 0,14-2 2 0,-6 2-1 16,-8 0-2-16,14 5 7 0,-6 2-3 0,-1 0 2 15,1 2 1-15,-2 0 3 0,3 4-6 0,-5-4 0 16,1 1 6-16,-1 0-3 0,0-2-2 0,-3-1 2 0,2-2 6 16,-3-5-6-16,2 9 13 0,-2-9 3 15,4 7 7-15,-4-7 9 0,1 5 12 0,-1-5 5 16,0 0 2-16,0 0-6 0,0 0-4 0,0 0-1 15,0 0-2-15,0 0 4 0,0 0-3 0,0 0-10 16,0 0-2-16,0 0-6 0,-18-18-3 0,17 11-2 16,1 7-7-16,0-16 2 0,1 6-3 0,2 1-8 0,1 0-3 15,-1 5-3-15,0-2 0 0,-3 6-2 16,8-9-7-16,-4 5-2 0,2 0-2 0,-6 4 0 16,10 0 1-16,-10 0 7 0,0 0-1 0,16 7 2 15,-11-4 0-15,-1 4 3 0,3-1 0 0,0 2 0 0,-2 1-1 16,1 1-2-16,-3 3-19 0,1 1-18 15,-3-1-36-15,0-2 1 0,-1 4-3 0,0-4-32 16,0 1-17-16,0-1-7 0,0-2-6 0,2 0 0 16,-1-2-98-16,1-2-265 0,-2-5 118 0</inkml:trace>
  <inkml:trace contextRef="#ctx0" brushRef="#br0" timeOffset="-207014.36">9358 6135 52 0,'0'0'128'15,"-6"-7"-16"-15,6 7 1 0,-11-5 2 0,11 5 0 16,-11-4-11-16,11 4-5 0,0 0 1 0,-15 5-1 16,9 0 6-16,-1 1 4 0,-1 3-5 0,4 1-9 15,-2-1-8-15,2 0-7 0,2-2-5 0,1 1-10 16,1-8-6-16,0 15-5 0,0-8-4 0,0-7-7 16,2 12 1-16,-1-8-8 0,-1-4-3 0,7 11-1 15,-5-7-6-15,1 1-1 0,-3-5-2 0,6 5-4 16,-6-5 2-16,5 4-4 0,-5-4-7 0,0 0-10 15,0 0-11-15,0 0-12 0,0 0-4 0,0 0 4 16,0 0-9-16,8-14 10 0,-8 14-2 0,-1-9 3 16,1 9 2-16,0-10 4 0,0 10 1 0,1-10 0 15,-1 10 6-15,1-9-6 0,-1 9-2 0,3-6 6 16,-3 6-3-16,0 0 3 0,5-5 2 0,-5 5 0 16,0 0 0-16,0 0 8 0,14 4-2 0,-14-4-7 15,8 9 10-15,-2-4-8 0,-1 0 3 0,2 4-1 16,-1-1 0-16,0-1-29 0,1 1-23 0,-3-1-32 15,1-3-19-15,0 4-28 0,-1 0-107 0,-3-2-263 16,3-2 118-16</inkml:trace>
  <inkml:trace contextRef="#ctx0" brushRef="#br0" timeOffset="-206823.52">9389 6092 36 0,'0'-9'138'0,"0"9"-15"15,0 0 0-15,3-5-7 0,-3 5-7 0,0 0-6 16,0 0-10-16,0 0-11 0,15 8-7 0,-9-3-6 16,1 3-10-16,-1-2 2 0,2 3-10 0,-1-2-8 15,0 5-22-15,-2-1-23 0,0-1-34 0,0-1-11 16,-1 1-25-16,1-1-17 0,-1-3-13 16,-2-1-57-16,-2-5-173 0,6 9 76 0</inkml:trace>
  <inkml:trace contextRef="#ctx0" brushRef="#br0" timeOffset="-206682.75">9500 6109 27 0,'0'0'94'0,"-1"-10"12"0,1 10 6 0,-3-8-7 16,3 8-7-16,-2-8-1 0,2 8-25 0,0 0-6 15,0 0 6-15,-16 10 11 0,9-3-19 0,-6 4 5 16,-1 10-5-16,-4 1-8 0,-1 5-8 0,4-1-6 16,-3 5-34-16,1-4-38 0,-2 4-54 0,1-2-112 15,-1 0-210-15,1-3 93 0</inkml:trace>
  <inkml:trace contextRef="#ctx0" brushRef="#br0" timeOffset="-206395.85">9720 6196 3843 0,'0'0'87'0,"0"0"-19"0,0 0-42 0,0 0-13 16,0 0-3-16,0 0 0 0,0 0-5 15,0 0-5-15,-15-18-2 0,15 18-15 0,0 0-40 16,0 0-44-16,0 0-59 0,0 0-71 0,0 0-75 15,0 0-226-15,0 0-575 0,-27 14 254 0</inkml:trace>
  <inkml:trace contextRef="#ctx0" brushRef="#br0" timeOffset="-160978.6">14854 9641 25 0,'-11'-10'62'15,"11"10"-12"-15,-5-5 1 0,5 5-6 0,0 0-7 16,-5-8-7-16,5 8-14 0,-6-3-7 0,6 3-8 16,0 0-10-16,-9-5-9 0,9 5-9 0,-9-3-21 15,9 3-51-15,-12 2 23 0</inkml:trace>
  <inkml:trace contextRef="#ctx0" brushRef="#br0" timeOffset="-159850.59">14854 9412 11 0,'0'0'20'0,"7"-3"-4"16,-7 3-7-16,0 0-8 0,0 0-5 0,0 0 0 0,11 1-5 15,-11-1-8-15,0 0 3 0</inkml:trace>
  <inkml:trace contextRef="#ctx0" brushRef="#br0" timeOffset="-159207.53">15123 14398 7 0,'0'0'79'16,"0"0"6"-16,0 0-14 0,0 0-9 0,0 0 0 0,0 0-3 15,0 0-4-15,0 0-1 0,0 0-25 0,0 0 13 16,0 0-14-16,0 0-7 0,0 0 0 16,0 0 1-16,0 0-7 0,0 0 2 0,0 0-20 15,0 0 0-15,0 0 3 0,0 0-14 0,0 0-18 16,0 0-12-16,0 0-62 0,0 0-115 0,0 0 52 0</inkml:trace>
  <inkml:trace contextRef="#ctx0" brushRef="#br0" timeOffset="-152263.02">31169 15293 104 0,'0'-10'129'0,"0"10"-19"0,0 0-33 0,0 0-29 0,0 0-38 15,0 0-21-15,0 0-23 0,0 0-39 0,0 0-77 16,0 0 34-16</inkml:trace>
  <inkml:trace contextRef="#ctx0" brushRef="#br0" timeOffset="-152010.87">31820 15266 61 0,'0'0'186'0,"0"0"-37"0,0 0-50 0,0 0-30 15,14 0-36-15,-14 0-52 0,5 4-78 0,-5-4-104 16,0 0 47-16</inkml:trace>
  <inkml:trace contextRef="#ctx0" brushRef="#br0" timeOffset="-150941">30593 15927 163 0,'0'0'177'0,"0"0"-41"16,11-1-32-16,-11 1-26 0,10 2-21 0,-10-2-53 0,9 1-51 16,-6 4-65-16,-3-5-122 0,4 7 54 0</inkml:trace>
  <inkml:trace contextRef="#ctx0" brushRef="#br0" timeOffset="-47090.95">21342 8631 54 0,'0'0'67'0,"0"0"-3"15,0 0-2-15,0 0-1 0,0 0 4 0,0 0-14 0,0 0-1 16,0 0 3-16,0 0-1 0,4 4 5 0,-4-4-7 16,0 0-8-16,0 0 5 0,0 0-4 15,0 0 4-15,0 0-11 0,0 0-4 0,0 0 0 16,0 0 5-16,0 0-9 0,0 0 3 0,0 0-8 0,0 0 10 16,0 0-1-16,0 0-5 0,0 0 7 0,0 0-14 15,0 0 2-15,0 0-2 0,0 0-1 16,0 0-2-16,0 0-11 0,0 0 9 0,0 0-4 0,0 0 2 15,0 0-4-15,0 0-8 0,0 0 9 0,0 0-1 16,0 0-4-16,0 0-2 0,0 0 0 16,0 0 9-16,0 0-17 0,0 0-16 0,0 0-7 0,0 0-25 15,0 0-21-15,0 0-20 0,0 0-95 0,0 0-204 16,0 0 91-16</inkml:trace>
  <inkml:trace contextRef="#ctx0" brushRef="#br0" timeOffset="-46112.6">15039 9628 14 0,'0'0'95'16,"0"0"12"-16,0 0-6 0,0 0 4 0,0 0-23 15,0 0 5-15,0 0-9 0,0 0-9 0,0 0-13 16,0 0-8-16,0 0 8 0,0 0-11 0,0 0-9 16,0 0-7-16,0 0-2 0,0 0-8 0,0 0-4 15,0 0-5-15,0 0 1 0,0 0-3 0,0 0-4 16,0 0-2-16,0 0-6 0,0 0-2 0,0 0 6 15,0 0-15-15,0 0 10 0,0 0-11 0,0 0-12 16,0 0-4-16,0 0-3 0,0 0-14 0,0 0-12 16,0 0-6-16,0 0-64 0,0 0-143 0,0 0 64 15</inkml:trace>
  <inkml:trace contextRef="#ctx0" brushRef="#br0" timeOffset="-44023.57">15117 9549 19 0,'0'0'24'0,"0"0"-7"0,0 0-10 0,0 0-9 0,0 0-10 15,0 0-11-15,0 0 6 0</inkml:trace>
  <inkml:trace contextRef="#ctx0" brushRef="#br0" timeOffset="-43521.6">15108 9474 8 0,'0'0'14'0,"0"0"-15"15,0 0-3-15,0 0-4 0,0 0 2 0</inkml:trace>
  <inkml:trace contextRef="#ctx0" brushRef="#br0" timeOffset="-42593.01">15002 14505 50 0,'0'0'127'15,"0"0"-11"-15,0 0-7 0,0 0-5 0,0 0-15 16,0 0-6-16,14 3-15 0,-14-3-10 0,0 0-3 16,0 0-14-16,0 0-16 0,0 0-5 0,0 0-25 0,0 0-15 15,7 3-34-15,-7-3-91 0,0 0-156 0,0 0 70 16</inkml:trace>
  <inkml:trace contextRef="#ctx0" brushRef="#br0" timeOffset="-26888.99">23258 14497 40 0,'0'0'66'0,"0"0"-12"16,0 0-13-16,0 0-10 0,0 0-9 0,0 0-3 15,0 0-9-15,0 0-6 0,0 0 1 0,0 0-5 16,0 0 0-16,0 0 9 0,0 0-12 0,0 0 1 15,0 0-15-15,0 0-10 0,-13 1-15 0,13-1-46 16,0 0 20-16</inkml:trace>
  <inkml:trace contextRef="#ctx0" brushRef="#br0" timeOffset="22796.47">18903 12469 15 0,'3'-4'32'0,"1"-1"-5"15,-4 5-4-15,5-12 1 0,-1 7 2 0,-2 1 7 16,3-3-8-16,-5 7-1 0,7-10 7 0,-3 6 3 15,-4 4-9-15,4-8-1 0,-4 8 1 0,3-7-6 16,1 2 5-16,-4 5-12 0,4-9-4 0,1 7 0 16,-5 2 3-16,5-11 1 0,-2 6-15 0,-3 5 10 15,5-7-9-15,-3 2-6 0,-2 5-8 0,0 0-4 16,3-9-11-16,-3 9-35 0,0-7-70 0,0 7 32 16</inkml:trace>
  <inkml:trace contextRef="#ctx0" brushRef="#br0" timeOffset="31048.82">16731 11126 30 0,'0'0'93'0,"0"0"-10"0,0 0-6 0,9 6-3 0,-9-6-20 16,0 0 4-16,0 0-7 0,2 5-3 0,-2-5 1 15,0 0-13-15,5 6-2 0,-5-6-23 0,0 0-25 16,3 7-40-16,-3-7-51 0,0 0-114 0,0 0 50 16</inkml:trace>
  <inkml:trace contextRef="#ctx0" brushRef="#br0" timeOffset="69080.11">17985 12223 18 0,'0'0'77'0,"0"0"-3"0,0 0-4 0,0 0-8 16,0 0 0-16,0 0 0 0,0 0-4 0,0 0-6 15,0 0 2-15,0 0-2 0,0 0-18 16,0 0 0-16,0 0 9 0,0 0-15 0,0 0 17 0,0 0-1 16,0 0-5-16,0 0-13 0,0 0 10 0,0 0-3 15,0 0-7-15,0 0 0 0,0 0 3 0,0 0-8 16,0 0 1-16,0 0 1 0,0 0-6 0,0 0 7 16,0 0-7-16,0 0 2 0,0 0-14 0,0 0 4 15,0 0 3-15,0 0-8 0,0 0 6 0,0 0-9 16,0 0 7-16,0 0-3 0,0 0-3 0,0 0 4 15,0 0 0-15,0 0-2 0,0 0-3 0,0 0 5 16,0 0-4-16,0 0-2 0,0 0 8 0,0 0 0 16,0 0-7-16,0 0 0 0,0 0 1 0,0 0-4 15,-3 12-1-15,3-12 4 0,1 6 1 16,-1-6-5-16,0 0 2 0,0 0 3 0,0 9 1 0,0-9 6 16,0 0-14-16,4 6 4 0,-4-6 3 0,0 0-3 15,0 0 6-15,0 0 0 0,5 3 7 0,-5-3-7 16,0 0 7-16,0 0-9 0,0 0 4 0,0 0-1 15,0 0 5-15,0 0-6 0,0 0 0 0,0 0 4 16,14-8-5-16,-14 8 0 0,0 0 2 0,0-10-5 16,0 10 0-16,0 0 6 0,3-8 9 0,-3 8-5 15,0 0 0-15,0 0 0 0,0 0-1 0,-7-12-3 0,7 12 2 16,0 0-4-16,-6-3 2 0,6 3-2 16,0 0-2-16,0 0 3 0,0 0-3 0,-13 0 4 0,13 0 2 15,0 0-9-15,0 0 10 0,-9 4-2 16,9-4-4-16,-5 6-4 0,5-6 14 0,0 0-5 0,-2 9 0 15,2-9 0-15,-2 8-5 0,2-8 1 0,0 0 5 16,-1 10 2-16,1-10-1 0,0 0-2 0,3 8 2 16,-3-8 5-16,0 0-7 0,0 0-2 0,0 0 6 15,5 9-8-15,-5-9-4 0,0 0 8 0,0 0-9 16,0 0 2-16,0 0-5 0,0 0 5 0,0 0 4 16,0 0 0-16,0 0 0 0,0 0-4 0,13-13 3 15,-13 13 6-15,0 0-5 0,2-8-3 0,-2 8-11 16,0 0 13-16,0 0 2 0,0 0-5 0,-2-11-2 15,2 11 4-15,0 0 1 0,0 0-3 0,0 0 4 16,0 0-8-16,0 0 2 0,0 0-4 0,0 0 10 16,0 0 8-16,0 0 3 0,-13 17 1 0,10-9-5 15,1 2 2-15,2-10-3 0,0 12 0 0,0-5-2 16,0-7-1-16,1 13-4 0,0-7 5 0,-1-6 5 16,8 9 1-16,-4-5 4 0,1 0 0 0,-5-4 0 0,10 3-4 15,-10-3 2-15,11 0-13 0,-11 0 6 0,11 0 4 16,-11 0-2-16,10-6 0 0,-10 6-4 15,9-6-6-15,-7 2-1 0,-2 4-1 0,6-6-4 16,-6 6 4-16,1-10-8 0,-1 10-5 0,-1-9 0 0,1 9 7 16,-4-12 1-16,1 7-1 0,-1-2 0 15,4 7 2-15,-10-9-4 0,5 6 2 0,0 0 0 16,5 3-2-16,-10-6 4 0,10 6-1 0,-9-2-5 16,9 2-2-16,-10 4-15 0,4 0-29 0,0 2-14 0,-2 3-35 15,1 1-46-15,-5 6-123 0,-6 4-295 0,2 2 130 16</inkml:trace>
  <inkml:trace contextRef="#ctx0" brushRef="#br0" timeOffset="72165.1">18004 12298 52 0,'0'0'52'0,"0"0"-4"0,0 0 1 16,0 0-5-16,0 0-2 0,0 0-1 0,0 0-5 16,0 0-3-16,0 0-5 0,0 0 5 0,0 0 3 15,0 0-4-15,0 0-7 0,0 0 4 0,0 0-10 16,-4-9-2-16,4 9 3 0,0 0-6 0,-6-4 3 15,6 4-5-15,-8-3 1 0,8 3-22 0,-9-4 20 16,9 4-3-16,-12 0-4 0,12 0 10 0,-12-2-11 16,4 2 10-16,8 0-9 0,-17-1-2 0,7 2 10 15,-1-1-7-15,-1 2-3 0,-1-2 3 0,-5 0 0 16,2 0-1-16,-3 2-3 0,0-1 1 0,-1-1-1 16,-1 2-1-16,0 0 3 0,-1-4-1 0,2 2 5 15,-3 3-8-15,1-2 1 0,-3 3-2 0,2-4 8 16,1 0-4-16,-5 1-3 0,5 1 2 0,-5-1 2 15,1-1-11-15,4 0 5 0,-6 0 6 0,6 2 2 16,-7-2-5-16,2 1 1 0,-3-1 7 0,4 1-2 16,-2-1-16-16,-1 1 12 0,3-1-2 0,3-1 5 15,-3 0-4-15,-3 1-2 0,0 1 3 0,0-2 1 0,1 0-3 16,-1 3 6-16,1-4-1 0,-3 2-6 16,-2-2 5-16,-1 2 10 0,2 2 8 0,-2-2-7 0,1 1-9 15,-3-2 20-15,3 1 0 0,-3 1 4 0,0 0-14 16,0 0 2-16,0 2 3 0,-3 1-2 0,2 0-6 15,1-4 3-15,-1 3-9 0,0 0 7 0,-4-1-12 16,4 1 1-16,0-1-4 0,0 0 10 0,-3 0-9 16,2-2 1-16,0 2-2 0,0-2-2 0,1 2 1 15,-14-2 6-15,15 0-8 0,1 0-3 0,-1-2 0 16,0 4 2-16,2-2-7 0,-2 0 6 16,0-2 11-16,-1 2-14 0,-1 0 5 0,1-3-3 0,0 2-1 15,1-2-7-15,0 3 7 0,-4-1 3 0,3 0 2 16,-2-2-4-16,2 3 0 0,-3-2 4 0,2 0 4 15,-13-1 3-15,12 3-11 0,3-2 0 0,-3 1 8 16,2 1 5-16,-17 0-6 0,18-1 0 0,-3 1-2 16,1 1-1-16,0-2-3 0,-18 2 5 0,4-1 6 15,3 3 1-15,11-3-14 0,-16 3 6 0,16-1-1 16,-12 0-6-16,10 2 3 0,-12 0 9 0,-2-4-3 16,-1 4-8-16,3-1 6 0,0 1 3 0,14-1 1 15,-14 3 7-15,14-2-6 0,-17-1 7 0,-1 1-8 16,3 1 4-16,1 1-8 0,14-3 3 0,-14 1 6 15,0 0-2-15,1 3-6 0,-1-3-1 0,0 1-1 16,14-2 6-16,-2 0-5 0,-12 1 4 0,12-2-7 0,-12 2 7 16,12-2 1-16,1 0-1 0,-12 0-1 0,11-1 4 15,-1 3-4-15,-8-2 1 0,-3 1 4 16,16-1-4-16,-16 1-3 0,15 0 9 0,-2-3-21 16,0 2 14-16,1 1 1 0,-1-2 4 0,-9 2-4 0,8-3 5 15,2 4 1-15,-3-3-1 0,3 1-13 16,0 1 12-16,0-2 2 0,2 0-7 0,-1 3 2 0,0-2 2 15,2-1-6-15,0 1 0 0,-1 0 4 16,2-1-3-16,-2 2-4 0,0-1 7 0,0 0-2 0,1 2 6 16,1-4-7-16,-2 3 8 0,-1 0-8 0,2 1 0 15,-1-1 2-15,3 3-2 0,-1-3 4 0,0 1-1 16,-2 0-9-16,2 1 5 0,-2-1-4 0,2-1-3 16,3 1 3-16,-2-3 2 0,3 1 3 0,0 0 4 15,0 3-10-15,0-4 0 0,-1 0 1 0,3 2 6 16,-3 0-2-16,0-1-2 0,2-1 10 15,0 0-8-15,-2 1 0 0,3-2-2 0,1 1 6 16,-3 0-3-16,4-1 0 0,4 0 5 0,-7 3-8 0,2-4 14 16,5 1-11-16,1-3-5 0,-8 4 3 0,9-2 5 15,-7 0 4-15,-3-1 0 0,3 1-3 0,6-1 0 16,-1 2-5-16,5-3 0 0,-4 3 1 0,0-1-2 16,2 0 8-16,-1-1-7 0,-2 2 5 0,3-2-6 15,0 0-8-15,-2-1 8 0,2 3 8 0,-1-3 4 16,0 3-12-16,0-2-1 0,1-1 3 0,1 3 9 15,-3 0-18-15,2-1 12 0,0 1-6 0,0-1 2 16,0 2 5-16,-2-2-7 0,2 1 6 0,1 1-1 16,0-2 4-16,-1 2-6 0,1-2-5 0,0 2 9 15,0-1 3-15,-1 1 0 0,3-1-10 0,-2-1 8 16,0 1-7-16,5 1 3 0,-5-1 0 0,4 0 12 16,-1 0-8-16,0 3 10 0,-1-3-8 0,3-2 4 15,2 4 2-15,-3-4 1 0,1 2-1 0,2-1 5 16,0 2-6-16,1-1 1 0,-1 0 12 0,3 0 4 15,-2 0-1-15,10 0-8 0,-17-2 2 0,17 2-5 16,-13-1 8-16,13 1 10 0,-10-1 12 0,10 1-8 0,0 0-2 16,-11-1 0-16,11 1 1 0,0 0-5 0,-9-1-5 15,9 1 6-15,0 0-8 0,0 0 4 0,0 0-5 16,-9 1-2-16,9-1-1 0,0 0-4 16,0 0 3-16,0 0-4 0,0 0 8 0,0 0 0 0,0 0-4 15,0 0 1-15,0 0-3 0,0 0 3 16,0 0-4-16,0 0-2 0,0 0 2 0,0 0 4 15,0 0 2-15,0 0-5 0,0 0 1 0,0 0-1 0,0 0 4 16,0 0-3-16,0 0 3 0,0 0 1 0,0 0-7 16,0 0 0-16,0 0 6 0,0 0-2 0,0 0 1 15,0 0-3-15,0 0 1 0,0 0-1 0,0 0 4 16,-9-4 1-16,9 4-1 0,0 0-3 16,0 0-3-16,0 0-1 0,0 0 0 0,0 0 1 0,0 0-1 15,0 0-1-15,0 0 1 0,0 0-2 16,0 0-2-16,0 0 0 0,0 0 3 0,0 0-1 0,0 0 2 15,0 0 0-15,0 0 5 0,0 0-5 0,0 0-1 16,0 0 6-16,0 0-3 0,0 0-1 0,0 0-1 16,0 0-1-16,0 0 0 0,0 0 0 0,0 0 5 15,0 0-7-15,0 0 3 0,0 0-4 0,0 0 5 16,0 0-11-16,0 0 2 0,0 0 1 0,0 0 4 16,0 0-2-16,0 0 3 0,0 0 4 0,0 0 1 15,0 0 1-15,0 0 3 0,0 0 6 0,0 0 1 16,0 0 1-16,0 0 0 0,0 0 1 0,0 0-3 15,0 0-1-15,0 0 9 0,0 0-14 0,0 0 0 16,0 0-1-16,0 0-5 0,0 0-3 0,0 0 0 16,0 0-2-16,0 0-10 0,0 0-16 0,0 0-16 15,0 0-38-15,0 0-41 0,0 0-58 0,0 0-59 16,-10 6-258-16,6-1-523 0,4-5 232 0</inkml:trace>
  <inkml:trace contextRef="#ctx0" brushRef="#br0" timeOffset="81568.14">18042 12264 59 0,'0'0'60'0,"0"0"-10"16,0 0-5-16,0 0-3 0,0 0-8 0,0 0-1 16,0 0-10-16,0 0 12 0,0 0-18 0,0 0-7 15,0 0 0-15,0 0-3 0,0 0-7 16,0 0 5-16,0 0-3 0,0 0 5 0,0 0-4 15,0 0-1-15,0 0 1 0,0 0 0 0,0 0 4 0,0 0 6 16,0 0-11-16,0 0 6 0,0 0 4 0,0 0 0 16,0 0 1-16,0 0 2 0,0 0 2 0,0 0-2 15,0 0-2-15,0 0-1 0,0 0 4 0,0 0 0 16,0 0 1-16,0 0-11 0,0 0-5 0,0 0 10 16,0 0-7-16,0 0 6 0,0 0-3 0,0 0-4 15,0 0 3-15,0 0-3 0,0 0 1 0,0 0 6 16,0 0-6-16,0 0-5 0,0 0 0 0,0 0 4 15,0 0-2-15,0 0 2 0,0 0 6 0,0 0-4 16,0 0 6-16,0 0-9 0,0 0-3 0,0 0 4 16,0 0 6-16,0 0-2 0,0 0-6 0,0 0 1 15,0 0 9-15,0 0-1 0,0 0-2 0,0 0-1 16,0 0 1-16,0 0-5 0,0 0 2 0,0 0-7 16,0 0 5-16,0 0 5 0,0 0 11 0,0 0-11 15,-18 9-1-15,18-9-4 0,-5 5 3 0,5-5 2 16,0 0 3-16,-2 5-5 0,2-5 3 0,0 0-2 15,-3 8-5-15,3-8 4 0,0 0-1 0,0 0-9 16,-1 8 12-16,1-8-1 0,0 0-7 0,0 0 8 16,0 0-7-16,4 8 7 0,-4-8 3 0,0 0-2 15,0 0 12-15,0 0-3 0,11-2-18 0,-11 2 1 16,0 0 1-16,13-6 3 0,-13 6 7 0,5-5 4 16,-5 5-13-16,0 0-2 0,5-5 2 0,-5 5 7 15,0 0-3-15,5-6-5 0,-5 6 3 0,0 0-10 16,0 0 9-16,0 0-6 0,0 0 7 0,0 0-6 15,0 0 2-15,0 0 5 0,0 0-11 0,0 0 0 16,0 0 12-16,0 0-12 0,0 0 8 0,0 0 0 16,0 0-2-16,-20 9 5 0,20-9-6 0,-7 7 1 15,7-7-2-15,-3 6-3 0,3-6 4 0,-3 6 1 16,3-6-1-16,0 0 2 0,0 0 3 0,0 0-4 0,0 0-4 16,0 0 18-16,0 0 6 0,0 0-1 0,0 0-6 15,0 0-1-15,11 6 8 0,-11-6-1 16,0 0 4-16,0 0-4 0,0 0-3 0,0 0 4 15,0 0-2-15,0 0-1 0,0 0-11 0,7-17 8 0,-7 17-5 16,0 0-1-16,0 0 3 0,0 0 0 0,0 0-11 16,-8-10 7-16,8 10-9 0,0 0 6 0,0 0 4 15,0 0 0-15,-7-4-7 0,7 4-9 0,0 0-3 16,0 0-14-16,0 0-6 0,0 0-14 0,-11 9-13 16,11-9-14-16,-4 10-21 0,2-4-91 0,2-6-197 15,-5 12 88-15</inkml:trace>
  <inkml:trace contextRef="#ctx0" brushRef="#br0" timeOffset="82249.45">18048 12311 14 0,'0'0'15'0,"0"0"-21"0,0 0-5 0,0 0 4 0</inkml:trace>
  <inkml:trace contextRef="#ctx0" brushRef="#br0" timeOffset="86536.89">18142 12322 2 0,'8'-3'12'0,"-8"3"1"0,0 0 3 16,0 0-4-16,0 0 4 0,0 0 1 0,0 0-2 15,0 0 5-15,0 0-2 0,0 0-5 0,0 0 5 16,0 0 4-16,0 0-5 0,7-2-3 0,-7 2 5 16,0 0-2-16,0 0 3 0,0 0-6 0,0 0 3 15,0 0-4-15,0 0-9 0,0 0 2 0,0 0 3 16,0 0-8-16,0 0-7 0,0 0-4 0,0 0 3 16,0 0-1-16,0 0-5 0,0 0 2 0,0 0 2 15,0 0 0-15,0 0-1 0,0 0 1 0,0 0-6 16,0 0 7-16,0 0-1 0,0 0 1 0,0 0 4 15,0 0-3-15,0 0 1 0,0 0 3 0,0 0-1 16,0 0 0-16,0 0-2 0,0 0 2 0,0 0 1 16,0 0 0-16,0 0 1 0,0 0-8 0,0 0 6 15,0 0-5-15,0 0-2 0,0 0-12 0,0 0-24 16,0 0 11-16</inkml:trace>
  <inkml:trace contextRef="#ctx0" brushRef="#br0" timeOffset="87554.43">18092 12290 45 0,'0'0'36'16,"0"0"-13"-16,0 0-18 0,0 0-24 0,0 0-19 16,0 0 9-16</inkml:trace>
  <inkml:trace contextRef="#ctx0" brushRef="#br0" timeOffset="92391.92">18065 12263 81 0,'0'0'79'0,"0"0"-3"0,13-14-7 16,-13 14-5-16,0 0 6 0,0 0-6 0,0 0-2 16,0 0-17-16,0 0-2 0,0 0-1 0,0 0 6 15,0 0-11-15,0 0-12 0,0 0 4 0,0 0 4 16,0 0-11-16,0 0-10 0,0 0 10 0,0 0-13 16,-26 7 7-16,26-7-6 0,-6 6-3 0,6-6 10 15,-4 7-2-15,4-7-10 0,-3 6 11 0,3-6-2 16,-2 7-7-16,2-7 3 0,-1 9 8 0,1-9-5 15,0 0 0-15,0 0 6 0,2 12-9 0,-2-12 0 16,0 0 2-16,3 5 1 0,-3-5-5 0,0 0 5 16,0 0 3-16,0 0 0 0,0 0-7 0,0 0 6 15,0 0 1-15,0 0-5 0,0 0-5 0,0 0 4 16,0 0-6-16,0 0 1 0,0 0 6 0,0 0-5 16,0 0 4-16,0 0 0 0,5-19-2 0,-5 19-4 15,0 0 9-15,0 0-7 0,0 0 5 0,0 0-5 16,0 0 1-16,0 0 5 0,0 0-4 0,0 0 9 15,0 0-5-15,0 0 0 0,0 0 18 0,0 0-13 16,0 0-3-16,0 0 8 0,0 0 0 0,-17 12 8 16,17-12 0-16,0 0-1 0,2 10-9 0,-2-10 2 15,0 0 1-15,0 0-2 0,5 8 0 0,-5-8 0 16,0 0-3-16,6 3-1 0,-6-3-3 0,0 0 0 16,0 0 2-16,0 0-4 0,0 0 0 0,16-8 2 15,-16 8-2-15,3-5 2 0,-3 5-5 0,0 0 3 16,5-8-3-16,-5 8 1 0,0-7-1 0,0 7-3 15,0 0 7-15,0 0-1 0,-2-11-5 0,2 11-2 0,0 0 8 16,0 0-1-16,-6-8-3 0,6 8 1 16,0 0-7-16,0 0 1 0,0 0 1 0,0 0 1 15,0 0-3-15,0 0-2 0,0 0 4 0,0 0 1 16,0 0-7-16,0 0 1 0,0 0 4 0,0 0 0 0,0 0 1 16,0 0-4-16,0 0-1 0,0 0 1 0,0 0-1 15,0 0 5-15,0 0-7 0,0 0 4 16,0 0-1-16,0 0-4 0,0 0 1 0,0 0 4 0,0 0 0 15,0 0-1-15,0 0 2 0,0 0-7 0,0 0 4 16,0 0 4-16,0 0-4 0,0 0 2 16,0 0 1-16,0 0 2 0,0 0-2 0,0 0-1 0,0 0-6 15,0 0 6-15,0 0-1 0,0 0 1 0,0 0 3 16,0 0-1-16,0 0-2 0,0 0 4 0,0 0 1 16,0 0 4-16,0 0-1 0,0 0 3 0,0 0 2 15,0 0 0-15,0 0-6 0,0 0 3 0,0 0-3 16,0 0-5-16,0 0 0 0,0 0 2 0,0 0 3 15,0 0-3-15,0 0 1 0,0 0-5 0,0 0 5 16,0 0-3-16,0 0-1 0,0 0 1 0,0 0-1 16,0 0-1-16,0 0 3 0,0 0-3 0,0 0 3 15,0 0-2-15,0 0-1 0,0 0 2 0,0 0 0 16,0 0-2-16,0 0-2 0,0 0 2 0,0 0 0 16,0 0 1-16,0 0-5 0,0 0 3 0,0 0-2 15,0 0-1-15,0 0 1 0,0 0-5 0,0 0-5 16,0 0-11-16,0 0-6 0,0 0 2 0,0 0-8 15,0 0-3-15,0 0-5 0,0 0 0 0,0 0-9 16,0 0-5-16,0 0-7 0,0 0-21 0,-6 22-13 16,6-22-14-16,0 0-28 0,-2 7-107 0,-2-2-265 15,4-5 117-15</inkml:trace>
  <inkml:trace contextRef="#ctx0" brushRef="#br0" timeOffset="96004.7">20146 13192 16 0,'9'-7'14'0,"5"-3"-5"16,0-1-4-16,2 1-6 0,0 0-7 0,-1-2-8 16,0 0 4-16</inkml:trace>
  <inkml:trace contextRef="#ctx0" brushRef="#br0" timeOffset="96474.26">20481 12917 14 0,'10'-5'22'0,"0"1"-7"15,-2-1 3-15,-1 2 1 0,-2 1 2 0,2-2 1 16,-7 4 0-16,9-4 9 0,-9 4-4 0,5-3 3 16,-5 3-7-16,0 0-1 0,0 0 4 0,0 0-1 0,0 0 0 15,0 0-5-15,0 0 8 0,0 0-16 16,0 0 15-16,-19 10-5 0,19-10-5 0,-9 3 1 16,9-3 3-16,-9 7-10 0,5-5 7 0,4-2-1 15,-10 5-2-15,10-5-7 0,-9 4 1 0,4 0 2 0,5-4-2 16,-8 6 3-16,2-3 2 0,1 1-7 15,1 1-4-15,-3 0-1 0,2 0 19 0,-1-2-18 16,-2 4 2-16,2 1-1 0,-2-3 1 0,0 3-3 16,0-2-2-16,0 1-4 0,-3 0 0 0,3 1 6 15,-1 2-3-15,-4 1 8 0,-1 2-5 0,1 1-3 0,-9 2 5 16,6 2-11-16,-5 0-4 0,1 1 0 0,-1 2-4 16,-2-4 3-16,0 4-7 0,2-1 2 15,-1-3-11-15,0 2 8 0,1 1-3 0,4-7-7 16,-4 2 2-16,6-1-5 0,1-2-5 0,1 0-32 0,-1-1-75 15,1-1 34-15</inkml:trace>
  <inkml:trace contextRef="#ctx0" brushRef="#br0" timeOffset="-157584.72">15085 9599 33 0,'0'0'54'16,"0"0"2"-16,0 0-6 0,0 0-10 0,0 0 0 0,0 0-9 15,0 0-2-15,0 0-11 0,0 0 5 0,0 0-5 16,0 0-8-16,0 0-4 0,0 0-7 0,0 0-6 16,0 0-5-16,0 0-2 0,0 0-5 15,0 0-16-15,0 0-19 0,0 0-58 0,0 8 26 0</inkml:trace>
  <inkml:trace contextRef="#ctx0" brushRef="#br0" timeOffset="-155754.99">15004 9712 73 0,'0'0'71'0,"0"0"-8"15,0 0-6-15,0 0-9 0,0 0-12 0,0 0-13 16,0 0-16-16,0 0-11 0,0 0-17 0,0 0-14 15,0 0-18-15,0 0-58 0,0 0 25 16</inkml:trace>
  <inkml:trace contextRef="#ctx0" brushRef="#br0" timeOffset="-153088.89">10652 5766 132 0,'0'0'141'16,"0"0"-4"-16,0 0-7 0,0 0-6 0,0 0-12 15,0 0-3-15,2-6-6 0,-2 6-2 0,0 0-11 16,0 0-6-16,0 0-6 0,0 0-7 0,0 0-11 15,0 0-1-15,0 0-5 0,0 0-12 0,0 0-8 16,0 0-18-16,0 0-17 0,0 0-28 0,0 0-26 16,0 0-29-16,0 0-8 0,0 0-14 0,0 0-18 15,5 13-74-15,-5-13-214 0,-4 18 95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00:26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4989 3165 26 0,'0'0'95'0,"-1"-16"-3"0,-1 10 15 0,2 6-7 16,-2-8-11-16,2 8 6 0,-2-11-10 0,2 11-5 16,-1-9 8-16,1 9-4 0,0-11-1 0,0 11-4 15,0 0 1-15,-2-12 0 0</inkml:trace>
  <inkml:trace contextRef="#ctx0" brushRef="#br0">4962 3066 1435 0,'-8'-3'8'0,"3"6"-50"0,-5-3 268 0,2 2-448 0,8-2 284 0,-23 4-59 0,11-3-29 0,0 1 87 0,-1 2-92 16,2-3 58-16,-2 1-42 0,7-2 10 0,6 0-12 15,-13 0 20-15,6 2 12 0,7-2 24 0,-10 1-60 16,10-1 25-16,0 0-20 0,0 0 30 0,-11-1-13 15,11 1-38-15,0 0 43 0,0 0-11 0,29-2-1 16,-1 2 31-16,9-3-22 0,2 3-2 0,16-4-21 16,-4-1-66-16,-1 7-38 0,-13-6 31 15,2 2-23-15,-202-18-25 0,476 25 7422 16</inkml:trace>
  <inkml:trace contextRef="#ctx0" brushRef="#br0" timeOffset="2132.48">5386 3000 61 0,'0'0'100'0,"0"0"0"16,-5-9-11-16,5 9 5 0,-5-7 0 0,5 7-9 15,-10-6-16-15,3 3-1 0,-2 2 0 0,-4-1-3 16,1 0-7-16,-10 2 4 0,-1 1-3 16,-5 2-4-16,-3 2 6 0,-4 0-9 0,0 2 2 15,1 3-4-15,2 0-4 0,0 2-2 0,0-5 7 0,2 5-18 16,0-3 3-16,2 1-11 0,6-5 4 0,-4 3-4 16,-1 0 0-16,10-3-2 0,0 2-1 0,0-2-5 15,6 0 0-15,-2-2-1 0,3 1-1 16,1 1-2-16,1-2 7 0,2-1-12 0,-1 1-3 15,7-3 0-15,-6 8-4 0,2-5 6 0,4-3-1 16,-2 8 8-16,2-8-7 0,0 10 1 0,0-10 5 0,10 9-4 16,1-2-4-16,7-2 8 0,0 2 2 0,12 0-3 15,-5 2 4-15,3-1-4 0,2-2 2 0,-2 0-1 16,0 2-4-16,-3 1 1 0,-5-1-3 16,0-1 0-16,-2 3 0 0,4 4 2 0,-6-4-1 15,1 2-3-15,-4-2-1 0,0 2 1 0,0 1-1 16,-1 0 0-16,0-1 3 0,-4-1-5 0,0-3 1 15,0 2 2-15,-3 0-2 0,1 0-1 0,-3 1 3 16,-3-1-4-16,0 0-3 0,-2-2 5 0,0 2-1 16,-7-1-4-16,1-1 5 0,-6 3 8 0,-1-1-9 15,-4-3-2-15,-4 5 2 0,-5-5-4 0,0 0 5 16,1-2-3-16,4-1-1 0,-3-1-12 0,8-2-6 16,-2 1-27-16,6 0-25 0,0-1-12 0,2-1-31 15,12 0-49-15,-15 1-105 0,15-1-288 0,-13 3 128 16</inkml:trace>
  <inkml:trace contextRef="#ctx0" brushRef="#br0" timeOffset="2502.59">5410 3608 1764 0,'16'-6'33'0,"-3"0"22"0,-3 1 6 15,-1 1-18-15,-1-1-11 0,0-3-12 0,-1 3 21 16,-1 0 9-16,1-3-9 0,1 1 0 0,0-1 9 15,0 1-4-15,5-6-6 0,-2 2-4 0,2-1 0 16,1-1-4-16,-1-1-2 0,2 2-3 0,-3-1-4 16,4 0-2-16,-2 0-4 0,2-2 0 0,-2-1-3 15,1 2 0-15,-5 2-3 0,2-4 2 0,-3 5-2 16,-3 2-1-16,-2-3-2 0,0 2-1 0,0-1-4 16,-6 0 1-16,2 1-3 0,-1-1-3 15,-3 5 2-15,0-3-1 0,-3 1-2 0,-3 3 3 16,-1 2-5-16,-3 1 3 0,-1 2-1 0,-5 2-1 15,0 3-2-15,0 4 1 0,-4 2-1 0,3 4 4 0,-1 2-1 16,8-2 3-16,3 2-3 0,-2 6 2 0,4-5 0 16,1 0 3-16,7 1-5 0,1 0 5 15,3 2-2-15,4 1 1 0,3-4-1 0,3-3-4 0,3-1-19 16,7 0-25-16,2 2-19 0,5-4-32 0,0-2-37 16,4-2-41-16,-2-3-21 0,-3 0-112 15,-1-5-334-15,1 0 148 0</inkml:trace>
  <inkml:trace contextRef="#ctx0" brushRef="#br0" timeOffset="2711.83">6079 3142 132 0,'4'-18'213'0,"-2"3"-17"0,0 3-11 16,-1 0-8-16,-1 4-12 0,1 1-20 0,-1 7-19 15,0-9-13-15,0 9-17 0,0 0-7 0,0 0-6 16,0 0-7-16,3 40-6 0,-3-14-5 0,0 3-5 15,-2 2-9-15,0 3-2 0,3 1-4 0,-2 0-3 16,1-1-2-16,-1 0-5 0,1-2-3 0,0 0-19 16,1-2-15-16,-1-1-28 0,-1 0-43 0,-2-3-30 15,-1 1-48-15,2-2-39 0,-2 1-102 0,-1-9-316 16,-3 0 140-16</inkml:trace>
  <inkml:trace contextRef="#ctx0" brushRef="#br0" timeOffset="2984.25">6140 3624 39 0,'17'-13'153'0,"-2"2"-8"0,3 0 0 0,-1 1-11 15,-1-2-7-15,2 1 1 0,-2-2-11 0,-1 0-6 16,-1 0-3-16,3 0-9 0,-6 0-8 0,3-3 0 16,-1 3-1-16,-4-4-2 0,-3 2 0 0,2 1-4 15,-3-3-3-15,-4 5-4 0,-1 3-1 0,0-3-8 16,0 3-4-16,-2-1-6 0,-1 4-4 0,3 6-7 15,-7-9-4-15,0 7-10 0,-2 0-3 16,9 2-1-16,-24 9-5 0,7-2-32 0,1 5 5 16,-6 5-2-16,8-3 1 0,-1 2-7 0,4 1-16 0,2 1-17 15,4-1-10-15,0 1-30 0,4-2-30 0,6 2-8 16,1-4-15-16,3 1-18 0,5-1-13 0,3 0-97 16,6 0-286-16,-4-5 127 0</inkml:trace>
  <inkml:trace contextRef="#ctx0" brushRef="#br0" timeOffset="3196.21">6694 3369 177 0,'-8'-12'186'16,"0"2"-10"-16,-4 2-12 0,3 1-10 0,-2 2-15 16,-4 3-13-16,2 2-7 0,-5 3-9 0,-1 3-8 15,1 6-11-15,-3 3-11 0,5-2-8 0,-4 5-4 16,8-4-11-16,5 3-4 0,0-1-7 0,5 0-1 15,2 2-4-15,2-2-3 0,5 1-15 0,0 0-16 16,2-3-23-16,13 2-21 0,-7-3-35 0,15-1-45 16,-5-1-35-16,5-4-128 0,-10-2-304 0,8-3 135 15</inkml:trace>
  <inkml:trace contextRef="#ctx0" brushRef="#br0" timeOffset="3422.55">6953 3117 219 0,'-1'-10'220'0,"1"1"-18"16,-2 3-19-16,2 6-23 0,0-10-21 0,0 10-14 15,0 0-17-15,0 0-5 0,0 0-4 0,-3 28-4 16,-1-3 1-16,3 4-1 0,-2 4-2 0,2-1-3 16,-3 3-8-16,3-1-6 0,-3 0-9 0,-1 2-6 15,1-2-5-15,0-3-1 0,-4 0-7 16,6 0-19-16,-2-2-18 0,1 0-33 0,-2-7-25 15,1 6-39-15,1-10-37 0,0 2-41 0,-3-4-37 16,1-1-111-16,-2-3-337 0,1-1 149 0</inkml:trace>
  <inkml:trace contextRef="#ctx0" brushRef="#br0" timeOffset="3697.9">6768 3445 102 0,'0'0'147'0,"6"-10"-19"0,5 5-10 0,2-2-11 16,5 3-14-16,11-2 1 0,1-2-8 0,2 2-7 16,0 3-13-16,1-2 3 0,2 1-4 0,-2-1-11 15,-2 3 1-15,-2 0-4 0,-1 2-5 0,-7-1-4 16,-1 1 4-16,-3-2-5 0,-3 2-6 16,-3 0 0-16,2 3-4 0,-3-3-3 0,-3 0-2 0,-1 2 1 15,-6-2 3-15,13 5 5 0,-9-1-3 0,0 3-7 16,-2 0 0-16,1 0 4 0,-3 3-3 0,1 2-3 15,-1 3 4-15,-1-3-4 0,-1 5 2 0,1 0-8 16,-3 0 4-16,2 0-19 0,-1 1-29 0,0-3-34 16,1 0-49-16,2 1-48 0,-4-1-119 0,3-2-298 15,0 2 132-15</inkml:trace>
  <inkml:trace contextRef="#ctx0" brushRef="#br0" timeOffset="3867.43">7339 3378 1489 0,'-11'-29'8'0,"-1"1"27"0,4 12-18 15,2-2 0-15,2 6-5 0,0 2 1 16,0 2-25-16,2 3-44 0,2 5-12 0,-3-7-15 16,3 7-19-16,0 0-14 0,0 0-77 0,0 0-208 15,12 24 93-15</inkml:trace>
  <inkml:trace contextRef="#ctx0" brushRef="#br0" timeOffset="4363.04">7533 3420 100 0,'-19'5'137'0,"14"0"0"0,-1 2-6 16,-2 1-15-16,0 2-7 0,1 1-8 0,1-1-12 15,-2 6-13-15,1-1-2 0,5-3-8 0,-1 0-5 16,3 4-7-16,1-3-3 0,5 1-4 0,-1-1-5 15,1-2-7-15,3-2 0 0,0 1 1 0,6 0-6 16,-2-1-3-16,1-4-5 0,-1 0-5 0,-3-1-9 16,1-1-6-16,-3-3-3 0,-1 0-13 0,0 0-18 15,-7 0-12-15,12-6 7 0,-10 1-8 0,2-1 6 16,-3-3 1-16,-1-1 6 0,-1 1-3 0,-3-3 8 16,4 0 1-16,-5-3 6 0,3-1 8 0,-2 4 0 15,3-4 12-15,1 1 13 0,1 3 9 0,-1 2 0 16,0 0-2-16,0 3 0 0,4 2 0 0,-4 5-6 15,6-9 2-15,0 7-4 0,5 0 2 0,-11 2-1 16,20 4 0-16,-10 1 9 0,2-1-4 0,-1 3 1 16,1-1-2-16,1 0 2 0,2 4 3 0,-4-4-3 15,-3 2 2-15,0-3-3 0,-2-2 4 0,2 1-10 16,-4 0 11-16,1-1 14 0,-5-3 10 16,8 3 14-16,-8-3 4 0,0 0-3 0,0 0-3 15,0 0-11-15,8-8-3 0,-5 2-5 0,-3 6-4 0,4-16-5 16,0 8-2-16,-2 0-2 0,2-3-4 0,1 0-1 15,0 1-4-15,2 2-3 0,0-2-1 16,0 2-6-16,2 0-1 0,-3 3-4 0,2 0 1 16,1 1-8-16,-2 3 7 0,3 2 0 0,1 3-4 15,-2 1-1-15,0 1-2 0,-2 4-20 0,4 3-13 16,-5 3-3-16,2 0-24 0,-3 2-30 0,0-1-18 16,1 2-43-16,2-1-144 0,-2 0-323 0,1 0 143 15</inkml:trace>
  <inkml:trace contextRef="#ctx0" brushRef="#br0" timeOffset="4945.95">8658 3435 140 0,'-4'-10'231'15,"3"5"-21"-15,-2-1-22 0,3 6-20 0,-6-8-16 16,6 8-21-16,-11 0-9 0,11 0-12 0,-20 11-10 15,9 2-10-15,-1 0-9 0,2 3-9 0,1-1-10 16,3 2-1-16,2-2-6 0,3 4-7 0,2-6-6 16,3 2 0-16,1 2-4 0,4-3-4 0,1 0-5 15,0-4-2-15,5 1-2 0,0-2-6 0,-3-3-2 16,-3-2-8-16,2-1 1 0,1-2 0 0,-1-1 0 16,-11 0 2-16,15-9-11 0,-4 3 4 0,-4-4-4 15,-1-1 0-15,-1-6 0 0,-1-1 0 0,-4 0-3 16,1-7 3-16,-4-1-7 0,0 0 6 15,-2 2 6-15,0 5-1 0,0 0 9 0,-1 2 7 16,3 5 14-16,-2 1-9 0,2 2 4 0,2 1-4 0,1 8-4 16,-3-11-4-16,3 11-10 0,-2-7 0 0,2 7 0 15,0 0-5-15,0 0 4 0,0 0-3 0,20 5-1 16,-8-2 1-16,5 3 2 0,1 1-6 16,11-1-1-16,-1 0-10 0,-7-3-1 0,1-1 0 15,-1-2 2-15,0-2-3 0,0-1 2 0,-2-3 1 16,0 0-1-16,-2-2 6 0,-2-2-3 0,-2-2 2 15,-1-4 5-15,-4 0 0 0,0-1 2 0,-4-2-3 16,0-7 4-16,1 2-6 0,-4-1 13 0,0 0 4 16,-2 6 5-16,0 8 6 0,-1-6-6 0,1 6 3 0,-1-1-4 15,2 12 4-15,-3-15-6 0,3 15-6 16,-2-9-4-16,2 9-2 0,0 0 4 0,0 0-4 16,-16 43 1-16,5-13 0 0,-3 14-2 0,2 2 1 15,-1 2 0-15,2-2-2 0,-2 2 3 0,7-12 0 16,-1 12 1-16,1-13 0 0,-1 1-2 0,2-5 3 15,3 5-3-15,-1-4 2 0,3 2 0 0,0 0 2 16,0-2-10-16,4-2-28 0,-4-2-34 0,1-1-36 16,-1-6-63-16,-1-1-64 0,-4 6-129 0,0-9-387 15,-3-2 171-15</inkml:trace>
  <inkml:trace contextRef="#ctx0" brushRef="#br0" timeOffset="5109.5">8873 3670 166 0,'5'-7'158'0,"-5"7"-27"0,12-6-20 0,-1 4-18 16,2 0-22-16,7-2-26 0,8 1-35 0,0 1-55 16,5 1-79-16,-3-1-133 0,4-1 58 0</inkml:trace>
  <inkml:trace contextRef="#ctx0" brushRef="#br0" timeOffset="5337.32">9613 3301 175 0,'1'-16'216'0,"-2"4"-15"0,2-1-11 16,-1 6-4-16,0 7-21 0,-1-12-23 0,1 12-15 15,1-7-18-15,-1 7-10 0,0 0-12 0,0 0-5 16,6 33-9-16,-4-6-6 0,1 2-6 0,-1 0-2 15,1 3-8-15,0-2-7 0,1 1-2 0,0 2-2 16,0-2-3-16,0-3-2 0,1 2-10 0,1-4-18 16,-2 1-20-16,1-1-28 0,-1-9-21 0,-2-2-30 15,3 0-35-15,-2-3-34 0,1-2-143 0,-4-10-330 16,0 13 146-16</inkml:trace>
  <inkml:trace contextRef="#ctx0" brushRef="#br0" timeOffset="5893.5">9742 3447 79 0,'15'-10'78'0,"0"0"7"0,1 0-5 0,-3 0 14 16,-2 4 8-16,-1-3 4 0,-1 2 4 0,1-1-1 0,-1-1-1 16,0 1-6-16,-1-1-7 0,0 1-9 15,-1-2-1-15,0 4 1 0,-2-2-8 0,-5 8 1 0,9-11-6 16,-6 6-9-16,-3 5-7 0,6-8-16 15,-6 8-4-15,0 0-9 0,0 0 2 0,0 0-4 16,0 0-3-16,14 20-9 0,-15-5 8 0,1 11-3 16,-2 0-3-16,1 2 2 0,-3 0 2 0,4 0-7 15,-1-1 2-15,-3 0-5 0,3 1 5 0,-2-1-1 16,0 0-8-16,1-9-14 0,-2 0-11 0,0-1 1 16,2-6-16-16,1 2-4 0,1-13-14 0,-3 18 12 15,3-18 2-15,0 0 7 0,-1 14 1 0,1-14 5 16,0 0 2-16,0 0 2 0,0 0 4 0,0 0 0 15,11 10 8-15,-11-10 5 0,0 0 8 0,35-15 12 16,-23 11 8-16,1-1-3 0,4 0 1 0,-4 2-1 16,-13 3-3-16,25-2 3 0,-11 0-9 0,-14 2 2 15,22 0 2-15,-9 0-2 0,-2 0 7 0,5 0-4 16,0 3 5-16,2-3-2 0,0 1-2 0,1-1 2 16,2-2 2-16,-2 0-2 0,3-1-7 15,4-2 1-15,-6-2 2 0,0 3-4 0,6-6 2 0,-9 3 1 16,0-1-2-16,0-3-4 0,-3 0-1 0,-4-1 1 15,1 0 1-15,0-1-2 0,-2-3-4 0,-4 2 0 16,-2-2 6-16,-1 0-10 0,-2 5 3 0,-2 0 3 16,1 2 5-16,0-1 1 0,-4 4-1 15,1 1-2-15,-5 0-1 0,-1 4 0 0,-4 3 0 16,-3 3-2-16,-2 2-2 0,-5 6 0 0,7-1 2 16,-5 4 5-16,10 1-3 0,-2 4-4 0,6-5-5 15,4 2-10-15,5-1-30 0,4 1-37 0,8-3-48 16,10 5-58-16,4-6-133 0,9-2-343 0,15 1 152 15</inkml:trace>
  <inkml:trace contextRef="#ctx0" brushRef="#br0" timeOffset="6769.5">11411 3442 119 0,'2'-7'201'0,"-2"7"-6"0,0-8-4 16,0 8-10-16,0 0-1 0,0 0-17 16,-6-11-14-16,6 11-16 0,0 0-15 0,0 0-15 15,-8 0-10-15,8 0-8 0,-13 12-6 0,3-3-11 16,4 3-6-16,-3 1-6 0,1 3-6 0,2-1-4 16,2 2-2-16,3 0-8 0,3-2-1 0,1 0-4 15,4 1-3-15,0-5-2 0,1 3-1 0,9-3-2 16,-4-1-3-16,-4-2 2 0,9-1-5 0,-7-2 0 15,3-3 2-15,1 1-3 0,-3-1-1 0,1-2 1 16,5-3-2-16,-5-2-2 0,4 0 0 0,-2-5-4 16,1 0 3-16,-5-3-6 0,0-2 5 0,-1 0-6 15,-3 0 1-15,-3-3 0 0,2-2-4 0,-6 3-2 0,-4-2 2 16,3 2-2-16,-5-1-1 0,-1 2-2 16,-2 3-4-16,0 2-11 0,0 3-10 0,-2 1-25 15,-1 1-16-15,-3 1-29 0,-3 7-10 0,-2 0-39 16,4 2-34-16,0 4-156 0,-2 1-365 0,7 0 161 15</inkml:trace>
  <inkml:trace contextRef="#ctx0" brushRef="#br0" timeOffset="7029.02">11834 3355 1871 0,'15'-27'4'15,"-2"2"46"-15,-2 0 12 0,-2 0 0 0,-5 8-17 16,3-2 13-16,-5 4 4 0,2 0-14 0,-3 6-2 15,4-1 5-15,-3 4-5 0,0 0-7 0,-2 6-8 16,3-7-12-16,-3 7-1 0,0 0-3 16,0 0 0-16,8 25-3 0,-3 1 3 0,1 7-2 15,0 12 1-15,2 4 5 0,-5 1-2 0,0-2-5 0,0 1 2 16,1-13-4-16,-2 13 5 0,1-3-5 0,-2-12 4 16,3 12-5-16,-2 1 5 0,-2-1-3 0,0-14-2 15,-2 0-13-15,2-2-25 0,-5-1-36 0,2 0-22 16,1-3-29-16,-6 0-58 0,-1-3-47 0,-1-5-122 15,0-2-371-15,-1-3 165 0</inkml:trace>
  <inkml:trace contextRef="#ctx0" brushRef="#br0" timeOffset="7698.06">12040 3519 45 0,'12'-14'159'0,"5"4"-12"0,-2 0-9 15,-1 3-8-15,-1 4-12 0,1 1-12 16,-1 2-17-16,1 2 3 0,-1 1-19 0,3 2-2 16,-5 3-7-16,0 1-2 0,-1 3-12 0,-3-1-1 15,-2 3-8-15,-5 2 3 0,-3-4-26 0,0 0-10 16,-9 2-15-16,-1-2-12 0,-5 0-15 0,-4 3 3 16,6-4-13-16,-4-5 0 0,4 2 9 0,3-4 0 15,-1-2 2-15,3 0 1 0,2-2 6 0,9 0 8 16,-14-2 4-16,14 2 3 0,-8-2-4 0,8 2 2 15,0 0 5-15,0 0 1 0,0 0-2 0,0 0 4 16,17-13-1-16,-5 11-6 0,7 0 2 0,2-1 4 16,6 0-2-16,1 0 2 0,5 0 2 0,1 0 11 15,-1-1-15-15,1 0 25 0,-1-1-16 0,1 2-2 16,-2-2 2-16,1-3 5 0,-4 2 1 0,-2-1-4 16,-4 1-1-16,-4-1 4 0,2 0 6 0,-3-2-7 15,-2-2 3-15,-2 0 9 0,-1-3 10 0,-4 4-10 16,2-3 9-16,-6-3 1 0,-3 4 5 0,2-2 1 15,-2-2 1-15,0 4 2 0,-4 0-1 0,2 1-3 16,-2 2 4-16,0 1-1 0,-2 3-11 0,-1 0-3 16,5 5 1-16,-13-3-2 0,2 6-6 15,0 2 5-15,-6 2-6 0,0 6 2 0,-4 4-2 0,1 2 1 16,0 3 4-16,4-1-8 0,3 0-3 0,1-4 0 16,6 2 0-16,2-4-7 0,3 4 3 0,3-2 4 15,3 0-3-15,2-2 3 0,6 1 7 0,-2-3-5 16,12 2-8-16,-8-5 10 0,6-3-2 15,-1-1 2-15,7-1-5 0,0-1 5 0,-5-4-8 0,5-1 5 16,-6-2 0-16,-1-2-1 0,-2-1-2 16,0-1-2-16,-3-2-11 0,-1-2 0 0,-3-1-5 0,0-3 5 15,-1 1 1-15,-3-2-6 0,3-1 3 0,-5-2-5 16,4-6 2-16,-6 7-1 0,3 0-2 0,-2 2 11 16,1-1-5-16,-3 8 9 0,2-1 1 0,-2 2 5 15,1 2-9-15,-3 6 6 0,3-8-11 16,-3 8 6-16,0 0 3 0,0 0 8 0,0 0 1 15,0 0 0-15,2 30 2 0,-4-13-3 0,-1 0 2 16,0-2 0-16,3 3-1 0,-2 1-8 0,0 1-25 0,2-1-40 16,4-1-42-16,-1-1-47 0,-2-1-80 0,3-5-251 15,5-2 111-15</inkml:trace>
  <inkml:trace contextRef="#ctx0" brushRef="#br0" timeOffset="8068.62">13245 3405 133 0,'-13'0'171'0,"-5"2"-11"16,0 4-16-16,2 4-1 0,-6 5-10 0,0 2-13 16,6-4-12-16,3 2-14 0,1 0-5 0,3 1-14 15,1 0-1-15,5 0-6 0,3-5-11 0,2 4-2 16,3-3-4-16,3-1-14 0,1-1-15 0,7-1-8 15,-1-2 0-15,4-1-5 0,1-3-9 0,-4-3 9 16,4-3-7-16,-4 0 4 0,-3-1-4 0,0-2 3 16,-4-1-8-16,3 1 3 0,-1-6 10 0,-2 4-5 15,-2-3 1-15,0 0 5 0,1-3 14 0,-1 2-9 16,-2 0 11-16,0 1 7 0,-1 1 9 0,0 5 13 16,-2-3-1-16,1 3-1 0,-3 5-7 0,4-8-10 15,-4 8-6-15,0 0-5 0,0 0-2 0,0 0-3 16,0 0 1-16,0 0-1 0,-2 28-5 15,2-16 2-15,0 4-5 0,0-4-1 0,0 5-6 0,4-2-27 16,-2 3-30-16,4-1-28 0,-2-1-32 0,5 0-35 16,-1-2-41-16,2-1-119 0,-6-6-331 0,1 0 147 15</inkml:trace>
  <inkml:trace contextRef="#ctx0" brushRef="#br0" timeOffset="8319.04">13578 3221 145 0,'0'-11'226'0,"2"-1"4"0,-4 7-6 15,2 5-19-15,2-11-25 0,-2 11-19 0,0 0-15 16,2-4-13-16,-2 4-15 0,0 0-9 16,5 24-11-16,-1-6-3 0,-4 8-9 0,4 1-1 15,4 3-7-15,-8 0-4 0,2 3-10 0,0-3-4 16,0-2-6-16,-2 3-4 0,0-4-2 0,3 1-5 15,-1-4-5-15,-2-3-4 0,2-2-14 0,0 5-27 16,0-5-28-16,1-2-32 0,-1 0-37 0,0-5-49 0,-2-3-38 16,5-1-184-16,-5-1-405 0,0-7 179 15</inkml:trace>
  <inkml:trace contextRef="#ctx0" brushRef="#br0" timeOffset="8592.17">13589 3497 28 0,'0'0'151'0,"0"0"-15"0,2-12-17 0,2 8-6 0,4 1-13 16,3 0-13-16,-1-2-9 0,9 1-4 0,-1 1-4 15,0 0-16-15,2 0 1 0,0-1-9 0,0 3 5 16,1-2-9-16,-1-1-1 0,0 1-10 0,1 1 10 16,-4-3 5-16,-1 3-4 0,-3 1 10 0,-1-1-3 15,-5 0-7-15,-7 2 1 0,13-1-4 0,-13 1-3 16,11 0-6-16,-11 0 0 0,7 5 16 0,-3 0 0 15,-1-1-6-15,-3-4-2 0,2 18 0 0,-2-8 6 16,0 0-1-16,-3 8-3 0,1-3-2 0,-2 2-4 16,2 0 1-16,0-1-4 0,-1 0-20 15,1-3-28-15,0 2-36 0,2 0-60 0,-3-3-54 0,3 1-143 16,0-4-337-16,0-9 149 0</inkml:trace>
  <inkml:trace contextRef="#ctx0" brushRef="#br0" timeOffset="8755.01">13794 3181 121 0,'-3'-6'118'16,"1"1"-40"-16,2 5-28 0,0 0-18 0,0 0-31 15,0 0-22-15,18 19-43 0,-7-3-68 0,2 8 30 16</inkml:trace>
  <inkml:trace contextRef="#ctx0" brushRef="#br0" timeOffset="8993.54">14038 3605 179 0,'0'0'207'0,"0"0"-20"16,0 0-19-16,0 0 1 0,0 0-12 0,-4-31-6 15,4 21-15-15,0-1-4 0,2 1-16 0,3-2-7 16,-3 0-15-16,6-3-8 0,2 0-9 0,-1 1-10 15,4 3-9-15,3 3-8 0,-5 1-3 16,-2 3-9-16,2 0-4 0,-2 3-7 0,2 2-1 0,-1 3-3 16,0 2-5-16,-3 2-1 0,1 2 1 0,1 3-6 15,-3 2 3-15,0 0-1 0,-1 1-11 0,-2-5-23 16,1 6-12-16,-3-1-24 0,-1-4-22 0,2 4-26 16,-1-5-29-16,0 2-28 0,3-4-148 0,0 1-334 15,1-4 147-15</inkml:trace>
  <inkml:trace contextRef="#ctx0" brushRef="#br0" timeOffset="9501.34">14542 3498 148 0,'-9'-5'185'0,"0"-1"-7"16,-3 2-12-16,-3-1-13 0,0 5-1 0,-4 0-18 15,5 1-10-15,-1 1-16 0,3 2-8 0,-1 0-11 16,1 2-11-16,2 0-6 0,1 2-11 15,2-2 3-15,2 0-9 0,3 2-3 0,1-3-6 16,-3 2-9-16,4-7-1 0,5 12-7 0,-3-8-7 16,5 1 0-16,-2-2-4 0,4-1-2 0,-1 0-1 0,4-1-1 15,-3-2-1-15,-9 1 0 0,18-4 0 16,-10 1 2-16,-3-2-2 0,3 1 3 0,-2 1 2 16,0 0 8-16,-1-2 9 0,-5 5 6 0,8-6 1 15,-5 1 0-15,-3 5-2 0,9-6-5 0,-9 6-9 16,0 0-6-16,0 0-2 0,0 0 1 0,11 12-7 15,-7 0 0-15,-1 4-1 0,1 12 0 0,2 4 1 16,0 2 2-16,3 14-2 0,2 9 7 0,-4-1-7 16,0-3 3-16,-1 1-3 0,0-2 1 0,-1-1-3 15,-1 2 5-15,-1-5-2 0,-1-2-4 0,-2-12 5 16,-2-2-3-16,-3 0 0 0,1-5 0 0,-1 2-4 16,-3-5 4-16,-1-6-2 0,-1 4 2 0,-7-2-2 15,1-7 6-15,-9 1-3 0,-4-3 2 0,-3-4-2 16,-4-2 0-16,-1-5-8 0,-1-4 1 0,-1-4-7 15,1 1 2-15,2-6-3 0,4-2 2 0,3-2 5 16,7-1-4-16,4-2-3 0,4-2-2 0,5-4 1 16,5-4-11-16,6-4-3 0,9-14-8 0,10 2 5 15,6-1-3-15,4-1-11 0,26-22-11 0,5 12-7 16,4-1-17-16,-18 22-13 0,31-16-18 0,-2 7-14 16,-21 16-8-16,25-9-8 0,-25 16-19 0,2 3-12 15,-3-1-139-15,-6 6-325 0,-14-2 144 0</inkml:trace>
  <inkml:trace contextRef="#ctx0" brushRef="#br0" timeOffset="9810.04">15426 3259 214 0,'3'-9'227'0,"-2"2"-4"0,0 0-6 16,3 1-10-16,-4 6-14 0,3-9-21 0,-3 9-21 0,0 0-18 15,1-7-18-15,-1 7-11 0,0 0-8 0,0 0-11 16,9 34-9-16,-8-8-9 0,0 6-5 0,-2 3-7 16,1 9-1-16,-6 3-8 0,-2-1-1 15,4-12-2-15,-2 13-6 0,1-14-5 0,1 3 0 16,-3 10-7-16,4-11 0 0,0-2 2 0,-2 3-9 15,0-8-18-15,1 0-21 0,-1-5-26 0,-3 2-31 16,6-9-36-16,-4 0-45 0,3-5-46 0,-3 0-155 16,0-1-389-16,-1-6 172 0</inkml:trace>
  <inkml:trace contextRef="#ctx0" brushRef="#br0" timeOffset="10041.29">15397 3457 101 0,'11'-15'170'0,"3"5"-5"0,-5 2-20 0,3 1-5 0,0 3-11 16,-1 0-17-16,0 4-7 0,-1 2-16 0,2 2-4 15,1 2-10-15,-2 6-8 0,1 1-6 0,-4 1-5 16,-1 2-6-16,-3 1 0 0,-3 1-6 0,-5 1-2 16,-1-2 2-16,-5 0-3 0,-5 3-7 15,-5-1 5-15,4-5-3 0,-2-3-3 0,-6 3-7 0,4-5-1 16,-4 5-13-16,4-7-27 0,2-2-25 0,4-2-39 15,1 2-41-15,4-3-39 0,0 0-102 0,9-2-282 16,0 0 124-16</inkml:trace>
  <inkml:trace contextRef="#ctx0" brushRef="#br0" timeOffset="10297.74">15597 3617 112 0,'0'0'158'16,"10"8"-22"-16,-4-3-11 0,1-2-9 15,1 3-7-15,1 1-7 0,2-2-4 0,2 0-6 16,-1 0-6-16,4 0-8 0,3-2-6 0,-1 0-3 16,-1-1-2-16,2-1-10 0,-2-2-2 0,1-1-1 15,-8-1 2-15,4 0 5 0,-5-2 1 0,-1-3-3 0,2 1-9 16,-4-3-2-16,-2-1-5 0,-2-1-5 16,0-3-4-16,-4 0-4 0,0-1-3 0,-3 4-7 15,0 0 3-15,-4-2 0 0,2 2-13 0,0 5 2 16,-1-2-9-16,-2 3-18 0,1 3-23 0,2 0-14 15,-1 2-18-15,8 1-20 0,-17 7-40 0,12-4-45 16,-5 4-95-16,5-2-291 0,1-1 129 0</inkml:trace>
  <inkml:trace contextRef="#ctx0" brushRef="#br0" timeOffset="10509.05">16027 3542 2023 0,'5'-8'31'0,"-1"1"17"0,-2 1-3 16,1-1 5-16,-3 7 10 0,2-9 8 0,-2 9 8 15,5-7-5-15,-5 7-8 0,3-3-5 0,-3 3-7 16,0 0-7-16,0 0-8 0,0 0-5 0,0 0-2 16,0 0-6-16,3 19-2 0,-2-8-2 0,1 9-2 15,0-2 3-15,3 8 0 0,-3-7-4 0,1 5 3 16,-1-5-22-16,1 0-22 0,2 6-24 0,-4-9-27 16,2 0-19-16,1-2-23 0,-2-3-38 0,0 0-31 15,1-3-31-15,-3-8-118 0,0 0-363 0,0 0 161 16</inkml:trace>
  <inkml:trace contextRef="#ctx0" brushRef="#br0" timeOffset="10879.47">16263 3721 181 0,'0'0'179'0,"14"-8"-14"0,-13 1-8 15,1 0-11-15,-2-4-12 0,1 1-2 0,-1-7-8 16,1 5-8-16,0-4-6 0,2 3-5 0,0-2-7 15,-2-1-10-15,3 0-9 0,0 5-7 0,-3-1-7 16,0 5-9-16,3 0-2 0,0 1-10 0,-4 6-7 16,5-6-6-16,-5 6-4 0,10 0-3 0,-10 0-2 15,13 10 1-15,-4-1-5 0,0 1-4 0,1 3-2 16,-2-2-2-16,1 5-5 0,-3-1-19 0,2 1-13 16,-1-2-22-16,0 1-26 0,-2-2-30 0,1-2-42 15,-1-1-44-15,-1 0-96 0,1-5-311 0,-5-5 138 16</inkml:trace>
  <inkml:trace contextRef="#ctx0" brushRef="#br0" timeOffset="11124">16703 3330 219 0,'0'-5'248'0,"5"0"-21"16,-5 5-26-16,1-10-19 0,-1 10-26 0,0 0-18 15,0 0-12-15,0 0-11 0,0 0-1 0,3 39-12 16,-3-14-2-16,1 3-9 0,-2 0-1 16,1 1-16-16,-3-1-4 0,4 0-6 0,-1 3-3 15,-1-4-7-15,-3 1-3 0,3-2-6 0,-3 0-1 16,3 1-7-16,0-8-21 0,-1-2-23 0,0 4-28 0,1-5-45 16,-3-3-46-16,1-1-46 0,-1-1-196 15,0-5-398-15,4-6 176 0</inkml:trace>
  <inkml:trace contextRef="#ctx0" brushRef="#br0" timeOffset="11270.43">16599 3500 107 0,'0'0'142'0,"13"-3"-17"0,-2 1-7 15,1 2-25-15,10-2-27 0,10 1-50 16,-2-2-58-16,2 2-63 0,3-2-112 0,1-3 49 15</inkml:trace>
  <inkml:trace contextRef="#ctx0" brushRef="#br0" timeOffset="14344.89">17242 3678 168 0,'0'0'188'0,"0"0"-19"0,0 0-20 15,0 0-10-15,0 0-12 0,0 0-9 0,0 0 4 16,0 0-13-16,14 13-5 0,-10-7-14 0,1 1 0 0,0-1-5 15,-1 4-14-15,0-6-7 0,0 6-5 0,-2-4-8 16,2 1 1-16,-4-7-7 0,1 10-6 0,4-7-3 16,-5-3 0-16,2 8 11 0,-2-8 6 15,0 0-1-15,0 0-1 0,0 0-6 0,0 0 1 16,-13 2-3-16,13-2-5 0,-12-8-3 0,6 1-5 16,-4 1 1-16,6 0-2 0,-4 0 1 0,2-3-8 15,1 2-2-15,0-3-1 0,2 0-3 0,1-2-5 16,2 2 0-16,1-3-3 0,2 0-3 0,3-1 0 15,-1-1-2-15,4 0-2 0,4 2-3 0,-1-1 0 16,3 3-1-16,0 3-2 0,-4 1 0 0,2 3-4 16,0 4 2-16,-2 0-2 0,3 1 1 0,-1 5 1 15,0 0-2-15,0 4 1 0,0 3 0 0,-2 0 1 16,-2 3 4-16,0-1 0 0,-1-1 0 0,-2 5 2 16,-2-5-2-16,-2 3 1 0,1-6 0 0,-2 0 2 15,-1-1 4-15,3 0-6 0,-3-5 4 0,0-5 1 16,1 12 3-16,-1-12 3 0,0 0 4 0,0 7 1 15,0-7-3-15,0 0 0 0,0 0 1 0,0 0-3 16,0 0-1-16,1-25 4 0,2 15-4 0,1 0-1 16,1-2-1-16,-1 0-2 0,1-3-1 0,3 0 1 15,2-2-3-15,-1 3 2 0,0-1-4 0,2 3 1 16,1 0-2-16,-1 1 3 0,1 3-5 0,-3 4 0 16,0 0-3-16,2 4 0 0,1-1-1 0,-1 3 5 15,-1 2-4-15,2 2 3 0,-2 1-1 0,7 2 0 16,-6 0 2-16,0 3-3 0,4 1 6 0,-4-3-4 15,2 2 2-15,-1 2 0 0,0-5 2 0,-3-2 0 16,3-1-2-16,0 1-3 0,1-2 5 0,4 2-4 16,-6-5 5-16,2-2-4 0,-1 1 7 0,-2-3-7 15,3-2 0-15,-4 0-4 0,2-4 1 0,3-1-2 16,-2-2 3-16,-1 2-2 0,-2-1 1 0,1-3-3 16,-3-1 2-16,0-1 4 0,-2-1-3 0,-2 6 2 15,1-6 2-15,0 0-3 0,-3 4 6 0,-2 2 4 16,1-1-1-16,0 3-1 0,-3 0 3 0,3 8-5 15,-4-10-4-15,4 10-2 0,-6-6 3 0,6 6-7 16,0 0 5-16,-23 13-1 0,11-1 4 0,0 1-2 16,-3 2 1-16,4 0-18 0,3 4-22 0,2-2-13 15,1 3-31-15,0-2-30 0,7-1-28 0,2 2-42 16,1-4-144-16,3-1-357 0,0-4 158 0</inkml:trace>
  <inkml:trace contextRef="#ctx0" brushRef="#br0" timeOffset="14683.95">18310 3583 106 0,'0'-11'167'0,"-2"2"8"15,-1-1 2-15,0 5-17 0,-1-1-13 0,4 6-10 16,-13-5-18-16,4 6-10 0,9-1-3 0,-22 7-9 16,10-2-7-16,-1 7-8 0,-1-3-11 15,2 2-1-15,-1 0-11 0,4-1-6 0,3 2-4 16,1 0-4-16,2-3-5 0,1 1-5 0,4 0-2 0,1 0-2 15,2-2-2-15,3 0-9 0,1-2-6 0,0-2-4 16,1 0-7-16,1-2 2 0,2-2-1 16,0 0 0-16,-3-2 4 0,0-2-2 0,3 1-4 15,-1-2 4-15,-2-1-3 0,2-3 0 0,0 0 4 16,-3-1-6-16,1 2 5 0,-3-2-2 0,-1 1 7 16,-1 1 1-16,3-1-3 0,-6 4 9 0,2 2-1 15,-4 3-4-15,5-9-4 0,-5 9-1 0,0 0-8 16,0 0 4-16,0 0-1 0,0 0 0 0,0 0-3 15,-1 24 5-15,-3-13-8 0,2 3-23 0,0-1-25 16,1 2-25-16,1 1-42 0,1 0-45 0,2 1-165 16,-3 0-356-16,2 0 158 0</inkml:trace>
  <inkml:trace contextRef="#ctx0" brushRef="#br0" timeOffset="15260.38">18562 3591 98 0,'1'-9'213'0,"-1"9"-26"0,0 0-19 0,0 0-22 15,0 0-12-15,0 0-13 0,0 0-12 0,0 0-11 16,0 0-7-16,0 0-7 0,3 26-10 0,-4-15-4 16,3 0-8-16,-2-2-8 0,0-1-4 0,0 4 1 15,0-6-9-15,2 3-5 0,-2-9 0 0,1 11-5 16,-1-11-2-16,-1 8 1 0,1-8-1 0,0 0 11 15,0 9 13-15,0-9 5 0,0 0 1 0,0 0-9 16,0 0-5-16,0 0-4 0,0 0-1 16,0 0-6-16,0 0-5 0,7-22-4 0,-3 15-1 0,-1 0-5 15,3-4-1-15,0 0 0 0,2-5-4 0,-1 5-1 16,3 2-2-16,-3-1-4 0,6 0-2 0,-3 1-1 16,-2 3-2-16,0 0 0 0,0 3-3 0,-2 1-3 15,-6 2 0-15,10-2-2 0,-10 2-1 16,13 5 1-16,-6 0 2 0,-2 2 1 0,2 1-2 15,-1 2 1-15,1 0 3 0,2-1-3 0,-3 1 7 0,2-1-6 16,1 0 1-16,1-1 6 0,0-1-1 16,0-1 3-16,2-3-3 0,1 1 3 0,-1-1-2 0,0-2 3 15,1-2-2-15,1-2 4 0,-3-1-2 0,2-1-2 16,-3-1 0-16,-1-3 0 0,-1 2 8 0,1-2 2 16,-1 0 6-16,-5-1-3 0,3 0-1 15,-3 0-3-15,1-3 2 0,-1 2 2 0,-2 0-3 0,0 1 2 16,-1 0-3-16,0 3-5 0,0 7 1 15,0-12-2-15,0 12-4 0,0 0-5 0,-1-10-5 16,1 10 0-16,0 0 1 0,0 0 3 0,0 0-5 0,-17 20 4 16,10-6 0-16,1 0 0 0,-1 2 1 15,1 0-4-15,0 0 2 0,0 1 0 0,2 1 3 0,0 0 0 16,2-1-4-16,-2-1 2 0,3-3-6 0,-1 3-10 16,2 3-16-16,-1-4-17 0,1-4-32 15,0 1-45-15,0 0-59 0,0-1-214 0,0-11-432 16,-2 19 192-16</inkml:trace>
  <inkml:trace contextRef="#ctx0" brushRef="#br0" timeOffset="15446.78">19153 3677 123 0,'0'0'212'0,"6"-4"-20"0,-6 4-12 16,0 0-19-16,0 0-21 0,7-4-11 0,-7 4-15 15,0 0 0-15,0 0-21 0,6 11-4 0,-6-11-11 16,1 9-8-16,-1-9-23 0,-1 16-36 0,1-16-50 16,-4 15-73-16,0-5-155 0,4-10-290 0,0 0 128 15</inkml:trace>
  <inkml:trace contextRef="#ctx0" brushRef="#br0" timeOffset="15729.76">19646 3291 100 0,'0'-16'280'0,"0"8"-14"16,1-2-16-16,1 5-20 0,-2 5-25 0,1-10-24 15,-1 10-23-15,0 0-20 0,0 0-15 0,0 0-10 16,6 23 2-16,-6 3-8 0,0 3 5 15,0 3-8-15,0 1-7 0,-2 3-7 0,2-2-9 16,-2 0-8-16,0 0-6 0,-1-2-2 0,-2-2-8 0,4-2-5 16,-2 0-2-16,-3-1-10 0,5-8-36 15,-1-1-19-15,-1 0-26 0,3-6-32 0,-3 5-39 16,3-17-52-16,0 19-47 0,0-12-35 0,0-7-137 0,0 0-415 16,-3 15 184-16</inkml:trace>
  <inkml:trace contextRef="#ctx0" brushRef="#br0" timeOffset="16063.58">19590 3570 84 0,'7'-1'165'0,"5"-2"-3"0,-1 1-8 16,1 1-3-16,6 0-14 0,1 3-5 0,-6-2-14 15,5 2-12-15,-6 2-13 0,4-1-7 0,-5 1-10 16,5 3-4-16,-4-2-9 0,-1 1-6 15,-1 1-7-15,-1 0 0 0,0 1-4 0,-3 2-8 0,2-4 0 16,-2 4-5-16,1 0-2 0,0-2 4 0,1-3-3 16,2 3 6-16,0 0 0 0,1-3 0 0,3-1-2 15,-2 0-2-15,2-2 0 0,6-2-3 0,-1 1 0 16,1-2 3-16,-7 0 5 0,5-4 0 0,-1-1 4 16,0 1 0-16,-5 0 11 0,-4-1 24 0,0 0 1 15,0-2-4-15,-3-1-12 0,-2 0-8 0,0-1-6 16,-3-2-6-16,-3 0-6 0,0 0-8 0,-2 0-14 15,0 0-12-15,-4-2-20 0,-4 4-15 16,1 1-26-16,0 5-36 0,-1-2-47 0,2 2-44 0,-3 4-52 16,-5 1-148-16,6 3-415 0,1 1 184 0</inkml:trace>
  <inkml:trace contextRef="#ctx0" brushRef="#br0" timeOffset="16656.66">20447 3820 143 0,'12'-10'242'16,"0"-2"-20"-16,0-1-2 0,7-6-6 0,-7 4-12 15,6-4-11-15,-2 0-19 0,3-3-16 0,1 3-16 0,-1-2-15 16,4 0-9-16,-3-1-14 0,3-1-9 16,-1 1-12-16,0 0-7 0,-4-2-5 0,3 0-11 15,-4 2-1-15,0-2-11 0,-1 5-4 0,-8 5-9 16,-1-1 1-16,-1 5-3 0,-3 0-4 0,0 0-3 15,-3 4-4-15,0 6-6 0,-1-10-6 0,1 10-10 16,-12-7-3-16,2 5-9 0,-4 2-3 0,-4 5-4 16,-1 2-2-16,1 0-3 0,1 5 4 0,0 0-1 15,6 3-6-15,2-1-3 0,4 0-1 0,3 3 6 16,5 2 0-16,2-3 5 0,3 2 0 0,9 3 6 16,1 1 1-16,2-1 1 0,-1-2 1 0,3-1 4 15,-2 0-1-15,-5-4-1 0,-1-3 5 0,-2 1-5 16,0 0 6-16,-5-3-1 0,-1-1 1 0,-1-2 1 15,-3 1 3-15,-2-7-3 0,3 11 3 0,-3-11-4 16,0 0-10-16,-10 12-7 0,1-8-6 0,-3 1 3 16,3-3 4-16,9-2 3 0,-15 3 2 0,15-3 2 15,-10 3 3-15,10-3 3 0,0 0 2 0,0 0-4 16,0 0-2-16,0 0 2 0,0 0-3 0,0 0 6 16,21-18-4-16,-4 11 7 0,7-4-4 0,1 0 2 15,-5 2-1-15,6-3 1 0,1 2 1 16,-8 0 2-16,6-3-6 0,-3-1 8 0,-5 1-1 15,0 1 1-15,-1-1 3 0,-2-1 8 0,-4-1 15 0,0 4 6 16,-3 0-7-16,-2 2 19 0,-1 1 3 0,-2-3-2 16,-2 11 1-16,1-14-4 0,-1 14 0 15,-1-14-7-15,1 14-6 0,-5-8-7 0,5 8 3 16,0 0-10-16,-17 0-1 0,17 0-2 0,-15 9-2 16,4 0-1-16,-2 3 2 0,1 2-5 0,3-1 0 15,2 2 2-15,2-2 1 0,-2 2-2 0,6 0-6 0,1 2-23 16,4-5-35-16,3 4-49 0,4-3-62 15,4-1-227-15,-1-4-429 0,6 1 190 0</inkml:trace>
  <inkml:trace contextRef="#ctx0" brushRef="#br0" timeOffset="16869.05">21474 3327 262 0,'-2'-10'284'0,"1"3"-15"0,1 7-26 0,-1-12-25 0,1 12-29 16,-2-7-21-16,2 7-14 0,0 0-20 0,0 0-11 16,-5 28-8-16,3-9-11 0,-1 6-8 0,1 1-9 15,2 1-9-15,0 0-5 0,-2 1-5 0,6-1-7 16,-1 0-18-16,2 1-29 0,-3-4-42 0,6 1-44 16,0 0-64-16,-2-6-79 0,-2-2-174 0,1-2-422 15,-1-5 188-15</inkml:trace>
  <inkml:trace contextRef="#ctx0" brushRef="#br0" timeOffset="17153.84">21649 3702 76 0,'9'-9'208'16,"-3"4"-5"-16,2-3-6 0,-1 2-7 0,0-2-8 16,0 1-10-16,2-2-11 0,-1 2-15 0,1-2-13 15,1 0-12-15,2-1-14 0,-1-3-10 0,2 2-10 16,-2-2-8-16,0 1-5 0,-1-2-10 0,-1-1-8 15,1 1-6-15,-2 0-5 0,-5 2-4 0,1 0-2 16,1 2-1-16,-2 1-3 0,0 0-2 0,-2-1-5 16,-1 10-1-16,-1-13-2 0,1 13-5 0,-7-10-5 15,2 7-4-15,5 3 2 0,-18 3-5 0,1 1-3 16,1 5 4-16,-1 0-4 0,-1 2-2 0,3 1 1 16,1-2-7-16,0 6 3 0,3-1-2 0,2-1 2 15,1 0 2-15,5-2-15 0,3 4-16 0,3 1-25 16,3-2-32-16,6 1-45 0,6-3-66 0,6-1-186 15,0-1-414-15,6-2 183 0</inkml:trace>
  <inkml:trace contextRef="#ctx0" brushRef="#br0" timeOffset="17367.98">22206 3487 11 0,'-7'-8'233'0,"2"3"-13"0,5 5-17 0,-19-8-16 15,6 8-2-15,-6 3-18 0,0 2-5 0,1 3-13 16,-2 2-14-16,-3 2-13 0,5-2-10 16,4 3-11-16,5-1-12 0,0 2-7 0,0 2-8 0,5-4-9 15,3 0-2-15,2 4-4 0,7 2-13 16,2-4-27-16,9 4-31 0,3-4-41 0,-3-5-44 16,12-2-56-16,-3 1-54 0,0-3-120 0,0-5-355 15,0 0 157-15</inkml:trace>
  <inkml:trace contextRef="#ctx0" brushRef="#br0" timeOffset="17594.32">22459 3370 63 0,'0'-10'238'0,"0"-1"-2"0,-1 4-7 16,1 7-17-16,0-12-20 0,0 12-22 0,1-9-25 15,-1 9-17-15,0 0-11 0,0 0-8 0,0 0-8 16,-5 30-6-16,3-12-3 0,-1 1-7 0,-3 7 2 15,5-1-10-15,-1-5-4 0,0 4-5 16,-1-3-4-16,3 3-8 0,0-4-2 0,0-2-6 0,2 0-1 16,1 0-8-16,0 0-9 0,1-1-38 0,0-5-46 15,0-1-52-15,1-1-61 0,-1-1-77 0,-4-9-136 16,5 12-410-16,-5-12 181 0</inkml:trace>
  <inkml:trace contextRef="#ctx0" brushRef="#br0" timeOffset="17750.04">22326 3523 222 0,'0'0'203'0,"0"0"-25"16,8-12-18-16,-8 12-15 0,16-6-14 0,1 2-13 16,3 1-34-16,3 2-46 0,8-3-57 0,-2 3-65 15,2 0-112-15,0-3-213 0,-2 2 94 0</inkml:trace>
  <inkml:trace contextRef="#ctx0" brushRef="#br0" timeOffset="17993.3">22922 3769 33 0,'0'0'169'0,"-2"9"-13"0,2-9-12 0,-4 9-14 0,4-9-13 16,-5 8-9-16,0-3-13 0,-1-1-20 16,-4 1-48-16,-1-2-70 0,0 0-126 0,-2-1-183 15,-5 0 82-15</inkml:trace>
  <inkml:trace contextRef="#ctx0" brushRef="#br0" timeOffset="18697.57">23558 3349 219 0,'-10'-3'222'0,"1"3"-2"15,9 0-17-15,-12-2-17 0,12 2-20 16,-7-2-19-16,7 2-10 0,0 0-19 0,0 0-9 15,23-4-13-15,5 0-6 0,6 0-13 0,4-2-2 0,19 1-10 16,-5 1-11-16,-1-1-33 0,-14 3-35 0,-2 1-44 16,-1 0-53-16,-5 2-59 0,-10 0-139 0,-6-1-335 15,-5 2 148-15</inkml:trace>
  <inkml:trace contextRef="#ctx0" brushRef="#br0" timeOffset="19082.93">23867 3323 107 0,'0'0'209'0,"0"0"-16"0,0 0-15 0,-6-3-19 15,6 3-20-15,0 0-12 0,0 0-17 0,0 0-4 16,0 22-7-16,1-7-2 0,-4 2-2 0,3 3-3 16,0 6-10-16,0 0-3 0,0 1-10 0,-1 2-4 15,1-2-7-15,-1-3-4 0,1-5-3 0,-1 0-7 16,1 0-2-16,0 1-6 0,1-4-5 0,0 3 3 15,-2-2-6-15,1-6 0 0,1 0-5 0,-1 1 0 16,0-1-3-16,0-11-4 0,-1 15-4 0,1-15-15 16,-3 13-3-16,-3-9-2 0,6-4-8 0,-5 7-8 15,5-7-3-15,-10 4 0 0,10-4-3 0,0 0 7 16,-23-2-1-16,23 2-2 0,-24-6 6 0,11 1 0 16,1 1 4-16,-6 1-1 0,7-1 5 0,-1 0 0 15,3 1-2-15,9 3 9 0,-15-5 8 0,15 5 0 16,-9-4-6-16,9 4 0 0,0 0 6 0,-9-2-8 15,9 2 7-15,0 0-2 0,0 0-1 0,0 0 1 16,41-1 6-16,-21-1-3 0,10 2-14 16,0 3-13-16,2-4-25 0,0-1-27 0,3 1-28 15,-2 1-43-15,-3-1-28 0,-2 2-92 0,0-2-289 0,-9-1 129 16</inkml:trace>
  <inkml:trace contextRef="#ctx0" brushRef="#br0" timeOffset="19305.71">24257 3574 137 0,'2'-5'233'0,"-2"5"-24"16,0 0-13-16,3-7-25 0,-3 7-17 0,0 0-17 15,0 0-18-15,0 0-11 0,0 0-4 0,0 0-9 16,0 0-8-16,1 22-4 0,-1-13-3 0,0 4-6 16,-2 2-7-16,2 2-6 0,-3-2-6 0,2 2-3 15,0-5-6-15,2 4-3 0,-2-3-6 0,2 4 1 16,-1-3-5-16,0 3-2 0,0-5-19 0,0 0-26 15,0 0-26-15,0-1-22 0,0-11-41 0,0 21-31 16,-1-12-30-16,1-9-13 0,0 17-118 0,0-17-319 16,-5 12 140-16</inkml:trace>
  <inkml:trace contextRef="#ctx0" brushRef="#br0" timeOffset="19672.04">24259 3588 24 0,'10'-17'153'0,"1"3"-4"0,3 2-12 16,-1 1 7-16,0 5-1 0,-1-5-5 0,6 6-12 16,-5 3-11-16,1 1-3 0,-1-1-11 0,0 1-7 15,-1 2-14-15,1 1-8 0,-4 3-7 16,1-2-6-16,-2 4-5 0,-3-1-5 0,-5-6-4 0,9 15-4 16,-6-8-2-16,-3-7 0 0,0 18 0 15,-3-9-8-15,-2 3-2 0,-3-3-5 0,2-1 3 16,-2 1-5-16,-1 1-6 0,2-4-9 0,-1 3-15 0,2-2-10 15,-1-3-9-15,7-4-5 0,-6 12-19 0,6-12 14 16,-3 10-2-16,3-10 7 0,2 12-4 0,-2-12 8 16,6 11 2-16,0-7 7 0,-6-4 0 0,11 14-9 15,-4-6 8-15,-2 0 13 0,4-1-12 16,-1 0 4-16,-8-7 4 0,13 16-2 0,-6-9 4 16,-7-7 2-16,8 10 0 0,-8-10 1 0,5 12 10 15,-5-12 19-15,3 9-4 0,-3-9 3 0,0 0-2 16,-9 15-2-16,1-11-1 0,-2 2 4 0,0-2-18 15,10-4-20-15,-23 8-23 0,15-5-31 0,8-3-50 16,-22 1-139-16,11 1-282 0,11-2 126 0</inkml:trace>
  <inkml:trace contextRef="#ctx0" brushRef="#br0" timeOffset="19840.05">24640 3814 140 0,'0'0'186'0,"0"0"-14"16,8 10-10-16,-8-10-13 0,0 0-12 0,0 0-14 16,-5 19-13-16,5-19-11 0,-5 17-43 0,0-7-56 15,5-10-50-15,-7 13-65 0,2-4-81 0,0 1-210 16,5-10 93-16</inkml:trace>
  <inkml:trace contextRef="#ctx0" brushRef="#br0" timeOffset="23559.98">25378 3415 20 0,'-2'-8'113'0,"2"8"-2"0,-2-5-5 0,2 5-1 16,0 0-3-16,-5-6-2 0,5 6-6 0,0 0 5 16,0 0-11-16,-4-8 10 0,4 8-19 0,0 0-2 15,0 0-5-15,-5-6-5 0,5 6-9 16,0 0-16-16,0 0 8 0,0 0-3 0,0 0-7 0,0 0 0 15,0 0-4-15,0 0 1 0,0 0-5 0,0 0-2 16,0 0-5-16,0 0 0 0,0 0-1 0,0 0 3 16,0 0-10-16,0 0 7 0,0 0-6 0,0 0 7 15,0 0-7-15,0 0-2 0,0 0 3 0,0 0-6 16,0 0 2-16,0 0 3 0,0 0-1 16,0 0 4-16,0 0 2 0,0 0 0 0,0 0 7 15,0 0-6-15,0 0-2 0,0 0 6 0,0 0-2 0,0 0 3 16,0 0 3-16,0 0 0 0,0 0 3 0,0 0-1 15,0 0-6-15,0 0-1 0,0 0-2 16,0 0-3-16,5-10-2 0,-5 10 2 0,0 0-2 16,0 0-3-16,0 0 0 0,0 0-3 0,0 0-2 15,0 0 1-15,0 0-1 0,0 0-3 0,0 0-1 16,0 0 3-16,0 0-5 0,0 0-2 0,0 0 4 16,1-7-3-16,-1 7 0 0,0 0-5 0,0 0 2 15,0 0-1-15,0 0 2 0,0 0 1 0,0 0-3 16,0 0-2-16,0 0-1 0,0 0 2 0,0 0-3 0,0 0-2 15,0 0-1-15,0 0 2 0,0 0 0 16,0 0 1-16,0 0-4 0,0 0 6 0,0 0-2 16,12 17 0-16,-10-12-2 0,3 0 6 0,-1 2-1 15,4 1-4-15,-6 1 1 0,2 0 1 0,1 3 1 16,-1-2-2-16,2 2 2 0,2 3-1 0,-3-4 5 16,3 2-4-16,-5 3-1 0,3-3 1 0,1 1 0 15,-4-3 1-15,5 3 2 0,-3-2-4 0,1-1 2 16,0 0 3-16,0-2-2 0,0 2 2 0,1-1-4 15,-3-2 2-15,0 0 0 0,2 2 2 0,-4-1 2 16,2-4-4-16,1 3 0 0,-1-1-1 0,-1 0 3 16,-1-1-2-16,4-2-1 0,-4 3 1 0,-2-7-1 15,5 11 2-15,-2-7 0 0,-3-4-1 0,4 6 3 16,-4-6-1-16,3 4 3 0,-3-4 2 0,0 0 5 16,0 0 9-16,0 0 9 0,0 0 5 0,0 0-3 15,0 0-4-15,0 0 3 0,12-17 2 0,-10 6-7 16,1 2-8-16,2-3 5 0,0 0-2 0,3-5-5 15,-3 0 2-15,3 1-5 0,0-2-1 0,4-5-2 16,-3 4 0-16,-1 1-3 0,1-7-2 0,1 2-1 16,0-1 1-16,1 0-3 0,-5 5 1 0,3-5-2 15,-3 6 1-15,0 3 0 0,-2 3 1 0,1 0-3 16,-1 1 1-16,0 1 0 0,-3-1-1 0,4 4-1 16,-5 2-5-16,4-2 7 0,-4 7-2 0,2-11 1 15,-2 11-7-15,2-8 3 0,-2 8 1 0,0 0-3 16,1-8-1-16,-1 8-12 0,0 0-15 0,0 0-18 15,0 0-7-15,0 0-18 0,0 0-19 16,0 0-21-16,0 0-39 0,0 0-32 0,0 0-39 0,-5 37-128 16,1-25-383-16,-1 5 169 0</inkml:trace>
  <inkml:trace contextRef="#ctx0" brushRef="#br0" timeOffset="23831.9">25962 3605 44 0,'0'0'186'0,"0"0"-5"0,0 0-12 0,0 0-13 16,0 0-11-16,-18-7-8 0,18 7-13 16,-13 0-11-16,2 3-8 0,1 2-12 0,-2-1-11 15,3 3-1-15,-5 0-9 0,5 1-6 0,-2 4-7 16,-1 0-7-16,4-2-3 0,3 1-4 0,-1-1-2 15,2 2-5-15,4-1-5 0,1 0 0 0,4 2-2 16,2 0-9-16,3 0-18 0,4 0-18 0,-1-4-26 16,0 0-21-16,6-2-26 0,-1 0-36 0,2-2-29 15,-2-4-129-15,-1 0-305 0,2 2 134 16</inkml:trace>
  <inkml:trace contextRef="#ctx0" brushRef="#br0" timeOffset="24240.88">26436 3515 114 0,'0'0'187'0,"-4"-10"-15"0,4 10-20 0,-13-1 2 16,13 1-3-16,-19 7-10 0,6-1-11 0,-3 5-15 16,-1-2-4-16,2 3-10 0,-2-1-5 0,5 1-14 15,4-2-9-15,3-1-8 0,-1 1-5 0,4-1-8 0,-1 1-7 16,3-10 5-16,3 17-9 0,3-8-3 0,1-2-3 15,3 1 0-15,4-3-5 0,2 2-6 0,0-2-4 16,1-3-4-16,-3 0 0 0,-3 0-4 16,1-1-2-16,-12-1-4 0,20 0 2 0,-11 0 1 15,-9 0-4-15,13-1 1 0,-13 1 4 0,9-2-6 16,-9 2-1-16,0 0 4 0,10-4 3 0,-10 4-3 16,0 0-4-16,0 0 5 0,0 0-5 0,0 0 1 15,0 0-6-15,0 0 3 0,-30-9 0 0,17 9 1 16,13 0-3-16,-26 8 6 0,9-6-3 0,5 3 2 15,1-1-1-15,1 1-1 0,0 3-1 0,3-2-1 16,1 3 0-16,2-4 6 0,1 4-4 0,3-9 0 16,-2 11 1-16,2-11-3 0,4 14 2 0,1-6 6 15,3 0-5-15,2 0 3 0,5 0-8 0,4 0-25 16,0-5-20-16,2 3-35 0,-1-3-36 0,8 1-24 16,-2-3-41-16,-4 1-129 0,-3-2-338 0,2 5 150 15</inkml:trace>
  <inkml:trace contextRef="#ctx0" brushRef="#br0" timeOffset="24440.67">26975 3737 112 0,'0'0'178'0,"0"0"-18"0,0 0-13 0,0 0-13 0,11 5-4 16,-11-5-2-16,0 0-9 0,-2 17-9 15,2-17-8-15,-4 15-11 0,-1-6-2 0,-3 4-16 0,0-3-22 16,-2 4-40-16,-1-1-30 0,3-4-47 0,1 2-57 16,-5 1-116-16,0-3-256 0,1-1 113 0</inkml:trace>
  <inkml:trace contextRef="#ctx0" brushRef="#br0" timeOffset="25309.28">27616 3442 7 0,'-2'-7'181'0,"-3"2"-14"0,0-4-2 0,0 4-11 16,-3-2-3-16,4 2-11 0,-6-1-15 0,5 3-9 15,-3-3-16-15,2 4-11 0,6 2-7 0,-19-3-11 16,12 4-3-16,-3 1-8 0,-4 3-5 15,-1 4-3-15,-4 1 0 0,-4 6-12 0,6-4 0 16,-4 4-6-16,6-2 2 0,1-1-8 0,1 0-3 0,3 2-2 16,2-5 1-16,3 3-6 0,1-3 0 0,0 2-2 15,3 0 4-15,1-1-3 0,3-2-1 0,1 0-2 16,5 0-3-16,1-1 1 0,-2 0 1 0,8 1-1 16,0-5-1-16,-3 0-1 0,3-1-3 15,1-1-1-15,-5-1-3 0,6-1 2 0,0-1-2 16,-5-1 1-16,-1-1 0 0,-1-1 0 0,3 0 5 15,-4-1-5-15,-3-1 1 0,2 0-1 0,-2-1-1 16,-2-1 0-16,4-2 2 0,-3-1-2 0,1 1-2 0,-2 0-2 16,-1 0 4-16,0-3 5 0,0 4 1 0,-3-2-5 15,3 3 5-15,-4 0 2 0,2 2 12 0,-2 6 2 16,2-13-2-16,-2 13-1 0,0-9-6 16,0 9 0-16,1-7 2 0,-1 7-5 0,0 0 3 15,0-8-8-15,0 8 7 0,0 0-3 0,0 0-1 16,0 0-4-16,1-8 1 0,-1 8-2 0,0 0 0 15,0 0-2-15,0 0 1 0,0 0-3 0,0 0 2 16,0 0 0-16,0 0 3 0,0 0-4 0,0 0 5 16,0 0-2-16,0 0 0 0,0 0 2 0,0 0-4 15,0 0 3-15,0 0-1 0,0 0-2 0,0 0 1 16,0 0 1-16,0 0-4 0,0 0 0 0,0 0 3 16,0 0-3-16,1-8 0 0,-1 8 1 0,0 0 0 15,0 0 3-15,0 0-2 0,0 0 3 0,0 0 7 16,0 0-6-16,0 0 0 0,0 0 7 0,0 0-1 15,0 0 2-15,0 0 2 0,0 0 0 0,0 0 0 16,0 0 0-16,0 0-2 0,0 0-3 0,0 0 0 16,0 0-5-16,0 0 0 0,0 0-2 0,0 0-5 15,0 0-2-15,0 0 4 0,0 0-6 0,0 0-1 16,0 0 6-16,0 0-4 0,0 0 1 0,5 27-2 16,-8-20 1-16,3 3 1 0,0 2 1 0,0-2 2 15,0 0-2-15,3 2 0 0,1-2 1 0,-3 0 1 16,2 0 1-16,0 2 0 0,1 0 1 0,1-2-3 15,1-1-19-15,2 0-14 0,-2-1-27 16,3 0-31-16,-1-1-43 0,2 0-36 0,3 0-43 0,-4 0-165 16,-2-4-409-16,4-2 180 0</inkml:trace>
  <inkml:trace contextRef="#ctx0" brushRef="#br0" timeOffset="25689.12">27925 3469 78 0,'3'-7'204'0,"-3"7"-13"0,0 0-25 16,0-6-17-16,0 6-16 0,0 0-13 0,0 0-15 15,0 0 0-15,0 0-12 0,0 0-4 0,-3 25-8 0,3-25-8 16,0 17-6-16,1-8-7 0,-2 1-5 16,1-10-3-16,1 17-4 0,-1-6-5 0,0-11-3 15,2 12-5-15,-2-12 1 0,2 10-1 0,-2-10-7 16,0 0 2-16,0 0 0 0,0 11 4 0,0-11 1 15,0 0-4-15,0 0-2 0,0 0-5 0,0 0 0 16,0 0-4-16,0 0-4 0,0 0-2 0,0 0-5 16,13-29 2-16,-6 21-2 0,-2-2-6 0,2 0-1 15,-1 1-8-15,3-1 1 0,4-1-5 0,-2-2-1 16,2 1-8-16,0 5 7 0,-3-1 5 0,3 4 0 16,-3 0-3-16,-1 1 0 0,1 3-3 0,-10 0 0 15,14 2 1-15,-9 2 3 0,4 2-3 0,-4-1 5 16,1 2 1-16,-3 0-3 0,3 3 3 0,-3 1 4 15,-1-3-3-15,3 3-1 0,-3-2-20 0,-1 2-28 16,-1 0-34-16,0-11-31 0,3 18-33 0,-2-11-144 16,-1-7-320-16,2 10 142 0</inkml:trace>
  <inkml:trace contextRef="#ctx0" brushRef="#br0" timeOffset="26131.19">28415 3353 25 0,'-14'-4'190'0,"3"1"-20"0,-2 3-1 15,0 3-9-15,-6 1-7 0,2 3-23 0,0 2-9 16,1 4-10-16,1-1-9 0,0 0-13 0,3 3-9 16,3-2-7-16,3 2-5 0,2-2-9 0,1 3-2 0,3-5-6 15,2 1 1-15,1 1-9 0,4-2-1 0,-1 0 0 16,4-1-8-16,1-3 0 0,-1 3-2 15,2-4-1-15,1-3-4 0,4 2 0 0,-5-3-6 16,0 0 1-16,1-2 0 0,-4-3-3 0,0 0 0 16,2-3-5-16,-2-1 4 0,-1-5-5 0,2 3-5 15,-3-5 4-15,0-3-2 0,1-1-1 0,-3-1 5 16,0-7-5-16,2 0-1 0,-3 0-2 0,1-1 0 16,-3 0 6-16,3-1-1 0,-4-1-1 0,2 1-1 15,2 0 6-15,-4 2 9 0,2 9 11 0,-3 2 6 16,1 4 4-16,-1 1 5 0,0 2-7 0,0 8-2 15,0-11-12-15,0 11-7 0,-1-9-4 0,1 9-3 16,0 0-2-16,0 0-1 0,0 0-4 0,-5 41 2 16,1-20-3-16,-2 7 2 0,1 0 1 0,-2 2-5 15,1-1 3-15,1 0-1 0,2-1-3 0,-1-1 4 16,1 0 2-16,-1-2-6 0,1 0 6 0,3-6-28 16,1 5-35-16,-1-6-25 0,2 1-31 0,-1-3-63 15,2 1-61-15,-3-1-148 0,0-4-413 0,0-12 183 16</inkml:trace>
  <inkml:trace contextRef="#ctx0" brushRef="#br0" timeOffset="26594.46">29058 3236 63 0,'0'0'204'0,"-5"-8"-18"0,5 8-23 15,0 0-15-15,6-11-18 0,3 8-9 0,3 1-14 16,6-3-10-16,2 3-16 0,2-2-5 0,6 3-5 16,0-2-13-16,-5 1-21 0,-6 0-29 0,-1 4-35 15,-3-4-21-15,0 2-35 0,0 0-20 0,-5-1-16 16,0 1-76-16,-8 0-212 0,11-3 94 0</inkml:trace>
  <inkml:trace contextRef="#ctx0" brushRef="#br0" timeOffset="26987.92">29288 3185 48 0,'0'0'92'0,"0"0"15"15,-6-2 9-15,6 2 5 0,0 0 11 0,0 0 9 16,-8-2-6-16,8 2-4 0,0 0-10 0,0 0-7 16,0 0-24-16,0 0-2 0,0 0-15 0,0 0-3 15,-6 8-11-15,3 1 9 0,1 3-8 0,0 3-3 16,1 5 3-16,-3 5-3 0,0 1-5 0,-1-1 3 16,1 0-1-16,-1 1-4 0,2-7-6 0,1 7-1 15,0-8-6-15,-1 0-4 0,2 0 0 0,0-1-6 16,-1 0 5-16,2-2-5 0,0-2-2 0,-1-3 0 15,1 0-8-15,-1 2-1 0,2-2 2 0,-2 0 0 16,-1-2-2-16,4 0-3 0,-2-8 2 0,1 12-4 16,-1-6 0-16,0-6-5 0,0 11-1 0,0-11-7 15,-3 7-1-15,3-7-3 0,0 0 0 0,-3 6-5 16,3-6 3-16,0 0-3 0,-9 3-4 0,9-3-4 16,0 0-3-16,-16-2 5 0,16 2-3 0,-14-3 0 15,7-1 6-15,0 0 3 0,0 1 0 0,1 0-2 16,6 3 2-16,-11-3 1 0,11 3 2 15,-6-3 4-15,6 3 4 0,-7-4-6 0,7 4 2 16,0 0-2-16,0 0 3 0,-10 0-1 0,10 0 0 16,0 0 0-16,0 0 5 0,0 0 1 0,0 0-3 15,28 0 2-15,-7 3 3 0,-1-3-2 0,12 1-2 16,0 1-10-16,0-2-21 0,2 0-46 0,1 0-45 16,-1-2-65-16,0 2-135 0,-2-1-350 0,-2-2 155 15</inkml:trace>
  <inkml:trace contextRef="#ctx0" brushRef="#br0" timeOffset="27231.72">29815 3505 220 0,'0'0'221'16,"-7"-7"-16"-16,2 6-11 0,5 1-15 0,-12-2-8 15,1 2-19-15,0 2-5 0,-2 1-10 0,-2 4-3 16,-3 0-11-16,4 0-5 0,-3 2-6 0,3-1-18 15,1 0-6-15,4-1-8 0,0 3-10 0,-1-1-4 16,5 0-8-16,2 1-3 0,3-10-7 0,-1 16 0 16,4-6-6-16,1 0-2 0,2 0-14 0,3 0-19 15,5 0-29-15,2-1-35 0,4-1-36 16,7 0-32-16,1-1-27 0,-1 0-40 0,-7-4-12 0,2 0-128 16,-2 0-360-16,1-1 160 0</inkml:trace>
  <inkml:trace contextRef="#ctx0" brushRef="#br0" timeOffset="27354.9">30047 3679 109 0,'5'-5'166'0,"2"0"0"0,-2 2-2 16,-5 3 5-16,8-7-4 0,-3 3-5 16,-5 4-8-16,5-6-4 0,-5 6-13 0,4-5-17 0,-4 5-10 15,0 0-21-15,2-6-19 0,-2 6-44 16,0 0-47-16,0 0-52 0,0 0-55 0,0 0-156 0,0 0-308 16,0 0 136-16</inkml:trace>
  <inkml:trace contextRef="#ctx0" brushRef="#br0" timeOffset="32374.68">6988 4870 72 0,'0'0'127'0,"3"-11"6"15,0 5 8-15,-3 6-22 0,1-11-7 16,-1 11-3-16,-1-14-5 0,1 14-7 0,-5-9-6 16,1 4-12-16,-1 1-7 0,-4 1-10 0,0 2-3 0,-3 0-4 15,-3 2-8-15,-1 0 0 0,-4 3-8 0,0 3 3 16,1 2-11-16,0-2 0 0,2 5 3 16,-2-3-3-16,2 2 0 0,2 1-11 0,3-1 0 15,1 2-4-15,1 0 1 0,4-1 1 0,0-1-8 0,6 1 9 16,0-1-9-16,3 2 4 0,3-2-4 15,1 0-1-15,4 3 1 0,3-5-1 0,3 1-1 16,6 4-1-16,-4-7-4 0,1-1 3 0,1-1-5 0,-2-1-2 16,-1 0 0-16,0-3-2 0,-4 1-2 0,-2-1-3 15,-1 0 0-15,-1-1 7 0,-10 0-10 0,14-1 7 16,-14 1 7-16,9-3-4 0,-9 3 6 16,5-1 3-16,-5 1-5 0,0 0 2 0,0 0-3 15,0 0-3-15,-17-12 1 0,9 11 2 0,-5 2 1 0,-1 2-2 16,-4 0-3-16,0 1 7 0,-1 2 1 0,-7 5 1 15,6-4 6-15,3 4-5 0,-1-2 7 0,2 3-3 16,2 1-1-16,-1 0 3 0,4 1-1 16,2-2 0-16,4-1 1 0,2 0-6 0,1 0-1 15,2 1 3-15,4-1-3 0,-2-1 4 0,7 5-2 0,3-3-5 16,2-1-18-16,2-1-14 0,1 0-37 0,3-2-25 16,6 0-29-16,0-2-18 0,-5-2-21 0,7-2-98 15,-7-1-277-15,-1-4 123 0</inkml:trace>
  <inkml:trace contextRef="#ctx0" brushRef="#br0" timeOffset="32693.85">7195 5124 52 0,'-2'-17'160'0,"2"1"-4"0,0 4 2 0,0 0-4 0,0 0-1 16,0 4-3-16,-1-1-3 0,1 9-16 16,-2-11-13-16,2 11-21 0,0 0-9 0,2-8-9 15,-2 8-8-15,0 0-6 0,0 0-9 0,9 21-5 16,-6-11-5-16,2 3-9 0,1 5 0 0,-2-1-1 0,2 0-6 15,-2 2 2-15,0-3-3 0,0 2-2 0,0-1-5 16,1-1-3-16,-1-1 3 0,-2-3-4 16,3-2-1-16,-2 1-5 0,-1-1 6 0,4-1-6 15,-4-3 0-15,2-1 1 0,-4-5 1 0,6 6 9 16,-6-6 15-16,9 1-3 0,-9-1 6 0,0 0 5 16,13-12 1-16,-7 4-1 0,2-2-10 0,-2-5 2 0,2-1 1 15,1 1-2-15,1-3-5 0,1-8-5 16,-2 2-2-16,2-1-5 0,-2-3-1 0,1 3-6 15,3 1-5-15,-4-1-19 0,-1 9-13 0,-2-1-34 16,1 6-16-16,-3 3-47 0,0 1-50 0,0 4-20 16,-4 3 1-16,0 0-6 0,0 0-117 0,8 18-337 15,-9-6 149-15</inkml:trace>
  <inkml:trace contextRef="#ctx0" brushRef="#br0" timeOffset="32960.97">7508 5269 29 0,'11'-6'187'0,"-4"2"2"0,3 1 2 0,-2-6-2 16,-1 0-23-16,2-5-2 0,0 5-8 16,-1-2-9-16,1-2-9 0,-2-1-9 0,1 0-14 0,-2-3-7 15,0 2-14-15,-3 3-8 0,4-4-9 16,-5 2-4-16,-2 3 0 0,2 0 7 0,-4 1-13 16,0 1-11-16,-5 2-6 0,5 0-4 0,-3 4-10 15,5 3-3-15,-12-4-3 0,2 4-7 0,10 0-10 0,-22 9 6 16,10 5-2-16,0-3 0 0,-1 5-3 15,3 0 0-15,4 1-8 0,-2 0 5 0,7-1-4 16,1 4-4-16,3-4-16 0,3 2-7 0,0-2-18 16,8-4-19-16,0 3-30 0,4-3-32 0,5 0-26 15,-3-3-19-15,7 0-29 0,0-2-144 0,0-1-363 0,-8-3 161 16</inkml:trace>
  <inkml:trace contextRef="#ctx0" brushRef="#br0" timeOffset="33258.08">7913 5218 106 0,'5'-8'184'0,"-5"8"-4"16,0 0-15-16,0 0-10 0,3-6-9 0,-3 6-18 16,0 0-13-16,0 0-11 0,0 0-9 0,0 0-15 0,0 0-10 15,0 0-2-15,0 0-4 0,0 0-7 16,0 0-1-16,0 0 1 0,0 0 2 0,0 0 5 16,0 0 4-16,0 0 12 0,0 0 11 0,0 0 3 15,0 0-4-15,0 0-10 0,0 0-1 0,0 0-7 16,-3-13-10-16,4 7-4 0,2-4-6 0,-1 1-2 15,2-1-7-15,3-1-2 0,0 0-6 0,2-2-3 16,3 0-4-16,-1 0-4 0,1 2-4 0,-2 4-1 16,0 0-2-16,1 2-4 0,0 0-6 0,-1 4-1 15,-1 1 0-15,4 2-1 0,-3 2-2 0,-1 1-3 16,1 3 3-16,-1 2-3 0,-2-2-8 0,-1 3-13 16,2 7-23-16,-2-2-37 0,-2 2-26 0,-2-2-40 15,1 2-48-15,0-1-36 0,-3 1-153 0,1-1-414 16,1-2 184-16</inkml:trace>
  <inkml:trace contextRef="#ctx0" brushRef="#br0" timeOffset="33567.71">8571 5246 239 0,'5'-8'223'0,"1"4"-13"0,2-6-9 0,1 1-13 15,1-1-13-15,1-2-12 0,-4 2-8 0,4-1-14 16,-3 2-6-16,1-5-13 0,-1 3 2 0,2-2-23 16,-2-1-8-16,-2 3-5 0,0 0-8 0,0-5-3 15,-2 7-5-15,-2-2-7 0,-1 1-5 0,1 1-2 16,-2 9-4-16,-3-13-4 0,1 7-2 0,2 6-10 16,-5-8-4-16,5 8-11 0,-9-1 2 0,9 1-5 15,-21 11-1-15,10 0-2 0,-2 2-5 0,-1 1-2 16,4 3-1-16,1 0 5 0,1-1-10 0,4-1-2 15,2 2-1-15,0-4-20 0,4 0-11 0,2 2-12 16,2-1-22-16,3 2-24 0,2-4-21 0,2 0-55 16,1-3-34-16,3 1-208 0,-6-4-441 0,6-3 195 15</inkml:trace>
  <inkml:trace contextRef="#ctx0" brushRef="#br0" timeOffset="33723.91">8676 4899 60 0,'0'0'78'0,"0"0"-33"0,-10 7-35 16,10-7-43-16,-3 12-34 0,3-12 15 0</inkml:trace>
  <inkml:trace contextRef="#ctx0" brushRef="#br0" timeOffset="33976.44">8960 4866 204 0,'-2'-10'238'0,"2"10"-4"16,-1-9-7-16,1 9-15 0,0 0-26 0,-1-8-20 16,1 8-19-16,0 0-16 0,0 0 1 0,-2 25-5 0,2-6 0 15,-1 11-8-15,1 0-8 0,-1 5-11 0,0-1-9 16,-2 1-4-16,1 0-8 0,-1-3-10 15,1 3-2-15,-1-2-7 0,2 0-1 0,-2 1-6 16,2-4-2-16,-1 1-8 0,2-3 1 0,0 0-8 16,-1-2 0-16,0 0-15 0,0-7-26 0,2-3-21 15,-1 1-28-15,-1 2-32 0,-1-3-39 0,2-3-32 0,0-2-42 16,0-11-38-16,-2 20-158 0,-2-12-428 16,-2-4 190-16</inkml:trace>
  <inkml:trace contextRef="#ctx0" brushRef="#br0" timeOffset="34122.49">8759 5266 39 0,'0'0'128'0,"22"-5"-22"0,-5 1-23 16,4 3-36-16,10-2-34 0,6 0-30 0,-3 2-50 15,-1-1-72-15,6 1 32 0</inkml:trace>
  <inkml:trace contextRef="#ctx0" brushRef="#br0" timeOffset="34866.4">9733 5101 104 0,'2'-6'200'0,"0"0"5"0,-2 6-7 16,-2-11-13-16,2 11-19 0,-6-9-10 0,1 5-13 15,0 0-14-15,-5 3-9 0,10 1-12 0,-22 6-6 16,6 2-7-16,1 4-11 0,-8 4-6 0,8-3-6 15,-2 6-8-15,4-3-6 0,4 0-7 0,4-4-6 16,0 3-3-16,3-2-3 0,2 2-2 0,1-3-4 16,3 0-1-16,1 2-5 0,1-4-1 0,2-2-1 15,2 0-2-15,-1-2-7 0,3-2-1 0,0-3-2 16,-1 2-7-16,0-3-3 0,-11 0-3 0,22-4-2 16,-11 1 1-16,1-3-1 0,-3-1-4 0,1 1-1 15,0-4 2-15,-2 0 1 0,3-2 0 0,-3 2 1 16,-3-3 0-16,2 3-2 0,-2-2 0 0,0-1 3 15,-3 2-1-15,2-2 1 0,-1 3 0 0,-1 0-4 16,1 0 3-16,-2 4 7 0,0 0-2 0,-1 6-2 16,2-10-2-16,-2 10-3 0,0 0-1 0,0 0 7 15,0 0-6-15,0 0 1 0,0 0 4 0,0 0 1 16,-2 35 2-16,1-20 5 0,1-3-2 0,0 8 2 16,3-5-4-16,-2-3 4 0,0 0-1 0,2 1 0 15,-1-2-2-15,5 1 12 0,-2 0-8 0,3 1-1 16,-1-3 1-16,1-2 3 0,2-1-2 0,-1-3 9 15,0-1-8-15,1-1 10 0,0 0-11 0,-10-2 0 16,17 0 3-16,-17 0-4 0,13-6-2 0,-3 1 2 16,-1-2 5-16,-1 2-5 0,-1-4-1 0,1 1-5 15,0-2 2-15,-3-1-2 0,1 0 1 0,-1 0 0 16,0 0-2-16,2-2 1 0,-2 4-2 0,0-1-2 16,0 0 3-16,2 3-5 0,-7 7 0 15,7-10-5-15,-7 10 0 0,12-6 7 0,-12 6-4 0,0 0-1 16,0 0-1-16,16 12 3 0,-8-5 1 0,-3 1-2 15,1 1 0-15,0 2 1 0,0-3 3 0,3 2 7 16,-1-3-2-16,3 6 5 0,2 0 0 0,-4-4 2 16,7-3-3-16,-4 0 3 0,1 0-2 0,3-4 1 15,-3 0-1-15,6-2 2 0,0 0-1 0,-5-2 6 16,4-4-9-16,0 1-2 0,-1-1 2 0,-2 0 1 16,2-1-5-16,-8-3 3 0,0 3-2 0,1-2 2 15,-4-3-4-15,-1 3 3 0,-2-3-2 0,1 0 4 16,-2-3-3-16,-2 4 1 0,0-2-1 0,-1 2 3 15,0 0-3-15,-2 1 6 0,1 0-6 0,-1 5 1 16,3 5-3-16,-5-10-4 0,5 10-1 0,-9-4-1 16,9 4 2-16,0 0-2 0,-24 13 0 0,12-7 2 15,0 6 0-15,1-1 9 0,0 5-9 0,4-6-13 16,1 2-28-16,2-2-31 0,2 7-40 0,3-7-57 16,3 1-70-16,1 0-159 0,4-4-434 15,4 1 192-15</inkml:trace>
  <inkml:trace contextRef="#ctx0" brushRef="#br0" timeOffset="35421.51">11186 4805 171 0,'-7'-10'208'0,"2"3"-8"15,0-2-23-15,2 4-15 0,3 5-14 0,-8-4-21 16,8 4-3-16,-13 13-9 0,5 4-2 0,-2 10-3 16,-1 7 8-16,0 13-13 0,-3 2-7 0,4 0-8 0,5 0-7 15,-1-2-10-15,2 1-3 0,5-15-6 16,-1 15-5-16,3-13-2 0,0 13-6 0,1-12-1 16,-1-3-8-16,-1 2 2 0,1-3-5 0,-1 0-2 15,4 0-5-15,-4-5 0 0,-2 5-7 0,4-5 3 16,-3-2-14-16,-1 0-23 0,3-8-21 0,-3-2-31 15,-3-2-40-15,3-2-36 0,-1-3-29 0,1-8-28 16,0 11-168-16,-3-7-391 0,3-4 173 0</inkml:trace>
  <inkml:trace contextRef="#ctx0" brushRef="#br0" timeOffset="35736">11018 5260 19 0,'12'-4'129'0,"6"2"3"0,2 4-3 16,2-4 3-16,6 7 5 0,0 0-17 0,0 0-7 16,4 4-6-16,-7 0-13 0,2 3-7 0,-6 3-1 15,-4-1-13-15,3 3-4 0,-6-5-1 0,-2 1-9 16,0 3-2-16,-2-3-3 0,-4 1-8 0,0-2-10 16,-1-1 6-16,0-2 0 0,-5 1 10 0,2-2 5 15,-2-8 6-15,0 9 4 0,0-9 2 0,-5 6 3 16,5-6-8-16,0 0-6 0,-17-5-4 0,17 5 4 15,-13-10 15-15,7 0-4 0,-2 1-7 0,3-3-11 16,1-3 1-16,3-2-14 0,2-1-3 0,3-1-5 16,0-1-15-16,5-4-6 0,5 1-8 0,-1 2-7 15,3 2-18-15,0 4-18 0,0 2-21 0,7-1-25 16,-2 4-34-16,-3 5-36 0,3 1-31 0,-3 1-14 16,2 6-129-16,-9 3-357 0,7 2 158 0</inkml:trace>
  <inkml:trace contextRef="#ctx0" brushRef="#br0" timeOffset="36203.86">11627 5463 25 0,'0'0'194'0,"0"0"-10"0,0 0-4 0,14-14-6 16,-9 4-6-16,-1 5-9 0,4-4-14 0,-1-1-10 16,1-3-18-16,1-3 3 0,0 2-12 0,1-1-12 15,2 0-10-15,-4-2-4 0,-1 2-5 0,3 0-3 16,-5 1-7-16,-1 2-8 0,-1 0 1 0,0 2-3 15,0 1-8-15,-2 2 1 0,-1 7-2 0,1-11-1 16,-1 11-7-16,-1-9-5 0,1 9-3 16,-5-7-9-16,5 7-6 0,0 0-3 0,-14 0 0 0,4 7 2 15,-3 3-2-15,0 6-6 0,2-3-2 0,-1 3 2 16,4 1-3-16,2 2 3 0,1-3-4 0,0 2 3 16,2-1-7-16,3-1 4 0,6-4 3 0,-2-1-2 15,7 3-1-15,0-2 0 0,3-3 2 0,3 0-2 16,10-2 2-16,1-3-2 0,-1-2 0 0,6-4 3 15,-5 1-1-15,1-2 2 0,0-2-3 0,-9 1 0 16,6-7 2-16,1 1-3 0,-3-1 2 0,0-2-2 16,-9 2 8-16,2-2-8 0,-2 1 2 0,-1 0-1 15,-3 0-4-15,-4-3 1 0,2 0 1 0,-4 1-3 16,-2 0 3-16,2 3 3 0,-5 1-4 0,-2 0 2 16,-1 1-2-16,2 1 2 0,1 8-5 0,-7-10-1 15,2 6 3-15,5 4-5 0,-17-1-2 0,7 4-1 16,-5 4 2-16,-1 3-1 0,0 3 4 0,3-1-3 15,-1 4-1-15,5 0 2 0,0 1 7 0,2 0-12 16,5 1-13-16,2 1-16 0,5-2-25 0,2 1-22 16,3-1-14-16,11 0-32 0,4-1-36 0,7-2-22 15,3-1-165-15,12 2-382 0,4-3 169 0</inkml:trace>
  <inkml:trace contextRef="#ctx0" brushRef="#br0" timeOffset="36473.65">12841 5110 9 0,'0'-17'261'16,"0"1"-2"-16,-2 5 3 0,2 1-22 0,0 4-13 16,-2-2-21-16,2 8-21 0,0-9-26 0,0 9-18 15,0 0-15-15,0 0-14 0,0 0-12 0,4 27-3 16,-4-3-9-16,0 3-9 0,0 1-4 0,0 1-9 15,2 4-4-15,-2-6-5 0,0 4-7 0,2-1-5 16,-1-1-1-16,-1 1-5 0,2-1-2 0,0-3-2 16,0-1-13-16,0-6-21 0,0 0-28 0,4 0-28 15,-4-3-35-15,0-3-36 0,0 0-36 0,0-2-31 16,1-3-28-16,-3 0-148 0,0-8-399 0,0 0 177 16</inkml:trace>
  <inkml:trace contextRef="#ctx0" brushRef="#br0" timeOffset="36791.37">12904 5318 118 0,'11'0'159'0,"1"-3"-25"16,-1 2-5-16,-1 1-9 0,3 3-3 0,-3 1-9 16,-1 2-5-16,1 1-2 0,0-1 0 0,-3 2-13 15,3 0 2-15,-2 1-12 0,1-1-1 16,1 1-9-16,-2-2-6 0,1 2-1 0,2-4-7 0,-1 1-4 15,3-1 3-15,-5-1 1 0,4-3 0 16,-1 0 5-16,-1 0 1 0,-4-1 3 0,5-3 3 0,-2 0 0 16,1-2-4-16,0 0-4 0,-3-2-6 0,0-3-6 15,2 1-4-15,-4-3 3 0,1 1 7 16,-2 1 3-16,1-5-10 0,-2 1-2 0,-3 2-2 16,2 0-6-16,-4 1-5 0,2-1-4 0,-3 1-2 15,-1 1-5-15,-1-1-6 0,-1 4 6 0,1-1-19 0,-1 3-21 16,-4 1-19-16,-1 4-22 0,0 0-31 0,-3 4-47 15,3-1-37-15,-3 4-44 0,-1 5-154 0,7-2-406 16,2-3 181-16</inkml:trace>
  <inkml:trace contextRef="#ctx0" brushRef="#br0" timeOffset="37046.58">13928 5247 2297 0,'4'-12'124'0,"1"1"-33"16,-4 0-41-16,-1 0-8 0,-3 2 3 0,-2 1 4 0,1 2 5 16,0 0 10-16,4 6-9 0,-12-5-4 0,-1 5 9 15,-3 5-6-15,-2 5 6 0,3 2 6 0,-6 4-7 16,1 4-10-16,2-1-2 0,6-3-5 0,2 7-3 16,3 2-1-16,3-1-3 0,4-5-9 15,2 2-1-15,4-1 0 0,5 2-1 0,3 0-17 0,4-3-15 16,2-2-29-16,3-4-28 0,-6-3-30 0,11-2-43 15,-1 1-36-15,0-4-38 0,-7-3-27 0,9-2-196 16,-13-1-472-16,2-2 209 0</inkml:trace>
  <inkml:trace contextRef="#ctx0" brushRef="#br0" timeOffset="37409.11">14196 5182 77 0,'2'-16'170'0,"2"-1"8"0,-4 5 0 16,2 3 7-16,0 0-10 0,-1 4-13 15,-1 5-23-15,2-8-15 0,-2 8-12 0,0 0-7 16,0 0-10-16,0 0-6 0,2 31 0 0,-5-12-12 16,-1 7 3-16,0 1 8 0,-1 1-7 0,1-4-10 0,2 4-5 15,-2 0-1-15,4-2-7 0,0-5-4 0,0 3-5 16,0-6-6-16,2-3-1 0,-2-4-5 0,2 1-4 16,-2-3-1-16,0-1 0 0,0-8-3 15,0 11 2-15,0-11-4 0,0 7 11 0,0-7 15 16,2 6 9-16,-2-6 8 0,0 0-4 0,0 0-13 15,0 0-2-15,0 0-9 0,0 0 0 0,9-22-6 0,-3 12-15 16,-1-1-4-16,0-2-4 0,4-2-7 0,-3 6-3 16,3 2-3-16,-3-3 3 0,2 3-4 15,-8 7-6-15,9-8 2 0,-9 8-2 0,14-3 3 16,-14 3-3-16,10 4 4 0,-5 1-4 0,2 2 10 16,-3 2-9-16,3 1-4 0,-2-2 9 0,1 3-20 15,-3-1-8-15,1 1-13 0,0 1-22 0,1-1-25 16,-2 1-28-16,-3-1-28 0,2 0-28 0,2 0-30 15,1-6-23-15,-1 2-156 0,0 0-412 0,-4-7 183 16</inkml:trace>
  <inkml:trace contextRef="#ctx0" brushRef="#br0" timeOffset="37905">14524 5428 33 0,'2'-9'178'0,"-2"1"-7"0,0 8 10 15,0-10 0-15,0 10-15 0,0-10-18 0,0 10-14 16,0 0-16-16,0 0-8 0,0 0-8 0,0 0-1 15,0 0-15-15,0 0-8 0,-12 19-3 0,10-9-3 16,0-3-12-16,2 4-5 0,0-2-6 0,2 1-1 16,0 1 0-16,3-2-7 0,2 1-4 0,0-1-3 15,-1-3 3-15,3 1 1 0,3-1-9 0,-1-2-1 16,2 0-2-16,-2-2-2 0,0 0-1 0,-1-4 3 16,1 0-7-16,0-2 2 0,0 0-1 0,-6-1 4 15,3-1 0-15,-3-3 3 0,1 1 2 16,-2 0-5-16,-2-3-3 0,0 2-3 0,0-3 0 0,0 3 0 15,-1-4-6-15,0 3 3 0,1-2-5 0,-1 1 1 16,1 1-2-16,2 1-6 0,0 3 3 0,-1-2 0 16,4 2-6-16,-2 1 6 0,3 3 1 0,1-2-5 15,0 4-4-15,-9 0 5 0,16 4-9 0,-8 0-1 16,2 3 1-16,-3 2 0 0,-1-1 2 0,1 4-3 16,-1 0 5-16,0-2 0 0,-2 1-4 0,0-1 5 15,0 0-1-15,-1-2 1 0,3 2-3 0,0-1 6 16,-2-1-4-16,0-2 4 0,0 0 3 0,1-1 8 15,1-1 9-15,2 0 5 0,1-4 1 0,1 0 0 16,2-3 3-16,-1 0 2 0,1-3-1 0,3-1 1 16,-5 1 4-16,2-2 0 0,-2 1 7 0,-1-2-4 15,1-4 0-15,-2 0-6 0,-2 2 2 0,1-6-8 16,-5 2 8-16,-1-1-12 0,1 4-10 0,-2-7 2 16,1 6-18-16,-2-1-17 0,-1 3-12 0,1 1-17 15,-1 0-26-15,-2 5-34 0,1 0-41 0,3 5-36 16,-13-3-15-16,13 3-12 0,-16 8-3 0,3 4-158 15,0 1-402-15,2 3 178 0</inkml:trace>
  <inkml:trace contextRef="#ctx0" brushRef="#br0" timeOffset="38421.57">15063 5495 161 0,'18'-8'189'0,"0"0"-5"15,-5 2-3-15,2-4-10 0,0 0-6 0,-2-1-9 16,1 0-8-16,-2-3-11 0,-2-1-14 0,-1 2-3 15,0-2-15-15,-3 1-7 0,-2-1-11 0,1-1-5 16,1 1-14-16,-3 3-3 0,-2-1-2 0,0 0-11 16,-1 3-8-16,-1 3 4 0,1 7-11 0,-4-13-7 15,-2 7-10-15,1 1-3 0,-1 3-1 0,6 2-4 16,-16 0-4-16,16 0 4 0,-15 7-8 0,6 2 3 16,1 1 0-16,2 4-1 0,2-1-5 0,3-1 2 15,0 5-1-15,2 0-1 0,1 2 0 0,3 0 3 16,4-3-4-16,4 9 4 0,-5-9-3 0,3 2 5 15,2-3-9-15,0 2 9 0,0-2-2 0,-3-2 1 16,2 1-2-16,-1 0-5 0,-3-6 6 0,2 1 5 16,-5-2-5-16,-1-1 0 0,1-1-1 0,-1-2 1 15,-2 2 3-15,-2-5-2 0,0 0-1 0,0 0-2 16,0 0 4-16,0 0-4 0,0 0-2 0,0 0 4 16,0 0-4-16,-24-8-2 0,24 8-4 0,-1-11-6 15,1 11-2-15,6-14 1 0,2 6-2 0,1-2 4 16,6-2-1-16,1 0 1 0,11-4-4 0,-2 0 2 15,2 0 7-15,-3 1-4 0,3 2 3 0,0-3-1 16,-4 0 2-16,-8 6 4 0,0-1 9 0,-1 2 9 16,-2-4 12-16,-5 5 8 0,-1-2 4 0,-2 2 21 15,-3-2-4-15,-1 3 5 0,0 7-5 0,-1-12-6 16,1 12-5-16,-8-6-4 0,8 6-1 0,-17 0-3 16,4 3 2-16,2 1 10 0,-4 4-16 0,0 2 5 15,1-1-7-15,3 4-4 0,2 1 1 0,-1 0-2 16,6-2-3-16,1 1-11 0,2 0-24 0,2-1-28 15,6 2-32-15,3 0-43 0,1-3-54 0,5-1-68 0,-1 0-234 16,5-3-507-16,-2-2 225 0</inkml:trace>
  <inkml:trace contextRef="#ctx0" brushRef="#br0" timeOffset="52261.89">22864 9278 53 0,'0'0'141'0,"-10"2"0"0,10-2-3 15,-17 8-9-15,6 0 1 0,-1-4 0 0,-4 6-7 0,3-1-14 16,-1 4-6-16,1 0 2 0,0 0-8 0,0 0-9 16,0 0-10-16,-3 8-5 0,6-4-5 15,2-3 1-15,-2 5-9 0,3-1 1 0,1-1-11 16,0 2-5-16,2-1 3 0,0 0-3 0,3-2-9 0,0-2-1 15,2 1 0-15,-1-2-4 0,5 2-3 0,-1-2-2 16,1-3-2-16,1-1 2 0,3-1-3 16,1 2 2-16,1-4 1 0,4 1 0 0,-2-4-2 15,2 3 1-15,3-2-2 0,4-2-3 0,-4-2 3 0,2 0-1 16,0-2-2-16,1-1 2 0,1-1-4 0,-3-4-1 16,0 3-4-16,1-4 4 0,-3 1 0 15,0-2 0-15,-2 0-1 0,0-1 0 0,-4-1 2 0,0-1-6 16,-5 2-5-16,0-4 2 0,-5 1-2 0,0-2-1 15,-1-3 1-15,-1 1-4 0,-3-3 2 0,0 2-1 16,0 0-1-16,-6-4 2 0,1 7-3 0,-4-1 2 16,-6 1-3-16,-5 2 1 0,6 3 0 0,-9 0 0 15,5 5-2-15,1 3-3 0,-5 2 2 0,4 2 0 16,1 3-1-16,0 0-2 0,3 3 2 0,-1 1-16 16,2 1-16-16,2 1-15 0,1 2-31 0,1 1-25 15,2 1-35-15,3-3-36 0,3 0-42 0,-1 0-116 16,3-1-362-16,2-1 161 0</inkml:trace>
  <inkml:trace contextRef="#ctx0" brushRef="#br0" timeOffset="52724.78">23107 9549 6 0,'-10'0'166'0,"10"0"-5"0,0 0-5 0,-12-2-6 16,12 2-2-16,0 0-12 0,-7-2 0 16,7 2-6-16,0 0-10 0,0 0-10 0,0 0-7 15,0 0-2-15,0 0 1 0,0 0 0 0,0 0-4 16,41 0-10-16,-10-3-4 0,1 0 0 0,5 1-5 0,14-2-8 15,1 2-1-15,1-4-3 0,2 1-2 16,3-1-4-16,2 2-3 0,0-2 5 0,1 2-7 16,4-2-8-16,-1 1-4 0,-1 0-4 0,1 0-4 15,0 1 1-15,-4 4-3 0,2-1-3 0,-3-1 2 16,-3-2-2-16,-2 1-6 0,-3 3 0 0,-14-1-4 0,-2 1-2 16,-3 0-1-16,-3 0-3 0,-1 1-3 15,-9 1 1-15,-7-2 0 0,1 0-5 0,-3 1 2 0,-4-1-2 16,2 1-2-16,-8-1 1 0,13 0 0 0,-13 0-1 15,7 3 1-15,-7-3 1 0,0 0 4 0,11 0-2 16,-11 0-1-16,0 0-3 0,0 0 2 0,0 0-3 16,0 0 0-16,0 0-3 0,0 0-19 0,0 0-23 15,0 0-24-15,0 0-41 0,-25 6-33 0,16-5-47 16,9-1-52-16,-18 2-197 0,6-4-471 0,-5 2 209 16</inkml:trace>
  <inkml:trace contextRef="#ctx0" brushRef="#br0" timeOffset="53621.65">24583 9261 60 0,'0'0'131'0,"0"0"-3"0,0-12-2 16,0 12 8-16,0-10-5 0,0 10-3 0,0-8 2 15,0 8-6-15,-3-11-2 0,3 11 5 0,0-10-2 0,0 10-1 16,-2-6-8-16,2 6-9 0,0 0-1 0,0 0-8 16,2-12-8-16,-2 12-9 0,0 0-9 0,0 0-13 15,0 0-7-15,0 0-7 0,0 0-1 0,0 0-4 16,0 0-5-16,0 0-4 0,-1 28 5 0,2-11-5 16,2 1-1-16,-3 8-14 0,1 2 2 15,-2 1 1-15,-2-2 2 0,3 3-1 0,0-1 0 16,3 0-1-16,-8 1 2 0,2 1 2 0,2-3-2 0,1 1 0 15,0 0 4-15,1-3-4 0,-2-1 0 0,2-7-2 16,1 0-2-16,-1 0 1 0,1 0 0 0,1-5-3 16,-3-1 2-16,1 0-6 0,2-1 3 0,-1 0-3 15,0-1-1-15,0 1 0 0,0-5-6 0,0-1-18 16,-2-5-15-16,-2 12-17 0,2-12-29 0,0 10-13 16,0-10-21-16,0 0-33 0,-6 9-42 0,6-9-199 15,-10 1-417-15,10-1 185 0</inkml:trace>
  <inkml:trace contextRef="#ctx0" brushRef="#br0" timeOffset="53999.7">24809 9297 104 0,'0'-10'197'0,"-1"-3"-13"0,2 2-4 16,-2 2 6-16,2-1-12 0,-2 1-15 0,1 9-10 0,0-13-4 16,0 13-15-16,0-11-8 0,0 11-15 15,-3-7-10-15,3 7-18 0,0 0-5 0,3-8-10 0,-3 8-7 16,0 0-6-16,0 0 0 0,0 0-6 0,-3 31 4 16,2-14-4-16,0 3-3 0,1 6 10 0,-2 2-2 15,-1 0-1-15,0 0-6 0,2 3-3 16,-1-3 1-16,0 0-2 0,2 1-3 0,-4-1 0 0,3-4-1 15,-1 5-4-15,2-12-1 0,-1 2-3 0,0-2-5 16,0 1-2-16,0 0 3 0,2-2-2 0,-1-2-4 16,1 1-1-16,-2-3 0 0,1 0-2 0,1 0-2 15,-1 0-1-15,2 0-1 0,-2-3-11 0,2 0-21 16,-1 0-26-16,0-1-27 0,-1-1-30 0,0-7-25 16,3 12-36-16,-3-8-27 0,0-4-28 0,0 0-150 15,0 10-401-15,0-10 178 0</inkml:trace>
  <inkml:trace contextRef="#ctx0" brushRef="#br0" timeOffset="54471.71">24860 9547 112 0,'0'0'162'0,"0"0"0"0,-5-5 5 0,5 5-8 16,0 0-6-16,0 0-16 0,-6-3-12 15,6 3-13-15,0 0-11 0,0 0-2 0,0 0-11 16,23-4 1-16,-10 2 0 0,9 0-3 0,9-1-7 15,3-3-3-15,4 3-5 0,17-3-4 0,-2 1-2 0,5 0-6 16,1-4-6-16,3 4 0 0,1 0-1 16,-4 0-4-16,1 1 5 0,-3 1-11 0,1-2 0 15,-1 3-3-15,-3-2-3 0,-3 1-2 0,-10 1 0 16,-3-1 1-16,-1-2-4 0,-1 2-3 0,-4-1 4 16,-3 0 1-16,-2 2 7 0,-9 0-6 0,-2 2-1 0,-4-1-3 15,0 1 1-15,-3-1-1 0,-9 1 3 16,14 0-1-16,-14 0-3 0,11-2-1 0,-11 2-4 15,0 0 1-15,9 0-3 0,-9 0-2 0,0 0-2 16,9 0-4-16,-9 0 1 0,0 0-5 0,0 0 2 0,0 0-11 16,0 0-13-16,0 0-21 0,9-3-26 15,-9 3-31-15,0 0-37 0,0 0-22 0,0 0-34 16,0 0-57-16,0 0-176 0,0 0-450 0,-23 9 200 16</inkml:trace>
  <inkml:trace contextRef="#ctx0" brushRef="#br0" timeOffset="56121.62">25931 9409 104 0,'0'0'126'0,"0"0"-10"0,0 0-1 0,0 0-16 0,-8-4 0 16,8 4-4-16,0 0 4 0,0 0-12 0,0 0-11 15,-11-2 4-15,11 2-10 0,0 0-3 0,0 0-11 16,0 0-2-16,0 0-3 0,0 0-1 0,0 0-1 16,0 0 2-16,0 0-2 0,34 7 0 0,-13-4 1 15,12 1-8-15,3-3 6 0,3-1 3 0,14-3 2 16,2 3-4-16,1-1 1 0,-2 0-10 0,2-5 1 16,-1 2-2-16,0 2-2 0,1-3-3 0,-4 2-5 15,-3 0-4-15,-8 0 0 0,-5 0-3 0,-1-3 1 16,-1 4-3-16,-5 0-1 0,-6 2-2 0,-3 0-2 15,0-2 0-15,-5 1 1 0,-1 1-3 0,-3 0-2 16,-1 0-4-16,-3 0 5 0,-7 0-2 0,12 0-2 16,-12 0-3-16,10-2 3 0,-10 2-2 0,0 0 3 15,7 2-6-15,-7-2-3 0,0 0-13 0,0 0-12 16,0 0-12-16,0 0-20 0,0 0-8 0,0 0-28 16,0 0-20-16,0 0-41 0,0 0-31 0,0 0-107 15,0 0-317-15,-21 7 140 0</inkml:trace>
  <inkml:trace contextRef="#ctx0" brushRef="#br0" timeOffset="56585.78">26969 8916 126 0,'0'-15'204'0,"0"1"-18"0,0 2 11 0,0 0 4 16,-2 2-9-16,2-2-12 0,-2 2-5 0,2-1-12 15,0 3-2-15,0 8-7 0,0-13-9 16,0 13-19-16,0-9-8 0,0 9-14 0,0 0-11 0,-3-9-15 15,3 9-9-15,0 0-8 0,0 0-8 0,0 0-5 16,0 0-6-16,9 26 2 0,-4-9 0 0,1 7-13 16,1 5 0-16,0 2-2 0,0 3 0 0,3 11 4 15,-3 3-4-15,1 0 2 0,0 4 1 0,-1-1 2 16,-1 0-8-16,-1-2 11 0,0 0-7 0,-1-2-7 16,-1 0-2-16,-3-11 6 0,4 10 6 0,-6-12-13 15,2 1-1-15,2-2-1 0,-2 1-3 0,2-2-3 16,0 1-1-16,0-3 1 0,-2-1-1 0,5 0-2 15,-5-2-1-15,4-2 3 0,1 3-1 0,-2-1-3 16,3-1-2-16,1 0-9 0,-3-8-16 0,0 0-24 16,0 1-25-16,-2-2-32 0,0 1-34 0,-2-6-34 15,2-1-43-15,-2-1-27 0,-2-1-198 0,-2 0-471 16,0-3 209-16</inkml:trace>
  <inkml:trace contextRef="#ctx0" brushRef="#br0" timeOffset="57233.53">27128 9561 53 0,'-6'-5'158'16,"6"5"-5"-16,-8-7 4 0,2 3 1 0,6 4-1 15,-5-4-8-15,5 4-7 0,-6-5-12 0,6 5-16 16,0 0-12-16,-7-4-7 0,7 4-12 0,0 0 0 16,0 0-4-16,0 0-4 0,22 13-6 0,-6-6-11 15,0 2 2-15,4-1-1 0,7 5-8 0,0-1 1 16,5 1-9-16,-1-3 2 0,2 1-1 0,-1 0 0 16,1 1-7-16,-1-2-1 0,0 0 0 0,-1 0-5 15,3-3 3-15,-1 1-1 0,1 0-2 0,4-2-2 16,-4 1 2-16,-2-2-5 0,1-1-4 0,3-1 2 15,-5 3-3-15,-1-2-3 0,-3-1 6 0,2 0 1 16,-6-2-4-16,3 2-2 0,-5-1-2 0,-8 2 1 16,1-3-2-16,-3 1-3 0,1-2-4 0,-6 2 2 15,2 0-1-15,-8-2 2 0,9 0-3 0,-9 0-1 16,10 3-1-16,-10-3 1 0,0 0-1 0,9 0 3 16,-9 0 4-16,0 0 0 0,0 0 1 0,0 0-2 0,0 0 1 15,0 0-4-15,0 0 3 0,0 0-3 0,-23 6-2 16,16-4 1-16,-3 2-2 0,-6 3 1 15,-2-1-2-15,-1 3-3 0,-1-2 1 0,2 1 13 16,-2 0-14-16,3 2-2 0,-8 0 9 0,6 0-9 16,2-1 4-16,0 1-2 0,1-1-2 0,-1 2 1 15,1-3-6-15,3 3-16 0,2-5-27 0,-1 1-31 16,3 1-30-16,0-2-43 0,0 0-38 0,3 0-33 16,-1-2-185-16,7-4-440 0,-9 6 195 0</inkml:trace>
  <inkml:trace contextRef="#ctx0" brushRef="#br0" timeOffset="57458.2">28027 9651 164 0,'2'-12'227'0,"-3"1"-5"16,0-1-5-16,-3 0-6 0,-1 1-9 0,-5-4-16 15,2 0-8-15,-5 2-8 0,-1 2-17 16,0-1-5-16,-4 2-13 0,3 0-11 0,-2-1-12 0,3 1-11 15,2 5-10-15,0-2-12 0,2 2-4 0,0 1-8 16,3 0-7-16,1 1-20 0,6 3-23 0,-7-7-29 16,7 7-27-16,-9-4-45 0,9 4-49 0,-3-8-50 15,3 8-51-15,-2-13-149 0,2 13-414 0,3-17 183 16</inkml:trace>
  <inkml:trace contextRef="#ctx0" brushRef="#br0" timeOffset="58283.9">27053 9005 104 0,'0'0'118'0,"0"0"-9"0,0 0-4 0,0 0-2 16,0 0-8-16,-10 8 6 0,10-8-4 0,0 0-6 16,0 0 8-16,-5 4-10 0,5-4-2 0,0 0 0 15,0 0-1-15,0 0-1 0,0 0 4 0,0 0 6 16,0 0-7-16,0 0-5 0,0 0 4 0,0 0 0 15,0 0 2-15,0 0 2 0,0 0 7 0,0 0-6 16,0 0-3-16,0 0-13 0,0 0-4 0,11-20-10 16,-3 13 0-16,1-2-12 0,1-4 6 15,7 0-1-15,4-5-1 0,0 0-6 0,4 0-3 0,2-4 2 16,0 1-7-16,0-1-6 0,-1-1-5 0,3 0 1 16,-1-2 1-16,-4 2-3 0,1 3 3 0,-2 1 0 15,-1-4-5-15,-2 6 6 0,-5 3 3 0,-3 2-1 16,2 0-1-16,-5 2-1 0,0 3 10 0,-3-1 5 15,1 0 4-15,-1 2 3 0,0 1-3 0,-2-1 19 16,-4 6-22-16,8-7 2 0,-7 4-7 0,-1 3-2 16,4-7-4-16,-4 7-9 0,0 0-4 0,7-3-1 15,-7 3 1-15,0 0-5 0,0 0-3 0,0 0-3 16,5-5-5-16,-5 5 3 0,0 0-13 0,0 0-4 16,0 0-19-16,0 0-9 0,0 0-16 0,0 0-17 15,0 0-13-15,0 0-12 0,0 0-16 0,0 0-27 16,0 0-23-16,0 0-28 0,0 0-27 0,0 0-27 0,0 0-36 15,0 0-149-15,-10 23-459 0,6-19 204 16</inkml:trace>
  <inkml:trace contextRef="#ctx0" brushRef="#br0" timeOffset="61011.55">27267 5466 70 0,'0'0'116'0,"0"0"-2"0,-4-6-14 15,4 6-6-15,0 0-8 0,0 0-6 0,0 0-6 16,-7-5-6-16,7 5-8 0,0 0 4 0,0 0-16 16,-8-2 1-16,8 2-3 0,0 0 6 0,-15 6-3 15,15-6-1-15,-10 4-8 0,5 1-3 0,-3 0-2 16,0 1 10-16,3 0-1 0,-1 1-2 0,2 2-3 16,-6-1 4-16,4 1 1 0,-1 2-4 0,1-2-1 15,1 2-2-15,1-3 0 0,-2 3 3 0,2-2 0 16,2 2-2-16,2 0 6 0,2-1-4 0,-4-1-6 15,2 2-2-15,2-4-1 0,2 2-1 0,-3-4-3 16,8 5 2-16,-2-3-4 0,1 0-2 0,-1-2 1 16,3 2-4-16,1-4 3 0,1 1-2 0,0-1-2 15,3-1 4-15,0-2-23 0,0-2 10 0,3-1-1 16,-5 2-1-16,1-2-1 0,-1 0 4 0,-1-1 3 16,-1-2 6-16,-2 0 8 0,3 0-3 0,-3-3 2 15,-1 2-6-15,-1 0 3 0,0-2-8 0,0 0 2 16,-1-2-3-16,-1 1 3 0,-1 0 3 0,0 0-1 15,1-1-3-15,-4 0-4 0,-1 0 2 0,-1 0-4 16,-1-2-6-16,-3 3 3 0,1-1-2 0,-3 0-2 16,-1-2 2-16,-2 3-7 0,-1 1 0 0,-2-2 3 15,-3 3-1-15,1-2 0 0,-2 3-3 0,2 3 2 16,1 2-9-16,1 0-7 0,1 0-6 0,-1 4-21 16,4-2-10-16,-3 2-13 0,2 2-15 0,1 2-22 15,3 2-21-15,0 2-23 0,1 2-17 0,5-1-148 16,-2 6-338-16,0 1 149 0</inkml:trace>
  <inkml:trace contextRef="#ctx0" brushRef="#br0" timeOffset="62803.93">27281 5699 52 0,'-4'-8'116'15,"4"8"-3"-15,0 0 11 0,-2-9 0 0,2 9 3 16,0 0-1-16,0 0-7 0,-1-6 0 0,1 6 0 16,0 0-8-16,0 0-10 0,0 0-10 0,-5-7-4 15,5 7-12-15,0 0-10 0,0 0-4 0,0 0-10 16,0 0-2-16,0 0-15 0,0 0 3 0,0 0-3 16,0 0-3-16,0 0-3 0,0 0-4 0,0 0 1 15,0 0-7-15,0 0-1 0,4 30 0 16,-4-23 1-16,1 0-2 0,-1 4-1 0,1-1 0 0,-1-1 0 15,0 1 3-15,2 3-2 0,-2-1 3 0,0 1-2 16,2-2 5-16,-2 5 1 0,0 1-9 0,2 1 3 16,0-2 5-16,1 0 1 0,-2 1 7 0,0-2-7 15,-1 0 0-15,0 3-4 0,0-1 4 0,0-6 0 16,0 6-4-16,0-6 0 0,0 2-4 0,0-1 2 16,0-1 0-16,0 2 0 0,2-2-1 0,-2 1 0 15,0-1 1-15,0 2-7 0,0-4 0 0,-2 1 5 16,2-2-4-16,0 0-2 0,0-8 1 0,0 14-3 15,0-8 1-15,0-6 2 0,0 13 1 0,0-13-5 16,2 8 0-16,-2-8-1 0,0 7 0 0,0-7 3 16,0 0-5-16,0 0 3 0,0 0 1 0,-2 8 8 15,2-8-7-15,0 0 8 0,0 0 2 0,0 0 3 16,2 8 0-16,-2-8 8 0,0 0-2 0,0 0-1 16,0 0 0-16,0 0-4 0,0 0-4 0,0 0-1 15,0 0-1-15,0 0-4 0,0 0 1 0,0 0 4 16,0 0-9-16,0 0 0 0,0 0 0 0,0 0-4 15,0 0 1-15,6 3-2 0,-6-3-3 0,0 0 4 16,14 1 1-16,-14-1-3 0,13 1-1 0,-8-1-1 16,-5 0 0-16,14 3 2 0,-5-2 1 0,-3 1-1 15,3-1-4-15,-2 1 0 0,0 1 0 0,-1 0 2 16,1-1-4-16,-7-2 5 0,10 4-1 0,-4-2 0 16,0 1-2-16,-6-3 0 0,7 8 0 0,-2-5 1 15,-1 1-2-15,-4-4 2 0,3 6-1 0,-3-6 1 16,2 11 0-16,-2-5 1 0,0-6-1 0,-5 18 3 15,1-7-2-15,-3 0 2 0,-4 3 0 0,0-1-2 16,-3 1 2-16,1 1-1 0,1-2-1 16,-3-1 1-16,1 3 1 0,-4 2-2 0,2-3-1 0,3 0 0 15,-1-1-1-15,6-4-2 0,1 0 1 0,0 1 2 16,1-2 0-16,1 2 1 0,2-1-1 0,1 1-2 16,0-1 4-16,4 1 1 0,-2 1-1 0,5-3 1 15,0 1 1-15,2 1-1 0,-1-3-3 0,0 2 2 16,3 0 1-16,-1 0-1 0,2-1-1 0,-3 0 0 15,3-1 1-15,0 0 2 0,-1 0 1 0,-2-1-6 16,3 1 2-16,-4 1 1 0,3-1-2 0,-3-1 3 16,2 0-5-16,-2-1 4 0,-2 2-3 0,-3-2 1 15,3 1 1-15,-4-6-1 0,4 13 0 0,-3-7 1 16,-1-6-1-16,-1 13 2 0,-1-6-5 0,0 4 3 16,-2-4 0-16,2 2-2 0,-3 0 0 0,3-2 9 15,-2 4-6-15,-2-2-2 0,4 1 4 0,-2 1-2 16,0-1 0-16,1 2-3 0,-1-1 2 0,2-1 1 15,2 1 4-15,-2 2 2 0,4-1-10 0,-2 1-1 16,4-2-3-16,3 4 5 0,-1 1-7 0,2-1 3 16,1-1-2-16,1-2 2 0,0-2 2 0,1 2 0 15,-1 2-5-15,3-3 3 0,-5-1-3 0,1 1 6 16,1-4-5-16,-4 6 2 0,3-5 0 0,-2 3 0 16,-1-1-1-16,-1 0 1 0,-1-1 2 0,-3 2-2 15,-2 1 1-15,0-3 4 0,-4 4-1 0,2-2-1 16,-2 1 2-16,-3 2 1 0,-3 0 0 0,1-3-2 15,2 1 3-15,-3-2 0 0,-1 3-1 0,3-3-2 16,2 1 0-16,-1-1-1 0,2-1-4 0,2 2-4 16,-2-1 1-16,6 1 3 0,-2 1-1 0,2 1 4 15,1 3-1-15,0-1-2 0,3-4-1 0,3 8 1 16,0-5 2-16,0 3-2 0,1 1 3 0,-1-2-3 16,3 1-4-16,-4 0-2 0,1-2 2 0,-1 2 3 15,-1-1-2-15,2-1 3 0,-5 1-2 0,3 1-3 16,-3-2 4-16,0-2-5 0,0 3 5 0,-2-3 3 15,0 3 3-15,-2-6-2 0,0 8 0 0,2 0 1 16,-2-3 2-16,-1 4-5 0,1-3 1 0,2 1 6 16,0 0-5-16,0 2 4 0,0-3 0 0,2 3 2 15,-2-1-2-15,3-1-1 0,-1-1 2 0,2 4-2 16,1-4 1-16,-1 1 1 0,1 0-1 0,0 1 3 16,1-2-5-16,0 2 2 0,-1-2-4 0,1-1 4 0,0-1-5 15,-2-2 2-15,1 0 1 0,-1 0 2 16,0 1-4-16,0-3 3 0,-3 0 2 0,0 2 0 15,-1-3-2-15,0 3 0 0,0-12 0 0,-1 13 0 16,1-13 1-16,0 16 3 0,0-16-4 0,-1 12 1 16,1-12-1-16,-4 11 1 0,4-11 2 0,-4 10 2 15,4-10 2-15,-1 11-1 0,1-11-8 0,-2 11 1 16,2-11 3-16,0 0-2 0,0 15 1 0,0-15 2 16,2 10-4-16,-2-10 2 0,1 11-1 0,-1-11 1 15,4 12-3-15,-4-12 1 0,2 13 3 0,1-5-2 16,-3-8-4-16,2 11 6 0,-2-11-1 0,0 13-1 15,0-13 2-15,3 13-3 0,-3-13 3 0,0 0 0 16,-3 13 1-16,3-13-1 0,-1 11-1 0,1-11 1 16,-6 14-1-16,6-7 0 0,0-7-1 0,-4 16 5 15,4-16-5-15,-1 13 4 0,1-13-1 0,-3 7 1 16,3-7 2-16,-5 13-2 0,5-13-1 0,0 0 0 16,2 12 1-16,-2-12 0 0,-2 10-3 0,2-10 5 15,0 0-1-15,0 0 2 0,0 0-4 0,0 14-5 16,0-14-11-16,0 0-3 0,0 0-17 0,0 0-6 15,0 9-13-15,0-9-18 0,0 0-21 0,0 0-23 16,0 0-3-16,0 0-49 0,0 0-153 0,0 0-348 16,0 0 154-16</inkml:trace>
  <inkml:trace contextRef="#ctx0" brushRef="#br0" timeOffset="62951.12">27566 8641 6 0,'0'0'29'0,"0"0"-21"0,0 0-16 15,0 0-8-15,0 0 4 0</inkml:trace>
  <inkml:trace contextRef="#ctx0" brushRef="#br0" timeOffset="67162.57">27292 5897 39 0,'0'0'47'0,"0"0"-2"0,0 0-4 15,0 0-2-15,0 0 0 0,0 0-1 0,0 0-3 16,0 0 3-16,0 0-5 0,0 0 6 0,0 0-5 16,0 0 8-16,0 0-1 0,0 0-1 15,0 0 5-15,0 0 6 0,0 0-8 0,0 0 5 16,0 0-4-16,0 0-7 0,0 0-2 0,0 0-3 0,0 0-6 16,0 0-5-16,0 0-2 0,0 0 0 0,0 0 10 15,0 0-10-15,0 0-8 0,0 0 4 0,0 0-1 16,0 0 5-16,0 0-12 0,0 0 6 0,0 0-1 15,0 0 0-15,0 0 5 0,0 0 1 0,0 0 2 16,0 0 0-16,0 0-3 0,0 0-2 0,0 0-2 16,0 0 1-16,0 0-5 0,0 0 3 0,0 0 6 15,-25 2-5-15,25-2 3 0,-13-2 3 0,13 2-6 16,-11 0 5-16,11 0-4 0,-20 0 6 0,9 2-3 16,-4-1 2-16,0-1-2 0,-7 2-1 0,1 0-1 15,2-1 3-15,-8 0-5 0,0 2 3 0,-1-1-4 16,1-2 3-16,5 2-1 0,-5-1 3 0,-2-1-1 15,2 3-2-15,0-2 0 0,-2-1 4 0,0 3-5 16,2-3 4-16,-3 2 0 0,-1-1-9 0,2 0 3 16,1-1 2-16,-1 0-1 0,-2 3 12 0,2-3-18 15,7 1 2-15,-7 1-2 0,8-1 4 0,-6 1-2 16,4-2-1-16,4 0 0 0,-2 2 1 0,-1-1 0 16,2 0-3-16,-7 1-2 0,-3-1 4 0,8 1 0 15,1 0 2-15,-1-1 2 0,0 0 6 0,3 0-3 16,-2 1 2-16,0-1 5 0,3 2 1 0,0-2-1 15,4 1 2-15,1 0-5 0,0-1 1 0,-1-1-1 16,3 1 3-16,-1 1-6 0,1-1 8 0,1-1-3 16,0 0 2-16,3 1-1 0,7-1-1 0,-15 0 1 15,15 0 5-15,-12-1 0 0,12 1 0 0,-11 1-1 16,11-1-4-16,-8 0 0 0,8 0-5 0,0 0-1 16,-14-1 0-16,14 1-1 0,-13 0-1 0,13 0 0 15,-10 0-6-15,10 0-3 0,-9 0 7 0,9 0-2 16,0 0-4-16,-13 0 1 0,13 0-2 0,0 0-2 15,-12 0 1-15,12 0 2 0,-8 0-3 0,8 0 0 16,0 0 10-16,-11-1-11 0,11 1 0 0,0 0 0 16,0 0 1-16,-12 0 0 0,12 0 6 0,0 0-5 15,0 0-1-15,-9-3 0 0,9 3 2 0,0 0-1 16,0 0 0-16,0 0 0 0,0 0 2 0,0 0 4 16,0 0 0-16,-12 0-2 0,12 0 1 0,0 0-1 15,0 0 5-15,0 0-2 0,0 0 4 0,-10 0 4 16,10 0 0-16,0 0 0 0,0 0-3 0,0 0 3 15,0 0-3-15,0 0 3 0,0 0-3 0,0 0 1 16,-7-3 1-16,7 3-2 0,0 0-1 0,0 0 1 16,0 0 3-16,0 0-1 0,0 0 1 0,0 0 2 15,0 0-3-15,0 0 2 0,0 0-1 0,-8-3 0 16,8 3 0-16,0 0-1 0,0 0-1 0,0 0-18 16,0 0-1-16,0 0 2 0,0 0-1 0,0 0 7 15,0 0-2-15,0 0 0 0,0 0-2 0,0 0 1 16,0 0-1-16,0 0 4 0,0 0-5 0,0 0 0 15,0 0 3-15,0 0 3 0,0 0-4 0,0 0 1 16,0 0-3-16,0 0 3 0,0 0-5 0,0 0 4 16,0 0-2-16,0 0-1 0,0 0-3 0,0 0 5 15,0 0-3-15,0 0 9 0,0 0-9 0,0 0-1 16,0 0 0-16,0 0-3 0,0 0-2 0,0 0 2 0,0 0-1 16,0 0 12-16,0 0-14 0,0 0 4 15,0 0-2-15,0 0 1 0,0 0 0 0,1 16 5 16,-1-16-4-16,0 0 2 0,5 16 0 0,-1-10 1 15,-1 1-1-15,-1 0 5 0,2 1-7 0,1-1 6 16,-2 3-4-16,1 0 3 0,2-2-1 0,-5 3 2 16,5-1-2-16,-4-1 0 0,2 1 1 0,-1 0 0 15,2 1-1-15,-1 0 3 0,-2 0 1 0,0 1-2 16,1 3 1-16,1-4 3 0,-2 2-6 0,-2-1 2 16,3-1 2-16,-2 0-3 0,0 3 0 0,-2-4 3 15,2 2-3-15,-1-1 7 0,2-2-8 0,-2 4 0 16,3-3 2-16,-6 0-2 0,6 2 0 0,-6-2 0 15,6 2 2-15,-3-2 2 0,0 1-2 0,0 0 0 16,2 1-2-16,0-1 3 0,-1 4-1 0,-1-4 1 16,4 3 1-16,-4 1 0 0,2 1-2 0,-2-3-1 15,2 1 0-15,-2 4 4 0,2-2-5 0,-2-1 1 0,2 2 0 16,-1-2 2-16,-1 0-2 0,0-2 8 16,0-2-6-16,2 1 0 0,-2 0-5 0,0-2 5 15,0 6-1-15,-2-5 1 0,2-2-1 0,-1 0-3 16,1 1 3-16,1 1 1 0,-1-4-3 0,-1 1 4 15,1 1-1-15,0 1-1 0,0-10 1 0,0 14-2 0,0-5 0 16,0-2 0-16,0 2-1 0,0 0 2 0,0-9-1 16,0 15 1-16,0-8 4 0,0-7-6 15,0 12 1-15,0-12 0 0,0 16 1 0,-2-11 2 16,2-5-1-16,0 10 1 0,0-10-2 0,0 13-2 16,0-13 4-16,0 10-2 0,0-10 1 0,2 9 0 15,-2-9-3-15,-2 9 1 0,2-9-1 0,2 8 4 16,-2-8-3-16,0 0 2 0,0 10 0 0,0-10-1 15,0 0 0-15,0 10-2 0,0-10 3 0,0 0-2 16,0 9 3-16,0-9-2 0,1 5 2 0,-1-5-5 16,0 0 2-16,0 0 2 0,0 0 3 0,2 8 4 15,-2-8-10-15,0 0 2 0,0 0-1 0,0 0-3 0,0 0 1 16,0 0 4-16,0 0-5 0,2 8 3 16,-2-8-3-16,0 0 3 0,0 0-1 0,0 0 5 15,4 5-7-15,-4-5 4 0,0 0-1 0,0 0 1 16,0 0 2-16,0 0-3 0,5 8-1 0,-5-8 3 15,3 5-2-15,-3-5 4 0,6 4-4 0,-6-4 2 0,0 0 0 16,9 5 0-16,-5-2 1 0,4-1 1 0,-8-2 0 16,10 5-3-16,-3-2-4 0,-3 0 6 0,-4-3 0 15,14 1-2-15,-7 2 3 0,-1 2-6 16,-1-4 0-16,1 2 5 0,-6-3 1 0,8 6-1 16,-4-3 0-16,-4-3-4 0,7 7 1 0,-7-7-1 0,6 4 0 15,-6-4 1-15,4 5 0 0,-4-5 1 0,4 6 0 16,-4-6-1-16,2 7 0 0,-2-7-3 0,0 0 4 15,0 10-1-15,0-10 3 0,2 8-2 16,-2-8-4-16,-2 11 8 0,4-6 4 0,-2-5-1 16,-4 12-1-16,0-6-6 0,2 0-1 0,-2 0 0 0,0 2 2 15,0 1-1-15,-1 0-4 0,-1-1 7 0,0 2-5 16,2 0 4-16,-1-1-1 0,-1 0-1 16,0 1-2-16,3 0 1 0,-4 2-2 0,4-1 4 15,-3 0-1-15,2 4 1 0,-1 3-3 0,1-5 4 16,-3 4-3-16,2-3 1 0,1-2-2 0,-1 3 0 15,1-4-2-15,2 2 6 0,-2-2-3 0,1 0 2 0,-2 2-2 16,3 0 2-16,0-1-2 0,0-1-2 16,0-1-4-16,1-1 7 0,-1 0-7 0,0 0 3 0,2-1-2 15,0 0-2-15,0-8-2 0,-4 10-1 16,4-10 2-16,-2 11-3 0,2-11 5 0,-2 11 2 16,1-5-5-16,1-6 5 0,0 9 0 0,-2-2 2 15,2-7-1-15,-2 10 1 0,2-10-1 0,0 0 0 0,-6 14 1 16,6-14 1-16,-2 10-4 0,2-10-1 15,-2 10-7-15,2-10-2 0,0 0-2 0,0 13 0 16,0-13-2-16,4 9 0 0,-4-9 1 0,6 13 2 16,-1-8 2-16,1 2 4 0,1 0-8 0,1 0 4 0,2 2-1 15,-2-2 3-15,-1 0 3 0,0 2 1 16,2-5-2-16,-2 5 4 0,-3-5-3 0,0 0 3 16,1 1-2-16,0 1 1 0,-1 0-1 0,-3-1 4 15,-1-5 2-15,2 9-4 0,0-1 2 0,-2-8 4 16,-4 12-3-16,3-6-2 0,-3 0 1 0,-1 1 1 0,0-2 1 15,1 3 3-15,-2-1-5 0,1-1 4 0,1 1-4 16,-4-3 3-16,4 3-1 0,-1-3 1 16,1 3-2-16,0-1-1 0,4-6-8 0,-4 12 0 15,2-7-11-15,2-5-2 0,2 12 2 0,0-5-6 16,6 1 2-16,1 0 4 0,1-2 4 0,3 3 8 0,3 0-3 16,1-1 2-16,0 2 1 0,-2-1 4 15,3-2 2-15,-3 1-3 0,-1 1 0 0,-2-3 0 16,-2 2 5-16,-2 0-6 0,0-2 4 0,-5 1 0 15,-3-7 0-15,4 15-1 0,-4-7 2 0,-6 1 3 16,1 0-2-16,-3-2 4 0,-2 3-2 0,-6-1 1 16,0 1-3-16,3 0 3 0,-5-2 0 0,5 0-1 0,-3-1 0 15,5 0-1-15,-1-2-4 0,3 1 0 0,1-1 4 16,1 0-4-16,0 0 1 0,4 1 0 16,1-1-2-16,2-5-4 0,0 13-6 0,0-13 5 15,2 10-7-15,6 0 1 0,-2-1 10 0,1 2-3 16,-1-1 2-16,4 1-1 0,-1 0-2 0,2 1 1 0,0 1 3 15,0 0 6-15,-4-3-4 0,-1 2 3 0,0-5-3 16,-2 3 3-16,-2-1-3 0,0 1-1 0,0-1 3 16,-2-9 2-16,-2 20-2 0,2-11 4 15,-2 0 0-15,2-9 0 0,-9 15-2 0,6-9 0 16,-1 1 0-16,4-7-2 0,-7 12 4 0,5-5 0 0,2-7 0 16,-6 9-4-16,6-9 1 0,-2 12 2 0,2-12 1 15,-2 10-1-15,2-10 1 0,-4 15 0 0,4-15-3 16,-2 15 4-16,2-8-4 0,0-7 1 15,2 20 0-15,1-11 2 0,0 2 0 0,-1 1 1 16,0-1-2-16,0 2 1 0,0 3 3 0,-1 1-3 0,0 0 0 16,4 1 1-16,-5-1 4 0,4 2-6 0,-2 5 4 15,-2-3 0-15,6 3-3 0,-4 1 1 0,2 0-2 16,-2-6 3-16,1 2-1 0,1 3 2 0,-2-6-3 16,2-2-1-16,-1 4 1 0,-1-2 4 15,3-1-2-15,-5-5-3 0,2 5 4 0,-1-3 0 0,0 3-2 16,-1-8 0-16,1 2 4 0,-1 1-6 0,0-12 1 15,0 23 1-15,0-10-1 0,0-13 3 0,-1 24-2 16,2-12-1-16,-1 4 5 0,2 0 6 16,-2-5 2-16,2 5-1 0,-2-3 2 0,2 3-3 15,-2 0-3-15,0 2 0 0,2-2 0 0,2 0-1 0,-3-1 2 16,3 0-6-16,-2 2 4 0,0-2 0 0,0 1-2 16,1-6-3-16,0 3-1 0,-3-3-11 0,0-10-1 15,0 17-9-15,0-17-15 0,0 14-5 16,0-14-21-16,0 0-20 0,0 0-16 0,2 17-20 15,-2-17-13-15,0 0-25 0,0 0-116 0,0 0-291 0,0 0 129 16</inkml:trace>
  <inkml:trace contextRef="#ctx0" brushRef="#br0" timeOffset="67866.09">25102 7811 46 0,'-4'-16'181'0,"1"3"-1"0,1 1 7 16,0 2 0-16,2 0-10 0,-2 0-8 0,2 2-11 16,0 8-11-16,-2-7-20 0,2 7-13 0,-4-9-14 0,4 9-12 15,0 0-7-15,0 0-13 0,0 0-5 16,0 0-8-16,0 0-3 0,10 26-6 0,-6-14-6 15,-1 7-4-15,4 5 2 0,-4-5-9 0,4 6 0 16,-1 1-5-16,-2-7 3 0,-2-2-7 0,1 2-2 16,3 0 1-16,-2-2-3 0,-1-1 0 0,4 0 14 0,-5-4-3 15,2-1-3-15,-1-1-11 0,-1 2-23 16,2-3-22-16,-3-1-30 0,2 1-34 0,-1-2-38 16,1-1-33-16,0 1-31 0,-3-7-125 0,0 9-349 15,0-9 155-15</inkml:trace>
  <inkml:trace contextRef="#ctx0" brushRef="#br0" timeOffset="68244.07">25200 7647 128 0,'3'-7'174'0,"-3"7"-23"0,0 0-12 0,2-11-14 16,0 7-17-16,-2 4-11 0,10-5-9 0,-4 3-7 15,3 0-5-15,3 2-2 0,-12 0-4 0,18 2-10 0,-7 2-7 16,-2 2-3-16,0-2-4 0,2 2-7 16,-4 0 1-16,-3 0-2 0,-1 0-3 0,1 1 2 0,-4-1 8 15,0 3-5-15,0-1 1 0,-2 1-1 16,-1-1 2-16,-3-1-3 0,-1-1-1 0,0 3-5 0,-2-5-2 16,0 4-2-16,0-4-3 0,1 1 1 0,3-1-1 15,-3-3 1-15,8-1 2 0,-12 3 1 16,7 0 1-16,5-3 2 0,0 0-6 0,-8 3-2 15,8-3-3-15,0 0-3 0,0 0-3 0,-9 3-4 16,9-3 0-16,0 0-3 0,0 0-2 0,0 0-1 0,0 0 0 16,0 0 0-16,14 15-1 0,-9-11-1 0,3 2-2 15,-2 3 1-15,-1-1-1 0,4 1 0 0,-1 1-4 16,3 3-19-16,-4-3-23 0,2 4-31 0,0 1-26 16,0-1-37-16,-2 2-23 0,-1-5-166 0,-5-1-353 15,6 0 156-15</inkml:trace>
  <inkml:trace contextRef="#ctx0" brushRef="#br0" timeOffset="68481.69">25456 7886 176 0,'0'0'240'0,"-4"-8"-11"0,4 8-17 15,0 0-20-15,0-7-21 0,0 7-15 16,0 0-17-16,0 0-12 0,0 0-13 0,-13 15-11 0,9-8-6 15,2 5-10-15,-2 0-11 0,1 4-5 0,-2-1-6 16,3 2-9-16,-1-2-6 0,3 0-1 0,-1 1-5 16,2-4-4-16,1 0-3 0,-1 0-6 0,1 1-26 15,-3-2-16-15,1 0-25 0,4 0-31 0,-2 0-30 16,0-1-31-16,-2-10-22 0,2 14-18 0,-2-7-151 16,0 0-345-16,0-7 153 0</inkml:trace>
  <inkml:trace contextRef="#ctx0" brushRef="#br0" timeOffset="68887.48">25462 7874 131 0,'6'-5'147'0,"-2"0"-1"0,4-1-5 15,3 2-4-15,0 0-11 0,0 0-11 0,3 3-14 16,-6 1-8-16,2 0-10 0,3 0-11 0,-6 1-5 15,-1 3-4-15,2-2-4 0,-4 1-8 0,2 2-3 16,-1 0 0-16,-3 1-6 0,-2-6-1 0,0 15-2 16,0-8-2-16,-6 2-3 0,2-2-2 0,1 2-2 15,1-3-6-15,-7 1-1 0,6-1-3 16,-3 3 0-16,4-4-5 0,-1 0-1 0,3-5-3 16,-4 11 2-16,2-5 3 0,2-6-10 0,2 11-2 0,-2-11 2 15,4 9-3-15,1-2-1 0,3-3-4 0,2 2 5 16,-1-1-3-16,4 2 1 0,3-1 0 0,-5 1-1 15,3-1 3-15,-4-2-1 0,0 1-1 0,1 1-4 16,-2-1 0-16,-2 1 0 0,-3-3 1 0,0 1 2 16,-4-4 0-16,5 9 3 0,-4-3 3 0,-1-6 2 15,0 0-2-15,-8 14 0 0,2-8 2 0,-1-1-3 16,-4 0 0-16,0 0 1 0,-1-1-1 0,-1 0-10 16,0 0-11-16,1-2-3 0,-2 1-14 0,1-2-27 15,1 0-28-15,2-1-19 0,-1-1-30 0,11 1-139 16,-17-1-298-16,17 1 133 0</inkml:trace>
  <inkml:trace contextRef="#ctx0" brushRef="#br0" timeOffset="69689.73">27678 6729 82 0,'0'0'210'0,"-3"-9"-4"0,3 9 7 0,-1-7-9 15,1 7-14-15,0 0-9 0,-2-9-20 0,2 9-18 16,0 0-19-16,0 0-14 0,0 0-13 16,0 0-9-16,0 0-11 0,0 0-7 0,0 0-5 0,0 0-4 15,5 28-4-15,-4-16-1 0,0 1-3 0,-2 1-3 16,2 4-6-16,-1-1-3 0,2 2-2 16,-2-1-3-16,0-2-6 0,2-1 2 0,-2-1-4 0,0 0 4 15,2 2-8-15,-2-3-4 0,0-1 2 0,3 4-4 16,-3-5-1-16,3 2 0 0,-2-3-2 0,-2 3-14 15,2-3-15-15,-1 2-24 0,0-2-23 0,0-1-32 16,2 1-35-16,0-3-24 0,-2 0-19 0,0-7-23 16,0 12-151-16,0-12-372 0,0 0 166 0</inkml:trace>
  <inkml:trace contextRef="#ctx0" brushRef="#br0" timeOffset="70056.03">27735 6720 40 0,'2'-7'143'16,"1"0"-6"-16,0 3-14 0,-3 4-9 0,8-9-9 15,-3 5-9-15,-5 4-8 0,10-3-11 0,-10 3-6 16,9 0-1-16,-9 0-12 0,9 3-5 0,-9-3-4 16,9 8 1-16,-8-3-5 0,1 2 4 0,-2-7 2 15,2 13 0-15,-6-2-4 0,1-2 1 0,-4 3-6 16,2-3-2-16,-3-1 2 0,2 2 3 0,-4-2-14 15,-1 0-3-15,4-1 0 0,-2-2-4 0,2-1 0 16,1-2-3-16,1 3 2 0,5-5 1 0,-10 4-2 16,6 0 4-16,4-4-2 0,0 0 4 0,0 0-2 15,-9 3 3-15,9-3-6 0,0 0-3 0,0 0-4 16,0 0 2-16,0 0-6 0,0 0 3 0,0 0-5 16,17 11 2-16,-6-9-5 0,-1 2 6 0,2 1 0 15,-1 1 1-15,2 2 0 0,1-1-2 0,-1 4-1 16,-1-4-1-16,3 2-2 0,0 2 1 0,-1-1-4 15,0 0 5-15,-1 1-29 0,-3-3-39 0,4 2-27 16,-1 2-34-16,1-2-38 0,-4-1-161 0,-1-2-344 16,1 0 152-16</inkml:trace>
  <inkml:trace contextRef="#ctx0" brushRef="#br0" timeOffset="70301.75">28178 6864 149 0,'0'0'205'0,"-8"-10"-13"0,4 6 0 16,4 4-10-16,-20 0-7 0,9 0-4 0,-3 0-8 15,-1 3-12-15,-3 1-8 0,4 6-7 0,-4-4-11 16,7 2-15-16,-1-1-8 0,2 1-9 0,-2 1-10 16,4 1-9-16,0-1-7 0,4-1-6 0,3 3-6 15,2 0-7-15,3-2-2 0,1 2-5 0,3-2-1 16,2-1-17-16,5 0-15 0,6 2-23 0,5-4-23 15,2 1-24-15,1-4-31 0,1 3-30 0,1-5-39 16,0-1-39-16,-3 2-157 0,-9-5-386 0,1 0 171 16</inkml:trace>
  <inkml:trace contextRef="#ctx0" brushRef="#br0" timeOffset="71665.73">27175 5734 41 0,'0'0'104'0,"0"0"5"0,0 0-12 0,0 0-2 16,-11 0-4-16,11 0 0 0,0 0-10 0,0 0-5 16,0 0 0-16,0 0-9 0,0 0-5 0,0 0-6 15,0 0-4-15,0 0-5 0,0 0 7 0,0 0 5 0,0 0 13 16,0 0-6-16,5 16 4 0,-5-16-6 15,0 0-3-15,2 13-1 0,2-8 2 0,-2 0 1 16,4 2-1-16,-2-1-7 0,0 0 0 0,3 1-6 16,-1-1-2-16,0 2 3 0,2-2-1 0,-3 2-2 15,3-2-7-15,-3-1-1 0,2 0 0 0,0 2-2 0,-1-3-6 16,3-1 0-16,-1 1-4 0,-2 3-3 0,1-2 2 16,-3-1-6-16,2 0 4 0,-1 0-6 15,0-1-2-15,3 1 3 0,-8-4-4 0,7 4 0 16,-3-1 0-16,-4-3 2 0,7 3 0 0,-7-3 3 15,8 3 3-15,-8-3 4 0,6 2 7 0,-6-2 0 16,0 0 11-16,6 3 1 0,-6-3-1 0,0 0 0 0,0 0-6 16,0 0-2-16,9-8-24 0,-9 8-1 15,5-7-1-15,-5 7-1 0,3-9 6 0,-3 9-11 16,2-11 3-16,-2 5-2 0,2-2 2 0,0 0-6 0,2 0 0 16,-3-3 1-16,1 2 5 0,2 2-9 0,-1-2-9 15,-2 2-9-15,2 0-14 0,0-1-14 16,1 3-16-16,-1-2-20 0,-3 7-23 0,2-8-25 15,0 2-53-15,-2 6-40 0,4-6-153 0,-4 6-407 16,4-6 180-16</inkml:trace>
  <inkml:trace contextRef="#ctx0" brushRef="#br0" timeOffset="73663.92">27501 7973 5 0,'7'-5'68'16,"-7"5"-6"-16,0 0-9 0,0 0-2 0,0 0-11 16,0 0 1-16,0 0-4 0,0 0-3 0,0 0-3 15,0 0-6-15,8-1-2 0,-8 1-1 0,0 0-5 16,0 0 0-16,10 0-1 0,-10 0-1 0,0 0-7 15,0 0 4-15,0 0-2 0,0 0 7 0,0 0-3 16,8-2 3-16,-8 2 6 0,0 0 6 0,0 0 0 16,0 0 5-16,5-4 0 0,-5 4-2 15,0 0 7-15,0 0 9 0,6-5 9 0,-6 5-2 0,0 0 4 16,0 0 1-16,0 0 5 0,0 0-1 0,0 0 1 16,0 0-11-16,0 0-9 0,0 0-2 0,0 0-4 15,0 0-5-15,0 0-4 0,0 0-4 0,0 0 8 16,0 0-3-16,0 0-1 0,-23 11-1 0,20-7 4 15,-6 3 0-15,4 1-1 0,-1-1 3 0,1 3 3 16,-1-3-5-16,1 2 1 0,3-3-5 0,0 1-1 16,-1-1 1-16,-1 0-5 0,4-6 1 0,-2 12 4 15,2-7-6-15,0-5-1 0,0 10 0 0,0-10-5 16,2 10 1-16,-2-10 4 0,7 6-3 0,-3-2-4 0,-4-4 1 16,10 8 2-16,-4-7-3 0,2 0 2 15,-1 1-2-15,-7-2 2 0,14 0-1 0,-3 0 2 16,-4 0-3-16,-7 0 4 0,13-3-2 0,-8 0 0 15,-5 3 1-15,13-4-2 0,-8 1 4 0,-5 3 4 16,9-7 0-16,-5 4 1 0,0-3-4 0,-4 6 1 16,5-10-3-16,-5 4 0 0,0 6 1 0,2-16-6 15,-2 9 0-15,0-1 1 0,0 8-2 0,-2-13 2 16,-2 7-4-16,4 6-1 0,-1-9-2 0,-2 2-2 16,3 7 0-16,-9-8-5 0,7 3-1 0,2 5-8 0,-12-6-13 15,7 4-5-15,5 2-11 0,-10 0-15 0,10 0-20 16,-13 3-17-16,7 2-20 0,6-5-23 0,-8 8-23 15,3-2-34-15,1 3-134 0,1-3-349 16,3-6 154-16</inkml:trace>
  <inkml:trace contextRef="#ctx0" brushRef="#br0" timeOffset="75329.33">27943 9861 73 0,'-6'-3'128'0,"6"3"-9"0,0 0 0 0,0 0-1 15,0 0-5-15,0 0-11 0,0 0-7 0,0 0-7 16,0 0-2-16,0 0-12 0,0 0-1 0,0 0-4 15,0 0-2-15,0 0-6 0,0 0-8 0,0 0 1 16,0 0-10-16,0 0-5 0,0 0-2 0,0 0-7 16,0 0 0-16,0 0 3 0,0 0 7 0,0 0 12 15,0 0-2-15,-2 16-6 0,2-16-2 0,1 16-4 16,0-5 9-16,1 2 0 0,-2-1-3 0,4 5 6 16,-6 0 1-16,4 1 0 0,0-1-6 0,-1 2-2 15,-1-1-10-15,0 0 0 0,2 6-4 0,-2 3 1 16,0-1-4-16,0-1-2 0,0 4 2 0,2-1 4 15,-4 0 2-15,2 2-3 0,2 2 6 0,-4 0 1 16,5-1-3-16,-1 3-2 0,0-2-3 0,2 2 0 16,-5 0-3-16,2 0 1 0,2 1-1 0,-2 10 1 15,2-12 4-15,8 13 8 0,-3-14-2 0,0 1-2 0,-1-1-4 16,1 1-3-16,0 0 3 0,-1 0-7 16,1-4-6-16,3 3 5 0,-3 1-3 0,0-3 2 15,1 0-5-15,-7-4-3 0,6 0-3 0,-4 0 4 0,2-2-4 16,0 0-1-16,-3-4-1 0,3 3-2 0,-1-4-3 15,-2 0-8-15,2 0-14 0,-1-2-9 0,-3 2-12 16,0-1-9-16,3-1-9 0,-2 2-13 0,-2-1-25 16,1-1-34-16,-1-2-38 0,1 2-21 0,0-6-36 15,-2 6-154-15,2-7-410 0,-1-3 181 0</inkml:trace>
  <inkml:trace contextRef="#ctx0" brushRef="#br0" timeOffset="76529.16">28185 11381 62 0,'0'0'62'16,"-5"-6"-6"-16,5 6-8 0,-8-4 4 0,8 4-15 0,-9-4-9 16,9 4 4-16,-7-2-12 0,7 2 2 0,-6-3 1 15,6 3-7-15,0 0-3 0,0 0 5 0,-10-3-3 16,10 3 1-16,0 0 0 0,0 0 1 0,-8-1-7 16,8 1 7-16,0 0-7 0,-7-4 5 0,7 4 7 15,0 0-1-15,0 0 7 0,-6-4-9 0,6 4 2 16,0 0 3-16,0 0 1 0,0 0 2 15,-4-7 0-15,4 7 15 0,0 0 1 0,0 0-7 16,0 0 12-16,0 0 0 0,0 0 0 0,0 0-9 0,-1-7 9 16,1 7-9-16,0 0 7 0,0 0-7 0,0 0-2 15,0 0-1-15,0 0-3 0,0 0-1 0,0 0-8 16,0 0-3-16,0 0 2 0,0 0-7 0,0 0-1 16,0 0 5-16,0 0 3 0,0 0-11 0,0 0 11 15,0 0-21-15,0 0-1 0,0 0 6 0,0 0-7 16,0 0 6-16,0 0-7 0,0 0 14 0,0 0-16 15,0 0 3-15,0 0-2 0,0 0 7 0,0 0-2 16,0 0-5-16,0 0 1 0,0 0 3 0,0 0 1 16,0 0-9-16,0 0 13 0,0 0-7 0,0 0 0 15,0 0-3-15,0 0 4 0,0 0 1 0,0 0 2 16,0 0-3-16,0 0 0 0,0 0 4 0,0 0 3 0,0 0-8 16,0 0 6-16,0 0-10 0,0 0 11 15,0 0-6-15,0 0 6 0,0 0-5 0,0 0 2 16,0 0 2-16,0 0 2 0,0 0-5 0,0 0 1 0,0 0-2 15,0 0 6-15,0 0-5 0,0 0 0 0,0 0 0 16,0 0 2-16,0 0 5 0,0 0-4 16,0 0-1-16,0 0 0 0,0 0 5 0,0 0-4 15,0 0 0-15,0 0 5 0,0 0 2 0,0 0-1 0,0 0-2 16,0 0 3-16,0 0 6 0,0 0-11 0,-7-4 1 16,7 4 1-16,0 0 1 0,0 0 2 0,0 0 5 15,0 0-4-15,0 0-1 0,0 0 6 16,0 0-5-16,0 0 2 0,0 0 2 0,0 0-2 0,0 0 6 15,0 0-1-15,0 0 1 0,0 0 2 0,0 0-2 16,0 0 4-16,0 0-7 0,0 0-3 0,0 0 0 16,0 0-1-16,0 0-3 0,0 0 0 0,0 0 1 15,0 0 0-15,0 0-5 0,0 0-1 0,0 0 0 16,0 0-3-16,0 0-2 0,0 0 1 0,0 0-1 16,0 0-12-16,0 0-10 0,0 0-9 0,0 0-5 15,0 0-22-15,0 0-25 0,0 0 13 0,0 0-14 16,0 0-25-16,0 0-15 0,0 0-25 0,0 0-114 15,0 0-283-15,0 0 125 0</inkml:trace>
  <inkml:trace contextRef="#ctx0" brushRef="#br0" timeOffset="79097.5">28159 11372 16 0,'4'-7'51'0,"-4"7"-6"0,6-7-8 16,-6 7 3-16,4-5-7 0,-4 5-1 0,0 0-2 0,2-8 2 15,-2 8-5-15,0 0-1 0,0 0 4 16,0 0-5-16,-3-10-4 0,3 10-1 0,0 0-2 16,-6-7 2-16,6 7 5 0,0 0 7 0,-7-5-2 15,7 5-1-15,0 0 9 0,-7-3-5 0,7 3 3 16,0 0-3-16,0 0 3 0,0 0-1 0,-4-5-1 15,4 5 13-15,0 0-2 0,0 0 0 0,0 0 0 16,0 0-3-16,0 0 2 0,0 0 3 0,0 0-7 16,0 0 11-16,0 0-3 0,0 0-7 0,0 0 2 15,0 0-1-15,0 0-3 0,0 0-1 0,0 0-7 16,0 0-9-16,0 0-6 0,0 0 4 0,0 0 3 0,0 0-1 16,0 0 4-16,0 0 4 0,2 21 9 15,-6-11-4-15,2 2 4 0,2-1 0 0,-2 6-3 16,-1 2 5-16,-4 6-5 0,4-1-5 0,-1 3 5 0,0-1 1 15,1 0-3-15,-1-1 0 0,0-1-5 0,1-3 1 16,2 3 1-16,0 2 3 0,1-1-6 0,-3 0 3 16,3-1-1-16,3 3-3 0,-1 0-1 15,1-1 1-15,-1 0-4 0,2 1-1 0,-4-2-2 0,4 1 3 16,-1 2-4-16,2-3 1 0,-1 3 2 0,1-1-1 16,-3 1-4-16,1-2-2 0,-1 1 0 0,0-1 0 15,-2-2 0-15,2 3-2 0,-4-1 0 0,2-7-2 16,0 0-2-16,0-2-2 0,0 3 2 0,2-1-1 15,-2-2 0-15,2 1-4 0,-2-1 0 0,2-1 6 16,-1 2-6-16,-1 2 22 0,2-4 0 0,-1 1-4 16,0 1 0-16,-1-3-3 0,0 1 0 0,-1-3-2 15,2 2-2-15,-1-3 1 0,0 0-7 0,0 0 3 16,0-2-2-16,0 0 0 0,2 0-3 0,-4 0 3 16,1-5-3-16,1-5 2 0,0 15-1 0,0-10-3 15,0-5-2-15,0 9 3 0,0-9-2 0,0 10 0 16,0-10 1-16,0 0 0 0,0 10-1 0,0-10 1 15,0 0-4-15,-1 9 2 0,1-9 4 0,0 0-3 16,0 0-1-16,0 0 1 0,2 6-4 0,-2-6-14 16,0 0-14-16,0 0-19 0,0 0-18 0,0 0-25 15,0 0-33-15,0 0-25 0,0 0-17 0,0 0-24 16,0 0-29-16,0 0-120 0,0 0-367 0,0 0 163 16</inkml:trace>
  <inkml:trace contextRef="#ctx0" brushRef="#br0" timeOffset="79395.92">27955 12601 53 0,'0'0'134'0,"0"0"8"0,0 0-19 16,0 0 10-16,0 0-7 0,40-3-2 0,-13-1 0 16,5-1-8-16,2-2-5 0,5 0-6 0,14-5-8 15,2 5-3-15,-4-2-11 0,-12 3-6 0,-2 0-5 16,-2 1-7-16,-3 0-11 0,-3 1-3 0,-8 3-7 16,-3 0-5-16,-5 0-16 0,-2 0-20 0,-2 2-23 15,0 0-12-15,-9-1-25 0,0 0-29 0,14 6-37 16,-14-3-31-16,0-3-100 0,0 0-275 0,0 0 122 15</inkml:trace>
  <inkml:trace contextRef="#ctx0" brushRef="#br0" timeOffset="79595">28047 12798 131 0,'0'0'166'0,"13"5"-19"0,-2-4-6 0,3 0-14 16,7-2-8-16,-2 1-13 0,2 0-8 0,0-3-7 16,0 3-13-16,1 0-9 0,-1-1-25 0,-3 1-33 15,0 0-36-15,-5 0-42 0,-1 1-39 0,-1-1-83 16,-6 2-204-16,-5-2 91 0</inkml:trace>
  <inkml:trace contextRef="#ctx0" brushRef="#br0" timeOffset="79721.86">28211 12854 45 0,'0'0'102'0,"40"-8"-31"0,-28 6-33 0,0-2-35 16,-1 1-47-16,1-2-47 0,-2 1 22 0</inkml:trace>
  <inkml:trace contextRef="#ctx0" brushRef="#br0" timeOffset="80754.77">22965 12175 126 0,'0'0'166'15,"0"0"0"-15,0 0-8 0,0-10-9 0,0 10-5 16,0 0-12-16,0 0-10 0,0 0-16 0,-10-3-10 16,10 3-10-16,-11 0-7 0,11 0-5 0,-12 1-6 15,4 3-3-15,-2 1 1 0,1 0-5 0,-3 0-5 16,2 2-5-16,-3 2-5 0,3 1 0 0,1-1-5 16,0 0 0-16,2 2-6 0,0-2-4 0,2 2 1 0,0 0-3 15,0 1 0-15,2 0-2 0,-3 3-4 16,6-4-1-16,0 4-3 0,0-3 1 0,0 0-3 15,4-1-3-15,-1-1-3 0,1 2-2 0,4-1 3 16,-3-1 0-16,4 1-2 0,-1-4 1 0,2 1 0 0,3-2-1 16,-2 1 0-16,2-2-2 0,4-1 2 0,1-1-4 15,1-3 1-15,1 0 2 0,-1-3-1 16,2-1-2-16,-2-1 0 0,-1 1-3 0,0-2 2 16,-1-1 0-16,-2 0 1 0,0-4 3 0,-4 4-5 0,-1-1 0 15,-3-1-2-15,3 1-4 0,-3 0 6 16,-2-3 0-16,0 1 2 0,-2-1-6 0,-2 1 3 15,-1 0 0-15,-3 1-3 0,-2-1-2 0,-1 0 1 16,-1-1-2-16,-3 3 3 0,-3-3-3 0,1 5 0 16,-1-3-4-16,-4 3 3 0,1 0 1 0,2 4-1 0,-4-3-3 15,0 5 2-15,1 3-7 0,-1-3-3 0,3 4-19 16,2-1-15-16,3 2-18 0,1 1-18 0,-1-2-12 16,2 3-29-16,2 0-14 0,2 0-20 15,-1 2-145-15,5-9-331 0,-5 13 147 0</inkml:trace>
  <inkml:trace contextRef="#ctx0" brushRef="#br0" timeOffset="81153.89">23185 12341 115 0,'0'0'171'0,"0"0"-4"16,-9-1-24-16,9 1-12 0,0 0-14 0,0 0-13 15,0 0-8-15,0 0-14 0,0 0-5 0,0 0-7 16,0 0-3-16,0 0-5 0,0 0-2 16,32 1-2-16,-21 1 2 0,8 0-7 0,-1-4-2 0,10 2-1 15,2-3-5-15,2 0 10 0,2-1-9 0,2 1-3 16,2-1-5-16,-1 0-1 0,15-2-1 0,-1 1-4 15,4 2-6-15,-4-2 2 0,1 0-6 0,3-1 0 16,3 3-4-16,2-4 0 0,4 3-3 0,0-1-3 16,-1 3 1-16,3-5-1 0,28 1-1 0,-31 1-9 15,34-3 7-15,-6 0 0 0,-25 3-1 0,29 1-6 16,-3-4-11-16,-27 3-9 0,31-3 0 0,-32-1-10 16,28-2-1-16,-28 5 3 0,-2 2-14 0,2-1-7 15,3 1-7-15,-3-1-12 0,2 1-27 0,-1 0-15 16,-4 0-10-16,-3 4-17 0,-2 0-15 0,-2 2-76 15,-2-2-244-15,-12 0 107 0</inkml:trace>
  <inkml:trace contextRef="#ctx0" brushRef="#br0" timeOffset="81681.22">25841 12182 23 0,'0'0'105'0,"0"0"-13"0,0 0 7 0,0 0 3 0,0 0-5 15,0 0 2-15,29 9 10 0,-10-9-12 0,10 4-13 16,2-5-3-16,3 2 0 0,2-1-6 0,16 3-3 16,-1-6 1-16,3 0-6 0,0 1-1 0,-3-2-11 15,3 2 5-15,-2-3-9 0,4 3 4 0,-2-3-6 16,8 1 4-16,4 1 4 0,24-2-2 0,2-5-4 15,-26 6-5-15,32 1-3 0,-31 1 1 0,30-3-5 16,-3 2-2-16,0-1-2 0,-1 2-4 0,0 1-2 16,-2-4-3-16,1 3 5 0,2-3-6 0,-27 4 1 15,35-2 2-15,-7 0-1 0,1-1-5 0,-29-1 0 16,27 1 0-16,-31 0-3 0,-1 1-1 0,1 1 1 16,-8 0-7-16,1 2 1 0,-3 0 3 0,-18-1-6 15,1 0-1-15,-7 1-2 0,-1 0-11 0,-7 0-12 16,-1 1-8-16,-7-2-23 0,0 1-9 0,-3 0-21 15,-5-2-18-15,-5 2-16 0,11-1-14 0,-11 1-11 16,0 0-19-16,7-3-14 0,-7 3-90 0,0 0-279 16,0 0 124-16</inkml:trace>
  <inkml:trace contextRef="#ctx0" brushRef="#br0" timeOffset="82333.92">28606 12075 92 0,'0'0'144'0,"29"-4"-9"0,-16 1-2 0,5-1-7 0,10 0-13 15,1-1 7-15,-1 0 2 0,4 0-14 0,2 0 1 16,-2-2-8-16,-1 4-5 0,3-4-6 15,0 0-5-15,0 2-7 0,-1-2-6 0,0 2-5 16,0 1-4-16,1 0 8 0,-5 0-5 0,4-1-2 16,0 1-6-16,0-2-4 0,-1 2-8 0,-1 0-5 0,-2 2 0 15,-2-2-8-15,-5 4-2 0,0-1-8 0,-2 0 4 16,1-2-5-16,-7 1-1 0,4 1-2 0,-4 0 0 16,-4 1-3-16,2-2-2 0,-4 2-9 0,-8 0-16 15,0 0-14-15,18-1-14 0,-18 1-12 16,0 0-16-16,13 0-12 0,-13 0-4 0,0 0-15 0,0 0-3 15,0 0-13-15,0 0-9 0,0 0 5 0,0 0-4 16,0 0 9-16,0 0 9 0,0 0 9 16,0 0 12-16,0 0 7 0,0 0 10 0,0 0 9 15,0 0 8-15,0 0 5 0,0 0 8 0,0 0 13 16,0 0 11-16,0 0 5 0,0 0 7 0,0 0 13 0,0 0 5 16,0 0 21-16,0 0 5 0,0 0 2 15,0 0 5-15,0 0 8 0,0 0 5 0,0 0 5 0,0 0 12 16,18 9-9-16,2-9-4 0,7 0-2 15,0 0-2-15,-1-1 0 0,3-2-4 0,-1 2 2 16,3 2 0-16,-2-2-1 0,3 0-6 0,-2-3 1 0,2 2 3 16,1-1-11-16,-1 0 4 0,-3 2-4 15,4-3-5-15,-1 2-3 0,0-1-5 0,-1 1 0 0,-3-3-7 16,0 0-2-16,-7 1-1 0,1 2-3 0,-2 0-4 16,0-1 2-16,-1 0-4 0,-1 3 1 0,-4-3-6 15,4 2 1-15,0-2-2 0,-2 1 2 0,3 1-3 16,-2-1-1-16,-5 0-1 0,0 1-1 0,1 0 0 15,0 0 0-15,0 1 0 0,-3-2-5 16,1 2-14-16,-11 0-13 0,12-1-12 0,-12 1-8 16,0 0-11-16,14-2-22 0,-14 2-32 0,0 0-30 0,0 0-22 15,11-4-16-15,-11 4-101 0,0 0-302 0,0 0 133 16</inkml:trace>
  <inkml:trace contextRef="#ctx0" brushRef="#br0" timeOffset="82601.55">30137 11865 57 0,'5'2'124'0,"-5"-2"-10"15,0 0-8-15,11 0-9 0,-11 0-3 0,11 0-2 16,-11 0-13-16,10-2-1 0,-10 2-13 16,0 0 0-16,11 2-12 0,-11-2-5 0,0 0-17 15,8 0-11-15,-8 0-21 0,0 0-18 0,0 0-17 0,9 0-20 16,-9 0-18-16,0 0-83 0,0 0-168 0,0 0 74 16</inkml:trace>
  <inkml:trace contextRef="#ctx0" brushRef="#br0" timeOffset="85764">27582 8070 16 0,'0'0'76'0,"-7"-6"-4"0,7 6 5 0,0 0-7 16,-4-3 4-16,4 3-4 0,0 0 7 0,0 0-4 16,-5-9 4-16,5 9-11 0,0 0-1 0,0 0-12 15,-4-6 6-15,4 6-5 0,0 0-6 0,-3-4 1 16,3 4 4-16,0 0-7 0,0 0 1 0,0 0-3 16,-6-5 1-16,6 5-2 0,0 0 5 0,0 0-4 15,0 0 3-15,0 0-2 0,0 0-6 0,0 0 3 16,0 0-9-16,0 0 1 0,0 0-4 0,0 0-9 15,0 0 0-15,0 0-6 0,0 0 0 0,0 0 1 16,0 0 1-16,0 0-5 0,18-2 7 0,-7 2 0 16,7 0-1-16,5 0 3 0,8-2-1 0,4 0 1 15,1 2 4-15,5-3-9 0,15-1-2 0,2 2 4 16,-1-5-1-16,1 2-4 0,1-1 2 0,-1 2-1 16,1-3 0-16,1 4 4 0,3-5-1 0,-4 3 2 15,1-1-2-15,-4 5 0 0,0-2-3 0,-2-3 5 16,-4 0-2-16,-15 2-1 0,4 1-4 0,-6-2 5 15,-2 3-2-15,-3-2-1 0,-6 3-1 0,-2 0 1 16,-1-2-2-16,-1 0 1 0,-6 1-1 0,-1 2 3 16,2 0 2-16,-7 0-2 0,-6 0-4 0,12-2 3 0,-5 1-4 15,-7 1-2-15,0 0-2 0,11-2 0 0,-11 2-2 16,0 0 1-16,9-1-10 0,-9 1-5 0,0 0-13 16,0 0-17-16,5 6-18 0,-5-6-25 15,0 0-24-15,2 5-23 0,-2-5-17 0,0 10-17 0,0-10-123 16,0 0-310-16,-5 13 138 0</inkml:trace>
  <inkml:trace contextRef="#ctx0" brushRef="#br0" timeOffset="86325.77">28674 7973 75 0,'0'0'116'0,"0"0"-6"16,0 0-5-16,0 0-3 0,0 0-12 0,26-5 3 15,-5 4 3-15,3-2-16 0,6 3-1 0,-1-1-7 16,4-2 2-16,-1 3 0 0,5-3-7 0,-1 1-8 16,-2 2 4-16,3-1-12 0,-2-2 2 0,1 3-7 15,1-1-1-15,-1 0-2 0,-2 0-3 0,-2 0-4 16,-1-1 1-16,-2 2-6 0,-6 0 2 0,-4-3-1 16,2 3-1-16,-8-1 0 0,0-1 2 0,-1 1 1 15,-3 0 0-15,0 0 8 0,-1 0 3 0,-8 1 11 16,11-2 1-16,-11 2-4 0,9-1-9 0,-9 1-4 15,8-4-2-15,-8 4-4 0,0 0-3 0,0 0-12 16,7-1-20-16,-7 1-21 0,0 0-32 0,0 0-24 16,0 0-37-16,0 0-32 0,0 0-30 0,0 0-128 15,0 0-331-15,0 0 146 0</inkml:trace>
  <inkml:trace contextRef="#ctx0" brushRef="#br0" timeOffset="86713.17">29375 7727 146 0,'0'0'248'15,"-4"-14"-9"-15,3 7-15 0,1 7-6 0,-3-10-7 16,2 4-8-16,1 6-14 0,0 0-12 0,-2-12-16 15,2 12-19-15,0 0-15 0,-2-6-17 0,2 6-16 0,0 0-10 16,0 0-10-16,0 0-4 0,0 0-10 16,0 0-6-16,0 0-6 0,0 34-4 0,0-22-2 15,0 5-5-15,-1-1-3 0,1 2-5 0,0 3 0 16,0-5-1-16,1 3-8 0,1-1-3 16,-2 0 3-16,0 1-1 0,0 0-4 0,3-3-2 0,0 1 1 15,-1-1-3-15,1 1-2 0,0-2 2 0,-1-2-1 16,1 0 3-16,3 3-2 0,-2-5 0 0,0 1-3 15,-2 0 1-15,1-2-4 0,1 2 0 0,-2-4-21 16,1 0-20-16,-1 2-9 0,0-2-16 0,-1-2-17 0,0 0-23 16,-1-6-24-16,2 11-31 0,-1-6-23 0,-1-5-25 15,3 7-16-15,-3-7-134 0,0 0-383 16,0 0 169-16</inkml:trace>
  <inkml:trace contextRef="#ctx0" brushRef="#br0" timeOffset="87034.08">29622 7732 224 0,'0'0'260'0,"0"-13"-26"0,1 6-6 0,-1 7-7 15,3-9-11-15,-3 9-14 0,0 0-24 0,-6-11-17 16,6 11-18-16,0 0-18 0,0 0-12 15,0 0-14-15,0 0-8 0,0 0-6 0,0 0-13 16,0 0-9-16,2 40 0 0,-1-21-7 0,0 1-2 0,1-1 2 16,0 7-1-16,-2-1-9 0,4 1-1 0,-1-9-1 15,-2 4-6-15,3-5-1 0,-3 2-2 0,1 1-2 16,0-3-4-16,0 2 4 0,1-1-8 16,1-3 0-16,-3 0-1 0,3-1 4 0,-2-2-7 0,0 1-3 15,-1-2-25-15,2 2-14 0,-2-3-18 0,0 1-34 16,0-1-30-16,1-1-39 0,0-3-53 15,2 2-46-15,-4-7-157 0,0 0-437 0,0 0 194 16</inkml:trace>
  <inkml:trace contextRef="#ctx0" brushRef="#br0" timeOffset="87544.03">29647 7929 2 0,'0'0'155'0,"0"0"-13"16,0 0-8-16,0 0-13 0,0 0-8 0,0 0-7 15,0 0 5-15,0 0-5 0,0 0-1 0,31-1-6 16,-12 1-1-16,4 0 9 0,8-1-16 0,2 1 1 16,3-3-8-16,0 0 0 0,16 0-4 0,-12 0-3 15,15-1-8-15,-4-1-7 0,-12 2 0 0,12-3-6 16,-12 4-4-16,1-3-3 0,-2 2 0 0,0 0-4 16,-1-1 0-16,0 2-6 0,0-2 0 0,-1 1-4 15,-3 1-2-15,-3-3 2 0,-10 2 1 0,2 2 2 16,-2-2 0-16,0 2 1 0,-1-1 3 0,-3-1 0 15,2 3 0-15,-5 0 2 0,2-1-4 16,-3-3 3-16,0 4-6 0,0-1 0 0,-4-1-6 16,2 1-4-16,-4 0-1 0,-6 1-1 0,15-1-2 0,-15 1-5 15,11-2-3-15,-11 2 5 0,10 2-8 0,-10-2 7 16,7-2-10-16,-7 2 3 0,0 0-4 0,10-1 0 16,-10 1 0-16,0 0-4 0,0 0 1 0,0 0 0 15,0 0-7-15,0 0-6 0,9 1-12 0,-9-1-14 16,0 0-21-16,0 0-18 0,0 0-29 0,0 0-23 15,0 0-32-15,0 0-34 0,0 0-19 0,0 0-183 16,0 0-424-16,0 0 187 0</inkml:trace>
  <inkml:trace contextRef="#ctx0" brushRef="#br0" timeOffset="87901.47">30567 7814 115 0,'0'0'132'0,"0"0"-7"15,29 11-5-15,-18-9 1 0,3-1 0 0,3 2-13 16,1-3-3-16,1 1-12 0,0-1-4 0,0 0-9 15,2 1-3-15,-1-2 1 0,-1 1-6 0,0-1-5 16,-2 1 2-16,2 0-6 0,-2 0 0 0,-4-3-8 16,-1 2-2-16,1 1-7 0,-5 0-7 0,-8 0-1 15,15-2-2-15,-10 1-7 0,-5 1-4 0,11-2-8 16,-11 2-10-16,9 0-16 0,-9 0-18 0,0 0-9 16,11 0-15-16,-11 0-11 0,8-1 0 0,-8 1-12 15,0 0-12-15,11-2 0 0,-11 2-25 0,0 0-2 16,0 0-4-16,12 2-4 0,-12-2-61 0,0 0-196 15,0 0 87-15</inkml:trace>
  <inkml:trace contextRef="#ctx0" brushRef="#br0" timeOffset="87982.74">30978 7823 11 0,'0'0'8'0,"0"0"1"0,0 0 1 16,0 0-2-16,0 0 2 0,0 0-16 0,0 0-3 16,0 0-9-16,0 0 4 0</inkml:trace>
  <inkml:trace contextRef="#ctx0" brushRef="#br0" timeOffset="88927.78">31030 7819 101 0,'0'0'145'0,"0"0"-6"16,0 0-8-16,0 0-6 0,0 0 3 0,0 0-13 16,0 0-10-16,0 0 0 0,1-8-9 0,-1 8-6 15,0 0-5-15,0 0 0 0,0 0-9 0,0 0-10 16,0 0 0-16,0 0-7 0,0 0 2 0,0 0-5 16,0 0 2-16,0 0-8 0,0 0-2 0,0 0-5 15,0 0-2-15,0 0-1 0,0 0-2 0,0 0-5 16,0 0 0-16,0 0 2 0,0 0-6 0,0 0-1 15,0 0 2-15,0 0-5 0,0 0-6 0,0 0 7 16,0 0-5-16,0 0-2 0,0 0 2 16,0 0-2-16,0 0-3 0,0 0 0 0,0 0-2 0,0 0-2 15,0 0 0-15,0 0-1 0,0 0 0 0,0 0-4 16,0 0 0-16,0 0-1 0,0 0 1 0,0 0-3 16,0 0 4-16,0 0-6 0,0 0-2 15,0 0 1-15,0 0 0 0,0 0 0 0,0 0 0 16,0 0 2-16,-25 7-2 0,25-7-4 0,-8 3 2 0,2-1-1 15,6-2-1-15,-7 4-1 0,2 1 4 0,5-5-1 16,-7 6 2-16,3 1 3 0,-2-1-8 0,0 0 2 16,0 4 2-16,1-1-2 0,2 1 3 0,-1-3-1 15,-1 3-3-15,3-1 1 0,1-2 0 0,-1 2 3 16,1 1 2-16,1-10 1 0,4 16-2 0,-2-9-3 16,2 0 2-16,2 2 2 0,2-2-3 0,0 0 3 15,3-2 0-15,1 2 2 0,-1-4-1 0,2 1 1 16,0 1 0-16,0-2-1 0,-1-2 1 0,4-1 0 15,-5 1-2-15,0-1 5 0,1 0-2 0,-1-5 6 16,0 4 2-16,-1-3 0 0,-1 0 6 0,-1-2 1 16,1-1-11-16,-2 1 9 0,2-2-1 15,-3 0-4-15,0 1 4 0,0-3 0 0,-1-1-4 0,-2 1 3 16,0-2 0-16,-1 3-3 0,-2-4-3 0,0 1 2 16,-4 2-6-16,0 0 1 0,-1-1-1 0,-4 1-3 15,2-1 3-15,-1 1-4 0,-1 3 2 0,-1-1-8 16,0 1-13-16,-1 3-7 0,0 1-9 0,-2 0-14 15,-1 3-19-15,-3 0-21 0,-2 4-27 0,3-1-43 16,0 5-40-16,-2 2-179 0,1-3-406 0,0 3 181 16</inkml:trace>
  <inkml:trace contextRef="#ctx0" brushRef="#br0" timeOffset="90260.97">29982 11965 61 0,'0'0'115'0,"0"0"-9"0,0 0-3 0,0 0-4 15,0 0-3-15,0 0-12 0,0 0 0 0,0 0-12 16,0 0 0-16,0 0-7 0,0 0 0 16,0 0 5-16,0 0-8 0,0 0-3 0,26 4 0 0,-15-4 3 15,2 2 4-15,5-2 1 0,1 2-3 0,11-3-9 16,0 1 1-16,3 0-1 0,4 1-1 15,-2-1 0-15,5-1-6 0,-2 0-1 0,3-4 0 16,-3 3 0-16,17-1-3 0,-17-1 7 0,16 2-12 0,-16 1-2 16,1-2-2-16,1 2-1 0,0-2-7 0,10 5 2 15,-12-4 3-15,1 1-18 0,11 1 1 0,-13-2-4 16,0 1-1-16,-4 1 0 0,-1-2-5 16,-1 2 1-16,-1-1 3 0,-9 1 2 0,-3-1-1 0,1 1-7 15,-2 0 3-15,2 0 1 0,-2-2-2 0,-4 1 3 16,-1 1-2-16,0 0 1 0,0-1-3 0,-2 1-1 15,-1-2 2-15,3 2-2 0,-3 0 1 0,2 0 2 16,-11 0-2-16,13 0 3 0,-5 2-3 0,0-2-3 16,-8 0 2-16,13-2 2 0,-13 2-5 0,8 0 5 15,-8 0-7-15,0 0 0 0,10 0 1 0,-10 0-3 16,0 0-6-16,0 0-15 0,9-1-11 0,-9 1-14 16,0 0-31-16,0 0-13 0,0 0-20 0,0 0-25 15,0 0-6-15,0 0-13 0,0 0-119 0,0 0-299 16,0 0 133-16</inkml:trace>
  <inkml:trace contextRef="#ctx0" brushRef="#br0" timeOffset="90703.93">31329 11882 92 0,'-6'-4'160'15,"6"4"-10"-15,0 0 2 0,-9-3-8 0,9 3-3 16,0 0-10-16,-7-3-11 0,7 3-3 0,0 0-9 16,-10-1-9-16,10 1-6 0,0 0-9 0,0 0-6 15,-11 1-2-15,11-1-4 0,-8 6-11 0,8-6-1 16,-7 4-7-16,3 0 0 0,-2 1-4 0,6-5-7 16,-5 9-1-16,1-5-7 0,1 1 0 0,3-5-2 15,-4 8-7-15,0-4-4 0,4-4 1 0,0 11 2 16,0-11-5-16,4 9 4 0,0-3 5 0,-4-6 4 15,7 9-5-15,-2-4 4 0,3-2-3 0,2 1 0 16,-2-3 5-16,5 3-4 0,-1-4 7 0,7-1-4 16,-2 0-4-16,5-2 7 0,-8 0-3 0,4 1-3 15,0-2-2-15,0 1 2 0,-5 0-1 0,-2-1 2 16,-1-1-2-16,1-2 1 0,-3 0-2 0,1 0 7 16,-3 3-12-16,0-4 4 0,-1-2 1 0,0 1-5 15,-2 1 1-15,-3-1-4 0,0-1-1 0,-2 1-2 16,-1 1-2-16,0 0-4 0,-5-1 0 0,2 2 0 15,0 1-4-15,-5-1 0 0,1 3-8 0,1-3-15 16,-3 3-8-16,-1 2-17 0,-1 1-18 0,2-1-24 16,-1 2-25-16,1 0-42 0,4 2-48 0,0-1-43 15,-3 0-153-15,11-1-428 0,-16 3 190 0</inkml:trace>
  <inkml:trace contextRef="#ctx0" brushRef="#br0" timeOffset="94689">31025 8123 17 0,'0'0'69'15,"0"-10"-9"-15,0 10-6 0,1-9 2 0,-1 9 1 16,4-9-10-16,-4 9-2 0,-1-8-1 0,1 8-4 16,1-10-10-16,-1 10-3 0,1-10-4 15,-1 10 2-15,2-7 10 0,-2 7-4 0,0-9 6 16,0 9-10-16,0 0 19 0,1-9-14 0,-1 9-1 0,0 0 0 16,1-9-1-16,-1 9 2 0,0 0 6 0,1-8 3 15,-1 8-1-15,0 0-1 0,0 0 6 16,0 0-1-16,0-10 0 0,0 10-3 0,0 0 1 0,0 0 0 15,-1-9 0-15,1 9 7 0,0 0-9 0,0 0 6 16,-2-6-3-16,2 6-4 0,0 0 10 0,0 0-2 16,0 0 0-16,0-10 2 0,0 10-3 0,0 0-1 15,0 0-5-15,0 0-7 0,0 0-2 16,0 0-8-16,0 0 4 0,0 0-10 0,0 0-3 16,0 0-4-16,0 0 1 0,0 0 0 0,0 0-3 0,0 0 5 15,0 0-1-15,-3 25-1 0,3-15-1 0,-1 3 0 16,2-1 4-16,-2 5 0 0,2 1-4 0,0-3 6 15,-1 3 2-15,-1 0-6 0,2 0 8 0,-1-1-5 16,3 8 1-16,-3-6 1 0,-1 7 2 16,-1-8-1-16,0 9 2 0,2 0-1 0,0-11-5 0,0 11 5 15,1-1-4-15,-1-1 3 0,1 0-2 0,-2 2-1 16,2 0-5-16,2-3 3 0,-2 4 2 0,0-3 9 16,-2-5-1-16,0 0 2 0,2 4-2 15,-2 1 0-15,2-4-4 0,-3-2 0 0,-1 6-2 0,3-1 2 16,-4-4-3-16,3-2 2 0,1 3-5 0,1-3 1 15,-1 0 1-15,3-1-5 0,-2-1 3 0,0 0-4 16,-2-4-1-16,2 0 3 0,-1 1-3 0,2-2-3 16,-1 0 3-16,-1 1-4 0,1-3 4 0,-1 1-2 15,1 0-1-15,-1-1 2 0,0-3-2 16,0-6-3-16,2 14 1 0,-2-9 0 0,0-5 2 0,0 12-2 16,0-12 0-16,0 8-3 0,0-8 3 0,1 6 0 15,-1-6 2-15,0 0 0 0,0 0-5 0,0 9 2 16,0-9 1-16,0 0-3 0,0 0 5 0,0 0-1 15,0 0 0-15,0 0-1 0,-1 9-4 0,1-9 5 16,0 0-7-16,0 0 3 0,0 0 1 0,0 0 3 16,4 5-5-16,-4-5 5 0,0 0-7 0,5 3 13 15,-5-3-13-15,8 7 7 0,-5-4-8 0,6 0 3 16,-2-1 6-16,2 2-4 0,2-1 2 0,-1 3 0 16,3 0-2-16,0-2 0 0,-2 0-1 0,2 2-3 15,-1 1 3-15,-2-2-6 0,1-1 7 0,0 0 2 16,-2 4-3-16,1-2 0 0,-3 1 1 0,1 0 0 15,-3 0-2-15,-1 0 1 0,2-1-3 0,-3 3 1 16,-1 1 2-16,-2-3-2 0,0 2 0 16,-1 1 3-16,-1 0 0 0,-5 3 3 0,1 1-2 0,-3 0 0 15,-1 0 1-15,-3 2 0 0,0-3 0 0,-1 2 0 16,-1 1 2-16,-4 1 0 0,-4-1-1 0,2 1 3 16,-2-4-1-16,5 0 2 0,3 1-5 0,-2-3-2 15,5 3 0-15,-1-1 4 0,1-1-2 0,2 1 1 16,2-1-4-16,1 2 2 0,3-3 0 0,3 5 5 15,1-2-6-15,1-1-1 0,2 4 2 0,3 0-1 16,3-2 1-16,0 0-1 0,2-1 2 0,-1 1 0 16,2-1-1-16,1-1 1 0,-2 3 5 0,2-3 1 15,1-1-7-15,-5 2 2 0,-1-5-7 0,2 4 7 16,-2-3-4-16,-2 0 3 0,0-2-4 0,1 3 3 16,-5 0-1-16,3-2 1 0,-3 3 0 0,-1-3-1 15,1-1-1-15,-2 2-2 0,-1-1 4 0,0-3-2 16,-2 1-2-16,1 3 5 0,-2 1-3 0,-2-2 4 15,-1 1-3-15,2 0 1 0,-1 0-3 0,-2-1 3 16,-1 2-4-16,1-2 5 0,1 0 4 0,-1 0-8 16,1 3 1-16,0-3 0 0,2 1-2 0,1-1 6 15,0-1-3-15,3 2 0 0,0 0-1 0,2 0 0 16,1 2-2-16,4 4 6 0,-1-1-3 0,3 0 1 16,0 0-3-16,1 1 2 0,0 0-1 0,-1 0 0 15,1-3-2-15,0 3 2 0,-3-1-2 0,-1-3 0 16,2 0 1-16,-2 0 0 0,-1 0 0 0,-1 0-2 15,-1 0 1-15,-1 0 0 0,0 1 2 0,-1 1-2 16,-1 3 1-16,0-5 0 0,-2 1-4 0,-1 3 5 16,0-5 3-16,-2 3 3 0,-1 0-6 0,1-1-1 15,0-3 2-15,-3 5 1 0,3-4-5 0,-3 1 1 16,4-1 4-16,1 2-4 0,0-1-2 0,1 0-2 16,1 1 5-16,2 3-2 0,0 1-6 0,2 0 1 15,1 1 0-15,1 2 3 0,2-4-2 0,1 4 3 16,-1-2-1-16,0 2 0 0,2-2 2 0,-2 0 6 15,1-3-11-15,-1 3 8 0,0-1-5 0,0 0-5 16,-1 2 6-16,3-2 0 0,-2 7-3 0,-1 0 3 16,0-7 1-16,-2 2 4 0,-2 6-5 0,1-5 3 15,0 0-4-15,0-1 4 0,1 0-1 0,-3 0 0 16,1 5 2-16,2-5 0 0,-2 6-2 0,-1-6 4 16,4 5 1-16,0 1 10 0,1-1-4 0,0 0 0 0,3-1-2 15,-5-2 0-15,2 3 0 0,4 1 0 16,-5-5-2-16,4 6 3 0,-3 3-4 0,3-6 3 15,-1 3-5-15,0 0 12 0,1-1-8 0,-1 0 0 16,-3-2-2-16,1 3 0 0,-1-1-2 0,-4-7 3 0,1 1-2 16,2 2 0-16,1-2-1 0,-3-1 0 15,-1 0 0-15,-1 0 3 0,-2-1-2 0,2-2 0 16,-3-2-3-16,0-2-1 0,0 3 4 0,2-4-3 16,-1 2 2-16,-1-2-3 0,3-1 6 0,1 1-3 15,-4-3 2-15,3 0 2 0,1-7-3 0,-1 10 2 16,1-10-4-16,1 9-5 0,-1-9-4 0,1 9-1 15,-1-9-3-15,0 0-4 0,2 8-19 0,-2-8-11 16,0 0-25-16,0 0-46 0,0 0-66 0,0 0-50 16,0 0-174-16,0 0-440 0,0 0 195 0</inkml:trace>
  <inkml:trace contextRef="#ctx0" brushRef="#br0" timeOffset="95383.97">31363 9790 16 0,'0'-9'161'0,"-3"-1"5"16,3 3-8-16,0 7 7 0,1-15 5 0,2 9-3 15,-2 0-8-15,-1 6-4 0,-1-9-5 0,1 9-10 16,2-9-13-16,-2 9-9 0,0 0-11 0,0-9-14 16,0 9-16-16,0 0-2 0,0 0-13 0,0 0-6 15,0 0-4-15,0 0-3 0,7 27-2 0,-7-15-2 16,0 4 0-16,-3 0-5 0,4 3-3 0,-7 4 4 15,5-4-2-15,1 0-6 0,-1 0 0 0,-1 0-4 16,1-1-3-16,0 0 0 0,-1-2-5 0,2 2 0 16,-1-2 0-16,1 0 2 0,0-3-9 0,0-1 3 15,-1-2 0-15,-1 0-5 0,2 0-6 0,0-1-15 16,0-9-18-16,0 17-20 0,0-12-23 0,0-5-21 16,0 10-15-16,0-10-17 0,0 0-5 0,2 10-8 15,-2-10-16-15,0 0-34 0,0 0-138 0,0 0-350 16,0 0 154-16</inkml:trace>
  <inkml:trace contextRef="#ctx0" brushRef="#br0" timeOffset="95734.06">31425 9659 5 0,'8'-9'137'0,"-2"-1"2"15,2 5-11-15,2-2-6 0,-1 1-12 16,1 2 0-16,-1 3 0 0,3 0-3 0,-1 2-1 15,-1 3-12-15,0 1-9 0,-2 1-2 0,0 2-12 16,-2 1-5-16,-1 0-5 0,-1 4-4 0,-3-2-5 16,-1 4 0-16,-1 1 1 0,-3-3-8 0,-2 2 3 15,0 0-3-15,-2 0-6 0,-1-2-2 0,-1-1-4 16,2-1-1-16,2-1-4 0,-2-2 1 0,0-1-2 16,3 0-1-16,1-4-2 0,1 2 5 0,3-5 3 15,-7 5 4-15,7-5 0 0,-4 6 4 0,4-6-2 0,-6 5-4 16,6-5 1-16,0 0-5 0,0 0-7 0,-4 5 0 15,4-5-7-15,0 0 2 0,0 0-2 16,10 10-4-16,-3-7 2 0,3 2-3 0,-1 0 1 16,1 0-3-16,2-1-2 0,4 3 0 0,2 1 2 0,0 0-16 15,1 0-21-15,4-6-26 0,4 5-37 0,-5 0-24 16,5-2-32-16,-7-2-26 0,-1 0-19 0,0-1-116 16,-7 0-331-16,0 1 146 0</inkml:trace>
  <inkml:trace contextRef="#ctx0" brushRef="#br0" timeOffset="96069.4">31867 9846 121 0,'1'-7'220'0,"-1"7"-5"0,2-6-6 0,-2 6-6 0,0 0-24 16,1-7-11-16,-1 7-25 0,0 0-19 0,0 0-11 0,0 0-12 15,0 0-6-15,0 0-5 0,0 0-2 0,0 0-3 16,-5 32 3-16,5-22 1 0,0 7-7 15,-3-1-3-15,1 2-6 0,-2 2-6 0,4-1-4 16,0 0-7-16,-2 0 1 0,0-1-4 0,4 0-1 16,-1-1-3-16,1-1-6 0,-2-3-3 0,3-1-2 0,-1 1-2 15,1-5 0-15,-1 3-8 0,0-4-1 0,0 0-4 16,0-1 1-16,0-1 2 0,2 2-6 0,0-3 2 16,0 1-1-16,2 0 0 0,-1-2 2 0,2 1 1 15,-1-2 6-15,5-1-10 0,0 1-3 16,-4-1 1-16,6-1-2 0,1-1-3 0,-2 1 9 0,7-2-19 15,-6-1-23-15,5-1-19 0,-1 0-27 0,-1-2-23 16,4 3-32-16,-2-1-28 0,0-1-40 0,1 0-33 16,-1 0-35-16,-4 2-144 0,0-4-433 15,5 0 192-15</inkml:trace>
  <inkml:trace contextRef="#ctx0" brushRef="#br0" timeOffset="97913.07">32078 7746 33 0,'3'-8'117'0,"-3"8"4"0,0 0-10 15,0 0-17-15,0 0 4 0,0 0-6 0,-7-11-13 16,7 11-4-16,0 0-2 0,-5-3-6 0,5 3 5 16,0 0-4-16,-8-6-7 0,8 6 1 0,-5-3-4 15,5 3 2-15,0 0-1 0,0 0-4 0,0 0-10 16,0 0-2-16,0 0-6 0,0 0 2 0,17-9-11 15,1 6 2-15,10-1-1 0,4 0-7 0,8-1 1 16,-3 1-8-16,15-1 6 0,-1-3-1 0,-11 5-3 16,12-3 7-16,-15 1 0 0,0 2 1 0,2-3-2 15,0 1 0-15,-7-2-1 0,-32 7-5 0,59-5-3 16,-59 5 8-16,36-2-15 0,-36 2 5 0,0 0 0 16,37 0 0-16,-37 0-4 0,0 0-2 0,0 0 0 15,0 0-7-15,0 0-16 0,0 0-19 0,36-2-10 16,-36 2-11-16,0 0-12 0,0 0-26 0,0 0-12 15,0 0-15-15,0 0-12 0,0 0-100 0,0 0-252 16,-27 28 113-16</inkml:trace>
  <inkml:trace contextRef="#ctx0" brushRef="#br0" timeOffset="98298.42">32468 7751 138 0,'0'0'168'0,"0"0"-18"0,0 0-16 0,0 0-12 15,0 0-16-15,0 0 1 0,0 0-15 0,0 0-12 16,-1 10-7-16,1-10 2 0,5 19 7 0,-3-6-1 16,5 4-5-16,-4 1-1 0,3 8-7 0,0 0-9 15,-1 2 30-15,3 2 2 0,-3 0-6 0,0 1-6 16,1-1-3-16,1 4-3 0,-5 0-6 0,3 2 0 15,-3-1-2-15,1 0-5 0,0-2-5 0,0 15-5 16,-2-15-7-16,-2 1 0 0,1 2-5 0,-2-4-5 16,2 3 0-16,-4-3-6 0,3-1-2 0,1-3-1 15,0 0-2-15,-2-9-3 0,0 8 1 0,-1-7-7 16,5-1 1-16,-6-3-3 0,3 3 3 0,2-3-4 16,-2 1 3-16,1 2-4 0,3-4 0 0,-5 2-5 15,4-1 0-15,0 0-18 0,-2-1-11 0,1-3-25 16,1-1-16-16,0 5-2 0,-2-4-11 0,1 4-18 15,1-1-38-15,0-3-34 0,0 1-47 0,0 2-126 16,0-1-371-16,0 1 164 0</inkml:trace>
  <inkml:trace contextRef="#ctx0" brushRef="#br0" timeOffset="98832.61">32312 9442 217 0,'-1'-6'208'0,"1"6"-6"0,0-13-13 0,0 13-16 16,-2-9-19-16,2 9-15 0,0 0-17 0,0 0-16 16,0 0-7-16,0 0-11 0,0 0-8 0,0 0-9 15,0 0-3-15,14 15-3 0,-6 1-2 16,2-3-4-16,-1 3-5 0,0-1-3 0,0-1-2 15,2 1-7-15,-3-1 0 0,4-2 1 0,-3 2-3 0,-2-4-1 16,4 3-1-16,-2-4 0 0,-2 0 5 0,2-1-1 16,-1-2 0-16,-2-2 3 0,1 0 2 0,-1-1 4 15,-1 1 10-15,0-1 11 0,-5-3 14 16,8 2-3-16,-8-2-1 0,0 0-10 0,17-7-3 0,-12 0 3 16,2-1-19-16,-1 0-5 0,2-3-22 15,0-3 22-15,-1-1-10 0,-1-2 0 0,3 0-4 0,-3 2-2 16,1-2-5-16,-1-2-2 0,-2 2-8 0,-1-1 0 15,4 3-8-15,-4-1-17 0,-1 5-10 16,2 0-16-16,-3 4-22 0,1 0-27 0,-2 7-39 0,1-8-47 16,-1 8-61-16,2-7-22 0,-2 7-7 15,0 0-173-15,0 0-467 0,0 0 208 0</inkml:trace>
  <inkml:trace contextRef="#ctx0" brushRef="#br0" timeOffset="99121.34">32639 9678 43 0,'0'12'166'0,"0"-12"-8"0,1 7 2 0,-1-7-2 0,3 10-5 16,0-5-12-16,-3-5-6 0,9 7-5 0,-9-7 0 16,0 0-1-16,0 0-1 0,0 0-6 15,52 16-3-15,-52-16-8 0,0 0 0 0,51 0-7 16,-51 0-1-16,0 0-3 0,47-9-4 0,-47 9-9 15,0 0-8-15,34-14 0 0,-34 14-9 0,0 0-2 0,23-21-9 16,-23 21-6-16,0 0-5 0,9-23-1 16,-9 23-9-16,0 0-1 0,0 0-9 0,0 0-2 15,0 0-4-15,-25-58-9 0,25 58-14 0,-23-13-14 16,23 13-19-16,-34-7-20 0,13 7-27 0,2 4-31 16,-1 1-31-16,-1 3-47 0,-3 3-37 0,0 4-172 15,7-5-433-15,-1 4 191 0</inkml:trace>
  <inkml:trace contextRef="#ctx0" brushRef="#br0" timeOffset="100310.06">32550 10407 125 0,'-2'-13'228'0,"1"3"4"16,0 1-7-16,-1-1-2 0,4 1 1 0,-5-1-15 15,2 3-21-15,1 7-13 0,-1-12-13 0,1 12-7 16,-3-10-21-16,3 10-18 0,0 0-9 16,-2-8-18-16,2 8-12 0,0 0-7 0,0 0-8 15,0 0-4-15,0 0-9 0,2 30-3 0,-1-15-7 0,1 4 1 16,-1 7-7-16,3 1-5 0,-2-1 3 0,1 2 0 16,0 3-7-16,0-1 0 0,0 3-1 0,1 0 0 15,-3 2-1-15,5 0-3 0,-4 11 3 0,-1-13-2 16,0 1-1-16,-1 0 2 0,0-3-2 15,-1 1 0-15,0-2-4 0,1 1 2 0,-2 0-8 0,2-1 9 16,-1 0 0-16,1-2 1 0,0-1-5 0,0-2 0 16,1 1-4-16,-1 0 4 0,0 1 1 0,0 1-3 15,3-4 3-15,-2 1-3 0,3 1-1 0,-3 3 0 16,3-1-6-16,-3 0 5 0,3 0-3 16,-2 1 0-16,2-3-1 0,-2 0 4 0,3-2-7 15,-4-6 5-15,1 0-3 0,0 2-1 0,-2-3 2 0,1-1-2 16,-1-1 1-16,2-2 2 0,-2-2-1 0,1 0-4 15,-4 0 2-15,3-2-4 0,-1 1 0 0,1-10 4 16,0 12-3-16,0-5 2 0,0-7-1 16,-1 7 1-16,1-7-11 0,0 0 13 0,-1 9 4 0,1-9-6 15,0 0-2-15,0 0 0 0,1 7 0 16,-1-7-6-16,0 0-7 0,0 0-5 0,0 0-8 0,0 0-6 16,0 0-6-16,0 0-3 0,0 0 1 15,0 9-3-15,0-9 4 0,0 0 1 0,0 0-1 16,0 0 1-16,4 4 2 0,-4-4-1 0,0 0-2 0,0 0 4 15,5 4-2-15,-5-4 0 0,0 0-1 16,5 4 3-16,-5-4-3 0,0 0 6 0,0 0 0 16,6 3-3-16,-6-3 2 0,0 0-3 0,0 0-2 0,7 3 6 15,-7-3 3-15,0 0 2 0,0 0 2 0,0 0 2 16,0 0 0-16,4 5 6 0,-4-5-3 16,0 0 7-16,2 6-2 0,-2-6 6 0,1 8 3 15,-1-8 4-15,2 9 0 0,-2-9-5 0,0 9 4 16,0-9-1-16,0 9 2 0,0-9 2 0,-2 8 0 15,2-8 0-15,0 8 1 0,0-8-1 0,3 7 2 0,-3-7 0 16,0 0 6-16,0 0 5 0,4 5 9 16,-4-5 6-16,0 0 7 0,0 0 3 0,0 0 3 15,0 0 0-15,9 0-7 0,-9 0 4 0,0 0-3 16,0 0 3-16,0 0-6 0,0 0 2 0,12-5-4 16,-12 5 2-16,0 0-1 0,0 0 1 0,0 0-9 15,0 0 1-15,8-8-6 0,-8 8 1 0,1-6-2 16,-1 6-8-16,3-5 3 0,-3 5-1 0,1-10-6 15,-1 10 8-15,0 0-6 0,6-12 2 0,-6 12 0 16,0 0-3-16,0 0-3 0,0 0 2 0,0 0 0 16,26-52-3-16,-26 52-1 0,21-29 2 0,-21 29-1 15,23-26-3-15,-23 26 2 0,23-25 1 0,-23 25-3 16,20-23 2-16,-20 23 1 0,23-19-2 0,-23 19 0 16,0 0 1-16,24-20-5 0,-24 20 12 0,0 0-9 15,16-16-4-15,-16 16 1 0,0 0-1 0,0 0-2 16,0 0-3-16,0 0-17 0,0 0-13 0,21-17-12 15,-21 17-21-15,0 0-7 0,0 0-22 0,0 0-21 16,0 0-29-16,0 0-42 0,0 0-18 0,0 0-183 16,0 0-426-16,0 0 188 0</inkml:trace>
  <inkml:trace contextRef="#ctx0" brushRef="#br0" timeOffset="100527.9">32629 11694 12 0,'-13'0'213'0,"13"0"-5"0,-13-3-8 16,13 3-8-16,-18-1-7 0,8-2-9 0,10 3-6 15,-21-2-11-15,21 2-13 0,-15-4-14 0,4 3-8 16,11 1-16-16,-13-5-8 0,13 5-10 0,-13-4-11 16,13 4-10-16,-11-7-12 0,4 4-20 15,7 3-22-15,0 0-27 0,-16-12-31 0,16 12-42 0,-9-9-34 16,9 9-39-16,-7-12-33 0,7 12-120 0,-8-11-337 15,8 11 150-15</inkml:trace>
  <inkml:trace contextRef="#ctx0" brushRef="#br0" timeOffset="101395.38">32428 7788 78 0,'0'0'107'0,"0"0"-11"0,0 0-6 0,0 0-5 16,0 0-8-16,0 0-3 0,0 0-5 0,0 0-7 15,0 0 0-15,0 0-3 0,0 0 7 0,0 0 0 16,0 0 12-16,-18 18-5 0,11-6-2 0,-4-5-4 16,0 9-7-16,1-3-6 0,-3 0 4 0,-1-1-7 15,2 2-5-15,-2-1-2 0,0-1-5 0,-2-1 0 16,4 1-4-16,3-4-3 0,-1 0-2 0,0 2-5 16,2-3 3-16,0 3-6 0,-2-3-6 0,3 1-23 15,-1-1-29-15,0 0-15 0,2 0-25 0,2-3-53 16,0 1-131-16,-1-1-282 0,5-4 124 0</inkml:trace>
  <inkml:trace contextRef="#ctx0" brushRef="#br0" timeOffset="101588.69">32547 7808 88 0,'0'0'143'0,"12"-2"-9"0,-12 2-3 0,14 2-19 16,-8 0-11-16,3 1-16 0,1 2 2 0,2-2-11 16,-1 1-5-16,-11-4-14 0,0 0-33 0,41 21-37 15,-41-21-39-15,31 21-28 0,-31-21-81 0,27 19-175 16,-27-19 78-16</inkml:trace>
  <inkml:trace contextRef="#ctx0" brushRef="#br0" timeOffset="101756.05">32924 7918 1748 0,'0'0'68'0,"0"0"13"0,0 0-11 16,0 0-19-16,0 0 8 0,0 0-2 0,0 0-2 15,0 0-5-15,0 0-9 0,0 0-7 0,12-40-6 16,-12 40-6-16,0 0-21 0,0 0-29 16,0 0-23-16,0 0-21 0,0 0-22 0,0 0-36 15,0 0-26-15,0 0-150 0,0 0-331 0,0 0 146 0</inkml:trace>
  <inkml:trace contextRef="#ctx0" brushRef="#br0" timeOffset="103530.08">29376 6983 54 0,'-7'-8'130'0,"2"6"-7"0,5 2-5 0,-11-4-3 15,5 2-11-15,6 2 4 0,-18 0-10 0,8 2-1 16,0 1-15-16,-2-1-2 0,2 3 12 0,0 1-15 0,-2 0-1 15,3 4-1-15,0-1-8 0,-1-1-4 16,2 5-3-16,1 0 8 0,-2 0 0 0,1 0-2 16,3 0-4-16,1 0-5 0,2-3-7 0,-1 2 0 0,3 1-4 15,1-3-1-15,-1 0-8 0,2 2 0 0,1-2-1 16,3-2-5-16,1 1-1 0,5 0-2 0,-2-2-2 16,5 1 0-16,1-3-7 0,3 0-7 15,0-1-18-15,3 2-21 0,-1-5-25 0,-1 1-21 16,1-3-31-16,6 1-31 0,-5-2-21 0,-3 0-30 15,0-3-93-15,0 1-303 0,-2-1 134 0</inkml:trace>
  <inkml:trace contextRef="#ctx0" brushRef="#br0" timeOffset="104010.08">29710 6919 50 0,'0'0'203'0,"-1"-10"-6"0,1 10-8 15,0 0-10-15,-2-13-10 0,2 13-17 0,0 0-16 16,0 0-15-16,0 0-17 0,-2-9-13 0,2 9-5 16,0 0-12-16,0 0-2 0,0 0-6 0,0 35 0 0,1-19-6 15,-2 0-4-15,-2 2-1 0,2-1-2 0,5 0-8 16,-9-1-6-16,6 2 1 0,-3-2-4 0,0-1-2 16,2-2-4-16,0-1-4 0,0 0 0 15,0-3-2-15,0-1-5 0,2 1 0 0,-2-9 0 0,-2 11-1 16,2-11-1-16,0 9 0 0,0-9 5 0,0 7 4 15,0-7 7-15,0 0 3 0,0 0 7 0,-1 9 5 16,1-9 2-16,0 0 5 0,0 0-3 0,0 0 2 16,0 0-3-16,0 0-6 0,0 0-3 15,0 0-6-15,0 0-4 0,0 0-5 0,9-20-1 0,-7 12-6 16,2 2-1-16,3-1-8 0,-2 0-2 0,4-2-5 16,0 2-5-16,1 3 2 0,0 1 0 15,1-3-5-15,1 5-2 0,1 1 2 0,-2 0-2 16,1 1-3-16,1 2 2 0,-2 0-2 0,-3 1-3 15,3 1 5-15,-3 0 1 0,-2 3 1 0,1-1-5 0,-1 1 5 16,-1 1 0-16,-4-3 1 0,2 2-1 0,-2-3 0 16,-2 5-2-16,1-10 5 0,-5 15 5 0,-1-5-5 15,-2-1-2-15,-2 0-3 0,-3-2-2 0,1-3-6 16,1 4-7-16,-2-3-7 0,2-3-11 16,0 2-18-16,0 0-11 0,2-3-28 0,9-1-20 0,-18 2-16 15,18-2-29-15,0 0-30 0,-13-2-185 0,13 2-408 16,0 0 181-16</inkml:trace>
  <inkml:trace contextRef="#ctx0" brushRef="#br0" timeOffset="104372.05">30032 7167 125 0,'8'0'173'16,"1"-2"-10"-16,-9 2-16 0,15 2-8 0,-9 1-11 16,2 1-15-16,-2 0-8 0,1 2 0 0,-3 0-12 15,1 3-4-15,-3 0 11 0,1 1 3 0,-3 0 0 16,-5 3 1-16,4-2-9 0,-3-2-6 16,-3 4-5-16,2-5-5 0,-3 3-3 0,2-1-6 0,0-2-4 15,1 0-1-15,-2 0 4 0,3-3-7 0,-1-1-5 16,5-4 0-16,-6 7-7 0,3-3-1 0,3-4-6 15,-5 5-3-15,5-5-7 0,0 0 1 0,-2 6-5 16,2-6-4-16,0 0 1 0,0 0-2 0,0 0-3 16,26-3-1-16,-13 2-2 0,8-2-4 0,0 2 0 15,6-2-1-15,1-1 2 0,1 0-5 0,-6 2-16 16,-3 0-20-16,-1-1-24 0,-5 0-31 0,0 3-36 16,-2 0-54-16,-1-1-50 0,-3 2-191 15,-8-1-444-15,0 0 197 0</inkml:trace>
  <inkml:trace contextRef="#ctx0" brushRef="#br0" timeOffset="105255.37">24599 10211 97 0,'-2'-6'204'0,"2"6"-5"0,-6-11-12 0,2 7-11 15,0-1-12-15,-6-2-11 0,3 4-8 0,0-1-24 16,0 1-5-16,7 3-11 0,-14-5-10 0,3 5-5 16,2 1-6-16,-4 0-3 0,-1 3-3 0,3 2-5 15,-6 0-4-15,1 3-5 0,-1 0-4 0,2 3-4 16,3 0-5-16,-2 1-2 0,2 3-7 0,1-1-3 15,0-1-2-15,4 0-6 0,-1 1-6 0,4 1 4 16,-1-3-5-16,4-2-1 0,1 0-3 0,0 0 0 16,2 0-3-16,2-2 1 0,3 2-5 0,4 1 1 0,-1-6 3 15,8 2-6-15,-1-2 1 0,3-1 0 16,2-3-16-16,0 2-19 0,6-1-27 0,-6-2-27 16,6-1-25-16,-7 0-41 0,0-4 0 0,1 0-22 15,-2 1-17-15,-2 0-12 0,1-3-113 0,-3 1-332 0,-4 0 148 16</inkml:trace>
  <inkml:trace contextRef="#ctx0" brushRef="#br0" timeOffset="105713.42">24801 10155 160 0,'2'-9'214'0,"-2"9"-14"0,0 0-14 0,0-7-18 15,0 7-18-15,0 0-18 0,0 0-14 16,0 0-8-16,0 0-3 0,0 0-7 0,9 22 0 0,-6-12-1 15,-1 1-12-15,-1 4-5 0,0 3-7 0,2-2-6 16,-1-1-5-16,0-3-5 0,0 4-7 0,0-4 2 16,-2-2-2-16,2 1-4 0,-1 0-5 0,-1-2-5 15,2-1 2-15,-1-2-7 0,-1-6-4 0,1 12-2 16,-1-12 3-16,0 9-5 0,3-4 4 0,-3-5 1 16,0 0 12-16,0 0-5 0,0 11 11 0,0-11-5 15,0 0 11-15,0 0-2 0,0 0 4 0,0 0-5 16,0 7 2-16,0-7-3 0,0 0-4 0,0 0-12 15,0 0-3-15,0 0-6 0,0 0 5 0,11-21-10 16,-5 13-3-16,3 2 3 0,0 1-6 0,2-3 6 16,-1 2-14-16,3 1 1 0,0 2-2 0,1-1-1 15,-2 2-2-15,2 0-3 0,-1 1 1 0,-1 1-3 0,2 1 1 16,-5 2-2-16,2-2-1 0,-4 3 0 16,0-1-2-16,-3 0 6 0,-4-3 0 0,9 10 0 15,-7-6 10-15,-2-4-13 0,1 11 2 0,-1-11 0 16,-3 11 4-16,3-11-2 0,-6 10 1 0,1-4 1 15,1-3 1-15,-3 0-3 0,-1 1-1 0,0-1-10 16,-1 2-8-16,-1-1-12 0,-1-3-9 0,5 0-16 16,-3 1-10-16,0-1-26 0,9-1-29 0,-13 0-26 15,7 1-29-15,6-1-41 0,-12-2-40 0,12 2-130 16,-9-4-420-16,9 4 186 0</inkml:trace>
  <inkml:trace contextRef="#ctx0" brushRef="#br0" timeOffset="106135.89">25213 10255 16 0,'4'-4'224'0,"-4"4"-6"16,0 0-4-16,0 0-11 0,0 0-6 0,0 0-11 0,0 0-9 15,0 0-9-15,0 0-9 0,0 0-15 0,0 0-6 16,0 0-11-16,0 0-9 0,0 0-4 15,0 0-6-15,0 0-11 0,0 0-7 0,0 0-10 16,0 0-7-16,0 0-10 0,0 0 0 0,0 0-3 0,0 0-6 16,0 0-9-16,0 0 0 0,0 0-9 0,0 0 0 15,-17 13 7-15,17-13-13 0,-2 11 0 16,0-4-3-16,1 2 1 0,0-1-3 0,1 0 4 16,-2 3-1-16,2-2 1 0,-2 3-1 0,2-1-5 15,-3 1 5-15,3 1-3 0,-1-2-8 0,1 6 0 0,4-6-1 16,-7 2-1-16,3 2 4 0,3-3-7 0,-3-1 5 15,0 2-6-15,0-1 0 0,0-2-2 0,2 1 0 16,0-1-6-16,-2-1 6 0,0 0-1 16,0-2 3-16,0-7-2 0,2 12-4 0,0-6-2 0,-2-6 3 15,1 10-2-15,-1-10-4 0,4 5 17 0,-4-5-14 16,0 7-3-16,0-7-17 0,0 0-15 0,0 0-11 16,0 0-17-16,0 0-23 0,0 0-38 15,0 0-51-15,0 0-53 0,0 0-57 0,-13 0-189 0,13 0-510 16,0 0 227-16</inkml:trace>
  <inkml:trace contextRef="#ctx0" brushRef="#br0" timeOffset="108720.07">21459 9878 67 0,'0'0'189'0,"0"0"-7"16,-5-4-6-16,5 4-10 0,0 0-12 0,0 0-12 15,0 0-20-15,0 0-12 0,0 0-9 0,0 0-8 16,14-13-13-16,-2 11-4 0,2-2-8 0,5-1-7 15,-1 1-7-15,5 0-7 0,5 1-5 0,-1-1-3 16,1 0-4-16,-1-1 0 0,0 1-8 16,-5 4-4-16,-2-3-17 0,0 1-19 0,0 2-21 0,-1-2-17 15,-3 1-29-15,-3 1-21 0,-1-1-20 0,-5 1-17 16,-7 0-122-16,13-2-281 0,-13 2 125 0</inkml:trace>
  <inkml:trace contextRef="#ctx0" brushRef="#br0" timeOffset="108950.08">21724 9677 28 0,'-4'-5'202'0,"4"5"-2"0,-7-8-11 0,3 4-9 16,4 4-10-16,-7-6-15 0,7 6-10 0,-6-3-21 16,6 3-11-16,0 0-14 0,0 0-6 0,0 0-1 15,-9 14-8-15,6-3-5 0,2 1-5 0,-3 4-9 16,3 0-6-16,-5 3-4 0,3 0-7 0,-2 7-5 15,2 0-4-15,1 1-10 0,1-1 5 0,2 3-17 16,-1 0-17-16,0 2-26 0,-1-1-29 0,2-2-26 16,3 3-36-16,1 0-27 0,1 0-25 0,-1-1-135 15,2-2-330-15,-3 1 146 0</inkml:trace>
  <inkml:trace contextRef="#ctx0" brushRef="#br0" timeOffset="109485.56">21675 12294 118 0,'-15'0'183'0,"15"0"-12"0,-10 0 0 15,10 0-4-15,-10 0-15 0,10 0-10 0,0 0-18 16,0 0-4-16,-9 0-7 0,9 0-3 0,0 0 2 15,0 0 1-15,0 0-17 0,24 11-6 0,-11-9-11 16,0 2-6-16,6-4-9 0,0 3-4 0,3-3-7 16,-3 0-1-16,1 2-8 0,2 0-4 0,0 1-4 15,-2-1-4-15,10-1-12 0,-4 1-18 0,1 2-21 16,-5-4-32-16,-3 0-31 0,3 0-40 0,-2-3-35 16,1 4-194-16,-3-3-381 0,-6 2 168 0</inkml:trace>
  <inkml:trace contextRef="#ctx0" brushRef="#br0" timeOffset="110323.87">22608 10768 132 0,'0'-10'202'0,"-2"1"-10"16,-1 2-6-16,3 7 3 0,-2-13-13 15,2 13-11-15,-3-9-5 0,3 9-18 0,-1-9-14 16,1 9-18-16,0 0-12 0,0 0-10 0,0 0-9 0,0 0-6 16,0 0-8-16,0 0-3 0,11 18-1 0,-7-5-6 15,3 1-3-15,-1 5-5 0,-1-2-2 0,0 1-1 16,0 0 1-16,1 0-4 0,0 7-4 16,-2-8-3-16,-1 2-3 0,1-2 0 0,0 2-4 0,1-3-3 15,-3 0-4-15,1-1 2 0,0-2-5 0,2-1 1 16,-2-1 3-16,0 0-8 0,0-2-1 0,1 0-2 15,-2-3 2-15,2 0-2 0,-1 0 3 0,-1-1-3 16,-2-5 3-16,9 5-1 0,-4-3 0 0,-5-2-2 16,12-2 1-16,-1 0-4 0,-2-2 3 0,0-4 6 15,-1 1-9-15,2-1-2 0,2-4 0 0,0-3-2 16,-1 2 3-16,-4-2-3 0,2-1 1 0,-1-2-3 16,-3 1-5-16,-1 0 0 0,0-1-1 0,-2 0-5 15,1-1-3-15,-2 1 2 0,3-3 2 0,-5 3 1 16,0 0-3-16,-3-1 4 0,1 1 0 0,-1 1-3 15,-2 0 2-15,3 6-1 0,-1-1 4 0,1 1-3 16,-1 1 6-16,0 2-4 0,1 1 0 0,-2 0 0 16,5 7 1-16,-4-10-3 0,4 10 4 0,-4-6-3 15,4 6 1-15,-2-5-2 0,2 5 7 0,0 0-7 16,0 0 2-16,0 0-2 0,-18 12 2 0,16-5 1 16,-1-2-1-16,0 1 3 0,3-6 3 0,-3 12-6 15,3-3 3-15,0-9 2 0,1 11 2 0,1-1 2 16,5-3-3-16,-1-1 0 0,4-1 4 0,2-1-5 15,5 1 3-15,4-1-14 0,1-3-12 0,7 1-19 16,1-1-20-16,-10-1-29 0,7 0-13 0,-4-1-24 16,-1 1-22-16,-4 2-21 0,2 0-8 0,-2-1-141 0,-5 1-347 15,-3 1 154-15</inkml:trace>
  <inkml:trace contextRef="#ctx0" brushRef="#br0" timeOffset="110577.37">23127 11015 92 0,'0'0'195'0,"0"0"-10"0,0 0-10 0,0 0-11 16,-2 8-6-16,2-8-1 0,0 0-7 16,-2 10-7-16,2-10-14 0,-2 10-2 0,0-3-5 15,0 1-5-15,2-1-11 0,-1 3-9 0,-3 0-9 16,3 0-5-16,-1 0-11 0,1 1-4 0,-1-1-8 0,0 1-9 15,1-1-9-15,1 1 10 0,0 0-13 0,-1-3-17 16,-1 3-27-16,2-3-32 0,0 3-33 16,0-3-43-16,0-8-40 0,2 14-32 0,-2-10-171 0,0-4-385 15,1 10 171-15</inkml:trace>
  <inkml:trace contextRef="#ctx0" brushRef="#br0" timeOffset="110915">23167 10769 188 0,'0'0'273'0,"1"-10"-8"16,-1 10-13-16,0 0-14 0,-1-9-21 0,1 9-21 16,0 0-23-16,-1-8-19 0,1 8-14 0,0 0-17 15,0 0-17-15,0 0-4 0,0 0-18 0,0 0-28 16,0 0-33-16,-7 25-31 0,6-17-40 0,-2 4-42 15,3-2-57-15,-1 0-58 0,1 0-144 0,0-1-378 16,-1-2 168-16</inkml:trace>
  <inkml:trace contextRef="#ctx0" brushRef="#br0" timeOffset="111433">22750 10029 85 0,'1'-12'193'0,"-1"5"-1"0,0 7-12 16,0 0 0-16,3-9-9 0,-3 9-7 0,-1-8-6 16,1 8-12-16,0 0-7 0,0 0-13 0,0 0-8 0,1-8-11 15,-1 8-4-15,0 0-15 0,0 0-11 16,0 0-6-16,0 0-7 0,0 0-10 0,0 0-1 16,0 0-4-16,0 0-5 0,0 0-1 0,0 0-6 15,-3 25-3-15,2-15-5 0,0-2-2 0,1 1-4 0,-1 0 1 16,1 3-2-16,-2-1-1 0,1 3-2 15,-1 2-22-15,-1 2-29 0,1 0-43 0,0 2-44 16,1 0-48-16,0-1-60 0,-3 1-143 0,3 3-400 16,-2-3 176-16</inkml:trace>
  <inkml:trace contextRef="#ctx0" brushRef="#br0" timeOffset="111849.49">22809 11440 135 0,'0'0'250'0,"0"0"-16"0,0 0-17 16,0 0-19-16,2-7-17 0,-2 7-20 0,0 0-12 15,0 0-10-15,0 0-8 0,7 25-9 0,-6-10-6 16,2 9-11-16,-3 3-19 0,1 3-5 0,-3 2-10 16,0 2-3-16,1 2-6 0,2-2-6 0,-1 2-23 15,-1 0-30-15,2-5-35 0,1 2-46 0,-1-5-46 16,4-1-45-16,-2-8-198 0,-1-2-395 0,1-7 175 16</inkml:trace>
  <inkml:trace contextRef="#ctx0" brushRef="#br0" timeOffset="114428.03">19855 11187 157 0,'0'0'186'0,"-7"-5"-9"0,7 5-19 0,0 0-14 15,0-11-9-15,0 11-15 0,7-13-7 0,-1 5-7 16,1 1-3-16,1-3-5 0,2-2-6 0,2-2-9 16,-1 4-1-16,1-2-3 0,-2 0-6 0,3 0-7 15,-6 2-3-15,2-2-4 0,-1 1-5 0,0 1-4 16,-2-1-6-16,0 0-3 0,0 0-2 0,-1 1-6 15,0-1 1-15,-3 0-10 0,1 1 4 0,-2 0 0 16,0 1-6-16,-1 0 1 0,0 9-1 0,-1-12-2 16,0 5-3-16,1 7 1 0,-4-9-5 0,4 9-2 15,-6-6-3-15,6 6 1 0,-7-3-3 0,7 3-1 16,0 0-7-16,-15 9 4 0,7-1-1 0,3 1 4 16,0 1-5-16,0 5 3 0,1-1-1 0,1-1-2 15,1 4 1-15,1-3 0 0,1 3 17 0,0-1-3 16,2 0-2-16,1-3-1 0,2 1 0 0,3 0-7 0,-1-3-9 15,6 0-19-15,-1 1-29 0,2-2-41 16,-3-3-45-16,7 0-45 0,-3 1-190 0,-2-5-405 0,4 0 179 16</inkml:trace>
  <inkml:trace contextRef="#ctx0" brushRef="#br0" timeOffset="114605.76">20096 10893 1400 0,'-4'-12'-40'0,"2"0"79"0,-1 1-25 0,0 2 19 16,2 1-8-16,1 8-13 0,-3-11-16 0,2 5 5 15,1 6-3-15,0 0-15 0,0 0-21 0,0 0-17 0,0 0-8 16,0 0-18-16,0 0-26 0,19 13-80 0,-14-8-201 16,2-1 89-16</inkml:trace>
  <inkml:trace contextRef="#ctx0" brushRef="#br0" timeOffset="114850.08">20275 10823 135 0,'1'-12'185'0,"-1"12"5"0,1-7 4 0,-1 7-20 16,0 0-18-16,2-8-19 0,-2 8-10 16,0 0 2-16,0 0-10 0,6 25 0 0,-5-7 1 0,0 10 2 15,-2 0-5-15,0 6-5 0,-2 12-13 0,0-11-7 16,1 1-8-16,1-1-7 0,0 0-6 0,-3-2-5 15,3-4-7-15,1 1-7 0,-2-3-5 16,2 0-3-16,0-3-6 0,3 0-3 0,-2-4-3 0,-1-1-5 16,2 1 3-16,-1-4-21 0,1 2-34 0,-2-2-28 15,2 1-29-15,0-6-34 0,1 2-37 0,-1-1-24 16,2-2-35-16,1-2-152 0,-2-1-393 0,-2-3 173 16</inkml:trace>
  <inkml:trace contextRef="#ctx0" brushRef="#br0" timeOffset="115059.7">20420 11236 41 0,'3'-7'200'15,"-2"2"-14"-15,-1 5-18 0,3-7-20 0,-3 7-5 16,0 0 7-16,0 0-4 0,0 0-9 0,9 19-15 16,-8-9-5-16,2 6-9 0,-3 0-12 0,1 0-13 15,-1 3-6-15,0-2-4 0,1-1-7 0,-2 0-9 16,3 2-4-16,-2-3-3 0,2 1-18 0,-2-4-24 15,-2 4-16-15,4-5-22 0,-4-1-28 0,2 2-37 16,-1-2-24-16,1-2-29 0,0-8-22 0,0 13-103 16,0-13-294-16,0 7 130 0</inkml:trace>
  <inkml:trace contextRef="#ctx0" brushRef="#br0" timeOffset="115277.97">20497 11114 61 0,'9'-3'147'16,"-1"3"-10"-16,2 0-7 0,0 3-4 0,-3 1-7 15,2 2-2-15,-1 3-10 0,-1-1-2 0,-1 2-6 16,-2 1-8-16,0-1-3 0,-3 3-2 0,-1-2-8 16,0 5-2-16,-4-4-13 0,-1 3 2 0,-4-1-12 15,-3 0-8-15,-1 0-12 0,-1-1-29 0,0-3-45 16,-2 1-36-16,4-1-31 0,-3-2-44 0,-1 1-90 15,4-5-263-15,0-1 117 0</inkml:trace>
  <inkml:trace contextRef="#ctx0" brushRef="#br0" timeOffset="115684.87">20736 11275 192 0,'13'-13'199'0,"2"0"-10"0,0 0-15 16,4-6-9-16,-2 0-11 0,-4 4-7 0,5-6-9 15,-5 6-11-15,-1 0 2 0,-2-3-9 0,-3-1-10 16,2 2-9-16,-3 0-4 0,-2 1 4 0,-1 4-4 16,-2 1-6-16,0 0-4 0,-2 1-10 0,1 10-7 15,-5-11-8-15,0 6-10 0,-1 2-6 0,6 3-6 16,-14-1-1-16,3 2-7 0,1 1-3 0,0 4-3 15,0 0-4-15,-2 1-3 0,6 3 0 0,-3 3-5 16,4-3-3-16,2 0-3 0,1 2 4 0,2-1-4 0,3 1-5 16,1-1-1-16,3-3-1 0,3 6-1 15,4-4-1-15,-3 1-1 0,1 0 3 0,2-3-1 16,0 2-1-16,-4-3-2 0,-1 1 2 0,2-1-1 16,-4 0-1-16,1-2-2 0,-1 2 4 0,-1-2-2 0,-3 0 4 15,-1 0-2-15,3 1 0 0,-5-6 3 0,0 11-2 16,0-11-2-16,-7 13-7 0,1-4-14 15,-2-1-17-15,1 0-30 0,-3-2-26 0,0 0-36 16,3 1-31-16,-3-1-24 0,3-3-34 0,1 2-121 0,-1-3-369 16,1-1 163-16</inkml:trace>
  <inkml:trace contextRef="#ctx0" brushRef="#br0" timeOffset="115890.68">21030 11081 30 0,'0'0'228'0,"6"-6"-24"0,-6 6-17 16,6-3-13-16,-6 3-14 0,0 0-6 0,0 0-5 15,11 11-8-15,-8-3-15 0,-2 1-8 16,3 2-11-16,-2 1-13 0,1 4-8 0,-2-1 1 0,-1-2-18 16,-1 2-11-16,1 0-33 0,0 1-26 15,0-5-41-15,0 0-42 0,1 0-36 0,0 1-48 16,-1-3-129-16,0-9-322 0,-1 15 142 0</inkml:trace>
  <inkml:trace contextRef="#ctx0" brushRef="#br0" timeOffset="116059.57">21090 10910 76 0,'-4'-11'107'0,"4"11"-20"0,0 0-17 0,0 0-22 0,0 0-21 16,0 0-29-16,12 30-26 0,-6-16-37 0,-1-2-69 16,4 2 31-16</inkml:trace>
  <inkml:trace contextRef="#ctx0" brushRef="#br0" timeOffset="116349.68">21390 11054 106 0,'2'-7'189'0,"-2"7"2"15,0 0-4-15,0 0-7 0,-13-11-11 0,13 11-9 0,-10-3-13 16,10 3-7-16,-16 2-7 0,7 2-12 0,-1-1-7 16,0 1-11-16,0 1-8 0,1 2-8 0,1 0-10 15,-2 3-5-15,5-3-12 0,-2 3-5 0,2-2-7 16,1 2-3-16,1-1-4 0,3 1 1 16,-2 0-10-16,2 0-3 0,0-1-3 0,3 0 1 15,2-1-3-15,-1 2-4 0,0-1-2 0,2 1 0 16,2-1-4-16,-1 2 2 0,0-2-4 0,0 1-2 0,-1 0 0 15,0-1-2-15,0 0 1 0,-2-1 0 0,1 2-4 16,-2-2-2-16,-1 2 2 0,0 1-1 0,-2-2-2 16,-2 1-15-16,1-3-14 0,1 4-15 0,-4-5-21 15,0 2-29-15,1 1-17 0,-1 0-29 0,-2-1-20 16,3-2-33-16,-1 0-148 0,4-6-367 0,0 0 164 16</inkml:trace>
  <inkml:trace contextRef="#ctx0" brushRef="#br0" timeOffset="116579.27">21445 11146 195 0,'9'-10'214'0,"-1"0"1"0,0 2-13 16,-1 0-8-16,2 2-16 0,0 1-16 0,-2 3-12 15,4 0-11-15,-3 2-14 0,-8 0-12 0,18 5-11 16,-8-1-10-16,-2 1-5 0,-1 2-10 0,-2 1-7 15,2 1-6-15,-4 1-5 0,0-1-6 0,-2 1-7 16,2 0-4-16,-3 1-18 0,1 0-29 0,1-1-28 16,-1-1-34-16,-1-2-39 0,2-1-45 0,1 0-49 15,0 2-141-15,-3-8-368 0,7 6 163 0</inkml:trace>
  <inkml:trace contextRef="#ctx0" brushRef="#br0" timeOffset="116957.82">21787 11046 216 0,'-14'-1'216'0,"6"2"-11"0,-4 4-16 0,-3 2-13 0,1 2-9 16,0 1-19-16,0 0-7 0,2 0-15 0,2 0-15 16,1 0-9-16,0 3-10 0,3-2-8 0,1-1-7 15,3-1-8-15,1 2-9 0,1-5-4 0,0-6-4 16,5 13-4-16,0-8-4 0,4 0-5 0,2-1-4 15,0-1-5-15,1-3-2 0,-2 0-3 0,0 0-5 16,-10 0-3-16,18-4-1 0,-9-1-3 0,0 2 1 16,0-2 1-16,-2 0-3 0,0 1-4 0,-2-2-1 15,-1 0 2-15,1-1-1 0,-1 0-1 0,-2 2 0 16,1-2 4-16,-3 7 4 0,2-10 4 0,-2 10 8 16,2-5 2-16,-2 5-1 0,0 0-3 0,0 0-7 15,0 0 1-15,0 0-3 0,0 0 2 0,0 0-1 16,0 0-1-16,0 0-3 0,-16 13 0 0,16-13-5 15,-3 11 3-15,1-5 1 0,2-6-1 0,0 13-2 16,3-6-3-16,-2 0 1 0,2-1 0 0,4 1-12 16,-3-1-27-16,1 0-32 0,0-2-40 0,1 1-52 15,1-1-43-15,-1-1-215 0,-6-3-449 0,11 4 198 16</inkml:trace>
  <inkml:trace contextRef="#ctx0" brushRef="#br0" timeOffset="117176.34">22050 10907 165 0,'1'-4'284'0,"-1"4"-24"16,3-10-24-16,-3 10-29 0,0 0-16 0,0 0-8 16,0 0-11-16,0 0-12 0,7 24-12 0,-5-9-14 15,0 2-9-15,-2 2-10 0,0 2-12 0,3 3-16 16,-2 2-8-16,-2-3-6 0,1-4-8 0,0 0-35 15,-3-1-37-15,7 0-38 0,-4 3-48 0,1-5-61 16,-1 2-56-16,-1-5-175 0,1-2-417 0,1 5 185 16</inkml:trace>
  <inkml:trace contextRef="#ctx0" brushRef="#br0" timeOffset="117324.82">22132 11262 172 0,'0'0'205'16,"1"-8"-25"-16,-1 8-20 0,0 0-32 0,0 0-39 16,0 0-49-16,0 0-47 0,0-8-55 0,0 8-90 0,0 0-162 15,0 0 71-15</inkml:trace>
  <inkml:trace contextRef="#ctx0" brushRef="#br0" timeOffset="121111.03">26951 6449 69 0,'-2'-12'146'0,"2"12"-8"0,-1-13-14 0,-1 7 3 15,2 6-2-15,-2-12-5 0,0 5 0 0,2 7 0 0,-2-12 5 16,2 12-2-16,-2-12-10 0,2 12-1 0,0-9-1 15,0 9-2-15,-1-9-5 0,1 9-6 0,0 0-9 16,0-8-11-16,0 8-11 0,0 0-7 16,0 0-7-16,0 0-2 0,0 0-9 0,0 0-2 15,0 0-3-15,5 28-3 0,1-10-2 0,-1 6 0 0,1 3 6 16,2 1-3-16,-4 0-5 0,0 1-4 0,-1 0-1 16,-1-3-2-16,-2 2-1 0,2 0-2 0,0-1-3 15,-2-10 0-15,0 3 0 0,0 1-5 16,0-6 2-16,2 6-1 0,0-7-1 0,-2 2-1 15,0-5-2-15,1 5 1 0,-1-5-1 0,2 2-3 0,-2-4 2 16,2 2 2-16,-2-2-2 0,3-3 0 0,-3-6 0 16,0 13-3-16,2-6 1 0,-2-7 0 0,3 8-1 15,-3-8 1-15,0 0 0 0,0 11 1 0,0-11 0 16,0 0 5-16,0 0 7 0,0 0 9 16,0 0 6-16,0 0-4 0,0 0 1 0,0 0-5 0,0 0-1 15,0 0-4-15,0 0 3 0,26-19-7 16,-21 9-1-16,3 2-4 0,5-6 1 0,1 4-3 15,-1-2-2-15,0-1-1 0,2 3 0 0,1-2-1 0,-1 1 0 16,4 0 2-16,-2 2-6 0,-1 1 0 0,-3 0-7 16,-1 2-10-16,-1 3-12 0,-2-1-14 0,0-1-16 15,-4 2-19-15,1 2-15 0,-6 1-15 0,0 0-18 16,13-3-17-16,-13 3-26 0,0 0-17 0,10 9-19 16,-10-9-161-16,0 0-394 0,-5 16 175 0</inkml:trace>
  <inkml:trace contextRef="#ctx0" brushRef="#br0" timeOffset="121281.07">26938 6859 82 0,'-14'0'204'0,"1"-2"-3"0,-1 1 1 16,5-2 1-16,0 1-5 0,3 1-13 0,-2-2-17 16,2 0-18-16,6 3-12 0,-9-6-18 0,4 3-9 15,5 3-24-15,-9-4-25 0,9 4-34 0,0 0-37 16,0 0-43-16,0 0-50 0,-9-8-44 0,9 8-159 15,0 0-331-15,0 0 146 0</inkml:trace>
  <inkml:trace contextRef="#ctx0" brushRef="#br0" timeOffset="121557.95">26647 6889 85 0,'-8'-2'236'0,"8"2"-15"0,-5-4-20 0,5 4-12 0,0 0-16 16,0 0-21-16,0 0-14 0,0 0-12 0,0 0-15 15,11-13-10-15,1 10-10 0,1 0-11 0,5 0-5 16,0 1-11-16,4 0-15 0,-1-1-26 0,-4-1-31 15,-2 4-20-15,-2 0-40 0,-3 0-19 0,0 0-26 16,-1 0-20-16,-9 0-13 0,13 0-110 0,-13 0-276 16,10 0 122-16</inkml:trace>
  <inkml:trace contextRef="#ctx0" brushRef="#br0" timeOffset="121935.77">26804 6847 45 0,'0'0'111'0,"0"0"-1"0,0 0 1 0,0 0-3 16,-10 0-7-16,10 0-9 0,0 0-7 0,0 0-11 15,0 0 9-15,-5 9 11 0,5-2 10 0,-2 0 5 16,2 6-10-16,-2 3-1 0,2 1 4 0,0-1-8 16,0 2-5-16,0 1-9 0,0-5-7 0,0 4-7 15,0-1-4-15,2-1-5 0,-2-3-1 0,2 4-4 16,0-4-5-16,1-2-4 0,-1 0-2 0,0-1-4 16,0-1-2-16,-2 0-6 0,2-4 1 0,0 5-5 15,-2-3-2-15,0-7-2 0,2 10-1 0,-2-10-4 16,1 8 0-16,-1-8-1 0,0 0-1 0,0 7 6 15,0-7 0-15,0 0-11 0,0 0-3 0,-5 7-4 16,5-7-8-16,-8 0 1 0,8 0-2 0,-13-1-2 16,13 1-1-16,-17-2 2 0,9 1-1 0,1-2 3 15,7 3-2-15,-18-3 3 0,11 2 1 0,7 1 2 16,-12-3 9-16,12 3-14 0,-8 0 0 0,8 0 16 16,0 0-14-16,-9 0-4 0,9 0 4 0,0 0-4 15,0 0 4-15,0 0 1 0,0 0 0 0,0 0-2 16,0 0 3-16,0 0 3 0,0 0 0 0,25 3 7 15,-14-2-8-15,7-2-5 0,-5 1-28 0,0 0-32 16,1-1-31-16,7-1-39 0,-4 0-39 0,2 2-157 16,-6-2-359-16,5 0 159 0</inkml:trace>
  <inkml:trace contextRef="#ctx0" brushRef="#br0" timeOffset="122165.92">27081 7096 203 0,'0'-8'231'0,"0"8"-8"16,0 0-16-16,0 0-10 0,-11-4-6 0,11 4-13 16,0 0-12-16,-23 5-11 0,12-1-12 0,-1 2-10 15,-1 4-14-15,3-2-7 0,-3 3-8 0,1 2-5 16,1-1-18-16,3-2-5 0,2 0-8 0,1 1-6 16,1 0-4-16,4 0-7 0,0 1-5 15,4-3-4-15,3 1 0 0,1-1-8 0,2-1-13 0,7-1-22 16,-2 2-22-16,6-3-36 0,0-3-34 0,8 1-39 15,2 0-54-15,-4-4-48 0,-6 2-152 0,-3-2-418 16,2 0 185-16</inkml:trace>
  <inkml:trace contextRef="#ctx0" brushRef="#br0" timeOffset="122309.66">27355 7222 196 0,'0'0'189'15,"0"0"-20"-15,0 0-31 0,0 0-39 0,0 0-42 16,4-7-38-16,-4 7-39 0,0 0-45 0,0 0-66 0,0 0-141 16,0 0 62-16</inkml:trace>
  <inkml:trace contextRef="#ctx0" brushRef="#br0" timeOffset="125563.05">26473 9235 104 0,'0'0'124'0,"-8"-7"-2"0,8 7-7 0,-6-6-1 16,6 6 3-16,-5-4-2 0,5 4-11 0,-8-3 3 16,8 3-12-16,-10-5-4 0,10 5-3 0,-9-1-4 0,9 1 4 15,-10-3-2-15,10 3-10 0,-12-3-5 16,12 3-6-16,-7-2-5 0,7 2-7 0,-7-2-1 15,7 2 0-15,0 0-5 0,-6-5-5 0,6 5-4 16,0 0 0-16,0 0-9 0,0 0-4 0,0 0-1 16,0 0-2-16,0 0-1 0,0 0-3 0,0 0 1 15,34 0 0-15,-17 0-3 0,1-3-4 0,1 3 1 16,0-1 1-16,4 1-4 0,-4-1 4 0,2-3-5 0,2 2-2 16,-3 1 0-16,-2-3-9 0,-2 4 9 0,1-1-2 15,-3-1-2-15,0 1-1 0,-1 1 0 16,-2-1 6-16,0 0-5 0,-3 1-2 0,3 0 1 15,-11 0-3-15,11-1 6 0,-11 1-2 0,11-2-5 0,-11 2 1 16,0 0-3-16,9 3 6 0,-9-3 3 0,0 0-4 16,0 0-4-16,7 1 1 0,-7-1 0 0,0 0 3 15,0 0-5-15,0 0 4 0,0 0 0 0,0 0 7 16,0 0-2-16,0 0 1 0,0 0 2 0,-11 18 4 16,8-13 2-16,-3 2-5 0,-2 0 5 0,0 3-1 15,1-2-2-15,-1 3 0 0,-2-1-4 0,3-1 2 16,-1 2-4-16,-4 1 5 0,3 1-6 15,3-3 3-15,-1-1-3 0,0-1-15 0,0 0-24 0,1-1-23 16,1 3-46-16,1-4-36 0,0 1-33 0,-2-1-31 16,4 0-111-16,-2-1-340 0,4-5 150 0</inkml:trace>
  <inkml:trace contextRef="#ctx0" brushRef="#br0" timeOffset="125794.43">26744 9158 191 0,'-5'-11'203'16,"-3"-4"-2"-16,-1 2-7 0,-5-1-13 0,-1 0-8 15,-1 1-7-15,-7-4-6 0,7 6-7 0,-2 0-10 16,3 0-7-16,-1 2-12 0,1 0-15 0,0 4-9 0,3-1-14 16,3 1-9-16,-1 1-5 0,4 1-6 15,1 1-12-15,5 2-11 0,-11-7-23 0,11 7-23 16,-7 0-22-16,7 0-9 0,0 0-25 0,0 0-26 15,0 0-22-15,0 0-38 0,0 0-35 0,12 19-156 0,-6-13-364 16,1 0 161-16</inkml:trace>
  <inkml:trace contextRef="#ctx0" brushRef="#br0" timeOffset="126550.92">26414 9699 15 0,'0'0'214'0,"-7"-4"-4"16,7 4-9-16,0 0-14 0,-7-5-10 0,7 5-13 16,0 0-11-16,-6-3-16 0,6 3-15 0,0 0-16 15,0 0-8-15,0 0-10 0,11-13-9 0,-2 11-9 16,0-1-4-16,2 1-10 0,1-3-9 0,-2 2-16 15,-1 1-18-15,5-1-26 0,-3 2-18 0,1-1-24 16,-6 0-18-16,-6 2-11 0,14-3-8 0,-8 2-9 16,-6 1 1-16,12-3-5 0,-12 3 0 0,6-5-1 15,-6 5 5-15,0 0-1 0,5-2 12 0,-5 2 2 16,0 0 13-16,0 0 13 0,0 0 19 0,0 0 10 16,0 0 12-16,0 0 6 0,0 0 8 0,0 0 7 15,0 0 16-15,-13-12 13 0,13 12 4 0,0 0 9 16,-8-2 7-16,8 2 10 0,0 0 0 0,0 0-1 15,0 0 14-15,0 0 8 0,-11 8 3 0,11-8 4 16,-4 11-3-16,0-2-1 0,1 0-5 0,1 1 6 16,-2 1-1-16,1 1-7 0,1 1-4 0,0 2-9 15,1-3-2-15,1 3-7 0,0-1-4 0,0 3-5 16,0-5-2-16,0 0-5 0,3-2-3 0,-3 2-9 16,0-2 4-16,5-1-7 0,-5-2-3 0,0 0 1 15,0-7-3-15,4 12-4 0,-4-6 3 0,0-6-3 16,0 9 1-16,0-9 0 0,0 11 0 0,0-11-4 15,0 0 3-15,-2 9-5 0,2-9-6 0,-7 4-4 16,7-4-3-16,-11 3-4 0,6-2-3 0,5-1 0 0,-13 3 3 16,13-3-4-16,-12 0 1 0,12 0 0 0,-12-1 5 15,4 2-4-15,8-1 4 0,0 0 2 0,-13-1-3 16,13 1 2-16,0 0 2 0,-7-3-6 0,7 3 8 16,0 0-2-16,0 0 0 0,0 0 1 15,0 0 0-15,0 0-1 0,0 0 2 0,0 0-2 0,25-3 0 16,-16 3-10-16,4 0-10 0,1-3-20 0,-3 2-26 15,7-1-22-15,-3 0-17 0,4-1-12 0,-6 1-31 16,5-2-20-16,-2 0-109 0,-4 3-302 0,0-2 133 16</inkml:trace>
  <inkml:trace contextRef="#ctx0" brushRef="#br0" timeOffset="126989.69">26704 9823 32 0,'0'0'158'0,"0"0"-2"0,2-8 4 0,-2 8 2 16,0 0-1-16,0 0-2 0,0 0-13 0,2-7-6 15,-2 7-16-15,0 0-14 0,0 0-17 0,0 0-5 16,0 0 4-16,0 0 0 0,0 0-2 0,0 20-4 16,0-9-6-16,0-3-3 0,0 3-10 0,0-1-6 15,-2 0-4-15,2 0-5 0,-2 1-2 0,2 0-3 16,0-2-3-16,0 1-1 0,0 0-6 0,0 1-1 16,0-6-3-16,2 4-7 0,-2-9-1 0,0 10 2 15,0-10-4-15,-2 9-2 0,2-9-2 0,0 0-2 16,4 8 2-16,-4-8 2 0,0 0 1 0,0 0 9 15,0 0 4-15,0 0 8 0,-2 9 0 0,2-9 0 16,0 0-3-16,0 0-5 0,0 0-6 0,0 0-1 16,0 0-6-16,0 0 0 0,9-24-1 0,-2 17-2 15,2-3-4-15,2-2 1 0,5 1-3 0,-3 1-2 16,3-1-1-16,1 3-1 0,2 0 1 0,-4 1-1 16,3 3-3-16,-1-1 12 0,-7 4-13 0,3 0-2 15,-1 2-2-15,-5 2 4 0,2-1-4 0,-3 2 3 0,2 2-5 16,-4 0 1-16,2 1 2 0,-5 2-2 0,1 0 4 15,-4-1 1-15,2-8-1 0,-5 19-1 16,-1-12 0-16,1 3-1 0,-5 0-1 0,-3-1 1 16,0-1 1-16,4 0-1 0,-2-2-1 0,-3 1 3 0,1-1-17 15,-1 0-7-15,3-3-19 0,-2 1-19 0,1-2-22 16,-1 2-33-16,-1-3-36 0,3-1-45 16,2-1-41-16,-3 1-204 0,12 0-477 0,-15-4 211 15</inkml:trace>
  <inkml:trace contextRef="#ctx0" brushRef="#br0" timeOffset="127133.93">26942 9922 151 0,'7'-1'205'0,"-7"1"-20"0,0 0-19 16,0 0-17-16,0 0-18 0,0 0-37 0,0 0-47 15,4 8-48-15,-4-8-58 0,0 0-119 0,0 0-194 16,-9 12 86-16</inkml:trace>
  <inkml:trace contextRef="#ctx0" brushRef="#br0" timeOffset="129821.76">26118 9820 90 0,'-9'-2'161'0,"9"2"-1"0,0 0-8 0,0 0-10 16,0 0-1-16,-12-1-5 0,12 1-8 0,0 0-8 16,0 0-5-16,0 0-8 0,0 0-5 0,0 0-9 0,0 0-6 15,0 0-5-15,0 0-7 0,-9-3-7 0,9 3-4 16,0 0-6-16,0 0-6 0,0 0-2 0,0 0-1 16,0 0-6-16,30-8 0 0,-20 5-9 15,4 3 0-15,-1-3-5 0,1 0-6 0,-3 0 0 0,0 1-1 16,1 1-4-16,1 0-10 0,1-2-26 0,-3 3-5 15,0 0-22-15,-1 2-27 0,-2-2-7 0,-8 0-28 16,16-3-14-16,-11 4-3 0,-5-1-14 0,0 0 7 16,13-1-8-16,-13 1 1 0,8-1-91 0,-8 1-249 15,0 0 110-15</inkml:trace>
  <inkml:trace contextRef="#ctx0" brushRef="#br0" timeOffset="130030.87">26180 9723 87 0,'-9'-1'138'16,"9"1"9"-16,-6-4-11 0,6 4-11 0,0 0-9 16,0 0 5-16,-12 4 5 0,12-4-5 0,-2 11 3 15,2-1-11-15,0 1-3 0,0 3 0 0,0 2-4 16,0-3-9-16,4 3-7 0,-3-1-12 0,3 3-2 16,1-1-10-16,-5 1-6 0,4 1-6 0,-4 5-3 0,2-5-3 15,1-1-8-15,-1 2-19 0,0 0-26 16,0-1-35-16,-2 0-45 0,3-2-50 0,1 1-55 15,-7 0-128-15,2-2-344 0,1-2 152 0</inkml:trace>
  <inkml:trace contextRef="#ctx0" brushRef="#br0" timeOffset="130689.16">27357 10651 95 0,'0'0'147'16,"-9"2"-4"-16,9-2-16 0,0 0-2 0,0 0-12 16,0 0-4-16,0 0-8 0,0 0-8 0,-6 3 0 15,6-3-4-15,0 0-3 0,0 0-8 0,0 0 6 16,0 0-8-16,0 0 6 0,0 0-8 0,0 0-2 16,0 0 0-16,0 0 0 0,0 0-2 0,0 0-2 15,0 0-5-15,0 0-2 0,0 0 0 0,0 0-3 16,0 0 13-16,0 0 3 0,0 0 0 0,0 0-5 15,0 0-4-15,17 8-2 0,-17-8-5 0,10 0-2 16,-1 1-4-16,-1-1 2 0,4 0-4 0,-3 0 2 0,4 0-2 16,5 0-1-16,1 0-3 0,0-1-3 15,4-1-4-15,-3 2-2 0,0-3-4 0,3 2-2 16,-3-1-3-16,-3 1 1 0,2 0-7 0,-8 0 1 16,0 1-5-16,1-2 0 0,-1 1-3 0,-11 1-1 0,15 0-1 15,-10-1 2-15,-5 1-5 0,9-1-3 0,-9 1 2 16,0 0-2-16,12-2-3 0,-12 2-5 15,0 0-15-15,0 0-16 0,8-1-23 0,-8 1-19 16,0 0-22-16,0 0-36 0,0 0-44 0,0 0-51 0,0 0-39 16,-31 6-157-16,19-4-457 0,-1-1 202 15</inkml:trace>
  <inkml:trace contextRef="#ctx0" brushRef="#br0" timeOffset="131336.37">26214 10415 140 0,'0'0'207'0,"-2"-12"-11"0,2 12-4 0,-3-9-5 16,3 9-16-16,0-8-17 0,0 8-16 0,0 0-18 15,0 0-12-15,0 0-10 0,0 0-4 0,0 0-5 16,0 0-4-16,17 15-2 0,-11-6-3 0,1 1-7 0,2 3-3 16,0-2-10-16,0 3-4 0,-1 0 1 0,-1 1-4 15,1-5 4-15,5 4-10 0,-5 1-4 16,4-2-1-16,-7-2-7 0,3-2 0 0,1 0-2 16,-2-1-2-16,0 1-4 0,-1-1-2 0,1-4 0 15,-3 4-4-15,2-3-2 0,-4 0 0 0,-2-5-4 16,8 7 1-16,-8-7-2 0,3 4 2 0,-3-4 1 15,2 5 2-15,-2-5 4 0,0 0 9 0,7 4-1 16,-7-4 13-16,0 0 5 0,0 0-2 0,0 0-8 0,0 0-4 16,0 0-3-16,14-13-2 0,-8 5-4 0,-4 2 4 15,3-2-3-15,-1-4-1 0,3 3-2 16,-2-5-5-16,3 0-2 0,-1-2-1 0,0-1-5 16,2 0 1-16,-4-1 2 0,1 0 8 0,3 0-13 0,-2 0-3 15,0 0 0-15,-3 3-1 0,0 3-4 0,-1 1 4 16,-1 2-2-16,0 0 2 0,0 4-5 0,-2-2 3 15,0 7-12-15,5-8-13 0,-5 8-22 0,0 0-20 16,1-8-25-16,-1 8-17 0,0 0-4 0,0 0-14 16,0 0-31-16,0 0-34 0,0 0-21 0,-1 31-37 15,-4-20-145-15,3-1-424 0,0 0 188 16</inkml:trace>
  <inkml:trace contextRef="#ctx0" brushRef="#br0" timeOffset="143306.04">26555 10620 73 0,'0'0'95'0,"0"0"-4"0,0 0-7 0,-2-8-6 15,2 8 1-15,0 0 3 0,0 0-8 16,0 0 7-16,-4-5-7 0,4 5 1 0,0 0-7 15,0 0-9-15,0 0 2 0,0 0-26 0,0 0 15 0,0 0-5 16,0 0-16-16,0 0 4 0,0 0 9 0,0 0 0 16,0 0 1-16,-5 20 1 0,7-10 4 0,-4-1 0 15,0 4 3-15,2 3-5 0,-2-5-7 0,0 7 2 16,-2-1-2-16,3-1-10 0,-4 1 5 0,5-4-5 16,-4-2-1-16,4 5 3 0,-3-3-7 0,1-2-3 15,2 1-1-15,-2-2-2 0,0 0-4 16,0-2 2-16,0 1-10 0,0 0-17 0,1-3-24 0,1-6-16 15,-2 12-26-15,2-12-17 0,0 9-9 0,0-9-2 16,0 7-11-16,0-7 1 0,0 0-104 0,0 0-237 16,0 0 105-16</inkml:trace>
  <inkml:trace contextRef="#ctx0" brushRef="#br0" timeOffset="143698.84">26546 10656 36 0,'0'0'121'16,"9"-6"-5"-16,-4 4-4 0,4 0-19 0,-9 2-1 15,11-1-9-15,-11 1-2 0,16 1-3 0,-9-1-4 0,-3 4-9 16,3-1-3-16,-7-3-13 0,11 6 0 16,-8-3-6-16,1 2-6 0,-2 1 5 0,-2-6-10 15,4 10-5-15,-4-10-7 0,0 9 7 0,0-2-6 16,0-7-5-16,-4 10 2 0,0-4 4 0,0 0-5 0,4-6-3 15,-6 8-5-15,4-4-2 0,2-4 4 0,-4 7-8 16,4-7 1-16,-5 6-7 0,5-6-1 16,-4 7-5-16,4-7-6 0,-2 5-2 0,2-5 6 0,0 0 2 15,0 0 3-15,4 9-7 0,-4-9 10 0,9 8-3 16,-5-6 0-16,1 2-1 0,-2 0 0 0,3 2 7 16,-2-3-5-16,-1 2-4 0,-1 1 6 15,2-1-4-15,-4-5 9 0,5 9-6 0,0-4 2 0,-3 0 11 16,-2-5-12-16,0 8-2 0,0-8 11 0,-2 10-16 15,2-10 12-15,-7 11-2 0,4-7-2 0,-1 1-4 16,-1-1 11-16,-1 0-23 0,0 0-1 0,0 0-16 16,0 0-13-16,-1-1-17 0,1 1-16 0,-1 1-98 15,2-1-191-15,-2 0 84 0</inkml:trace>
  <inkml:trace contextRef="#ctx0" brushRef="#br0" timeOffset="144180.24">26902 10601 132 0,'0'0'130'0,"0"0"-10"0,0 0-5 0,-8-11-10 15,8 11-7-15,0 0-7 0,-21 9-7 0,11-5-4 16,1 0 9-16,-2 2-16 0,1 1-5 0,0 0-7 16,5-1-4-16,-3 0-9 0,0 3-4 0,2-2-8 0,4 0 1 15,2-1-8-15,0-6 5 0,0 13-6 16,4-5 0-16,2-3-1 0,2-2-2 0,3 1-11 0,-1 2 5 16,3-3-2-16,4 1-4 0,-3-3 2 15,-3-1 1-15,5 2-4 0,-3-1-5 0,-2-2 6 16,-1 1-7-16,-2 0 2 0,-8 0 3 0,11-2-4 0,-11 2-2 15,10 2-1-15,-10-2 6 0,0 0-9 0,0 0 3 16,0 0 2-16,0 0 1 0,0 0-6 0,0 0 2 16,0 0-3-16,0 0 6 0,-27 6-4 0,15-2 11 15,3 1-5-15,0 2-2 0,-4-1 0 0,4 0 4 16,0 1 4-16,3-1 1 0,-2-1 4 0,2 3 0 16,1-3-4-16,3 3-3 0,0-2 4 15,2-6-6-15,2 11 0 0,-2-11 0 0,4 10 4 0,1-4-8 16,3 1 6-16,2-4-3 0,-1 1-22 0,5 0-8 15,3-2-19-15,1 1-15 0,-4 0-22 0,4-3-23 16,2 0-22-16,-2-2-31 0,-1 2-96 0,-5 0-268 16,1-1 118-16</inkml:trace>
  <inkml:trace contextRef="#ctx0" brushRef="#br0" timeOffset="147417.94">27985 11029 37 0,'-3'-7'67'0,"3"7"-8"16,0 0 0-16,0-9 7 0,0 9-7 0,0-9-3 16,0 9 0-16,4-8 4 0,-4 8 2 0,2-9-8 15,-2 9 1-15,3-6 4 0,1 0-8 0,-4 6-9 16,4-8-9-16,-2 3 8 0,1 1 1 0,-3 4 6 16,4-8-12-16,-4 8 3 0,6-7-11 0,-2 3 3 15,1-2-9-15,-5 6 1 0,6-7 0 0,-2 4-3 16,-4 3 1-16,9-5-6 0,-6 1-5 0,-3 4 8 15,0 0-7-15,6-4 5 0,-6 4-1 0,0 0-4 16,0 0 0-16,7-5-12 0,-7 5 8 0,0 0-4 16,0 0 6-16,0 0-9 0,0 0 12 0,0 0 13 15,0 0-7-15,0 0 6 0,-13 26 9 0,5-16-6 16,-1 3 5-16,-3 0-4 0,-3 1-2 0,2-1 1 16,-4 7-6-16,4-6 7 0,-2 0-3 0,0 2-2 15,1-3-10-15,1-2 4 0,2 1-7 0,-1 1 3 16,4-3-1-16,-1 3-9 0,-1-2-7 0,2-1-37 15,1-2-39-15,2 2-41 0,-4-1-33 0,3 0-79 16,1-5-250-16,1 1 111 0</inkml:trace>
  <inkml:trace contextRef="#ctx0" brushRef="#br0" timeOffset="147643.81">28051 10975 98 0,'0'0'133'0,"9"0"0"0,-9 0-13 0,11 0-4 15,-11 0-21-15,12 6 1 0,-6-3-10 0,1 2-10 16,-2 0-12-16,4 2-3 0,-1 2-3 0,-1 0-8 0,3-1-5 16,-2 2-3-16,1-1-1 0,2 4-12 0,-3-3-14 15,2 2-39-15,0-2-6 0,-1-1-31 0,4 1-22 16,-4-1-111-16,2-2-209 0,-1-1 92 15</inkml:trace>
  <inkml:trace contextRef="#ctx0" brushRef="#br0" timeOffset="147908.12">28406 10937 76 0,'0'0'123'0,"0"0"-3"0,0 0-7 16,0 0-13-16,25-8-11 0,-6 5-7 0,0 1-9 16,4 1-6-16,4-2-9 0,-5 2-6 0,-3 0-12 15,1 1-17-15,-2-1-11 0,-1 1-21 0,-5 1-24 16,0-2-16-16,-4-1-9 0,-8 2-12 0,12-1-9 15,-12 1-43-15,8 0-132 0,-8 0 58 0</inkml:trace>
  <inkml:trace contextRef="#ctx0" brushRef="#br0" timeOffset="148272.12">28667 10914 202 0,'0'0'5'0,"0"0"12"0,0 0-1 0,0 0 12 15,-31-4 3-15,31 4 7 0,-11 0 10 0,11 0 9 16,-10-2 2-16,10 2 5 0,-7-1-7 0,7 1 11 16,0 0-7-16,-9-3-4 0,9 3-5 0,0 0 1 15,-11 6 12-15,10-1 0 0,-2 2-3 0,0 2 5 16,-1 3-6-16,2-2 4 0,-1 5 8 0,1 1-5 15,1 1-4-15,-2 0 3 0,0 0-7 16,3-2-4-16,3 0-3 0,-6 1-2 0,6-3-7 0,-2 0-3 16,-1-1 1-16,2-1-3 0,-1 2-5 0,-2-2 0 15,3-1-4-15,-2-1-4 0,0 1 0 0,0-3-6 16,1-1-1-16,-1-6 2 0,0 11-4 0,0-11-2 16,0 10-1-16,0-10-2 0,-3 9 4 0,-3-5-4 0,6-4-2 15,-7 7 1-15,1-4 0 0,-3 0-3 0,0-1-1 16,0-1 2-16,0-1-5 0,-4-1-5 15,3 1 7-15,10 0-1 0,-17-2-1 0,8-1 1 16,2 2 2-16,7 1-6 0,-13-3 5 0,13 3 0 0,-8-3-1 16,8 3-2-16,-8-2-3 0,8 2-3 0,0 0 3 15,0 0-3-15,0 0 3 0,0 0 0 0,0 0-3 16,0 0 3-16,34 0-2 0,-23 1-8 16,7-1-16-16,-3 0-14 0,3 1-14 0,4-1-18 0,-2-1-20 15,10 0-5-15,-5 1-26 0,-2-1-4 0,-1 0-13 16,1-2-3-16,-4 3-95 0,3-3-257 0,-2 2 114 15</inkml:trace>
  <inkml:trace contextRef="#ctx0" brushRef="#br0" timeOffset="148659.4">28923 11169 61 0,'7'-7'81'15,"1"4"7"-15,-2-3-3 0,-2 2-6 0,0-2 2 16,0-2 7-16,-4 8 2 0,3-9 16 0,-3 9-10 16,0-9 5-16,0 9-2 0,0 0-5 0,-9-8-5 15,9 8-8-15,-13 0 0 0,1 0-6 0,1 2-7 16,2 1-3-16,-4 2-1 0,1 2-5 0,1-1-4 15,1 1-6-15,2 0-5 0,-2 1-6 0,4 0-2 16,2-1 0-16,1 0-7 0,2-1-3 0,1-6 4 16,1 12-7-16,-1-12 0 0,5 11-4 0,0-4 0 15,2-2-1-15,-1-2 2 0,3 1-5 0,-2-1 1 16,5 1-2-16,-4-3-3 0,4 2 0 0,-5-1 3 16,-1 0-5-16,-6-2 1 0,11 2-1 0,-11-2-2 15,9 2 5-15,-9-2-2 0,7 0-5 16,-7 0 7-16,0 0 1 0,0 0 0 0,0 0 0 0,0 0-10 15,0 0 8-15,0 0-8 0,0 0 3 0,0 0 2 16,-20 8-1-16,11-4 3 0,-2 0 2 0,-1 2 1 16,-1 1 1-16,-3-1 3 0,5 0-2 0,-1 1-1 15,5-1 2-15,-3 0-2 0,5-1 0 0,-1 0-2 16,2 1 1-16,4-6-1 0,-4 9 0 0,2-1-2 16,2-8-4-16,6 9 4 0,4-3 1 0,-1-1-1 15,4 0-11-15,1-3-13 0,5 0-27 0,0 1-34 16,4-2-22-16,-3-2-31 0,10 1-36 0,-3-1-32 15,-8-1-129-15,0 0-352 0,-1 1 157 0</inkml:trace>
  <inkml:trace contextRef="#ctx0" brushRef="#br0" timeOffset="150037.26">25021 13802 178 0,'-6'-3'177'0,"6"3"-8"0,-10-6-6 16,4 4-12-16,6 2-12 0,-12-7-11 0,8 5-3 15,4 2-8-15,-11-5-5 0,11 5-3 0,-8-2-12 16,8 2 0-16,-8-2-6 0,8 2-10 0,0 0-4 16,0 0-8-16,-9-1-11 0,9 1-5 0,0 0-5 15,0 0-4-15,0 0-1 0,0 0-4 0,28-4-5 16,-6 4-7-16,2-5 1 0,6 3-1 0,4-3-2 16,-1 2-6-16,-1-3-1 0,4 2 4 0,-1-2-8 15,-1 3 0-15,1 1 2 0,-3 0-9 0,-3-1-21 16,-2 2-18-16,-6 0-21 0,-2 1-25 0,0-2-43 15,-6 2-24-15,1 2-35 0,-7-1-153 0,1 0-359 16,-8-1 159-16</inkml:trace>
  <inkml:trace contextRef="#ctx0" brushRef="#br0" timeOffset="150333.63">25039 13747 169 0,'-6'0'178'0,"6"0"-9"0,-12-2-9 0,12 2-17 16,0 0-13-16,-13 0-8 0,13 0-4 0,-6 4-8 15,3 1-10-15,3-5-3 0,-5 14-3 0,4-2 2 0,1 0 14 16,0 5-7-16,0 0-6 0,1 1-5 16,2 7-2-16,-3 0-7 0,2-1-23 0,-2 1-8 15,2 1-4-15,0 3-4 0,-2-6-3 0,2-3-7 16,-2 5-1-16,1 1-2 0,-1-6-3 0,-1-1 0 15,2 0-3-15,0 7-4 0,-1-6-2 0,-2-1-2 0,2-2-3 16,-2 0-14-16,0 0-15 0,-2-1-29 0,1-3-21 16,0-1-31-16,0-1-48 0,1-4-44 0,-1 0-180 15,-1-2-397-15,2 1 175 0</inkml:trace>
  <inkml:trace contextRef="#ctx0" brushRef="#br0" timeOffset="150519.93">25035 14120 11 0,'8'-6'167'0,"-1"3"-7"0,1 3-3 16,3-3-11-16,1 2-7 0,7-1-13 0,1 1-16 0,8-1 0 16,0 4-18-16,1-2-5 0,2 3-21 15,-10-3-30-15,8 1-30 0,-1-2-41 0,-6-1-34 16,0 1-28-16,-2 1-105 0,-1 0-220 0,-8 0 98 15</inkml:trace>
  <inkml:trace contextRef="#ctx0" brushRef="#br0" timeOffset="150723.84">25563 14018 109 0,'2'-7'181'0,"-2"7"0"0,0 0-3 0,0-7-14 15,0 7-12-15,0 0-21 0,0 0-13 0,0 0-7 16,0 0-1-16,0 0 3 0,0 0 1 0,0 0 6 15,7 21-6-15,-6-12-12 0,2 3-7 0,-3 0-12 16,3 3-7-16,-6 2-7 0,3-3-6 0,-1 2-7 16,1 0-7-16,-2 0 2 0,1-2-9 0,0-1-27 15,-1 0-27-15,0-1-45 0,2-1-39 0,0-3-46 16,0 3-48-16,0-4-160 0,-2 0-380 0,2-7 169 16</inkml:trace>
  <inkml:trace contextRef="#ctx0" brushRef="#br0" timeOffset="150902.97">25653 13898 96 0,'0'0'141'0,"2"-8"-14"0,-2 8-24 16,0 0-29-16,10 0-39 0,-10 0-51 0,13 8-78 15,-7-4-101-15,-2 2 45 0</inkml:trace>
  <inkml:trace contextRef="#ctx0" brushRef="#br0" timeOffset="151129.73">25785 13998 63 0,'4'-4'204'0,"-4"4"-13"0,0 0-3 15,0 0-6-15,0 0-11 0,16 4-4 0,-11 2-15 16,3 1-9-16,2 0-4 0,-3 2-18 0,3 1-10 16,-3 0-11-16,5 2-5 0,-1 2 0 0,-5-4-14 15,4 0-9-15,-2 4-8 0,3-1-7 0,-3-3-5 16,1 0-6-16,-1-1-4 0,1 1-10 0,-1-2-27 16,-2 0-42-16,0-1-41 0,1 1-52 0,-5-2-23 15,6-1-46-15,-6-1-131 0,-2-4-357 0,2 10 158 16</inkml:trace>
  <inkml:trace contextRef="#ctx0" brushRef="#br0" timeOffset="151322.03">26067 13992 162 0,'1'-10'184'0,"-1"10"-20"0,0 0-3 0,0 0 1 16,0 0 4-16,-18 14-15 0,4-1-9 0,3 3-23 15,-9 6-5-15,2-1-15 0,-2 2-6 0,-1 0-28 16,2-2-26-16,0 1-37 0,2 0-40 0,5-7-46 16,-1-1-26-16,4 0-35 0,-1 0-96 0,4-3-262 15,-1-3 116-15</inkml:trace>
  <inkml:trace contextRef="#ctx0" brushRef="#br0" timeOffset="151613.25">26095 14218 137 0,'25'-13'158'0,"2"1"-17"16,-4 1-3-16,-4 1-3 0,-1 2-12 0,-2-4-7 15,0 1-15-15,-3 1 5 0,-1 2-14 0,3-3-5 16,-3-1-4-16,-4 4-8 0,-1-2 18 0,-3 1 7 16,-2-1-5-16,1 1-14 0,0-1-8 0,-3 10-7 15,-5-16-6-15,4 9-7 0,-1 1 3 0,-2 0-4 16,-3 1-5-16,7 5-7 0,-16-3-4 0,7 3-4 15,-1 1-3-15,0 4-3 0,-1 1-2 0,2 1-3 16,-4 4 0-16,4-2-4 0,0 5 0 0,2-2-6 16,0-1 0-16,1 5 2 0,3 0-1 0,3-4-3 15,0 0-6-15,2-1-23 0,3-1-22 0,2 2-30 16,-2-3-31-16,5-2-34 0,-3-1-19 0,7 0-18 16,-1 1-15-16,5-3-95 0,-2-2-305 0,2 0 135 15</inkml:trace>
  <inkml:trace contextRef="#ctx0" brushRef="#br0" timeOffset="152052.97">26622 14051 102 0,'-6'-4'184'16,"1"0"-8"-16,-3 1-8 0,-4 0-19 0,1 2-14 16,0 1-10-16,-3 1-9 0,3 3-13 0,-5 4-7 15,1 0-9-15,-1 1-11 0,1 4-3 0,0-2-11 16,2 0-3-16,7 2-5 0,-1 0-7 0,-2-4-7 15,6 3-4-15,-1-3-5 0,4 1 2 0,2-1-5 16,-2-2-1-16,5 2-3 0,1-3-2 0,2 1-2 16,0-4-6-16,3 1-1 0,1 0-5 0,-1-4-8 15,3 0 0-15,-1 0-2 0,-2-2-2 0,1-1-6 16,-3-3 4-16,1 3 4 0,0-1-5 0,-3-1-1 16,-3-3-1-16,2-2 4 0,-3-1 0 0,-1 0 3 15,3-6-2-15,-5 1 1 0,0-2-1 0,2-1 2 16,-4 2 4-16,2-2 7 0,-3-10-8 0,1 5 14 15,0 5 8-15,2-8-1 0,-3 2 11 0,3 0 1 16,0-1 15-16,3 7 13 0,-3 0 3 0,0 2 4 16,-3 5 7-16,6 0 13 0,-3 3 8 0,0 1-7 15,0 8-11-15,-3-10-10 0,3 10-9 0,0 0-10 16,0 0-4-16,0 0-3 0,0 0-5 0,0 0 5 16,14 33-12-16,-11-16 1 0,1 1-7 0,0 1 10 15,-2 0-11-15,3 7-9 0,-5-7 3 0,6 5-4 16,0-5 1-16,0 0-2 0,-6 0-29 0,5 0-13 15,3 4-31-15,-6-6-32 0,1 3-39 0,-1-3-51 16,1 1-64-16,-8 0-199 0,3 0-480 0,-3-3 212 16</inkml:trace>
  <inkml:trace contextRef="#ctx0" brushRef="#br0" timeOffset="152472.96">27153 13921 154 0,'0'0'210'0,"0"0"-23"16,2-9-15-16,-2 9-19 0,0 0-16 0,0 0-9 15,0 0-4-15,0 0 16 0,3 19-1 0,-3-7-7 16,0 4-15-16,0 2-5 0,0 3-8 15,-2 2-10-15,2-4-7 0,-3 2-8 0,3-2-10 0,-2 0-4 16,2-1-23-16,-2 1-4 0,2-1-4 16,0 0 6-16,0-2-12 0,4 0 2 0,-4-1-24 15,0-3-37-15,-2 1-23 0,0-2-32 0,2 0-47 16,-3-4-46-16,3 0-178 0,-3 1-386 0,-3-4 171 16</inkml:trace>
  <inkml:trace contextRef="#ctx0" brushRef="#br0" timeOffset="152873.72">27200 13885 5 0,'12'-13'187'0,"-1"0"-8"0,2 4-13 0,-2 0-11 16,-2 4-13-16,2 2-11 0,1 0-7 0,1 3-9 15,1 3 1-15,1 3-8 0,-4 0 3 0,3 3-16 16,-1 3-12-16,-1-2-1 0,-3 4-10 15,-3-2-9-15,-2 0-5 0,-1 4-3 16,2 0-10-16,-7 0 1 0,2-3-7 0,-3 2 0 0,-1-3-4 0,-1 1-5 16,1 0-3-16,2-2-2 0,-5 0-5 0,2-3 0 15,0 0-2-15,1-1 1 0,2 0-3 0,-2-2-7 16,4-5-3-16,-3 7-6 0,3-7 0 16,-2 7 3-16,2-7-1 0,0 0-2 0,9 8-4 0,-3-4 4 15,2-1-4-15,3-2-2 0,-1 1 4 0,3 1-1 16,-3-1 1-16,1 1-1 0,1 0 0 0,-1 0-1 15,-1 1-1-15,0 1 2 0,-3 0 0 0,-1-1 0 16,-1 1 1-16,-2 0-2 0,-3-5 1 0,0 10 1 16,0-10 0-16,-7 12 0 0,-2-7 1 0,0 2 3 15,-3-2 0-15,-3 2-1 0,-3 2 2 16,0-1-5-16,-2-3-4 0,-1 2-13 0,2-1-26 0,2-1-27 16,-2-1-29-16,7 0-34 0,-1 0-34 0,3-2-139 15,1 1-332-15,3-1 147 0</inkml:trace>
  <inkml:trace contextRef="#ctx0" brushRef="#br0" timeOffset="153103.91">27640 14031 108 0,'5'-3'236'0,"-5"3"-15"0,6-7-23 0,-6 7-24 16,3-4-16-16,-3 4-13 0,0 0-9 0,0 0 1 15,13 13-6-15,-11-4-11 0,1 2-11 16,-1 5-9-16,1-1-12 0,-3 2-5 0,1-1-13 16,0 1-3-16,-1 0-6 0,0-1-9 0,0 1-2 15,0 0-5-15,-1-6-37 0,2 5-22 0,-2 0-41 0,0-4-48 16,-1-1-52-16,-1 0-61 0,-4-2-110 0,3-3-353 16,-1 2 156-16</inkml:trace>
  <inkml:trace contextRef="#ctx0" brushRef="#br0" timeOffset="153976.23">27932 14107 200 0,'-2'-9'222'0,"2"9"-12"0,0 0-9 0,0 0-15 15,-9-7-14-15,9 7-15 0,-12 1-13 0,12-1-14 16,-21 6-12-16,7 3-10 0,1 0-9 0,-1 3-11 16,-1 0-11-16,2 0-4 0,0 2-10 0,1-1-1 15,2-2-7-15,1 0-10 0,5 0 1 16,0 0-8-16,-2 1 1 0,10-2-7 0,-3 2-3 0,2-3-2 0,3 0-1 16,1-2 0-16,3-1-6 0,2-2 1 15,-1 0-1-15,4-2-5 0,2 1-2 0,-3-3-1 16,5-2 1-16,-5 1-2 0,-1-2 6 0,5-1-4 15,-4-3-1-15,0 2-3 0,-4-4 2 0,-2 3-2 16,3-4-4-16,-3 1 2 0,-1-1 1 0,0-7-3 16,0 4 1-16,-3 2-3 0,1-4-1 0,1-1 1 15,-3 0 2-15,-1-1-1 0,-2 5 1 0,2 1-2 16,-2-1-3-16,2 3 0 0,-2 9 6 0,-2-14-8 16,2 14 0-16,3-10-7 0,-3 10 3 0,0 0 4 15,0 0-1-15,0 0-1 0,0 0 3 0,0 0-4 16,-13 29 1-16,10-16 0 0,-1-2 1 0,2 4 0 15,-4 0 0-15,2-3 1 0,3 1-1 0,1-2 3 16,0 1 0-16,0-1 0 0,3-3 1 0,-1 2 0 16,1-5 2-16,4 3-4 0,-1-4 5 0,3 1 4 15,1-4-2-15,-1 1-3 0,2-2-2 0,3-2 3 16,-4 1 2-16,1 0-5 0,1-5 0 0,5 0 0 0,-4 1 3 16,-1 0-2-16,3-5 1 0,-4 1-3 15,2-1 4-15,0-3-2 0,-2 0 7 0,1-1-9 16,-1-1 3-16,-2-1-2 0,-3 0-1 0,4 2 1 15,-3 0-2-15,-4 3 1 0,0 2 2 0,2 0-1 16,-2 1-1-16,-1 4 3 0,2-2-5 0,-4 6-2 0,2-8-2 16,-2 8 0-16,0 0 2 0,0 0 3 15,0 0-5-15,0 0 1 0,-17 24 3 0,9-14-3 16,2 3 1-16,-4 1 6 0,7 2-4 0,-1 1-4 16,2-2 1-16,0 2-3 0,2-6-2 0,0 2 2 15,2 0-9-15,-1 0-3 0,3-2 1 0,0-1-1 16,3 2 0-16,-2-2 0 0,-1 0 5 0,4 0 0 15,-2-1-1-15,-1 0-1 0,1-2-1 0,-3 2 4 16,0-3 3-16,-1 0-3 0,-2-6 1 0,2 11-1 16,-2-6-9-16,0-5-6 0,-7 11-6 0,2-6-1 15,-5 0-13-15,0 0-17 0,-1 0-26 0,-1 0-19 16,-1-2-31-16,1 1-40 0,1-1-125 0,0-2-332 16,2 1 148-16</inkml:trace>
  <inkml:trace contextRef="#ctx0" brushRef="#br0" timeOffset="154418.84">28855 14051 172 0,'-3'-10'210'0,"-2"6"-8"0,5 4-14 0,-10-7-13 15,2 4-10-15,1 2-17 0,-2 1-1 0,-4 0-9 16,1 4 0-16,-6 2-1 0,4 2-11 0,-1 3 3 16,0 0-14-16,1 3-5 0,2 1-7 0,3 1-6 15,-2 0-2-15,2 0-13 0,2-4-2 16,1 5-1-16,7-6-14 0,1 1-7 0,1 4 0 0,4-2-7 16,2 0-5-16,5-3-4 0,3 1-6 0,6 1-4 15,-4-4 13-15,5 1-20 0,4-3-17 0,-9-1-19 16,3-2-35-16,-4 0-32 0,0-1-33 0,-4-1-39 15,0-1-28-15,-3 0-36 0,0-1-36 0,-2 0-128 16,1-4-409-16,-1 2 181 0</inkml:trace>
  <inkml:trace contextRef="#ctx0" brushRef="#br0" timeOffset="154725.01">29038 14056 24 0,'4'-10'198'16,"-2"-2"16"-16,1 3-23 0,-2-3-7 0,2 1-3 15,-3 0-11-15,2 2-2 0,-1-1 0 0,0 4 0 16,-1 6-8-16,4-9-14 0,-4 9-19 0,0-8-15 16,0 8-15-16,0 0-11 0,0 0-3 0,0 0-1 15,0 0-6-15,-1 33 15 0,-3-11-19 0,2 1-3 16,-1 3-4-16,-1 1 0 0,2 0-2 0,-2-3-1 15,1 0-6-15,1 0-4 0,-1-5-5 0,2 0-1 16,0-1-9-16,-4-2-1 0,2 1-3 0,1 1-2 16,0-5-6-16,2 0-11 0,-1-3-31 0,-2 2-27 15,3-3-33-15,-2 2-38 0,-1-4-41 0,2-2-46 16,1-5-44-16,-3 13-195 0,1-10-477 0,2-3 211 16</inkml:trace>
  <inkml:trace contextRef="#ctx0" brushRef="#br0" timeOffset="155021.79">29296 14048 81 0,'0'0'179'0,"0"0"-10"16,0 0-10-16,0 0-4 0,0 0-10 0,-19 15-14 15,7-7-13-15,-1 3-10 0,-2 0-9 0,0 3-17 16,-3-3-3-16,2 1-11 0,1-2-4 0,2 0-8 15,2-2-4-15,1-2-6 0,2 0-3 0,0-1-3 16,1-1-5-16,7-4-7 0,-8 6-6 0,8-6 4 16,-6 3 0-16,6-3-5 0,0 0-2 0,0 0-2 15,0 0-5-15,0 0 6 0,0 0-6 0,15 5-2 16,-7-3-2-16,-8-2-3 0,14 3 0 0,-5 0 1 16,2 1 1-16,-2 2 1 0,1-1-2 0,2 0-1 15,-1 0-9-15,3 1-27 0,-2-1-40 16,6 2-28-16,-2-3-56 0,1 1-147 0,-7-1-327 15,3-2 144-15</inkml:trace>
  <inkml:trace contextRef="#ctx0" brushRef="#br0" timeOffset="155255.51">29582 14015 135 0,'1'-6'248'0,"2"-1"-2"0,-3 7-20 15,4-11-23-15,-4 11-25 0,2-5-17 16,-2 5-13-16,0 0-3 0,0 0-2 0,2 22-11 0,-1-10-4 16,-1 5-8-16,-3 2-8 0,2 6-5 0,0-6-2 15,-1 2-14-15,4 3-10 0,-2-5-7 0,0 0-9 16,1-1-2-16,-1 2-11 0,0-4-3 0,0 1-18 16,1-1-28-16,-2-4-33 0,4 0-43 15,-3-2-59-15,1 1-66 0,-4-3-238 0,1-1-472 16,-2-3 209-16</inkml:trace>
  <inkml:trace contextRef="#ctx0" brushRef="#br0" timeOffset="155429.5">29517 14172 34 0,'11'-6'199'0,"-2"0"-19"0,5 4-14 0,4-2-13 16,1 2-12-16,1 0-12 0,1 2-19 15,1 0-19-15,1 2-30 0,-4-2-33 0,-2 1-35 16,1 1-45-16,-5 1-56 0,-3 1-80 0,0-2-203 16,-6 0 90-16</inkml:trace>
  <inkml:trace contextRef="#ctx0" brushRef="#br0" timeOffset="156104.81">25364 14825 8 0,'-15'1'145'0,"4"0"-9"16,-1 2-16-16,1-3-12 0,11 0-9 0,-10 4 4 15,6-1-10-15,4-3 7 0,0 0 8 16,0 0-10-16,13 13 6 0,0-8-3 0,16 1-7 15,9-4-5-15,20-2-7 0,8 3-5 0,33-8-4 16,8 1-8-16,10-3-4 0,5 0-6 0,10-1-9 0,1 0-1 16,10-2-2-16,8 4-4 0,-3-7-8 0,5 5 4 15,0-3 1-15,4 2 5 0,6 2 1 0,4-3 5 16,3 5-6-16,3-3 0 0,3 1 0 16,-3 1-3-16,-3-1-1 0,-2 4 0 0,-12-7 0 15,-8 5 1-15,-4-2-4 0,-8 1 0 0,-9-2 1 0,-4 3-3 16,-16-3 3-16,-9 1-3 0,-34 0 2 0,-2 5-1 15,-8-5 4-15,-15 3-2 0,-2 2 0 16,-6 0 4-16,-10 1-3 0,-7-1-2 0,0 2 3 16,-5-3-9-16,-1 2 0 0,0-1-4 0,-8 2-8 15,6-5-22-15,-6 5-23 0,0 0-19 0,0 0-28 0,-24-12-36 16,5 8-67-16,2 1-47 0,-3 3-204 0,-8 0-465 16,-3 0 206-16</inkml:trace>
  <inkml:trace contextRef="#ctx0" brushRef="#br0" timeOffset="191499.02">23339 9946 27 0,'0'0'34'0,"3"-6"-4"0,-3 6-4 0,0 0-2 16,0 0 0-16,0 0-5 0,0 0-1 16,0 0-2-16,0 0-12 0,0 0-4 0,0 0-16 15,0 0-19-15,0 0-37 0,0 0 16 0</inkml:trace>
  <inkml:trace contextRef="#ctx0" brushRef="#br0" timeOffset="-182242.94">16232 5223 85 0,'-1'-7'149'0,"1"7"-7"0,0 0-3 0,-1-10-20 0,1 10-2 16,0 0-6-16,1-7-1 0,-1 7-7 0,0 0-7 15,0 0-12-15,0 0-7 0,0 0-7 0,0 0-10 16,0 0-5-16,0 0-1 0,0 0-6 0,0 0-6 16,0 0 2-16,0 0-2 0,0 0-3 0,7 29-3 15,-6-19-3-15,0 3-2 0,-1 2-3 0,0 4 1 16,1 0-4-16,-1 0 1 0,-2 0 4 0,2 0-7 15,-4 6 0-15,3-6-6 0,-1-1 2 0,2 0-4 16,-1 1-1-16,2-4-3 0,-1 2-1 16,0-1 3-16,0-3-5 0,0 0 2 0,-1-1 2 0,1-1-1 15,1 2-2-15,2-4-4 0,-3 3 1 0,3-3-2 16,-2-2-11-16,-1 3-19 0,0-3-16 0,0-7-28 16,1 10-15-16,-1-10-5 0,0 11-28 0,0-11-22 15,0 0-9-15,-6 6-103 0,6-6-272 0,-8 0 121 16</inkml:trace>
  <inkml:trace contextRef="#ctx0" brushRef="#br0" timeOffset="-181887.34">16186 5182 95 0,'8'-16'151'0,"0"9"-15"0,6-6-10 0,-4 5-3 16,5-1-26-16,3 3-6 0,-2 1-7 0,1 4-6 15,-4 1-4-15,5 1-6 0,-6 2-13 0,-1 3 0 16,-2-2-7-16,-1 3-5 0,-1 2-4 16,0 3-1-16,-5-1-5 0,1 1-3 0,-3 5-7 0,-1-6 9 15,-2 2-9-15,-2-2-1 0,-3 5-6 0,1-2 7 16,-2 0-13-16,-3-1-1 0,5-5-2 0,-1-1 3 16,-1 1 3-16,0-3 3 0,3 0-6 0,0 0 4 15,3 0-3-15,3-5 3 0,-9 3 2 0,9-3 4 16,-7 5 8-16,7-5 1 0,0 0 7 0,0 0-13 15,-5 4 0-15,5-4-4 0,0 0-7 0,0 0-2 16,0 0-4-16,0 0 4 0,0 0 1 0,5 13 0 16,0-8 3-16,2 0-1 0,-1 2-9 15,3 0 1-15,1 1 4 0,3 2-9 0,1-1-12 0,2 1-16 16,-4 1-28-16,5-3-33 0,-2 0-31 0,4 2-34 16,-2 1-106-16,-4-1-281 0,1-2 125 0</inkml:trace>
  <inkml:trace contextRef="#ctx0" brushRef="#br0" timeOffset="-181632.72">16857 5334 144 0,'0'0'184'0,"0"0"-12"16,-5-15-10-16,3 10-8 0,2 5-8 0,-11-5-17 15,5 1-13-15,6 4-8 0,-18 0-16 0,7 2-4 16,-1 5-9-16,-3 2-6 0,1 0-9 0,-2 2-7 15,2 1-6-15,2 0 0 0,1 3-7 0,1-1-2 16,4-3-5-16,1 0-3 0,1 0-4 0,1 1-4 16,3-2 1-16,1 2-7 0,3 0-1 15,2-1-8-15,0 0-15 0,0-2-21 0,4 1-15 0,-2-1-18 16,5 3-32-16,2-4-14 0,-1 0-11 0,4-2-7 16,1 2-23-16,-1-5-99 0,4 1-262 0,-7-1 116 15</inkml:trace>
  <inkml:trace contextRef="#ctx0" brushRef="#br0" timeOffset="-181484.9">17089 5543 89 0,'0'0'118'0,"0"0"-15"15,0 0 0-15,0 0-6 0,6 8 0 0,-6-8-1 16,0 0 4-16,-1 12-7 0,1-12-10 0,-3 13 1 16,1-4-12-16,-4 1-3 0,1-1-10 0,-1 1-11 15,2 0-19-15,-2 2-58 0,-2 2-60 0,-1 1-115 16,2-6-221-16,-1 3 98 0</inkml:trace>
  <inkml:trace contextRef="#ctx0" brushRef="#br0" timeOffset="-178411.09">17668 5269 151 0,'-3'-6'144'0,"3"6"-17"15,0 0-3-15,0 0-12 0,0 0 8 0,0 0-1 16,0 0-6-16,1 36-8 0,-1-17-4 0,2 8-8 16,-4-2-9-16,2 1-7 0,0 3-7 0,-1-3 5 15,1-2-15-15,0 2-8 0,0-8-4 0,0 6-5 16,-1-4-6-16,1-2 0 0,1-1-1 0,-1-1-7 15,0 1 4-15,-1-6-5 0,2 0-2 0,-1 3-2 16,0-5-10-16,0 1-24 0,0-4-18 0,0-6-13 16,-1 13-15-16,1-13-19 0,1 8-10 0,-1-8-15 15,0 0-19-15,1 6-25 0,-1-6-94 0,0 0-257 16,0 0 114-16</inkml:trace>
  <inkml:trace contextRef="#ctx0" brushRef="#br0" timeOffset="-178086.66">17634 5287 105 0,'8'-5'124'0,"0"-1"-8"0,-1 1-4 15,4 2-4-15,-2 1-12 0,1-1 0 0,1 4-12 16,0 1-1-16,-2 2-5 0,1 1-2 0,-4-1 0 16,2 4-1-16,-2 0-8 0,-1 1-6 0,0 1-3 15,-1 1-1-15,-3 2-5 0,-1-1-2 0,-1 1 5 16,-1-2-13-16,-1 1-2 0,-4 3-5 0,1-6 1 15,0 1-5-15,-1-2-3 0,4 0 1 0,-2-2-6 16,0-2 0-16,-1 1 3 0,6-5 8 0,-7 6 3 16,7-6 2-16,-6 4 1 0,6-4-7 0,0 0-5 15,0 0-2-15,0 0-6 0,0 0-1 0,0 0-4 16,0 0 0-16,0 0-3 0,13-20-1 0,-6 17-3 16,0-1 1-16,1 4-1 0,2-3-1 0,3 1-2 15,0 1-2-15,1 0 7 0,4 2-13 0,1-1-18 16,0 0-30-16,2 1-25 0,-2 1-33 0,1 1-30 0,1 0-38 15,-6 2-115-15,-4 0-314 0,0 1 139 16</inkml:trace>
  <inkml:trace contextRef="#ctx0" brushRef="#br0" timeOffset="-177804.25">18048 5406 130 0,'0'0'199'15,"0"0"-5"-15,-1-11-19 0,1 11-17 0,0 0-18 16,0 0-14-16,0 0-21 0,0 0-3 0,0 0-8 16,0 0-13-16,0 0-2 0,0 0-4 0,5 36-1 15,-3-18-4-15,-4-1-6 0,2 8-2 0,-1-5-5 16,0 0 3-16,1-1-5 0,-3-1-7 0,3 0-4 16,-2-2-6-16,2-4 0 0,0 1-1 0,0-3 0 15,1 1 0-15,1-3 0 0,0 0-4 0,0-2-7 16,2 1 3-16,1-2 1 0,2-1-7 0,2 1 1 15,2-1-4-15,3-3-11 0,5-2-16 0,2-1-24 16,0 0-32-16,0 0-39 0,7 1-25 0,-8-3-29 16,2 2-23-16,-4-3-146 0,0 1-350 0,-5 1 155 15</inkml:trace>
  <inkml:trace contextRef="#ctx0" brushRef="#br0" timeOffset="-177621.88">18409 5605 87 0,'2'-6'174'0,"-2"6"0"15,0 0 2-15,0 0-10 0,3-6-14 0,-3 6-15 16,0 0-15-16,0 0-21 0,0 0-6 0,0 0-3 16,0 0-2-16,0 0-4 0,-3 24-4 0,-1-14-8 15,1 1-2-15,-5 4-8 0,3 2-6 16,-1-1-2-16,2-1-6 0,-1 2-21 0,1-6-21 16,-2 5-38-16,2-4-30 0,-2-1-44 0,4 1-40 0,-1-3-158 15,1 1-326-15,0-1 145 0</inkml:trace>
  <inkml:trace contextRef="#ctx0" brushRef="#br0" timeOffset="-177342.34">18866 5340 157 0,'2'-12'257'16,"-4"2"-14"-16,2 1-7 0,0 9-20 0,0-11-16 15,0 11-22-15,0 0-29 0,0-7-17 0,0 7-6 16,0 0-19-16,0 0-2 0,-1 27-10 0,0-9-6 16,-4 9-3-16,4-4-8 0,-2 4-9 0,0-9-2 15,-2 7-9-15,4 1-4 0,1-6-5 0,-3 5-5 16,3-5-4-16,-1 0-1 0,1-1-4 16,-1 0-2-16,1-3-8 0,0 0-16 0,-2 0-14 15,1-2-29-15,1 0-20 0,0-4-31 0,-2-1-22 0,2-2-46 16,0-7-36-16,0 12-28 0,0-12-139 0,0 0-384 15,-9 9 170-15</inkml:trace>
  <inkml:trace contextRef="#ctx0" brushRef="#br0" timeOffset="-177021.1">18837 5319 121 0,'5'-4'145'0,"-5"4"10"0,10-4-3 0,-3 4-15 0,-7 0-5 15,15 1-13-15,-6 2-5 0,-1 3-10 0,2-2-8 16,-4 5-6-16,1-3-12 0,-2 4-4 0,0 1-9 16,-1-2-3-16,-2 3-5 0,1-3-4 0,-3 1-8 15,-2-3 0-15,0 4-4 0,-4-2-4 0,-1 1-6 16,1-2-1-16,-2-1 0 0,2 1-7 0,-2-3 4 16,4-1 1-16,0 1-5 0,4-5-1 0,-7 5-4 15,7-5 1-15,-5 2-5 0,5-2 0 0,0 0-2 16,0 0-7-16,-8 4 1 0,8-4-3 0,0 0 2 15,0 0-5-15,15 9 3 0,-10-5-2 0,3 1-2 16,2-1 0-16,1 2 2 0,0-2 1 0,6 5-1 16,-3-2-5-16,4 0-20 0,-3 2-20 0,4-2-22 15,-1 2-25-15,0-2-29 0,0-1-15 0,-3 2-16 16,2 0-117-16,-7-4-289 0,0 3 128 16</inkml:trace>
  <inkml:trace contextRef="#ctx0" brushRef="#br0" timeOffset="-176602.75">19229 5510 96 0,'2'-8'185'15,"-2"8"-3"-15,1-11-1 0,-1 5-1 0,0 6-10 16,-1-11-6-16,1 11-15 0,0 0-17 0,3-10-14 0,-3 10-17 16,0 0-9-16,0 0-13 0,0 0-11 0,0 0-1 15,0 0-2-15,0 29 3 0,0-12-6 0,-2 0 5 16,1 2-6-16,-1 1-4 0,1-1-7 0,-1 5-2 15,-1 1-7-15,2-9-1 0,-2 1-3 16,2-5-5-16,0 4-3 0,1-5 0 0,-2-4-3 0,2 2-4 16,0-9-3-16,-1 12 1 0,1-12 1 0,1 8 1 15,-1-8-2-15,0 0 3 0,0 0 4 0,-1 8 1 16,1-8-3-16,0 0-8 0,0 0 0 16,0 0 0-16,0 0-3 0,14-19-1 0,-6 12-2 15,1-2-2-15,-2 0 0 0,4 1-1 0,3-2-6 16,0 1 2-16,1 2-2 0,0 2-2 0,1 3-2 0,-5 1-2 15,7 1 2-15,-6 1-1 0,-1 3 0 16,1-1-2-16,-3 3 8 0,1 0-6 0,-4-1-4 16,-1 2 5-16,-1 2-3 0,-1-3 3 0,-3 4 3 15,-4-2 2-15,0 1-1 0,-2 2 1 0,-3-3-2 16,0-1 6-16,-7 2-4 0,5-2 3 0,-1-1-5 0,-4 0-6 16,3-1-14-16,-1 0-3 0,2-2-21 0,1 0-19 15,-1-2-29-15,2 0-33 0,2-1-39 16,8 0-51-16,-15-1-166 0,15 1-411 0,-11-4 183 15</inkml:trace>
  <inkml:trace contextRef="#ctx0" brushRef="#br0" timeOffset="-175443.72">20139 5305 126 0,'2'-12'194'0,"-1"5"-15"0,-1-3-9 16,1 2-12-16,0-3-10 0,-1 11-3 15,2-11-10-15,-2 11-4 0,0-11-8 0,0 11-11 0,2-6-10 16,-2 6-12-16,3-6-12 0,-3 6-7 0,0 0-9 15,0 0-8-15,0 0-7 0,0 0-7 0,0 0-4 16,0 0-2-16,0 0-2 0,0 0-2 16,-3 31-1-16,-2-15 2 0,0 2-5 0,-4 8 8 0,-2-3-5 15,3 3 4-15,-2-1-9 0,-3-2 1 0,3 2-5 16,1-8-2-16,0 2 0 0,4-2-1 0,-3 0-3 16,-1-2 2-16,1 2-4 0,2-2 1 0,5-2 0 15,-4-3-4-15,2 0-2 0,0-1 1 16,2 0-1-16,2-2 1 0,-1-7-5 0,0 13 2 15,3-6 1-15,-3-7 0 0,3 7-2 0,-1-3 2 0,-2-4 0 16,8 5 0-16,-8-5 2 0,0 0-1 0,13-4 0 16,-13 4-2-16,10-12-1 0,-5 2 1 0,0 0-3 15,0-2 1-15,0-2-1 0,-1-2-4 0,-4-1 0 16,-1 0 3-16,-3 0-3 0,-5 0 1 16,-2-5 1-16,-1 6-6 0,-6-5-1 0,3 8 9 0,-7-3-9 15,-2 4 3-15,-2 0-2 0,7 6-2 0,-1 2 0 16,-1 3-14-16,2-3-6 0,-1 7-14 0,-1-2-12 15,6 3-21-15,1 2-15 0,3-1-48 0,1 4-20 16,1-1-21-16,4 3-148 0,0-1-353 16,4-4 157-16</inkml:trace>
  <inkml:trace contextRef="#ctx0" brushRef="#br0" timeOffset="-175072.79">20213 5314 19 0,'4'-7'215'0,"1"2"-13"0,-1 2-11 0,-4 3-16 0,4-6-15 16,-4 6-19-16,4-6-22 0,-4 6-12 0,0 0-12 15,0 0-11-15,0 0-7 0,13 15-2 0,-6-6-11 16,1 8-8-16,0-2-3 0,1 3-1 16,-2 0-6-16,2 5-4 0,-1-6-3 0,-2 0-5 0,2-2-5 15,-3 0-1-15,1 1-6 0,0-5 0 0,-1-2-1 16,1 3 2-16,-3-3-4 0,2 0-2 0,0-3-3 15,-1 1 0-15,0-1 0 0,-2-1 2 16,-2-5-7-16,8 7 7 0,-8-7-2 0,6 4 6 16,-1-3 8-16,-5-1 7 0,0 0 13 0,12-8 17 15,-12 8-9-15,10-13-4 0,-6 1-6 0,2 1-3 0,-1-5-6 16,7-7 0-16,-6 4-7 0,1-6 8 0,-1 1-11 16,2 0 7-16,-3 4-14 0,1 2 2 15,-1 0-3-15,-1 2-5 0,-1 6-2 0,1-1-3 0,-3 2 0 16,1 3-4-16,-2 6-27 0,4-10-31 15,-4 10-40-15,1-6-37 0,-1 6-19 0,0 0-35 0,0 0-25 16,0 0-156-16,7 19-396 0,-7-19 175 0</inkml:trace>
  <inkml:trace contextRef="#ctx0" brushRef="#br0" timeOffset="-174822.61">20764 5428 139 0,'5'-7'224'15,"2"1"-1"-15,-5 0-1 0,1 2-4 0,-3 4-14 16,4-13-6-16,-3 7-13 0,-1 6-9 0,0 0-11 16,1-9-13-16,-1 9-26 0,0 0-13 15,0 0-14-15,0 0-9 0,0 0-6 0,-32 15-8 0,17-2-1 16,-2-1-13-16,-3 5-1 0,6-2-4 0,-1-1-10 16,2 1-6-16,1-1-1 0,2 0-6 15,2 1-1-15,2-1-4 0,2-2-1 0,3 1-14 16,1-2-17-16,1 1-10 0,4 0-16 0,2-3-25 0,3-1-27 15,5 3-37-15,3-5-40 0,12-1-30 0,0-3-30 16,2-2-175-16,-1 0-424 0,3-2 187 0</inkml:trace>
  <inkml:trace contextRef="#ctx0" brushRef="#br0" timeOffset="-174606.67">21309 5420 92 0,'0'0'192'16,"0"0"-10"-16,-14-7 2 0,3 8-7 0,-2 2-1 15,-4 1 3-15,-4 3-17 0,-3 6 0 0,-3-1-11 16,3 4-6-16,0 1-11 0,3-1-9 16,6-4-16-16,3-1-8 0,3 1-11 0,2-2-7 0,2 0-5 15,2 3-3-15,3-2-6 0,4 1-15 0,2-1-4 16,6 0 5-16,3 1-11 0,9-2-5 0,3 0-14 16,2-4-19-16,2 2-28 0,1-2-34 0,-3-3-39 15,-2 4-39-15,-1-5-39 0,-7 1-49 0,0-1-152 16,-6 0-403-16,-1-2 179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13:30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24042 3963 50 0,'0'0'54'15,"0"0"-1"-15,0 0-6 0,0 0-7 0,0 0 2 16,0 0-8-16,0 0-6 0,0 0 4 0,0 0-11 15,0 0 0-15,0 0 1 0,0 0-8 0,0 0-6 16,0 0-15-16,0 0-13 0,0 0-19 0,0 0-28 16,0 0-72-16,0 0 31 0</inkml:trace>
  <inkml:trace contextRef="#ctx0" brushRef="#br0" timeOffset="1388.14">26567 3995 16 0,'0'0'9'0,"0"0"2"0,0 0-6 0,0 0 2 0,0 0 1 16,0 0-4-16,0 0 3 0,0 0-7 0,0 0 5 16,0 0-1-16,0 0-4 0,0 0 4 0,0 0-3 15,0 0 2-15,0 0 0 0,0 0-3 16,0 0 3-16,0 0-3 0,0 0 4 0,0 0-8 15,0 0 2-15,0 0 0 0,0 0 5 0,0 0-6 16,0 0 5-16,0 0-3 0,0 0 1 0,0 0-2 0,0 0 1 16,0 0-2-16,0 0-2 0,0 0-8 0,0 0-14 15,0 0 7-15</inkml:trace>
  <inkml:trace contextRef="#ctx0" brushRef="#br0" timeOffset="2704.93">29568 3647 40 0,'0'0'36'15,"0"0"-8"-15,0 0-12 0,0 0-16 0,0 0-20 16,0 0-22-16,0 0 9 0</inkml:trace>
  <inkml:trace contextRef="#ctx0" brushRef="#br0" timeOffset="23876.05">19709 6036 23 0,'0'0'31'0,"0"0"-11"0,0 0-13 0,0 0-12 16,0 0-8-16,0 0-14 0,0 0 7 0</inkml:trace>
  <inkml:trace contextRef="#ctx0" brushRef="#br0" timeOffset="43747.18">26120 9837 14 0,'0'0'59'0,"0"0"-8"0,0 0-1 16,-9-2-1-16,9 2-6 0,0 0-1 0,0 0-2 15,0 0 0-15,0 0-9 0,0 0 5 0,-12 0-2 16,12 0-1-16,0 0 2 0,0 0 3 0,-7-4-15 15,7 4-5-15,0 0 12 0,0 0 0 0,0 0-2 16,-8-2-6-16,8 2 1 0,0 0 2 0,0 0-2 16,0 0-8-16,0 0 4 0,0 0-7 0,0 0-1 15,-11 2-4-15,11-2 2 0,0 0 10 0,0 0 1 16,0 0-8-16,-10-3-2 0,10 3 4 0,0 0-2 0,0 0 5 16,0 0-1-16,0 0-10 0,0 0 4 15,0 0-5-15,-10 0 0 0,10 0 1 0,0 0-1 16,0 0 0-16,0 0-4 0,-12 0-1 0,12 0 5 15,0 0 9-15,0 0 2 0,0 0 3 0,-11 0-2 0,11 0 5 16,0 0-8-16,0 0 5 0,0 0 4 16,-11-1-11-16,11 1 5 0,0 0-2 0,0 0 8 15,-9 0-4-15,9 0-12 0,0 0 15 0,0 0-7 16,0 0-4-16,-12-1 5 0,12 1-7 0,0 0 6 0,-9 2 2 16,9-2-4-16,-8 1-15 0,8-1 12 0,0 0-3 15,-10 0 3-15,10 0-5 0,0 0-5 16,-11 2 12-16,11-2-10 0,0 0 0 0,-11 0 9 15,11 0-5-15,-9 1 0 0,9-1 3 0,0 0 9 0,0 0-1 16,-9 0-2-16,9 0 2 0,0 0 4 16,0 0-8-16,0 0 8 0,0 0 0 0,0 0-5 0,0 0 2 15,0 0-8-15,0 0 4 0,-11-1-1 16,11 1-10-16,0 0 6 0,0 0 1 0,0 0-1 0,0 0 1 16,0 0 7-16,0 0-8 0,0 0-4 0,0 0 3 15,0 0 2-15,0 0-3 0,0 0-6 0,0 0 12 16,0 0-3-16,0 0 2 0,26-5-1 0,-16 2 5 15,1 2-2-15,-2 1 1 0,2-3 5 0,2-1-5 16,-1 0 0-16,-1 1-3 0,-2-1-4 0,5 3 7 16,-3-2-5-16,-1 0 0 0,0 2-2 0,-3-1-4 15,-1-1 2-15,-6 3-2 0,12-1 3 16,-12 1-10-16,9 0 5 0,-9 0 2 0,0 0 0 0,9 0-4 16,-9 0 8-16,0 0-7 0,10-1 2 0,-10 1-3 15,0 0 4-15,0 0-1 0,10 0 3 0,-10 0 8 16,0 0-2-16,11-3 4 0,-11 3 1 0,5-1-1 15,-5 1 2-15,11-1-1 0,-11 1 2 0,9-2-1 16,-9 2-3-16,6-3-1 0,-6 3-2 0,9-1 1 16,-9 1 1-16,0 0-7 0,12-3 3 0,-12 3 1 15,0 0-2-15,9 0 1 0,-9 0 0 0,0 0-5 0,0 0 0 16,9 0 4-16,-9 0-5 0,0 0 2 16,0 0-3-16,9-1 3 0,-9 1-1 0,0 0-1 15,0 0-1-15,0 0 0 0,0 0-1 0,0 0-4 16,9 3-3-16,-9-3-9 0,0 0-12 0,0 0-21 0,0 0-14 15,0 0-23-15,0 0-15 0,0 0-10 0,0 0-8 16,0 0-11-16,0 0-20 0,0 0-111 0,0 0-278 16,0 0 123-16</inkml:trace>
  <inkml:trace contextRef="#ctx0" brushRef="#br0" timeOffset="44891.47">26086 9658 27 0,'0'0'127'15,"0"0"-16"-15,0 0 4 0,0 0-13 0,0 0-13 16,0 0 3-16,-4-7-10 0,4 7-1 0,0 0 0 16,0 0-2-16,0 0-4 0,0 0-9 0,0 0 5 15,0 0-13-15,0 0 2 0,0 0-2 0,0 0-6 16,0 0-4-16,-3-6-5 0,3 6-6 0,0 0-6 15,0 0-4-15,0 0 0 0,0 0-6 0,0 0-9 16,0 0 3-16,0 0-3 0,0 0 2 0,0 0-1 16,0 0-6-16,0 0 3 0,9-6-7 0,-9 6 2 15,0 0-2-15,0 0-4 0,0 0-2 0,7-4 4 16,-7 4 3-16,0 0-1 0,0 0 0 0,0 0 1 16,0 0-5-16,0 0 8 0,2-4-10 0,-2 4 3 0,0 0 3 15,0 0-6-15,0 0-2 0,0 0 6 16,0 0 1-16,0 0-1 0,0 0 5 0,0 0-6 15,0 0-2-15,0 0-1 0,0 0 1 0,0 0 2 16,0 0 3-16,0 0-4 0,0 0-4 0,7-5 9 16,-7 5-4-16,0 0 6 0,0 0-3 0,0 0 2 15,0 0-4-15,0 0 4 0,0 0-3 0,0 0 2 16,0 0 2-16,0 0-7 0,0 0 2 0,0 0 0 16,0 0-2-16,0 0 1 0,0 0-3 0,0 0 3 0,0 0 1 15,0 0 0-15,0 0 1 0,0 0-3 0,0 0 1 16,0 0-2-16,0 0-3 0,11 7 0 15,-11-7-9-15,0 0 0 0,0 0 3 0,9 3-11 16,-9-3-3-16,4 3-4 0,-4-3 4 0,0 0-5 0,10 0-8 16,-10 0 27-16,0 0-5 0,0 0-2 0,0 0 4 15,0 0 3-15,0 0 6 0,0 0 1 0,0 0 1 16,0 0 2-16,0 0 2 0,0 0-8 0,0 0 15 16,0 0 5-16,0 0-1 0,0 0 5 0,0 0-8 15,7-4 7-15,-7 4 4 0,0 0-1 0,0 0-3 16,0 0 1-16,0 0 0 0,0 0 4 0,0 0 1 15,0 0 4-15,0 0 2 0,0 0-3 0,0 0 1 16,0 0 0-16,0 0 4 0,0 0-5 0,0 0 0 16,0 0-5-16,0 0-1 0,0 0 4 0,0 0-7 15,0 0-6-15,0 0 2 0,0 0-3 0,0 0-1 16,0 0-2-16,0 0-2 0,0 0 1 0,0 0 1 16,0 0-3-16,0 0 2 0,0 0-1 0,0 0-4 15,0 0 2-15,0 0 8 0,0 0-6 0,0 0-4 16,0 0 1-16,0 0-2 0,0 0 3 0,0 0-3 15,0 0 2-15,0 0-2 0,0 12 2 0,0-12-5 16,2 7 4-16,-2-7-1 0,0 13 0 0,0-13 3 16,0 12-3-16,0-4 6 0,2-1-3 0,-2 3-5 15,0-1 7-15,0 0 1 0,0 1 4 0,0 0 0 16,2 1-3-16,-4-2 6 0,2 1-2 0,-2 1 8 16,2-2 0-16,0 2 1 0,0-3-2 0,0 3 1 15,0-1 2-15,0 0-2 0,0 0 4 0,0 1 9 16,0-1-1-16,0 2-1 0,0-1-2 0,0 0 0 15,0 0 1-15,2 0 2 0,0-1-3 0,-2 0-4 16,0-5-2-16,0 3-7 0,2 1 4 0,-2-9 0 16,2 11-6-16,-2-5 0 0,0-6 1 0,0 9 1 15,0-9-2-15,2 10-1 0,1-5 0 0,-3-5 0 16,0 8-2-16,0-8 4 0,3 6 0 0,-3-6 1 16,0 0-2-16,2 9 2 0,-2-9-3 0,0 0 0 0,0 0 0 15,2 6-3-15,-2-6 1 0,0 0 3 0,0 0-5 16,0 0 3-16,0 0-3 0,0 0-1 15,0 0 4-15,0 0-4 0,0 0-4 0,0 0-2 16,0 0-12-16,0 0-17 0,0 0-20 0,2 5-22 0,-2-5-28 16,0 0-39-16,0 0-36 0,0 0-32 0,0 0-145 15,0 0-381-15,0 0 168 0</inkml:trace>
  <inkml:trace contextRef="#ctx0" brushRef="#br0" timeOffset="45319.27">26128 9854 68 0,'-9'-3'73'0,"9"3"16"15,0 0-22-15,0 0 12 0,-6-5-8 0,6 5 5 16,0 0-5-16,0 0-3 0,-6-4 6 0,6 4-10 15,0 0-11-15,0 0-4 0,0 0-3 0,0 0-1 16,0 0 9-16,0 0-17 0,0 0-4 0,0 0-6 16,0 0 4-16,0 0 1 0,0 0-8 0,0 0 3 15,0 0-3-15,0 0 4 0,0 0 8 0,15-9-13 16,-15 9 4-16,10-1 2 0,-10 1-5 0,10-3 6 16,-10 3-1-16,9-4-3 0,-4 2 2 0,-5 2 8 15,13-3 3-15,-4 2 4 0,-5-3-3 0,-4 4 4 16,12 0-1-16,-7-2-3 0,-5 2 3 0,13-5 1 15,-13 5 1-15,6-2-7 0,-6 2 8 0,10-3-12 16,-10 3 1-16,6-3-2 0,-6 3-3 0,0 0-4 16,0 0-3-16,5-4-4 0,-5 4 3 0,0 0-5 15,0 0-6-15,0 0 3 0,8-4-2 0,-8 4-2 16,0 0-8-16,0 0-15 0,0 0-16 0,0 0-19 16,0 0-30-16,0 0-15 0,0 0-35 0,0 0-26 15,0 0-148-15,-13 19-326 0,11-12 144 0</inkml:trace>
  <inkml:trace contextRef="#ctx0" brushRef="#br0" timeOffset="45672.11">26289 10010 56 0,'0'0'59'0,"0"0"-7"16,0 0-7-16,0 0-11 0,0 0-26 0,10 19-51 16,-10-9-46-16,0-1 21 0</inkml:trace>
  <inkml:trace contextRef="#ctx0" brushRef="#br0" timeOffset="46001.96">27038 10852 69 0,'0'0'95'0,"0"0"-12"0,0 0-18 0,0 0-11 16,0 0-10-16,0 0-25 0,11 2-15 0,-11-2-42 0,8 4-29 16,-8-4-70-16,11 4 31 0</inkml:trace>
  <inkml:trace contextRef="#ctx0" brushRef="#br0" timeOffset="46314.63">28008 11061 178 0,'0'0'197'0,"0"0"-23"0,0 0-20 0,-4 4-10 15,4-4-22-15,0 0-7 0,0 0-11 0,0 0-11 16,0 0-9-16,0 0-8 0,0 0-10 0,0 0-8 16,0 0-1-16,0 0-7 0,0 0-6 0,0 0-2 15,0 0-6-15,0 0-3 0,0 0-5 0,0 0 0 16,0 0-22-16,0 0-8 0,0 0-21 0,0 0-11 16,0 0-31-16,-9 3-17 0,9-3-28 0,0 0-39 15,-7 1-89-15,7-1-257 0,0 0 114 0</inkml:trace>
  <inkml:trace contextRef="#ctx0" brushRef="#br0" timeOffset="51347.45">27490 5124 194 0,'-5'-6'208'0,"3"-1"1"0,-1 1-14 16,-1-1 3-16,0 0-10 0,4 7-4 0,-5-9-8 15,5 9-6-15,-2-8-14 0,2 8-13 0,-4-7-16 16,4 7-14-16,0 0-11 0,-4-6-13 0,4 6-12 15,0 0-8-15,0 0 0 0,0 0-16 0,0 0-7 16,0 0-5-16,0 0 6 0,15 12-2 0,-7-3 1 16,-3-2-3-16,3 4-5 0,-2-2-1 0,4 5 2 15,-3-3-10-15,-1-3 2 0,3 1-8 0,-5 0 1 16,5-1-2-16,-4 2 2 0,1-1-7 16,1 0 2-16,-1 0-2 0,-1-1-2 0,-1-3-2 15,1 0-1-15,-1 1-1 0,-4-6 0 0,5 8-3 0,-1-4 4 16,-4-4-1-16,4 5 3 0,-4-5-2 15,0 0 14-15,0 0 9 0,0 0 0 0,0 0-8 0,14-14 1 16,-11 3-6-16,1-4 6 0,3 0 1 16,-1-3-4-16,1-2-3 0,1-2 1 0,-2 4-9 15,0-7 4-15,-1 6-7 0,2 1 8 0,-1 1-3 0,-1 2-3 16,-1 1 1-16,0 2-3 0,-1 1 0 0,-1 2-2 16,0 2-1-16,0 0-16 0,-2 7-15 0,3-9-21 15,-3 9-24-15,1-7-37 0,-1 7-30 16,0 0-27-16,0 0-22 0,0 0-34 0,0 0-27 15,-6 33-202-15,0-16-483 0,1-3 213 0</inkml:trace>
  <inkml:trace contextRef="#ctx0" brushRef="#br0" timeOffset="51635.68">27909 5046 98 0,'3'-8'227'16,"-3"8"-10"-16,0 0-6 0,0 0-4 0,-1-9-8 0,1 9-8 16,0 0-8-16,0 0-10 0,-12-5-17 15,12 5-12-15,0 0-8 0,0 0-10 0,-15 3-17 16,15-3-8-16,-13 10-2 0,5-1-13 0,-4 2-8 16,5 1-9-16,1-3-8 0,-2 2-1 0,2 0-10 15,1-1-2-15,1 0 2 0,0-1-13 0,1 0-3 16,2-1-4-16,0 1-8 0,-1-3 2 0,2-6-4 15,4 13-14-15,1-8-23 0,-5-5-26 0,9 10-34 16,-1-4-28-16,0-2-34 0,5 1-41 0,-1-3-24 16,1 0-10-16,5-2-11 0,0-3-117 0,5 0-370 15,-3-3 164-15</inkml:trace>
  <inkml:trace contextRef="#ctx0" brushRef="#br0" timeOffset="51830.32">28229 5000 132 0,'4'-8'144'0,"-1"-1"15"0,-1 2 5 0,-2 7 0 15,-3-10-4-15,3 10-2 0,-5-10-4 0,5 10-6 16,-9-3-3-16,9 3-7 0,-17 3-4 0,7 1-6 16,-3 2 0-16,-1 5-3 0,0 1-4 0,0 1-8 15,-2 0-8-15,3 1-13 0,5 0-10 16,-2-1-3-16,3-2-11 0,3 1-8 0,1 0-5 0,2-3-7 16,2 0 0-16,1 2-19 0,3-2-26 0,2 1-33 15,3-3-34-15,6 2-49 0,3-3-39 0,0-3-62 16,3 2-205-16,0-4-453 0,-1 1 201 0</inkml:trace>
  <inkml:trace contextRef="#ctx0" brushRef="#br0" timeOffset="52253.71">27258 5137 111 0,'-4'-3'228'0,"4"3"-7"0,0 0-7 16,0 0-2-16,-9-2-13 0,9 2-8 0,0 0-13 16,0 0-10-16,-9-3-12 0,9 3-7 0,0 0-14 15,0 0-5-15,0 0-8 0,0 0-11 0,0 0-15 16,0 0-11-16,0 0-12 0,0 0-14 0,0 0-6 15,0 0-17-15,0 0-27 0,18-10-20 0,-11 9-31 16,5 0-29-16,-6-1-49 0,3 0-44 0,3-1-34 16,-6 2-191-16,-6 1-420 0,13-1 186 15</inkml:trace>
  <inkml:trace contextRef="#ctx0" brushRef="#br0" timeOffset="52413.73">27222 5075 23 0,'0'0'224'0,"0"0"-27"16,-10 2-19-16,10-2-20 0,0 0-12 0,0 0-18 16,0 0-12-16,-2 7-13 0,2-7-15 15,4 12-1-15,-4-2-13 0,4 1-31 0,1 6-48 0,-1-4-54 16,0 6-67-16,1 0-104 0,0 7-248 0,-1-2 110 16</inkml:trace>
  <inkml:trace contextRef="#ctx0" brushRef="#br0" timeOffset="53296.78">27128 5260 53 0,'0'0'99'0,"0"0"-15"0,0 0-8 0,0-9 3 16,0 9-12-16,0 0 11 0,-2-9-12 0,2 9 7 15,0 0-8-15,0 0 2 0,-4-7 1 0,4 7-7 0,0 0-8 16,0 0 8-16,0 0-8 0,0-8 1 16,0 8-2-16,0 0 6 0,0 0 12 0,0 0 0 15,0 0-5-15,0 0-3 0,0 0-11 0,-2-9-4 16,2 9-1-16,0 0-6 0,0 0-4 0,0 0-3 0,0 0-4 16,-2-7 1-16,2 7-8 0,0 0 1 15,0 0-3-15,0 0-3 0,0 0-2 0,0 0 1 16,0 0-5-16,0 0 4 0,-6-6 0 0,6 6 1 15,0 0 6-15,0 0 1 0,0 0-6 0,0 0 2 16,0 0-2-16,0 0-1 0,0 0-3 0,0 0-4 0,0 0-2 16,0 0-4-16,0 0 0 0,0 0 2 15,12-3-5-15,-1 2 5 0,0-1-10 0,5 0-17 16,4-2-31-16,6 0-22 0,4 1-42 0,6-1-37 16,-4-3-138-16,4 0-316 0,2 0 140 0</inkml:trace>
  <inkml:trace contextRef="#ctx0" brushRef="#br0" timeOffset="72305.8">26065 9907 35 0,'0'0'38'0,"0"-8"-6"0,0 8 0 0,0 0-1 16,0 0 4-16,0 0-11 0,0 0-4 0,-2-11-6 15,2 11 16-15,0 0-1 0,0 0-19 0,0 0 13 16,0 0 3-16,0-8-8 0,0 8 8 0,0 0-2 16,0 0-1-16,0 0-5 0,0 0 6 15,0 0 4-15,0 0-8 0,0 0 11 0,0 0-6 0,0 0-2 16,0 0 7-16,0 0-6 0,0 0 6 0,0 0 1 15,0 0 0-15,-19 10-2 0,19-10-2 0,0 0-1 16,0 0-2-16,-8 1-6 0,8-1 4 0,0 0-2 16,0 0 6-16,-11-5-3 0,11 5 11 0,0 0-6 15,-6-3 2-15,6 3 5 0,0 0-6 0,-7-3-9 16,7 3 0-16,0 0 3 0,0 0-6 0,0 0-4 16,0 0-1-16,0 0 0 0,0 0 4 0,0 0-7 15,0 0 2-15,13-9 0 0,-4 2 0 0,3 2-4 16,5 0 0-16,-1-2-2 0,2 2-2 0,2-2 1 15,-1 0-1-15,-2 1-8 0,1 1 4 0,0-1 1 16,-6 2 3-16,-1 0-4 0,3 2 0 0,-5-3 11 0,1 3-10 16,-3-1-2-16,2 1-4 0,-9 2-7 15,11-3 0-15,-6 1-9 0,-5 2-1 0,9-2-30 16,-9 2 16-16,0 0-13 0,0 0-10 0,7-1-15 16,-7 1-12-16,0 0-67 0,0 0-168 0,0 0 75 15</inkml:trace>
  <inkml:trace contextRef="#ctx0" brushRef="#br0" timeOffset="72564.92">26097 9697 70 0,'0'0'107'0,"0"0"-17"0,0 0-17 0,0 0-6 16,0 0 3-16,0 0-11 0,0 0-8 0,0 0-5 16,0 0-3-16,0 0-3 0,0 0 0 0,0 0-14 15,-2 13 0-15,2-13-7 0,0 13-1 0,2-4 1 16,0 2-3-16,1 2-7 0,-1 3 3 0,-1-1-10 16,1 4-8-16,2 0-19 0,0 6-17 0,-2-4-21 15,0 5-66-15,3 1-138 0,-5-1 62 0</inkml:trace>
  <inkml:trace contextRef="#ctx0" brushRef="#br0" timeOffset="74343.83">27635 11114 8 0,'0'0'27'0,"0"0"-11"0,0 0-25 15,0 0-9-15,0 0 4 0</inkml:trace>
  <inkml:trace contextRef="#ctx0" brushRef="#br0" timeOffset="74934.53">26178 10379 23 0,'0'0'34'0,"0"0"1"0,0 0-29 0,5 12-23 15,-5-12-17-15,6 8 7 0</inkml:trace>
  <inkml:trace contextRef="#ctx0" brushRef="#br0" timeOffset="75611.17">27571 11294 40 0,'0'0'55'0,"0"0"-9"0,0 0 1 16,0 0-9-16,0 0-1 0,0 0-5 0,0 0-2 16,0 0-6-16,0 0-1 0,0 0-2 0,0 0-1 0,0 0 0 15,0 0-11-15,0 0 7 0,0 0-10 16,0 0 6-16,0 0-7 0,0 0 1 0,0 0-12 15,0 0-12-15,0 0-5 0,0 0-20 0,0 0-24 16,0 0-71-16,0 0 32 0</inkml:trace>
  <inkml:trace contextRef="#ctx0" brushRef="#br0" timeOffset="84852.38">24518 9578 12 0,'0'0'18'0,"0"-7"-5"0,0 7-2 0,0 0-1 16,0 0-5-16,0 0-1 0,0 0-7 0,7-4 2 15,-7 4-3-15,0 0-8 0,8-6-11 0,-8 6 6 16</inkml:trace>
  <inkml:trace contextRef="#ctx0" brushRef="#br0" timeOffset="85194.92">24633 9363 11 0,'0'0'59'0,"0"0"-10"0,0 0-3 0,0 0-2 16,0 0-10-16,0 0-3 0,0 0-1 0,0 0-1 15,0 0-5-15,0 0-4 0,0 0-3 0,0 0 3 0,0 0-1 16,0 0 1-16,0 0-21 0,0 0 11 0,0 0-12 16,0 0 0-16,0 0-3 0,0 0-13 15,0 0-17-15,0 0-32 0,0 0-72 0,-14 15 31 16</inkml:trace>
  <inkml:trace contextRef="#ctx0" brushRef="#br0" timeOffset="86065.47">29586 8060 55 0,'2'-4'68'16,"-2"4"-6"-16,8-6-8 0,-4 2-8 0,-4 4 1 15,0 0-5-15,7-5-13 0,-7 5 2 0,0 0-4 16,6-3-3-16,-6 3 3 0,0 0-7 0,0 0-2 16,0 0 1-16,0 0 5 0,2-6-23 0,-2 6 7 15,0 0 7-15,0 0 0 0,0 0-7 0,0 0-4 16,0 0-1-16,0 0-6 0,0 0 0 0,0 0 3 16,0 0-7-16,0 0 3 0,0 0-20 0,0 0-17 15,0 0-54-15,-21 12-102 0,12-9 46 0</inkml:trace>
  <inkml:trace contextRef="#ctx0" brushRef="#br0" timeOffset="86664.8">24675 10204 20 0,'0'0'82'0,"0"0"-7"0,0 0-10 0,0 0-6 16,0 0-5-16,0 0-10 0,5-23-7 0,-5 23-17 15,0 0-8-15,0 0-5 0,0 0-12 0,0 0-15 16,0 0-8-16,0 0-43 0,11 1-76 0,-11-1 34 16</inkml:trace>
  <inkml:trace contextRef="#ctx0" brushRef="#br0" timeOffset="87460.05">29645 8251 13 0,'0'0'75'0,"0"0"-6"0,0 0 3 0,2-5-14 15,-2 5-1-15,0 0-7 0,0 0 6 0,0 0-11 16,0 0 2-16,0 0-3 0,0 0-14 0,0 0-6 16,0 0 1-16,0 0 11 0,2-8-10 0,-2 8-9 15,0 0-11-15,0 0-10 0,0 0-16 0,0 0-15 16,0 0-16-16,-21 10-56 0,6-4-116 0,-4-2 52 15</inkml:trace>
  <inkml:trace contextRef="#ctx0" brushRef="#br0" timeOffset="88100.62">24413 10345 22 0,'0'0'46'15,"0"0"7"-15,0 0-10 0,0 0-2 0,0 0-7 16,0 0-7-16,0 0-5 0,0 0-18 0,0 0-11 15,0 0-15-15,0 0-23 0,0 0-47 0,0 0 22 16</inkml:trace>
  <inkml:trace contextRef="#ctx0" brushRef="#br0" timeOffset="89588.31">24628 10694 9 0,'0'0'87'0,"0"0"-3"0,0 0-5 0,0 0-30 16,1-8 14-16,-1 8-6 0,0 0-4 0,0 0-15 0,0 0 1 16,0 0-2-16,0 0-7 0,0 0-18 0,0 0-9 15,0 0-10-15,0 0-18 0,0 0 5 0,0 0-14 16,0 0-9-16,0 0-43 0,0 0-92 15,0 0 41-15</inkml:trace>
  <inkml:trace contextRef="#ctx0" brushRef="#br0" timeOffset="91262.46">24281 10673 28 0,'0'0'62'0,"0"0"-7"0,0 0-12 0,0 0-6 16,0 0-9-16,5-6-9 0,-5 6-7 0,0 0-4 0,0 0-19 16,0 0-37-16,0 0-50 0,0 0 23 15</inkml:trace>
  <inkml:trace contextRef="#ctx0" brushRef="#br0" timeOffset="92151.33">25162 10622 20 0,'0'0'69'16,"5"-12"-15"-16,-5 12-10 0,0 0-5 0,0 0-4 16,0 0-13-16,0 0-5 0,0 0-10 0,0 0-5 15,0 0-20-15,0 0-8 0,0 0-19 0,0 0-47 16,0 0 21-16</inkml:trace>
  <inkml:trace contextRef="#ctx0" brushRef="#br0" timeOffset="93248.3">29784 7835 11 0,'0'0'14'0,"0"0"9"16,0 0-4-16,0 0-5 0,0 0-2 0,0 0-1 15,0 0-1-15,0 0 5 0,1 10-6 0,-1-10 1 16,0 0-2-16,-2 7-8 0,2-7-14 0,-5 9-10 0,-3-3-26 16,-5 1 12-16</inkml:trace>
  <inkml:trace contextRef="#ctx0" brushRef="#br0" timeOffset="93931.34">24431 10383 50 0,'0'0'56'0,"0"0"3"15,0 0-11-15,0 0 0 0,0 0-6 0,13-16-13 16,-13 16-13-16,0 0-16 0,0 0-13 16,0 0-4-16,0 0-36 0,0 0-58 0,0 0 25 0</inkml:trace>
  <inkml:trace contextRef="#ctx0" brushRef="#br0" timeOffset="105647.99">25183 9436 12 0,'0'0'30'16,"0"0"-1"-16,0 0-3 0,0 0-2 0,0 0-12 16,0 0 2-16,0 0-8 0,0 0-4 0,0 0-9 15,0 0-6-15,0 0-10 0,11 3-24 0,-11-3 11 0</inkml:trace>
  <inkml:trace contextRef="#ctx0" brushRef="#br0" timeOffset="105970.83">24252 9563 20 0,'-9'0'39'0,"9"0"-3"0,0 0-5 0,0 0-5 0,0 0-7 16,0 0-5-16,0 0-13 0,0 0-7 0,0 0-24 15,0 0-33-15,22 8 14 0</inkml:trace>
  <inkml:trace contextRef="#ctx0" brushRef="#br0" timeOffset="106234.69">25089 9575 16 0,'0'0'40'0,"0"0"-20"0,0 0-6 0,0 0-14 0,0 0-15 16,0 0-17-16,0 0 7 0</inkml:trace>
  <inkml:trace contextRef="#ctx0" brushRef="#br0" timeOffset="106775.65">25042 9563 31 0,'0'0'45'0,"0"0"-12"0,0 0-16 0,0 0-13 15,0 0-13-15,0 0-12 0,0 0-21 16,0 0 9-16</inkml:trace>
  <inkml:trace contextRef="#ctx0" brushRef="#br0" timeOffset="108468.93">24680 9511 4 0,'0'0'0'15,"0"0"-1"-15,0 0-1 0</inkml:trace>
  <inkml:trace contextRef="#ctx0" brushRef="#br0" timeOffset="108783.34">25347 9442 26 0,'0'0'24'0,"0"0"-3"0,0 0-5 0,0 0-6 15,0 0-1-15,4 5-15 0,-4-5-1 0,0 0-9 16,0 0-17-16,0 0 8 0</inkml:trace>
  <inkml:trace contextRef="#ctx0" brushRef="#br0" timeOffset="-206804.01">17711 15179 8 0,'0'0'59'0,"0"0"-11"0,0 0-8 16,0 0 2-16,0 0-8 0,0 0-4 0,0 0-10 16,0 0-16-16,0 0-1 0,0 0-15 0,0 0-10 15,0 0-21-15,0 0-46 0,0 0 21 0</inkml:trace>
  <inkml:trace contextRef="#ctx0" brushRef="#br0" timeOffset="-205333.48">18851 15123 87 0,'0'0'160'0,"-6"-12"1"0,4 8-1 15,0-2-3-15,2 6-7 0,-5-10 0 16,5 10 4-16,-7-8-8 0,7 8-4 0,-2-8-7 15,2 8-7-15,-4-5-8 0,4 5-12 0,0 0-14 16,0 0-7-16,0 0-11 0,0 0-5 0,0 0-11 16,0 0 1-16,0 0-8 0,-10 16-2 0,7-5-5 15,-1 8-2-15,-1-3 2 0,0 4-10 0,1 7-6 16,-5-4-4-16,7 1 0 0,-1-7-4 0,-1-1-2 16,-1 2 0-16,4-1-1 0,0-2-2 0,-2-4-6 15,2 0 9-15,1-1-7 0,-1-1-6 0,1-9 1 16,-2 12 0-16,4-7-1 0,-2-5-1 0,-2 10 1 15,2-10-1-15,0 0 1 0,-2 8 2 0,2-8 3 16,0 0 16-16,-3 7 12 0,3-7 2 0,0 0 12 16,0 0-5-16,0 0-6 0,0 0-5 0,0 0-4 15,3-38-5-15,-2 21-2 0,0-2-8 0,1-6 3 16,0-3-4-16,2-2-2 0,-3 2-1 0,4-2-4 16,-2 1-7-16,2 0 2 0,-1-2-8 0,2 2 3 15,-1 0-2-15,3 1 4 0,0 1-3 0,-2 3 0 16,-1 7 1-16,0 1 1 0,0 3-3 0,-2 3 2 15,-1 1-2-15,0 3-4 0,0 1 1 0,-2 5-2 16,4-9-1-16,-4 9 4 0,7-2-4 0,-7 2 0 16,0 0 2-16,14 11 36 0,-8-1 1 0,3 3-7 15,-1 6-4-15,1 0-1 0,2 5-3 0,-1 2 0 16,2 1-3-16,-2-2 0 0,0 1-1 0,0-1 2 16,1 1-2-16,-2-3-3 0,0-5-5 0,-2 1 4 15,0-3 2-15,-1 0-8 0,4 1 5 0,-3-4-1 16,-1 0-3-16,-1-1 3 0,2-1-2 0,-1-1-10 15,-2 0 10-15,1-1-2 0,-3-2 4 0,4 2-2 16,-2-1-1-16,-1 0-1 0,2-3 0 0,-1 0-2 16,-4-5-23-16,3 10-27 0,-1-6-24 0,-2-4-31 15,3 8-20-15,-3-8-21 0,0 0-29 0,0 0-31 16,0 0-26-16,-5 9-209 0,5-9-477 16,0 0 212-16</inkml:trace>
  <inkml:trace contextRef="#ctx0" brushRef="#br0" timeOffset="-205168.37">18900 15272 27 0,'-12'-3'141'0,"12"3"6"15,0 0-15-15,0 0-13 0,0 0-5 16,0 0-13-16,0 0-3 0,19-17-14 0,-10 12-3 16,8-1-10-16,1 0-7 0,0 4-23 0,-3-4-48 0,4 4-46 15,-1 1-46-15,-5-1-79 0,0 2-191 16,-1 3 85-16</inkml:trace>
  <inkml:trace contextRef="#ctx0" brushRef="#br0" timeOffset="-204961.84">19277 15261 110 0,'0'0'211'0,"9"1"-6"0,-9-1-9 0,0 0-4 0,0 0-3 16,2 7 1-16,-2-7-8 0,1 7-7 0,-1-7-10 15,2 11-9-15,-1-3-15 0,3 1-12 0,-3 3-12 16,0 0-12-16,2 4-9 0,1 2-13 0,-3-3-4 16,2 2-7-16,0 1-18 0,1-1-38 0,-1-2-41 15,2 4-43-15,-3-7-52 0,2 1-52 0,-3-2-57 16,2 6-147-16,-2-7-405 0,2 0 180 0</inkml:trace>
  <inkml:trace contextRef="#ctx0" brushRef="#br0" timeOffset="-204724.25">19514 15047 22 0,'0'0'241'0,"-1"-10"-19"0,1 10-17 0,-1-7-21 16,1 7-10-16,0 0-4 0,0 0-8 15,0 0-2-15,0 0-11 0,0 0 10 0,22 8-16 0,-12-1-11 16,-1-1-11-16,5 2-12 0,2-1-10 0,-5 0-9 15,5 3-7-15,-2-4-15 0,1 3-2 0,1 0-4 16,-3-4-7-16,2 6-29 0,-5-4-31 16,3 0-40-16,-1-1-37 0,-2 1-45 0,-3 2-23 15,2-3-51-15,-2 1-181 0,-1-2-415 0,-6-5 184 16</inkml:trace>
  <inkml:trace contextRef="#ctx0" brushRef="#br0" timeOffset="-204536.92">19778 14988 143 0,'-8'-6'239'0,"-1"-1"-2"0,0 1-5 0,1 3-8 16,2 3-10-16,-4 0-11 0,0 3-12 0,-2 3-2 15,-2 5-14-15,0 0-16 0,-4 8-17 0,0 2-9 16,0 2-7-16,2 1-20 0,-1 0-11 16,0 5-9-16,3-3-10 0,3 1-11 0,-1 0-20 0,3-3-37 0,2 2-37 15,-2 1-40-15,2-3-39 0,2 3-52 16,3-7-52-16,-2-2-207 0,0-2-453 0,4 0 200 15</inkml:trace>
  <inkml:trace contextRef="#ctx0" brushRef="#br0" timeOffset="-204089.93">19987 14997 2 0,'0'0'221'0,"5"-6"-6"0,-5 6 5 0,0 0-2 15,0 0-2-15,0 0-6 0,4 22-17 0,-5-12-10 16,1 2-15-16,-1 4-13 0,-2 0-14 0,3 2-8 16,-1-4-14-16,1 3-9 0,0-5-10 15,0-2-5-15,1 2-10 0,-1-2-5 0,0-3-9 0,0 3-5 16,0-10-6-16,0 11-6 0,0-11 0 0,0 9 14 16,0-9 4-16,0 0 9 0,-3 6 9 0,3-6 14 15,0 0-9-15,0 0-13 0,0 0-11 0,0 0-17 16,0 0-1-16,-7-28-6 0,5 14-5 0,1-4-6 15,1-7-11-15,1 0-12 0,1-2-7 0,2-3-6 16,-1 1 3-16,3 1-3 0,-1-2 0 0,2 6-2 16,-3 0-2-16,0 8-2 0,1 3 3 15,-2 3 1-15,1 1-5 0,-3 3 0 0,3 2-2 0,-4 4 3 16,10-6-2-16,-10 6 11 0,11 7-2 0,-4 0 1 16,3 6 9-16,-1 2 3 0,0 1-8 0,0 1 5 15,1 6 5-15,-4-7 0 0,2 2-8 16,1-1 4-16,-1 0-6 0,-1-1 9 0,0-1-8 15,2-1 0-15,-3 1 1 0,1-3 4 0,-2 1-22 16,0-2 20-16,1-2-4 0,-1 1 6 0,0-1-19 16,-1-4-29-16,1 4-36 0,-2-3-40 0,-3-6-34 0,9 12-40 15,-9-12-35-15,4 11-36 0,-4-11-33 0,0 0-195 16,0 0-523-16,0 0 232 0</inkml:trace>
  <inkml:trace contextRef="#ctx0" brushRef="#br0" timeOffset="-203944.45">20052 15062 113 0,'0'0'171'0,"0"0"-24"0,-6-5-7 16,6 5-6-16,0 0-17 0,0 0-3 0,0 0-9 15,0 0-5-15,0 0-8 0,22-9-11 0,-12 8-7 16,8-2-13-16,0-1-24 0,3 1-45 0,0 0-47 16,1 0-48-16,-1 1-117 0,1 0-239 0,5 0 106 15</inkml:trace>
  <inkml:trace contextRef="#ctx0" brushRef="#br0" timeOffset="-203707.11">20461 15005 160 0,'0'0'158'0,"0"0"2"15,0 0-11-15,8 0 11 0,-8 0 1 0,0 0-1 16,8 7-7-16,-8-7-7 0,6 6-5 0,-3-1-3 16,-1 2-3-16,0-1-5 0,-1 2-4 0,-1-8-7 15,0 15-3-15,-1-5-1 0,-1 3-17 0,1-5 3 16,-3 3-11-16,2-3-5 0,-1 2-9 0,2 0-4 15,1-5-9-15,0-5-8 0,-4 13-7 0,4-13 4 16,1 10-11-16,-1-10-4 0,3 9-2 0,1-4-4 16,-1-1-9-16,4-2-10 0,4-2-18 0,2 2-31 15,5-6-30-15,1-1-41 0,2 0-48 0,7-4-59 16,1-2-36-16,0-2-167 0,2-1-453 16,0-1 202-16</inkml:trace>
  <inkml:trace contextRef="#ctx0" brushRef="#br0" timeOffset="-203491.45">20934 14826 108 0,'-6'-10'227'0,"2"6"4"0,4 4-6 0,-4-7-5 15,4 7-14-15,0 0-15 0,-5-7-17 0,5 7-17 16,0 0-13-16,0 0 3 0,0 0-2 0,0 0 2 16,0 0-9-16,0 0-10 0,19 16-12 15,-12-9-9-15,0 1-10 0,1-1-5 0,2 1-12 16,-2-1-9-16,2 1-5 0,1 0-6 0,-2 1-9 15,1-2-1-15,0 0-7 0,-1-1-24 0,0 0-37 16,-4-1-45-16,2 0-52 0,-7-5-46 0,9 6-57 0,-2-2-37 16,-7-4-180-16,0 0-472 0,5 7 209 15</inkml:trace>
  <inkml:trace contextRef="#ctx0" brushRef="#br0" timeOffset="-203330.07">21091 14750 211 0,'0'0'231'0,"0"0"-3"0,-17 12 0 0,8-4-11 0,0 5-14 16,-4 2-20-16,-1 5-14 0,-3 2-20 0,3 2-11 15,0 0-18-15,1 3-11 0,-2-2-45 0,2-2-45 16,2 3-61-16,-1-3-83 0,2-1-226 0,-2 0-380 16,5-5 170-16</inkml:trace>
  <inkml:trace contextRef="#ctx0" brushRef="#br0" timeOffset="-202853.91">21695 14766 126 0,'0'0'287'0,"-2"-16"-1"0,2 16-2 0,-2-10-17 0,2 10-20 16,0 0-19-16,-1-12-26 0,1 12-14 0,0 0-13 15,0 0-12-15,0 0-12 0,-9 26-23 16,6-8-5-16,2 0-14 0,-1 0-10 0,1 1-14 0,1 1-9 16,0-1-6-16,1 0 3 0,-1-5-10 0,0 0 2 15,0-4-9-15,2 1 0 0,-2-2-11 0,0-3-6 16,0-6 0-16,0 11-1 0,0-11 1 16,-2 9 12-16,2-9 13 0,0 0 15 0,0 0-9 0,-2 4-23 15,2-4 12-15,0 0-9 0,0 0-7 16,-10-23-2-16,8 10-10 0,1-4 1 0,1-1-6 15,1-7-6-15,2-3-8 0,2 0 0 0,-1 0-9 0,1 1 3 16,1 1 1-16,0 0 4 0,-3 7-9 16,2 3 1-16,0-1 11 0,-2 8-16 0,1 0-5 15,-4 9 0-15,4-13-5 0,-4 13 9 0,5-6-19 16,-5 6 19-16,0 0 3 0,0 0-1 0,19 27-1 16,-11-12 3-16,1 8 5 0,-2-4-1 0,1 5-7 15,-2 1 0-15,2-2 2 0,-2-3 4 0,-2-1-2 16,1-2-4-16,2 3 12 0,-2-4-3 0,0 2-6 15,0-4 6-15,0 2-1 0,-1-3-3 0,2 2 3 16,-2-3-24-16,0-1-30 0,0-1-28 0,1 0-42 16,-4 1-40-16,-1-1-42 0,0-10-57 0,-6 19-48 15,2-10-246-15,-4 0-596 0,-2-2 264 0</inkml:trace>
  <inkml:trace contextRef="#ctx0" brushRef="#br0" timeOffset="-202413.84">21638 14977 136 0,'0'0'186'0,"-6"-7"-23"16,6 7-14-16,-1-9-11 0,1 9-10 0,6-8-12 16,-1 2-13-16,0 0-11 0,4 1-8 0,4-2-11 15,2-1-5-15,2 2-5 0,-2-1-16 0,4 0-13 16,-2 2-7-16,1-2-10 0,0 1-8 0,2 2-4 16,1-2-4-16,-3 0 4 0,2 1-3 0,7-2 3 15,-10 2-4-15,0 2 6 0,3-3-5 0,-5 1 11 16,-2 0 8-16,-2 1 10 0,0 1 4 0,-11 3 15 15,15-3 0-15,-10 0 2 0,-5 3-1 0,0 0-2 16,12-4 1-16,-12 4-7 0,0 0-4 0,11-3 11 16,-11 3 7-16,0 0-3 0,0 0 3 0,14 6-2 15,-14-6-4-15,0 0 0 0,6 7 4 0,-3-5-1 16,-3-2 6-16,0 0-4 0,1 10 1 16,-1-10-2-16,0 0-5 0,-1 18-7 0,-3-8-1 0,0 2-5 15,2 0-5-15,-3-2-5 0,-3 7 6 0,0-7-9 16,5 2-1-16,-3-1-7 0,4 1-2 15,2-3-13-15,-1 4-6 0,2-5-3 0,1 3-2 16,2-3-3-16,0-1-4 0,2 2 2 0,-1-3-2 16,-1-2-1-16,3 2 3 0,-2 0 3 0,0-3 2 0,0 1-3 15,-5-4 3-15,8 5 3 0,-4-2-1 16,-4-3 5-16,3 5 1 0,-3-5 3 0,2 8 0 0,-2-8 1 16,0 0 4-16,-11 19-9 0,4-10-13 0,-7 1-24 15,0 3-30-15,-2-1-37 0,-4 4-48 0,2-4-55 16,-4 3-195-16,-3-3-437 0,-1 2 193 0</inkml:trace>
  <inkml:trace contextRef="#ctx0" brushRef="#br0" timeOffset="-170694.99">30274 7936 97 0,'7'0'97'0,"-7"0"-13"0,0 0-7 16,0 0-9-16,0 0-7 0,0 0-1 0,0 0-7 15,0 0-9-15,0 0-1 0,0 0-26 0,0 0-5 16,5 5-17-16,-5-5-16 0,4 6-24 0,-4-6-19 16,0 0-33-16,4 8-104 0,-2-5 47 0</inkml:trace>
  <inkml:trace contextRef="#ctx0" brushRef="#br0" timeOffset="-163387.85">25322 9758 17 0,'0'0'8'0,"0"0"-13"0,0 0-4 16,0 0 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4:59:26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21926 12946 13 0,'0'0'160'0,"0"0"0"0,-3-6-2 16,3 6-9-16,0 0-4 0,0 0-17 0,-2-9-2 15,2 9-8-15,0 0-10 0,0 0-4 0,0 0-6 16,0 0-9-16,0 0-12 0,0 0-7 0,0 0-8 15,2-9-9-15,-2 9-4 0,0 0-10 0,0 0-5 16,0 0-3-16,0 0-2 0,0 0-5 0,3 23 1 0,-3-14-2 16,1 5-4-16,0 3 4 0,1 2 0 15,-1 0-2-15,2 9-1 0,-2 0-2 0,2-3 3 16,-6 3 3-16,3-2-1 0,-1-2-4 0,-2 2 5 16,3-1 0-16,0-5 11 0,1-1-2 0,-1-1-3 0,2 1-1 15,-1-1-5-15,0-1 1 0,-2 1-4 16,1-7-1-16,1 5-3 0,1-6 0 0,-1 0-1 15,0-1-4-15,-1-1 0 0,1-2 0 0,3 1-2 16,-4-7 3-16,0 11 0 0,0-11-6 0,3 8 1 0,-3-8-3 16,1 8 2-16,-1-8-1 0,0 0 5 0,0 10-9 15,0-10-15-15,0 0-21 0,-3 7-15 0,3-7-16 16,0 0-27-16,0 0-20 0,0 0-26 16,0 0-43-16,-7 4-158 0,7-4-367 0,0 0 162 15</inkml:trace>
  <inkml:trace contextRef="#ctx0" brushRef="#br0" timeOffset="548.16">21936 12987 50 0,'0'-14'141'0,"0"14"-8"16,5-15-8-16,0 7-3 0,2-1-9 0,0-1 5 16,4 2-15-16,4-1-3 0,3-1-4 0,6-2 6 0,-2 5-13 15,-2 1 0-15,-2 2-9 0,1 2-8 0,-2-2-3 16,-3 1-8-16,0 3-7 0,0 0-5 16,-2 2-7-16,-2-1-1 0,1 3-4 0,1-1-7 15,-4 2 0-15,0 1-2 0,-1 1-5 0,-1 0 3 16,0 3-3-16,-4-4-3 0,2 3 0 0,-3-2-4 0,-1 3 1 15,0-3 1-15,-4 3 0 0,2-4 2 0,2-6-2 16,-7 16 2-16,1-10 2 0,-1 2-4 16,1-4-2-16,-3 3 1 0,0-1 0 0,1-2-1 15,0 0-1-15,8-4 3 0,-12 4 1 0,12-4 6 16,0 0-1-16,-11 5 1 0,11-5-3 0,-4 0-2 0,4 0 1 16,0 0-4-16,0 0-3 0,0 0-4 0,0 0 3 15,0 0-5-15,0 0 1 0,0 0-4 16,19 7 5-16,-6-3-4 0,-3-1-3 0,3 2 0 15,-1 1 0-15,3 1-3 0,-4 2 2 0,2 1-1 0,-4-2-2 16,4 6 2-16,-4 0 2 0,-3-4-5 0,2 4 3 16,-2-4-2-16,-2 2 1 0,1 3 0 0,-4-2 2 15,2-3-2-15,-5 0-1 0,1 1 3 0,0 0-3 16,-2-1 4-16,-2-3-3 0,-1 1 3 16,-2 0-1-16,1-3 1 0,-2 0-2 0,-2 1 1 0,0-2 1 15,-1-1 0-15,0-2-2 0,-1 0-12 0,0-1-16 16,2 3-18-16,-1-3-33 0,12 0-33 15,-19-3-52-15,10 1-36 0,0 1-135 0,9 1-361 16,-14-3 159-16</inkml:trace>
  <inkml:trace contextRef="#ctx0" brushRef="#br0" timeOffset="739.55">22357 13418 129 0,'-3'4'183'0,"0"4"-6"0,1-2-14 0,2-6-13 16,-9 11-11-16,4-4-16 0,-2 1-13 0,2 1-6 15,-1-3-9-15,-2 3-18 0,2-1-30 0,-2-1-51 16,1 0-51-16,-1-1-54 0,-1 2-113 0,1-2-240 16,1 0 107-16</inkml:trace>
  <inkml:trace contextRef="#ctx0" brushRef="#br0" timeOffset="1291.58">23002 13046 168 0,'0'0'171'0,"-6"-7"-14"16,6 7 7-16,-8-7-14 0,8 7-3 0,-6-5-10 16,6 5-5-16,-6-3-7 0,6 3-11 0,0 0-11 15,-6-3-7-15,6 3-16 0,0 0-6 0,0 0-7 16,-5-6-9-16,5 6-5 0,0 0-5 0,0 0-1 16,24-4-5-16,-5 2-7 0,10-2-4 0,1 2-3 15,5-3-5-15,-2 3-15 0,-1-1-9 0,-1 1-28 16,-10 1-31-16,0 1-26 0,-5-1-29 0,-3 1-46 15,-1 0-140-15,-6-1-327 0,-6 1 145 0</inkml:trace>
  <inkml:trace contextRef="#ctx0" brushRef="#br0" timeOffset="1735.52">23155 12977 72 0,'0'0'127'0,"0"0"1"0,0 0 12 0,0 0 11 16,2 19-10-16,-1-8-2 0,-1 1-3 0,1 5-10 16,0 9-2-16,-1-1-6 0,2 6-5 0,-4-3 12 0,2 4-8 15,-1-2-8-15,0-2-11 0,0 0-10 0,1-1-5 16,-2 0-8-16,2-2-4 0,-1-6-11 16,1 0-3-16,0-2-6 0,0 2-2 0,1-3-8 0,-1-4-4 15,0-1-6-15,0-1 0 0,-1 1-6 16,0-2 1-16,1-9-1 0,0 12-6 0,0-6 1 0,0-6-2 15,-2 8-2-15,2-8 4 0,0 0-3 0,-2 9 0 16,2-9-1-16,0 0 1 0,-9 2-2 16,9-2-2-16,-13-1-4 0,13 1 2 0,-15-6-4 0,5 2 2 15,1 0-1-15,-3-2-3 0,2 3 2 16,4-1 1-16,-5 0-4 0,1-1-1 0,4 2-2 0,1 0 1 16,5 3-1-16,-14-5 1 0,14 5-2 0,-8-2-2 15,8 2-2-15,0 0 1 0,-6-2-2 16,6 2 2-16,0 0 1 0,0 0 1 0,0 0 4 15,0 0-2-15,0 0 0 0,0 0 2 0,28 6-1 16,-15-3 0-16,6-3 2 0,9 2 0 0,0-2-1 16,2 1-16-16,1-2 0 0,0 1 3 0,-1 0-8 0,-1 1-29 15,-9-1-30-15,7 0-37 0,-5-1-51 16,-2 0-46-16,-2 1-175 0,0 0-418 0,-4-1 185 16</inkml:trace>
  <inkml:trace contextRef="#ctx0" brushRef="#br0" timeOffset="1996.8">23752 13423 197 0,'0'0'239'0,"0"0"-11"0,0 0-9 0,0 0-10 15,-32 7 5-15,18 0-25 0,-2 3-9 0,0-1-8 16,0 1-9-16,-1 1-11 0,0 3-10 15,3-3-6-15,0 3-17 0,4 0-12 0,2-5-7 16,1 1-11-16,3 0-9 0,0 0-5 0,4 0-10 0,0 0-8 16,4-1-2-16,1 1-2 0,5 0-8 0,2-3-5 15,6 2-14-15,0-2-32 0,2-2-33 16,7 2-40-16,-7-3-46 0,8 2-65 0,-7-1-58 16,-2-2-196-16,-1-2-481 0,0 0 212 0</inkml:trace>
  <inkml:trace contextRef="#ctx0" brushRef="#br0" timeOffset="2188.31">24143 13679 148 0,'0'0'257'0,"3"6"2"0,-3-6-20 0,0 0-15 15,-9 14-21-15,1-5-19 0,2-2-18 16,-1 0-13-16,0 3-17 0,-1-1-13 0,-2 0-16 0,2 2-28 15,-1-6-35-15,-1 2-44 0,2 1-61 16,-1 0-77-16,2 0-69 0,-2 0-113 0,-1-2-345 16,-1 0 152-16</inkml:trace>
  <inkml:trace contextRef="#ctx0" brushRef="#br0" timeOffset="3710.63">24787 13132 37 0,'0'0'131'0,"0"0"2"0,0 0-7 0,0 0-5 0,-4-11-11 16,4 11-4-16,0 0-15 0,-4-4 2 0,4 4-4 16,0 0-6-16,-9-6 3 0,9 6-14 0,0 0-8 15,-11-2-8-15,11 2 0 0,-9-4-2 16,9 4-3-16,-11-1-3 0,11 1-3 0,0 0-5 0,-9 0 1 16,9 0-8-16,0 0-4 0,0 0-3 0,-9-1 0 15,9 1-1-15,0 0-1 0,0 0-6 16,0 0-1-16,0 0 0 0,32-5-1 0,-13 2-1 0,10 0-4 15,0-2 1-15,4 4 0 0,0-1-10 0,-1 0-7 16,-2-1-21-16,-2 1-26 0,-8 1-22 0,0 1-32 16,-3 0-27-16,-3 0-29 0,-4 0-81 0,-2 0-264 15,-8 0 117-15</inkml:trace>
  <inkml:trace contextRef="#ctx0" brushRef="#br0" timeOffset="4160.41">24947 13071 108 0,'-5'8'145'0,"5"-8"2"0,3 11-5 0,-1 0-2 16,-1 2-6-16,2 3-11 0,2 9-3 0,-1-1 12 16,-2 2-11-16,-2 2-9 0,2-2-10 0,-1 2-3 15,0-2-8-15,0-7-8 0,2 6-9 0,-3-5-4 16,4-2-9-16,-3-2-2 0,3 1-8 0,-4 0-3 15,0 0-4-15,4-4-4 0,-4-2-5 0,0 0-3 16,2 1 0-16,-2-3-5 0,-2 0 0 0,2-2-5 16,0-7-4-16,0 13 5 0,0-13-3 15,-3 11-2-15,2-5 2 0,1-6-3 0,-2 9-3 0,2-9 0 16,-5 6 0-16,0-2 0 0,5-4-3 0,0 0 0 16,-11 3 1-16,11-3-5 0,-9 0 2 0,9 0-2 15,-13-4 1-15,13 4-2 0,-14-5 0 0,5 1-1 16,3 0 1-16,-3 1-3 0,3 1 1 0,-1-2 0 15,7 4-2-15,-10-3-2 0,10 3 5 0,-10-5-2 16,10 5-1-16,-6-2 2 0,6 2-6 0,0 0 0 16,-10-3-3-16,10 3 2 0,0 0-4 0,0 0 7 15,0 0-3-15,0 0 6 0,0 0-1 0,0 0-3 16,0 0 2-16,0 0 1 0,28 3 1 0,-17-1-2 16,4-2-2-16,4 1 1 0,2-1 1 0,8 1-1 15,0-2-2-15,1 2-24 0,0-3-28 0,2 3-44 16,-1-4-47-16,-1 3-48 0,-10 0-171 0,3 0-393 15,-3-1 174-15</inkml:trace>
  <inkml:trace contextRef="#ctx0" brushRef="#br0" timeOffset="4516.96">25596 13421 137 0,'-9'-6'213'0,"9"6"-11"0,0 0-8 15,-18 6-8-15,8 0-9 0,-1 1-13 0,-3 3-10 16,2 2-9-16,-2 0-8 0,0 1-2 0,-1 1-13 15,4-1-2-15,0 2-7 0,2-2-14 0,4 0-3 16,1-2-10-16,0 0-10 0,4-1-2 0,0 0-8 16,4 1-8-16,0-1-1 0,5 0-7 0,-3-2-1 15,5-1-6-15,0-1-6 0,7 0 0 0,0-1-6 16,1 0-3-16,2-1-1 0,-1-1-11 0,0-1-27 16,1-1-26-16,-2 1-33 0,-1-1-42 0,1-1-48 15,-2-3-54-15,2 2-208 0,-8-2-455 0,3 0 202 16</inkml:trace>
  <inkml:trace contextRef="#ctx0" brushRef="#br0" timeOffset="6630.12">25933 13439 88 0,'0'0'140'16,"0"0"-11"-16,0 0-7 0,3-6-4 0,-3 6-1 16,0 0 1-16,0 0 1 0,0 0-11 0,0 0-7 0,4-7-3 15,-4 7-13-15,0 0-11 0,0 0-8 16,0 0-10-16,0 0-6 0,0 0-4 0,0 0-5 15,0 0-6-15,0 0-1 0,0 0-1 0,2 21 0 16,0-11-3-16,-2-1 1 0,0-2-2 0,0 3 0 16,0 0 0-16,0 1-3 0,0-1 0 0,0 2-4 0,0-3-1 15,0 3-4-15,0-4 1 0,0 3-3 16,0-4 1-16,0 2-6 0,-2-2 2 0,2-7 2 16,-2 13-1-16,2-13 1 0,0 12-6 0,0-5 1 15,0-7-2-15,0 9 4 0,0-9-8 0,0 0 3 16,-2 11 0-16,2-11-4 0,0 9 3 0,0-9-1 0,0 0 0 15,-2 9 0-15,2-9 2 0,0 0-1 0,0 9-4 16,0-9 4-16,0 0-3 0,0 0 1 0,0 0-1 16,0 8 2-16,0-8 1 0,0 0 2 15,0 0-6-15,0 0 0 0,0 0 0 0,0 0-2 16,0 0-16-16,0 0-10 0,0 0-23 0,0 0-23 0,0 0-33 16,0 0-29-16,0 0-40 0,0 0-111 0,0 0-308 15,0 0 136-15</inkml:trace>
  <inkml:trace contextRef="#ctx0" brushRef="#br0" timeOffset="7324.51">25935 13469 79 0,'0'0'146'16,"0"0"-5"-16,0 0-6 0,0 0-9 0,0 0-5 0,0 0-3 15,0 0-6-15,0 0-6 0,0 0-7 16,0 0-11-16,0-10-9 0,0 10-8 0,0 0-9 15,3-6-5-15,-3 6-8 0,8-8-4 0,-2 3 1 16,0 1 0-16,0 0 4 0,1 0-4 0,-2-1-3 16,2 2 3-16,-1-2-1 0,-6 5-5 0,11-6-3 0,-6 2-3 15,4 2-1-15,-9 2-3 0,11-5-4 16,-4 5-2-16,-7 0-4 0,12-2-2 0,-12 2-4 16,13 3-1-16,-5 1 0 0,0 1 1 0,-2 1-4 15,3 1 1-15,-5 2-2 0,1-2-3 0,2 3 2 16,-4-1 1-16,-1 1 0 0,0 0-1 0,-2 0-2 0,0-1 2 15,0 0-3-15,-2 1 4 0,-2-2-6 16,-2 0 3-16,-1-1 2 0,1 0 1 0,-1-1-5 0,-1 1 2 16,0-1-1-16,-1-3 0 0,5 0 1 15,4-3-1-15,-10 4 0 0,10-4 2 0,-8 6 1 16,8-6 3-16,-5 2 4 0,5-2 3 0,0 0-3 0,0 0 1 16,0 0-3-16,0 0-1 0,0 0 1 0,0 0-6 15,0 0 4-15,0 0-6 0,0 0-1 0,0 0-1 16,0 0 0-16,21-8 0 0,-21 8-1 15,15 0-1-15,-15 0 0 0,14 2 0 0,-9-1 2 16,1 2 3-16,3-1-9 0,0 3 2 0,0-2-1 0,-4 1 3 16,3-1 1-16,-2 5-3 0,-2-4-1 0,2 1 2 15,-3-1 0-15,1 1 0 0,-4-5-3 0,4 7 4 16,-4-7-1-16,0 0-1 0,-4 12 1 16,-2-7 3-16,1-1-2 0,-5 0 1 0,0-1-1 15,1 0 1-15,-3-1-2 0,3 1 3 0,-2-2-3 0,5 1 2 16,-6-2 4-16,1 0-7 0,1 0 2 0,0 0-10 15,10 0-2-15,-15-2-16 0,10 1-14 0,5 1-28 16,-10-3-22-16,10 3-36 0,-6-4-30 16,6 4-29-16,0 0-132 0,-2-8-343 0,2 8 152 0</inkml:trace>
  <inkml:trace contextRef="#ctx0" brushRef="#br0" timeOffset="7665.03">26308 13535 67 0,'7'-4'192'0,"-7"4"-14"0,0 0-9 0,0 0-6 15,0 0-2-15,0 0-11 0,-13 23-6 0,8-14-13 16,-1-1-10-16,3 0-8 0,-4 1-14 16,5-2-10-16,-3 0-3 0,3-1-9 0,0 4-8 0,2-2-3 15,0-8-4-15,2 14-6 0,3-8 0 0,-1-1-2 16,1-1 0-16,0 0-7 0,3-1 4 0,1 0-4 15,5 0-4-15,-3-3-1 0,2 0-6 16,-1 0-1-16,1-2 0 0,-3-2 1 0,0 2-5 16,-1-3 0-16,1 1 1 0,-4-3 2 0,1 3-6 0,-3-2-2 15,1-3 2-15,1-1-7 0,-3 0-2 0,-3 3-1 16,0-5-5-16,0 2 2 0,-3 0-4 0,1 1-1 16,-2-1-4-16,1 2-3 0,-3 0-9 15,2 5-12-15,-5-3-13 0,-1 2-21 0,1 3-23 16,1 0-32-16,8 1-32 0,-21 5-42 0,11-3-27 0,0 3-165 15,1 0-405-15,0-1 179 0</inkml:trace>
  <inkml:trace contextRef="#ctx0" brushRef="#br0" timeOffset="7819.7">26578 13717 20 0,'0'6'174'0,"2"5"-19"0,-2-2-9 15,0-1-13-15,0 4-14 0,-2-2 2 0,-2 2-29 16,-1 0-40-16,1-1-44 0,-4-2-58 0,0 1-112 16,1 0-175-16,-2 0 77 0</inkml:trace>
  <inkml:trace contextRef="#ctx0" brushRef="#br0" timeOffset="13103.84">27093 13166 33 0,'0'0'151'0,"-8"-8"-15"16,3 4-16-16,5 4 11 0,-8-9 8 0,4 5 1 15,4 4 1-15,-7-5-12 0,7 5-5 0,0 0-9 16,-7-6-13-16,7 6-12 0,0 0-9 0,-5-5-10 16,5 5-8-16,0 0-8 0,0 0-1 15,0 0-10-15,0 0 0 0,0 0-2 0,0 0-6 0,12 19-7 16,-6-10 5-16,-1 0-4 0,4 1 0 0,3 5-2 15,-4-2 1-15,3 1 3 0,-1 2-8 0,3-1 2 16,-2 2 13-16,1-2-2 0,3 6-3 0,-1 0 0 16,-4-4-7-16,1 0-3 0,-1-1 1 0,-1 1-5 15,0-2-3-15,0 1 0 0,-4-5-2 0,-1 0 0 16,2 0-4-16,-1 1 0 0,-1-3-4 0,2 0 3 16,-2 2-1-16,3-3-2 0,-5 0 1 0,2-3 2 15,-2 2-4-15,0 0-1 0,2-2 5 0,-4-5-6 16,6 9-1-16,-6-9 3 0,4 7 0 0,-4-7 2 15,5 3 0-15,-5-3-2 0,0 0 0 0,8 2-1 16,-8-2 8-16,0 0-7 0,9-9-2 0,-4 2 2 16,-2-1 4-16,1-2 1 0,-2-1-2 0,4-6-1 15,-1 0-3-15,-1-1 6 0,2-1-2 0,-2-6-2 16,1 5 2-16,-1 1-1 0,0-6 3 0,0 1-5 0,-1 6-1 16,2 0-2-16,-1-10-2 0,-1 12 2 15,-3-1-1-15,1 2 1 0,0 2-1 0,-1 1-1 16,2 1 1-16,-2 4-1 0,0 0 3 0,0-3-3 15,0 10-1-15,2-10-1 0,-2 10 1 0,0-8-2 16,0 8 0-16,0 0-4 0,0-10-11 0,0 10-10 0,0 0-5 16,0 0-16-16,0 0-30 0,0 0-25 0,0 0-32 15,11 14-24-15,-11-14-22 0,7 13-25 16,-3-4-114-16,-3 1-346 0,5 1 153 0</inkml:trace>
  <inkml:trace contextRef="#ctx0" brushRef="#br0" timeOffset="13366.43">27582 13407 45 0,'0'0'185'0,"0"0"-13"16,7 4-19-16,-7-4-5 0,2 7-1 0,-2-7 6 16,-4 14-2-16,4-3-8 0,-2 1-7 15,-1 4-13-15,-2-5-9 0,3 5-9 0,-2-2-12 16,1-2-7-16,1 4-5 0,0-1-5 0,0-2-11 15,4 4-3-15,-4-7-6 0,2 3-3 0,0 0-7 0,0-3-5 16,0 0 0-16,0 2-7 0,0-5-4 16,2 2-2-16,-2-1-1 0,4 1-2 0,-4 3-9 15,3-6-19-15,-1 3-22 0,0-2-33 0,-2 0-32 16,0-7-35-16,2 9-16 0,-2-9-47 0,5 8-147 16,-5-8-362-16,0 0 161 0</inkml:trace>
  <inkml:trace contextRef="#ctx0" brushRef="#br0" timeOffset="13800.67">27636 13453 132 0,'9'-10'163'0,"0"1"-9"16,1 1-4-16,1 2-5 0,-1 1-10 15,1 1-12-15,1 1-10 0,-1 3-8 0,0 1-11 16,-1 1-8-16,1 1-8 0,-5 1-4 0,4 3-5 15,-2 0-5-15,-2 1-4 0,1 1-8 0,-3 0-4 16,0 1-4-16,0-1 0 0,-6 3-4 0,2-4-3 16,-2 3-2-16,-2 0-5 0,-2 0 1 0,0-4-3 15,-3 3-3-15,-1-3-1 0,4-1-4 0,-3 2-2 16,3-5 0-16,3 2-6 0,-4 1 1 0,7-6 0 0,-7 6-4 16,7-6 2-16,-6 3 6 0,6-3-11 0,0 0-1 15,-3 5-2-15,3-5 0 0,0 0 1 16,0 0-2-16,0 0 0 0,14 5 2 0,-14-5-3 15,14 1 0-15,-6 1 0 0,-1-1-1 0,-7-1 2 16,14 6-4-16,-7-4 1 0,-1 2 2 0,4 0-2 0,-2-1 4 16,-1 3-4-16,-1-2-2 0,-1 2 2 0,-1 0-3 15,2-2 2-15,-4 3 1 0,-2-7-2 0,2 9 0 16,-2-9 5-16,-2 13 0 0,-3-8-4 0,-2 1 3 16,-2-1 2-16,1 1-2 0,-3-2 2 15,-1 0-3-15,1 0-2 0,-2 0 1 0,3-1 1 16,-7 2-13-16,5-2-19 0,1 0-22 0,1-2-52 0,1 1-23 15,1-2-38-15,8 0-139 0,-18 0-332 16,18 0 147-16</inkml:trace>
  <inkml:trace contextRef="#ctx0" brushRef="#br0" timeOffset="14254.82">28114 13464 95 0,'0'0'188'16,"0"0"-17"-16,-12-5-11 0,12 5-11 0,-14 9-8 15,5-2-6-15,-3 3-17 0,-4 0-4 0,1 4-14 16,2-1-9-16,1 1-8 0,5-3-7 16,-2 1-6-16,5 0-8 0,1 0-8 15,2-2-3-15,2 1-4 0,2-1 1 0,3 1-7 0,0-4-4 0,4 4-2 16,-1-5-4-16,0 0 0 0,5-1-1 0,-1-2-7 15,-2 2-1-15,8-2-4 0,-1-1-1 0,-5-2 0 16,0 0 2-16,-1-1-3 0,0 0 0 16,-1 1-2-16,-11 0 2 0,12 0 7 0,-12 0 5 0,9 0 7 15,-9 0-2-15,9-3-3 0,-9 3-5 0,0 0 0 16,0 0 0-16,0 0-3 0,0 0 0 16,0 0 1-16,0 0-3 0,-30-2 2 0,19 4 0 15,-2 1-4-15,-3-1 1 0,3 4 1 0,-1-3 0 0,2 4 3 16,-7 1-1-16,5-1 2 0,-1 3 2 0,6-2-3 15,0 0 3-15,-5 3-2 0,7-2 2 0,1 0-2 16,1 0 0-16,1 0 1 0,0 0 0 0,4 0 3 16,0 0 0-16,3-2-6 0,0 1-2 0,0 0 0 15,5-1-1-15,-1 0-5 0,5-1 4 16,-2-3-23-16,2 2-27 0,0 2-32 0,0-1-45 0,2-3-40 16,-1 2-37-16,1-2-52 0,1 4-170 0,-3-4-442 15,2-1 196-15</inkml:trace>
  <inkml:trace contextRef="#ctx0" brushRef="#br0" timeOffset="14430.62">28543 13837 94 0,'0'0'252'16,"-6"16"-8"-16,6-16-18 0,-12 13-19 0,6-6-34 15,-3 1-20-15,-1 0-9 0,1 1-19 0,0 5-9 16,-3-2-12-16,2-2-8 0,0 0-30 0,0-1-37 15,-1 0-52-15,4 0-72 0,-2-1-78 0,-3-1-117 16,3 1-314-16,-1-1 139 0</inkml:trace>
  <inkml:trace contextRef="#ctx0" brushRef="#br0" timeOffset="17698.4">21627 14221 44 0,'-9'-2'83'0,"9"2"-11"0,0 0 5 0,-8-1-13 15,8 1-10-15,0 0 12 0,0 0-14 0,0 0 3 16,-9-2-3-16,9 2 3 0,0 0-16 0,0 0-1 16,0 0-12-16,0 0 13 0,0 0-9 15,0 0-4-15,0 0 3 0,0 0-3 0,0 0-3 16,0 0-4-16,0 0 4 0,0 0 20 0,0 0-10 0,40 0-17 16,-29 0 3-16,2 1 7 0,5-1-4 0,0-1-3 15,3 0 4-15,0 1-8 0,6-1 0 0,1 3 4 16,3-2-1-16,-1 2 5 0,1-1-19 0,6 1 15 15,0-1-2-15,14 1-1 0,-11-2-8 0,14 1 9 16,1-1-3-16,0-1 1 0,2 0 1 0,-1 3 0 16,2-2-3-16,-2-1 4 0,3 2-8 0,-2-1 1 15,1 0-1-15,2-2-7 0,1-2 3 0,1 4 5 16,-1-1-2-16,2 1 1 0,3-1 4 16,0-4 1-16,28 2 2 0,-5-1-1 0,-26 3 5 15,29-2 6-15,-27-2-4 0,37 1 1 0,-8 0-3 0,-2-1-2 16,0 1 1-16,4-2 0 0,-1 0 1 0,0 1 0 15,3-3-3-15,-7 4-2 0,-25 2 1 0,34-6 4 16,0 2-1-16,-4 0 0 0,4-1-1 0,-4 1 3 16,3 2 2-16,-4-3-2 0,-3 4-3 15,-26 0 2-15,35-4 6 0,-1 1-3 0,-3 1-1 0,5 0 1 16,-5-1-7-16,7 0 2 0,-5 1 4 0,1 0-9 16,5 0 2-16,-3-3 2 0,-1 5 4 0,5-1-2 15,-1 1-5-15,1-1-4 0,4 0 1 0,-9 3 4 16,3 0-2-16,-4-2 0 0,-1-1-2 0,-2 0-2 15,1 2 0-15,0-6-2 0,-2 3 1 0,1 0-2 16,-3-2-3-16,0-2 2 0,-4 5 1 0,2-3-1 16,-4-1-4-16,-23 1 5 0,27-1-2 0,-27 0 0 15,0 2 4-15,29 0 1 0,-33 4 0 0,0-2 5 16,1 0 3-16,-5 0-1 0,-1 1 1 0,-6 1-3 16,-9 0 2-16,-4 0-1 0,-1 1-1 0,-5-1-4 15,-3 3 0-15,-9 1-1 0,-5-3-3 0,-3 0 2 16,0 1-4-16,-3-1 2 0,-8 1 0 0,10-2-4 15,-10 2-3-15,0 0-11 0,0 0-13 0,0 0-22 16,0 0-28-16,0 0-27 0,0 0-30 0,-48 7-59 16,19-3-148-16,-7 2-366 0,0-3 163 0</inkml:trace>
  <inkml:trace contextRef="#ctx0" brushRef="#br0" timeOffset="18392.23">24046 14251 94 0,'0'0'135'0,"5"-4"-7"15,-5 4-5-15,0 0-12 0,11 13-7 0,-6-3-5 16,0 8 8-16,0 7-4 0,-1 1-9 15,-3 5-7-15,-1 3-8 0,1 1 2 0,-2 12-3 16,0-10-4-16,-2 8-3 0,-1-11-6 0,2-2-4 16,-1 0-1-16,4-3-4 0,-2 1-5 0,4-3-5 15,-2-7-2-15,1 0-4 0,0 0-1 0,-1-3-5 16,0-1-4-16,2 2 2 0,-1-8-7 0,0 2 3 0,-1-3-7 16,0-2 2-16,2-1-5 0,-2 2 4 15,-1-8 4-15,2 5 7 0,-2-5 7 0,2 6 8 16,-2-6 2-16,0 0 1 0,0 0-7 0,0 0-1 0,18-10-4 15,-8 2-2-15,4-6-2 0,2-1-4 16,3-5-1-16,2 0 1 0,-1-1-6 0,1-1-3 16,1-1-7-16,-1 3-1 0,0 4-3 0,-2-3-1 15,-5 8 0-15,4-1 2 0,-7 0-5 0,-1 6 2 16,0-1-8-16,-3 3-17 0,-3 0-28 0,2 0-25 16,-6 4-28-16,6-4-21 0,-6 4-12 0,0 0-24 0,0 0-24 15,0 0-25-15,0 0-119 0,-16 27-348 16,8-18 155-16</inkml:trace>
  <inkml:trace contextRef="#ctx0" brushRef="#br0" timeOffset="18559.57">24015 14814 39 0,'-30'-7'205'0,"-4"2"-13"0,4-1-6 0,-1 1-6 15,3-3-4-15,5 4-10 0,3-3-12 0,2 3-18 16,0-2-9-16,6 2-15 0,2 1-10 0,0 1-20 15,5-1-29-15,-2 2-38 0,7 1-49 0,0 0-45 16,-11-5-60-16,11 5-141 0,0 0-301 0,0 0 134 16</inkml:trace>
  <inkml:trace contextRef="#ctx0" brushRef="#br0" timeOffset="19036.68">23066 15199 147 0,'0'-10'189'0,"1"3"-3"0,0-2-14 16,-1 9-13-16,2-8-18 0,-2 8-20 0,1-8-8 15,-1 8-15-15,0 0-7 0,0 0-6 0,0 0 3 16,8 23 3-16,-7-6-4 0,-1 1-8 0,-1 11-5 16,0-1 0-16,-2 0-11 0,0 1-5 0,1 1 0 15,-1 0-5-15,-3-4-6 0,4 2-2 0,1-8 18 16,1 0-4-16,1 4-6 0,-1-6-4 0,2 0-7 16,-1 0 0-16,2 0-9 0,0-4 2 0,-1 0-8 15,2 0-10-15,-2-1-34 0,0-2-30 0,-2 2-39 16,-3 2-58-16,0-3-57 0,-2 5-173 0,-1-7-406 15,-7 3 180-15</inkml:trace>
  <inkml:trace contextRef="#ctx0" brushRef="#br0" timeOffset="19219.49">23010 15429 16 0,'20'-9'174'0,"4"-3"-10"16,0 0-18-16,-4 7-15 0,-1-1-11 0,0 2-17 16,-5 3-17-16,0 2-37 0,-1 1-51 0,-3 5-45 15,-2-1-40-15,-3 6-56 0,-4 1-154 0,-2 3 69 16</inkml:trace>
  <inkml:trace contextRef="#ctx0" brushRef="#br0" timeOffset="19520.59">23141 15751 196 0,'19'-7'201'0,"-9"1"-13"0,2 0-7 0,1-4-10 15,2-1-14-15,1 1-12 0,0-3-11 16,5-5-12-16,3 2-10 0,-2-1-13 0,-1 3-9 0,-5 2-9 16,-3-1-9-16,1 0-5 0,-4-2-8 0,-1 2-6 15,-4 0-5-15,0 3-1 0,-2 2-8 16,-2 0-3-16,0 1-6 0,-1 7 1 0,-6-12-5 15,2 7 2-15,-4 2-4 0,8 3-1 0,-14-2 1 16,4 2 0-16,-3 4-3 0,2 1 1 0,-3 5-1 16,1 0-3-16,1 5 1 0,2 1-4 0,2-1 2 0,-1 3-6 15,6-2 1-15,1 1 0 0,4 0 1 0,-1-1-2 16,3-2 0-16,3 0-9 0,2 1-24 16,-1-4-25-16,5 0-21 0,-2-1-38 0,5-1-38 15,-1-1-32-15,-2-1-34 0,0-3-114 0,-1-1-350 16,1 1 155-16</inkml:trace>
  <inkml:trace contextRef="#ctx0" brushRef="#br0" timeOffset="20058.29">23628 15629 78 0,'7'12'198'15,"-7"-12"-11"-15,0 13-19 0,0-6-5 0,0 0-7 16,1 4-13-16,-2-2-6 0,1-9-13 0,1 14-11 15,-1-10-6-15,4 2-16 0,-4-6-4 0,0 9-4 16,0-9 5-16,2 7 3 0,-2-7 11 16,0 0 10-16,0 7 9 0,0-7 13 0,0 0-10 0,0 0-10 15,0 0-13-15,0 0-11 0,0 0-8 0,0 0-2 16,-10-27-15-16,9 17-11 0,0 0 0 0,2-2-7 16,-2-1-3-16,1-3-6 0,2-2-6 0,2 0-2 15,0 0-9-15,2 2 0 0,-1 0-5 0,3 0-1 16,2 5-7-16,-1 2-2 0,1 2-1 0,-2 1 0 15,3 2-4-15,0 1 4 0,1 5-6 0,0 0 1 16,1 4-1-16,2 0 1 0,1 4 1 0,-3 0-1 16,-1 3 5-16,1 2-7 0,-2-4 4 15,0 3-1-15,-4-3-11 0,3 2 10 0,-3-1 0 0,-1-3-3 16,-1-1 0-16,2-1 5 0,-4-2-3 0,0 0 0 16,-3-5 1-16,4 8 5 0,-4-8 2 0,2 4-1 15,-2-4-1-15,0 0 3 0,0 0-2 16,0 0 1-16,0 0 0 0,0 0-4 0,0 0 0 15,-2-22 1-15,3 12-6 0,0 0 2 0,3-2-2 0,0 1-2 16,5-7-3-16,-1 4-1 0,-1-3-6 0,5 3 1 16,1 0 2-16,0 1 3 0,-1 3-11 15,0 4 10-15,-3-1 0 0,6 4 1 0,-5 1 0 16,3 2-4-16,-1 2-1 0,-2 5 5 0,0-4 0 16,0 7-2-16,2 0 3 0,-1 3 3 0,-4 0 0 15,0 0-1-15,-2 2 0 0,3 0-1 0,-4 2 2 16,0-1-2-16,0-2-21 0,-2-1-27 0,-1-3-16 0,1 3-22 15,-2-2-41-15,1 2-55 0,0-5-42 0,1 3-201 16,-2-11-466-16,-2 11 206 0</inkml:trace>
  <inkml:trace contextRef="#ctx0" brushRef="#br0" timeOffset="20323.43">24307 15362 67 0,'0'-17'250'0,"1"1"-5"0,0 3-2 16,-1 4-1-16,0 0-21 0,0 9-21 0,2-11-22 16,-2 11-16-16,6-2-19 0,-6 2-11 0,0 0 2 15,14 24-9-15,-5 0-6 0,-3 1-5 0,1 6-5 16,-2 0-9-16,0 2-4 0,-4 0-3 0,1 2-13 16,0-1-8-16,-2 0-7 0,0-3-13 0,2 2-1 15,-2-6-2-15,0 1-5 0,0-1-4 0,1-2 4 16,0-4-12-16,-2-2-5 0,1-1-25 0,0-2-19 15,1 0-29-15,1-4-27 0,-5-1-28 0,3 1-37 16,-1-2-42-16,2-2-31 0,-1-8-41 0,-1 12-168 16,1-12-453-16,-2 6 202 0</inkml:trace>
  <inkml:trace contextRef="#ctx0" brushRef="#br0" timeOffset="20544.22">24445 15524 58 0,'17'-6'178'16,"2"4"-6"-16,0 1-6 0,-3 1-14 0,2 2-10 15,-6 1-11-15,-1 2-14 0,2 1-9 0,-5 3-5 16,-2 0-13-16,-2 1-10 0,3 1-10 0,-5-2-4 16,-4 2-4-16,-6 4-6 0,4-5-5 15,-9 2-6-15,2 0-6 0,0-3-7 0,-3 2-17 16,-2-2-23-16,-1-1-20 0,0 0-36 0,5-4-34 0,-2 1-40 15,2-3-129-15,-6 0-288 0,7 0 128 0</inkml:trace>
  <inkml:trace contextRef="#ctx0" brushRef="#br0" timeOffset="21064.15">24539 15715 66 0,'13'-6'198'0,"1"3"-6"0,-1 1-24 15,1-4-13-15,1-3-13 0,3 3-10 16,-2-2-13-16,0-1-10 0,2 1-11 0,-1 1-6 16,-3-3-11-16,1 3-6 0,-5-1-5 0,1 0-5 15,0 1-3-15,-2-3-10 0,-2 1 0 0,0-1-6 16,-2-2-6-16,-1 2-3 0,0 1 4 0,-4-2-5 16,0 2 1-16,-3-1-9 0,1 0 0 0,-2 1-3 15,0 0-2-15,0 2 6 0,1 2 1 0,3 5-4 16,-7-8 1-16,7 8-1 0,-9-3-12 0,9 3 2 15,-14 2-2-15,5 2 1 0,1 3-6 0,1 0 2 16,-2 2-4-16,0 1 3 0,2 2-2 0,-1 3-1 16,0 1-4-16,3-5 1 0,2 5 1 0,3-1 1 15,0-1-2-15,2-2 4 0,2 0-5 0,-1 0 1 16,2-2 2-16,3-3 0 0,1 2 2 0,-1-3 1 16,2 2-1-16,1-6 1 0,0 4-1 0,1-4-2 15,1 2 3-15,-3-3 2 0,4-2-4 0,-2 1 0 16,1-1-2-16,-3-3 3 0,0-1 0 0,2 1 0 15,-1-3-1-15,-3 0-1 0,1 1 0 0,-1-2 5 16,-1-1-11-16,3-4 5 0,0 4-4 0,-3-3-1 16,3 0 7-16,3-3-7 0,-3 6-1 0,3-4 1 15,-3 8-1-15,-2-2-1 0,0-1 0 0,-1 4-2 16,-1-1-3-16,0 3 4 0,-6 2 2 16,11-2-3-16,-11 2 4 0,13 4-1 0,-7-1 9 0,-2 6-8 15,0-3 4-15,1 2 0 0,-3 4-2 0,-1-3 1 16,-1 2 1-16,1 1-3 0,-2 3 3 0,0-5-24 15,-1 1-24-15,0-1-35 0,-1 1-34 16,2-1-54-16,-1-3-46 0,1 0-136 0,1-7-376 16,0 9 166-16</inkml:trace>
  <inkml:trace contextRef="#ctx0" brushRef="#br0" timeOffset="21438.77">25224 15518 59 0,'-2'-13'256'16,"2"13"-20"-16,-3-10-18 0,3 10-15 0,-9-4-20 16,9 4-13-16,-14 4-17 0,5 0-12 0,1 5-14 15,-1 1-5-15,-3 2-14 0,4-2-11 0,0 5-9 16,0 0-6-16,3-5-11 0,-1 4-6 0,5-3-3 16,-1 2-7-16,2-4-11 0,1 1 0 0,0-2-6 15,2-2-3-15,1 0-2 0,1-1-1 0,1-1-5 16,4 0 0-16,-3-4-3 0,1 2 0 0,-8-2-5 15,18-4 3-15,-6-1-4 0,-2-1-5 0,0 2-2 16,-1-4 3-16,0-1-1 0,2 0-6 0,-4 0-6 16,4-4 4-16,-5 4-2 0,3 1 3 0,0-5-3 15,-2 5-1-15,-3 0-1 0,3 2 1 0,-4 1 1 16,1 0 0-16,-4 5-3 0,4-6-4 0,-4 6-1 16,0 0 3-16,0 0 3 0,0 0 1 0,0 0 1 15,-1 22 1-15,-2-12-3 0,-1 0 5 0,2-1-3 16,-1 2 5-16,0 2-8 0,-1-2-9 0,2 0-34 15,-1 2-40-15,1-2-22 0,1 1-18 0,4 1-35 16,4-1-57-16,-2 1-161 0,2-3-406 0,-1-1 180 16</inkml:trace>
  <inkml:trace contextRef="#ctx0" brushRef="#br0" timeOffset="21698.52">25495 15294 17 0,'0'-13'287'0,"-1"4"-15"0,0-1-17 15,1 10-26-15,-2-12-21 0,2 12-24 0,0 0-13 16,0 0-14-16,0 0-2 0,0 0-14 0,4 33-2 16,-1-7-9-16,1 2-4 0,-4 0-15 0,2 0-6 0,-4 1-11 15,4-2-9-15,-2 0-7 0,2 0-5 0,-1 0-11 16,0-2-6-16,-1-1-2 0,2 2-12 15,-5-9 4-15,6 0-26 0,-3 0-31 0,-2-1-26 16,2-4-33-16,0-2-40 0,-1 1-52 0,1-3-55 16,-1 1-232-16,1-9-485 0,0 0 214 0</inkml:trace>
  <inkml:trace contextRef="#ctx0" brushRef="#br0" timeOffset="22559.7">25419 15524 124 0,'7'-6'177'0,"-7"6"-6"0,9-6-15 16,4 2-10-16,7 1-13 0,1 0-6 0,8-1-16 15,-2 2-5-15,7 0-15 0,-3 1-5 0,1-2-8 16,1-1-16-16,-3 3-2 0,-3-1-2 0,-8-1-8 16,2 3-2-16,-11-1-9 0,2 1-5 0,-3 1-2 15,-2-1-4-15,-7 0-3 0,10 1-2 0,-10-1-3 16,10 5 10-16,-8-2 15 0,-2-3 15 0,1 10 3 15,-2 0-5-15,1 1 1 0,-2 0 1 0,-2-2-5 16,-1 3 3-16,3-3-9 0,1 3-4 0,-1-2 0 16,2 0-9-16,-2 2-1 0,4-4-4 15,-2 1-2-15,3 0-5 0,2 0 5 0,-1-2-8 0,1 0 1 16,1-4-3-16,0 1 7 0,1 1-7 16,2-1 5-16,1-2-9 0,-2-1 3 0,-8-1-5 0,14 0 0 15,-14 0-1-15,11-3 0 0,-5-1-4 0,2 0 2 16,-1-4-2-16,-1 2 0 0,-1-3 0 0,3-1 0 15,-6-1-2-15,4 0 0 0,0-2-1 16,-2-2-6-16,1-1 0 0,-1 5-1 0,-2-1-2 16,4 2 4-16,-4-2 0 0,0 5 1 0,2 1-1 0,-4 0 3 15,0 6-10-15,5-8 3 0,-5 8-2 16,0 0 0-16,0 0-3 0,0 0 6 0,0 0 5 0,8 16 1 16,-6-7 4-16,-2 2 5 0,1 0-5 0,1 2 5 15,-2-2 2-15,0 2-1 0,2-2 1 16,3 0 0-16,-3 1 2 0,5-1 5 0,-3 0-7 15,3-2 5-15,-1 2-1 0,2-5-2 0,-2 1 3 16,1-1-4-16,-1-1-1 0,2-1 3 0,3 0-6 16,-3-4 10-16,4 1-8 0,-1-2-1 0,-2 1-1 15,-1-3 0-15,-8 3-3 0,12-7 2 0,-5 0-5 16,-1 2 3-16,4-5-2 0,-6 2-1 0,3-1 0 16,-3-3-1-16,1-2-1 0,-3 2-1 0,3-5-7 15,0 0-9-15,1 2-2 0,-2-1 0 0,3 1 4 16,-2 1-5-16,2 3 2 0,-1 5 4 0,-5 0-7 15,-1 6 5-15,12-11-1 0,-7 9-1 0,2 2 3 16,-7 0-1-16,0 0 2 0,18 6-1 0,-14 2 2 16,3 1 2-16,-4 0-2 0,3 2 4 15,-4 1-1-15,1 4 1 0,-3-4 2 0,2 0 2 0,-2 0-4 16,4 0 2-16,-4 1 1 0,4-2 2 0,-3 0 4 16,4-1 2-16,1 0 6 0,-1-2 9 0,5 0 7 15,0-2-6-15,1-2 1 0,6 0-5 0,2-4 1 16,1 2 1-16,0-4-1 0,0-2 0 0,3 0-6 15,-5-1 2-15,2 2-4 0,1-4 2 0,-4-1-3 16,-7 0 0-16,5-2-1 0,-1 0 0 0,-3-3-5 16,0 0-8-16,-7 3-6 0,2-6-4 0,-2 0 5 15,0 0 0-15,-4 6 0 0,2-4 1 0,-4 2 2 16,2 2-3-16,-4-1 1 0,0 3-2 0,0-1 6 16,-2 5-2-16,-3 2-3 0,9 2 3 0,-20 0-4 15,7 4 1-15,1 2 3 0,1 1-1 0,2 1 0 16,-5 6 2-16,7-5 0 0,-1 5-10 15,3-3-19-15,1 2-31 0,2-2-22 0,2 0-58 0,2 1-58 16,3 0-246-16,-3-5-487 0,6 0 216 0</inkml:trace>
  <inkml:trace contextRef="#ctx0" brushRef="#br0" timeOffset="23340.64">27451 15434 233 0,'-11'-5'224'0,"-5"-2"-3"16,3 3-14-16,-7 1-8 0,4 0-16 0,0 4-14 15,-3 1-20-15,3 4-9 0,-2 2-10 0,2 2-14 16,1 2-5-16,3 3-11 0,-1-2-11 0,1 1-6 16,1 0-10-16,4 3-6 0,1-1-5 0,4-4-5 15,0-3-7-15,4 2-3 0,0 0-4 0,2-1-3 16,3 2-7-16,1-4-1 0,4 0-6 0,-1 1 3 15,2-4-5-15,1-3 3 0,3 1-6 0,2-4 0 16,1-1-6-16,-2-1 3 0,1-2-3 0,-2-1-2 16,1-2 1-16,-2-2 2 0,-1-2-6 0,-3-1 1 15,-1-4 1-15,0 2-6 0,-4-4 0 0,-2-7-3 16,1 2 1-16,-5-4-1 0,0-1 1 0,0 1-1 16,-4 0-4-16,3-3 0 0,-1 1 5 0,-4 1-3 15,0 0-3-15,3 1 4 0,1 3-2 0,-3 7-1 16,0-2 2-16,2 2-4 0,0 7 6 0,1 0-2 15,-1 3-1-15,0 3-2 0,2 5 0 0,0 0 0 16,0 0 1-16,0 0-2 0,0 0 4 0,-6 25-2 16,6-6 2-16,-4 10-2 0,2-1 4 15,-2 3 3-15,2 6 4 0,2-5 2 0,-1-1-3 0,4 0 2 16,1-3-3-16,2 0 1 0,0-9 0 0,1 6 1 16,2-8-3-16,0-1 3 0,2 1-2 0,2-3 3 15,1-1-1-15,1-1 1 0,-1-3-2 0,-1-3 5 16,6 1-4-16,0-2-3 0,2-4 0 15,-3-1 2-15,4-3-6 0,-2 2 4 0,-1-3-3 0,-2-2 5 16,0-2-5-16,0-1 1 0,-3-3-8 0,-1-1-2 16,1-1-8-16,-4-1 1 0,-2 0-1 0,0-2-6 15,-3 2 1-15,0-2 0 0,-3 4 0 0,-4 1 6 16,2 12-6-16,-5-20 6 0,0 8-3 16,-2 5 6-16,1 2-2 0,-3 5 3 0,-5 0-2 15,1 3 3-15,-3 4-1 0,3 3 2 0,-3-1-2 16,3 5 2-16,2-2 1 0,1 2 0 0,3 0-3 15,3-1 7-15,0 1-5 0,2-1 4 0,4 1 1 16,2 0 0-16,3-1-6 0,1-2-17 0,4 0-26 16,-1 0-26-16,1-3-46 0,5-2-57 0,2 0-46 15,-4-2-179-15,-1-1-438 0,5-2 193 0</inkml:trace>
  <inkml:trace contextRef="#ctx0" brushRef="#br0" timeOffset="23603.57">28102 15193 188 0,'3'-7'230'0,"-3"7"-23"0,1-6-19 0,-1 6-16 16,0 0 9-16,0 0 3 0,0 0-1 0,-5 29-12 16,2-11-7-16,-1 7-5 0,1 2-7 0,1 1-4 15,0 0-7-15,-2 2-13 0,2-2-13 0,2-1-8 16,0 2-9-16,0-1-10 0,0-2-12 0,2 0-3 15,-2-7-7-15,0 6-5 0,0-6-8 0,0 0-3 16,0 0-6-16,4-2-11 0,-3-5-15 0,-2 4-29 16,1-3-29-16,-2 0-30 0,0-3-33 0,-2 1-33 15,-1-2-37-15,0 0-44 0,-4-1-54 16,4 0-139-16,-3-4-444 0,8-4 197 0</inkml:trace>
  <inkml:trace contextRef="#ctx0" brushRef="#br0" timeOffset="24053.62">28118 15393 4 0,'11'-4'209'0,"3"-2"-15"0,-2 6-5 0,0-3-15 16,0 3-15-16,-3 1-10 0,5 4-14 0,-8-2-12 16,1 2-13-16,0 0-8 0,-2 4-10 15,-2-2-12-15,-2 4-4 0,-2 0-8 0,-5 0-1 16,1 0-11-16,-4 2-6 0,-3 0-12 0,2-2-11 15,0-2-10-15,1-1-14 0,-1 0-14 0,1 0-3 0,2-2-2 16,1-1-7-16,1-1 0 0,5-4 6 0,-9 5-1 16,5-2 0-16,4-3 7 0,0 0-3 15,-5 3 5-15,5-3-4 0,0 0 6 0,0 0 2 16,0 0 3-16,0 0 4 0,25-2 4 0,-14 1-7 16,0-3 10-16,3 0 4 0,2 1-1 0,1-1 2 15,4-2-2-15,-1 0 2 0,7-2 0 0,0 2-5 16,0-3 4-16,-2 2 2 0,-10 0 1 0,3 0-2 15,-3-4 2-15,0 4-5 0,-1-3 3 0,-1 0-1 16,-4 1 1-16,-3-1-5 0,2-1 9 0,-2 0 3 16,-3 2 1-16,-1-3-2 0,-2 1 0 0,0 2 2 15,0 0 6-15,0 9-1 0,-1-11-7 0,1 11 1 16,0 0-1-16,-13 2 6 0,13-2 4 0,-14 13 13 16,6-3 3-16,-6 1-3 0,4 3-6 0,-1 0-3 15,2 1-1-15,-2-2-4 0,5 2 1 0,-1 0-4 16,0-1-9-16,5-3-23 0,-1 0-39 0,3 1-41 15,0-2-31-15,1 0-73 0,2-1-202 0,-2-1-424 16,3-3 188-16</inkml:trace>
  <inkml:trace contextRef="#ctx0" brushRef="#br0" timeOffset="24416.35">28644 15401 81 0,'0'0'206'16,"4"10"5"-16,-3 0-8 0,-1-2-9 0,0 3-8 16,-2 0-12-16,2 0-10 0,-2-1-13 0,2 3 0 15,-1-2-2-15,-1 0-9 0,2-1-15 0,0-1-12 16,-2 1-13-16,2-10-7 0,0 12-13 0,0-12-1 16,0 6-5-16,0-6 2 0,0 0 9 15,0 0 8-15,-1 9-2 0,1-9-8 0,0 0-9 0,0 0-7 16,0 0-10-16,0 0-4 0,0 0 1 0,1-27-12 15,1 18-7-15,3-1 0 0,0-2-6 16,4-5-8-16,2 1-11 0,3-5-2 0,3 0 3 0,-1 2-2 16,-4 7-7-16,0 0 3 0,-4 6 7 15,0-3-10-15,-1 4-3 0,-7 5-3 0,10-6 2 16,-10 6 3-16,12 0 0 0,-12 0-1 0,11 7-2 16,-11-7 4-16,8 9 0 0,-5-3 2 0,4 3-4 15,-5 0 4-15,1-1-5 0,2 1-33 0,-3 2-36 16,-2-1-45-16,2 0-39 0,0 0-63 0,0-1-55 15,1 2-190-15,2-4-500 0,1 1 221 0</inkml:trace>
  <inkml:trace contextRef="#ctx0" brushRef="#br0" timeOffset="25241.95">29068 15328 167 0,'-4'-4'212'0,"-6"-2"-20"16,0 1-20-16,0 1-8 0,-4 4-8 16,-4 0-13-16,1 6-9 0,-2 1-10 0,0 1-7 0,0 2-15 15,5 2 0-15,-3 2-12 0,4-1-5 16,3 2-10-16,3 0-1 0,2-3-5 0,3 0-5 0,1-1-8 15,0 0-2-15,5 1-1 0,1 0-3 0,2-3-6 16,2-1-1-16,1-1-6 0,3-1-2 16,2 1-2-16,3-5-1 0,-5 1-8 0,1 0 2 15,0-3-2-15,-1-3-1 0,2 0-3 0,1-4-2 16,0 1-3-16,-4-4 0 0,3 0-2 0,-5-3 0 16,-1 0 0-16,1-2-3 0,-3-3 0 0,1-6-4 15,-3 1 5-15,0-3-5 0,-3 7 3 0,2-8-2 16,-1 0-1-16,-3 1 0 0,0-1 0 0,0 2 0 15,0-1 0-15,0 7-2 0,1-1 2 0,0 2 1 16,-1 4 6-16,0 2 14 0,0 3 6 0,0 1 4 16,0 8-8-16,2-10-4 0,-2 10-4 0,0-9-6 15,0 9-3-15,0 0 0 0,0 0 0 0,0 0-4 16,3 23-2-16,0-6 1 0,-2-1 1 0,2 3 2 16,-1 9-3-16,0-3 1 0,1 3-6 0,0-8 5 15,0 4-1-15,0 3 2 0,4-2 5 0,-1 0-6 16,-1-9 2-16,3 4-1 0,0-7-1 0,1 3 2 15,1-2 0-15,0-2-5 0,0-2 2 0,2-2-2 16,1 0 1-16,-2-4 3 0,3 2 2 0,-1-3-6 16,1-1 0-16,3-2 5 0,0 0-1 0,-1-2-2 15,2-3 1-15,-5 1-3 0,3-6 2 0,-2 4 0 16,0-7-5-16,-2 2 5 0,-3 3-5 0,1-8-5 16,-2-2-1-16,-5 3 2 0,1 4-7 0,-2-6 7 15,-1 5-4-15,-2 3 3 0,-3-2-4 0,-1 2 3 16,-2 1-4-16,-1 2 2 0,-3 1 1 0,1 4-1 15,-3 1 0-15,1 2-4 0,1 3 3 0,-3 4-1 16,1 4 1-16,0 2 2 0,6-2 5 0,-2 1-2 16,4 2 7-16,1 0-6 0,-1-1-3 15,5-1-7-15,1 0-25 0,4 1-25 0,-1-2-37 0,2 1-29 16,1-5-48-16,0 1-41 0,1 0-36 0,0-3-139 16,-2-1-422-16,2 0 186 0</inkml:trace>
  <inkml:trace contextRef="#ctx0" brushRef="#br0" timeOffset="25702.62">29626 15307 161 0,'0'0'213'0,"2"-9"-9"0,-2 9-12 0,0 0-22 16,0 0-12-16,0 0-12 0,4-2-16 0,-4 2-18 16,0 0-11-16,0 0-13 0,0 0 0 0,0 0-5 15,0 0-1-15,4 19-6 0,-3-12-5 0,0 2-4 16,-1-1-6-16,2 2-3 0,-2 0-1 0,3 1-2 16,-3-5-4-16,2 1-5 0,-1 1-2 0,-1-8-7 15,3 11 0-15,-2-6-5 0,-1-5 3 0,1 6 6 16,-1-6 8-16,1 8 11 0,-1-8 12 0,0 0-3 15,0 0-5-15,0 0-6 0,0 0-7 0,0 0 0 16,0 0-5-16,0 0-5 0,0 0-10 0,0 0 2 16,6-32-7-16,-4 22-2 0,6-7 5 0,1 5-9 15,1-3-5-15,0 1-3 0,3 1-2 0,0 1 1 16,1 1-2-16,-4 3-3 0,-1 3-5 0,0 0 5 16,-2 3-8-16,1-1 5 0,0 2-2 0,-8 1-2 15,13 4 10-15,-7 0-11 0,0 3 0 0,1 2 7 16,-3 5-9-16,-4 3 2 0,2-2 3 0,-2-1-1 15,-1 2-1-15,0 0 2 0,-2 1-4 0,1-4-29 16,0 1-34-16,1-1-32 0,-2-3-31 0,3 1-40 16,0 0-58-16,-1-4-235 0,1-7-501 0,0 0 221 15</inkml:trace>
  <inkml:trace contextRef="#ctx0" brushRef="#br0" timeOffset="25936.57">29962 15067 22 0,'1'-5'237'0,"-1"5"-28"15,3-6-17-15,-3 6 1 0,0 0 1 0,0 0-5 16,6 21-1-16,-6-5-10 0,0 2-10 0,0 0-10 16,1 9-18-16,-2-7-9 0,2-1-10 0,-2 7-12 15,2 0-10-15,-2 3-8 0,4-3-9 16,-2-7-10-16,1 7-8 0,0-8-17 0,1 0-38 15,-1-2-30-15,-2 0-38 0,1-6-51 0,-1 0-71 16,1-1-55-16,-2 1-145 0,0-3-413 0,1-7 182 16</inkml:trace>
  <inkml:trace contextRef="#ctx0" brushRef="#br0" timeOffset="26073.48">29973 15281 110 0,'18'-5'129'0,"4"1"-16"0,6 1-48 0,3-1-65 16,-3 1-70-16,0-5-76 0,3 4 35 0</inkml:trace>
  <inkml:trace contextRef="#ctx0" brushRef="#br0" timeOffset="26197.71">30482 15276 47 0,'0'0'144'0,"0"0"-9"0,0 0-19 0,0 0-29 16,0 0-39-16,0 0-32 0,0 0-49 0,-14 15-61 16,14-15-101-16,-13 3 45 0</inkml:trace>
  <inkml:trace contextRef="#ctx0" brushRef="#br0" timeOffset="-205707.28">11298 12086 13 0,'-14'2'57'0,"14"-2"1"15,-15 0 2-15,6 0-4 0,0 0-7 0,-1 1-2 16,1-1-7-16,-3 0 4 0,2 0-4 0,0 0-6 16,-1 0 6-16,11 0-2 0,-20-1-1 0,11 1 0 15,9 0 11-15,-12 1-5 0,5-1 1 0,7 0 0 16,-13-1-15-16,13 1 2 0,-9 0 0 0,9 0-5 16,0 0-1-16,-12 0 5 0,12 0-2 0,0 0-7 15,0 0 2-15,-11 0-6 0,11 0-4 0,0 0-5 16,0 0 7-16,0 0-9 0,0 0 11 0,0 0-4 15,0 0-7-15,23 13 0 0,-5-10-6 0,2 0 17 16,9-3-8-16,0 3 4 0,8-2 8 0,4 0-6 16,9-1-2-16,2 0 3 0,4-1 4 0,1 0-3 0,3-2 3 15,3-1-1-15,26-1 3 0,-1-4-1 16,2 2-2-16,3-2-2 0,5-2-5 0,-3 1-2 16,1-2 5-16,4-1 5 0,-1-1-7 0,8 0 7 15,2-4-3-15,6 1 2 0,-3-1-1 0,2-1-3 0,-3 0-5 16,1-5 1-16,-4 2 9 0,2-5-1 15,-5 3-2-15,-2 1 0 0,-3 3-3 0,-1-3 12 0,-8 1-15 16,-5-2-3-16,-23 8 1 0,-2 1-4 0,-4 3 4 16,1-1-1-16,-6 0 1 0,-3 2 2 0,-14 3-4 15,-2 2-3-15,-5 1 2 0,-8 1 8 16,0 2-9-16,-7 0-4 0,-1 2-4 0,-3-1 3 16,-3 0-13-16,2 0-5 0,-8 1-7 0,10-2-12 0,-10 2-12 15,0 0-4-15,0 0-13 0,5 5-14 0,-5-5 0 16,0 0-23-16,-16 21-2 0,0-8-96 15,1 0-216-15,-7 1 95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18:57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21996 13602 7 0,'0'0'14'0,"0"0"-4"0,0 0-2 16,0 0-2-16,0 0 5 0,0 0-9 0,0 0 2 16,0 0-9-16,0 0-5 0,0 0-11 0,0 0 6 15</inkml:trace>
  <inkml:trace contextRef="#ctx0" brushRef="#br0" timeOffset="14295.74">14806 13559 133 0,'-14'0'165'0,"6"-1"-4"16,8 1 2-16,-11-1-6 0,11 1-7 0,-14-2-18 15,14 2-9-15,-9-1-9 0,9 1-2 0,-9 0-2 16,9 0-3-16,0 0-9 0,0 0-5 0,-11-2-7 15,11 2-6-15,0 0-7 0,0 0-5 0,0 0-4 16,0 0 1-16,0 0-8 0,0 0-6 0,0 0-3 16,29-8-3-16,-7 1-7 0,-1 3-1 0,7-5-5 15,-2 3-5-15,3 0-18 0,-7 2-17 0,5-3-23 16,-8 4-32-16,-1-1-23 0,-3 1-48 0,-2 2-39 16,0 0-30-16,-3 1-114 0,-10 0-344 0,0 0 153 15</inkml:trace>
  <inkml:trace contextRef="#ctx0" brushRef="#br0" timeOffset="14694.76">14907 13493 98 0,'0'0'135'0,"0"0"-8"0,0 0 9 16,-8 2 4-16,8-2 1 0,-1 13 3 0,0-4-5 15,2 4 4-15,0 4-5 0,-1 8-4 16,2 1 5-16,-2 1-11 0,0 5-8 0,5-5-10 15,-3 0 4-15,0 3-17 0,0-3-2 0,-2 0-2 0,2-1-6 16,-2-7-7-16,0 0-10 0,0-1-4 0,0-1-8 16,0 0-6-16,0-5-4 0,2-1-3 0,-4 1-6 15,4-3-2-15,-4 1-4 0,2-10-3 0,0 12-4 16,0-12 1-16,0 10-2 0,0-5-2 0,0-5-1 16,0 0-2-16,-4 10-3 0,4-10 2 0,-7 3-6 15,7-3 6-15,-9 0-7 0,9 0 1 0,-12-1-2 16,12 1-3-16,-12-6 7 0,3 3-13 0,3 0 4 15,-2 1 1-15,8 2 0 0,-11-5 6 0,7 2-9 16,4 3-1-16,-12-3-2 0,12 3 6 0,-5-4 11 16,5 4-12-16,0 0 3 0,-8-3-1 15,8 3-2-15,0 0-3 0,0 0-2 0,0 0 3 0,0 0-5 16,0 0-2-16,0 0-1 0,29-5-6 0,-16 4-17 16,3-2-25-16,3 2-25 0,2-1-29 0,0 0-38 15,0-2-40-15,6 0-31 0,-6 2-25 0,0 0-148 16,-3 0-421-16,1-1 186 0</inkml:trace>
  <inkml:trace contextRef="#ctx0" brushRef="#br0" timeOffset="14911.29">15280 13836 5 0,'0'0'139'0,"-1"-17"12"0,1 17 3 0,0 0-4 0,0 0 8 16,-9-8-3-16,9 8-3 0,0 0-2 15,-19 2-4-15,19-2-3 0,-14 9 4 0,5-1-1 16,0 2-2-16,1 0-4 0,-3 6-10 0,-3-1-8 15,6 2-2-15,-3 4-14 0,3-6-6 0,4 4-14 0,0-3-6 16,3 0-7-16,1 1-8 0,1-1-10 16,3 0-4-16,0-3-5 0,2 1-15 0,2-3-13 0,0-4-36 15,1 1-27-15,1 0-34 0,3-2-31 16,4 0-39-16,1-2-37 0,1-4-53 0,-2 0-151 16,2-3-422-16,2-6 187 0</inkml:trace>
  <inkml:trace contextRef="#ctx0" brushRef="#br0" timeOffset="15071.84">15569 13779 14 0,'0'0'152'0,"8"-6"-3"16,-8 6 2-16,0 0-6 0,11-2-19 0,-11 2-8 16,18-5-16-16,-8 2-8 0,2 2-18 0,0-2-20 15,0 2-18-15,-12 1-35 0,26-2-35 0,-17 2-46 16,-9 0-108-16,15 3-201 0,-15-3 89 0</inkml:trace>
  <inkml:trace contextRef="#ctx0" brushRef="#br0" timeOffset="15211.07">15636 13909 89 0,'0'0'136'0,"0"0"-6"16,-7 6-4-16,7-6-2 0,0 0-5 0,0 0-12 15,0 0-12-15,0 0-18 0,0 0-19 0,22 4-17 16,-22-4-42-16,20-4-39 0,-7 3-34 0,0-4-91 15,-3 1-178-15,2 1 78 0</inkml:trace>
  <inkml:trace contextRef="#ctx0" brushRef="#br0" timeOffset="20536.98">16419 13434 49 0,'-1'-7'181'0,"-2"1"12"0,3 6-3 0,-2-10-1 0,2 10-13 16,-4-10-8-16,4 10-11 0,-3-7-11 0,3 7-34 15,0 0-12-15,-7-3-10 0,7 3-6 0,0 0-2 16,-12 20-1-16,6-3-1 0,-7 9-7 0,1 1-5 16,-2 3-8-16,0-4-5 0,0 3-4 0,0 1-7 0,3-2-3 15,-3-3-5-15,1-1 0 0,0 0-2 16,2-8 0-16,-2 7-3 0,1-9-3 0,3-1-2 15,0-3 0-15,3-1-3 0,0 0 3 0,2-3-3 16,0-3 5-16,0 2 8 0,4-5 3 0,-5 6 3 16,5-6-9-16,0 0-5 0,0 0-2 15,-15-11-4-15,12 3-3 0,-1-2-6 0,3 0 3 0,-3-3-6 16,3-5 0-16,0 2-3 0,1 0 1 0,0-1-5 16,2 1-2-16,-2 0 4 0,3 4-2 0,-1 3-4 15,1-3 2-15,1 4-4 0,1 3 0 0,0 0-2 16,1 3 2-16,1-1-3 0,-7 3 4 0,15 0 1 15,-5 1-2-15,-1 3 1 0,4 2 1 0,-3 2-1 16,3 0 0-16,0 4-2 0,1-2 3 0,0 2 1 16,-1 0-2-16,1-2-1 0,-2 1-10 0,0 0-16 15,-1-2-10-15,2 3-29 0,1-3-27 0,-3-1-35 16,0-1-33-16,2 0-28 0,-2-2-41 0,2 0-125 16,-1-3-386-16,-1-2 170 0</inkml:trace>
  <inkml:trace contextRef="#ctx0" brushRef="#br0" timeOffset="21361.19">16661 13373 136 0,'0'0'193'0,"0"0"-21"0,0 0-15 0,0-11-13 0,0 11-18 15,5-8-14-15,1 4-8 0,4 1-14 0,1-3-9 16,-1 2-8-16,1-1-14 0,-1 2-24 0,-1-1-23 15,3 2-14-15,-7 1-6 0,-5 1-12 0,0 0-6 16,17-5 3-16,-17 5-4 0,0 0-1 0,11-3 4 16,-11 3 7-16,0 0 10 0,4-2 2 0,-4 2 15 15,0 0-3-15,0 0 14 0,0 0 8 0,0 0-3 16,0 0-9-16,0 0-2 0,0 0 6 0,0 0-4 16,0 0-7-16,-22 9 10 0,22-9-6 0,-4 9-2 15,2 2 26-15,2-1 13 0,-1 4 1 0,1 3 6 16,1 2-3-16,-1 6 10 0,0-4-4 0,0 3 3 15,-1 0-1-15,2-5-9 0,1 1 0 0,0 4-3 16,-1-5-8-16,0-1-3 0,1 0-5 0,-1-1-3 16,-1-4-5-16,1-1 0 0,-1-1 1 0,1 2 2 15,-1-8-11-15,0 5 1 0,0-10-1 0,-1 10 0 16,0-3-2-16,1-7 5 0,0 0 1 0,0 9-2 16,0-9-3-16,0 0-1 0,0 0-3 0,-10-2-2 15,10 2 4-15,0 0 4 0,0 0-3 0,-12-10 3 16,12 10-1-16,-4-7-4 0,4 7 1 0,0 0-4 15,-2-7 7-15,2 7-10 0,0 0 0 0,0 0-2 16,0 0-1-16,7-10-3 0,-7 10-6 0,9-4-16 16,-2 3-11-16,0-2-14 0,5 0-20 0,-1 2-10 15,2-2-12-15,-1 0-10 0,4-1 1 0,2-1 2 16,-1-2-2-16,-1 3 1 0,2-3 15 0,-1-2-3 16,2 0 21-16,-4-3 6 0,2 4 6 0,-3-3 5 15,0 0-3-15,-4 4 7 0,-2-2 3 0,3-4 9 16,-3 6 4-16,-3-2 3 0,0 1 15 0,2-1 15 15,-5 3 11-15,1 2 20 0,-3 4 13 0,2-8 11 16,-2 8 0-16,0 0-9 0,0 0 1 0,0 0-3 16,0 0 4-16,0 0 2 0,-24 6 7 0,15 3-5 15,-3 5 2-15,1 1-5 0,0-3-3 0,-1 4-8 16,6-1-3-16,1-3-6 0,1-3-2 0,1 2-3 16,2 1-3-16,2-3-4 0,-1 0-2 0,2-2 0 15,3 0 3-15,0-1-2 0,1-2-8 0,2 0 2 16,2-3-5-16,-2 1 1 0,3-2 1 0,1 0-5 15,-3-2 2-15,1 2-5 0,-1-2 5 0,-9 2-4 16,11-2 4-16,-11 2-2 0,8-2 7 0,-8 2 4 16,0 0 9-16,9-2 5 0,-9 2-2 15,0 0-5-15,0 0-2 0,0 0-1 0,0 0 4 16,-23 16 0-16,13-9 0 0,-4 4-2 0,3-3-1 0,-1 4 0 16,2 1-2-16,-2-2-5 0,2-1-1 0,2-1-2 15,3 0-2-15,0 2 1 0,2-2-3 0,1-2 2 16,-1 2-5-16,6-1 0 0,-1 3-1 0,2-7-12 15,3 1-18-15,2 0-36 0,2-4-37 0,2-1-47 16,5-4-53-16,1-1-47 0,6-1-202 0,1-5-480 16,1 0 213-16</inkml:trace>
  <inkml:trace contextRef="#ctx0" brushRef="#br0" timeOffset="21552.84">17296 13475 137 0,'0'0'189'16,"3"-6"-5"-16,-3 6-5 0,8-8-11 0,1 3-15 16,0-1-13-16,3 0-12 0,3-1-13 0,2 0-11 15,0 2-13-15,-1-2-18 0,0 2-26 0,-3 0-27 16,0 1-26-16,0 1-38 0,-2-3-28 0,1 2-21 16,-3 0-10-16,-2 2-17 0,2-2-4 0,-2 0-71 15,-2-1-211-15,-5 5 95 0</inkml:trace>
  <inkml:trace contextRef="#ctx0" brushRef="#br0" timeOffset="21725.79">17522 13362 639 0,'-1'-9'-29'0,"1"9"8"0,-4-10 26 0,4 10 36 15,-7-11-6-15,4 5 5 0,3 6 5 0,-8-11 22 16,4 9 20-16,4 2 9 0,-6-8 14 0,6 8 2 16,-4-4-1-16,4 4-8 0,0 0-10 15,0 0-10-15,0 0-5 0,0 0 11 0,0 0 30 0,-9 16 1 16,8-1 0-16,-1-1 0 0,1 3 0 0,-1 2-5 16,0 8-10-16,0-8-9 0,2 7-4 0,-3-7-13 15,2 7-7-15,0-7-7 0,-1 7-7 16,2-7-7-16,2-1-5 0,-2-1-32 0,0 0-40 15,0-1-46-15,2-1-52 0,-1-3-76 0,1-2-63 16,-2-1-153-16,0-9-450 0,6 12 200 0</inkml:trace>
  <inkml:trace contextRef="#ctx0" brushRef="#br0" timeOffset="22213.31">17799 13103 147 0,'0'0'199'0,"9"-7"-20"0,0 0-16 0,0 2-18 15,3 0-13-15,-1-3-13 0,1 3-12 16,-2 1-12-16,3-3-8 0,-2 2-14 0,-1 1-2 0,2 1-8 16,-5 0-9-16,1 2 1 0,-8 1-7 0,12-5-4 15,-9 3-6-15,-3 2-6 0,7-3-3 0,-7 3-1 16,0 0 4-16,9-2-3 0,-9 2 8 15,0 0-3-15,1 13 4 0,-1-7 1 0,0-6 3 16,-4 22 3-16,0-5 3 0,2 1 0 0,-2 0-3 0,0 0 6 16,3 6 1-16,0-4-2 0,-3 0 2 0,1-1-6 15,1 0-2-15,2-1-2 0,-3 0-3 0,5 0-4 16,-1-1-6-16,-1 0-3 0,1-5 1 0,0 4-4 16,2-5-1-16,-3 0-2 0,1-1-3 15,-1-1-3-15,1 2 0 0,-1-3-2 0,0-2 3 0,0-6-8 16,2 13 4-16,-2-13-3 0,-2 9 3 15,0-4 1-15,2-5-2 0,-4 8-3 0,4-8-2 0,-4 5 5 16,4-5-5-16,0 0 4 0,-8 3-2 0,8-3 2 16,0 0 0-16,0 0-4 0,0 0 3 0,0 0 6 15,-14-7 2-15,14 7-3 0,0 0-2 0,0 0 1 16,0 0-5-16,0 0 0 0,0 0 1 0,14-16-3 16,-7 13 0-16,4 0 0 0,1-1-9 0,1-1-22 15,5 2-22-15,1-4-28 0,0 3-29 16,1-2-34-16,2-1-34 0,4-2-12 0,-2 1-21 15,-4 1-18-15,2-2-114 0,-3 1-366 0,6-3 162 0</inkml:trace>
  <inkml:trace contextRef="#ctx0" brushRef="#br0" timeOffset="22414.06">18366 13236 18 0,'3'-8'88'0,"2"-1"12"0,-1 1-7 16,-4 1 35-16,0-3-2 0,0 10 11 0,-1-12 11 16,1 12 4-16,-5-7 1 0,5 7 0 15,-9-6-5-15,9 6-2 0,-10 2-4 0,10-2 3 0,-16 10-1 16,7-2 6-16,-2 3-3 0,1 3-12 0,1 2-11 15,0 1-10-15,1 0-7 0,2 1-11 0,1 0-11 16,2-1-7-16,2-2-10 0,2 1-9 16,0-2-2-16,3-3-8 0,1 0-23 0,3-1-20 15,1-1-24-15,1-3-28 0,1 2-37 0,2-5-40 0,5-2-43 16,-1-1-32-16,3-3-13 0,-1 2-11 0,1-5-155 16,-1-2-406-16,-2-1 180 0</inkml:trace>
  <inkml:trace contextRef="#ctx0" brushRef="#br0" timeOffset="22609.43">18565 13219 13 0,'0'-15'122'16,"1"5"16"-16,-2 2 19 0,1 8 14 0,0-13 13 16,0 13-1-16,0-11-8 0,0 11-14 0,0 0-10 15,0-7-10-15,0 7 14 0,0 0 16 0,0 0 7 16,0 0-20-16,-2 36-14 0,1-18 2 0,0 3-15 16,1 4-17-16,-3 3-6 0,2-2-16 15,0 1-5-15,2 0-11 0,-1 0-4 0,0-2-10 0,0-6-19 16,1 0-34-16,1-1-32 0,-1-2-32 0,1-2-32 15,0-1-35-15,0-3-32 0,1-1-32 0,-1-1-15 16,0-2-18-16,-2-6-164 0,0 7-414 16,0-7 183-16</inkml:trace>
  <inkml:trace contextRef="#ctx0" brushRef="#br0" timeOffset="22949.47">18588 13223 21 0,'5'-12'166'0,"1"2"9"0,-3 1-2 0,2 0-7 15,-1 4-6-15,1 0-5 0,1 0-8 0,-6 5-12 16,13-5-7-16,-8 4-4 0,-5 1 1 0,14 4-5 16,-7-1-9-16,-1 3-4 0,2-1-10 0,-1 2-13 15,-2 0-2-15,1 2-12 0,-1 0-8 0,-3 2-5 16,-2-1-5-16,0 4-4 0,-1-1-6 0,0-2-3 16,-3 0-2-16,1 1-12 0,-1-2-9 15,1-2-9-15,0 2-10 0,2-5-12 0,-2 2-12 16,2 2-8-16,1-9-6 0,4 11 0 0,-3-5-2 0,3 0 2 15,-4-6 5-15,6 10 2 0,1-7 8 0,-3 2-6 16,2 0 8-16,0 1 2 0,1 0 1 0,-3 0 6 16,2 1 0-16,-1-1 6 0,1 2 2 0,-3-2 12 15,-1 1 7-15,1 2 7 0,-2-2 8 0,1 2 0 16,-4 0-1-16,0 1 2 0,-1-2-3 0,-1 0-1 16,-3 0-2-16,2 0-7 0,1-1-21 0,-1 2-24 15,-1-5-34-15,1 3-41 0,0-4-47 16,0 0-51-16,5-3-116 0,-7 3-347 0,7-3 154 0</inkml:trace>
  <inkml:trace contextRef="#ctx0" brushRef="#br0" timeOffset="23203.47">18866 13327 65 0,'0'0'207'0,"9"10"8"0,-6-4-7 0,-3-6-7 16,6 8-11-16,-2-2-13 0,1-1-9 0,3-1-11 0,0 1-7 15,1 0-2-15,-1-2-7 0,1-3 0 0,2 0-6 16,0 0-6-16,-2-2-10 0,0-2-7 16,-1 2-12-16,-1-2 0 0,-2-1-2 0,1 1-1 15,-1-1-8-15,-3-2-11 0,0 0 4 0,-2 7-11 16,0-16-5-16,-4 6-4 0,-1 2-8 0,-3-1-5 0,-1 1-6 16,-3 1-16-16,2 2-10 0,-6-2-25 0,-4 6-21 15,-1 2-27-15,0 5-33 0,-4 4-43 0,-3 1-52 16,5 5-72-16,-6 1-235 0,3 3-531 0,-2-2 235 15</inkml:trace>
  <inkml:trace contextRef="#ctx0" brushRef="#br0" timeOffset="75072.98">22143 13741 13 0,'0'0'17'0,"0"0"-2"16,0 0-5-16,0 0 2 0,0 0-5 0,0 0 3 16,0 0-4-16,0 0-1 0,0 0 1 0,0 0-3 15,4 6 3-15,-4-6-5 0,0 0 0 0,0 0 2 16,0 0 0-16,0 0-3 0,0 0 3 0,0 0-5 16,0 0-3-16,0 0 3 0,0 0 0 0,0 0 4 15,4 4 2-15,-4-4-1 0,0 0-4 16,0 0 1-16,0 0 2 0,0 0 1 0,0 0-7 0,0 0 2 15,0 0 0-15,0 0 7 0,4 5-5 0,-4-5 0 16,0 0-2-16,0 0 7 0,0 0-7 0,0 0-1 16,0 0 2-16,0 0-2 0,0 0 1 0,0 0 4 15,0 0-5-15,0 0 8 0,0 0-6 0,0 0 7 16,0 0-11-16,0 0 4 0,0 0 1 0,0 0-4 16,0 0 2-16,0 0-1 0,0 0 4 0,0 0 3 15,0 0-5-15,0 0 0 0,0 0-2 0,0 0 1 16,0 0-1-16,0 0 0 0,0 0 0 0,0 0 4 15,0 0 1-15,0 0-3 0,0 0 4 0,0 0 1 16,0 0-12-16,0 0 10 0,0 0-5 0,0 0 6 16,0 0 1-16,0 0-3 0,0 0 6 0,0 0-2 15,0 0-5-15,0 0 5 0,0 0-3 0,0 0 5 16,0 0-4-16,0 0 6 0,0 0 2 0,0 0-10 16,0 0 6-16,0 0-2 0,0 0-2 0,0 0 2 15,0 0-1-15,0 0 2 0,0 0-1 0,0 0 0 16,0 0 0-16,0 0-6 0,0 0-2 0,0 0 3 15,0 0 5-15,0 0-3 0,0 0-4 0,0 0 2 16,0 0 0-16,0 0 9 0,0 0-4 0,0 0-1 16,0 0 1-16,0 0-1 0,0 0 3 0,0 0-1 0,0 0-1 15,0 0-2-15,0 0 0 0,0 0-3 16,0 0 0-16,0 0 11 0,0 0-9 0,0 0 2 16,0 0-1-16,0 0-6 0,0 0 0 0,0 0 2 15,0 0-4-15,0 0-4 0,0 0-33 0,0 0-45 0,0 0 21 16</inkml:trace>
  <inkml:trace contextRef="#ctx0" brushRef="#br0" timeOffset="87815.93">21459 14222 32 0,'0'0'40'0,"-14"-1"1"0,14 1-1 16,-10 0-4-16,2-2 4 0,8 2 3 0,-15 0 1 16,9-2 2-16,-2 1-11 0,-2-1 2 0,1 0 0 15,9 2-4-15,-14-1 1 0,6-2 2 0,8 3-4 16,-14-3 2-16,8 2-17 0,6 1 19 0,-13-6-1 16,7 6-4-16,-2-3 6 0,8 3 0 0,-9-5 8 15,9 5-16-15,-10-5-1 0,10 5 9 0,-8-4-7 0,8 4 1 16,-8-5 3-16,8 5 5 0,-6-3-2 15,6 3-4-15,0 0-3 0,0 0-6 0,-9-3-4 16,9 3 0-16,0 0 0 0,0 0 2 0,0 0-7 16,0 0 6-16,0 0 0 0,0 0-8 0,0 0-1 15,0 0-1-15,0 0-3 0,0 0 5 0,0 0-5 16,0 0-5-16,0 0 1 0,0 0-1 0,28 0 2 16,-28 0-2-16,12 3 5 0,-6 0-1 0,0-2-2 15,2 3-2-15,2-2 11 0,1 3 2 0,0-3-11 16,2 2 5-16,0 0 1 0,-1-1-4 0,1 0 6 15,5-2 4-15,0 2-6 0,0 0-1 0,0 0 1 16,1-2 2-16,0 1-5 0,-1 0 4 0,0-2 4 16,4 0-2-16,-3 0 0 0,1-1-3 0,-3 1-2 15,2-1 3-15,-1 1-7 0,0 0 1 0,1-1 5 16,-2 1 0-16,2 0-5 0,-3 0-3 0,4-1 1 16,-1 0 6-16,0-1-4 0,1-1 0 0,2 2-3 15,-1 0 0-15,0-1 0 0,0-1 5 0,-1 2-3 16,1-2-1-16,-1-1 0 0,1 2 1 0,-1-2 1 15,-1 2-8-15,-1-2 5 0,1 1-1 0,-1-1 1 16,0 1-5-16,-1 0 9 0,0 0-11 0,-4 1 8 16,1 1 2-16,0 0-6 0,0-1-1 0,-2 2 2 15,1 0-1-15,1-1-1 0,0 1-5 0,-1 1 4 16,-1 1 2-16,4 0 0 0,-3 0-1 0,2 1-1 16,-2 0 0-16,1 0 5 0,1 1-1 0,-1-1 1 15,3 0-5-15,0 0 2 0,0 1-3 0,4-3 2 16,-1 1-1-16,-2-1 0 0,2-1-2 0,0-1-1 15,1 1-2-15,10-1 7 0,-11 0 6 0,7 0-6 16,-5-1 3-16,5 1-3 0,-4 0 2 0,4-2-1 16,-4 0 0-16,5 2-5 0,-3-3 0 0,4 0 0 15,0 1-1-15,2-1 5 0,-3 2-5 0,0 1 3 16,1-3 1-16,-1 2 3 0,-1 0-7 0,0 1 5 16,0 1-8-16,1-1 15 0,1 0-9 0,1-1-1 15,-1 2 4-15,1-2 5 0,-1-1-2 0,3 2-8 16,0-2-3-16,-1 2 7 0,1-2-12 0,-3 3 6 15,3-1 2-15,0-1-2 0,2 2 4 0,-1-1-1 16,2-2-1-16,-3 0-4 0,4-1 7 0,-1-1 4 16,3 1 2-16,-3-1-6 0,2 1-3 0,-2 0 4 15,-1 1 12-15,0-3-15 0,3 1 6 0,-3-1 2 16,2 2-8-16,0 0 2 0,-2-1-3 0,-1 0 9 16,2 1-9-16,-4 2 5 0,1-1 3 0,0 0 3 15,-3 0-5-15,3-2 0 0,-1 2-6 0,-2 0 5 16,1 0 2-16,-9-1-4 0,6 1 5 0,3 0-2 15,-4 1 2-15,-4 2 1 0,0-1-6 0,6 0 3 16,-9 1 0-16,1 0 1 0,8 0-1 0,-8 0-3 16,2 0 2-16,-1 0-1 0,6 1-1 0,-7 0 3 15,7-2-2-15,-5 1 2 0,0 3 0 0,-2-3-1 16,8 0-1-16,-6 2 2 0,0-1-5 0,-2-1 7 16,1 1 2-16,-1-1-3 0,1 2 2 0,-1-2-5 15,9-2 0-15,-12 4 0 0,6-4 2 0,-4 2-3 16,0 2 4-16,3-2-7 0,-1 1 4 0,-1-2 2 15,-1 1-1-15,3-2 2 0,-2 4-2 0,2-1-1 16,1-2 1-16,4 1 1 0,-7 0-5 0,3 0 2 16,-1-2 3-16,1 1 0 0,-1 0-6 0,0 0 4 15,8 1-1-15,-10 0 0 0,2 0 3 0,0-1-1 16,-1 2-5-16,-1-2 4 0,9-1 2 0,-10 2-1 16,10-2-9-16,-9 2 7 0,2-2-2 0,-2 2-2 15,3 0-3-15,4-1 2 0,-5 1-1 0,0-2-6 0,-1 4 5 16,9-4-1-16,-9 2-4 0,6-4 4 0,-4 4-6 15,-2 0 5-15,0 0 8 0,8-2-6 16,-8 2 3-16,2 0 4 0,-4 0-1 0,4 2-6 16,-2-2-1-16,8 0 7 0,-2 2-3 0,2-2 2 15,-3 0-2-15,-3 0 3 0,4 0 5 0,2 0-4 16,-8 0 0-16,8-2 4 0,-5 2-4 0,-1 0-4 0,4 0 3 16,2-2-3-16,-8 2 3 0,0 0 2 15,2-1 1-15,6 2-4 0,-4 1 0 0,3-2 3 16,-7 0 0-16,2 0 2 0,0 2-4 0,-4-2 3 15,11-2-2-15,-3 2-1 0,-5 0 4 0,5-2 0 16,-6 0-7-16,1 0 10 0,7 1-10 0,-9-2 8 16,8 0-3-16,3 0-1 0,-11 2 1 0,2-2 5 15,-1 1-4-15,1 0-3 0,-2 0-4 0,3-1 11 16,4 3 1-16,-5-3-6 0,-6 3 6 0,7 0-3 16,-4 0 0-16,-1 0 2 0,-5 0 0 0,6-2-3 15,-5 4-7-15,1-4 9 0,-2 4 1 0,1-2-2 0,-1 0-3 16,1 2 5-16,-3-1-7 0,0-1 3 0,3 2-3 15,-3 0 4-15,1-1 0 0,-1-1 0 0,0 2 1 16,2-2 1-16,-1 1-2 0,1-1 0 16,-2 1-1-16,0-1-2 0,1 0 0 0,-1-1 0 15,0 0 2-15,1-1 1 0,0 2-1 0,1-1 1 0,-3 0 6 16,2 1 0-16,-1-1-5 0,-2 1 3 16,2-2 0-16,1 2-7 0,-2 0 9 0,-3-1-7 15,5-1 5-15,-1 2 3 0,-1-2-10 0,1 2-1 16,1-1 7-16,-3 1-5 0,5-1 0 0,-5-1 0 15,2 4-2-15,0-4 3 0,-2 1 3 0,5 0 0 0,-1 1-4 16,-2-2 2-16,3 2-1 0,5-2 2 0,-2 1-2 16,2-3 3-16,-5 4-2 0,3-4-2 15,2 3-1-15,0-4 4 0,3 3-2 0,-4 0 4 16,5 0-2-16,-3-1 0 0,-2 1 11 0,2-2-9 16,0 1-1-16,3 3 9 0,6-4-8 0,-7 1-1 0,-1 0 1 15,5 0-1-15,-3-1-2 0,6-1 6 16,-2 2 0-16,3-1-8 0,-2 3 1 0,0-2 7 0,-8 0-2 15,9 1 2-15,-4-3-5 0,3 2 7 16,-6 0-8-16,-2-1 3 0,7-2 1 0,-5 2 2 16,-2 1-5-16,1 0 0 0,-1-4 2 0,1 2 1 0,-2 2 1 15,3-2-1-15,-1 0 0 0,-1 1-1 16,8-2-4-16,-9 4 5 0,1-3 1 0,-2 0 3 16,1 1 2-16,-2 1-7 0,1 0-4 0,-3 2 8 15,3-1-5-15,1-2-2 0,-4 1 2 0,-2 2 3 16,4-4-6-16,-4 3 4 0,1-2-2 0,-3 3 0 15,1-2-2-15,-1 1 4 0,-2-2 1 0,4 1-7 0,-3-1 0 16,0 1 2-16,2 0 1 0,-4 1 2 16,-1-1 2-16,3 1-5 0,-3 0 3 0,2 1 2 15,-9 1 0-15,14-4 2 0,-8 2-8 0,-6 2-1 16,13-4 2-16,-6 2 5 0,-7 2-6 0,12-2 1 16,-7 0 1-16,-5 2 1 0,12-6 2 0,-7 2-1 0,3 3-1 15,-8 1-2-15,10-5 1 0,-5 1-1 0,0 1 2 16,1-2 6-16,-6 5 2 0,8-4 0 15,-8 4 3-15,6-4 0 0,-6 4-5 0,6-10-1 16,-4 6 0-16,1-3-1 0,2 2 4 0,0-4-5 0,-1 1 0 16,-2 1 1-16,2-1-4 0,-1 2 4 0,-1-2-3 15,1-2 0-15,-2 2 3 0,0-2-4 16,1 0-3-16,-1 1 3 0,-1-2 0 0,0 2-1 16,-1-3-2-16,-1 3 1 0,2-2-2 0,-3 0 6 15,-1 0-4-15,0 1-1 0,-3-6 3 0,1 6 0 0,-1-1-4 16,0 0-1-16,-1 0 5 0,-1-2-5 0,-2 0 4 15,1-1-2-15,-1 2-3 0,-3 1 2 0,3-3-1 16,-2 1-3-16,2 0 5 0,-1 0-1 0,-2-2-4 16,1 2 3-16,-1 0-1 0,-4-5 3 15,-2 1 1-15,6 5-2 0,-1-4-1 0,2 6 4 0,-4-5-7 16,4 2-3-16,-3 0 6 0,2-1 1 0,-3 1-3 16,2 0 2-16,-2 0 6 0,2 1-5 15,-2-1 5-15,-1 2 2 0,-2-5 5 0,2 4-2 0,0 2 0 16,0 0 4-16,1-2-3 0,-2 1-6 0,-5-1 2 15,6 4-1-15,-6-5-2 0,3 4 2 0,-4 0-4 16,6 1-1-16,-8-1 0 0,-3-1 0 0,2 1 3 16,-1 0-10-16,-4-2 9 0,3 0-5 0,-2 2 9 15,0 0-4-15,-1-1-2 0,0 2 2 16,-2-3-3-16,0 2-1 0,-2 1 2 0,-13-1 1 16,12 1 0-16,-1 0 3 0,1 2-4 0,-1 0-1 0,0-1 4 15,0 1-4-15,-14-3 0 0,17 4-2 0,-16-4 4 16,14 2-3-16,-16 1 5 0,5-4-7 15,-3 2 1-15,12 3-4 0,-12-3 4 0,-2 0 1 0,7 1 1 16,-7 2 0-16,0 1-3 0,-1-2 2 0,-2 0 5 16,3 2-3-16,-3 1-2 0,-3 2 1 0,1-2-1 15,-1 3-1-15,-7 0 1 0,4 0-1 0,-4 2 1 16,4 0 3-16,-2 0-6 0,0-2 2 0,-27 3 3 16,31-1-3-16,0 0 2 0,-1-1-2 0,1 2 1 15,-2 0-1-15,0 0 0 0,-2-1-3 0,-23 2 7 16,26 0-5-16,1-1 1 0,0 0 2 15,0 0-2-15,1 0-3 0,-1-2 6 0,-4 3-8 0,4-2 2 16,0-1 6-16,-1 1 0 0,1 0-3 0,-2 1-2 16,0-1 0-16,-1 1 4 0,1 2-8 0,-1-3 6 15,4 4-4-15,-4-2 1 0,2 0 4 16,4 1 1-16,-2-2-3 0,0 0 1 0,2 1-3 16,1-1 5-16,-1-1-3 0,0 1 2 0,2-2-1 0,-1 0-5 15,1 2 5-15,-2-2-5 0,5-1 3 0,-1 2 4 16,2-4-3-16,-3 2 5 0,1-1-4 0,2 1 2 15,0 0-6-15,0 0 2 0,1 3 1 0,0-3 1 16,-4 3 4-16,3 0-4 0,-5 1 0 16,5-2 4-16,-3 2-5 0,-1-1-1 0,1 3 4 0,4-1 2 15,-6 1-4-15,5-3 4 0,14 1-7 0,-15 1 9 16,-2 0-6-16,5 0 2 0,-1-1-2 0,13 1 0 16,-16 0 0-16,3 1 0 0,3 0 1 0,-6 0-2 15,3 0 2-15,1 0 0 0,10-1-3 16,-13 3 3-16,13-4 0 0,-11 5 0 0,-3 2 1 0,16-3 1 15,-13-1-3-15,14 0 1 0,-2-2 2 0,2 0-4 16,-3-2-1-16,1 1 1 0,-11-1 0 16,11 0 4-16,0-2-4 0,1 3 0 0,-14-1 4 0,13 1-5 15,0 0 2-15,-1 0-1 0,2 0 0 0,1 3 5 16,-4-3-2-16,2 3 0 0,2 1-2 0,-1 0 0 16,2 1 2-16,-1 0-3 0,4 0 5 0,1 0-3 15,0-1 1-15,1 2 0 0,-1-3-2 0,4 2-3 16,-1 0 3-16,1 0 3 0,2 2-4 15,1-1 0-15,-1 0 4 0,1 1 3 0,4-3-4 16,-4 5 1-16,0-2-3 0,6-2-2 0,0 2 5 0,-4 2-2 16,5-2 3-16,1-1-5 0,-2 2 3 0,3-2 1 15,-1 0 0-15,1 0 0 0,0 2-5 0,1 0 10 16,1-2-7-16,-3 2-1 0,6 2-8 0,0-6 4 16,-1 4 4-16,1-3-4 0,1 2 5 15,0 0 10-15,1-2-6 0,1 1-1 0,1 1-1 0,0-1-1 16,1 0 1-16,1 1 0 0,0 0 5 0,-2 0-7 15,3-2-4-15,2 3 4 0,-1-1-1 0,1 0 1 16,2 0 1-16,-2 1 0 0,1-1-2 0,1-2 2 16,0 3 4-16,1-2-4 0,-1 0 6 0,2 1-6 15,-1-1-2-15,0 0 0 0,1 0 8 0,-1 1-4 16,1-1-2-16,2 0 0 0,1 6 5 0,0-1-2 16,1-4 0-16,0 5-4 0,0 0 5 0,3 2-4 15,0-2-1-15,3 6 6 0,2 2-7 0,-1-1 3 16,4 0 0-16,0 0 8 0,1 3-1 15,1-1-5-15,0 4-2 0,4-1-1 0,0 0 1 0,10 7 0 16,-7-9-3-16,9 7 0 0,-6-9 3 0,2-1-8 16,11 2 0-16,-10-8 3 0,1 0-2 0,0-3 6 15,3 0-7-15,13 4-2 0,-14-7 2 0,16-4 2 16,2 1 3-16,5-4-12 0,-1-4-4 0,6 0-20 16,2-4-15-16,31-4-25 0,-31 4-22 0,0-5-34 15,26 2-107-15,-29-2-261 0,33-4 116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12:15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5988 4927 28 0,'0'0'121'0,"0"0"-35"15,0 0-51-15,0 0-50 0,0 0-28 0,12 25-46 16,-6-11 20-16</inkml:trace>
  <inkml:trace contextRef="#ctx0" brushRef="#br0" timeOffset="15267.34">20049 5259 29 0,'10'-2'132'0,"4"2"-23"15,5-1-29-15,4 1-23 0,-1 0-20 0,8 3-29 16,1-3-20-16,1 2-12 0,3 3-14 0,-2-5-25 15,0 4-69-15,-2-3 30 0</inkml:trace>
  <inkml:trace contextRef="#ctx0" brushRef="#br0" timeOffset="16271.65">21301 4911 98 0,'-6'-6'238'0,"2"2"-35"0,4 4-39 15,-5-6-17-15,5 6-23 0,0 0-33 0,0 0-24 16,16 14-34-16,2-3-49 0,10 4-43 0,7 0-29 15,13 5-79-15,6-3-182 0,2-2 81 0</inkml:trace>
  <inkml:trace contextRef="#ctx0" brushRef="#br0" timeOffset="45435.7">7271 3183 124 0,'-2'-9'148'0,"-1"1"-6"0,1-1-13 0,-1 1 6 15,0 0-3-15,0 4 7 0,3 4 1 0,-5-13-9 16,2 9-10-16,3 4-12 0,-2-7-11 0,2 7-7 16,-6-7-16-16,6 7-10 0,0 0 0 15,0 0-12-15,0 0-5 0,0 0-6 0,-5 21-3 16,4-8-4-16,1 6-10 0,-1 5 5 0,-1 0-2 0,0 5-6 16,-1-1 0-16,2 3-1 0,1 1 0 0,-1-2-4 15,-2 0-3-15,3-2 2 0,3 0-4 16,-6-1 2-16,3 1-6 0,4-3 3 0,-3-5 1 15,2 4-7-15,-2-6 4 0,2 7-2 0,-1-7 0 16,-2 1-6-16,3 2-31 0,-3-4-20 0,1 3-32 16,-2-4-26-16,1 1-34 0,-1-2-30 0,-3-2-125 15,-1-3-321-15,5-10 142 0</inkml:trace>
  <inkml:trace contextRef="#ctx0" brushRef="#br0" timeOffset="45914.27">7236 3152 130 0,'5'-17'140'15,"-1"1"1"-15,2 0-1 0,0 5-9 0,3-2-13 16,2 3-7-16,4 3-14 0,0 1-10 0,4 1-1 15,3 3-1-15,-1 2-11 0,0 3-7 0,7 6-4 16,-1 3-5-16,-5 2 2 0,0 3-10 16,-6 2-5-16,-3 4-1 0,0 1-3 0,-6 1-7 0,-7 5 2 15,-6 1-2-15,-2 4-2 0,-6-2-5 0,-7 9 0 16,4-12-3-16,-2-5 2 0,-3 1-6 0,3-2 0 16,1-4-4-16,4-5 1 0,1-2-3 0,4-3 1 15,1-2-2-15,1-2-5 0,2-1-5 0,5-5-6 16,-8 9-3-16,8-9-2 0,0 0 4 0,0 0 0 15,0 0-6-15,12 15 5 0,-1-14-3 16,3 3 9-16,0-2-4 0,4 2 4 0,3 0-7 16,-2 0 2-16,-3 1 1 0,2 2 6 0,0 1-3 15,-4 4-1-15,2-1-1 0,-2 1-1 0,-4 3 2 0,-2-1-3 16,-1-1 6-16,-3 0-2 0,-2 3 6 0,0-3 0 16,-6 3-1-16,-5 0 0 0,-10 5-1 15,0 2 0-15,-4-4 0 0,-5-3 0 0,-3-2 1 0,2 2-4 16,-5-5-13-16,2 3-2 0,0-7-10 0,3 1-15 15,0-2-23-15,8-3-41 0,2-3-10 16,6 0-28-16,1 0-126 0,12 0-290 0,-16-6 128 16</inkml:trace>
  <inkml:trace contextRef="#ctx0" brushRef="#br0" timeOffset="46132.28">7711 3475 6 0,'8'-9'239'0,"-3"2"-7"0,0 1-10 16,-3 0-20-16,2 2-13 0,-4 4-24 0,5-8-16 16,-5 8-19-16,0 0-12 0,0 0-12 0,0 0-10 15,13 14-13-15,-10-3-6 0,-2 2-5 0,0 5-7 16,1 0-5-16,-1 2-3 0,0 6-8 0,3 2-3 16,-5-1-6-16,-1 0-8 0,4-1-29 0,-2 0-26 15,-2 1-34-15,4-9-40 0,-1 8-49 0,-1-1-41 16,1 0-135-16,-1-6-348 0,0-2 155 0</inkml:trace>
  <inkml:trace contextRef="#ctx0" brushRef="#br0" timeOffset="46912.02">8295 3464 79 0,'-13'-4'174'16,"7"3"-12"-16,-7 4-7 0,0 1-6 0,-5 4-15 16,-5 3-2-16,4-1-10 0,-5 7-8 0,1 0-12 15,4-1-9-15,4-4-8 0,3 4-10 16,3-2-7-16,0 1-10 0,4-3-3 0,1 4-7 0,3-2-1 16,2-2-11-16,3 0 1 0,1-1-3 0,5-2 0 15,3 0-6-15,1 0 0 0,3-2-5 0,1-5-4 16,1-1 4-16,1-1 1 0,-1-2-3 0,1-5-5 15,-1-1 1-15,-4 0 1 0,2-1 2 0,-3-3-5 16,1-1 1-16,-3-1-5 0,-3-1 3 0,-1-2-3 16,-2-1 3-16,-4-1 2 0,3 0-1 15,-3 0-1-15,-2-6 7 0,1 7 1 0,-4 1-3 0,-1 0-2 16,3 5 1-16,1 2 3 0,0 10-5 0,-2-14-3 16,-1 11-3-16,3 3-3 0,0 0 1 15,0 0-2-15,-16 15 2 0,6 1-5 0,-1 8 3 16,0 2-2-16,7 2 1 0,-1-2 1 0,2 1 0 0,0-2-2 15,5 0-3-15,4-1-2 0,-2-6 4 0,9 4 3 16,-3-8 0-16,3 0-1 0,2-4-1 16,0-2 2-16,2 0-4 0,0-3 3 0,3-1 0 15,-1-4 4-15,-1-2-4 0,3-3 0 0,-1 2-4 16,-2-5 1-16,0-1-13 0,-2-3 3 0,1-2 0 16,-3 3 0-16,-1-5 2 0,-5-2 2 0,-1 1-4 15,-2-2 0-15,-2 0 1 0,-3-8 5 0,0 1-4 16,-3 2 1-16,2 5-2 0,-1 1 2 0,-2 0-3 0,1 7 3 15,1-1 1-15,0 2 0 0,-2 1 1 0,3 2 0 16,1 7-5-16,0 0 2 0,0 0-1 16,0 0 2-16,-25 24 0 0,16-10 2 0,1 4-3 15,2 1-2-15,-2 6 2 0,4-1 7 0,-1 1-6 16,4-6 3-16,-2 2 0 0,1 4-1 0,0-4 1 16,2 3 2-16,4-4-1 0,-6-3 4 0,2 1-3 15,2-1 3-15,-2 0 3 0,-4 1 1 0,2-3-5 16,1-4 6-16,-3 6-4 0,-3 1 0 0,1-3-16 15,-4 1-20-15,-3-4-46 0,4 1-62 0,-1-1-63 16,-4-2-135-16,2 2-365 0,2-4 161 0</inkml:trace>
  <inkml:trace contextRef="#ctx0" brushRef="#br0" timeOffset="47330.74">9030 4028 1869 0,'27'-15'26'0,"-3"-5"7"16,-2 2 27-16,-3-2-19 0,5-2-1 0,-1-2 1 16,8-12-5-16,-6 8 10 0,6-8-3 0,-7 9 7 15,6-13-3-15,-2 0-3 0,1 1 25 0,1-1-3 16,-1 0-7-16,2-1-6 0,-3-3-6 0,0 1-9 16,0 4-1-16,-10 8-3 0,-1 3-6 0,-5 3-2 15,4 1-3-15,-9 7-1 0,-1 5 0 0,-3 0-6 16,-3 2 2-16,2 3-4 0,-2 7-1 0,-4-9-4 15,4 9-2-15,-17 4-5 0,-1 3 3 0,-7 10 1 16,-8 3-3-16,-7 10 0 0,0 2 1 0,-1 1 2 16,16-8-2-16,2 0-4 0,2 3-1 0,6-2-3 15,5 0 4-15,6-2-4 0,4 2-2 0,4-1-2 16,3-7-1-16,6 3-1 0,3 2 4 0,3-4 1 16,0-1-4-16,1 3 6 0,1-3-3 0,2-2 3 15,-4 1-2-15,1 1 2 0,-7-5 0 0,0-3 1 16,-3-2-2-16,-2 0 0 0,-1-1 1 0,-1-1-1 15,-1 0 1-15,-3-1 5 0,-2-5-4 0,2 11 4 16,-2-11-1-16,-6 11 2 0,0-5-4 0,-4 0-10 16,-2 0-16-16,1 0-15 0,-6 0-25 0,4-1-27 15,1 0-41-15,1-1-46 0,4-1-42 16,-3 0-132-16,10-3-386 0,-13 2 171 0</inkml:trace>
  <inkml:trace contextRef="#ctx0" brushRef="#br0" timeOffset="47576.89">9849 3341 135 0,'6'-26'244'0,"0"9"5"0,-5 4-5 0,2 2-13 16,-2 2-14-16,0 1-23 0,-1 8-25 0,1-9-14 16,-1 9-16-16,0 0-12 0,0 0 4 15,7 29-1-15,-5-1 0 0,1-1-18 0,-2 6 3 16,0-1-4-16,-1 1-18 0,2 3 3 0,-5-4-10 15,3 3-7-15,0-2-9 0,-4-1-2 0,3-2-7 16,0 2-7-16,-1-4-4 0,-1 1-3 0,1 1-18 0,1-1-28 16,-1-1-35-16,0-2-39 0,0-9-53 0,2 0-50 15,0-6-54-15,-2 1-258 0,-2-3-529 16,4-9 233-16</inkml:trace>
  <inkml:trace contextRef="#ctx0" brushRef="#br0" timeOffset="48038.15">9694 3548 121 0,'15'-2'156'0,"6"1"10"16,7-1-13-16,4 1-9 0,3 1-10 0,5-3-6 16,11 1-12-16,-16-1-12 0,4 3-4 0,12-1-13 15,-15-1-6-15,-1 1-11 0,2-1-7 0,-8-1-8 16,-1-1-2-16,-9 3-6 0,-6-2-2 0,1 3-2 15,-7-2 2-15,0-1-5 0,-1 1-1 0,-6 2-5 16,0 0 0-16,0 0-12 0,0 0 8 0,0 0-10 16,0 0-2-16,-31-3-4 0,7 13 6 0,-3 3-3 15,2 0 4-15,-3 6 1 0,3 1 2 0,4 0-4 16,-1 2-5-16,3 0 0 0,8-3-8 16,2-2 9-16,3-1-2 0,4 1-3 0,4 0 2 15,1-2-3-15,2 2 3 0,2-3-1 0,5-1 2 0,2-3-3 16,-2-4 1-16,5 1-8 0,1-6 2 0,5-1-7 15,-2-3 1-15,6-4-6 0,-8 0-5 0,1-2 5 16,-1-1 0-16,-5-1-1 0,1-2 4 0,0-2-1 16,-6-1 2-16,-4 1 0 0,0-2-1 0,-4 0 1 15,2-1 0-15,-3 2 12 0,1 3 0 16,-2 2 12-16,0 1 6 0,-1 3 1 0,2 7-2 16,-1-12-6-16,1 12-3 0,-4-6-3 0,4 6-3 0,0 0 2 15,0 0 0-15,-11 20 0 0,6-9 4 0,2 1-6 16,-1 6 0-16,0 0-1 0,4 8 1 0,2-7-7 15,1 9-33-15,3-2-39 0,1-1-63 0,9-1-64 16,-4 0-188-16,0-10-414 0,4-2 184 0</inkml:trace>
  <inkml:trace contextRef="#ctx0" brushRef="#br0" timeOffset="48450.52">10708 3469 1685 0,'4'-46'80'0,"1"12"-20"0,-3 1 1 16,2 4 14-16,-1 10 16 0,-1 0 1 0,0 7 2 16,-1 1-18-16,0 5-20 0,-1 6-9 0,3-5-4 15,-3 5-4-15,0 0 1 0,3 39 4 0,-4-10 5 16,-4 5-1-16,-1 12-3 0,-1 3 2 0,-4-1-3 16,2-14 2-16,0 13-4 0,1-14 3 0,2-4-9 15,3-2 2-15,-4-4-8 0,3-5 0 0,1-5-2 16,1-2-3-16,-1 1-12 0,2 0 17 0,0-7 6 15,-1 1 9-15,2-6-7 0,0 0 10 0,0 0-10 16,0 0-3-16,0 0-2 0,0 0-5 0,-5-21-5 16,5 21-4-16,4-19-2 0,2 5-6 0,4 0-10 15,2-1 0-15,6-4-8 0,6 2-2 0,-1 2-1 16,3 4-4-16,-8 5 1 0,9-2 0 0,-6 7 0 16,-4 0-1-16,2 3 0 0,-7 4 0 0,0 0 8 15,1-1-4-15,-1 6 1 0,-6 1-2 0,-2 0 8 16,-3 4 2-16,3 1 0 0,-8-2 0 0,-2 1 6 15,-6 8-2-15,-2-1 2 0,-3-2 1 0,0-2-10 16,-4-2 14-16,-3 0-3 0,7-8-1 0,0 3-6 16,1-4-2-16,-2 0-22 0,2-1-26 0,2-1-46 15,2-3-48-15,1-1-76 0,2 1-263 0,9-3-521 16,-16-1 231-16</inkml:trace>
  <inkml:trace contextRef="#ctx0" brushRef="#br0" timeOffset="48644.45">11062 3630 2439 0,'15'-13'30'0,"-3"1"-4"0,-5 2 8 0,1 2 5 16,0 0 1-16,-3 2 5 0,-1 2 6 0,0 0-4 15,-4 4-8-15,6-5-9 0,-6 5 3 0,0 0 2 16,0 0-2-16,11 12-1 0,-8-1 1 0,0 1-3 16,-3 6-5-16,0-1 3 0,0 2-2 0,-2 7-1 15,0 0-12-15,-1-2-23 0,-2 3-28 0,1-8-34 16,0 1-47-16,3-1-56 0,-1-2-67 15,-4-2-172-15,3-4-447 0,-3 1 199 0</inkml:trace>
  <inkml:trace contextRef="#ctx0" brushRef="#br0" timeOffset="48801.82">11024 3270 75 0,'-3'-4'165'0,"3"4"-25"0,0 0-33 0,0 0-43 0,0 0-49 16,0 0-110-16,6 25-102 0,4-16 45 0</inkml:trace>
  <inkml:trace contextRef="#ctx0" brushRef="#br0" timeOffset="49026.73">11470 3262 2393 0,'6'-13'17'15,"-2"2"49"-15,0 2-11 0,-2-1 1 0,1 3 1 16,-1 1 2-16,-2 6-9 0,3-8-11 0,-3 8-9 16,1-6-3-16,-1 6-5 0,0 0-5 0,0 0 8 15,0 0 29-15,4 36 11 0,-4-9 4 0,0 6-6 16,-1 2 0-16,0 10-5 0,-2-10-10 0,0 9-11 16,3-10 8-16,-2-1-4 0,2 0-4 0,-2-1-2 15,2-1-4-15,2 2 7 0,0-4-19 0,-2-3-30 16,0-1-40-16,3 3-35 0,-3-3-66 0,3-8-73 15,-2 1-60-15,-4-1-183 0,3-7-507 0,-2 0 224 16</inkml:trace>
  <inkml:trace contextRef="#ctx0" brushRef="#br0" timeOffset="49211.55">11747 3600 39 0,'5'-7'261'16,"-1"3"-25"-16,-2-1-24 0,-2 5-23 15,0 0-17-15,0 0-11 0,0 0-5 0,0 0-12 16,0 0-8-16,0 23-8 0,-4-7-11 0,2 2-13 0,-3 0-13 16,0 7-5-16,1-7-7 0,-2 8-10 15,-1 1-42-15,1-4-38 0,2-3-46 0,0-4-59 16,4 0-73-16,-2-5-150 0,2 0-368 0,0-11 163 0</inkml:trace>
  <inkml:trace contextRef="#ctx0" brushRef="#br0" timeOffset="49378.99">11761 3317 1765 0,'-9'-25'39'16,"-1"10"36"-16,4 0-29 0,-2 5-23 0,0 0-3 16,3 5-12-16,1 2-30 0,4 3-14 0,-10-1-10 15,10 1-16-15,-5 9-28 0,5-9-32 0,5 15-145 16,3-1-289-16,6 0 129 0</inkml:trace>
  <inkml:trace contextRef="#ctx0" brushRef="#br0" timeOffset="49822.9">12194 3564 64 0,'-4'-2'246'0,"4"2"-5"0,-9-6-22 0,9 6-21 0,-7-1-18 15,7 1-15-15,0 0-21 0,-7-5-17 16,7 5-11-16,0 0-13 0,0 0-9 0,0 0-10 15,27-2-10-15,-14 3-5 0,1 2-6 0,-1-2-14 0,6 5-3 16,-9-1-9-16,2 1 6 0,-1-1-12 0,1 8-3 16,-5-3 0-16,0 2-5 0,-1 1 2 0,-6-2-5 15,0 5 1-15,-2 0-5 0,-3 0-2 0,-4 0 2 16,0 1-4-16,-2 0 1 0,-5 6-4 16,0-9 4-16,2 2-3 0,-1-3 3 0,-1-2-3 15,5-5 1-15,2 3 1 0,0 0-2 0,3-6-2 16,3 2 1-16,-3-1-3 0,6-4-1 0,-9 5-1 0,9-5-1 15,-6 3-1-15,6-3 1 0,0 0 0 16,0 0 0-16,11 11-2 0,1-9-11 0,7-1-33 16,10-1-31-16,3-2-46 0,8 1-52 0,11-4-47 15,-14 2-132-15,15-5-381 0,-15 1 168 0</inkml:trace>
  <inkml:trace contextRef="#ctx0" brushRef="#br0" timeOffset="50162.6">12886 3553 177 0,'-13'-1'193'0,"-6"2"-1"0,-7 3-6 0,-1 6-1 15,-4 2-12-15,1 2-9 0,1 4-16 0,2-2-12 16,2 0-15-16,2 2-11 0,8-5-15 0,6 2-4 16,0 0-12-16,2-4-4 0,3 1-7 0,2-1-6 15,2-2-10-15,0-9-2 0,7 22-2 0,-1-13-4 16,6 0-4-16,-1-3-4 0,7-1-5 0,-1-3 1 15,0-1-4-15,0-4-3 0,1-2 0 0,-2-3-2 16,-4 1-1-16,1-2-2 0,-3 2-5 0,2-5 1 16,-5 1-2-16,-1 2 0 0,2-1 0 0,-4-1 9 15,-2 1 8-15,1 4 5 0,1 0 2 0,-4 6-3 16,2-8-4-16,-2 8-11 0,2-7-5 0,-2 7 2 16,0 0-5-16,0 0-1 0,0 0-2 0,0 0-1 15,-4 29 4-15,0-17-2 0,3 0-2 0,1 5 0 16,-4 9 3-16,4-7-6 0,2-1-24 0,0 0-32 15,1 1-40-15,3-1-43 0,1-1-62 0,2-2-58 16,-2-5-147-16,1-1-432 0,1-1 192 0</inkml:trace>
  <inkml:trace contextRef="#ctx0" brushRef="#br0" timeOffset="50422.67">13189 3419 89 0,'2'-20'286'16,"0"3"-8"-16,-2 5-5 0,2 3-20 0,-1 1-31 16,-1 1-21-16,0 7-22 0,0 0-20 0,0 0-16 15,0 0-2-15,-11 31-1 0,4-5 5 0,1 4 0 16,1 3-6-16,-4-1-1 0,2 4-9 0,-2-1-8 0,5-3-14 16,-3 0-4-16,2 3-10 0,1 10-7 0,0-13-13 15,3-3-5-15,1-2-1 0,-2 0 1 16,2-3-18-16,0-5-19 0,2-3-44 0,-2-5-15 15,1 1-31-15,1-2-27 0,0-3-32 0,-2-7-33 16,2 11-18-16,-2-11-35 0,-2 8-57 0,2-8-212 16,0 0-513-16,0 0 226 0</inkml:trace>
  <inkml:trace contextRef="#ctx0" brushRef="#br0" timeOffset="50673.8">13030 3668 132 0,'0'0'160'0,"0"0"-19"15,8-9-8-15,2 6-5 0,1 0-7 0,7 0-8 16,2-1 0-16,7 1-8 0,0 1-7 0,2-1-5 16,-8 1-9-16,-1 0-8 0,2 0 5 0,-1 0-10 15,-6 2-4-15,3-2-1 0,-5 4-2 0,2-4 5 16,-3 4-5-16,-1-2-2 0,-1 2-6 0,1-1-2 16,-5 2-7-16,-1-1 1 0,-5-2 3 0,10 8 0 15,-6-3 2-15,0 5 3 0,-2 1-2 0,-2 1-8 16,-2 5 0-16,0 0-6 0,0 4 0 0,-3 8-2 15,-1-5-8-15,-2-1-3 0,4-4-32 0,-2 0-42 16,3-1-41-16,-5 0-61 0,2 0-63 0,0-1-168 16,2-5-411-16,1-4 182 0</inkml:trace>
  <inkml:trace contextRef="#ctx0" brushRef="#br0" timeOffset="50858.21">13377 3419 185 0,'-4'-6'147'15,"4"6"-26"-15,0 0-12 0,0 0-32 0,0 0-32 16,0 0-24-16,0 0-38 0,7 28-32 0,5-13-58 16,-2 0-115-16,4 2 51 0</inkml:trace>
  <inkml:trace contextRef="#ctx0" brushRef="#br0" timeOffset="51352.39">13595 3634 36 0,'-11'15'186'0,"5"-9"-9"0,-3 0 6 0,0 1-11 15,0 0-6-15,5 0-8 0,-3 2-12 16,3 1-7-16,-2-4-9 0,2 3-11 0,0 2-11 16,4-11-9-16,-2 19-8 0,4-8-8 0,0-2-8 15,4-1-4-15,2-1-7 0,1 1-6 0,-1-1-3 16,4-1-6-16,-1 1-3 0,0-4-5 0,3 0-3 15,-1-1-2-15,1-2-3 0,-3-3-5 0,2 0-4 16,-3-1-6-16,-2-2 1 0,-1 0-16 0,-1 0-2 0,2-2-6 16,-6-2 1-16,0 1-4 0,-2-2 0 15,0-1 0-15,0 1 0 0,0 0 4 0,-2-1-6 16,4 3 5-16,-2-2-5 0,0 11 4 0,-4-12 1 16,4 12 1-16,2-10-4 0,-2 10-6 0,0 0 3 15,4-3-1-15,-4 3 4 0,0 0 5 0,15 10-1 16,-7-2 4-16,1 1-4 0,-3 2 5 0,5 2 4 15,-1 1-3-15,-1 0 1 0,1 0 3 0,-4-3-1 16,0 3 6-16,1-5-5 0,-5-1-1 0,2-2 4 16,-4-1 3-16,0-5 16 0,5 8 17 0,-5-8 8 15,0 0-8-15,0 0-5 0,0 0-8 0,0 0 5 16,0 0 2-16,-16-16-5 0,12 6 2 0,2 0-4 16,2 1-5-16,-2-1 3 0,-1-2-1 0,8 2-2 15,-1-3-1-15,5-1-9 0,0-1 3 0,2 2-5 16,3-1-5-16,2 2-4 0,-1 2-7 0,3 2 8 15,0 0-4-15,-4 5 1 0,-1 3-5 0,1 0 1 16,1 0 1-16,-4 3-3 0,1 3 1 0,-3 1 0 16,-1 1 3-16,2 2 2 0,-6 1 4 0,0 4-1 15,-4-1-4-15,1 1 3 0,-2 3 0 0,-3 0-9 16,2 0-27-16,0 0-37 0,-2-2-49 0,1 0-63 16,0-3-73-16,1-4-181 0,0-1-468 0,2-8 208 15</inkml:trace>
  <inkml:trace contextRef="#ctx0" brushRef="#br0" timeOffset="51513.21">14148 3608 142 0,'0'-8'232'0,"0"8"-28"0,0 0-21 0,0-9-25 15,0 9-16-15,0 0-27 0,0 0-57 0,0 0-65 16,0 0-63-16,0 29-124 0,0-29-208 0,6 22 93 15</inkml:trace>
  <inkml:trace contextRef="#ctx0" brushRef="#br0" timeOffset="51650.66">14259 3883 58 0,'0'0'275'0,"4"4"-12"0,-4-4-10 0,0 0-13 0,0 0-15 15,0 0-22-15,0 0-23 0,0 0-20 16,0 0-44-16,0 0-58 0,0 0-65 0,20-14-89 15,-13 8-75-15,4 2-123 0,5-9-317 0,-3 4 142 16</inkml:trace>
  <inkml:trace contextRef="#ctx0" brushRef="#br0" timeOffset="51783.74">14497 3710 228 0,'0'0'257'0,"0"-8"-16"0,0 8-21 15,0 0-15-15,0 0-25 0,0-10-16 16,0 10-21-16,0 0-33 0,0 0-41 0,0 0-52 15,0 0-40-15,0 0-58 0,0 0-63 0,0 0-121 16,0 0-286-16,0 0 127 0</inkml:trace>
  <inkml:trace contextRef="#ctx0" brushRef="#br0" timeOffset="52392.52">6678 4532 166 0,'-20'2'152'0,"6"0"-10"0,5-1-3 16,4 1 5-16,5-2 7 0,0 0-3 0,24 5-2 16,12-6 0-16,29-3-14 0,47-8-10 0,14-4-1 0,16-2-12 15,15-5-12-15,18-1-5 0,23 2-5 16,9-4-11-16,14 3-7 0,11-1-5 0,9 5 26 16,2-2-17-16,6 5-5 0,14 1-4 0,1 3-9 15,5 3 0-15,9-3-7 0,9 7-5 0,-3-1-1 16,6 4-3-16,-4-4-5 0,-2 5-1 0,-3 1-4 15,-10 3-2-15,-19-1-4 0,-14-2 3 0,-8 2-4 16,-21 0-5-16,-10 0-2 0,-21-3 3 0,-8 0-3 16,-11-1 0-16,-19 2-3 0,-12 0 1 0,-13-2 3 15,-13 1 0-15,-13-6 2 0,-33 3-1 0,-16 3 3 16,-2-1 3-16,-9-1-5 0,-9 2 14 0,-7 1 5 16,0-3-4-16,-4 2-16 0,-3-1 5 0,-6 2-8 15,5-7-24-15,-5 7-24 0,-11-12-29 0,-5 7-34 16,-14 0-44-16,-10 0-51 0,-11 2-64 0,-14-3-190 0,-25 4-481 15,-3-5 214-15</inkml:trace>
  <inkml:trace contextRef="#ctx0" brushRef="#br0" timeOffset="56242.39">7237 5229 225 0,'0'0'221'0,"-7"-8"-9"0,7 8-5 0,-6-5-6 15,6 5-16-15,-5-5-11 0,5 5-18 0,0 0-18 16,0 0-14-16,0 0-13 0,17-15-9 0,2 8-13 16,9 0-7-16,6-2 1 0,15-3-16 0,5 2-7 15,0 1-7-15,-1 1-7 0,1-1-15 0,-17 5-25 16,0 0-31-16,-7 1-17 0,-1 2-25 0,-9 1-29 16,-6-2-23-16,-1 2-26 0,-2 0-5 0,-2 0-12 15,-1 0-12-15,-8 0-92 0,8 4-288 0,-8-4 128 16</inkml:trace>
  <inkml:trace contextRef="#ctx0" brushRef="#br0" timeOffset="56469.78">7538 5113 18 0,'-28'-2'85'0,"7"2"-5"0,3-1 11 16,-3 2 3-16,3-1 8 0,4 3-10 0,2-2-5 16,1 1-12-16,2 0-5 0,0 4 0 0,-1 0 0 15,4 4 6-15,-1 2 6 0,1 4 7 0,0 4-2 16,3-1-2-16,-1 8 1 0,4 2-1 0,0 3-7 15,0 3 3-15,2 0-9 0,-4 12-5 16,2-14-8-16,-1 1-3 0,-3 0-4 0,3-2-7 0,-3 1-4 16,0 0-2-16,-1-2-4 0,0-1-1 0,0-1-4 15,0 0-3-15,0-5-17 0,1-5-19 0,0-1-33 16,1-5-40-16,-2 0-36 0,4-4-48 0,-3-2-140 16,4-7-331-16,-6 11 147 0</inkml:trace>
  <inkml:trace contextRef="#ctx0" brushRef="#br0" timeOffset="56782.16">7257 5543 51 0,'12'-2'168'0,"6"-1"-15"0,1-1-14 16,9-1-7-16,0 1-12 0,3 2-13 0,5 0-9 15,1-1-8-15,1 1-11 0,2 2-3 0,-2-1-4 16,0-1-13-16,0-2-10 0,-2-1 1 0,-2 3-10 15,-4-3 4-15,-3 0-3 0,-10 2-4 0,-2 1-1 16,-3 0 9-16,-2-1 11 0,-1 1 8 16,-2-1-6-16,-1-2-5 0,-1-1 1 0,-5 6 7 0,7-7 6 15,-4 1 9-15,-3 6 10 0,5-6-8 0,-5 6-6 16,4-4-11-16,-4 4-6 0,0 0-9 0,0 0-9 16,0 0 5-16,0 0-5 0,0 0-13 0,0 0 1 15,6 18-4-15,-6-9-1 0,0 3-3 0,0 5-1 16,2-2 3-16,0 2-9 0,-2-1-33 0,-1 1-30 15,0 1-44-15,1-2-49 0,0 1-38 0,-2 2-206 16,1-7-422-16,-2 1 187 0</inkml:trace>
  <inkml:trace contextRef="#ctx0" brushRef="#br0" timeOffset="56934.49">7775 5432 1777 0,'-3'-27'-44'0,"-2"0"48"0,3 12 3 0,0 3-23 16,1 2-2-16,0 1-54 0,1 4-28 0,0 5 4 16,4-6-9-16,-4 6-119 0,0 0-240 0,0 0 106 15</inkml:trace>
  <inkml:trace contextRef="#ctx0" brushRef="#br0" timeOffset="57140.45">8075 5463 46 0,'0'0'202'0,"0"0"-14"0,14-2 0 16,-14 2-9-16,10 3-6 0,-2-1-4 0,-1 2-13 15,3 4-12-15,-1 0-4 0,0 1-10 0,5 2-10 16,-3 1-14-16,3 1-6 0,-2-1-13 0,1 4-11 0,2-2-6 16,-2 0-5-16,1 1-5 0,-3-3-20 0,1-1-34 15,-5 0-36-15,0-1-32 0,1 0-36 0,-2-2-29 16,-1-2-36-16,-1 0-26 0,-2 0-107 15,-2-6-321-15,0 0 141 0</inkml:trace>
  <inkml:trace contextRef="#ctx0" brushRef="#br0" timeOffset="57305.24">8335 5506 126 0,'-2'-7'177'16,"2"7"-12"-16,-3-10-11 0,3 10-16 0,-4-4-10 15,4 4-7-15,0 0-1 0,0 0-6 0,-22 17 3 16,7-1-12-16,-2 4-6 0,-2 1-5 0,0 3-6 0,2-1-13 15,-2 2-9-15,1-3-5 0,3 1-20 0,-2-3-33 16,6-3-34-16,0-2-45 0,4 1-36 16,0-5-59-16,1-2-106 0,3-3-294 0,3-6 131 15</inkml:trace>
  <inkml:trace contextRef="#ctx0" brushRef="#br0" timeOffset="57500.67">8483 5468 1810 0,'9'-9'100'0,"-1"-1"-31"0,-1 0-21 16,-3 5-36-16,2 0 1 0,-2 1-4 0,-4 4-2 16,0 0 6-16,0 0 13 0,0 0 15 0,10 17 6 15,-8-6 12-15,-1 4-7 0,-2 2-5 0,1 0-1 0,-2 4-4 16,4-2-6-16,-2 7-1 0,0-7-7 16,0 0 2-16,-2-2-31 0,2 1-29 0,0 2-41 15,0-3-41-15,0-2-35 0,0-1-37 0,0-2-154 16,-1-2-366-16,1-10 162 0</inkml:trace>
  <inkml:trace contextRef="#ctx0" brushRef="#br0" timeOffset="57880.58">8621 5634 188 0,'0'-7'254'0,"1"-6"-5"15,2 3-9-15,2-8-22 0,3 3-10 0,2-2-16 16,3 3-13-16,2-1-19 0,2 4-19 0,5-4-16 16,-2 9-13-16,-1 2-10 0,1 2-12 0,-3 4-11 15,2 1-6-15,-2 4-11 0,-3 0-5 0,1 5 0 16,-3 1-12-16,-1 1-5 0,-1 1 0 0,-1 1-3 16,-1 0-19-16,-3 2-31 0,-1 0-26 0,0-1-34 15,-3-2-40-15,1 2-31 0,-2-6-43 0,3 1-48 16,-4-3-126-16,2-1-390 0,3-3 173 0</inkml:trace>
  <inkml:trace contextRef="#ctx0" brushRef="#br0" timeOffset="58248.49">9105 5499 80 0,'-1'-7'226'0,"1"7"-14"15,-1-13-10-15,1 13-13 0,-4-7-16 0,4 7-17 16,0 0-12-16,-15 3-12 0,7 4-7 0,-1 2-13 15,1 2-13-15,1 2-12 0,-1 3-5 0,0-2-8 16,2 1-5-16,3-4-7 0,1 0-4 0,-1-1-8 16,2 0-5-16,1-2-6 0,1-1 2 0,-1-7-7 15,4 12-3-15,0-7-8 0,0-3 2 0,-4-2-4 16,11 4 0-16,-11-4 3 0,12-2-8 0,-12 2-2 16,10-4 0-16,-2 1-4 0,-5-1 6 0,-3 4-5 15,11-6-1-15,-11 6-3 0,6-4-4 0,-6 4-6 16,8-2 0-16,-8 2 3 0,0 0-1 0,6 14-2 15,-5-3-3-15,2 5 3 0,-3 9 3 0,0 3-2 16,0 2 3-16,-1 4 0 0,-3-1 1 0,-1-1 0 16,-3 5 5-16,3-3 1 0,-3 0 10 0,-1-3-8 15,0 4 4-15,-1-3-2 0,-4-3 7 0,1 0-5 16,0-4-3-16,-2 1 6 0,-2-4-3 0,4-6-6 16,-2-2-4-16,3-1-18 0,1-3-27 0,1-3-34 15,0-1-55-15,4-4-61 0,-1-1-214 0,7-1-438 16,0 0 193-16</inkml:trace>
  <inkml:trace contextRef="#ctx0" brushRef="#br0" timeOffset="58787.37">9636 5583 2383 0,'21'-22'48'0,"-7"10"18"0,-5 3-18 0,0-2-25 0,-2 6-14 15,-2 0-7-15,0 4 3 0,-5 1 4 0,0 0 18 16,0 0 17-16,4 14 4 0,-9 0 4 0,2 1-3 15,-2 5-5-15,1-3-1 0,2 6-5 0,2-3-1 16,1-2-5-16,0-1-4 0,3-1 1 0,1-1 1 16,0-4-8-16,4 2 4 0,1-5-4 0,-2-1 2 15,6 0-3-15,-2-4 0 0,-1 0 1 0,3-2-3 16,-1-4-5-16,5-1 2 0,-7-2-3 0,6 0-2 16,-6-6 0-16,0 0-9 0,-4 1-2 0,-2-7-2 15,-1 0-5-15,-2-2 4 0,-4-5-9 0,0 0 6 16,-3 0-2-16,-4 1-1 0,2 0 3 15,0 5-3-15,-1 2 12 0,-1 1 3 0,3 5-3 0,-1 3 0 16,2-1 2-16,2 5-4 0,3 4-4 0,-3-7-2 16,-1 2 1-16,4 5 2 0,0 0-4 0,0 0 3 15,0 0 1-15,0 0-1 0,23-3-3 0,-3 3-8 16,2-1-1-16,9-2-6 0,2-3-6 16,3 1 5-16,0-7 0 0,-2 2-2 0,-3-3 5 15,-1 1 2-15,-3-3 0 0,0-4 4 0,-6 1-4 0,-1-1 11 16,-7 3 14-16,-3-2 7 0,-4 0 2 0,0-1 3 15,-5 0-4-15,-1-4 10 0,-3 4 0 0,2 3 20 16,-3 1 11-16,3 4 11 0,-2 3-4 0,1 1-5 16,2 7-16-16,-2-8-10 0,2 8 3 0,0 0-10 15,-10 16 6-15,6 8-1 0,-2 6 1 0,1 6 3 16,-4 17-2-16,-1 7 7 0,1 21 1 0,4-28-8 16,-4 27 0-16,4-24-5 0,0 0 3 0,-1 0-8 15,0-2 0-15,1-6 2 0,1 0 3 0,-1-15-9 16,1 14-5-16,2-12-20 0,-2-3-37 0,1-1-34 15,-5 3-38-15,2-6-68 0,-3 1-48 0,0-7-48 16,0-5-247-16,-2 1-571 0,-2-7 253 0</inkml:trace>
  <inkml:trace contextRef="#ctx0" brushRef="#br0" timeOffset="58951">9987 5682 250 0,'24'-13'237'0,"3"0"-26"0,5 3-22 0,4-4-25 16,14-1-41-16,-2 3-36 0,2-1-48 0,3-1-67 15,-1 3-49-15,3 1-40 0,-1 2-63 16,4-6-195-16,4 4 86 0</inkml:trace>
  <inkml:trace contextRef="#ctx0" brushRef="#br0" timeOffset="59282.91">11062 5346 47 0,'0'0'208'0,"-10"-9"-13"0,-2 9-9 0,-4 1 1 16,-6 6 4-16,-6 1 3 0,0 8-8 0,5 1-4 15,-2 0-14-15,1 4-8 0,2 0-19 0,6 0-12 16,0 0-15-16,10-6-9 0,0 2-12 0,3-1-8 16,3 0-6-16,1-4-7 0,2-1-8 15,2 0-3-15,1-1-4 0,7-3-7 0,-1-2-5 0,5-1-15 16,-1-1-10-16,2-3 0 0,0-2-3 0,0 0-6 15,-5-2 0-15,4-4 2 0,-1-1-4 0,-2-2 0 16,-7 3-3-16,5-5-3 0,-5-1-3 0,1-2 5 16,-1-1-2-16,-1 2 0 0,0-2 5 0,-1 2 3 15,-1 2 6-15,4-1 7 0,-5 3 14 0,0 6 2 16,-1-2-3-16,-2 7-7 0,0-8-7 0,0 8-1 16,0 0-2-16,0 0-2 0,0 0 7 0,7 20 0 15,-6-4 0-15,2 0 0 0,0 2-5 0,-2-1 1 16,3 1-4-16,0 1 16 0,1 1-35 0,1-1-42 15,0-1-55-15,5 6-70 0,5-3-84 0,1-2-260 16,-4-4-554-16,6 2 246 0</inkml:trace>
  <inkml:trace contextRef="#ctx0" brushRef="#br0" timeOffset="59769.8">11642 5660 2 0,'8'-28'265'0,"3"2"-25"0,5-3-26 0,1-2-21 15,9-10-17-15,6 0-13 0,-1 2-8 0,-1 3-13 16,-7 10-6-16,9-10-6 0,-9 8-9 0,7-11-28 16,-8 13-3-16,-3 1-13 0,2-2-5 0,-4 1-11 15,-2 4 7-15,-5 6-2 0,-2 5 0 0,-3 3-6 16,-1-2-7-16,0 4-7 0,-4 0-8 0,0 6-5 16,0 0-2-16,-6-8-7 0,6 8-1 0,-19 5-4 15,2 4-4-15,-6 4-1 0,2 5-3 0,1 0-4 16,0 0 2-16,5 4-9 0,1-1-4 0,8-4-8 15,3 0-1-15,5 8-1 0,1-8 2 0,5 1-3 16,9 6 6-16,0-4 0 0,2 0 1 0,3 1 6 16,-1 0-1-16,2-3-6 0,-4 2 3 0,-1-2-1 15,-3-6-1-15,-3 1 4 0,1-1-1 0,-6-1 1 16,-2-2 2-16,-1 3-2 0,-2-2 3 0,-5 2-3 16,-1-2 5-16,-2 0-12 0,-6 1-9 0,-1 0-14 15,-4-1-10-15,1-3-14 0,-1-2-4 0,4-2-19 16,2 2-20-16,-3-3-28 0,5-1-31 0,3 2-38 15,-4-3-113-15,10 0-336 0,0 0 149 0</inkml:trace>
  <inkml:trace contextRef="#ctx0" brushRef="#br0" timeOffset="60298.73">12226 5386 2194 0,'13'-23'74'0,"-3"6"19"0,-2 2-5 0,-4 2-38 15,-2 4-10-15,1 0 11 0,1 1-12 0,-2 2-7 16,-2 6-8-16,4-8-6 0,-4 8-2 0,0 0-4 15,0 0 0-15,0 0 1 0,0 0 12 0,2 31 7 16,-2-16-10-16,4 3 6 0,-4 1-6 0,4 6 1 16,1-8-6-16,2 3-3 0,0-4 3 0,2 1 1 15,1-1-1-15,2-2-1 0,1-1 5 0,0-3 1 16,2-3-9-16,2 0-2 0,-3-5 1 0,6-2-2 16,-2-1 0-16,0-2-1 0,-3-3-4 0,4-1 8 15,-6-2-8-15,1-3 2 0,-1 2-5 16,-2-6 6-16,1 1-4 0,-2-2 1 0,-1 1-1 0,-3-4-1 15,-2 4 0-15,2-2-1 0,-5 1 1 0,1-1 5 16,2 3 6-16,-4 5 6 0,0 2-1 0,0 0-6 16,0 8-1-16,0-8-6 0,0 8 0 0,0 0-4 15,0 0-1-15,0 0-2 0,0 0 2 0,-9 21 4 16,5-3-3-16,2-1-1 0,-1 2 2 16,2-2 1-16,0 2 1 0,1-2 0 0,2 1-5 0,3-2 11 15,-1 0-6-15,0-6-4 0,3 0 5 0,3-1-3 16,-2-2 3-16,3 0 2 0,-1-4-4 0,3 0 2 15,-2-1 1-15,3-4-2 0,3-1 1 0,0-3 0 16,-2-1 2-16,1-1-1 0,-3-4 3 0,-1 1-3 16,-3-5-2-16,2 1-1 0,-2 0-1 0,0-1 3 15,-1 1 0-15,-3 3 0 0,-5-4-1 0,5 2 2 16,-2 3 6-16,-2 0 9 0,2 4 3 0,-3 7 4 16,2-11-21-16,-2 11-2 0,0-7 0 0,0 7 2 15,0 0-8-15,0 0 9 0,0 0-2 0,0 29-1 16,-2-13-2-16,2 0 2 0,2 4-5 0,-2-1-8 15,2 1-24-15,0-1-27 0,0 0-26 16,3 0-45-16,-1 0-49 0,4-3-43 0,0-2-60 0,-1-2-155 16,-1-2-472-16,1-4 209 0</inkml:trace>
  <inkml:trace contextRef="#ctx0" brushRef="#br0" timeOffset="60457.98">12816 5197 2051 0,'-15'-23'98'16,"3"0"-40"-16,1 9-30 0,1 1-14 0,4 3-5 0,-1 3-10 16,3 1-30-16,2 3-29 0,2 3-6 0,0 0-13 15,0 0-33-15,0 0-27 0,0 0-35 0,0 0-92 16,25 9-289-16,-8-3 128 0</inkml:trace>
  <inkml:trace contextRef="#ctx0" brushRef="#br0" timeOffset="60672.45">13126 5079 236 0,'0'-10'257'0,"0"10"-11"0,0 0-20 0,4-9-19 15,-4 9-23-15,0 0-22 0,0 0-11 0,0 0-3 16,0 0 0-16,1 22 11 0,4-5 5 0,-5 7-14 16,2 3-10-16,-2 1-6 0,0 0-9 0,2 3-15 15,-2 2-5-15,0-3-9 0,0 1-7 0,0-1-12 16,0 0-7-16,0-3-11 0,2 1 3 0,-2-1-36 0,0-8-32 15,3-2-42-15,-3-1-31 0,0 0-38 16,0-4-43-16,0-2-52 0,2 0-47 0,-2-4-183 16,0-6-478-16,-2 9 211 0</inkml:trace>
  <inkml:trace contextRef="#ctx0" brushRef="#br0" timeOffset="61136.05">13097 5220 107 0,'20'-4'155'0,"1"2"-10"0,8-2-7 0,0 3-9 16,7 1-9-16,-4 0-8 0,-1 0-5 0,1-1-13 15,-3 2-2-15,0 1-14 0,2 0-5 0,-11-2-10 16,1-2-4-16,-3 4-1 0,-5-4-3 0,-4 4 10 16,2-4 22-16,-6 1 5 0,-5 1 0 0,0 0-2 15,13-1-9-15,-13 1-4 0,0 0-7 0,0 0-1 16,0 0-9-16,0 0 2 0,-36 4-4 0,16 4 8 15,-6 4 5-15,-4 4-2 0,1-2-5 0,2 1-7 16,2 5-3-16,2-3 0 0,4 2-11 0,5-3 0 16,3-3-6-16,1 1-5 0,2 0-2 0,3 0-1 15,3 0 1-15,2-2-4 0,0-1-4 0,2-2 1 16,3 1-4-16,3-2 3 0,2 0-6 0,-1-3 5 0,7 0-5 16,1-3-3-16,-1 1-6 0,2-4-3 15,-2-3 2-15,1 0-4 0,0 0-2 0,-2-5-3 16,1-1 3-16,-1-3-2 0,-3 0-1 0,1 4 10 15,-1-8-11-15,-1 1 1 0,-2-2-3 0,-5 7 3 16,0-5 1-16,2 3 3 0,-4 6-1 0,0 1 1 16,0-1 2-16,-2 7-5 0,2-8-6 0,-2 8 2 0,0 0-3 15,0 0 2-15,0 0 3 0,0 0-2 16,0 0 3-16,2 25-2 0,-2-14 7 0,1 4 6 16,3 1-7-16,-2 0-1 0,2 2-2 0,4-2-30 15,1 0-31-15,-1-2-34 0,1-1-45 0,3 3-48 16,3-6-37-16,3 0-28 0,-2-1-130 0,2-4-415 15,3-3 184-15</inkml:trace>
  <inkml:trace contextRef="#ctx0" brushRef="#br0" timeOffset="61500.57">13838 5163 152 0,'2'-19'232'0,"-2"3"5"15,5 6-4-15,-4 1-12 0,-1 3-19 16,0 6-24-16,2-10-23 0,-2 10-17 0,0 0-14 15,0 0-10-15,0 0-12 0,2 32-2 0,-2-13-11 16,-2 6-4-16,-2 5-6 0,0-4-5 0,2 1-3 16,0 0-8-16,0-1-7 0,2-10-3 0,-2 3-2 15,2-4-5-15,2-4-8 0,-2 0-1 0,0-2-3 16,2-2 0-16,-2-7-1 0,2 9-4 0,-2-9-1 16,0 9 1-16,0-9 2 0,0 0 6 0,2 8-2 15,-2-8-5-15,0 0-1 0,12 0-6 0,-12 0-3 16,17-6 2-16,-5 1-5 0,1 0-1 0,3 1-5 15,-2 1-7-15,-1 0-3 0,-1 2-6 0,1 1-6 16,0 1 0-16,-2 4 1 0,-2 0-1 0,1 1 5 16,-1 2-3-16,-5 0 2 0,2 3 0 0,-5-2-1 15,-1 3 0-15,-1 0 3 0,-5 2 1 0,1 2 2 16,-6-4 4-16,-3 2-2 0,0-1-1 0,-3 0 2 16,2-1-16-16,-1-2-24 0,1-2-28 0,0 0-30 15,5-2-44-15,1-3-54 0,3-1-71 0,-2-2-147 16,8 0-445-16,0 0 198 0</inkml:trace>
  <inkml:trace contextRef="#ctx0" brushRef="#br0" timeOffset="61696.61">14191 5182 1797 0,'11'-33'5'0,"-4"5"37"0,0 5 69 16,-2 6 2-16,-1 1-1 0,0 4-5 0,-1 4-21 15,-1 3-17-15,2-1-20 0,-4 6-4 0,0 0-8 16,0 0-3-16,0 0 7 0,4 17-1 0,-4 2 2 15,-2 9-9-15,2 2 7 0,-2 3-8 0,-2 2-3 16,-1 0 1-16,-1 0-5 0,1 1-13 0,-2-4-37 16,0 1-32-16,1-2-33 0,-1-2-38 0,1-1-53 15,0-3-38-15,0-6-154 0,1 0-402 0,4-8 178 16</inkml:trace>
  <inkml:trace contextRef="#ctx0" brushRef="#br0" timeOffset="61929.41">14258 5554 42 0,'14'-8'163'0,"2"-3"4"0,7-5-13 15,1 1-3-15,0-2-2 0,-1-1 1 0,-3-1-3 16,3 1-9-16,1-1-5 0,1-3-4 0,-2 4-3 16,-3-4-1-16,0 3 1 0,-4-1-7 0,-1 7-7 15,-4-4 4-15,-1 1-1 0,-2 0 12 0,-3 4-3 16,-1 2 6-16,-2 2-2 0,-1 1-10 0,-1 0-13 16,0 7-8-16,0 0-15 0,-9-7-13 0,9 7-4 15,-27 9-8-15,1 4-7 0,-2 4-3 0,1 4-3 16,-2 2-6-16,5 0-9 0,3-3 1 0,7 2-21 15,5-4-16-15,4-1-26 0,1 0-18 0,4 1-33 16,5-1-43-16,5-2-40 0,5-1-30 0,10 1-44 16,8-2-227-16,19 1-506 0,1-5 224 0</inkml:trace>
  <inkml:trace contextRef="#ctx0" brushRef="#br0" timeOffset="62169.8">15454 5153 294 0,'-3'-10'301'0,"1"1"-18"0,-3 2-20 0,0-1-21 0,-3 4-18 15,-1 2-14-15,-4 6-14 0,-3 0-13 0,-3 6-14 16,-4 5-9-16,0 5-16 0,2 1-9 0,2 2-19 16,5 0-6-16,2 1-12 0,1 2-14 0,7-2-5 15,2 3-4-15,2 0-5 0,3-7-12 16,5 5-6-16,5-3-24 0,-2-5-28 0,2 1-33 0,0-3-33 15,2-2-30-15,2 0-38 0,-2-1-41 0,2-4-39 16,-2 0-34-16,0-2-187 0,-6-2-471 0,2-3 208 16</inkml:trace>
  <inkml:trace contextRef="#ctx0" brushRef="#br0" timeOffset="62402.4">15501 5160 252 0,'7'-13'259'0,"0"0"-2"0,1 3-25 0,-1 3-10 0,-1-1-20 16,5 4-19-16,0 2-19 0,1 2-12 0,1 5-14 16,6 2-14-16,-5 5-10 0,7 5-12 0,-4 5-2 15,-1-1-12-15,0 3-9 0,-3 0-8 0,-2 4-3 16,-4-3-9-16,1 1-3 0,-3-2-3 16,-5 3-7-16,3-6-3 0,-3-4-4 0,-3 4-2 0,-2-2-3 15,-4 4-1-15,0-7-3 0,-1 1-14 0,-1-2-33 16,-2-1-38-16,-4-2-52 0,-7 4-48 15,-2-5-51-15,-2-2-44 0,-2 2-161 0,4-6-444 16,4-2 196-16</inkml:trace>
  <inkml:trace contextRef="#ctx0" brushRef="#br0" timeOffset="62566.7">15349 5378 187 0,'2'-8'225'16,"-2"8"-20"-16,0 0-4 0,3-7-3 0,-3 7-4 15,0 0-5-15,14 4-9 0,-3-1-13 0,7 4-17 0,1-1-11 16,8-3-14-16,3 7-12 0,1-3-11 0,1-1-46 16,2-1-66-16,0 1-81 0,-1-2-109 15,0-3-155-15,-5-1-386 0,-7-2 171 0</inkml:trace>
  <inkml:trace contextRef="#ctx0" brushRef="#br0" timeOffset="62958.47">16238 5286 2734 0,'11'-17'84'0,"-1"2"-82"0,-2 4 24 16,-3 1 19-16,1 0-10 0,-1 2-5 0,-2 2-11 16,1 2 0-16,-4 4-2 0,5-6-10 0,-5 6-4 15,0 0 9-15,0 0 11 0,1 19 12 0,-2 1 9 16,1 10 3-16,-1 1 4 0,-2 1-3 0,1 1-7 15,-2-1 4-15,0 0-6 0,1 0-10 0,0-1 4 16,0-4-5-16,1 2-5 0,0-2-2 0,0 1 3 16,0-3-8-16,1-6-35 0,1-2-24 15,-1 2-34-15,-2-8-39 0,1 2-51 0,0-2-61 0,-2-3-44 16,1 1-171-16,-2-2-481 0,0-5 213 0</inkml:trace>
  <inkml:trace contextRef="#ctx0" brushRef="#br0" timeOffset="63190.49">16275 5156 1 0,'11'-7'199'0,"-2"0"-19"16,4 3-1-16,-2 0-18 0,1 1-14 0,1 4-3 16,-2 4-1-16,1 1-15 0,-2 4-5 0,3 3-11 15,-4 3 1-15,-1 8-7 0,-4-5-12 0,-1 7-7 16,-3-1-3-16,-4-6-12 0,-2 7-3 0,-4-4-6 15,-1 2-7-15,0-2-5 0,-5-1 0 0,5-7-7 16,-4 0-5-16,0-2-24 0,-1 1-30 0,2-2-38 16,1 0-51-16,2-5-51 0,1 0-56 0,-1-1-110 15,2-3-347-15,9-2 153 0</inkml:trace>
  <inkml:trace contextRef="#ctx0" brushRef="#br0" timeOffset="63404.09">16524 5204 2213 0,'10'-17'60'0,"-1"0"35"0,-1 2-27 16,-2 1 2-16,-2 2-1 0,0 2-5 16,-2 4 2-16,2-1-7 0,-1 2-16 0,-3 5-1 15,2-8-8-15,-2 8-6 0,0 0 6 0,0 0 16 0,0 0 12 16,7 18 12-16,-5-2 4 0,-1 1-3 0,1 2 10 16,0 5-22-16,-2-3-3 0,0 4-5 0,-2-1-4 15,2 5-1-15,-2-1-1 0,2 0-7 0,-1 0-8 16,1-2-34-16,0-1-36 0,-2-1-41 0,5-5-51 15,-4 0-59-15,1-3-77 0,-2 3-250 16,2-8-557-16,-4 0 248 0</inkml:trace>
  <inkml:trace contextRef="#ctx0" brushRef="#br0" timeOffset="63575.04">16484 5314 70 0,'0'-12'259'0,"0"5"-22"0,0 7-22 15,3-12-22-15,-2 6-20 0,2 0-17 0,3 1-19 16,3-1-22-16,1 2-26 0,8 1-30 16,2 1-37-16,7 1-37 0,5 4-41 0,4 1-30 0,-2 0-27 15,2 3-28-15,0 0-78 0,-3 1-238 16,-1 5 105-16</inkml:trace>
  <inkml:trace contextRef="#ctx0" brushRef="#br0" timeOffset="63673.81">17025 5378 40 0,'5'4'204'0,"-5"-4"-6"0,0 0-14 0,8 2-20 15,-8-2-17-15,0 0-14 0,0 0-21 0,0 0-34 16,0 0-39-16,0 0-59 0,0 0-57 0,0 0-124 16,0 0-217-16,0 0 96 0</inkml:trace>
  <inkml:trace contextRef="#ctx0" brushRef="#br0" timeOffset="64190.63">17384 5464 211 0,'0'0'265'0,"10"-1"5"0,-10 1-3 0,10-7-8 16,-3 2-19-16,2-2-17 0,-2-1-10 0,4-1-5 15,-5 0-6-15,8-4-28 0,-2 0 1 0,1 0-26 16,0-2-12-16,6-4-13 0,-7 3-15 0,5-3-6 16,-2-2-17-16,-2 6 11 0,-3-2-24 0,2 1-4 15,0-5-6-15,1 0-9 0,-3 4-13 0,0-1 15 16,-2 3-9-16,0 2-15 0,-3 1-1 0,0 2-10 15,-1 1 0-15,-2 3 0 0,0-1-7 0,-2 7-1 16,4-8-1-16,-4 8-7 0,1-6-7 0,-1 6-1 16,0 0 8-16,0 0-13 0,0 0-1 0,-13 31 9 15,5-15-8-15,1 2 5 0,-1-1-2 0,2 2 2 16,3-2-3-16,-1 1 0 0,3 0 3 0,0-1 1 16,2-6 1-16,4 0 7 0,0 0-8 0,4-1 4 15,1-3 0-15,7 3 4 0,1-5-2 0,1 2 2 16,1-7-2-16,1 2 4 0,1-4-6 0,-2-1 5 15,-4-1-1-15,0-3 0 0,-4 2 5 0,0-1-8 16,-3-1 4-16,2-3 0 0,-1 1-2 0,-3-4 1 16,0-3 2-16,-2 6-7 0,0-6 1 0,-1 3 3 15,0-2-3-15,-2 3 6 0,-1 0-2 0,2 2-3 16,-3 0 2-16,1 3 9 0,-1 7-9 16,-1-9 2-16,1 9 0 0,0 0-7 0,1-9-1 0,-1 9-2 15,0 0-1-15,0 0 16 0,-14 33-9 0,7-15 0 16,-4 6-4-16,-1-1-5 0,1-1 5 0,-1 6 5 15,-1-2-2-15,4-1 0 0,0 1 4 0,-2-2-2 16,3-2-30-16,3-2-18 0,-1-2-29 0,1 0-36 16,-2-2-53-16,3 0-54 0,0-6-65 0,-1 0-271 15,1-2-597-15,4-8 264 0</inkml:trace>
  <inkml:trace contextRef="#ctx0" brushRef="#br0" timeOffset="64357.83">17579 4981 2455 0,'-11'-15'55'15,"1"0"-18"-15,1 5-17 0,4 1-11 0,-3 1-9 16,3 4-19-16,1-2-31 0,4 6-23 0,-5-5-18 16,5 5-37-16,0 0-38 0,0 0-176 0,0 0-370 15,28 12 164-15</inkml:trace>
  <inkml:trace contextRef="#ctx0" brushRef="#br0" timeOffset="64830.57">18521 5149 157 0,'0'0'182'0,"0"0"-15"15,0 0-16-15,0 0-3 0,0 0 0 16,-1 17-4-16,-1-5-5 0,2-1 3 0,-2 5-8 0,1 2-4 16,-2 0-10-16,3-2-10 0,0 1-10 0,-1 0-6 15,1-1-9-15,-1-4-3 0,1 0-4 16,-1-1-2-16,1-2-4 0,0 0 1 0,0-9 14 15,0 10 14-15,0-10 25 0,1 9 12 0,-1-9 16 16,0 0 3-16,0 0-17 0,0 0-8 0,0 0-14 0,0 0-13 16,0 0-16-16,-4-29-21 0,5 17 10 0,2-5-15 15,1 2-1-15,5-3-11 0,-4 0-4 0,2 0-5 16,9-7-13-16,3 0 2 0,1 2-6 16,2 3 6-16,2 2-19 0,1 2-10 0,-2 4-26 0,-5 2-3 15,-1 5 5-15,-4 0 1 0,2 3-2 0,-3 3 2 16,1 0-2-16,-2 4 6 0,0 0 4 0,-4 2-1 15,3 3-2-15,-2 1 4 0,-1 3 0 0,1 2 1 16,-4 1 5-16,0-2 0 0,-3 3-2 16,2-1-34-16,-4 1-20 0,-1 0-17 0,2-3-21 0,-2 4-32 15,-1-5-37-15,2 2-43 0,1-4-59 0,-1-2-243 16,-1 0-555-16,0-3 246 0</inkml:trace>
  <inkml:trace contextRef="#ctx0" brushRef="#br0" timeOffset="65101.36">18998 5249 78 0,'0'0'205'0,"0"0"-7"0,0 0-10 15,0 0-7-15,0 0-6 0,0 0-17 16,0 0-10-16,0 0-7 0,-3 21-11 0,6-14-9 0,0-2-14 16,0 2-3-16,5-1-11 0,2 1-1 15,2-3-6-15,4 2-5 0,4-3-3 0,0-3-4 0,2 0-1 16,-3-1-7-16,-1-3 4 0,-5 0 12 0,-1 0 11 15,-3 0-4-15,-1-3-4 0,0-2-7 0,-3 1-5 16,-3-3-7-16,-2 0-9 0,-5-1-4 0,1 0-9 16,-3-2-2-16,-2 1 1 0,-4-1-21 15,0 1-13-15,-3 2-14 0,0 1-19 0,-3 3-36 0,0 2-32 16,-2 1-43-16,1 4-42 0,6 0-44 0,0 2-51 16,1 2-145-16,3 0-450 0,2-1 199 0</inkml:trace>
  <inkml:trace contextRef="#ctx0" brushRef="#br0" timeOffset="65319.83">19370 5060 118 0,'9'-13'306'0,"0"-1"-8"0,-4 2-2 0,-1 2-11 16,1 1-7-16,-1 2-9 0,-3 1-13 16,-1 6-20-16,4-10-36 0,-4 10-20 0,4-3-18 15,-4 3-15-15,0 0-2 0,5 19-9 0,-4-3-13 16,-5 4-4-16,3 6-4 0,0 2-9 0,-3 0-11 0,-1 3-14 15,2-2-6-15,-2-1-5 0,-1 3-5 0,-1-2-8 16,5-2-44-16,-1-1-43 0,2-6-29 16,-2 5-42-16,2-6-38 0,1-2-61 0,-1-2-54 0,1-1-50 15,0-2-220-15,0-12-568 0,0 14 251 16</inkml:trace>
  <inkml:trace contextRef="#ctx0" brushRef="#br0" timeOffset="65471.92">19358 5109 203 0,'0'0'233'15,"0"-8"-32"-15,5 5-20 0,2 0-26 0,6-1-25 0,6 2-31 16,9 1-39-16,3 2-71 0,4-2-58 16,3 4-128-16,14-1-214 0,-12 3 94 0</inkml:trace>
  <inkml:trace contextRef="#ctx0" brushRef="#br0" timeOffset="65904.5">20023 5505 2900 0,'0'0'137'0,"6"-23"-29"0,1 15-62 16,-3-2-15-16,2-1-12 0,3-4-8 15,5 1 1-15,4-8 6 0,2-2 4 0,5 2 2 0,1-2 7 16,-1 2 0-16,0-1-1 0,3-3-3 0,-2 2-1 16,3 0-24-16,-2-2 3 0,10-5-2 15,-14 7-1-15,-6 1 2 0,1 3-2 0,-7 4 2 16,-2 2 9-16,-1 5-5 0,-3-1-1 0,-1 3 1 16,-2 2 0-16,-2 5-9 0,3-9 2 0,-3 9-4 0,0 0-1 15,0 0 2-15,-17-1 0 0,6 7-4 0,-3 3-1 16,-4 1 3-16,2 3 2 0,0 1-2 0,4 2-6 15,0-1-14-15,1 1 1 0,8-1-3 0,-1 0 3 16,4 1 14-16,1-1-1 0,4-1-7 0,3 2 3 16,1-1 0-16,2 0 1 0,0 1 3 0,1 0 0 15,-2 0-1-15,2 0 5 0,-2-3-5 0,-3 0 8 16,-2-1-4-16,-1-2 4 0,-2 0-6 0,1 0 6 16,-2-1-1-16,-4 1 12 0,0 1-10 15,-3-2 2-15,0-1 7 0,-4 0-22 0,-3-2-19 16,-1 1-17-16,1-1-24 0,3-3-24 0,-4 1-28 0,4-2-31 15,10-2-29-15,-14-2-31 0,14 2-165 0,0 0-414 16,-16-5 183-16</inkml:trace>
  <inkml:trace contextRef="#ctx0" brushRef="#br0" timeOffset="66236.28">20663 5214 77 0,'5'-5'257'15,"2"1"-28"-15,-3 1-25 0,-4 3-19 0,7-5-22 16,-7 5-6-16,0 0-4 0,0 0-14 0,3 14-6 15,-3-14-4-15,-3 18-10 0,1-9-7 0,0 4-7 16,2 2-7-16,0-3-7 0,2-1-8 0,0 5-6 16,3-6-9-16,3 2-5 0,1-5-3 0,6 5-3 15,1-5-6-15,4-1-3 0,2-2-3 0,-2-3-6 16,8-4-1-16,-8 2-2 0,1-4-3 0,-1 0-2 16,-1 0-1-16,-4-4-6 0,-1 0 1 0,-1-3-6 15,-2 1-2-15,-2-4 0 0,0 1-3 0,0-2 0 16,-4 0 2-16,-1 4-2 0,-1-1 4 0,-1 1 8 15,-2 2 6-15,1 1 1 0,-1 4 5 0,0 5-14 16,2-12 0-16,-2 12-9 0,2-6-5 0,-2 6 2 16,0 0-2-16,0 0 0 0,-10 18-2 0,6-5 1 15,-3 1-5-15,2 4 3 0,-1 0-2 0,1 7-10 16,4 1-17-16,0-7-25 0,1 6-26 0,4-8-41 16,1 2-40-16,2-4-50 0,5 1-53 0,-2 0-190 15,5-5-483-15,3-2 213 0</inkml:trace>
  <inkml:trace contextRef="#ctx0" brushRef="#br0" timeOffset="66510.48">21502 5089 2188 0,'-2'-34'18'0,"0"2"30"16,-1 1 17-16,1 12 9 0,-2 0-7 0,0 4 4 15,1 6-20-15,0-1-12 0,1 4-5 0,2 6-9 16,-7-3 3-16,7 3 10 0,-16 17 17 15,2 4 1-15,-4 4 5 0,-2 6-2 0,0 10 6 16,0 1-2-16,1 2 4 0,6-10-6 0,-3 10 0 0,2 3 3 16,2-2-13-16,3 1-2 0,1-13 0 0,3 3-6 15,-2 8-1-15,3-12-2 0,1 2-8 0,0-2-2 16,1-2-1-16,1 0 0 0,-2-2-3 16,1-2-2-16,1-6-15 0,-1-3-22 0,0 1-29 15,-2-4-37-15,2-5-37 0,-1 3-31 0,-1-3-35 0,4-9-35 16,-6 10-39-16,6-10-205 0,-9 4-497 0,9-4 221 15</inkml:trace>
  <inkml:trace contextRef="#ctx0" brushRef="#br0" timeOffset="66670.31">21153 5410 26 0,'5'-5'255'0,"0"0"-23"15,4-2-26-15,9 2-19 0,3-1-18 16,6-6-18-16,3 2-15 0,4 3-17 0,5 4-29 15,12-4-30-15,-14 1-33 0,2 5-31 0,0-4-43 16,0 1-37-16,-3-4-30 0,-3 1-24 0,-3 2-75 16,-5-4-229-16,-7 2 103 0</inkml:trace>
  <inkml:trace contextRef="#ctx0" brushRef="#br0" timeOffset="66883">21744 5238 123 0,'6'-17'46'0,"-3"1"14"16,1-2 20-16,-1-1-1 0,-2-2 22 16,-1 2 6-16,-1-6 14 0,2 7 3 0,0 3 17 15,-1 2 18-15,2 3 1 0,-4 0 5 0,4 4-4 16,-2 6-12-16,-2-12-16 0,2 12-16 0,0 0-9 15,0 0-15-15,0 0 5 0,0 0 7 0,0 0 11 0,-15 36 7 16,6-8 1-16,0-1 15 0,-4 2-16 16,4 1-8-16,0 3-6 0,-1-2 2 0,0 0-7 15,2 1-6-15,1 1 0 0,-2-1-11 0,4-1-8 16,-1 1-5-16,3-1-9 0,0-4-10 0,2-1-2 16,-2-1-3-16,3-1-24 0,0-4-41 0,4-2-37 0,-4-2-30 15,1-4-50-15,-1-1-49 0,2-2-73 16,-1-1-56-16,-1-2-216 0,0-6-570 0,0 0 253 15</inkml:trace>
  <inkml:trace contextRef="#ctx0" brushRef="#br0" timeOffset="67175.03">21544 5421 2658 0,'2'-16'39'0,"1"10"-31"0,-1-1-1 15,4 3-16-15,1-2 4 0,7-4 6 0,3 3-4 16,11-5-2-16,1 6 3 0,3-3 0 0,3 2 3 15,-1 1-1-15,0 0-3 0,0-1 4 0,-1 1-1 16,0 2 1-16,1-2 1 0,-4 1-1 0,1 1 6 0,0 0-7 16,-11-1 3-16,-1 0 2 0,-1 0 6 15,-6 0 15-15,-4-1 8 0,3 2 0 0,-5 0 8 16,-6 4 11-16,7-8 5 0,-2 5 6 0,-5 3 2 16,5-5-5-16,-5 5-11 0,8-4-9 0,-8 4-6 0,0 0 3 15,0 0-14-15,0 0-3 0,0 0-1 16,-3 24 1-16,-1-11 0 0,-1 4 4 0,0 6-4 15,1-2 2-15,0-3 1 0,0 1-28 0,-1 0-38 16,2-1-33-16,-1 1-45 0,1-2-57 0,1-1-66 16,-2-1-234-16,1-5-515 0,1-3 228 0</inkml:trace>
  <inkml:trace contextRef="#ctx0" brushRef="#br0" timeOffset="67338.23">22102 5041 153 0,'-1'-7'163'15,"1"7"-32"-15,0 0-30 0,0 0-48 0,0 0-46 16,0 0-50-16,14 14-52 0,-7-5-102 0,3 1 46 16</inkml:trace>
  <inkml:trace contextRef="#ctx0" brushRef="#br0" timeOffset="67538.28">22456 5189 4 0,'0'0'229'0,"-7"-12"-9"15,7 12-9-15,-8-3-12 0,8 3-9 0,0 0-4 0,-20 8-7 16,10-1-10-16,-2 5-2 0,0 1-17 16,1 1-12-16,-1 3-14 0,5 1-13 0,-1 0-9 15,3 0-11-15,1 0-6 0,4-1-7 0,4-1-7 16,1 1-2-16,3-2-34 0,1-1-22 0,2-1-25 15,-2-3-31-15,6-2-29 0,1 1-51 0,0-3-35 16,3-4-35-16,1 0-177 0,-4-1-402 0,-2-1 178 0</inkml:trace>
  <inkml:trace contextRef="#ctx0" brushRef="#br0" timeOffset="67714.75">22659 5275 109 0,'6'-16'160'15,"0"3"13"-15,0 2 24 0,-3 3 17 0,2 2 4 16,-2-1-11-16,-3 7-15 0,3-9-20 0,-3 9-21 15,3-4-16-15,-3 4-9 0,0 0-7 0,0 0-5 16,-1 26-10-16,-1-11 5 0,0 3-3 0,-2 0-14 16,-1 10-6-16,2-3-10 0,-2-1-8 0,1 2-3 15,2-1-16-15,-1-7-41 0,-1 7-28 0,2-8-47 16,-1 3-72-16,2-4-64 0,-4-2-235 0,3-3-473 16,-2 0 211-16</inkml:trace>
  <inkml:trace contextRef="#ctx0" brushRef="#br0" timeOffset="67884.75">22634 5129 1960 0,'-4'-27'26'16,"0"3"52"-16,0 5-22 0,-1 3 0 0,4 7-13 16,-1 0-10-16,0 2-11 0,2 7-21 0,-1-11-13 15,1 11-9-15,0 0-12 0,0 0-36 0,0 0-47 16,0 0-47-16,9 43-148 0,0-19-336 0,-2 3 149 15</inkml:trace>
  <inkml:trace contextRef="#ctx0" brushRef="#br0" timeOffset="68150.62">22804 5473 143 0,'19'-7'243'15,"-2"2"1"-15,1-3-10 0,1-2-9 0,-1-1-10 16,1 2-9-16,0-1-14 0,3-5-14 0,1-1-11 15,-2-1-6-15,-1 2-13 0,-1-3-13 0,-6 5 9 16,1-1-3-16,-4 2-7 0,0-4-11 0,-5 5 5 16,-1 1 0-16,0 0-13 0,-4-1-1 0,-1 4-11 15,1 7-8-15,-4-13-13 0,0 8-11 0,-4 1-3 16,-2 2-16-16,-3 3 4 0,-7 5-4 0,-1 1-12 16,-7 4 5-16,4 1-15 0,-2 3 0 0,5-1-4 15,0 8-2-15,8-5-21 0,6-1-27 0,2 1-27 16,3 1-33-16,5 1-48 0,1-2-58 0,5 1-70 15,9 2-64-15,-8-4-215 0,11 0-583 0,-5-4 258 16</inkml:trace>
  <inkml:trace contextRef="#ctx0" brushRef="#br0" timeOffset="68369.87">23192 5429 13 0,'7'-22'285'0,"-1"-2"1"0,1 6-2 0,-1-1-9 16,-1 2-2-16,3-2-17 0,-1 4-1 0,0-1-9 15,0 1-17-15,-1 5-24 0,0 1-19 0,2 1-26 16,-1 2-6-16,0 2-21 0,0 0-26 0,4 4-8 16,0 2-15-16,-2 4-7 0,2 1-10 0,0 7-6 15,-1 2-4-15,-1-1-11 0,-1 4-6 0,-5 0 1 16,1 0-18-16,0-2-35 0,0 3-27 0,0-2-32 16,-3-2-38-16,-1 2-49 0,0-1-56 0,1-4-77 15,-2-2-217-15,1-11-551 0,0 13 244 16</inkml:trace>
  <inkml:trace contextRef="#ctx0" brushRef="#br0" timeOffset="68600.88">23649 5143 1999 0,'10'-26'186'0,"0"-2"-31"0,-5 11-20 0,0 1-15 15,0 2 9-15,-1 5 3 0,-2 0-19 0,0 2-16 16,-1 2-21-16,-1 5-3 0,0 0-19 0,0 0-4 15,0 0-1-15,0 0 14 0,0 31 6 0,-3-7 12 16,-3 5-6-16,3 0-8 0,-1 3-5 0,0 0-7 16,0 0-9-16,-3 1 0 0,3 1 14 0,-1-1-14 15,1-3 9-15,1-2-36 0,-2-4-43 0,2 1-35 16,0-7-35-16,-1-1-58 0,1-1-60 0,3-6-70 16,-1 0-267-16,-2-4-593 0,3-6 262 15</inkml:trace>
  <inkml:trace contextRef="#ctx0" brushRef="#br0" timeOffset="68731.64">23617 5266 217 0,'5'-9'255'0,"0"-1"-24"0,3 1-25 16,3 2-20-16,-2-3-20 0,8 4-18 16,-1 1-33-16,3-1-61 0,2 4-91 0,8 1-221 0,1-4-278 15,0 0 124-15</inkml:trace>
  <inkml:trace contextRef="#ctx0" brushRef="#br0" timeOffset="77606.7">24383 4978 81 0,'-16'9'90'0,"2"-1"0"16,0 3-7-16,0 2-2 0,2 2 3 0,3 1 0 15,3 1 3-15,-2 7 1 0,6-5-3 0,-1 8 10 0,3 0-13 16,0 1-1-16,1 1-3 0,2 4-3 0,1 1-6 15,-2 1 0-15,1-3-11 0,-2 1-1 0,2-2-8 16,-1 0 4-16,0-1-10 0,-2 0-2 16,0-3-7-16,-2-3-3 0,0 2-4 0,0-8-1 15,0 0 1-15,2-1-7 0,-3-1-1 0,2-3-18 0,0-3-22 16,-1 0-30-16,2-3-21 0,0-7-26 0,0 11-11 16,0-11-19-16,-2 4-108 0,2-4-253 15,0 0 112-15</inkml:trace>
  <inkml:trace contextRef="#ctx0" brushRef="#br0" timeOffset="78101.36">24321 5295 101 0,'32'-7'99'0,"4"1"-12"0,-4 2 3 0,1 2-17 16,-3-1 0-16,0 0-2 0,-1 2-8 0,-8 0-28 0,-2-1 12 15,-5 2-4-15,-3 0 0 0,0 0-7 16,-2-2 4-16,-9 2-8 0,12 0 0 0,-12 0 2 16,11 0 3-16,-11 0-7 0,0 0-9 0,11 0 3 15,-11 0 1-15,0 0 4 0,0 0-11 0,0 0 11 16,0 0-5-16,0 0 14 0,0 0-14 0,-16 24 0 0,9-16 2 16,-2 1-3-16,0 5 8 0,0 1-8 15,-1 1-1-15,3 1-5 0,-4-1 3 0,5 0-1 16,-1-2-2-16,3 1 3 0,2-4-8 0,1 0-5 15,1 0 7-15,1 0 0 0,4-1-3 0,-4-3 1 16,5 3-1-16,0-1 3 0,-2-4-6 0,4-3 1 0,-2 1 3 16,1-2 0-16,1-1 2 0,2 2-5 0,-1-2-3 15,2-2 3-15,-3 1-3 0,1-3 1 0,1-1-4 16,0 0 1-16,1 0 4 0,-2-2-8 0,1 1 3 16,-2-3 3-16,1-2-1 0,1 4-7 15,0-1 5-15,-2 1-6 0,1-1 5 0,1 3-2 0,-4 1-5 16,1 1 2-16,-1 0 7 0,1 1-5 0,-7 2-8 15,14 1 6-15,-14-1 0 0,11 5-4 0,-7-5 3 16,-4 0 2-16,10 9-4 0,-7-6 10 16,1 1-8-16,-4-4 1 0,8 5 15 0,-6-1-18 15,-2-4 6-15,4 5-5 0,-4-5 8 0,0 0-1 0,5 4-1 16,-5-4-5-16,0 0-24 0,12 0-42 16,-12 0-52-16,11-2-128 0,-3-2-271 0,2 1 121 15</inkml:trace>
  <inkml:trace contextRef="#ctx0" brushRef="#br0" timeOffset="78528.7">25624 5031 177 0,'0'0'170'16,"-10"-4"-11"-16,1 4-13 0,9 0-4 0,-13 6-11 15,4 3-8-15,-7 2 8 0,3 5-14 0,-1 7-3 16,1 2-7-16,-1 2-7 0,3 4-11 0,0 2-4 16,0 0-4-16,3 13-5 0,4-12-3 0,2 12-5 15,-2-12-7-15,4 1-4 0,0-1-3 0,0 2-7 16,0 0-1-16,0-1-3 0,4-1-8 0,-4-2-4 16,2 1 3-16,0-4-7 0,0 0 2 0,3-4-6 15,-3-5-5-15,0-3-23 0,0 1-28 16,-1-5-23-16,-1-2-26 0,2 0-32 0,-2-4-8 0,0-7-21 15,-2 10-19-15,2-10-26 0,-5 3-94 0,5-3-305 16,0 0 136-16</inkml:trace>
  <inkml:trace contextRef="#ctx0" brushRef="#br0" timeOffset="79158.73">25352 5418 6 0,'33'-13'114'0,"1"3"0"0,16-3-4 0,-12 5-19 15,13-1-6-15,-13 3 3 0,16-2-18 0,-16 5 8 16,0-3-16-16,1 1 1 0,-3 0-3 0,-3 4-5 16,-3-3-10-16,-1 0 6 0,-11 2-8 0,-6 0 3 15,0 0 0-15,-5 0 18 0,1 2 7 0,0-1 3 16,-8 1 1-16,9 0-4 0,-9 0-12 0,6-4-5 16,-6 4-8-16,0 0 2 0,0 0-11 0,0 0-3 15,0 0-3-15,0 0-2 0,-35 5-1 0,22-1-5 16,-4 4-4-16,0 1-1 0,1 2-2 0,-1-2 4 15,2 5-1-15,2-2-2 0,-1-1-2 0,3 3-3 16,3 2 1-16,2-7-2 0,2 3 0 0,0-3 1 16,3 4-4-16,1-4 0 0,1 3 2 0,3-2-1 15,5-3 3-15,-2 0 0 0,4 0-2 0,1-4-1 16,-1 0 3-16,2-2-4 0,3-2 6 0,-1 1 0 16,2-3 2-16,0 0 1 0,-3-2 1 0,-3 0-1 15,-1-1 5-15,0-1-3 0,-3-2 1 0,1 1 3 16,2-4-5-16,-5 3 1 0,-1-3-2 0,2 1-4 15,-4-2-2-15,-1 1 4 0,1 3-2 0,-2 0-4 16,5 4 1-16,-5 5-1 0,0-12-5 0,0 12-5 16,0 0 4-16,0 0-5 0,0 0 1 0,0 0 0 15,0 0 2-15,0 0-4 0,-3 36 4 0,1-23-1 16,4-2 1-16,3 6-2 0,-3-5 4 0,-1 0-2 16,5 2 2-16,0-2-1 0,-1-3 0 0,1-1-1 15,4-1 6-15,1 0-3 0,-2-4 4 16,5-1-2-16,1-2 1 0,1-3 1 0,-3 0 0 0,3-3 0 15,-3 2-1-15,-1 1 5 0,-1-10 5 0,2 1 6 16,-1 1 2-16,-3-1-5 0,-1 2 0 0,-2-3 0 16,-2 0-3-16,0-3-2 0,-4 5 1 0,3-1 2 15,-1 3-3-15,-2 2 1 0,2-2 2 0,0 3-3 16,-2 6-5-16,0-9-5 0,0 9-1 0,0 0 0 16,0 0-4-16,0 0 4 0,0 0-1 0,0 0 4 15,-4 33-4-15,4-20-2 0,0 3 2 0,0 1-6 16,0-1-16-16,2 0-24 0,0 0-21 0,2 1-41 15,1-5-35-15,2-2-31 0,0 2-34 0,1-3-163 16,-1 1-398-16,1-3 177 0</inkml:trace>
  <inkml:trace contextRef="#ctx0" brushRef="#br0" timeOffset="79312.59">26171 5151 7 0,'7'-8'70'16,"-7"8"-32"-16,11-2-27 0,1 2-32 0,1 0-23 15,7 1 10-15</inkml:trace>
  <inkml:trace contextRef="#ctx0" brushRef="#br0" timeOffset="79528.53">26562 5118 188 0,'3'-7'192'0,"1"2"1"0,-4 5-7 0,5-8-6 16,-5 8-18-16,2-7-25 0,-2 7-14 0,0 0-15 16,0 0-6-16,0 0-12 0,4 20-3 0,-6-3 9 15,0 2 2-15,0 7-6 0,-3 3-2 0,1 4-4 16,-2-2-4-16,-2 17-9 0,4-17-7 0,-1 1-2 16,3 0-6-16,-2 1-7 0,-2-5-4 0,4 3-4 15,-4-5-15-15,5-6-29 0,1-3-23 0,-2 0-23 16,2-2-33-16,-4-4-30 0,4-4-26 15,0 0-3-15,0-7-22 0,0 0-19 0,-4 7-128 0,4-7-332 16,0 0 147-16</inkml:trace>
  <inkml:trace contextRef="#ctx0" brushRef="#br0" timeOffset="79902.17">26551 5370 118 0,'8'-13'117'0,"0"-1"-3"0,3 0-10 0,0 0-1 15,1-1-10-15,-2 1 4 0,5 2-4 16,-5-2 2-16,3 3-5 0,1-1-1 0,-1-1-3 0,1 0 1 15,-3 1-1-15,0-1 6 0,-1 5-1 0,-3 0 1 16,-1 1-5-16,1-1-1 0,0-1-6 16,-3 5 2-16,-2-1-5 0,-2 5-7 0,7-9-9 15,-7 9-14-15,0 0-4 0,0 0-1 0,0 0-2 0,6 21-10 16,-10-4 5-16,4 2-4 0,-2 9 0 0,-2 0-6 16,1 0 0-16,-1 1-3 0,-1-3-8 0,3 0 1 15,2-9 5-15,-2 2-5 0,-1-2 1 0,3-1-5 16,0-3 2-16,0-3-1 0,0-3 2 0,0 0-3 15,0-7 1-15,0 10 3 0,0-10 0 0,0 0-2 16,0 7 0-16,0-7-7 0,0 0 5 16,0 0-4-16,0 0 1 0,19-13-1 0,-13 6-1 0,3-2-3 15,1 2 0-15,1-2-3 0,-1 5 0 0,2-2-3 16,-3-1 9-16,0 4-9 0,3 1-6 0,-2 2 4 16,-10 0 0-16,19 4-1 0,-13 1 2 15,1 1 4-15,2 2 0 0,0 4-2 0,-4-3-3 16,3 4-17-16,-3-4-32 0,4 5-23 0,-4 1-48 0,3-6-29 15,-3 2-51-15,-1 0-153 0,2-3-389 0,0-2 172 16</inkml:trace>
  <inkml:trace contextRef="#ctx0" brushRef="#br0" timeOffset="80174.69">27355 5050 66 0,'-2'-16'272'0,"1"5"-5"16,-3 0-14-16,4 5-27 0,-2 0-27 0,2 6-25 16,0 0-17-16,0 0-14 0,0 0-12 15,-19 24 1-15,9 2-7 0,1 6-11 0,-3 11-2 0,-1 2-6 16,4 3-3-16,-5 2-9 0,6-4-9 0,-3 1-6 16,5-12-3-16,-4 13-9 0,5-14-4 0,-1-1 1 15,0 2-16-15,0 0-3 0,2-2-3 0,3 0-5 16,-1-6-1-16,-2 1-2 0,4-3-3 15,-2-6-22-15,0-2-32 0,2-1-43 0,-2-3-42 16,0-3-38-16,1 1-35 0,1-11-35 0,-5 8-47 0,5-8-136 16,-11 2-430-16,11-2 190 0</inkml:trace>
  <inkml:trace contextRef="#ctx0" brushRef="#br0" timeOffset="80851.73">27093 5398 17 0,'31'-9'134'0,"3"2"-7"16,-1 1 0-16,3 0 0 0,-2-1-13 16,3 1-3-16,-3 0-17 0,3 2 1 0,-8 3-19 15,3-3-4-15,-11 0-9 0,-2 2 0 0,1-2-13 16,-7 1 11-16,-2-2 13 0,1 2 7 0,-6 0 8 16,-1-1 5-16,2 2-5 0,-2-3-7 0,-1 0-8 0,-4 5-8 15,2-7-4-15,-2 7-4 0,3-7-7 0,-3 7-9 16,0 0-4-16,0 0-7 0,0 0-2 15,0 0-2-15,0 0 0 0,-26 18-3 0,16-5 3 16,2 2-5-16,1 1 0 0,-1 1-2 0,3-1-1 16,1 0-2-16,-1-5 0 0,5 4-2 0,0-1-1 0,3-3 2 15,-1-1-4-15,3-1 0 0,1-1 4 16,1-3-4-16,-1 0 7 0,6-3-7 0,-3 0 2 16,2-4-3-16,3-1 5 0,-3-1 1 0,0 1 2 15,0-2-4-15,0-3 4 0,1-1-4 0,-2 1 5 16,-1-2 8-16,-4-1-4 0,3 1-1 0,-2-1 1 15,0-5-7-15,-1 1-3 0,-1 4 1 0,-1 1-2 0,-1 5-4 16,-2 5-4-16,4-10 3 0,-4 10-10 16,3-6 1-16,-3 6-1 0,0 0-2 0,0 0 3 0,0 0 0 15,2 30 1-15,-2-18-3 0,0 4 6 16,-2 1-4-16,2-1 3 0,2 1 1 0,0 0 1 16,1-1 1-16,1-2 0 0,4 2 0 0,0-2 2 15,3-1-3-15,-1-5-7 0,4 2-22 0,-1-4-24 16,4-3-16-16,2 1-20 0,-5-3-18 0,2-2-10 15,-2-1-13-15,-3-2-4 0,5-3 3 0,-6-1-10 16,1-1 11-16,1-3 22 0,-5 1 3 0,2-3 10 16,1-3 22-16,-6 1 14 0,2-3 8 0,1-7 16 15,-3 0 15-15,4-1 16 0,-4 0 8 0,4-2 12 16,-3-1 15-16,2 0 17 0,0 1-2 0,-1 1 17 16,1-1 9-16,-1 0 22 0,-3 10 15 0,-1 2 12 15,0 4 0-15,1 2 6 0,0 2-2 0,-3 3-16 16,0 6-14-16,1-11-7 0,-1 11-22 0,0 0-3 15,0 0-6-15,0 0 0 0,-7 33 3 0,3-8 7 16,-1 3-2-16,1 4-7 0,-4 1 0 0,3-3 3 16,0 5-7-16,0 0-11 0,1-3 4 0,0 2-2 15,2 0-6-15,2-5-6 0,-2 3-3 0,2-5-19 16,3 1-42-16,-4-2-43 0,1-7-46 0,0 0-60 16,2-2-68-16,0 1-269 0,3-5-554 0,-3-3 245 15</inkml:trace>
  <inkml:trace contextRef="#ctx0" brushRef="#br0" timeOffset="81231.67">28767 5249 185 0,'-3'-12'269'0,"-2"0"-17"0,2 5-21 0,-5-1-20 16,-3 4-19-16,-1 3-11 0,-8 5-7 0,-6 5-8 15,-4 6-12-15,2 2-15 0,4 2-15 0,-3 1-5 16,4 2-10-16,4-2-14 0,1 0-6 0,6-2-13 16,-1 2-5-16,10-4-6 0,0 0-9 0,2 0-2 15,3-4-9-15,2 0 0 0,-1-1-11 0,5-3 6 16,2-1-14-16,0-1-7 0,0-3 0 0,4 0-4 16,-3-3-1-16,0-2 1 0,0-3-2 0,1 0 1 15,-2-2-3-15,6-3-2 0,-5-1-2 0,2-2 2 16,-3-1-3-16,-2 0 1 0,-1-1-2 0,0 4 0 0,-1 2-1 15,-2-4-3-15,0 6 8 0,0-1 1 16,-2 3 0-16,-2 5-8 0,5-9-1 0,-5 9 1 16,5-3-7-16,-5 3 8 0,0 0-7 0,4 15 6 15,-1-5 1-15,-1 0-1 0,1 6 1 0,0 2-9 0,3-1-30 16,-2 0-35-16,1 6-42 0,-1-5-67 0,3-3-43 16,0 1-49-16,-3-1-147 0,2-5-454 15,-3 1 202-15</inkml:trace>
  <inkml:trace contextRef="#ctx0" brushRef="#br0" timeOffset="81758.2">28900 5367 198 0,'6'-8'286'0,"-3"2"-16"0,-2 1-22 16,-1 5-24-16,6-8-28 0,-6 8-24 0,0 0-15 15,0 0-16-15,0 0-9 0,0 0-11 0,8 21-7 16,-9-10-8-16,1 1-9 0,0-1-9 0,-2 4-8 0,2-2-4 15,0-4-9-15,-1 2-6 0,1-3-4 16,-6 1-3-16,6-3-2 0,0-6 0 16,4 11 13-16,-4-11 17 0,0 0 14 0,0 0-10 0,0 0-7 15,0 0-1-15,0 0-6 0,0 0-8 0,0 0-7 16,-9-21-12-16,9 10 0 0,0 0-3 0,1-4-3 16,1-1-8-16,4-1-1 0,0-2-9 0,3 2-6 15,1-1-9-15,3 3 1 0,3-6-7 0,0 10 1 16,2 0-2-16,-3 3-1 0,3 1-1 0,-4 5 1 15,0-1-3-15,-1 3 2 0,1 3 0 0,-3 1-4 16,1 1 3-16,2 5-1 0,-4-3-2 0,-2 3 3 16,2-1 1-16,-2 0 0 0,-2 1-2 0,2 0 3 0,-3 0 1 15,-1-1-4-15,-2 0 5 0,1-3-2 16,-2 1 6-16,-1-7-3 0,0 14-1 0,0-14 1 16,-2 5 0-16,2-5 2 0,0 0-5 0,-6 7-5 15,6-7-6-15,0 0-2 0,0 0-6 0,0 0 1 0,-11-20-2 16,10 14 2-16,1-3-7 0,1-4 8 15,4 3-4-15,1-6-2 0,1 6 1 0,1-6 0 16,2 3-2-16,1-1 4 0,-2 6 1 0,1-1 0 16,-1 4 1-16,0-1 0 0,-2 4 5 0,2 1-6 15,-9 1-1-15,13 3 4 0,-7 3 2 0,0 1 2 16,2 3 1-16,-3 0 1 0,0 5-1 0,-1 1 5 16,-1 5-1-16,-5-3 3 0,2 2 1 0,0-2-23 15,-2 1-37-15,0 1-36 0,-3-2-47 0,3-2-63 16,-1-1-72-16,2-4-143 0,-2-1-461 0,3-10 205 15</inkml:trace>
  <inkml:trace contextRef="#ctx0" brushRef="#br0" timeOffset="81983.88">29526 5310 2058 0,'6'-32'25'16,"-1"1"9"-16,-3 0 25 0,2 4 11 0,-3 1 21 15,-1 7 1-15,2 2 13 0,-2 1 10 0,-1 7 1 16,2-1 3-16,-1 4-10 0,0 6-19 0,0-8-25 15,0 8-7-15,0 0-4 0,0 0-5 0,-5 23 10 16,1-3 1-16,-1 8 3 0,-2 3 2 0,-3 3-3 16,3 11-1-16,1-9-2 0,-2 0-8 0,-2 7-9 15,2-8 2-15,2 0-3 0,0 1-5 0,1-3-9 16,2-1-22-16,1-3-36 0,0-1-32 0,2-9-47 16,-3 1-47-16,1-4-55 0,0-3-66 0,1-2-245 15,-1-4-565-15,-2-3 250 0</inkml:trace>
  <inkml:trace contextRef="#ctx0" brushRef="#br0" timeOffset="82198.92">29513 5273 132 0,'19'-12'222'16,"-2"3"-11"-16,-2 2-12 0,-3 2-15 0,0 3-15 15,0 2-2-15,-2 3-7 0,2 1-12 0,-3 3-6 16,3 4-10-16,-4 3-10 0,-3 4-6 0,0 1-7 15,-2-1-8-15,-4 0-8 0,-2 2-4 0,-2-1-9 16,-3 5-7-16,-3-1-8 0,1-6-10 0,-6 4-35 16,-2-3-25-16,3-5-42 0,1 0-44 0,-1-3-60 15,3-4-55-15,-6 1-176 0,7-3-414 0,-1-3 184 16</inkml:trace>
  <inkml:trace contextRef="#ctx0" brushRef="#br0" timeOffset="82420.53">29780 5113 140 0,'5'-12'283'0,"1"2"-5"15,1 2-11-15,-4 2-25 0,0-1-31 0,-3 7-21 16,6-3-23-16,-6 3-13 0,0 0-4 0,5 17-3 16,-5-3-1-16,0 5-7 0,-2 6-12 0,-1 1-9 15,-1 3-11-15,0-3-9 0,-1 1-11 16,-1 1-6-16,0 1-3 0,4 0-10 0,-5-5-7 0,5 2-44 15,0-6-28-15,-1-2-37 0,-1 0-49 16,0-1-67-16,3-6-61 0,-2 1-55 0,-2 1-143 0,4-6-456 16,1-7 202-16</inkml:trace>
  <inkml:trace contextRef="#ctx0" brushRef="#br0" timeOffset="82597.48">29918 5361 1596 0,'14'-15'84'0,"-1"0"76"0,-3 1-3 16,-2 3-31-16,-3 1-12 0,2 3-2 0,-5 0-12 15,4 2-14-15,-6 5-18 0,5-7-8 0,-5 7-9 16,0 0-3-16,0 0 8 0,0 0-2 16,0 21-3-16,-2-10 0 0,-1 6-5 0,-2-2-6 15,2 2 0-15,-1 2-7 0,0-1-29 0,0 1-23 0,-2-1-38 16,2 0-45-16,-3-1-55 0,2-2-48 16,1-1-229-16,2-2-468 0,-1-5 208 0</inkml:trace>
  <inkml:trace contextRef="#ctx0" brushRef="#br0" timeOffset="82756.23">30031 5114 178 0,'-3'-7'211'0,"3"7"-21"0,-2-12-36 0,2 12-51 0,-3-7-36 15,3 7-47-15,0 0-49 0,0 0-51 16,0 0-56-16,0 0-147 0,0 0 65 0</inkml:trace>
  <inkml:trace contextRef="#ctx0" brushRef="#br0" timeOffset="83012.61">30511 5027 41 0,'1'-6'232'0,"-1"6"-2"0,3-9-2 15,-3 9-19-15,3-7-24 0,-3 7-16 0,0 0-12 16,0 0-4-16,-18 14-1 0,8 1-6 0,-7 7-10 15,-1 5-12-15,0-2-11 0,0 6-6 0,-2 12-2 16,4-12-8-16,-4 12-4 0,5-11-10 0,1 12-4 16,3-10-10-16,3 0-1 0,1-3-4 0,1-1-7 15,0-2-4-15,3-2-5 0,-2 1-8 0,2-1-3 16,2-6 0-16,-2-1-4 0,3 1-2 0,-1-2-4 16,2-3-6-16,-1-3-15 0,0 0-21 0,-1 0-22 15,1-3-22-15,0 0-25 0,-1-3-26 0,-3-1-37 16,4-5-38-16,-5 7-38 0,5-7-206 0,0 0-464 15,-23-7 206-15</inkml:trace>
  <inkml:trace contextRef="#ctx0" brushRef="#br0" timeOffset="83302.64">30148 5340 84 0,'25'-12'160'0,"3"1"-21"0,1 1 1 16,7 1-16-16,1 2-9 0,13-3-10 0,1 4-12 15,-13 1-5-15,2 1-7 0,-3-3-11 0,1 4-7 16,-1-3-8-16,0 1 4 0,-5-2 3 0,-1 2 3 16,-2 0-3-16,-12-2 20 0,2 4 14 0,-7-1 5 15,-3 0 2-15,1 0-3 0,-4 0-3 0,-1 1 10 16,-5 3-4-16,9-3-8 0,-4 0-10 0,-5 3-13 16,0 0-12-16,0 0-6 0,0 0-4 0,8 8-8 15,-8-8-4-15,-4 17-2 0,0-2 0 16,-2 4 1-16,1 5-7 0,-3 2 2 0,1 0-7 0,-2-4-1 15,1 4-3-15,4-9-2 0,0 1-27 0,0 0-34 16,2 0-39-16,-1-2-53 0,5 0-61 0,-2-6-61 16,-2 2-143-16,4-7-433 0,-2-5 191 0</inkml:trace>
  <inkml:trace contextRef="#ctx0" brushRef="#br0" timeOffset="83459.14">30822 5151 1403 0,'-2'-27'142'0,"0"2"-88"16,-2 5-17-16,-1 4-2 0,4 3-6 0,-3 3-12 16,0 1 1-16,3 1-11 0,1 8-3 0,-4-9-5 15,4 9-15-15,0 0-33 0,0 0-38 16,0 0-39-16,0 0-119 0,15 23-265 0,-5-15 118 0</inkml:trace>
  <inkml:trace contextRef="#ctx0" brushRef="#br0" timeOffset="83661.67">31150 5153 199 0,'3'-6'233'0,"-3"6"-13"0,0 0-12 15,0 0-15-15,0 0-13 0,-21 0-8 0,21 0-11 16,-16 13-1-16,3-1-6 0,1 1-13 0,-7 4-8 16,3 4-11-16,-1 2-15 0,7-8-12 15,-3 7-6-15,5-3-6 0,1 6-9 0,0-1-11 16,9 1-2-16,0-8-29 0,2 1-32 0,4-4-35 15,2 2-45-15,3-4-54 0,1-2-53 0,5-1-56 16,-5-2-125-16,5-4-396 0,0-2 175 0</inkml:trace>
  <inkml:trace contextRef="#ctx0" brushRef="#br0" timeOffset="84000.7">31363 5305 115 0,'2'-17'196'15,"2"5"12"-15,-4 0-4 0,-3 2-4 0,3 10-20 16,-3-13-13-16,-3 10-10 0,0 0-12 0,-7 5-4 15,-1 1 4-15,-3 0-13 0,-2 7-8 0,0 0-12 16,2 1-9-16,0 1-12 0,2 2-8 0,3 0-10 16,0 0-5-16,5 1-5 0,-1-1-9 0,4-1-5 15,3 0-1-15,0-4-4 0,2 2-5 0,0-5-4 16,2 0-2-16,0 0-9 0,5-2-7 0,-1-1 2 16,3 0-2-16,-10-3-3 0,19-2 1 0,-19 2-2 15,15-8-3-15,-3 2 0 0,-3 1 0 0,0 0-4 16,0-2 0-16,-2-2 3 0,0 1-3 0,0-3 1 15,0 1-3-15,-7 10 0 0,6-14-1 0,-2 9-2 16,-4 5-2-16,5-9-4 0,-5 9-5 0,0 0 4 16,0 0-3-16,0 0 1 0,0 0 5 0,0 0 3 15,-6 32 1-15,4-17-3 0,-3-3 2 0,3 5 2 16,-5 0 1-16,5 0 2 0,1 1 0 0,-1-1-11 16,2-2-28-16,3 1-36 0,-1-5-33 0,8 2-43 15,0-4-50-15,0 0-57 0,0-5-142 16,0-1-428-16,2-1 190 0</inkml:trace>
  <inkml:trace contextRef="#ctx0" brushRef="#br0" timeOffset="84244.62">31547 5182 126 0,'3'-25'256'0,"0"5"0"0,-1 4 5 15,0 4 2-15,-1 2-6 0,0 0-19 0,0 5-35 16,-1 5-25-16,0-10-21 0,0 10-18 0,0 0-23 15,0 0 1-15,0 0-4 0,-10 40-7 0,4-15 4 16,-3 2-2-16,0 3 0 0,-1 1-2 0,0-1 4 16,1 5-13-16,-4-3-7 0,4 0-4 0,0 0-10 15,-2-2-7-15,3-2-5 0,1 0-6 16,3-3-2-16,-1-6-16 0,4 1-23 0,-4-4-37 0,4 0-36 16,0-3-37-16,1-13-56 0,-2 21-51 0,2-21-45 15,2 10-61-15,-2-10-180 0,0 0-526 0,0 0 233 16</inkml:trace>
  <inkml:trace contextRef="#ctx0" brushRef="#br0" timeOffset="84520.69">31423 5346 143 0,'15'-12'177'0,"-5"7"-9"0,4 0-1 0,4-1-18 15,1 2-9-15,2-1-17 0,7 2-8 0,-1-1-6 16,-4 1-7-16,3 2-3 0,2-2 2 15,-8 0-4-15,1 0 1 0,-3 1 2 0,-5 1 5 16,-3-2 13-16,0 2 9 0,-3 0 5 0,-7 1 0 16,13-2-10-16,-13 2-7 0,0 0-15 0,0 0-12 0,15 0-8 15,-15 0-12-15,0 0 0 0,4 10 13 16,-4-10-8-16,-3 17-5 0,1-5 1 0,-1 4-2 16,-1-5-8-16,-2 5-24 0,1 1 16 0,0 0-6 0,0-1-6 15,2 2-21-15,-2-3-33 0,1 2-41 16,0-5-43-16,1 0-56 0,3-12-69 0,-4 21-81 15,1-12-178-15,3-9-523 0,0 0 233 0</inkml:trace>
  <inkml:trace contextRef="#ctx0" brushRef="#br0" timeOffset="84676.28">31817 5117 194 0,'-1'-9'186'0,"1"9"-37"16,0 0-41-16,0 0-60 0,0 0-59 0,0 0-102 16,0 0-121-16,0 0 53 0</inkml:trace>
  <inkml:trace contextRef="#ctx0" brushRef="#br0" timeOffset="85166.42">31911 5307 135 0,'-8'8'201'0,"0"4"-8"0,1-2-16 16,0 0-15-16,2 0-15 0,3 3-11 15,-4 1-10-15,5 3-13 0,1-5-6 0,1 0-6 16,3 0-11-16,1-2-7 0,2 2-5 0,-1-5-10 0,2 4-10 16,1-5 0-16,-1-2-2 0,2 0-6 0,-3-3 3 15,0-1-7-15,-7 0-7 0,14-3 1 0,-8-1-4 16,-2-1-5-16,1-5 5 0,-4 0-6 0,2-3 5 15,-2 2-4-15,3-6-6 0,-4 5 10 16,2-6 5-16,-2 7-4 0,-2-4-1 0,4-2 0 16,-2 5 8-16,2 2-1 0,-1 1 3 0,-1 3 0 15,0 6 6-15,3-10-19 0,-3 10-5 0,1-8-4 16,-1 8-2-16,0 0-4 0,12 2 1 0,-12-2-4 0,11 12-2 16,-3-3-2-16,-2 1 1 0,3 3 1 15,-4-3-5-15,0 2 1 0,2-1-5 0,-2 1 1 16,-1-5 3-16,-2 0 0 0,-2-7 0 0,5 12 1 15,-5-12 1-15,3 10 1 0,-3-10 12 0,3 7 13 16,-3-7 4-16,0 0 16 0,0 0 3 0,0 0 1 16,0 0-11-16,0 0-3 0,0 0-10 0,0 0-9 15,0 0 4-15,21-24-8 0,-12 15 6 0,3-2-10 16,-1 0-6-16,1 4 0 0,0 0-4 0,0 1-2 16,4-1-1-16,-5 2-2 0,0 1-3 0,-2 4-3 15,1-3-5-15,-10 3 6 0,19 5-4 0,-9 2 1 16,-1 0-2-16,-1 2 5 0,-1 2-7 0,0 0-22 15,0 6-22-15,-4-2-23 0,3 1-30 0,-5 4-49 16,-1-5-76-16,-4 3-284 0,4-5-557 0,0-13 247 16</inkml:trace>
  <inkml:trace contextRef="#ctx0" brushRef="#br0" timeOffset="85335.62">32492 5538 231 0,'-1'-11'330'0,"1"11"-2"15,-1-9-6-15,1 9-11 0,0 0-24 0,0 0-31 16,-3-13-30-16,3 13-23 0,0 0-30 0,-1-6-50 16,1 6-53-16,0 0-73 0,0 0-61 15,0 0-66-15,0 0-87 0,0 0-191 0,0 0-442 16,0 0 196-16</inkml:trace>
  <inkml:trace contextRef="#ctx0" brushRef="#br0" timeOffset="114287.52">7893 6660 208 0,'-4'-15'221'0,"1"4"-31"16,-1 1-7-16,2 0-2 0,0 4-11 16,2 6-20-16,-2-9-17 0,2 9-16 0,-4-7-13 15,4 7-11-15,0 0-12 0,0 0-4 0,-1 25-9 16,-2-7-5-16,1 6-6 0,-1 4-2 0,2 1-6 15,-3 2-6-15,0 3-6 0,2 0 1 0,-2 1 0 0,1 0-9 16,1-4 2-16,0-2-3 0,1-2-3 16,0-3-1-16,-2-5 0 0,2-2-10 0,0-5 6 15,-1-2-4-15,4 0 1 0,-4-3-2 0,2-7 1 16,-1 12 4-16,1-12 5 0,0 7 13 0,0-7 9 16,-2 7 3-16,2-7 2 0,0 0-3 0,0 0-3 0,0 0-6 15,0 0 2-15,0 0-7 0,0 0-2 16,-2-27-9-16,6 17 0 0,-1 0-2 0,3-2-1 15,3-1-8-15,3 2 2 0,1 2-5 0,-2 1-2 16,-1 3-4-16,3 1 1 0,-3 1-3 0,3 1-2 16,-2 4-1-16,2 1 2 0,-2 2-4 0,-1 3 2 0,2 2 0 15,-4 0 1-15,-2 6-3 0,1-2 3 0,-6-1 0 16,0 1 1-16,-1 4 1 0,-5-2 1 16,-5 8-3-16,-3-7 3 0,0 4-3 0,-7-2 4 15,-2-3-1-15,-1 0 0 0,-1 0-7 0,-2-3-4 16,7-3-22-16,-1-3-15 0,2-1-22 0,1-1-26 15,-1 0-37-15,7-1-29 0,-2-2-34 0,4-2-23 16,3 0-169-16,6 0-416 0,-15 0 185 0</inkml:trace>
  <inkml:trace contextRef="#ctx0" brushRef="#br0" timeOffset="114600.18">7917 7224 57 0,'7'-2'178'0,"4"-3"-14"15,0 2-6-15,-1-2-15 0,4 1-11 16,-2-1-15-16,7-2-6 0,-3 0-5 0,3 0-7 16,0-3-11-16,-3 0-5 0,9-4-8 0,-1 0-2 15,-4 0-5-15,-2 3-4 0,-1-3-2 0,3-4-5 0,-4 3 0 16,-1-6-4-16,3-1-8 0,-8 8 3 16,3-9-8-16,0 0 1 0,-4 1 2 0,-4 7-3 15,-1 3 2-15,-1 1 14 0,-1 1 5 0,-2 0-4 16,2 1 0-16,-2 2-6 0,0 7-4 0,-1-10-6 15,1 10-6-15,-6-8-2 0,6 8-7 0,-9 1 1 0,9-1-4 16,-18 10-6-16,4 4 0 0,3-2-2 0,0 5-1 16,2-1-5-16,4 1 3 0,-2 0-3 15,5 2-1-15,2-1 0 0,1 0-12 0,2-1-30 16,1-1-26-16,3-3-30 0,2 3-37 0,7-6-41 16,3-1-43-16,-1-2-152 0,1-3-392 0,9-1 174 0</inkml:trace>
  <inkml:trace contextRef="#ctx0" brushRef="#br0" timeOffset="114824.49">8718 6814 100 0,'-13'-1'231'0,"-3"3"-4"16,-5 2-5-16,-4 2-1 0,-5 7-11 15,-1 3-12-15,-11 13-10 0,13-6-18 0,2-4-12 16,3 5-15-16,2-3-15 0,11-5-12 0,-3 8-8 15,7-9-15-15,3 4-8 0,3-4-10 0,4 1-9 16,0-1-26-16,3-3-24 0,3 1-24 0,5 1-29 0,1-1-27 16,4-4-32-16,1-3-32 0,10 1-26 15,2-2-32-15,0-3-22 0,-2 0-111 0,1-2-347 16,-3-4 154-16</inkml:trace>
  <inkml:trace contextRef="#ctx0" brushRef="#br0" timeOffset="115946.33">8931 6991 73 0,'4'-17'166'0,"-2"4"14"0,-1 1 11 0,0 1-5 16,-5 0-13-16,0 3-4 0,-2-1-5 0,0 5-11 16,-4-1-12-16,1 5-8 0,-7 0-9 0,-2 6-5 15,-7 7-1-15,-3 6-8 0,-2 1-20 0,3 0-7 16,1 2-7-16,4 1-6 0,3-1-12 0,3 0-6 16,6-4-7-16,5-1 2 0,2-2-8 0,1 1-12 15,3 0-10-15,4-5-13 0,2 1-16 0,4-1-8 16,1-3-8-16,3-1-10 0,-2-3-5 0,6-1-3 15,-2 0-7-15,2-4 6 0,0-1-3 0,-1-2 14 16,-2-2 0-16,0 0 1 0,-1-1 10 0,-2-2 3 16,1-4 3-16,-1 3 4 0,-2-3 12 0,1-3 3 15,-5 0 11-15,1 2 6 0,-3-1 3 0,0-3 8 16,2 3 4-16,-5-1 2 0,2 1 6 0,0 4 17 16,-4 1 6-16,1 3-2 0,-1 0 0 0,0 7-2 15,1-8-6-15,-1 8-9 0,2-9-8 0,-2 9-6 0,0 0-3 16,0 0-1-16,0 0-6 0,0 0 5 15,-12 30-3-15,7-19-3 0,0 5-1 0,3-2 0 16,-1-1-2-16,0 1-4 0,1 0-2 0,2-1-1 16,1 0 3-16,0-3-1 0,2 0-1 0,-2 0 1 15,4-1-2-15,0 0 2 0,-2-3 2 0,2 0-4 16,1-4 0-16,1 1 0 0,-1-2 0 0,3 1-1 16,1-4 0-16,1 0 0 0,-1-2 9 0,-1-2-8 15,1 0-1-15,3 0-7 0,-3-7 7 0,-2 4-5 16,1 0 1-16,-2-4 0 0,2-5-6 0,0 3 8 15,-1-2-4-15,-4 1 8 0,1-1-9 0,-4 2-2 0,3 4 1 16,-3 0 1-16,1-1 7 0,-2 12 6 16,2-11-2-16,-2 11-4 0,0 0-4 0,0-12 1 15,0 12-4-15,0 0 2 0,0 0-1 0,0 0-3 16,-10 30-1-16,6-19 12 0,1 1-9 0,3-1-3 16,-1 2 5-16,1-1-4 0,1 1 1 0,2-2 3 15,2-1-1-15,0 0 3 0,4-1-4 0,1-3 5 16,2 0-1-16,6-2 1 0,0 1-1 0,1-5 4 15,1 0-1-15,0-3-5 0,0 0 7 0,-1-3-3 16,-2 1 2-16,-1-4 0 0,-2 3-3 0,-3-2 3 16,1-3 2-16,-4 2-1 0,-3-1 1 0,-1-3 3 15,2 0-4-15,-3-5 5 0,-2 2-5 0,2 1 2 0,-5 1 0 16,4 3-3-16,-5-2-1 0,3 5 5 16,1 0 0-16,-3-2 0 0,2 10-4 0,0-9-5 0,0 9-1 15,0 0-1-15,0 0-4 0,0 0 1 16,0 0 2-16,-12 27-2 0,7-10-2 0,-1-1 4 15,1 2-1-15,3 0 11 0,0 1-11 0,1-3-2 0,1 1 2 16,1 1-2-16,0-7 5 0,3-1 5 16,2 2-10-16,1-2 4 0,2-3 0 0,1 0 5 15,0-3-8-15,3 0 1 0,-2-1 4 0,2-5-6 16,1 1 7-16,-1-2-2 0,6-1-3 0,-7-1 2 16,6-2 1-16,-5-3-3 0,-3 4 0 0,2-7 0 0,-4 3 4 15,4-3-3-15,-3 0-4 0,-3-3 9 16,0 1-9-16,2 0 1 0,-3 4 1 0,-1-2 0 15,-1 3 0-15,-1 2-3 0,1 3 0 0,-1 1-1 16,-2 4-3-16,4-6 2 0,-4 6-4 0,0 0 1 16,0 0-2-16,0 0 3 0,4 25 0 0,-4-11 0 0,0 4-1 15,-1 0 6-15,-2 7-4 0,1-6 3 16,-2 1 1-16,2-1 0 0,0-2 3 0,-1-2 0 16,2-4 2-16,0-1-2 0,1-2-1 0,-2 1 2 15,2-9-2-15,-1 11 0 0,1-11 4 0,0 10 0 16,0-10-3-16,0 0 1 0,-1 6 12 0,1-6-6 0,0 0-6 15,0 0 3-15,0 0-4 0,0 0-2 0,18-9 0 16,-7 1-1-16,3-2-7 0,2-6-2 16,0 4 2-16,6-7-4 0,-3 3 2 0,2-2 3 15,-6 4 0-15,-1-3 5 0,1-2-2 0,-2-3-1 16,-3 7 6-16,-1-1-6 0,-2 1 0 0,-3 2 5 0,-3 4-3 16,0-2 2-16,0 4 6 0,-1-3-5 15,0 10 1-15,-1-9-5 0,1 9 2 0,0 0 14 16,-15 5-13-16,6 4-3 0,-3 1 1 0,-2 7 3 15,3-2 1-15,0 9-4 0,0-6 14 0,5 1-9 16,0-2 1-16,3 4-8 0,1-2-9 0,2-1-41 16,9 0-29-16,4 5-26 0,5-6-50 0,10-1-53 0,4-1-60 15,-1-2-158-15,6-2-468 0,14 1 208 16</inkml:trace>
  <inkml:trace contextRef="#ctx0" brushRef="#br0" timeOffset="116231.66">10354 7255 2284 0,'8'-8'100'0,"0"0"-8"16,-1 1 2-16,-2-4 17 0,1 0-5 16,2 1 6-16,1-4-1 0,0 1-1 0,0-1-4 15,1 0 3-15,0-2-9 0,-1 0-12 0,3 0-3 16,-2-2-6-16,3-4-7 0,-2 0-11 0,2 1 0 16,-2-4-9-16,0-1-1 0,-5 7-9 0,1 2-3 15,-1 2-1-15,-2-1 3 0,-3 6-4 0,2 0-6 16,-2 2-10-16,-1 8 1 0,0 0-7 0,0-12-5 15,0 12-2-15,0 0-8 0,0 0 3 0,0 0 4 16,-35 26-3-16,20-7 0 0,-2 2-2 0,3-4-2 16,5 0 3-16,2 1-4 0,-3 5 4 0,6-4 0 0,3-1-5 15,3-1-4-15,1 0-27 0,4 1-30 16,3-5-30-16,2 0-37 0,3 0-34 0,2-4-40 16,3-2-53-16,2-1-60 0,-6-2-192 0,3 1-549 15,-5-4 244-15</inkml:trace>
  <inkml:trace contextRef="#ctx0" brushRef="#br0" timeOffset="116383.65">10544 6735 217 0,'-5'-10'231'0,"0"0"-21"0,1 4-21 16,0-1-27-16,0 4-20 0,4 3-29 0,0 0-27 0,0 0-32 15,0 0-31-15,0 0-55 0,0 0-28 16,0 0-38-16,15 29-109 0,-5-20-223 0,5-2 100 15</inkml:trace>
  <inkml:trace contextRef="#ctx0" brushRef="#br0" timeOffset="116582.49">10759 6744 2 0,'6'-5'230'0,"-1"-3"-9"0,-1-1-5 0,0 0 7 0,1-2-2 16,-3 6-8-16,1-3-1 0,0 1-3 16,-3 7-2-16,5-8-10 0,-4 3-17 0,-1 5-18 0,0 0-26 15,0 0-15-15,0 0-2 0,0 0 10 16,8 26 15-16,-5 2-6 0,-5 3 1 0,0 3-8 15,-3 16-15-15,-2-1-1 0,2-2-16 0,3-11-3 0,-2-1-10 16,0-2-14-16,1 2-3 0,1-3-24 0,-1-6-36 16,2 2-43-16,0-9-41 0,-1-2-26 15,2 0-30-15,0-2-53 0,-2-3-60 0,2-4-44 16,-3 0-246-16,3-8-578 0,-9 9 256 0</inkml:trace>
  <inkml:trace contextRef="#ctx0" brushRef="#br0" timeOffset="116720.33">10668 7015 1876 0,'0'-12'78'0,"4"5"1"0,-3 0-4 16,1 0-33-16,-1-1 3 0,-1 8-13 0,2-11-4 15,-2 11-12-15,6-7-1 0,0 4-4 0,4 0-2 0,-10 3-5 16,25-3-46-16,-8 3-70 0,10 0-248 16,-6 2-389-16,9-6 172 0</inkml:trace>
  <inkml:trace contextRef="#ctx0" brushRef="#br0" timeOffset="117318.23">11238 7093 3010 0,'9'-9'43'0,"-1"0"-27"0,1 2-11 15,-4 2-10-15,1-2 7 0,1 2-5 0,-1 0 21 16,0 1-3-16,-6 4-5 0,11-4-7 0,-6 3 1 16,-5 1 2-16,11 3-2 0,-4-1 0 0,-1 2 2 15,-3 1-2-15,1 1 4 0,2 2 1 0,-2 1 5 16,-2-1-1-16,1-2 2 0,-1-1-1 0,-2-5 9 16,3 13 3-16,0-8 14 0,-3-5 11 0,2 7 20 15,-2-7 8-15,0 0 11 0,1 5 3 0,-1-5-4 16,0 0-9-16,0 0-7 0,0 0-7 0,-20-17-7 15,12 10-5-15,3-3-7 0,-3 0 0 0,3 0-7 16,-1-2-4-16,2-5 0 0,2 2-10 0,2-4-11 16,1 2-6-16,4-11 15 0,6 4-35 0,4-3 10 15,0 5-6-15,3-3-10 0,2 4-4 0,2 4 4 16,1 3 3-16,4 5 4 0,-7 3-7 0,2 3 0 16,-1 5 3-16,-1 4-6 0,-1 0 3 0,3 11 5 15,-3 3-4-15,0 4 7 0,-1 0-1 0,-4 4 1 0,-1-3-3 16,-7 0 2-16,2 0 1 0,-2-6 8 0,-3-2-4 15,-1-1 5-15,1-4-1 0,-3-1 0 16,0-2 5-16,0-1-1 0,0-8 7 0,-7 12-2 16,7-12-1-16,-5 4 6 0,5-4-2 0,0 0-1 15,-14-6 5-15,14 6-7 0,-9-13 1 0,7 3-8 16,-1 0 7-16,2-7-3 0,1 1-5 0,2-2 4 16,5-7-7-16,1-2 8 0,4 4-8 0,1-3 1 0,1 3-1 15,4 6 0-15,-5 2-1 0,3 3-7 16,-3 2 2-16,-1 3-1 0,-1 3 1 0,0 3-4 0,0 1 0 15,-1 4-2-15,3 4 4 0,-4 0 1 16,4 6 4-16,-6 3-6 0,5 8 5 0,-6-6-33 16,-2 1-30-16,-2 3-35 0,-1 1-46 0,-4-6-61 15,3-2-69-15,-2 5-258 0,0-8-583 0,0-2 259 16</inkml:trace>
  <inkml:trace contextRef="#ctx0" brushRef="#br0" timeOffset="118020.93">12174 6857 189 0,'-7'-9'297'0,"1"4"-19"0,-1 0-24 0,-5 2-20 0,0 6-17 16,-3 1-18-16,-2 4-18 0,-6 6-3 16,3 5-14-16,3-1-10 0,0 3-21 0,6-4-11 15,0 0-16-15,3 0-9 0,3 0-6 0,2-1-11 0,3 2-3 16,0-7-9-16,2 0-7 0,2 0-4 0,4-1 3 15,0 0-15-15,2-4-1 0,4-3 2 16,3-2-7-16,2-1-6 0,-2 0-1 0,3-1-3 16,-4-7 0-16,-4 5 6 0,0-3 0 0,2-4 4 0,-3 2-13 15,0-5-8-15,-3 3 22 0,0 1 3 0,1-4-6 16,-4-2-4-16,2 1-3 0,-5-3 1 0,2-1 0 16,-1 0-3-16,-1 3 0 0,0 5 0 15,0 0 1-15,-2 4-7 0,0 6 4 0,2-10-21 16,-2 10-4-16,0 0-4 0,0 0 2 0,0 0 2 0,0 0-5 15,0 0 5-15,0 0 2 0,3 26-6 0,-2-15 1 16,2-1 12-16,-3 1-12 0,5-1 4 0,-2-1-1 16,-1 0-3-16,6-1 2 0,-3 0 3 15,5-1 4-15,0 0-3 0,-1-1 1 0,2-2-1 16,1-1-3-16,0-2 9 0,-1-2-1 0,2 0-5 0,-3-3 1 16,2 0-5-16,-1 0-2 0,-2-2-2 0,3-2 7 15,-6 2-3-15,1-3-2 0,1-1 3 0,-2-1 0 16,4-3-1-16,-8 4-1 0,1 1 2 0,1-1 2 15,-2 3-4-15,1 3 2 0,-3 4-10 0,5-8-4 16,-5 8-2-16,0 0 1 0,4-7 0 0,-4 7-2 16,0 0 5-16,0 0-1 0,5 26 3 0,-4-16 4 15,4 2-2-15,2 1 4 0,0-2 1 0,-3-2 1 16,3 1 4-16,2-1-6 0,-1-2 5 16,2-1-2-16,-2 1 6 0,4-4 1 0,1 1-5 0,0-2 5 15,-1-4 1-15,0 2-1 0,-2-2 4 0,4-1-3 16,-5-1 6-16,0-1 7 0,1-3 5 0,-2 3-3 15,-2-4-3-15,1 3-5 0,0-4 1 0,-2 4 9 16,1-2 0-16,-1-3 9 0,-1 6 3 0,-4 5-11 16,6-10-1-16,-4 6-13 0,-2 4-7 0,0 0 2 15,0 0-6-15,0 0-2 0,9 15 1 0,-10-4 1 16,1 13 4-16,-6 3-4 0,-2 1 7 0,2 3 0 16,-1 0-4-16,-2 1 4 0,0 0-20 0,-2 3 14 15,3-3 11-15,3-6-11 0,-7 6-33 0,5-3-45 16,1-2-43-16,-3-1-55 0,4 2-62 0,3-9-78 15,-3 0-280-15,5-1-643 0,0-2 285 0</inkml:trace>
  <inkml:trace contextRef="#ctx0" brushRef="#br0" timeOffset="118360.81">13266 6822 140 0,'6'-12'285'0,"-3"1"-9"15,-1 1-12-15,0-1-21 0,-4 1-15 0,2 10 11 16,-4-16-14-16,1 11-19 0,-3 0-15 0,-2 1-22 15,-1 3-9-15,-4 2-21 0,-5 8-9 0,-7 3-7 16,3 7-11-16,-2 4-7 0,1-1-14 0,8 1-2 16,-2 1-11-16,7 3-10 0,2-2-7 0,4-4-2 15,4 3-6-15,2-5-4 0,5 1-8 0,4 2-2 16,6-1-17-16,2-3-36 0,6-6-37 0,0 2-50 16,4-2-43-16,2-3-73 0,1-4-58 0,-1 1-240 15,-3-6-555-15,1-3 245 0</inkml:trace>
  <inkml:trace contextRef="#ctx0" brushRef="#br0" timeOffset="118729.31">13562 6657 192 0,'-2'-16'288'0,"2"2"-5"0,0 4-7 0,-1 1-26 16,1 3-27-16,0 6-31 0,0 0-18 0,0 0-18 15,0 0-14-15,0 0-9 0,-4 36-7 0,4-7-11 16,-4 3-11-16,4 1-10 0,-2 3-4 0,2 13-6 15,0-16 0-15,-3 0-8 0,3 0-14 0,0-5 0 16,-2-2-1-16,0-6-13 0,4-1-5 0,1-4 0 16,-1-4-9-16,-2-1 2 0,0-2-3 0,0-2 5 15,0-6 8-15,-2 10 13 0,2-10 18 16,0 0 14-16,2 9 5 0,-2-9-4 0,0 0-5 0,0 0-8 16,0 0-15-16,0 0-8 0,2-25-4 0,4 13-9 15,1-4-10-15,3 0-14 0,3-8-9 0,1 2-8 16,5 0 0-16,-2 0-5 0,4 4 0 0,0 3-10 15,-3 6 2-15,-5 4 0 0,1 3-1 0,-3 0-1 16,2 4 1-16,-1 4 12 0,1 4-11 0,-1 0 3 16,-1 1-1-16,-1 4 5 0,0 0-4 0,-5-2-1 15,1 2 5-15,1 3-26 0,-3-2-28 0,-4-2-33 16,2-2-30-16,2 1-32 0,-2-1-39 0,2 1-51 16,3-3-39-16,-1 0-244 0,3-4-568 0,5-2 252 15</inkml:trace>
  <inkml:trace contextRef="#ctx0" brushRef="#br0" timeOffset="119050.63">14167 6864 155 0,'-5'-11'276'0,"-3"1"-9"16,0 2-13-16,1 2-17 0,-3 2-15 0,-4 6-16 16,-4 0-14-16,0 7-16 0,0 1-14 0,0 7-14 15,-3 3-13-15,8-6-13 0,4 1-15 0,-2 2-10 16,4-3-10-16,3 2-11 0,2 1-4 0,2-5-4 15,2-1-8-15,0 1-9 0,4-4-3 0,-1 2-9 16,5-3-6-16,-2-1-9 0,3-1-15 0,1-4-1 16,3 2-3-16,-4-5-2 0,1 1-1 0,-1-4-1 15,1 1-1-15,0-2 1 0,-2-2 0 0,-1-1 0 0,-2 2 3 16,1-7 1-16,-1 5-7 0,0-2 3 0,-2-1 1 16,1 3 20-16,-2 3 2 0,-1 0 4 15,1 3-7-15,-4 3-4 0,6-6-8 0,-6 6-3 16,0 0 1-16,8-1-3 0,-8 1 0 0,5 10 2 15,-3 0 1-15,0-1-3 0,2 3-22 0,-4 1-27 16,2 2-31-16,1 0-48 0,-1-1-59 0,0-2-53 0,5 1-236 16,-4 0-512-16,1 0 227 0</inkml:trace>
  <inkml:trace contextRef="#ctx0" brushRef="#br0" timeOffset="119307.07">14447 7077 191 0,'0'-10'318'0,"0"10"-5"0,0-12-11 16,0 12 7-16,0-11-7 0,2 4-8 0,-2 7-10 16,2-13-18-16,-2 7-22 0,0 6-7 0,3-17-19 0,-2 6-18 15,2 2-22-15,5-7-14 0,0 1-17 16,1 2-15-16,4-2-13 0,1-7-3 0,6 4-21 0,-4 4-12 16,-3 3-8-16,3 1-13 0,2 0-4 15,-4 0-8-15,-3 5-12 0,0 2-10 0,0 1-1 0,-2 0-3 16,0 7-8-16,-3 0-4 0,2 5 1 0,-1 1-2 15,-1 4-7-15,-1 2-27 0,-5 2-36 0,2 6-34 16,-2-5-39-16,2 5-34 0,-4-7-41 16,0 2-68-16,2-4-55 0,-1 1-278 0,2-5-658 15,-1-2 291-15</inkml:trace>
  <inkml:trace contextRef="#ctx0" brushRef="#br0" timeOffset="119930.9">15063 6919 137 0,'-1'-9'305'0,"-3"-2"-10"0,0 1-4 16,0 2-20-16,-1 1-23 0,-2 5-19 0,-2 0-20 15,1 0-22-15,-5 4-13 0,2 4-15 0,-5 5-15 16,3-2-17-16,4 1-9 0,-2 3-11 16,2 0-11-16,4-2-9 0,-1 1-6 0,3 0-17 0,2 0 0 15,2-1-25-15,0 0-8 0,4-1-23 16,1-3-11-16,-2-1-8 0,3-2-3 0,3 2-2 15,-2-5 2-15,1 1 0 0,1-2 2 0,0-2 3 16,-3 1-2-16,-7 1 5 0,10-9-1 0,-4 6 0 0,2-4 3 16,-5 2 10-16,2-2 12 0,-3 0 4 0,3-1 5 15,-1-2 3-15,-4 4 9 0,0 6 13 0,4-11 6 16,-4 11-1-16,4-7-4 0,-4 7-11 0,0 0-5 16,0 0-1-16,0 0-12 0,0 0 1 15,0 31 0-15,-2-5 5 0,1 3 13 0,0 8-10 0,-3 13 2 16,1 3 7-16,1-1-9 0,-2-1-6 0,2 1 11 15,-1-2 2-15,3 2-4 0,0-3 1 0,-5 0 3 16,2-5-4-16,0 2-11 0,-1-14-2 16,-3-3 1-16,0 0 0 0,2-3-5 0,-4-3 4 0,0-6 2 15,0-2-5-15,-2-5-2 0,0-2-2 0,0-1-9 16,-1-3-13-16,-1-4-5 0,0-2-7 0,-6-3-5 16,5-5-1-16,-1-1-3 0,2-5 4 0,3-6-7 15,4-2-5-15,2-5-2 0,6-2 6 0,6-2 1 16,2 0-1-16,15-16 7 0,-1 3-9 0,8-1 7 15,-1 2-1-15,4-3 3 0,2 3 1 0,3-1 2 16,19-16-1-16,-21 21 3 0,0-1-1 0,-1 1 0 16,-1-1 2-16,-5 5 3 0,-1 0-1 0,-10 7 4 15,0 4 3-15,-5 1-1 0,-2 3 3 0,-6 4 4 16,-1 4 2-16,-5 3 5 0,3 0 7 0,-5 2-2 16,-4 3-1-16,0-1 1 0,-2 6 1 0,-4-1 2 15,-3 5 1-15,-6 8 10 0,-1 5-5 0,-2 8 0 16,0 0-2-16,6 5-2 0,1 0-1 0,4 0 3 15,5-1-2-15,2-2-5 0,5 2-22 0,0-3-26 16,7 1-31-16,2-4-52 0,1-3-60 0,9 0-73 16,4-2-72-16,3-5-194 0,1-5-563 0,6-1 250 15</inkml:trace>
  <inkml:trace contextRef="#ctx0" brushRef="#br0" timeOffset="121206.75">16516 6965 2289 0,'9'-15'105'16,"-3"2"13"-16,-4-5-16 0,-2 6-17 0,-3 1-11 15,-2 0-9-15,-4 0 0 0,1 4 6 0,-2-3-4 16,-6 6-1-16,3 1-1 0,-5 3-3 0,-1 0 1 16,0 6 1-16,0 2-10 0,-5 9-1 0,3 1-2 15,7-2-6-15,-4 3-2 0,0 3-7 0,8-4 1 16,3-1-9-16,2 1-1 0,1-2-1 0,4-1-3 15,0 2-2-15,4-5-1 0,0-2 2 0,0 1-3 16,3-1-5-16,6 1 4 0,-1-5 0 0,4-1-5 16,4 0 13-16,0-5-3 0,-1 0-7 0,2-4-8 15,-2-1 2-15,-4-3-3 0,0-2 1 0,0-4-1 16,-3-2 2-16,0 1-7 0,-2-8 8 0,0-3-8 16,0-3-1-16,-4-4 0 0,0-1 5 0,-3 2-8 15,-1-1-1-15,1-2 14 0,-2-1-17 0,-2 1 5 0,-1 0 3 16,1 0-5-16,-1 0 7 0,-1 1-3 15,0 3 19-15,1 2 1 0,-1 3 22 0,2 11 8 16,0 3 3-16,-2 3-12 0,3 2-10 0,0 7-4 16,-2-7-5-16,2 7-10 0,0 0 8 0,-4 22-7 15,-1-4 0-15,-2 13-3 0,2 4 4 0,-4 10 4 16,0-10-9-16,2 10 3 0,2 1-16 0,-1-13 18 16,5 3 11-16,2 0-9 0,2-5 2 0,1 2 2 15,1-5-2-15,0-1 1 0,1-1 0 0,-1-7-3 16,3-4 3-16,-1 1-5 0,0-2 0 0,0-5 2 0,-1 0 2 15,0 0-1-15,2-4-12 0,1 0 1 0,-3-4-1 16,5 3-6-16,-2-4 5 0,3-1-2 16,1-5-8-16,5 0-4 0,-3-4 16 0,3 0-17 15,-5 0-6-15,4-3 2 0,-3-1 2 0,-2-2 7 0,-1 0-12 16,-1-2-4-16,-1 1 0 0,0-8 1 16,-4 9 0-16,-1 4 3 0,-2 1-1 0,1 4 1 0,-1 0 0 15,1 2 2-15,-3 5 0 0,0 0-18 16,0 0 9-16,0 0 3 0,0 0 2 0,5 26 1 15,-5-13 4-15,1 2 1 0,-1-2 0 0,2 3 5 0,-1 1 0 16,2-2 2-16,-1 2 2 0,1-7-9 0,2 3 11 16,-1-3-1-16,3 1 3 0,1-5 6 0,1 2 3 15,0-2-2-15,2-2 0 0,2-2 0 16,0 1 3-16,6-7-10 0,-5 4 13 0,3-7-2 16,-1 1 2-16,-4 1 2 0,-1-1-12 0,-2-4 1 0,3-2 7 15,-3 1-7-15,2-4-4 0,-3 2 7 0,-2-3-5 16,2 0 5-16,-3-1-9 0,1-7-6 0,-2 7 4 15,-1 1 6-15,-2-1-3 0,2 8-4 0,-2-2-1 16,0 5 0-16,-1 6 15 0,3-9-17 0,-3 9-7 16,1-8-1-16,-1 8-7 0,0 0 8 0,0 0-5 15,0 0 2-15,0 0 6 0,-9 32 4 0,7-21 4 16,2 4-1-16,-3 0-1 0,0-3 10 16,2 3-8-16,1 1-4 0,-1-4 3 0,1-2 0 15,0 2 1-15,1-3 4 0,0-2-2 0,-1-7 7 0,3 13-1 16,-2-7-8-16,2 0 1 0,-3-6 3 0,6 7-14 15,-1-5 19-15,-5-2 3 0,8 5 0 0,-8-5 0 16,8 2 4-16,-8-2 4 0,0 0-18 0,0 0 11 16,10-6 1-16,-10 6 0 0,6-9-1 0,-6 9 0 15,4-6-17-15,-1-1 16 0,-1 2-8 0,-2 5 12 16,3-11-6-16,-3 4-10 0,0 7 8 0,1-13-4 16,-1 4 4-16,0 9-1 0,-1-12 1 0,1 12 3 15,1-11 2-15,-1 11-21 0,0-13 15 0,1 7 3 16,-1 6 10-16,2-10 7 0,-2 10-2 0,1-12 3 15,-1 12-5-15,1-8 1 0,-1 8 0 0,2-7-1 16,-2 7 3-16,0 0 1 0,0 0-14 0,1-12 2 16,-1 12-2-16,0 0 0 0,0 0-3 0,0 0 5 15,1-6-10-15,-1 6-2 0,0 0 7 0,0 0-1 16,0 0-9-16,0 0-9 0,0 0 4 0,0 0 7 16,0 0 0-16,0 0-3 0,0 0-3 0,0 0-3 15,0 0 6-15,0 0-3 0,0 0 4 0,0 0 2 16,0 0-3-16,0 0 3 0,-5 31 1 0,5-23 0 15,0 4 1-15,3-2-4 0,-2 2-1 0,0-3 7 16,0 2-5-16,3 2 3 0,-1-1 4 0,0-1-10 16,1-1-21-16,3 1-26 0,1-1-19 0,-2 0-37 15,3-3-34-15,2 1-39 0,6-1-57 0,1-3-67 16,1 0-273-16,0-4-628 0,-1 1 278 0</inkml:trace>
  <inkml:trace contextRef="#ctx0" brushRef="#br0" timeOffset="121567.45">17280 7044 199 0,'0'0'273'16,"0"0"-13"-16,26-12-17 0,-16 5-18 0,2 3-9 15,2-5-17-15,2 2-15 0,1 1-15 0,2-4-12 16,-2-1-16-16,-1-2-8 0,-1 2-14 0,0 0-10 16,-2-3-5-16,-1 1-11 0,1-2-11 0,-4-1-7 15,0-2-6-15,0 1-5 0,-4 2-8 0,0-3 1 16,-2 7 4-16,-1 0-10 0,-3 2-3 0,0-1 5 16,0 2-10-16,-2 1-6 0,3 7-6 0,-7-9-1 15,7 9-10-15,-9-2-1 0,9 2-3 0,-24 15 0 16,8-3-3-16,-2 7-5 0,4-4-1 0,1 6 5 15,3 3-7-15,1-2 0 0,4-3 0 0,2 2 1 16,6-4-2-16,2 1 6 0,5-1-20 0,1-2-41 0,6-1-41 16,4 2-51-16,5-4-72 0,4-1-72 15,-9-8-202-15,13 3-528 0,-4-2 233 0</inkml:trace>
  <inkml:trace contextRef="#ctx0" brushRef="#br0" timeOffset="121823.25">18174 6656 28 0,'2'-19'318'0,"1"4"8"0,-2-1-4 0,0 5 15 0,-1 2-30 0,2 3-31 16,-2 6-30-16,0-11-30 0,0 11-6 16,0 0-37-16,0 0-18 0,1 33-11 0,-5-10-9 15,0 8-4-15,2 0-3 0,-2 3-5 0,-1-1-6 16,1 2-11-16,0-1-6 0,0 2-24 0,2-3 8 15,1-1-9-15,-2-2-6 0,4-1 4 0,-3-3-29 0,2-8-19 16,1 0-47-16,-1-3-39 0,-1-2-37 0,2-2-30 16,-1-2-33-16,-1 0-46 0,1-9-39 15,0 11-32-15,0-11-247 0,-4 6-567 0,4-6 252 16</inkml:trace>
  <inkml:trace contextRef="#ctx0" brushRef="#br0" timeOffset="122118.74">18138 6939 98 0,'2'-8'195'0,"1"-4"-4"0,0 3 0 16,1 0-8-16,2 3-6 0,-1 0-16 0,0 0-11 0,0 1-10 16,2 3-13-16,-1-2-10 0,-6 4-9 0,17 0-11 15,-8 2-8-15,1 3-7 0,-1 3-6 0,0-3-3 16,1 3-5-16,-1-1-4 0,1 2-5 16,3-3 1-16,1 4-4 0,0-3-7 0,-1 0 0 15,2 1-4-15,3-2-5 0,-4-5 7 0,4 3-1 0,0 0 3 16,-5-6 0-16,-1-2 4 0,2 1-1 0,-1-3 0 15,0-1 2-15,-3 1 8 0,-2-4 8 0,3-3 4 16,-3-2 2-16,-4 1-6 0,-2 1-9 16,0-4-1-16,-4 2 5 0,0-1 4 0,-3-1-6 15,-3 2-6-15,-2 2-15 0,0 0-2 0,-2 0-4 0,-5 7-3 16,-2-3-9-16,1 6-8 0,-1-1-30 16,-1 4-34-16,-1 2-35 0,1 3-47 0,1 1-64 0,1 3-82 15,0 4-278-15,4-6-599 0,5 2 265 16</inkml:trace>
  <inkml:trace contextRef="#ctx0" brushRef="#br0" timeOffset="122578.54">19528 6850 2558 0,'-3'-18'60'0,"-3"8"38"0,3-2-14 16,1 1-1-16,0 5-7 0,-1-1-6 0,3 7-13 15,-2-12-15-15,2 12-7 0,-2-7-3 0,2 7 0 16,0 0-10-16,0 0-1 0,0 0 4 0,13 16 8 15,-6-2-8-15,-1 3-6 0,0 0 3 0,3 2 2 16,-1 3-4-16,0-3 3 0,1 5-6 0,-1-7-1 16,0-2 1-16,0 1-4 0,1-2 1 0,-2-3 0 15,0-2 1-15,1-1-1 0,-3-3 14 0,1 0 17 16,-1-2 22-16,2 0 11 0,-7-3 8 0,12 1 2 16,-12-1 2-16,13-6-3 0,-7 1-10 0,2-5-5 15,1-6-8-15,1 1-4 0,3-8-1 0,-1 0-14 16,-3 0 3-16,0-2-8 0,-1-1-11 0,3 3-5 15,-1-3 5-15,1-2-6 0,1 2-14 0,-2 0-19 16,3 1-19-16,-5 7-24 0,-1 1 11 0,1 3-29 16,-2 5-34-16,-3-1-38 0,-1 5-51 0,2 2-40 0,-4 3-21 15,0 0-24-15,0 0-37 0,12 12-184 16,-10-6-542-16,0 5 241 0</inkml:trace>
  <inkml:trace contextRef="#ctx0" brushRef="#br0" timeOffset="123335.81">20115 6809 2174 0,'8'-3'110'0,"1"1"-16"0,-9 2-10 16,7-9-2-16,-4 5 4 0,-3 4-8 0,0-12 4 16,0 12 11-16,-5-12 1 0,0 6-8 0,-3-3 2 15,-2 5 4-15,-2-2-6 0,-2 5-4 0,-5 1-4 16,-1 3-5-16,-6 4-5 0,-2 5-1 0,1-1-8 0,3 7-2 16,1 0-9-16,2 3 0 0,3-1-11 15,6-4-9-15,3 0 4 0,2 2-2 0,3-1-3 16,4 0-5-16,2-2 3 0,0-4-5 0,5 5 2 15,0-2 1-15,1-6-4 0,2 2-17 0,2-6-2 16,2 1-1-16,-1-4-6 0,1 1 8 0,2-4 2 0,2 1 2 16,-3-4-12-16,3-2 4 0,-4-2 6 15,2-2-6-15,-5 0 8 0,3-3 5 0,-4 0-10 16,1-2 6-16,-3-1 0 0,0-1-5 0,1-8 1 16,-2 7 0-16,-1 3 5 0,-1-4-5 0,0 7 8 0,-1 2 9 15,1 1 9-15,-1 0 3 0,-3 6-3 16,2 0-6-16,-3 4-12 0,3-9 1 0,-3 9-2 15,0 0 4-15,0 0-12 0,0 0 1 0,5 20-2 16,-2-8 3-16,-1 4-4 0,0 4 5 0,2-4 2 16,0 3 7-16,0-2-10 0,0 0-4 0,2 1 8 15,3-2 2-15,-1 0 1 0,2-2-11 0,-1-5 9 16,2 2 2-16,3-3 7 0,-2-1-10 0,1-4 7 16,1 0 2-16,-3 0-6 0,2-3 5 0,1 0-6 15,3-2-1-15,-3-2 8 0,-3 0-8 0,1-2-2 0,-2 0 7 16,-1-4-4-16,-3-1-7 0,3-4 7 0,0-4-2 15,-4 3-4-15,0-1 4 0,2-2-8 0,-3 0-2 16,1 3-9-16,-3-4 3 0,2 2-5 0,-1 7-1 16,-1-1 1-16,2 1-7 0,0 2 10 15,0 2-4-15,-2 2-1 0,-2 5-4 0,4-7-4 0,-4 7 1 16,0 0 1-16,13 3 8 0,-7 4 0 0,-1 2-1 16,4 4 2-16,-2 2 2 0,-2-1 1 15,-1 3-1-15,-2 2 3 0,1-1 6 0,1 0-4 0,-2 1-3 16,2-3 3-16,-1 1 3 0,-1-6 4 15,1 1-1-15,1-1 0 0,-1-2 13 0,2-2-2 0,0-3-4 16,1 0 6-16,-1 3 4 0,1-6 1 0,3 1-4 16,3-4-1-16,-3 1 0 0,2-3 8 0,-2-3-13 15,1 0 3-15,2 1-12 0,-3-2 14 0,1-7 12 16,0-1-13-16,-1-3-1 0,-1 2-3 0,-3-2 3 16,0 0-2-16,1 2 8 0,-2-1-10 0,0 0-3 15,-1 1 7-15,2 6 3 0,-3 0 3 0,0 3 6 16,-1 1-10-16,0 1-4 0,-1 6-2 0,1-8-3 15,-1 8-2-15,0 0-1 0,0 0-15 0,0 0 3 16,0 0 11-16,0 0 3 0,0 27-1 0,-1-16 1 16,1 1 6-16,0 2-24 0,1 1-40 0,1 4-31 15,-2-1-37-15,0-1-26 0,1-1-42 0,-1 0-53 16,5-3-62-16,-4 0-280 0,1-4-636 0,-1 2 282 16</inkml:trace>
  <inkml:trace contextRef="#ctx0" brushRef="#br0" timeOffset="123498.36">20874 6670 2405 0,'-6'-16'-5'16,"1"5"53"-16,-2 0-25 0,2 3-19 0,0 2-35 16,0 1-24-16,5 5-6 0,-8-5-6 0,8 5-18 15,0 0-33-15,0 0-36 0,0 0-164 0,0 17-344 16,0-17 153-16</inkml:trace>
  <inkml:trace contextRef="#ctx0" brushRef="#br0" timeOffset="123836.32">21224 6733 153 0,'0'0'267'0,"-13"-14"-6"0,5 11-10 0,-4 3-12 15,-1 3-5-15,-6 0-14 0,-1 7-7 0,-6 0-9 16,3 2-12-16,5-1-22 0,-2 5-18 0,-2 0-12 15,9-2-12-15,3 0-12 0,1 5-10 0,3-4-14 16,-1 0-9-16,7-2-8 0,2 0-3 0,1-3-14 16,1 2-4-16,4-3-11 0,0 1-11 0,3-5-6 15,1 2-7-15,-1-4-3 0,7 0-3 0,-5-3 1 16,1-2-4-16,4-1 0 0,-3-5 1 0,-5 1-2 16,4-3 2-16,-3-1-3 0,0-2-1 0,-5 3-3 15,3-2 3-15,-2 1 3 0,-1 0-8 0,-2 1 5 16,1 2 13-16,-2 0 8 0,-1 4 3 0,-2 4-10 15,5-6 1-15,-5 6-3 0,3-3-12 0,-3 3-1 16,0 0 2-16,0 0-1 0,0 0 0 0,0 28 0 16,-1-14-2-16,-1 1 4 0,4 2-1 0,-2-3-32 15,2 3-29-15,-1 0-35 0,2-1-45 0,1-4-53 16,2 2-72-16,1-3-276 0,0-2-578 0,0-1 256 16</inkml:trace>
  <inkml:trace contextRef="#ctx0" brushRef="#br0" timeOffset="124096.59">21479 6619 10 0,'3'-17'319'0,"-1"4"1"0,-1 4-4 0,0-1-1 16,0 3-30-16,1 1-32 0,-2 6-27 0,0 0-29 15,0 0-20-15,0 0-1 0,0 0 0 0,-5 32-5 16,3-7-7-16,-3 3-10 0,2 0-3 0,0 1-10 15,2 3 2-15,-3 0-25 0,1 0-9 0,2 1-1 16,0-2-17-16,-1-1-8 0,1 0-23 0,1-4 11 16,-1 1-4-16,1-3-9 0,0-6-12 0,-1 0-32 15,2-4-43-15,-1-3-43 0,0 0-40 0,0-2-44 16,0 0-37-16,0-9-46 0,-1 7-36 0,1-7-52 0,0 0-193 16,0 0-562-16,-11 3 248 0</inkml:trace>
  <inkml:trace contextRef="#ctx0" brushRef="#br0" timeOffset="124372.06">21366 6859 11 0,'0'0'253'0,"-2"-8"-21"15,2 8-22-15,0 0-13 0,5-9-11 0,0 5-13 16,5 1-11-16,3-1-11 0,5 0-13 16,2 1-10-16,11 1-9 0,1 0-7 0,0-3-9 15,0 1-9-15,-3 2-5 0,0-1-2 0,-2 2 2 0,-6-2 1 16,-3 2 3-16,-4-3 8 0,0 2 5 15,-4 0-5-15,1 1-5 0,-4 0 9 0,1 1 0 0,-8 0-10 16,12-2-3-16,-12 2-10 0,0 0-13 16,12 0-8-16,-12 0-9 0,2 6-5 0,1 1-2 15,-3-7 0-15,3 18 1 0,-2-3-3 0,-1 3-1 0,0-1 0 16,0 1-9-16,0 0-21 0,-1 0-29 0,-2-1-36 16,0-1-33-16,1 1-35 0,-1-1-51 0,1-4-57 15,-1-1-57-15,1 0-244 0,-2-3-572 0,-1 0 254 16</inkml:trace>
  <inkml:trace contextRef="#ctx0" brushRef="#br0" timeOffset="124541.64">21794 6627 78 0,'0'0'200'0,"-1"-10"-40"0,1 10-24 0,0 0-24 15,0 0-26-15,0 0-38 0,0 0-35 16,0 0-41-16,18 20-37 0,-10-10-59 0,0-2-133 0,5 2 58 16</inkml:trace>
  <inkml:trace contextRef="#ctx0" brushRef="#br0" timeOffset="125028.72">22047 6754 34 0,'0'0'194'0,"5"3"-3"0,-5-3-4 0,0 0 1 0,-12 10-6 16,3-3-1-16,0 0-7 0,-2 1-9 0,-2 5-4 15,0-1-11-15,1 3-11 0,2 1-12 0,1-2-4 16,-1 3-11-16,1-2-13 0,2 3-10 0,5-3-7 16,-1-1-7-16,5 2-2 0,-2-3-9 0,2-1-5 15,1-2-7-15,1 0-1 0,1 0-8 16,4-4 0-16,-4 0-2 0,2 0-7 0,0-1 1 0,3-2-7 16,-2-3-7-16,-8 0-3 0,16-4-3 0,-6-2-4 15,-2 0-2-15,3 1-1 0,-3-4-8 0,0-1-2 16,1-4-3-16,0-2-5 0,-1 2 0 0,-2-5 0 15,0 2 2-15,2 1-1 0,1-1-2 0,-1 2-1 16,-1 1 0-16,-1 3-1 0,-1 1 0 0,1 5 5 16,-2 0-2-16,0-2 2 0,-1 5-1 0,-3 2 1 15,0 0 1-15,0 0 1 0,13 11 4 0,-8-3 9 16,-1 5 3-16,-1-1 2 0,-2-1 1 0,3 6 6 16,-3-6-1-16,-1 2-1 0,1-3 2 0,1-2 0 15,-1 0 2-15,-1-8-6 0,1 10 6 0,-1-10-3 16,0 10 7-16,0-10 9 0,2 6 5 0,-2-6 9 15,0 0 0-15,2 6-6 0,-2-6-5 0,0 0-3 16,0 0-6-16,0 0 3 0,15-20-13 0,-7 12 3 16,0 1-7-16,3-5 1 0,1 1-12 0,2-2-2 15,0 2-1-15,1 0 3 0,2 4-8 0,1 4 1 16,-6-2-7-16,0 3 1 0,-1 1 0 0,0 1 0 16,-2 1-4-16,1 2 7 0,-4 4-3 0,1 2 2 15,-2 1-3-15,-1 0 5 0,-1 1 0 0,0 1-5 16,-2 0-23-16,0 0-30 0,-2-1-36 0,0-1-48 15,1 4-54-15,1-3-55 0,2-1-212 0,2 1-506 16,4-6 224-16</inkml:trace>
  <inkml:trace contextRef="#ctx0" brushRef="#br0" timeOffset="125252.8">22877 6897 2030 0,'9'-25'43'0,"-2"1"15"16,1 7 43-16,-4-4-1 0,1 2-5 0,-1-5 12 15,1 8 5-15,0 4 21 0,-2 2 6 0,0 3 12 16,-1 1-16-16,-2 6-18 0,1-10-17 0,-1 10-13 16,0 0-6-16,0 0-6 0,0 0 0 0,1 32 0 15,-3-14-9-15,-2 5 1 0,1 3-8 0,0 4-2 16,0-4-6-16,2 0 3 0,-2 5-20 0,-1-6-3 16,4-1-50-16,-1-6-38 0,1 2-42 0,1-6-38 15,-1-1-48-15,0 0-69 0,3-2-56 0,-3-3-219 16,0-8-573-16,0 0 254 0</inkml:trace>
  <inkml:trace contextRef="#ctx0" brushRef="#br0" timeOffset="125428.73">22927 6456 196 0,'0'-10'219'0,"1"4"-27"0,-1 6-21 0,5-8-18 15,-5 8-15-15,0 0-14 0,0 0-23 0,17 17-37 16,-7 0-51-16,3 6-40 0,1 2-48 0,2 6-50 16,-2 0-66-16,3 1-207 0,-4 1 92 0</inkml:trace>
  <inkml:trace contextRef="#ctx0" brushRef="#br0" timeOffset="125652.19">23167 6922 95 0,'0'0'264'0,"0"0"-19"16,0 0-10-16,0 0-5 0,0 0-8 0,0 0-8 15,0 0-10-15,-7-27-11 0,6 17-1 0,1 1-7 0,1-2-9 16,2-1-16-16,0 1-8 0,3-7-8 16,2 3-9-16,1-1-4 0,-3 8-5 0,4-6-15 15,0 6 1-15,-1 2-18 0,-2 3-17 0,2-1-11 16,-3 2-3-16,-6 2-9 0,16 6-7 0,-8-3-2 16,0 5-2-16,0 3-12 0,-2-1 1 0,-1 6 5 15,2 1-4-15,-2 6-4 0,-3 2-3 0,0-7-10 16,0-2-22-16,-2 1-47 0,3 0-42 0,-3-1-48 15,0 3-69-15,1-7-97 0,-4-2-259 0,3-10-613 16,2 14 272-16</inkml:trace>
  <inkml:trace contextRef="#ctx0" brushRef="#br0" timeOffset="126099.59">24367 6502 5 0,'1'-6'307'16,"-1"6"-29"-16,4-10-32 0,-4 10-29 0,0 0-22 15,0 0-8-15,0 0 3 0,0 0 1 0,5 23-8 16,-5-4-3-16,-3 6-10 0,0 2 1 0,-1 1-19 15,1 1-13-15,-2-1-8 0,1-2-13 0,0 1-10 0,3-1-6 16,1 0-17-16,-2 0-11 0,2 2 0 16,0-2-5-16,2-8-5 0,-2 2-12 0,0-7-3 15,1 0-35-15,1-2-33 0,-1 1-35 0,0-4-40 16,-2 0-43-16,1-8-39 0,-1 11-46 0,1-11-48 0,-9 9-194 16,3-9-502-16,6 0 223 0</inkml:trace>
  <inkml:trace contextRef="#ctx0" brushRef="#br0" timeOffset="126248.45">24254 6702 77 0,'3'-6'213'0,"-3"6"-18"0,5-10-18 0,-1 4-17 16,4 4-14-16,-2 0-16 0,7-2-12 0,1 1-14 16,5 3-6-16,3 1-21 0,4 3-39 15,-5 0-39-15,7 5-57 0,-7-3-45 0,-3 5-126 0,-5 0-248 16,3 2 111-16</inkml:trace>
  <inkml:trace contextRef="#ctx0" brushRef="#br0" timeOffset="126519.03">24536 6975 49 0,'0'0'222'16,"9"4"-1"-16,-3-4 4 0,-6 0-8 0,16-4-10 16,-5 1-10-16,-1 1-7 0,1-5-14 15,5-1-5-15,2-2-19 0,0 0-10 0,0-3-14 16,3-2-11-16,0-1-7 0,-5 4-13 15,-3 0-4-15,1-2-14 0,-2-1-7 0,-1 2-9 0,-2-2-7 16,-3 4-1-16,-3 0-6 0,0 0-6 0,-3 2-4 0,-2-2-6 16,-2 4-3-16,2 1-3 0,-7 0-5 0,-1 3-2 15,0 1-2-15,-1 4-5 0,-3 2-1 0,-4 4 1 16,2 1-3-16,3 0 0 0,0 5-1 0,6 0-1 16,-4-1-7-16,4 3-15 0,4 0-9 0,-1 0-21 15,6 0-18-15,1 1-24 0,4-1-36 0,0 0-37 16,4-1-26-16,3-3-26 0,-2-1-10 0,5 1-158 15,-3-3-409-15,3-2 181 0</inkml:trace>
  <inkml:trace contextRef="#ctx0" brushRef="#br0" timeOffset="126906.37">24899 7010 120 0,'8'-4'186'0,"-2"-3"6"0,-1 3 7 0,0-5 2 16,-1 1 4-16,1-1-6 0,-3-3-6 0,1 1-3 16,-1 0 4-16,0-6 2 0,-1 1-12 0,2-1-8 15,0 0-17-15,3-1-8 0,0 0-10 0,0 1 14 16,2-2-5-16,-3 2-30 0,5 2-17 0,2 1 9 15,-1-1-13-15,-2 3 1 0,0 4-8 16,0 1-17-16,0 1-6 0,-4 4 1 0,6 2-22 16,0 4-9-16,-3 3 1 0,6 3 8 0,-1 2-32 0,-1 3 9 15,-2 0 6-15,2 3-10 0,2 3 0 0,-2 2 3 16,-1 0 2-16,-2 1-12 0,-1-8 3 0,-3-1-1 16,-3-4 7-16,3-3-20 0,-3 1 11 0,-1-2-8 15,1-2 2-15,-2-5 1 0,4 6 4 0,-4-6-3 16,0 0-10-16,0 0 13 0,0 0-2 0,0 0-8 15,0 0 3-15,0 0 4 0,0 0-8 0,-9-24 5 16,9 15 0-16,3-2-1 0,1-2-13 0,3-6-2 16,4 3-1-16,0 2-9 0,0-2 6 0,3 2 3 15,1 0 0-15,1 3-3 0,-5 2 4 0,3 1-4 16,-3 2-4-16,0 4 6 0,-4 0-7 0,4 0 1 16,-11 2 4-16,18 6-6 0,-10 2 5 0,-2-2 1 15,-2 3 5-15,1 2-4 0,1-1 6 0,-4 3 0 16,1 3 3-16,2 0-18 0,-3 0-42 0,1 0-50 0,-1-1-42 15,0-2-63-15,-1-2-73 0,-1 1-283 16,0-12-620-16,5 17 275 0</inkml:trace>
  <inkml:trace contextRef="#ctx0" brushRef="#br0" timeOffset="127168.36">25654 6606 277 0,'0'-20'300'0,"0"3"-2"0,3 1 1 16,-1 4 4-16,-2 2-19 0,0 3-38 0,0 7-13 16,2-10-30-16,-2 10-24 0,0 0-21 0,0 0-4 15,1 31 17-15,-2-7-10 0,-1 4-6 0,2 7 1 16,-2-4-10-16,-2 5-11 0,1-2-10 0,1 1-12 16,-4 12-10-16,4-1-11 0,-2-11-6 0,0-6-21 15,-2 2 10-15,4-4-9 0,-1 3-4 0,-1-5-4 16,1 1-23-16,2-8-30 0,-2-1-38 0,3-3-54 15,-3 0-33-15,1-3-38 0,0 0-34 0,-2-3-54 16,4-1-49-16,-1-1-52 0,-3-2-198 0,4-4-589 16,0 0 261-16</inkml:trace>
  <inkml:trace contextRef="#ctx0" brushRef="#br0" timeOffset="127402.59">25664 6714 30 0,'11'-8'234'0,"5"1"-6"0,2 0 1 0,-1 4-15 16,2 0-14-16,1 3-12 0,-5 3-14 0,4 0-9 15,-2 4-12-15,1 2-14 0,-4 1-13 0,-2-1-5 16,0-1-18-16,-3 1-8 0,1-1-11 0,-6 3-2 16,-1-3-4-16,-3 2 1 0,-1 1-5 0,-5-1-5 0,-4 2-2 15,-1-3-10-15,-7 3-7 0,0-2-23 16,0-4-13-16,1 0-37 0,-2 0-39 0,2-2-53 15,-3-1-60-15,6 0-50 0,1-3-189 0,3 1-448 16,10-1 199-16</inkml:trace>
  <inkml:trace contextRef="#ctx0" brushRef="#br0" timeOffset="127849.65">26067 6861 3580 0,'10'-10'209'0,"-10"10"-76"0,0 0-37 15,-4-13 36-15,4 13 22 0,0 0 13 0,-6-10 2 16,6 10-14-16,0 0-20 0,0 0-9 0,-4-6-18 16,4 6-11-16,0 0-13 0,0 0-11 0,0 0-12 15,0 0-32-15,0 0-36 0,0 0-52 0,0 0-64 16,0 0-63-16,0 0-56 0,23 13-73 0,-17-5-85 16,-3-3-296-16,-3-5-754 0,7 9 333 0</inkml:trace>
  <inkml:trace contextRef="#ctx0" brushRef="#br0" timeOffset="132664.63">26681 6681 158 0,'0'0'237'0,"0"-11"-14"16,0 11-3-16,2-11-11 0,0 6-12 0,-2 5-13 15,0 0-13-15,-2-13-11 0,2 13-15 0,0 0-17 16,0 0-12-16,0 0-14 0,-2-9-11 0,2 9-11 16,0 0-12-16,0 0-6 0,0 0-9 0,-22 18-5 15,12-8-3-15,-1 4-6 0,-7 8-5 0,5-7 1 16,0 9-8-16,-1-3-2 0,3 5-2 16,2-9-1-16,4-1-5 0,1 4 2 0,0-2-4 0,4-1 0 15,0 0 0-15,4-1-4 0,0-3 2 0,0-2-2 16,4 0-1-16,-1-3 2 0,3 2 0 0,2-5-3 15,-1 1-3-15,8 0-2 0,-2-2 1 0,3-2 3 16,-4-2-1-16,2-1-2 0,0-4 2 0,0-1-2 16,0-2 2-16,-1 0 1 0,-2-5 0 0,-4 0-1 15,1 2 3-15,-2-3-5 0,-3-1 0 0,-5-3-1 16,0 1 0-16,-2-2-1 0,-4 2-1 0,-1-4 0 16,-3-1 1-16,0 3-3 0,0 2 0 0,-3-2-3 15,-1 3 1-15,1 2-2 0,0 2-2 0,-1 1-10 16,4 2-11-16,-1 2-21 0,-3 5-21 0,1 0-21 15,-1 5-32-15,1 0-24 0,0 4-39 0,-3 7-29 16,-1-1-160-16,-1 9-406 0,1 1 180 0</inkml:trace>
  <inkml:trace contextRef="#ctx0" brushRef="#br0" timeOffset="133082.62">26850 7059 228 0,'6'-4'235'16,"1"-2"-4"-16,3-2-13 0,-4 1-15 0,3-3-17 16,0 0-13-16,2 2-13 0,0-5-17 0,0 1-11 15,1 0-9-15,-1-3-11 0,1 0-7 0,-1 1-14 16,-3-1-7-16,1 1-7 0,3-1-10 0,-2-1-5 16,-1-1-3-16,-1 0-9 0,-2 3-6 0,-1-1-3 15,-1 4-5-15,0-6-2 0,-3 6-3 0,4 2-1 16,-10-1-3-16,4 1-5 0,-3-1-2 0,2 4-3 15,2 6-1-15,-2-13-5 0,-3 7-1 0,5 6-3 16,-4-5 2-16,4 5-3 0,-4-6-1 0,4 6-8 16,0 0 6-16,-8-4-6 0,8 4 0 0,0 0-4 15,0 0 2-15,0 0 0 0,0 0 3 0,0 0-1 16,0 0 0-16,25 8 1 0,-11-8 1 0,6 2 1 16,0-2 0-16,1 0 1 0,1 0-1 0,-2 0 0 15,1-2-1-15,-2 4 1 0,-5-4-3 0,-1 4 1 16,-1-2-4-16,-1 4 5 0,0-1-5 0,-1 1 1 15,-2 3 2-15,1-1-4 0,-3 3 4 0,2 0-3 16,-4 2 0-16,1-2 7 0,-3 4-4 0,0 3 1 16,0-5 5-16,-2 7-4 0,3 2-9 0,-3-5-30 15,0 2-35-15,-1 2-46 0,2-4-61 0,0 2-68 16,-2-3-141-16,2-2-423 0,-1-12 187 0</inkml:trace>
  <inkml:trace contextRef="#ctx0" brushRef="#br0" timeOffset="134230.62">28240 6782 190 0,'-10'-12'228'0,"0"6"-13"0,1 1-17 0,-4 0-12 15,-6 3-9-15,-1 2-4 0,-10 2-12 0,2 5-12 16,-2-1-17-16,2 1-7 0,1 8-13 0,-1 0-10 15,3 0-9-15,1 1-7 0,4 3-14 16,4-5-4-16,3 0-11 0,3 3-5 0,2-1-7 0,4 0-2 16,1-3-7-16,6 0 3 0,-1 0-5 0,1-1-4 15,4-1-2-15,-2 1-3 0,9-2-1 0,-1 0 1 16,7-1 0-16,-1-5-7 0,1 0-1 16,0-4-1-16,3 0 1 0,5-2-2 0,-10-3-2 0,3-3 4 15,-2-1-3-15,4-4 0 0,-2-4-3 0,-4-2 6 16,-3 4 2-16,3-10 0 0,-3-1 3 0,-5 0-5 15,3-1 3-15,-1-1 5 0,-2-1 2 0,-5 0-2 16,2-3 2-16,-2-1-5 0,0 1-1 0,-4 1 0 16,2-2 1-16,-2 3 1 0,0 0 6 0,0 6 4 15,-2 5-5-15,2 2 6 0,0 4 3 0,0 3-1 16,-2 1-5-16,2 3-3 0,0 6-7 0,0-10-8 16,0 10-2-16,0 0 0 0,0 0-4 15,0 0-3-15,0 0-1 0,4 39 2 0,-4-20-2 0,0 9-2 16,0 1 8-16,3-2-6 0,-3 2 3 0,3 1-1 15,-1-3-5-15,-1-1 3 0,4 3-4 0,-1-3 5 16,1 0-2-16,3-3 2 0,-3-2 0 0,3-4-1 16,0 2 0-16,-1-2 1 0,2-2 1 0,-1-1-1 15,0-4-1-15,-2 0 1 0,0-2-3 0,-1 0 4 16,-1-2-1-16,0-3 8 0,-2 1-5 0,-2-4 1 16,9 4 3-16,-9-4 3 0,0 0 1 0,13-7-7 15,-8 2-2-15,1-5 2 0,1 1 0 0,3-6 2 16,-3-2-6-16,1-1 2 0,-1 0-5 0,-1-5-4 15,-2 3 6-15,3 2-8 0,-4-1-4 0,1 1 2 16,-1 1-1-16,-2 2 1 0,1 4 1 0,-2 1 2 16,2 3 7-16,-2 7-2 0,0-11-4 0,0 11-1 15,1-7-4-15,-1 7-2 0,0 0 2 0,0 0 1 16,0 0 1-16,0 0 2 0,0 0-1 0,0 0 0 16,4 32 0-16,-2-20 0 0,0-1-1 0,0-1 2 15,1 1 4-15,1 0 0 0,3-2 2 0,-4 2-3 16,5-1 5-16,-5-4-4 0,1 2 3 0,4 0-3 15,-4-2 2-15,2-3 4 0,-1 2-5 0,2-1 4 16,-3 0-1-16,-4-4-2 0,10 3 4 0,-10-3-4 16,10 0 0-16,-10 0-1 0,14-6 1 0,-8 3-1 15,2-3 2-15,0-2 3 0,-1 0-8 0,0 0-3 16,-2-3 0-16,1 0 5 0,-1 2-5 0,1-2-1 16,-4 4-1-16,4-1 2 0,-4 1-4 0,0 3 2 15,-2 4-6-15,4-6 0 0,-4 6-3 0,0 0 3 16,0 0-2-16,0 0 0 0,0 0 7 0,9 16 0 15,-6-10-1-15,2 3 3 0,1-1-3 0,-5-1 4 16,2-1 0-16,3 0 2 0,3 2 2 0,-1-2-1 16,5 1 2-16,-3-2 7 0,7-3-7 0,1 1 4 15,2-3-1-15,0-1 5 0,0-3-5 0,1-1 4 16,0 0-2-16,-3-1-3 0,-1 0-2 0,-1-2 4 16,-1 0 3-16,-2 0-1 0,-3-1-4 0,-2 2 4 15,-2-3-2-15,-1 1 1 0,-2-1-4 0,0-3 1 16,-2 0-3-16,-1 1-2 0,-3 2 0 0,-1-1 2 15,3 2 3-15,-3 1-7 0,0 2-2 0,-2 2 1 16,-5 1-5-16,0 3 2 0,-2 5 5 0,-2 0-4 16,0 5 1-16,-3 4 0 0,5-3-3 0,0 2-8 15,4 0-8-15,2 3 4 0,2-4-8 0,3 4-30 16,5-6-10-16,2 3-30 0,5 2-32 0,3-1-45 16,4-3-45-16,7 2-58 0,-5-6-143 0,11 1-457 15,-2 1 203-15</inkml:trace>
  <inkml:trace contextRef="#ctx0" brushRef="#br0" timeOffset="134469.07">29503 6518 84 0,'5'-25'268'16,"-1"10"11"-16,0 3 2 0,-2 0-1 0,3 4-18 15,-3 3-24-15,0-1-30 0,-2 6-26 0,0 0-18 16,0 0-14-16,0 0-24 0,10 17-4 0,-7 0-4 15,0 7-6-15,-1 1-7 0,1 2-6 0,0 1-10 16,-1 1-1-16,0-4-5 0,1 2-18 0,-1-1-2 16,0 2-8-16,-1-3-2 0,2 1-5 0,-1-7-7 15,-2 0-46-15,1 1-35 0,2 5-43 0,-6-8-33 16,1 1-48-16,2-7-56 0,-3 0-52 0,-2 0-189 16,1-1-499-16,-5-1 221 0</inkml:trace>
  <inkml:trace contextRef="#ctx0" brushRef="#br0" timeOffset="134787.06">29485 6720 144 0,'13'-7'206'0,"-3"2"-5"16,-1-1-6-16,4 3-20 0,-2-1-17 0,2 4-13 16,0-2-9-16,-2 4-10 0,2 2-13 0,0-1-6 15,-3 1-14-15,2 4-1 0,-1-2-6 0,1 2-6 16,0 1-7-16,-1-1-3 0,-1-2-6 0,-2 2-4 15,2 0-4-15,0-4-4 0,-2 1-5 0,1 1 1 16,-3-1 7-16,4-3 4 0,0 0 3 0,1-1 7 16,-1-1-3-16,0-1 9 0,0-3 3 0,3 0 2 15,-4-2 2-15,1-1 6 0,0 0 2 0,-2-2-13 16,0-1-4-16,2-3-1 0,-5 1-2 0,-2-1 3 16,-2-2-11-16,-1 0-7 0,-4-2-8 0,-1 0-7 15,-4 0-5-15,1 5-9 0,-3-1 0 0,-2 2-2 16,-2 4-14-16,1 2-21 0,-4 2-31 0,-4 3-30 15,-6 5-33-15,-4 2-33 0,0 2-62 0,3 2-72 16,-2 3-259-16,2 0-574 0,3-2 255 0</inkml:trace>
  <inkml:trace contextRef="#ctx0" brushRef="#br0" timeOffset="135843.41">7538 7892 58 0,'-5'-16'232'16,"-2"0"-12"-16,0 1-11 0,3 3 5 0,-1 2-7 0,1 0-13 15,2 2-12-15,-2 2-18 0,4 6-18 16,-4-11-13-16,4 11-20 0,0 0-9 0,0 0-11 16,0 0-11-16,23 18-4 0,-7 4-7 0,-1 4 16 15,3 4-9-15,-1 1-6 0,7 9-2 0,-8-9-9 16,2-2-5-16,-3 1-4 0,1-1-7 0,3-3-4 0,-2-1-4 15,-1-1-2-15,-2-2-2 0,-1-5-4 16,-1-2 0-16,-2-3 0 0,0-1-8 0,0-1 1 16,-2 0 4-16,1-3-9 0,-3-1-1 0,-1-1 4 15,-1 1-4-15,-4-6 3 0,7 5 0 0,-1-3 2 16,-6-2-1-16,0 0 0 0,0 0-6 0,10-14 3 16,-7 6-3-16,-1-3 0 0,2-5-1 0,-1-2 0 15,2-7-3-15,1 0-1 0,-2-3 0 0,-1-4-5 0,4-1 0 16,-1-1 1-16,-3-3-1 0,5 2-7 0,-3 1 3 15,3-13 3-15,-4 13 1 0,-1 6 1 16,1 0-8-16,0 2 5 0,0 8-4 0,-3 5-10 16,0 4-24-16,1 0-30 0,-1 3-22 0,-1 6-3 15,0 0-8-15,0 0-23 0,0 0-15 0,4 23-18 0,-5-4-38 16,1 10-28-16,-3 1-181 0,-2 1-434 16,2 2 192-16</inkml:trace>
  <inkml:trace contextRef="#ctx0" brushRef="#br0" timeOffset="136652.26">8226 8035 57 0,'-8'-13'229'0,"3"6"6"0,-2 0-9 0,-1 2-8 16,-1 1-12-16,1 1-17 0,-4 2-13 0,-5 5-15 15,-1 0-15-15,1 4-9 0,-2 4-9 0,-6 6-9 16,2 1-13-16,2 2-7 0,3 1-8 0,4-2-13 15,5-2-7-15,3-1-5 0,3-1-5 16,3 0-10-16,2-1 1 0,0-3-6 0,3 0-7 0,4-2-2 16,-1 1-4-16,2-4 3 0,3 1-10 0,-2-1 5 15,7-2-6-15,-5-4-2 0,6 2-3 0,-1-6 0 16,0 0-1-16,-1-1-5 0,-1-3 2 0,0-2-4 16,-1 1-1-16,-3-3 1 0,1 1-5 15,-4-4-1-15,2 1 0 0,-2-3 0 0,-4 1 1 16,1-4-7-16,-3 3 2 0,-1-2 3 0,1-1-2 0,-4 2-3 15,1-1 6-15,-2 3-6 0,1 4 0 16,1 0 0-16,-1 2-3 0,1 9 0 0,-3-11-2 0,3 11-4 16,-1-4 1-16,1 4-1 0,0 0-1 0,0 0 6 15,-5 23 1-15,1-8-5 0,5 1 8 0,-3 3-6 16,2-3 0-16,1 1 0 0,0 0 1 0,2-2 1 16,-1 2 2-16,3 1 4 0,-1-8-2 0,3 6 1 15,1-2 2-15,-1-3-3 0,1-3 5 0,1 1-6 16,3-3 4-16,-1 0 2 0,0-1 0 0,-1 0 4 15,-1-4-4-15,3 2 0 0,-6-2-1 16,4-1 1-16,-10 0 3 0,18-3-1 0,-6 1-2 0,-6-2 1 16,4 0-2-16,-3-1 1 0,-1-3-2 0,1-1-2 15,0 1 3-15,0-3-7 0,-1 2 0 0,-1-4-8 16,0 2 4-16,0-6-6 0,4 2 1 0,-5 4-7 16,0-1 4-16,2 1-3 0,1-1 1 0,-3 2-1 15,4 2 2-15,-1-1-2 0,-1 3 2 0,1 3-1 16,0 0 3-16,-7 3 0 0,14 1 2 0,-7 5 0 15,2 0-1-15,-2 4 3 0,1 4 4 0,-4-1-2 16,0 2 2-16,1 2 0 0,0-3 1 16,-3 4 4-16,2-1 1 0,-1-2 0 0,2-3 2 0,-1-1-1 15,0 0 7-15,2-1-5 0,0-1 3 0,1-2 2 16,1-2 0-16,2 2 1 0,-1-3 7 0,1-2 2 16,3-2-1-16,-1-1-3 0,1 0 3 0,5-2-3 15,-1-3 8-15,-2-1-6 0,-1-2 4 0,2-1 0 16,-6 1 2-16,4-2-1 0,-4-1-1 0,0-1-3 15,0-3 4-15,-3 2 2 0,-2-3-3 0,-1 1-3 16,0-1-2-16,-2 0-2 0,1 1 9 0,-2-1-4 16,-2 8 6-16,1-2 8 0,0 5-5 0,0 6-1 15,0-11-8-15,0 11-7 0,0-7-5 0,0 7 2 16,0 0 0-16,0 0-1 0,0 0-5 0,-10 25 6 16,6-12-8-16,0 3 6 0,1-1-2 0,-1 2 4 15,3 0-6-15,0 0 0 0,2-1-3 0,0 1-10 16,1-1-30-16,0-3-37 0,2 2-30 0,1 0-54 15,2 0-54-15,4-3-40 0,1 1-218 0,3-4-512 16,0 1 228-16</inkml:trace>
  <inkml:trace contextRef="#ctx0" brushRef="#br0" timeOffset="136822.18">8965 7979 2442 0,'-19'-18'4'0,"4"7"-3"16,5 3-13-16,0 2-8 0,2 2-30 0,3 1-13 16,5 3-4-16,0 0-6 0,-10 12-22 0,10-5-38 15,0-7-33-15,4 22-129 0,2-8-319 0,2 1 140 16</inkml:trace>
  <inkml:trace contextRef="#ctx0" brushRef="#br0" timeOffset="137182.31">9270 8091 152 0,'-5'-2'268'0,"5"2"-5"0,-16-3-12 0,8 2-14 15,-3 2-17-15,-2 2-14 0,0 3-17 0,-3 4-11 16,0 2-15-16,-3 6-13 0,2 2-9 0,3-4-16 16,4 1-12-16,1-2-14 0,1 1-9 0,7 0-8 15,-3 0-9-15,4-4-6 0,3-1-7 0,0 1-1 16,4-1-7-16,0-2-2 0,2-2-7 0,0-1-3 15,1-2-7-15,1 0-5 0,3-4-6 0,2-2-8 16,-5 2-1-16,3-5-9 0,-3 0-4 0,2-3 3 16,-3 2-2-16,-2-2 0 0,3-3-2 0,-2 1-3 0,-1 1 4 15,-3-4-1-15,3 2-2 0,-3 0-1 16,-3-2 1-16,2 3 0 0,0 0 0 0,-1 2 3 16,-1 3-8-16,-2 5 0 0,3-9 2 0,-3 9-5 15,0 0 0-15,0 0 0 0,0 0 2 0,0 0 2 16,11 15 0-16,-8-4 4 0,-1-1-2 0,2 5 1 15,0 0-1-15,0-3 5 0,0 5-3 0,2-2-8 16,0 2-36-16,0-3-49 0,1 1-50 0,2 0-52 16,1-1-71-16,-3-7-166 0,2 1-469 0,2-4 208 15</inkml:trace>
  <inkml:trace contextRef="#ctx0" brushRef="#br0" timeOffset="137421.44">9643 8058 2086 0,'-2'-36'62'16,"-1"3"69"-16,-1 1-15 0,0 7 3 0,1 7 11 16,-2 1 0-16,2 6 4 0,1 1-13 0,-1 3-20 0,2 1-13 15,1 6-8-15,0 0-14 0,0 0 5 16,0 0 11-16,1 27-6 0,-1-3 16 0,0 5-2 16,1 1 3-16,-1 3 0 0,3 0-23 0,-6 1 15 15,6-2-9-15,-2 1-7 0,2-3-8 0,0 1-2 16,1-2-7-16,0-1-3 0,0-1-7 0,-2-4-28 15,2 2-49-15,0-7-37 0,0-2-37 0,-3-3-35 16,3-1-37-16,-3-5-58 0,1-1-53 0,-1 1-286 16,-1-7-626-16,0 0 277 0</inkml:trace>
  <inkml:trace contextRef="#ctx0" brushRef="#br0" timeOffset="137698.41">9551 8138 47 0,'0'0'212'0,"2"-10"-18"0,-2 10-14 0,9-10-7 16,1 6-6-16,1 1-9 0,7-1-6 0,1 3-10 16,10-1-13-16,-1 2-11 0,0 1-13 15,0 1-10-15,-1 0-9 0,-6 0-8 0,0 1-6 16,1-1-7-16,-3-1-8 0,-7 0-5 0,3 1-5 16,-1 1-6-16,-3 0-1 0,2-1-6 0,-7 1-1 0,2-1 6 15,-3 1 10-15,1 0 5 0,-2 4 7 16,1 1 12-16,-1-1 3 0,-1 3 0 0,-2 1-3 15,0-1-4-15,2 3 8 0,-3 0-14 0,3 2-1 16,-3-2-11-16,2 2-4 0,-2 2-3 0,0 0-3 0,1-2-31 16,1-3-30-16,0 1-35 0,-1-3-57 0,-1 1-70 15,0-11-80-15,2 15-207 0,-2-15-508 0,0 0 226 16</inkml:trace>
  <inkml:trace contextRef="#ctx0" brushRef="#br0" timeOffset="137863.37">9865 7922 80 0,'0'0'111'0,"0"0"-32"0,0 0-24 16,0 0-17-16,17 17-21 0,-8-7-24 0,6 4-56 15,-2 1-67-15,3-2 31 0</inkml:trace>
  <inkml:trace contextRef="#ctx0" brushRef="#br0" timeOffset="138374.1">10231 8122 171 0,'0'0'212'0,"5"3"-2"15,-5-3-1-15,0 0-5 0,0 0-4 0,0 0-4 16,-15 17-8-16,7-10-1 0,1 2-15 0,-1 1-12 16,4 1-7-16,-1 0-3 0,0 2-14 0,-3 1-13 15,8-2-7-15,-2-3-12 0,-1 3-11 0,3 1-14 16,2-4-2-16,0 2-6 0,1-3-8 0,0 4-1 15,1-4-11-15,3 0 5 0,-1-2-8 0,-1-2-2 16,0 2-6-16,4-3 0 0,-2 1-1 0,-1-4-8 16,0 2-7-16,-6-2 4 0,16-2-3 0,-10 1-4 15,1-4-7-15,-2 0 10 0,1-1-18 0,0 0-14 16,1-2-4-16,-2 0-2 0,-1-4-3 0,-2-1-7 16,5 3-4-16,-5-1-4 0,3-4-2 0,0 4 5 15,1-1 2-15,0 3-2 0,-1 0 3 0,-1 1-1 16,1 5 2-16,1 0 2 0,2-1-2 0,-8 4 4 15,15 2 2-15,-4 3 5 0,-1 0-4 0,-1 3 4 16,-2 1-1-16,1 1 9 0,1 0 5 0,-1 0 0 16,-2 2 3-16,1 1 1 0,-4-2 2 0,4-1 3 15,-4-1-3-15,-1-2 1 0,-1-2 3 0,3 0 3 16,-4-5 13-16,2 8 9 0,-2-8 5 0,2 5 1 16,-2-5-7-16,0 0-3 0,0 0 3 0,0 0-1 15,0 0 2-15,0 0-9 0,2-21 1 0,1 12 1 16,1-1-3-16,3 1 8 0,0-2-14 0,2-2-4 15,1-2 2-15,3 0-1 0,2 1-7 0,3 3-2 16,4-5-2-16,-6 7 4 0,3 2 1 0,-4 0-16 16,0 5 0-16,-4 1 1 0,2 2-2 0,-1 0 0 15,-1 4 1-15,1 2-1 0,-5 1 3 0,2 3-1 16,0 2 0-16,-1-3 4 0,-4 1-1 0,2 4 5 16,-1 2 0-16,-2-3-29 0,1 0-38 0,-3 3-39 15,5-1-43-15,-3 0-42 0,3 0-66 0,1 0-256 16,0-4-555-16,9-1 246 0</inkml:trace>
  <inkml:trace contextRef="#ctx0" brushRef="#br0" timeOffset="138598.63">11325 8190 2358 0,'9'-26'21'0,"-4"8"75"0,-1 1 19 15,0 6 20-15,-1 2 1 0,-2 1-2 0,0 2-16 16,-1 6-24-16,2-9-19 0,-2 9-10 0,0 0-12 15,0 0 8-15,0 0 7 0,0 0-1 0,2 24-3 16,-4-8 1-16,1 3-4 0,-5 4-6 0,3 2-2 16,-2 0-9-16,3-5 2 0,2 5-10 0,-5-2-10 15,3-3 13-15,2-1-26 0,-4 0-38 0,3-2-54 16,0 2-46-16,-2-3-32 0,1-5-61 0,-1-1-60 16,1-2-258-16,2-8-581 0,-5 13 256 0</inkml:trace>
  <inkml:trace contextRef="#ctx0" brushRef="#br0" timeOffset="138755.78">11274 7884 95 0,'0'-7'205'0,"0"7"-35"0,0 0-29 15,0 0-37-15,0 0-43 0,0 0-46 0,10 20-58 16,-8 4-82-16,-2 1-136 0,2 0 61 0</inkml:trace>
  <inkml:trace contextRef="#ctx0" brushRef="#br0" timeOffset="138998.29">11439 8325 231 0,'5'-10'307'0,"-1"4"-3"0,1-3-1 16,0-1-17-16,4-3-7 0,2-1-13 0,-2 1-7 0,3-2-15 15,5 2-32-15,-2 1-21 0,3-1-10 16,-5 3-11-16,-2 2-16 0,1 3-16 0,0 1-17 16,0 2-27-16,0 4 9 0,5-1-16 0,-6 2-5 0,1 5-6 15,-2 0-13-15,-2-1-5 0,2 5-3 0,-3 1-3 16,-1 0-4-16,-1 5-12 0,1-1 0 16,-5-1-15-16,4 1-59 0,-8-3-58 0,1 4-50 15,2-3-54-15,-3-4-72 0,-1 5-80 0,0-6-208 16,4-10-604-16,-9 14 267 0</inkml:trace>
  <inkml:trace contextRef="#ctx0" brushRef="#br0" timeOffset="139374.04">11169 7897 2769 0,'-3'-17'14'0,"-3"1"77"0,1-1 1 0,1 6-17 0,2 0-18 15,-1 5-19-15,2 0 6 0,1 6-26 0,-3-10 2 16,3 10-9-16,-1-7-3 0,1 7-4 0,0 0-20 16,0 0-20-16,0 0-19 0,0 0-26 0,0 0-44 15,0 0-55-15,-3 22-71 0,3-12-166 0,-1 3-450 16,-1 0 199-16</inkml:trace>
  <inkml:trace contextRef="#ctx0" brushRef="#br0" timeOffset="139885.84">12544 7935 164 0,'0'-11'254'0,"0"1"-15"0,0 10-4 16,0-12-10-16,0 12-19 0,0-10-20 0,0 10-20 15,-2-6-22-15,2 6-12 0,0 0-14 0,0 0-7 16,0 0 3-16,0 39-5 0,2-12 0 0,-2 7 11 16,0 0-5-16,0 0-4 0,2 2-11 0,-2-1-3 0,0 0-12 15,-2 0-8-15,0-1-9 0,2-2-6 16,-2-1-2-16,2-6-5 0,2 4-9 0,-2 2 8 16,-2-5-18-16,2-6-5 0,2-2-28 0,-4 0-27 15,2-6-31-15,-2 4-27 0,-1-6-43 0,2 2-47 16,1-7-60-16,-1 2-36 0,1-7-178 0,-4 8-483 15,4-8 213-15</inkml:trace>
  <inkml:trace contextRef="#ctx0" brushRef="#br0" timeOffset="140536.56">12450 8178 127 0,'2'-7'179'0,"2"-1"-13"16,6 3-9-16,-1-1 3 0,-1 1-3 0,7 1-7 0,-2 2-8 15,5-1-14-15,-1 1-4 0,6 2-8 0,5 2-10 16,0 1-6-16,-1 4-15 0,-2 2-3 0,-7 1-3 16,9 1-6-16,-7 4-2 0,-2-1 1 15,-4 1-4-15,-1 1-5 0,5 4-4 0,-9-4-5 16,0 1-8-16,-2-1-1 0,0 4-5 0,-1-2 0 0,-4 1-5 16,1-6-4-16,-1 2 2 0,-4-4-7 15,0 1 1-15,-1-2-4 0,1-2-1 0,-2 0 5 16,-1-3-6-16,-4-1-1 0,0-2 4 0,9-2-7 15,-13 0-2-15,13 0-2 0,-14-6-2 0,10 0 1 16,-1-2 0-16,5-2-4 0,-4 1-2 0,6-3-1 0,0 1-2 16,3 0 0-16,3-4-5 0,4 2 4 0,-1 0-5 15,3 0 0-15,1 2-4 0,1 0 5 0,8 0-3 16,-9 3 2-16,4-1-2 0,-1-1-1 0,1 3 0 16,-2-1 2-16,2 0-3 0,-6 2 3 0,5 1 1 15,-7-1 2-15,1 3-2 0,-4-2 3 0,-1 0 0 16,0 0-1-16,-3 1 16 0,1 0-1 0,-2-3-1 15,-3 7-2-15,4-9-1 0,-4 9 4 0,0-9-5 16,0 9-1-16,0-10 5 0,0 10-2 0,0 0-3 16,-10-5-1-16,10 5-1 0,-13 4 2 0,4 4 3 15,-3 3 3-15,-1 3 3 0,-1 0 6 0,1 8-3 16,2 1-1-16,0-5-1 0,6-1 3 0,-1-1-4 16,3 0-3-16,2 0-1 0,5 2 1 0,-2-1 1 15,2-5-1-15,5-1-3 0,-1-3 7 0,2 2-7 16,1-6 2-16,1 1-3 0,1-3 1 0,1-2 1 15,-1 0 2-15,1 0-2 0,1-6-3 0,-2 1-2 16,1-5 4-16,-1 3 2 0,-1-2-6 0,-1-1-1 16,5-4 2-16,-7 5-3 0,0-4 4 0,0-1-3 15,-2 3-3-15,-2 1 1 0,-1 2 3 0,-2 0-5 16,0 3-2-16,2 1 2 0,-4 4-10 0,3-9 0 16,-3 9-1-16,0 0-1 0,0 0-1 0,0 0 5 15,0 0 0-15,7 19-2 0,-7-8 2 0,-2 2 2 16,2 2 3-16,0 3 1 0,0 1 2 0,2 1-35 15,0-4-38-15,-2 3-46 0,2-2-53 0,3 0-60 16,-1 0-256-16,-2-7-526 0,3 1 233 0</inkml:trace>
  <inkml:trace contextRef="#ctx0" brushRef="#br0" timeOffset="141498.64">13358 8395 231 0,'2'-7'256'0,"-2"7"-19"0,0 0-14 16,0 0-9-16,0 0-13 0,0 0-12 16,0 0-18-16,0 0-13 0,0 0-8 0,0 0-13 15,7 18-12-15,-7-18-5 0,0 10-15 0,0-10-4 16,4 8-10-16,-4-8-6 0,0 0 2 0,0 0 12 16,4 8 9-16,-4-8 11 0,0 0 6 0,0 0-13 15,0 0-9-15,0 0-10 0,0 0-1 0,0 0-19 16,12-26-9-16,-5 16-6 0,-5 0-4 0,4-2-8 15,1-3-6-15,3 1-13 0,-2-2-10 0,5 1-5 16,-3 0-8-16,3-1 1 0,-1 1-2 0,1 0-5 0,-2 1-4 16,-4 7 1-16,0 0-9 0,-1 2 0 15,1 2-6-15,-1 0-2 0,-6 3 7 0,0 0 7 16,15 8-11-16,-11-2 1 0,0 2 9 0,1 4-5 16,-1-1 3-16,-1 5 3 0,2 0 0 0,-3-4 5 15,2 5-2-15,-2-6 1 0,5 5 1 0,1 1 7 0,2-1 1 16,-3-3 6-16,1-3 6 0,2-3-1 15,1 0 5-15,0-2-4 0,3-2 11 0,3-3-13 16,1-1-2-16,0-4 0 0,-2 1 4 0,5-5-6 16,-4 0-2-16,3 2 0 0,-6-3-1 0,0 1 3 0,1-2-2 15,-6 2 0-15,0 0 2 0,-2-6-14 0,-1-1 9 16,-1 2-6-16,0-1-1 0,-3-2 10 16,0 2-8-16,-2 4 4 0,0 1 1 0,0-1-1 15,-2 2-5-15,0 1-1 0,2 8-7 0,0-11-1 16,0 11-1-16,0 0-5 0,0 0 7 0,0 0 11 15,0 0-9-15,-8 20 7 0,6-4-10 0,-2 2 3 16,2 1-5-16,-1 8 5 0,-1-2 1 0,0-2-1 0,0 10 3 16,2-7 3-16,-2 1 5 0,2-6-6 15,2-3 0-15,0 0-2 0,-2-3 3 0,2-2 2 16,-2-3-4-16,2-1 0 0,-2-1 0 0,2-8-1 0,0 11 13 16,0-11-5-16,0 7-4 0,0-7 6 15,0 0 3-15,0 0 0 0,0 0 2 0,0 0-10 16,0 0-10-16,0 0 0 0,12-18-9 0,-8 11-2 15,5-5 1-15,1-2-1 0,4 1 5 0,0-8-3 0,1 6 0 16,5-6 2-16,1 3-1 0,2 0 4 0,-2 1-4 16,-3 2 1-16,3-3-1 0,1 0 5 0,-6 8-1 15,-3-5 6-15,3 3-2 0,-5 2 0 16,-1 0 1-16,-6 1 2 0,3 1 2 0,-3 2 3 0,-2-1 5 16,2 1 8-16,-4 6 8 0,5-7-6 0,-5 7 3 15,2-4-4-15,-2 4-12 0,0 0 0 16,0 0 8-16,0 0-2 0,0 0 8 0,-6 21 5 0,4-13-4 15,-1-1 2-15,1 0 5 0,2 3 0 0,0-2 10 16,0 2-1-16,5-2-5 0,-3-2 0 16,2 0-2-16,5 3-1 0,0-1-6 0,0-3 8 0,5 1 4 15,-1-4-16-15,1 1 1 0,2-1 1 0,-2-2-5 16,7 0 1-16,-9 0 4 0,-1-1-6 0,0-3 0 16,1 0 8-16,-1 0-13 0,-3-1-5 15,2-1 2-15,-1 1-3 0,-1-4 2 0,-3 0-3 0,2 0-2 16,-3 0-11-16,1 0-3 0,-3-1-1 0,2-1 4 15,-2 5-4-15,0-3 4 0,-2 9-2 0,3-10 1 16,-3 10-4-16,2-6-4 0,-2 6 3 0,0 0-5 16,0 0 6-16,0 0 4 0,0 0 1 0,0 0 2 15,-5 25 8-15,2-14-1 0,2 1 4 0,-5 2-1 16,3 2 5-16,0 1-8 0,0-2-1 0,-4 1 9 16,6 1-10-16,-3-2-41 0,4-2-40 0,-2-2-35 15,0 1-52-15,0 0-97 0,1-1-310 0,0-1-630 16,1-10 279-16</inkml:trace>
  <inkml:trace contextRef="#ctx0" brushRef="#br0" timeOffset="141666.17">14054 8163 2383 0,'-3'-4'7'0,"-1"-1"-13"0,4 5-66 15,-6-8-70-15,6 8 21 0,0 0 0 0,0 0-12 16,0 0-15-16,0 0-127 0,23 2-297 0,-13 1 132 16</inkml:trace>
  <inkml:trace contextRef="#ctx0" brushRef="#br0" timeOffset="141908.41">14579 8045 145 0,'10'-14'263'0,"-4"3"4"0,-2 1 22 0,1 2 9 0,-1 1 3 16,-1 3-18-16,-3 4-33 0,7-9-28 0,-7 9-23 16,0 0-22-16,0 0 11 0,7 17 2 0,-7 2-5 15,0 5 1-15,0 5-9 0,-3 1-14 16,-1 2-16-16,0 2-9 0,-3-1-9 0,4 0-26 0,-2-2 5 16,-3 0-14-16,3 1-7 0,3 1-6 15,-3-3-10-15,5-5-16 0,-4-8-36 0,6 5-49 16,0-5-42-16,-4-6-50 0,2 0-36 0,-2-1-27 15,2 0-48-15,0-10-37 0,-2 13-39 0,1-10-32 16,-3 3-176-16,4-6-558 0,0 0 247 0</inkml:trace>
  <inkml:trace contextRef="#ctx0" brushRef="#br0" timeOffset="142206.23">14564 8293 107 0,'7'-2'154'0,"-1"-1"-5"0,-6 3-5 15,16 2-14-15,-9 1-4 0,0 1 0 0,2 3 8 16,2 2-3-16,-3 0-9 0,6 2-10 16,-5-2-9-16,-2 0-8 0,5-1 5 0,-2 1-7 15,3 0 1-15,4-1-5 0,-4 0-1 0,3-4 0 0,6 2-2 16,-4-6 2-16,2-2-5 0,-2 0-1 0,5-2 4 16,-5-1 2-16,-3-2-5 0,3 3-1 15,-8-2 3-15,7-2 2 0,-8 1 0 0,0-1 0 16,-2 0-11-16,1-3-5 0,-3 3-1 0,0-2 9 0,-3 0-6 15,-1-3-11-15,-2 1 2 0,-1 2-11 0,-3-2-12 16,0 2-9-16,-4-1-7 0,-1 1-18 0,1 2-19 16,-4 1-33-16,2 2-21 0,-8 1-36 0,2 3-42 15,-6 2-41-15,4 4-48 0,0 2-54 16,-8 2-178-16,10 4-504 0,2-1 223 0</inkml:trace>
  <inkml:trace contextRef="#ctx0" brushRef="#br0" timeOffset="142578.31">14931 8561 31 0,'12'-6'277'0,"1"1"0"15,-3 0-8-15,1-3-5 0,5-2-8 0,-5 0-3 16,-2 2-18-16,4-8-19 0,-1 2-20 0,1-1-14 16,-2 0-22-16,0-2-11 0,-1 2-9 15,-1-1-16-15,-1 1-11 0,-3-4-6 0,-2 2-9 16,2-2-16-16,-4 3-3 0,-2 0-14 0,1 3-6 0,-3-3 1 15,-3 1-14-15,3 4-5 0,-2 2 3 0,0-1-7 16,0 2-7-16,0 1-1 0,4 3-2 0,1 4 3 16,-7-9-6-16,5 4-9 0,2 5-3 0,-5-4-7 15,5 4-3-15,0 0 3 0,0 0-1 0,0 0-4 16,0 0 16-16,25 0-12 0,-13 3-1 0,8-1 1 16,0 4-1-16,1 0 0 0,-1-1-5 0,-2 2-5 15,-1 1 3-15,-4-1-1 0,-3-1 1 0,2 3-1 16,-3-1-4-16,-3 0 2 0,1 3 0 0,-3-1 7 15,2-1 0-15,0 2 0 0,-5-5 0 0,0 6 9 16,1-3-10-16,-2-9 1 0,2 19 0 0,-3-9 6 16,0 1-3-16,1-11-6 0,2 16-42 0,-2-10-43 15,0-6-44-15,0 17-46 0,0-17-81 0,3 11-298 16,1-7-602-16,-4-4 266 0</inkml:trace>
  <inkml:trace contextRef="#ctx0" brushRef="#br0" timeOffset="143327.06">16050 7979 245 0,'4'-18'259'0,"-2"3"-13"0,-1 4-14 15,-1 0-8-15,3 2-3 0,-1 2-33 0,-2 7-23 16,-2-9-18-16,2 9-15 0,0 0-17 0,0 0-2 0,7 36-7 16,-3-4-6-16,-5 1 0 0,-3 17-2 15,3-1-5-15,0-1-7 0,-6 2-3 0,2 0-5 16,3-2-8-16,-5 2 0 0,3 1-3 0,2-16-8 15,-1-1-10-15,3-2 0 0,2 4-4 0,1-2-6 0,3-1-8 16,-4-4 2-16,-1 0-18 0,3-4-17 16,-2-1-36-16,-1-5-3 0,0 0-34 0,2-4-26 15,-3 1-46-15,-2-4-55 0,2-3-33 0,-1-1-219 16,1-8-490-16,-5 8 217 0</inkml:trace>
  <inkml:trace contextRef="#ctx0" brushRef="#br0" timeOffset="143557">16120 8203 32 0,'22'-13'166'0,"-3"4"-4"0,-1 2-10 0,1 1-5 16,-6 6-15-16,6 0 2 0,-6 3-11 0,-1 0-6 16,0 5-6-16,-2 0-7 0,2 5 1 0,-6 2-6 15,-1 0-5-15,-5 3-8 0,-1 1-9 0,-4-1-7 16,-7 5-8-16,-2 1 0 0,-3-1-7 0,-3 1-8 15,1-5 0-15,-2 1-10 0,1-3-15 16,-2-1-32-16,4-5-33 0,2-1-35 0,0 1-24 0,4-5-41 16,3-2-36-16,-3-1-103 0,6-1-305 0,6-2 135 15</inkml:trace>
  <inkml:trace contextRef="#ctx0" brushRef="#br0" timeOffset="144245.2">16630 8170 50 0,'0'0'223'16,"-8"-7"-13"-16,8 7-4 0,-15-2-11 0,15 2-8 15,-26 15-12-15,10-6-9 0,-1 5 0 0,-3 5-23 16,0 1-14-16,6 1-11 0,-1 1-7 0,3 1-11 16,7-7-12-16,0 0-8 0,2-1-7 0,4 5-7 15,0-5-4-15,3 0-6 0,2-2-5 0,-1-3-6 16,4-2-2-16,0 1-5 0,4-4 1 0,-3-1 1 15,6-2-12-15,-4-3 0 0,7-1-2 0,0-2-5 16,0-5 3-16,-4 2-5 0,2-4 2 0,-2 2-4 16,0-3 1-16,-2 0-4 0,0 0 1 0,-4-3-1 0,-1 4-2 15,2-1-2-15,-4-3-2 0,-2 2 2 16,0 3 4-16,-2-3 2 0,1 3 3 0,-2-1 1 16,0 2 8-16,-1 3 0 0,0 6-5 0,2-12-7 15,-2 12-6-15,2-7-2 0,-2 7-2 0,0 0-3 16,0 0 1-16,0 0 0 0,0 0-1 0,-5 30-1 0,4-17-4 15,0 2 7-15,3 2 0 0,-2 1 0 16,1-2-3-16,2 4 2 0,3-3 6 0,2 0-6 16,1-3 8-16,-3-3 9 0,6 1-13 0,1-1 3 15,2-2 7-15,2-1-3 0,3-2 1 0,-2-2-1 0,4-2-2 16,-1 0-2-16,0-2 0 0,-1-2-2 0,-2-2 5 16,1-2-6-16,-1 1 1 0,-6-3-2 15,6 0 3-15,-3-5-10 0,-1 2 0 0,-1-2-5 16,-1 2-4-16,-1-5-2 0,-2 1 0 0,0 1-1 0,0-4 7 15,-3 0-16-15,-2-1-3 0,-4 0 4 0,0 2 2 16,-3-2-2-16,-1 3 5 0,-3 0 0 16,0 3 1-16,-3 0 0 0,0 4-1 0,-2-4 1 15,-3 5 3-15,-3 2 0 0,5 1 0 0,2 2 2 16,-2 2-2-16,2-3 0 0,3 2 0 0,8 2-3 0,-9-2 3 16,9 2-1-16,0 0 5 0,0 0 0 0,0 0 5 15,0 0-2-15,0 0 2 0,23 14-3 16,-1-11 5-16,6-1 7 0,-1 2 10 0,3 0-3 15,0 0 0-15,-5-1-5 0,-3 0-3 0,-4 4 1 0,-3-1 0 16,1 3-4-16,-6-2 2 0,1 4 0 0,-2 0 4 16,-4-1 4-16,2 4 1 0,-6-1 2 0,2 3 5 15,-3 1-4-15,0 1-1 0,-3 1 0 0,1-3-3 16,0 0-8-16,1 4-18 0,0-4-31 16,2 0-24-16,0-4-37 0,1 4-46 0,0-6-39 0,3 0-33 15,3-2-32-15,3 0-145 0,1-4-431 0,6-1 191 16</inkml:trace>
  <inkml:trace contextRef="#ctx0" brushRef="#br0" timeOffset="144586.21">17541 8246 171 0,'-10'-4'228'0,"-2"4"-11"0,-2 2-6 15,2 2-9-15,-6 4-9 0,1 0-15 0,3 5-9 16,-1 1-18-16,1 1-10 0,1-2-17 0,4 1-11 15,0 3-11-15,3 0-7 0,2-5-5 0,2 5-11 16,2-6-11-16,2 1-3 0,2-2-4 0,1-1-8 16,3-2-5-16,0-2-3 0,3-1-8 0,0-1-8 15,0-2-6-15,1-4-4 0,2 2-3 0,-1-7-1 16,1 4-3-16,-1-6-2 0,-1 3 1 0,1-3-2 16,-2-4-4-16,0 3 3 0,-2-1 0 0,-3 1-4 15,1 0 1-15,0 0 2 0,0 1 12 0,-3 3 4 16,-1 1 6-16,0 1 2 0,-3 5-7 0,5-8-4 15,-5 8-7-15,4-3 1 0,-4 3-5 0,0 0 0 16,0 0-2-16,6 13 2 0,-6-4-3 0,0 1-1 16,1 2 1-16,1 3-1 0,-2-2-15 15,0-1-32-15,2 5-35 0,0-1-46 0,-1-3-49 0,4 3-35 16,2 0-26-16,1-2-166 0,5-4-430 0,-3-1 190 16</inkml:trace>
  <inkml:trace contextRef="#ctx0" brushRef="#br0" timeOffset="145331.65">17820 8338 1 0,'-2'-13'282'0,"4"7"-4"0,-2 6-14 0,0-13-28 16,0 8-25-16,0 5-22 0,0 0-19 0,0 0-18 16,0 0-12-16,0 0-5 0,0 0-15 0,0 0-7 15,-2 34-11-15,-1-24-4 0,1 5-6 0,2 4-5 16,-2-2-6-16,2-4-5 0,0-1-10 0,0-1-3 15,0-1-3-15,0-2-7 0,0-8-5 0,0 11 8 16,0-11 14-16,0 0 25 0,-3 13 27 0,3-13 3 16,0 0-11-16,0 0-7 0,0 0-14 0,0 0-9 15,0 0-6-15,-15-25-9 0,13 14-6 0,0 1-6 16,2-5-2-16,0-1-10 0,1-1-7 0,0 0-6 16,5-1 19-16,1 0-21 0,6-6-4 0,2 3-6 15,2 0-5-15,2 2-2 0,-3 6-3 0,-1 2 6 16,1 2-9-16,1 3-9 0,1 2 4 0,0 2-5 15,-5 4-5-15,3 2 0 0,1 2-2 0,-4 3 4 16,1 1-11-16,-1 3 16 0,-2 1-3 0,-1 2-4 16,-2-1 1-16,-2 2 7 0,1-1-4 0,-2 0-4 15,-3 0 6-15,2 2 6 0,-2-4-7 0,0 2 4 16,-1-5-3-16,1-3 3 0,-4-1 6 0,2-7 4 0,0 0 2 16,0 0-2-16,-1 17-4 0,1-17 5 15,0 0 1-15,0 0-1 0,0 0-2 0,0 0 2 16,0 0-9-16,0 0 10 0,-13-24-9 0,13 15 5 15,1-3-4-15,2 1 1 0,1-1-3 0,2-4-3 0,5 0-3 16,1 2-5-16,6-5-12 0,-1 6-9 16,-2 0-1-16,1 2 4 0,-1 2 1 0,-2 3-4 15,-3 3 0-15,1 0-1 0,-2 3 5 0,2 0-3 16,-5 4 6-16,2-1 2 0,-1 4-3 0,0 2 4 16,-2 1 2-16,2 2 5 0,0 2-2 0,-1-2 4 0,2-5 3 15,2 8-1-15,2-3 0 0,-1 1 2 16,3-1 6-16,-1-1 0 0,3-4 0 0,0 0 1 15,3-3 8-15,-1-1-5 0,0-2 2 0,0-1 2 16,1-5-8-16,1-1 9 0,-3 0-7 0,-2-1 16 0,1 0-19 16,0-1 7-16,-3-2-4 0,-3 3 2 0,1-6 3 15,-4 3-7-15,-2-3 1 0,0 1 0 16,-2-3-2-16,-1-2 4 0,-3 2-2 0,0-2 0 16,1 3 5-16,-4 2-7 0,-1 2-1 0,1 0 6 15,-1 1-2-15,-1 1 8 0,2 4 2 0,-3 1-4 0,7 3 3 16,-16 1-12-16,6 3-8 0,-3 3 7 0,-1 2-2 15,-3 4 2-15,7-1 0 0,-2 1 1 0,2 1-2 16,4-4-3-16,1 3 5 0,3-1-12 16,2 4-13-16,6-2-21 0,-1-3-33 0,2 0-36 0,9 2-47 15,0-3-56-15,11 4-43 0,4-7-50 0,3-1-203 16,5-5-558-16,-1 0 248 0</inkml:trace>
  <inkml:trace contextRef="#ctx0" brushRef="#br0" timeOffset="145560.63">19076 7964 118 0,'0'-13'311'0,"1"3"-5"0,2 1-16 0,-3 4-23 16,0 5-27-16,0-10-30 0,0 10-18 16,0 0-19-16,0 0-11 0,0 0-2 0,-3 29-14 0,3-10 1 15,0 8 15-15,-1 3-20 0,0 2-7 0,0-1-15 16,-1-1-7-16,0 1-6 0,-1 0-14 0,0-1-5 15,0-1-14-15,-1-1-4 0,2 1-2 0,-1-2-9 16,1 3-23-16,-3-5-43 0,4-4-51 0,0-3-60 16,-2-1-59-16,1-2-78 0,-1 2-308 0,-1-6-609 15,2-4 269-15</inkml:trace>
  <inkml:trace contextRef="#ctx0" brushRef="#br0" timeOffset="145725.69">18953 8135 197 0,'0'0'236'0,"5"-10"-23"0,-5 10-23 0,7-6-21 16,-7 6-31-16,11 0-40 0,1 1-63 0,1 2-69 0,4 0-84 16,0 4-70-16,1-1-202 0,-3 2 89 0</inkml:trace>
  <inkml:trace contextRef="#ctx0" brushRef="#br0" timeOffset="146665.25">19174 8451 82 0,'0'0'271'0,"13"0"-5"16,-6 0-13-16,-7 0-7 0,16-6-5 0,-6 2-17 16,-1-2-13-16,4 2-22 0,3-6-16 0,1 3-19 15,0-3-16-15,2 2-12 0,-1-3-12 0,-1 0-9 16,0-2-10-16,-1 3-8 0,0-5-9 0,-1 1-6 15,-1-2-7-15,-2 1-9 0,-1 1 5 0,-1 0-15 16,-6 1 3-16,1 2 1 0,-3 0-4 0,-3 1-2 16,0 1-1-16,-1 0-2 0,2 9-5 0,-3-13 8 15,-3 8-14-15,1 0-5 0,5 5 1 0,-11-3-12 16,1 3 2-16,10 0-5 0,-17 7 4 0,6 2-4 16,0-2 3-16,-3 6-2 0,0 1 9 0,3 0-6 15,1 1 2-15,0-3-3 0,5 1 1 0,2-1-6 16,-2 1 6-16,5-2-7 0,0 0 4 0,0 5-1 15,1-6 2-15,6 7-3 0,-3-6 13 0,4-2-10 16,1 0-2-16,6 0-1 0,-2-2 0 0,4-1 5 16,-2 0-4-16,5-3-2 0,-3 1 2 0,1-4-2 15,4 1-3-15,-3-2 2 0,-6 1-5 0,6-4 7 16,-1-1-4-16,-2-1 2 0,1-2-16 0,-3-1-3 16,1-1-10-16,-6 1-7 0,4-4 1 0,-3-2 2 15,-2 0 4-15,-2 0-7 0,-2 3 8 0,-1-4 1 16,-3-1 1-16,-2 4-1 0,-4-2 2 0,0 0 0 15,-1 4 4-15,-3-1 4 0,1 3 6 0,3-1 13 16,-1 4 3-16,2 1 7 0,0-1 1 0,0 3 1 16,5 3 3-16,-6-9 15 0,6 9-19 0,-6-6-1 15,6 6 2-15,0 0-10 0,-2-6 4 0,2 6 2 16,0 0-4-16,14-3-1 0,-1 2-4 0,3 0 7 0,4 0-7 16,0 2 1-16,-2-1 0 0,1-1-4 0,-6 1-2 15,1 1-1-15,-1-1-2 0,-1 1-2 16,-3 3 0-16,2-2 2 0,-5 2-4 0,2-1 10 15,-3 4-11-15,0-1 3 0,-3 1 20 0,2 2-15 16,-2 1 8-16,-2 0 8 0,0 6 2 0,-3-4 8 16,0 5 5-16,0-5 9 0,-4 5-17 0,5-5 7 15,-2-1-2-15,-1 1-8 0,5-3 0 0,0-9 2 16,-4 17-1-16,3-11-4 0,1-6-4 0,0 13-2 16,0-13 1-16,4 11 5 0,-4-11-3 0,10 8 1 0,-4-4-7 15,-6-4 8-15,17 3 1 0,-6-1-10 0,1-4 5 16,-12 2-1-16,21 0-4 0,-9-4-2 0,2 0 1 15,-3-1 2-15,1-1-1 0,5-4-4 16,-3 0 1-16,-2 1 2 0,0-4-5 0,1 0-10 16,-4 0 8-16,1-3 1 0,0 1 5 0,0-1-5 0,-1-1-2 15,-1 3 12-15,1-1-25 0,-4 4 16 16,1 0-2-16,0 1-3 0,-4 3 4 0,1 0 5 16,-1 2-2-16,-2 5 0 0,5-8-3 0,-5 8-4 15,1-6-1-15,-1 6 3 0,0 0-5 0,0 0-3 0,0 0 6 16,0 0-4-16,0 0 0 0,-20 18 2 0,15-8 3 15,-1-2-9-15,-2 1 6 0,2 2-1 0,0-2 2 16,3 3 1-16,0-1 1 0,0 0 1 16,3 0-2-16,0 1-4 0,4 3 0 0,-2-4 3 15,3-1 1-15,0 1-6 0,1 0-4 0,2-1-6 0,0 0 1 16,-2 0 1-16,2-1 1 0,-1 2-2 0,5 2-2 16,-7-4 8-16,1 3-1 0,2-3-2 0,-3 1 4 15,0 0-3-15,-2-2 1 0,-1 4-16 16,0-2-3-16,-5-4-5 0,2 4-33 0,-3-2-22 0,-3-1-36 15,0 1-35-15,-3-1-46 0,-2-2-70 0,3 1-81 16,-2-4-214-16,0 0-618 0,0 1 274 16</inkml:trace>
  <inkml:trace contextRef="#ctx0" brushRef="#br0" timeOffset="146829.62">20394 8486 155 0,'7'-2'408'15,"-7"2"-16"-15,13 0 5 0,-13 0 3 0,8-3-11 16,-8 3-22-16,7-2-32 0,-7 2-36 0,0 0-32 16,9-2-28-16,-9 2-37 0,0 0-56 0,0 0-89 15,0 0-108-15,0 0-109 0,0 0-149 0,0 0-281 16,0 0-637-16,-40-10 283 0</inkml:trace>
  <inkml:trace contextRef="#ctx0" brushRef="#br0" timeOffset="161194.67">7922 9352 36 0,'-16'-2'150'0,"5"2"-9"0,2-1-8 0,-3 1 8 16,1-2-9-16,0 2 0 0,0 0-4 15,-1 2-4-15,-1-2-5 0,1 0-1 0,2 0-1 16,-2 0-8-16,1 0-4 0,3 1-3 0,8-1 0 0,-13 1-7 16,13-1-2-16,-8 1-10 0,8-1-7 0,0 0-9 15,0 0-1-15,0 0 6 0,0 0-3 0,0 0-3 16,48-1-4-16,-13-3-2 0,14-3-8 15,4 2-4-15,3-4-5 0,2 0-2 0,-1-1-8 0,-1 4-4 16,-1 1-18-16,-3-4-18 0,-14 4-15 0,-4 1-21 16,1-1-25-16,-3 1-51 0,-5-1-36 0,-7 2-33 15,-2 3-205-15,-6-1-424 0,-1-1 187 16</inkml:trace>
  <inkml:trace contextRef="#ctx0" brushRef="#br0" timeOffset="161479.37">8125 9314 33 0,'0'0'212'0,"0"0"-18"16,0 0-20-16,0 0-17 0,0 0-4 0,0 0 2 15,-14 8-12-15,13-1 0 0,-2 5-6 0,1 5-12 16,-2 2-9-16,0 7 19 0,-1 0-11 0,0 3-11 15,0-1-5-15,1 1-12 0,1-2-10 0,1-1-8 16,-1-1-8-16,2 0-8 0,-2 0-6 0,2-6-2 16,0 2-8-16,-1-1-3 0,1-1-4 0,0 1-5 15,1-1-4-15,0-1-3 0,-2 0-24 0,2 3-27 16,-1-4-35-16,1 2-40 0,-2-2-37 0,2-3-48 16,0-3-43-16,-3 0-143 0,3-11-401 0,3 12 179 15</inkml:trace>
  <inkml:trace contextRef="#ctx0" brushRef="#br0" timeOffset="161982.67">8347 9381 19 0,'2'-10'279'0,"-1"0"-29"0,2 4-25 0,-3 6-22 15,5-5-21-15,-5 5-11 0,0 0 4 0,0 0-6 16,5 31-11-16,-4-5-11 0,-5 0-16 0,-2 6-10 15,1 2-11-15,-2-2-12 0,1 0-7 0,-2-1-11 16,1-2-10-16,3 0-4 0,0-3-8 0,4-7-6 16,-1 2-7-16,1-2-3 0,0-2-5 0,0-2 1 15,0 1-7-15,1-5 1 0,1 1-2 0,-2-1-4 16,0-2-4-16,2-2-2 0,-2-7-5 0,2 10-4 16,-2-10 3-16,2 9-3 0,-2-9-5 0,0 0-5 15,9-2-5-15,-9 2-3 0,0 0-3 0,19-13-3 16,-8 5-2-16,3-1-1 0,-2-2 1 0,2 1-1 15,-3 3 3-15,6 2-2 0,-4 1 3 0,1 1 0 16,-1 0-1-16,3 2 4 0,2 1 1 0,1 0 2 16,-2 0 0-16,3 0 2 0,1 0 5 0,-1 3 1 0,8-3-3 15,2 0 1-15,-1-2 3 0,0 0 2 16,1-4-4-16,-1 0 2 0,-1-1 0 0,0-2-2 16,3-3 2-16,-3-1-1 0,0-1-1 0,-3 0 1 15,0-3 0-15,-8 5 2 0,1-9 4 0,-4 6-2 16,-5-1 1-16,-1-2 2 0,-1 1 2 0,-3-2-2 0,-2 0 3 15,-4 3 2-15,3-1 9 0,-5 5 5 16,-1 1 2-16,0 3-2 0,-4 2-4 0,0 2 0 16,-2 5-9-16,-6 4 2 0,-6 7-5 0,-4 3 1 15,-2 4 1-15,2 3-3 0,3 0-3 0,-1 2 3 16,8 1-14-16,4-3-29 0,3 2-43 0,6-6-50 16,4 0-57-16,4 0-54 0,6-2-224 0,4 6-497 15,8-2 220-15</inkml:trace>
  <inkml:trace contextRef="#ctx0" brushRef="#br0" timeOffset="162661.57">9807 9682 2351 0,'7'-17'-14'0,"-4"1"59"0,1 3-14 0,-3 3-15 16,2 3-11-16,-2 3 0 0,-1 4 0 0,0 0 16 15,0 0 5-15,0 0 7 0,15 20-5 0,-12-9 5 16,-2 7 1-16,-1 1 5 0,0 1 0 0,-2 3 2 15,0 2-6-15,-1-7 0 0,0-1-8 16,-1 0 8-16,3-6-6 0,0 2 3 0,-2-4 1 0,2-3 13 16,1 2-1-16,0-8 16 0,-1 9 10 0,1-9 18 15,-3 8 1-15,3-8-1 0,0 0-10 0,0 0-7 16,0 0-12-16,0 0 1 0,-19-17-12 0,15 9-4 16,0-3-4-16,2-1-8 0,-2-3-1 0,2-3-1 15,4-1-7-15,0-5-2 0,5-4-7 0,0 0-1 16,5-1-5-16,-1 3-8 0,6-3-7 0,2 3 7 15,3 1-7-15,-1 5-3 0,4 3-1 0,1 5-2 16,-6 5 0-16,3 3 1 0,-3 5-3 0,2 5 4 16,4 3 0-16,-3 5-3 0,-3 3 7 0,2 2-3 15,-3 1 12-15,-2 3-6 0,-3-1-2 0,-4-4-5 16,0-1 6-16,0 1 9 0,-5-1-13 0,2 0 4 16,-2 1 2-16,-2-7 10 0,-1 1-10 0,-1-3-7 0,1-2 9 15,-1-1 2-15,-1-6 2 0,0 10 1 16,0-10-5-16,0 0 3 0,-6 4-3 0,6-4 3 15,0 0 0-15,0 0 0 0,-12-12-3 0,9 5 3 16,2-3-1-16,2 0-8 0,2-6 2 0,3 1-4 16,1-3-4-16,4-5-4 0,2 1-6 0,4 3 0 15,-3-3 3-15,1 8-3 0,4-3 25 0,-4 6 2 16,2 3-1-16,-4 4-6 0,-2 3 11 0,2 1-13 16,0 3 2-16,-3 4-1 0,3 5 3 0,-3 0-5 15,-2 3 6-15,-2 4-3 0,1-2-1 0,-4 1-1 0,1 2 3 16,-2 6-4-16,-1-10-36 0,-1 2-28 15,-1-1-42-15,1 0-40 0,-2 2-46 0,4-4-56 16,-1-2-240-16,1-6-532 0,1 1 236 0</inkml:trace>
  <inkml:trace contextRef="#ctx0" brushRef="#br0" timeOffset="163538.94">10865 9571 82 0,'-13'-7'264'0,"3"2"-6"0,-10 4-6 16,2 2-6-16,-4 1-19 0,-3 8-13 0,6-1-17 16,-5 4-12-16,3 1-13 0,1 3-15 0,8-1-12 15,-1-2-15-15,3 3-8 0,3-1-16 16,2-4-10-16,3-1-5 0,2 5-13 0,1-5-7 0,1 1-5 16,5-3-3-16,0 1-8 0,2-1-4 15,3-3-6-15,1-2 3 0,-1-2-6 0,8-1-6 16,-1-2-5-16,1-3-2 0,-3 0 3 0,2-4-6 15,-1 0-2-15,-3-1-2 0,-1-2-1 0,-1-2-1 0,0 1-4 16,-4-1-3-16,-2 0-2 0,0-4 4 16,-2 1-1-16,1 1-3 0,-4 0-2 0,1 2-1 15,-3 2 0-15,0 0 5 0,2 5 0 0,-2 6 1 0,2-12-6 16,-2 12-5-16,0-7-3 0,0 7 0 16,0 0-1-16,0 0 0 0,-6 21 4 0,2-9-5 0,-1 3 6 15,3 1 2-15,-2 0-7 0,0 1 1 0,1-2 0 16,3-3 4-16,1 3 5 0,2-1-5 15,2-2 1-15,5 1-1 0,-1-4 3 0,0-2-3 16,9 1 3-16,-2-2 1 0,4-1-1 0,2-3-1 0,-1-3 3 16,1-1-2-16,0 0 0 0,-2-4-2 0,2 0 1 15,-2-1 0-15,-2-1 2 0,0 0-2 0,-2-5-5 16,-1 2 4-16,-3-1 6 0,-1-2-1 16,-3-1-3-16,-1 1-3 0,-2-3 4 0,-1 0 0 0,0 0-4 15,-3 1 0-15,1-1 0 0,-2 7-2 0,0-2 11 16,-2 2-7-16,1 4 11 0,1 6-12 0,1-10 2 15,-1 10-1-15,0 0 1 0,0 0-1 0,0 0-4 16,0 0 1-16,-7 26-3 0,4-10-2 0,-2 0 2 16,0 1 0-16,4-1 0 0,-1 1 0 0,2-1 5 15,0-3-7-15,2 3 5 0,0-4-2 0,1 0 4 16,1-1 2-16,1-2-5 0,2 1 0 0,-2-2 6 16,3 0-4-16,0-4 4 0,1-1-4 0,-2 1 7 15,4-2-6-15,-2-1-1 0,2-4-1 0,1 2 3 16,0-2 8-16,-3-2-19 0,2 0 8 0,0-2 1 15,-2-2 2-15,-1 1-5 0,1-1-5 0,1-1-1 16,-1-3-6-16,-3 4 2 0,4-7 1 0,-5 6 1 16,3 1-2-16,-4 4 2 0,-1-2-4 0,1 3-1 15,-4 4 1-15,6-7-2 0,-6 7 0 0,0 0 2 16,0 0-2-16,0 0 1 0,6 17 4 0,-6-12 3 16,0 5 0-16,-1 0-2 0,-1-2 0 0,2-8 4 15,-1 14-2-15,1-7 0 0,0-7 0 0,-1 11 2 16,1-11 1-16,-1 9-2 0,1-9 10 0,0 0-1 0,1 8 9 15,-1-8 9-15,0 0 5 0,0 0-6 16,7 2 5-16,-7-2 1 0,0 0 0 0,15-7-4 16,-6-1-1-16,2 2 0 0,5-1-6 0,-4-1-5 15,3 1 4-15,1 0-15 0,-3 1 6 0,-1 1 4 16,-1 4 0-16,-2-2-4 0,2 3-2 0,-2 0-3 16,2 3-7-16,-5 0 0 0,0 1 3 0,-2 2 5 15,1 3-1-15,-1 1-1 0,-2-1 7 0,0 3-9 16,-2-1 21-16,-1 0-42 0,0 1-19 0,-3 1-21 0,1-1-33 15,-5 2-36-15,2 0-50 0,-2-3-65 0,-1-2-70 16,-4 0-230-16,2-3-592 0,-1 2 262 0</inkml:trace>
  <inkml:trace contextRef="#ctx0" brushRef="#br0" timeOffset="163725.4">11123 9412 2911 0,'-11'-24'21'0,"3"7"-6"0,-2 3-7 16,3 3 6-16,2 1 4 0,1 5-12 0,2-4-5 15,-1 4-3-15,3 5 5 0,0 0-1 0,0 0-12 16,0 0-24-16,0 0-36 0,0 0-50 16,32 16-64-16,-16-6-247 0,5 5-464 0,4-1 205 15</inkml:trace>
  <inkml:trace contextRef="#ctx0" brushRef="#br0" timeOffset="164118.7">11987 9455 100 0,'3'-10'266'16,"1"0"10"-16,-1 1-7 0,0 0-12 0,-1 2-15 15,0 0-19-15,-2 7-23 0,0 0-20 0,0-10-23 16,0 10-7-16,0 0-11 0,0 0 0 0,-4 31 2 15,1-13 0-15,-4 8-5 0,3 2-12 0,-1 2-11 16,0-2-5-16,1-2-12 0,0 1-13 0,-1 1 6 16,2-1-17-16,-1-1 5 0,4-1-20 0,-3-6-8 15,1-1 17-15,0 0-23 0,2-1-5 0,1-2-18 16,-1-4-28-16,0 0-23 0,0-1-28 0,0-3-23 16,1 0-28-16,-1-7-39 0,2 12-36 0,-2-12-30 15,0 9-47-15,0-9-230 0,0 0-533 0,0 0 236 16</inkml:trace>
  <inkml:trace contextRef="#ctx0" brushRef="#br0" timeOffset="164808.13">11785 9640 14 0,'0'0'199'0,"7"-9"-15"0,0 4-10 16,7 2-16-16,6 1-5 0,9-3-8 0,6 2-8 15,3-1-13-15,12 2-7 0,-10 2-5 0,12 0-14 0,-14-2-10 16,1 2-9-16,1-1-9 0,-1 0-7 0,-2-1-5 15,-2 1-5-15,-7-2-3 0,2 3-8 16,-10 0-4-16,-6 0-3 0,-1 0-2 0,-5 0-3 16,2-1 8-16,-10 1 4 0,9-2 0 0,-9 2-7 0,0 0-2 15,0 0-2-15,0 0-3 0,0 0 13 16,0 0 2-16,-47 5-1 0,20 1 7 0,0 3 2 0,0 1 1 16,0 1 1-16,0 1-3 0,2 1 2 15,5-1-1-15,0 4-7 0,4-3-1 0,3 0-3 0,4 2 0 16,0-3-11-16,6 0 1 0,1-1 4 0,0-1-10 15,4 1-2-15,-2 0 1 0,5 0 0 0,2-1-3 16,3-4 0-16,0 2-2 0,5 0-6 0,-2-5 3 16,4 1-1-16,2-3-1 0,0 1-1 0,0-4-4 15,0 2 3-15,-1-2-2 0,-1-4-1 0,0-1 5 16,-6 1-4-16,2 0-2 0,-3-3 2 0,0 1 0 16,0-1-2-16,-3-1 3 0,-1-2-4 0,2-2-2 15,-3 2-2-15,0 1 1 0,-4-1 0 0,2-1-1 16,0 4-3-16,-1 2 5 0,-2 7-3 0,0-11-3 15,0 11-5-15,4-6-2 0,-4 6 1 0,0 0 2 16,0 0 0-16,0 0 2 0,0 0-3 0,-4 27 3 16,4-18 0-16,0 4 0 0,0-2-2 0,-2 3 2 15,4-1 2-15,-2-3 0 0,4 1 4 0,1-2 0 16,-1 1 0-16,2 0 4 0,4-2 4 0,-1-1 4 16,2-1-3-16,1-2 4 0,1-1-2 0,1-3 1 15,-1 0-3-15,7 0 2 0,-2-3-6 0,0-3 4 16,0 1 1-16,-2-1 2 0,2 1 0 0,-5-4 6 15,4 1-3-15,-7-1-2 0,-1 1-2 0,5-4 0 16,-7 2 1-16,-1-5 3 0,-1 4-5 0,1-4 1 16,-1 4-4-16,-3-3 2 0,-2 0-7 0,0 2 1 15,0-2 3-15,0 4 2 0,0 2 3 0,0 8-2 0,0-11 0 16,0 11 8-16,0-8-18 0,0 8 1 16,0 0-2-16,0 0 1 0,0 0 5 0,-18 24-1 0,14-12 5 15,-1 5-1-15,-1-2 6 0,1-1 0 16,2 1-6-16,1-4 3 0,0 0-1 0,2 2 4 0,2-1 6 15,0-1-11-15,0 0-2 0,6-1-8 16,-4 0-33-16,1-1-27 0,3-2-39 0,2 0-61 16,-5 1-70-16,5-3-69 0,-6-1-233 0,1-2-575 0,-5-2 255 15</inkml:trace>
  <inkml:trace contextRef="#ctx0" brushRef="#br0" timeOffset="164953.81">12689 9433 35 0,'0'0'107'15,"0"0"-28"-15,0 0-50 0,0 0-71 0,12 27-45 16,-6-10 20-16</inkml:trace>
  <inkml:trace contextRef="#ctx0" brushRef="#br0" timeOffset="165395.47">12944 9835 114 0,'4'-8'293'0,"4"-1"-3"0,-2-1-1 0,5-4-22 16,1-3-20-16,1 2-16 0,4 1-14 0,2-5-7 16,-3 8-22-16,2 0-18 0,0-1-5 0,-1 3-9 15,2 2-20-15,-1 2-9 0,0 2-13 0,-4 3-15 16,-1 3-8-16,1 2-16 0,-3 2-15 0,-1-2-1 15,2 5 0-15,-7 1-6 0,1 1-1 0,-2-1-13 16,-1 2 0-16,-1-1-1 0,0 0-10 0,0 1 1 16,-2-1-2-16,3-2 2 0,-1 1-8 0,1-3 1 15,-1 1 3-15,2-4-7 0,1 1 1 0,3 0-2 16,2-4 3-16,-1-2-9 0,4 1 0 0,3-2-1 16,-3-1-8-16,5-3 4 0,-2 2-3 0,2-2 5 15,-3-2 0-15,1-2-2 0,1 0 2 0,-4 1-3 16,0-4-5-16,-1 0 4 0,0-3-1 0,-3 1-4 15,1 0 7-15,-3-3-6 0,-1 0-8 0,-2-1 11 16,2 0 0-16,-6 2-1 0,0-2 4 0,-4 1-13 16,4 2 5-16,-2 5 4 0,-2 0 4 0,2 5 10 15,-3 0-17-15,5 5 0 0,-11-2 2 0,11 2-4 16,-22 9-1-16,8 3 11 0,-1 6-13 0,-4 4-1 16,4-1 1-16,3 0 2 0,3-2-5 0,1-2 13 15,3 2-10-15,3 0-27 0,0-2-21 0,6 0-38 0,-1 1-42 16,3-7-40-16,3 3-49 0,5 0-49 0,3-3-267 15,2 0-581-15,6-3 257 0</inkml:trace>
  <inkml:trace contextRef="#ctx0" brushRef="#br0" timeOffset="165624.34">13697 9829 213 0,'-2'-10'287'0,"0"-2"-3"0,4-1-23 16,-2-3-6-16,2 0-9 0,0-1-19 0,1 1-13 0,3-1-16 15,0 0-13-15,2 0-16 0,1 1-19 0,2 3-10 16,3-1-16-16,-3 8-8 0,5-1-17 0,-1 3-7 16,3 4-12-16,-2 3-5 0,2 2-13 15,-1 4 0-15,-1 2-11 0,-2 1-6 0,-2 2-5 16,-2 1-7-16,-3 3 3 0,-1-1-5 0,-1 0 2 0,-2 2-25 16,-1-4-32-16,-2 1-25 0,0-4-39 15,0 5-48-15,0-7-61 0,2 1-45 0,-4-3-272 16,0 0-556-16,2-8 247 0</inkml:trace>
  <inkml:trace contextRef="#ctx0" brushRef="#br0" timeOffset="166011.75">14158 9614 144 0,'-2'-13'286'15,"0"2"-9"-15,-4 2-9 0,4 3-21 0,-1 2-18 16,3 4-24-16,-10-2-11 0,10 2-14 0,-19 13-12 15,8 1-13-15,-3 1-11 0,3 2 3 0,-1 0-21 16,2 0-10-16,1 7-11 0,3-6-5 0,6-2 0 16,-3 3-25-16,3-2-4 0,3 0-3 0,3-1-4 15,3-2-10-15,1 0-2 0,3-3 0 0,5 0-11 16,0-3 2-16,2-1-1 0,7-2-4 0,-5-3-9 16,5-2 2-16,-4-2 1 0,-1-1-4 0,-1-2-5 15,1-1-4-15,3-3-8 0,-7 0 9 0,-1-1-14 16,1 0 0-16,-5-3-1 0,1 0-4 0,-3-3-5 15,-2 0-5-15,-1-1 9 0,-4 0-7 0,1-1-2 16,-5-1 2-16,-3 1 0 0,-1 3 1 0,2 3 0 16,-3 1-2-16,0 2-1 0,-1 1 4 0,-1 6-4 15,0 0 7-15,7 2 4 0,-24 10 4 0,9 1 2 16,-2 2 6-16,1 1-3 0,-1 8-1 0,7-7-1 16,1 2 2-16,0 0 0 0,1-1-5 0,4 1-21 15,2-2-21-15,3 2-35 0,1-3-39 0,9 0-63 16,0-2-79-16,3 0-78 0,0-3-173 0,11 3-544 15,4-2 241-15</inkml:trace>
  <inkml:trace contextRef="#ctx0" brushRef="#br0" timeOffset="166734.64">15210 9726 2304 0,'6'-14'53'0,"0"-1"22"0,-5 2-1 0,3 3 11 16,-1-2-3-16,-1 4-4 0,-1 3 0 0,-1 5-2 15,1-13-14-15,-1 13-9 0,0 0 1 0,0 0-1 16,0 0 7-16,0 0 8 0,-24 24 6 0,11-10-5 15,2 3-7-15,2-1-3 0,-1 0-6 0,2 0 1 16,3 3-7-16,2-3-2 0,2 1-4 0,2-5-9 16,1 0 4-16,0 0 8 0,2-2-14 0,7-1-6 15,-2-1 4-15,2-1 1 0,1-3 4 0,4 2-15 16,1-3 0-16,-5-3 3 0,0 0-2 0,2-3-3 16,-4 0 0-16,1-2 0 0,-4 0-5 0,0-4-1 15,-1-1-3-15,-1-1 6 0,-3 1-7 0,-3-2 0 16,-3-5-6-16,2 1 0 0,-4-1-1 0,-4-6-3 0,-4 2-4 15,-1-1 4-15,-3 0 4 0,5 8-8 16,-1 2 6-16,1 1 1 0,6 2 1 0,-4 3-3 16,4 0-5-16,3 3 4 0,-1 0-1 0,5 3-1 15,-7-7 0-15,7 7-7 0,0 0-1 0,0 0 8 0,0 0-4 16,27 0 0-16,0 2-10 0,10-4 6 16,12 1 1-16,6-5-2 0,0 2 4 0,3-4-3 15,-4-2 0-15,-2 0 6 0,-14 1-5 0,-5-3 4 16,-1 1 0-16,-4-4 12 0,-3 1-9 0,-4-4-2 0,-8 4 7 15,-2-4-1-15,1-6 2 0,-5 0-2 0,-3-1 1 16,-1 0 2-16,-6 5 1 0,2 4 12 0,-2-3 12 16,-2 2-4-16,-1 0 7 0,-1 1-5 15,1 7 1-15,2-1-7 0,-1 5-4 0,0 3 2 16,5 2 0-16,-15 7-6 0,4 5 1 0,1 6-2 0,-5 9 11 16,-3 17 3-16,-1 2 8 0,6 5 4 15,-1-1 6-15,3 0 3 0,5 1-2 0,-2 1 4 16,8-4 7-16,-2 2-7 0,3-3-8 0,2 0-6 0,1 0 9 15,-2-1-1-15,0-11-5 0,0 0-1 0,-1-1-4 16,2 1-3-16,-3-2-1 0,1-2-2 0,-1-3-6 16,2-2-1-16,-1-6-1 0,-1-1-1 0,0 0-1 15,0-3 2-15,0-4-17 0,-1-1-23 0,-4 0-26 16,3-1-34-16,0-5-32 0,-2 1-36 0,-2 0-38 16,0-2-57-16,-1-2-49 0,7-2-67 0,-19 1-211 15,8-4-621-15,3-3 275 0</inkml:trace>
  <inkml:trace contextRef="#ctx0" brushRef="#br0" timeOffset="167022.53">15527 9903 276 0,'5'-6'255'16,"6"3"-12"-16,0-3-1 0,9-1-3 0,7 0-6 15,1 0-7-15,7-2-16 0,-1 2-11 0,16-5-14 16,1 4-12-16,-14 0-6 0,2 2-19 0,13-4-9 15,-19 3-12-15,1 1-2 0,-8 1-11 0,-4 2-1 16,-2-1 2-16,-3 1-2 0,-7 1-12 0,2 0 7 16,-5 0-3-16,0 1-2 0,-7 1-1 0,11-3-1 0,-11 3-7 15,8-1-3-15,-8 1-5 0,0 0-10 0,8-3-9 16,-8 3-2-16,0 0-9 0,0 0-9 16,0 0-6-16,0 0 7 0,7 0-12 0,-7 0-6 15,0 0-4-15,0 0-15 0,0 0-27 0,0 0-38 0,0 0-47 16,7-5-50-16,-7 5-56 0,0 0-89 0,0 0-99 15,0 0-241-15,0 0-689 0,0 0 304 0</inkml:trace>
  <inkml:trace contextRef="#ctx0" brushRef="#br0" timeOffset="169379.07">17052 9429 19 0,'-4'-15'242'0,"4"8"-15"15,-3 0-7-15,3 7-13 0,-1-10-18 0,1 10-16 16,0-8-19-16,0 8-20 0,0 0-13 0,0 0-17 15,0 0-7-15,0 0-3 0,0 0-7 0,5 23-2 16,-5-4-5-16,0 8 2 0,-1 1 2 0,-2 3-8 16,1 0-7-16,0-1-6 0,-1-1-5 0,4 0-5 15,-4-3-2-15,-1 1-10 0,4-2-2 0,0 0 3 16,0-4-11-16,2-2-2 0,0-1-1 0,0-1-3 16,-1 1-19-16,3-1-21 0,-2 0-31 0,1-3-35 0,-1-5-45 15,0 1-43-15,0-5-34 0,-2 2-27 0,0-7-127 16,0 0-387-16,1 7 171 0</inkml:trace>
  <inkml:trace contextRef="#ctx0" brushRef="#br0" timeOffset="169944.51">17007 9623 64 0,'9'-7'150'0,"2"0"2"15,3-3-12-15,4 1-4 0,8-3-4 0,-2-1-6 16,3 4-16-16,-1-2-5 0,0 2-14 0,-5 0-7 15,-4 2-4-15,4-2-12 0,-4 2-1 0,-2-1-3 16,-5 2 5-16,0-2 0 0,0-1 9 0,-4 1-2 16,3-1-3-16,-3 0 0 0,-2-1 1 0,0-1-6 15,-2 0-5-15,0 1-5 0,-2 0 6 0,0 2 2 16,0 8 1-16,1-10-3 0,-1 10-13 0,0 0-10 16,1-8-2-16,-1 8-4 0,0 0-3 0,0 0 4 15,2 38-3-15,-4-10 1 0,1 2-6 0,0 1 4 16,-2 1-5-16,2 1 3 0,-2 0-9 0,1-1-5 15,3 0 1-15,-2-2 6 0,-1-3-8 0,2-1-3 16,0-6-1-16,0-2 6 0,2-3-6 0,-2-2 0 16,2-2 0-16,-2-2-6 0,0-1 8 0,0-8-7 15,0 12 4-15,0-12-5 0,2 5 4 0,-2-5-2 16,0 0-2-16,0 0-1 0,0 0-4 0,20-13 0 16,-12 5 3-16,1 2-3 0,0-2-2 0,2-1 6 15,-1 2-3-15,1-2-2 0,0 3-1 0,-1 2 1 16,4 0 1-16,3 0-3 0,1 1 1 0,-1-1 5 15,0 2-1-15,4 1 2 0,-2 2 0 0,1-1 2 16,7 0 1-16,-6-1-1 0,0-1 2 0,9-2 0 16,1 2 3-16,-11 0-4 0,9-3 4 0,-9 1-2 15,1-2-4-15,-2-2 4 0,-1 0 2 0,0-1-3 16,-2 2 5-16,-1-4-1 0,-6 3 2 0,0-2-2 0,0 0-1 16,-4 0 3-16,-1 1 2 0,-3-3-1 0,-1 1-4 15,-3 1 5-15,1 1 0 0,-2-1-3 16,-2 3 5-16,-1 4-7 0,1-1 2 0,6 4-2 15,-21-1-5-15,6 6 0 0,-3 4 0 0,-7 5-2 0,8-1 0 16,-5 6-1-16,6 1-4 0,3-3-15 0,6 0-20 16,2 2-32-16,1-2-42 0,6 2-47 0,5-2-72 15,4 0-258-15,1-3-529 0,11 1 234 0</inkml:trace>
  <inkml:trace contextRef="#ctx0" brushRef="#br0" timeOffset="170305.05">19155 9405 250 0,'3'-10'283'0,"-3"-1"-14"0,0 1-16 16,0 10-15-16,-2-13-15 0,2 13-21 0,-3-6-21 15,3 6-14-15,-13-1-8 0,13 1-8 0,-21 17-10 0,7-2 0 16,-5 8 2-16,3 1-10 0,-2 3-12 0,1 2 0 16,4 0-12-16,2-1-10 0,3 0-4 15,3-2-12-15,1-2-5 0,3-5-1 0,2 2-12 16,4 3 10-16,-2-5-20 0,3-2-8 0,2-2-7 0,1 1-10 15,1-2-17-15,-1-1-40 0,2-1-33 0,-3-3-34 16,3-1-37-16,-4 3-49 0,1-6-54 16,-2 0-53-16,-2 0-219 0,-1 0-546 0,-3-5 242 15</inkml:trace>
  <inkml:trace contextRef="#ctx0" brushRef="#br0" timeOffset="170544.73">19187 9510 2180 0,'13'-26'7'0,"2"2"29"0,-4 7 5 16,-3 3 8-16,1 0 3 0,-1 6-12 0,-1 2 8 16,0 1-1-16,2 2 3 0,1 3 4 0,-1 3 14 15,4 4 8-15,1 4 1 0,1 4 0 0,3 4 2 16,0 6 4-16,-7 1-3 0,4 1-3 0,-2-1-1 16,-3 3-3-16,-3-1-2 0,0-1-11 0,-6 1 0 15,-1-2-6-15,0 1-8 0,-2-3 1 16,-5 0-5-16,1-4-6 0,-3-2-4 0,-3 6-27 0,2-7-30 15,-7 3-34-15,3-4-37 0,-5 1-44 0,3-4-49 16,-1-5-54-16,-1 0-52 0,-1-2-168 0,1-5-501 16,1-2 221-16</inkml:trace>
  <inkml:trace contextRef="#ctx0" brushRef="#br0" timeOffset="170708.62">19030 9661 152 0,'0'0'225'15,"5"-9"-18"-15,-5 9 0 0,10-1-1 0,2 2-10 16,-2 1-15-16,5-1-10 0,3 5-14 0,9 0-13 16,2 1-15-16,1-3-13 0,4 6-11 0,2-1-16 0,4-1-54 15,10-1-66-15,2 1-77 0,2-2-69 16,-17-1-157-16,2-1-363 0,15 0 161 0</inkml:trace>
  <inkml:trace contextRef="#ctx0" brushRef="#br0" timeOffset="170942.47">19917 9629 2322 0,'2'-16'64'0,"-2"-4"27"16,2 4 11-16,-1 2 35 0,-1 3-14 0,0 0-5 15,0 3 4-15,0 1-14 0,0 7-19 0,0-11-3 16,0 11-8-16,3-5-16 0,-3 5 8 0,0 0 14 16,0 0 4-16,3 32 9 0,-3-13 4 0,0 8-9 15,0 0-1-15,-2-1-6 0,-1 4 7 0,2-2-21 16,0-1-1-16,-2-2-8 0,1 3-7 15,0-1 5-15,1-1-18 0,0-7-5 0,1 1-10 0,1 5-37 16,-2-5-21-16,2-3-23 0,-1-4-56 0,-1 1-27 16,-2 0-41-16,3-1-34 0,-1-4-56 0,1-1-39 15,-1 0-264-15,-2-2-616 0,3-6 273 0</inkml:trace>
  <inkml:trace contextRef="#ctx0" brushRef="#br0" timeOffset="171176.01">19875 9629 1945 0,'9'-26'13'0,"2"-2"29"0,-1 3 13 0,2 8-7 16,1 3 1-16,2 1 9 0,0 0 4 15,3 4 0-15,0 0 5 0,1 3 6 0,3 2-2 16,-3 3-4-16,4 2-2 0,-2 2-1 0,-2 4-8 16,0 2-6-16,-4 0-5 0,1 4 0 0,-6 0-9 0,-2 1-2 15,-2 3-3-15,-5-2 0 0,-2 2-8 0,0 0 7 16,-6 0-7-16,-3 2-4 0,0-2 1 15,-4-1-6-15,-3 3-23 0,1-6-17 0,1 0-35 16,-1 0-44-16,2-3-44 0,-1-1-45 0,3-5-54 16,-1 0-153-16,4-1-435 0,0-1 192 0</inkml:trace>
  <inkml:trace contextRef="#ctx0" brushRef="#br0" timeOffset="171401.73">20296 9479 2284 0,'17'-24'34'15,"-3"0"73"-15,-6 6-6 0,1 4 2 0,-5 3-1 16,1 1 1-16,-1 4-12 0,-2 1-8 0,1-2-11 16,-3 7-6-16,4-6-8 0,-4 6 1 0,0 0 12 15,0 0 12-15,8 18 4 0,-6-2 4 0,0 8 43 16,-2 0-26-16,0 4-3 0,-1-3-15 0,0 1-6 16,-4 0-2-16,2 0-7 0,2-1-13 0,-4 0-2 15,3-6-7-15,-4 5-6 0,2-6-18 0,0 0-43 16,3-1-39-16,-3-1-48 0,2 1-36 0,0-5-53 15,1-2-77-15,-1 0-68 0,-4-2-237 0,4-2-619 16,2-6 275-16</inkml:trace>
  <inkml:trace contextRef="#ctx0" brushRef="#br0" timeOffset="171542.13">20326 9622 2410 0,'5'-11'50'16,"0"1"-44"-16,3 1 3 0,-3 4-18 0,-1-1-2 15,3 0 0-15,4 0-7 0,-1 1-17 0,3-1-27 0,4 0-52 16,9-2-56-16,-5 3-172 0,11-5-369 0,1 3 165 16</inkml:trace>
  <inkml:trace contextRef="#ctx0" brushRef="#br0" timeOffset="171675.49">20864 9607 45 0,'0'0'283'0,"4"8"-13"0,-4-8-14 0,0 0-18 0,2 6-24 15,-2-6-19-15,0 0-25 0,3 5-36 0,-3-5-50 16,0 0-76-16,0 0-84 0,5 6-101 0,-5-6-97 16,0 0-298-16,0 0 132 0</inkml:trace>
  <inkml:trace contextRef="#ctx0" brushRef="#br0" timeOffset="174005.09">21456 9573 176 0,'5'-9'209'16,"0"-1"-13"-16,4 0-5 0,2-3-12 0,2 0-1 15,-1-2-12-15,2-2-9 0,2-4-13 0,1 2-13 16,-3 2-11-16,4-2-11 0,1-3-9 0,-4-1-9 0,3-1-6 15,-1 1-10-15,1 1-11 0,-3 0 3 16,-1-2-5-16,-5 9 0 0,-1 0-2 0,1 1 4 16,-6 2-1-16,1 2 2 0,-1 0-4 0,-2 4-3 15,-1-1-6-15,0 7-8 0,0 0-4 0,-5-12-2 0,5 12-6 16,-14 0-4-16,14 0-5 0,-24 14 5 16,6-5-9-16,-5 9 0 0,2-2-1 0,1 1-8 15,1 2 0-15,7-7 4 0,2 5-6 0,2-1-1 16,5 1-1-16,3 0-1 0,1 1 0 0,4 1-2 0,8 2 0 15,-2 3-1-15,4-4 2 0,4 0 4 0,0 0-6 16,2 1 1-16,-1-2 0 0,3-2-3 0,-2 4 0 16,-4-3 9-16,-4-6-11 0,-3 2 0 0,-1-2-4 15,-2 4-7-15,-2-6 2 0,-2 2 1 0,-2-1-3 16,-1 0 2-16,-5-1-5 0,-2-1 4 0,-1 1-10 16,-2-2-7-16,-6 2-13 0,0-2-22 0,-1 0-18 15,0-2-35-15,1-1-37 0,2-3-31 0,0 0-24 16,4-2-187-16,-2-2-429 0,5 0 189 0</inkml:trace>
  <inkml:trace contextRef="#ctx0" brushRef="#br0" timeOffset="174243.49">21923 9269 70 0,'7'-17'284'0,"-2"7"-6"0,0 1-17 0,0 1-22 16,-2 3-19-16,-1-1-27 0,-2 6-20 0,0 0-16 15,0 0-5-15,0 0 4 0,9 13 3 0,-8 1-9 16,1 9-6-16,-1 3-10 0,-2 2-11 0,-2 1-11 16,-1 0-7-16,0-2 9 0,4 2-28 0,-2-1-8 15,1-1-9-15,-2-1-7 0,2 0-3 0,-2-7-14 0,3 6 2 16,-1-7-24-16,1-2-35 0,0 0-33 0,-1-4-30 16,1 0-48-16,-1-2-46 0,1-3-48 15,0-7-32-15,1 12-219 0,-1-12-506 0,-3 7 225 16</inkml:trace>
  <inkml:trace contextRef="#ctx0" brushRef="#br0" timeOffset="174726.13">21836 9437 174 0,'7'-4'183'16,"3"0"-11"-16,2 1-14 0,9-1-8 0,6 0-6 15,4 1-17-15,1 0 0 0,3 1-11 16,4-1-7-16,-2 3-13 0,0-2-11 0,14-2-5 0,-15 3-8 15,0 0-6-15,1 1-10 0,-7-3-6 0,-3 3 5 16,-5 0-12-16,-4-1-3 0,-7-1 1 0,0 2 5 16,-3 0 3-16,-8 0 12 0,13 0 6 15,-13 0-2-15,8 0-3 0,-8 0-7 0,0 0-8 0,0 0 0 16,0 0 4-16,0 0-3 0,-23 20 3 0,8-10 4 16,1 2-9-16,-3 1 4 0,2 2-5 0,-2-4-2 15,3 4-4-15,0-3-3 0,4 2-4 0,2-3-5 16,0 2 0-16,3-1-2 0,3-2-5 0,2 0-3 15,0-1 3-15,2 1-2 0,2-4-3 0,0-1-1 16,5 1 1-16,-4-3-2 0,3 1 0 0,2-2-1 16,1-1-3-16,1-1-1 0,-1 0 1 0,1-2 2 15,-1-2-4-15,1 0-2 0,-3-2 6 0,1 2-3 16,0-1 1-16,-1-2-1 0,-2-1 0 0,0-2-3 16,1 1-3-16,-3 0-3 0,3-1 10 0,-3 2-7 15,-2 2-2-15,-1 1 0 0,3 0-1 0,-5 5-3 16,4-8-2-16,-4 8 7 0,0 0-10 0,0 0 3 15,0 0-2-15,0 0 5 0,11 10-4 0,-9-4 4 16,0 3-4-16,0 1 6 0,-1 0-4 0,1-1 3 16,3 4 2-16,-2-2-3 0,2-2 0 0,2 2 13 15,-1-1-34-15,4-2-22 0,-1 1-27 0,1-1-34 0,3-2-38 16,-1-1-33-16,-1-2-31 0,1 0-33 0,-2-1-159 16,-2-3-435-16,3 0 193 0</inkml:trace>
  <inkml:trace contextRef="#ctx0" brushRef="#br0" timeOffset="175092.81">22764 9323 121 0,'3'-17'240'0,"0"7"5"0,0 0-12 16,-3 2-19-16,3 3-23 0,-3 5-19 0,0 0-12 0,0 0-8 16,0 0 7-16,0 0-6 0,1 36-8 0,-2-17 3 15,-5 7-15-15,0-1-11 0,2 1-2 0,1-2-10 16,-3 1-5-16,4-6-13 0,-1-2-6 15,2 0-7-15,1-2-4 0,-2-2-9 0,2-3-4 0,0 1-6 16,-2-4-5-16,2-7-13 0,0 12 15 0,0-12-15 16,-1 8-3-16,1-8-1 0,0 0-3 0,1 7-3 15,-1-7-1-15,0 0-6 0,16 0-1 16,-16 0 2-16,15-7-2 0,-2 2-8 0,2 0-1 0,3-1-5 16,2 0 0-16,-4 1-3 0,0 1-5 0,-3 2-3 15,0 1-1-15,0 2 4 0,-3 1 7 0,1 2-2 16,-6-1-11-16,2 2-1 0,-2 4 3 0,-2-4 2 15,-2 3-2-15,-1 0 2 0,-4 2 13 0,0 0-9 16,-2 2 1-16,-6-1-2 0,1 3-1 0,-6-3 4 16,-1-1 0-16,1 1-15 0,0-1-1 0,-4-2-29 15,6 1-20-15,0-2-31 0,4-2-27 0,0-1-36 16,3-1-47-16,8-3-22 0,-9 0-263 0,9 0-528 16,0 0 235-16</inkml:trace>
  <inkml:trace contextRef="#ctx0" brushRef="#br0" timeOffset="175573.98">23117 9285 70 0,'4'-7'276'0,"1"2"-32"16,-2 1-27-16,-3 4-24 0,5-4-13 0,-5 4 8 16,0 0 6-16,12 17 3 0,-8-2-1 0,-1 3-14 15,-2 7 4-15,0 3-12 0,-1-3-6 0,-1 5-18 16,0-2-5-16,-2-1-19 0,2-1-19 0,-2-5 2 15,0-2-8-15,1 0-14 0,0 0-6 0,1-2-11 16,-1 0-19-16,1-1-30 0,0-3-40 0,1-4-34 16,-2 1-35-16,2 0-39 0,0-3-35 0,0-7-21 15,4 12-21-15,1-8-4 0,2 0 6 0,0-1 14 16,1-2 6-16,2 1 30 0,-1-2 25 0,0 0 26 16,1 0 21-16,-2-3 26 0,0 2 19 0,-1-2 13 0,2-1 14 15,3 1 28-15,-2 0 14 0,3-4 10 0,2 0 15 16,2-1 4-16,-2-2 6 0,3 1 7 15,0-3 6-15,1 3 1 0,-1-2 2 0,4-5 3 16,-5 5 2-16,-1-1 5 0,4-5 7 0,-5 6-3 0,-3-3-1 16,1 0 2-16,-4 0 0 0,-1 5 13 0,-2-3 11 15,-2 2 10-15,-2-2 3 0,1 3-14 16,-3 0 0-16,0 1 2 0,0 8-8 0,-3-11-1 0,3 11-12 16,-7-9-13-16,0 8-7 0,-5 3-2 0,0 2-10 15,-6 5 3-15,-2 6-3 0,-2 1 2 0,-1 4 1 16,5-1-10-16,0 0-4 0,7-2-7 0,-2-4-5 15,4 3-1-15,1 1-5 0,2-2-3 0,2 0-6 16,5-2-8-16,2-1-21 0,4-2-21 0,8 0-37 16,2 1-54-16,3-5-40 0,7 3-51 0,1-5-52 15,0 2-44-15,2-3-33 0,1-1-304 0,2 1-681 16,-5-2 302-16</inkml:trace>
  <inkml:trace contextRef="#ctx0" brushRef="#br0" timeOffset="182178.52">24317 9208 174 0,'0'-14'211'0,"-1"9"0"15,1 5-21-15,-3-11-4 0,3 11-5 0,-2-11-14 16,2 11-23-16,0 0-16 0,-4-3-13 16,4 3-13-16,0 0-8 0,0 0-7 0,-13 22-1 15,4 1 3-15,-5 1-4 0,4 6-7 0,-3 4-1 0,3 1-7 16,-4 12-4-16,1 2 0 0,3-3-4 0,-2 0-6 16,7-10-4-16,0-2-5 0,2-1-4 15,1 1-3-15,1-1-3 0,2-3-5 0,1-2-1 16,3 1-4-16,-2-2 0 0,6 0-4 0,1-3-1 0,3-1-3 15,1-1 2-15,3-1-6 0,2-2-26 0,-4-6-26 16,2 1-33-16,1-4-50 0,-3 3-48 16,0-4-62-16,-4-1-192 0,0-2-455 0,-1-4 202 15</inkml:trace>
  <inkml:trace contextRef="#ctx0" brushRef="#br0" timeOffset="190362.53">24809 9571 45 0,'13'-6'174'15,"7"-1"-3"-15,6-4-1 0,-1-1-10 0,0-3-3 0,0 2-14 16,-1-5-11-16,-6 7-3 0,-2-2-12 15,1 1-12-15,0-2-7 0,-4 1-5 0,1 0-5 16,-1 0-2-16,-7 3-4 0,4-1-2 0,-6 3-7 16,1-3-3-16,-1 2-10 0,-4 1-2 0,2 0-10 0,-2 8-1 15,0-12-9-15,0 12 7 0,-2-8-8 0,2 8-1 16,-4-6-5-16,4 6-5 0,0 0-1 16,0 0-3-16,-19 6-2 0,13 2-1 0,-2 2 1 15,-1 4-1-15,2-1-1 0,0 3-4 0,2 1 1 0,1 0 0 16,0 1-3-16,2 0 5 0,3-1-7 0,0-1 3 15,5-1-7-15,0 0 5 0,1-1-3 16,0-2 3-16,1-3-2 0,4 2-1 0,0-5-2 16,-1 0 3-16,2-2-1 0,4-2-2 0,3-1 1 0,-2-2 2 15,1-1-5-15,-1-5 1 0,0 1-2 0,1-1-1 16,-2-2 4-16,-2-2 0 0,1-2-4 0,-2-1 1 16,-3 0 1-16,6-7-1 0,-7 5-2 0,-1-1 1 15,-4 0-1-15,3 1 4 0,-3 0-3 0,0 1 2 16,-1 3-3-16,0 3-1 0,1 0-1 0,-5 2-1 15,2 3-4-15,-2 4 4 0,0 0 0 0,0 0 1 16,0 0 1-16,0 0 10 0,12 12 5 0,-10-1 2 16,0-1 4-16,-4 2-2 0,4 0-3 0,-4 1 1 15,4-2-3-15,-2 1-1 0,2-1-4 0,-2-1 0 16,0-1 2-16,3-2 0 0,-3-1-5 0,0-6 3 16,2 10-1-16,-2-10 5 0,3 7-6 0,-3-7 6 15,3 5-3-15,-3-5-2 0,0 0 0 0,0 0 3 16,15-5-4-16,-15 5 1 0,15-9-3 0,-11 6 3 15,6-4 4-15,-2 2-9 0,2 0-2 0,1 0 0 16,0 1-1-16,0 0 5 0,-1 1-10 0,1 3 3 16,-1 0-4-16,0 2 4 0,-1 2-4 0,0-1 2 15,2 4-1-15,-2 1 2 0,-3 1 1 0,1 1-7 16,0 1-20-16,-5 0-15 0,3 2-21 0,-3-2-30 16,0 2-41-16,-2-2-41 0,0 1-46 0,-2 1-192 15,0-4-449-15,-2-1 198 0</inkml:trace>
  <inkml:trace contextRef="#ctx0" brushRef="#br0" timeOffset="190539.83">25259 9139 123 0,'0'0'152'0,"0"0"-44"15,0 0-31-15,15 0-34 0,-15 0-37 0,19 14-54 16,-8-6-30-16,3 2-83 0,4 2 38 0</inkml:trace>
  <inkml:trace contextRef="#ctx0" brushRef="#br0" timeOffset="191166.56">25983 9297 111 0,'4'-4'214'15,"-4"4"1"-15,3-7-3 0,-3 7 4 0,0-8-17 16,0 8-5-16,0 0-18 0,-7-7-10 0,7 7-14 16,-12 0-11-16,12 0-14 0,-22 6-7 0,4 0-10 15,-5 8-11-15,-2-1-10 0,4 3-6 0,5-2-10 16,-4 3-8-16,4 4-9 0,7-6-2 0,-1 2-7 16,4-3-1-16,1 1-6 0,3 1-3 0,2-4 6 15,4 4-14-15,1-6-1 0,0 1 0 0,6-1-5 16,0-1-2-16,5 1-3 0,-1-4-3 0,2-1 3 15,0-3-6-15,3-1 3 0,-1-1-2 0,-1-3-2 16,2-2-5-16,-5-1-6 0,1-4 6 0,-5 2-1 16,3-4-1-16,-3-4 1 0,-4 0-1 0,1-4-3 0,0-3 2 15,-4-4-3-15,0 2 8 0,1-2-7 16,-5-4 0-16,2 1-3 0,-2-2 5 0,-2 1 0 16,2 2-4-16,-5-2 2 0,1 3 1 0,4 1-5 15,-4 10 4-15,4 0 0 0,-4 5 2 0,2 2-4 0,0 1-5 16,0 3 1-16,2 6 0 0,0 0-3 15,0 0 0-15,0 0 0 0,0 0 3 0,0 39 0 16,-2-7 1-16,0 0 2 0,-2 12-3 0,3-8 4 16,-1-2 1-16,2 2-4 0,0-4-3 0,2 1 8 15,-1 0-2-15,5-3 0 0,0-2 2 0,0-3 0 0,3-1-1 16,-1-6 0-16,2-2 2 0,1-3 1 16,0 1 1-16,0-4 2 0,2-1 1 0,-2-3-4 15,1-1 2-15,1-3-2 0,6-2 4 0,-6 0 0 16,7-4-2-16,-4-1 1 0,4-2-3 0,-2-3 7 0,2-5-4 15,1-2-2-15,-5 3-1 0,1-7-1 0,2 1 1 16,-6-3-3-16,1 1 0 0,-4-3 0 0,-1 8-2 16,-2-2 3-16,-2 3-2 0,-3 3 4 15,0 4 2-15,-1-2 3 0,-1 2 2 0,0 9-3 16,-1-10-4-16,-3 4-1 0,4 6 0 0,-14 3-5 16,7 4 16-16,-3 2-16 0,-4 1 2 0,3 4-1 0,-3 0 0 15,5 1-1-15,0 2 3 0,7 0 1 0,0-1 0 16,2 4-7-16,4-4-19 0,1 1-34 0,5-2-31 15,2 1-28-15,1-4-38 0,8 4-33 0,-3-5-26 16,2-2-8-16,-2-2-168 0,4-2-423 0,-1 0 188 16</inkml:trace>
  <inkml:trace contextRef="#ctx0" brushRef="#br0" timeOffset="191395">26616 9184 195 0,'0'-29'241'0,"-2"3"7"15,0 10 8-15,2 3-11 0,-1 3-14 0,1-1-21 16,0 11-24-16,0-10-22 0,0 10-17 0,0 0-20 16,0 0-9-16,0 0 7 0,1 48-14 0,-2-17-1 15,-3 15-4-15,4 1-1 0,-4-2-9 0,-1 1-11 16,1-1-8-16,-1 4-7 0,0-15-7 0,5 2-3 16,-2-3-9-16,0-1-4 0,4 0-8 0,0-3-10 15,1 0-21-15,-3-4-26 0,4-1-26 0,-1-5-23 16,-1-2-37-16,0-2-45 0,-1-1-53 0,-1-5-32 15,0-1-222-15,0-3-493 0,0-5 218 0</inkml:trace>
  <inkml:trace contextRef="#ctx0" brushRef="#br0" timeOffset="191806.37">26607 9410 2 0,'13'-9'210'0,"-1"1"-14"0,-1 3-17 0,3 0-4 15,-3 3-20-15,-2 0-11 0,-1 2-17 0,-8 0-14 16,14 5-6-16,-10 1-16 0,-1-1-7 0,1 3-7 16,-2-1-6-16,-2 3-7 0,-4 1-10 0,2-1-2 15,-5 0-6-15,1 2-6 0,-2-3-2 0,2 1-3 16,-3-1-3-16,2-1-3 0,1-3-7 0,-2 0-1 16,2 0 1-16,2-1-2 0,4-4-11 0,-9 7-2 15,7-4-5-15,2-3 4 0,-3 8 0 0,3-8-4 16,0 0-2-16,0 0 3 0,5 10-3 0,-5-10 0 15,9 4 0-15,2-3 5 0,2 0 1 0,1-1-3 16,4-2-4-16,-1-1 1 0,6 0 3 0,4-2 2 0,0-2-7 16,0-2 5-16,-2-1 0 0,-7 3 1 0,0-3 1 15,-3 1-4-15,-1 0-2 0,-5 0 6 0,0-2 1 16,0 0-2-16,-4-1 6 0,1 0 2 0,-4 1 2 16,0 2-1-16,-2-1 13 0,0 3 8 0,0-3-1 15,0 10 1-15,-2-9-9 0,2 9-2 0,-4-6-1 16,4 6-6-16,0 0 0 0,-19 13-2 0,11-4-3 15,-1 1 3-15,2 6-6 0,0 1-2 0,3-1-24 16,-1 2-23-16,5 0-45 0,0-2-46 0,3 0-33 16,1 0-33-16,3-3-133 0,2-2-357 0,0-2 158 15</inkml:trace>
  <inkml:trace contextRef="#ctx0" brushRef="#br0" timeOffset="192161.65">27164 9441 17 0,'0'0'241'16,"0"-9"-21"-16,0 9-28 0,0 0-18 0,0 0-9 15,0 0-9-15,0 0-7 0,0 0-6 0,0 0-15 16,-4 33-7-16,2-20-14 0,2-1-4 0,-2 1-11 16,1-2-8-16,-1 1-10 0,2-1-5 0,2-1-6 15,-4 1-6-15,2-5-8 0,0-6-4 0,0 11-1 16,0-11 1-16,0 7-6 0,0-7 2 0,0 0-7 15,3 6 1-15,-3-6-8 0,0 0-3 0,0 0 0 16,0 0-3-16,12-17 0 0,-7 9-6 0,4-1 0 16,0-4-1-16,4-2-4 0,1 2 7 0,4-7-9 15,2 2 0-15,-1 7 1 0,2-5-5 0,-3 7-1 16,0-1 0-16,-4 4-1 0,-3 2-2 0,1 3-1 16,-1 0 1-16,0 3-1 0,0 1-1 0,-4 1-1 15,2 2 1-15,-3 3 1 0,0 0-1 0,-2 2 2 16,-2 0-3-16,0 1-13 0,-2 1-16 0,2-1-19 15,0 1-33-15,-2 0-49 0,1-4-33 0,1 2-50 16,0-3-151-16,2-2-397 0,2 0 176 0</inkml:trace>
  <inkml:trace contextRef="#ctx0" brushRef="#br0" timeOffset="192572.42">27809 9359 161 0,'-9'-9'236'0,"0"2"-12"0,-3 2-4 16,0 3-14-16,-2 4-15 0,-4 1-11 16,-1 3-10-16,-5 7-10 0,-1 1 3 0,3 5-22 0,1-2-10 15,3 2-12-15,8-2-10 0,1-2-13 16,-1 2 13-16,6-2-9 0,2 2-9 0,2-1-8 0,2-3-9 16,5-2-6-16,4 0-5 0,4 1-5 0,2-4-4 15,0-1-6-15,3-1-3 0,-1-3-5 16,0-3-1-16,2-1-2 0,0-3-5 0,-4-1 0 15,-1-2-7-15,-1-2 0 0,0-1-4 0,-2-5 1 0,-2 0-1 16,0-2-5-16,-4-3 0 0,-1-6 1 0,4 0-6 16,-6-2 0-16,-1-2 1 0,1-2-2 15,-2-1-2-15,0 0-2 0,-2-3 2 0,2 1-1 16,-2 2 0-16,0 2 16 0,2 6 10 0,-2 6 10 0,0 2 8 16,0 6-3-16,0 1-9 0,-2 4-8 0,2 6-6 15,0 0-4-15,0 0-5 0,0 0-2 0,-4 27-1 16,0 2 7-16,-3 17 7 0,2 0-6 0,0-11-12 15,-1 13 5-15,4-11 4 0,2-3-7 0,0 2-2 16,2 9 2-16,4-12-2 0,2-2-11 0,-1 1-36 16,-1-3-47-16,1-1-47 0,0-4-58 0,-3-5-79 15,0-1-82-15,-1-1-176 0,-3-6-572 0,2-2 254 16</inkml:trace>
  <inkml:trace contextRef="#ctx0" brushRef="#br0" timeOffset="194566.91">28029 9729 152 0,'18'-5'161'0,"2"-2"-7"0,9-3-16 16,-2-1-6-16,0 2-13 0,1-1-7 0,-4 0-11 15,3 0-8-15,-9 0-4 0,0 0-12 0,1 1-1 16,-3-2-7-16,0 1-2 0,-2-4-4 0,-1 1-7 16,-2 1 0-16,-3-2-6 0,-3 2 1 0,-4-1-4 15,3 2 4-15,-4-1-5 0,-2-1 0 0,-1-2 3 16,-2 4 0-16,-2-1-2 0,2 3-2 0,-2 0 4 0,1 0-2 16,-1 1-3-16,2 5-4 0,-4 0-6 15,9 3-4-15,-17 1 1 0,7 6 0 0,-4 3 1 16,0 3-3-16,-2 2 1 0,1 6 0 0,2-5-1 15,4 7-4-15,3-4-3 0,2 0-1 0,4 0-1 0,2-2-7 16,5 3-18-16,1-5-19 0,7 2-28 16,-2-3-30-16,7 2-33 0,0-8-36 0,0 1-33 15,0-2-173-15,-3-3-387 0,3-1 171 0</inkml:trace>
  <inkml:trace contextRef="#ctx0" brushRef="#br0" timeOffset="194889.81">28493 9563 129 0,'0'0'162'16,"0"-7"-11"-16,0 7-13 0,0 0 1 0,0 0 7 0,0 0 0 16,0 0-6-16,0 0-5 0,0 0 0 0,0 0-12 15,0 0-4-15,0 27-7 0,0-18 8 0,0-9-11 16,-1 13-10-16,1-7-9 0,0-6-6 16,-1 13-9-16,-1-8-3 0,2-5-7 0,0 0-1 0,0 10 6 15,0-10 4-15,0 0 4 0,0 0 2 0,0 8-1 16,0-8-2-16,0 0-6 0,0 0-11 0,0 0-7 15,0 0-5-15,0 0-6 0,0-34-8 0,7 18-6 16,-2 0-4-16,4-2-8 0,4-3-5 0,-1 4-2 16,0 1-4-16,4-2-2 0,0 5-2 0,-1 2 4 15,3 0-6-15,-1 5 0 0,-1 2-3 0,-2 1-1 16,-2 2 0-16,-3 2-1 0,3 2 4 0,-1 2 0 16,-2 2-3-16,1 0 2 0,-2 3 6 0,-1 1-6 15,1 6-7-15,-2-6-28 0,-1 4-26 0,1 1-41 16,-2 0-58-16,0-2-57 0,-1-2-245 0,-1-2-503 15,0 0 222-15</inkml:trace>
  <inkml:trace contextRef="#ctx0" brushRef="#br0" timeOffset="195114.71">28972 9254 273 0,'-1'-12'282'0,"1"-1"-10"15,-1 4-15-15,1 9-34 0,0-12-25 0,0 12-19 16,0 0-17-16,0 0-3 0,0 0-8 0,1 28-6 16,-2-10-8-16,1 8-10 0,-1 3-9 0,-2 1-10 15,1 0-9-15,-1 1-15 0,1-2 2 0,3 2-18 16,0-2-4-16,2 0-14 0,-1-2-32 0,1-1-35 16,-1 0-39-16,-1-8-50 0,1 0-75 0,-1-2-59 15,-2-1-204-15,2-5-480 0,-2-2 213 0</inkml:trace>
  <inkml:trace contextRef="#ctx0" brushRef="#br0" timeOffset="195254.62">28877 9431 85 0,'14'-9'163'15,"5"-1"-27"-15,6 1-31 0,2-3-52 0,3 4-59 16,0 1-84-16,2 0-97 0,0-1 43 0</inkml:trace>
  <inkml:trace contextRef="#ctx0" brushRef="#br0" timeOffset="195793.29">29528 9384 189 0,'-7'13'251'15,"-1"-3"-13"-15,3 1-7 0,-3 3-17 0,2-3-12 16,-2 4-18-16,2 1-7 0,1 0-17 0,2-2-14 15,2 4-11-15,1-3-13 0,1-3-12 0,3 0-11 16,1 0-7-16,5-3-10 0,2 3-3 0,1-3-9 16,3-2-7-16,5-3-7 0,-1-2-3 0,8-2-10 15,-6-1-10-15,9-4-10 0,-13-1-1 0,2-1-6 0,-3 2-7 16,-3-6 0-16,0 1 5 0,-3-3-6 16,-3-4-2-16,-2-1 0 0,-3 1 0 0,-3-3-1 15,-3-1 4-15,-4-2-2 0,-1 0-5 0,-7-3-1 16,-1 4 1-16,2 5 5 0,-1-2 4 0,0 6 1 15,2 1-1-15,-1 3 0 0,4 2 2 0,-1 3-2 0,2-1-1 16,2 2-7-16,0 1 3 0,7 2-1 16,-9-2 0-16,9 2-1 0,0 0-1 0,-4 10 3 15,4-10-1-15,0 0-1 0,17 13 3 0,-3-9-4 16,3 1 5-16,11-5-2 0,1 1 0 0,3-2-5 0,2 0 2 16,-4-4 2-16,1 2 0 0,-4-2-1 15,0-1 1-15,-10-2-2 0,-1 0 2 0,-1-1-3 16,-5 4 3-16,-1-5 1 0,1-4-4 0,-3 0 0 15,-3-2 0-15,-2 0 1 0,0 0 6 0,-1 0 6 0,-1 1 6 16,-1 5 4-16,1 1 6 0,0 2 7 0,0 7-15 16,-2-11-8-16,2 11-3 0,0 0-3 0,0 0 3 15,0 0-5-15,-5 40 13 0,-3-9-4 0,-2 14 7 16,1 4 10-16,0-2-1 0,-1-1 1 16,1 0 4-16,1-1 0 0,3-14-6 0,-1 2-1 0,4-1-5 15,0-1-5-15,1 0 2 0,0-3 1 0,1 2 0 16,0-4-9-16,0-1-24 0,1-1-18 0,-1-5-31 15,0 0-32-15,0-2-47 0,-3-1-57 0,2-6-69 16,0 2-46-16,-2-1-178 0,1-5-528 0,2-6 234 16</inkml:trace>
  <inkml:trace contextRef="#ctx0" brushRef="#br0" timeOffset="195929.11">29935 9539 128 0,'20'-10'98'0,"8"1"-28"0,6-1-46 16,1 1-78-16,3-2-58 0,-1 3 26 15</inkml:trace>
  <inkml:trace contextRef="#ctx0" brushRef="#br0" timeOffset="196148.92">30674 9105 242 0,'1'-5'247'0,"-1"5"-23"16,0 0-22-16,0 0 12 0,0 0-1 0,0 0 2 15,1 29-10-15,-3-4-4 0,-2 3-17 0,-1 5-13 16,1-2-9-16,-1 1-18 0,1-1-12 0,1-1-14 16,1-1-11-16,0 0-11 0,1 0-8 0,-3-2-7 15,4-2-24-15,-1-6-31 0,0 1-36 0,1-2-38 16,1-1-50-16,-4 0-65 0,5-5-72 0,-5-1-228 15,3-2-501-15,-2-3 222 0</inkml:trace>
  <inkml:trace contextRef="#ctx0" brushRef="#br0" timeOffset="196299.67">30436 9324 170 0,'10'-6'185'0,"5"-2"-20"0,5 2-13 15,6-1-8-15,1 2-23 0,6 0-13 0,-2 1-36 16,1 6-38-16,3 0-51 0,-1 1-56 0,-1 4-105 16,-2-1-191-16,-2 2 85 0</inkml:trace>
  <inkml:trace contextRef="#ctx0" brushRef="#br0" timeOffset="196570.43">30878 9535 58 0,'0'0'200'0,"0"7"7"15,0-7 6-15,0 0-6 0,0 0-6 0,6 3-21 16,-6-3-5-16,0 0-9 0,13-9-12 0,-4 2-3 16,0 0-7-16,0-2-5 0,4-1-12 0,-2-4-15 15,1-1-5-15,-1 1-11 0,0-1-3 0,-2-1-7 16,-1-1-6-16,0 0-3 0,-3-1-12 0,-2 0-3 16,-1 2 8-16,-3 6-7 0,4-1-7 0,-6 2-6 15,1 2-4-15,0 0-8 0,2 7-8 0,-8-2-7 16,8 2 2-16,-21 9-7 0,4 3 1 0,3 2-4 15,-4 6-12-15,3 0-20 0,3 3-18 0,5-5-15 16,4 1-21-16,1 2-25 0,4 3-27 0,2-7-34 16,2 2-26-16,5-4-15 0,-1 1-9 0,5-2-9 15,1-1 4-15,0 1-121 0,0-3-359 0,0-2 160 16</inkml:trace>
  <inkml:trace contextRef="#ctx0" brushRef="#br0" timeOffset="196944.84">31089 9635 8 0,'9'0'70'15,"-9"0"18"-15,14-6 11 0,-9 3 22 0,3-1 23 16,-1-2 3-16,-2-3 8 0,1 2 13 0,-1-1-3 15,0-3-1-15,1-3 5 0,-2-2 2 0,0 4-5 16,0-5-4-16,0-1-8 0,-1 1-11 0,4 1 7 16,-3-1-6-16,-1 2-4 0,4 0-10 0,-3 4-9 15,1 1-12-15,2 0-9 0,-2 5-11 0,3-1-14 16,-1 2-11-16,0 2-5 0,-7 2-6 0,17 3-11 16,-7 1-4-16,0 3-1 0,1 0-4 0,1 3-4 15,-2-2 8-15,-2 3-15 0,0-1-4 0,5 2 2 16,-10-2-8-16,3-3 7 0,-1 3-8 0,0-1 3 15,-2-3-8-15,-2 0-1 0,1-1-2 0,3 0-8 16,-5-5 0-16,0 0 2 0,0 8-1 0,0-8-1 16,0 0 2-16,0 0-3 0,0 0 0 0,0 0 0 15,0 0-6-15,0 0-9 0,2-22-3 0,0 14 6 16,-1-2-4-16,5 0 7 0,1-4 0 0,3 0 0 16,2 4 2-16,0-3 0 0,1 3-1 0,-2 3-1 15,-1 1 5-15,4 2-5 0,-2 1 3 0,-1 2-2 16,-2 2 5-16,-9-1 5 0,15 7-3 0,-5-2 1 15,-4 3-1-15,1-1 4 0,-1 2-1 0,-4 3 0 16,4-2 1-16,-4 0 0 0,0 3 6 0,-1 0-10 16,2-3-33-16,-6 3-33 0,5-3-51 0,-4 2-68 0,4-1-52 15,-2-2-232-15,1-1-516 0,4-2 228 0</inkml:trace>
  <inkml:trace contextRef="#ctx0" brushRef="#br0" timeOffset="197187.01">31831 9369 1864 0,'7'-31'78'0,"-3"-2"-23"0,-3 1 24 0,2 1-2 16,-1 4 15-16,1 1 7 0,-3 1 5 15,1 9 17-15,-1 4 6 0,0 2 12 0,0 2-14 0,1 2-12 16,-1 6-16-16,0 0-13 0,0 0-13 0,0 0-4 16,0 0-5-16,5 44 4 0,-2-15 9 0,-3 5-5 15,1 2 1-15,2-1-1 0,-2 1-14 16,-2-2 6-16,3 15-3 0,-1-15-10 0,-1-2-7 0,2 1-6 15,0-2 4-15,1 1-12 0,-2-4 9 0,0 1-29 16,-1-4-39-16,0-6-44 0,0-1-55 0,-2 2-36 16,-2-8-75-16,1-2-59 0,-2 1-247 0,-1-3-592 15,-3-1 261-15</inkml:trace>
  <inkml:trace contextRef="#ctx0" brushRef="#br0" timeOffset="197377.34">31954 9371 154 0,'15'-6'221'16,"-2"1"-8"-16,1 3-9 0,-2 1-7 0,2 1-17 15,-4 1-6-15,-2 4-5 0,1 1-17 0,-3-1-12 16,0 4-12-16,-2 1-8 0,-2 2-12 0,-4 1-5 16,-3 4-13-16,0-3-16 0,-4 1-37 0,-2-1-41 15,-1-1-43-15,-2-3-61 0,1-1-55 0,2 0-194 16,-6-3-387-16,4-2 171 0</inkml:trace>
  <inkml:trace contextRef="#ctx0" brushRef="#br0" timeOffset="197518.2">32052 9475 85 0,'9'-2'244'0,"-9"2"-14"0,7-2-20 15,-7 2-19-15,0 0-18 0,0 0-20 0,10-4-38 16,-10 4-63-16,0 0-74 0,0 0-89 0,0 0-109 15,0 0-239-15,0 0 106 0</inkml:trace>
  <inkml:trace contextRef="#ctx0" brushRef="#br0" timeOffset="198467.09">8143 10594 82 0,'5'-3'193'0,"-5"3"-10"0,0 0-17 15,17 13-11-15,-11-3-3 0,5 5-3 0,-3 10-11 16,4 3-13-16,0 1-7 0,-1 2-11 0,3 2-6 0,-1-1-5 15,1-3-13-15,1 2-5 0,-5-1-8 0,7-1-2 16,-3-1-8-16,0 0-7 0,0-3-9 0,1 0 0 16,-2-3-6-16,-4-5-2 0,2-3-5 15,0 1-2-15,-2-1-2 0,2-2-6 0,-4-2-2 0,0-1 3 16,1-3-4-16,-2-2 0 0,-2 1 2 0,1-3 23 16,-5-2-1-16,0 0 7 0,14-12-3 15,-6-3-2-15,1-9-1 0,1-2-3 0,-1-4-3 0,-1-2 4 16,2-14 0-16,-2 12 1 0,1-14-6 0,0 0 2 15,-4 0-6-15,1 2 1 0,2-2-6 0,-2 15 0 16,-2 0-3-16,1 4-1 0,-1 2-4 16,-1 8-3-16,-1 4-2 0,1 3-4 0,-2 1-6 0,-1 6-12 15,0 5-30-15,0 0-21 0,0 0-32 0,0 0-39 16,0 0-57-16,-13 33-64 0,5-4-175 0,2 2-460 16,-2 0 203-16</inkml:trace>
  <inkml:trace contextRef="#ctx0" brushRef="#br0" timeOffset="199330.78">8888 10832 115 0,'-8'-10'245'0,"-1"2"-7"0,-1 1-13 0,-3 1-13 0,-1 5-16 15,-3 1-14-15,-2 1-14 0,-1 5-13 0,1 3-13 16,-4 7-16-16,1 1-10 0,-1 3-12 0,6 1-10 15,1 2-10-15,4 1-6 0,1-1-10 0,7-4-9 16,2 1-3-16,2-1-2 0,2-1-6 16,3-3-4-16,3 2-6 0,1-4-1 0,2 0-5 0,5-4-5 15,-2 1 1-15,2-5-4 0,-3-2 2 0,6-3-4 16,-1 0-3-16,1-3-4 0,-1-1-1 0,-1-3-3 16,-1-3-2-16,-1 0 0 0,0 0-2 0,-2-4-1 15,-4 1 1-15,1-1-2 0,-4-1 1 0,1-1 1 16,-3 0-1-16,-1 2-2 0,2-3 1 0,-2 2-4 15,-1-2 1-15,-2 4 1 0,-1 0-2 0,1 4 4 16,0 3 0-16,0 6-2 0,0-11-3 0,0 11-2 16,0 0-2-16,0 0 4 0,0 0-4 0,0 0 7 15,0 0-5-15,0 0 0 0,0 40 1 0,1-21 3 16,1-1-3-16,0 2 0 0,2-1 1 0,1 0 2 16,1-1 0-16,2-1 2 0,0-2-2 0,1 1 0 15,1-4 0-15,3-2 3 0,-4 0 1 0,4-3-3 16,-3-2 0-16,3-1 6 0,-1-1-4 0,0-3 4 15,3-2-7-15,-2 0 0 0,5-3 3 0,-7 1 0 16,0-4 3-16,3-3-6 0,-5 3 1 0,-2-3 1 16,0-1 5-16,-3 2-7 0,1-6-1 0,-3-1 1 15,0 0-2-15,-4 1 3 0,1 0-3 0,-3-2 0 16,-2 1 1-16,-1 1 1 0,0 1-5 0,-2 0-1 16,1 1 3-16,2 5-3 0,1 0 3 0,-3 0-1 15,3 3-2-15,0 0 3 0,0 2-1 0,5 4-3 16,-5-7-2-16,5 7 1 0,-3-7 0 0,3 7 2 15,0 0 1-15,0 0 2 0,19-2-3 0,-7 3 2 16,2 2 0-16,5-1-1 0,0 1 0 0,8 4-1 16,-8-3 3-16,1 1 0 0,0 4-4 0,-4-2 2 15,1 3-2-15,-3 0 4 0,-1 2-3 0,-2 2 3 16,0-1 1-16,-1 2-1 0,-4 2-1 0,0-1-1 16,0 1 1-16,-4 0-1 0,2 1 2 0,0-2 1 15,-2 0-2-15,1-1 3 0,3-1-3 0,-3-1 2 16,1-3 0-16,0 0 0 0,-1 0 6 0,5-2-3 15,-2-1 1-15,1 0 2 0,-1-3-3 0,4 0-1 16,-1-2 2-16,3-1 0 0,-1-2 1 0,1-1 2 16,-2-2-2-16,4-2 2 0,-4-2-6 0,4-3 4 0,2 0 3 15,-5-3-4-15,2 0-2 0,-4-2 3 0,-1-1-2 16,-1-1 5-16,-2 0-4 0,-1-2 0 16,-1 1 1-16,-2-1-6 0,-1 2 2 0,0 0 1 0,-1 6 11 15,0 0 10-15,-1 4-1 0,2 0-5 0,0 8-4 16,-1-8-1-16,1 8-5 0,0 0 1 0,0 0-3 15,0 0 1-15,0 0-2 0,-5 33 2 0,3-17-4 16,1 3 4-16,-1 6-2 0,3 1 3 0,0-7-2 16,-2 0-1-16,5 6-22 0,-3-6-30 15,3-1-33-15,-1 1-41 0,0-2-45 0,4 0-56 0,-3-3-242 16,1-3-504-16,-2-2 223 0</inkml:trace>
  <inkml:trace contextRef="#ctx0" brushRef="#br0" timeOffset="199497.55">9513 10733 52 0,'-9'-10'201'0,"3"6"-21"16,-2-2-20-16,3 3-34 0,5 3-39 0,0 0-42 0,0 0-40 15,0 0-52-15,-4 22-89 0,4-22-145 0,10 22 65 16</inkml:trace>
  <inkml:trace contextRef="#ctx0" brushRef="#br0" timeOffset="199861.64">9947 10871 21 0,'0'0'262'16,"-5"-11"-5"-16,5 11-3 0,-11-7-11 0,6 4-6 15,-2 0-14-15,7 3-23 0,-19 2-11 0,8 2-15 16,-5 7-10-16,-5 4-6 0,-2 6-15 15,0 1-10-15,2 2-17 0,1 2-8 0,4-2-11 0,2-1-12 16,7-5-7-16,1 1-8 0,4-2-8 0,3 0-8 16,2-4-1-16,1-2-4 0,3 3-4 0,4-2-4 15,0-3-9-15,4-3-9 0,-1-2-7 0,3-1-22 16,1-3-1-16,-1-3-6 0,0-2-1 0,3 0-1 16,-5-4 3-16,0 1-3 0,-1-3 4 0,-3-1 2 15,-3 0 2-15,3-3-2 0,-3 1 1 0,-1-1-1 16,-4-1 1-16,-1 0-1 0,-1 3 6 0,2-1 0 15,-2 5 5-15,1-1 5 0,-1 4 5 0,-1 6-8 16,0-11 2-16,0 11-6 0,0 0 0 0,0 0-2 16,0 0 2-16,0 0-1 0,0 0 3 0,-4 26-1 15,1-10 0-15,1 2-2 0,2 0 6 0,1 1-6 16,0-1-6-16,2-1-25 0,2 0-32 0,0-1-49 16,3 1-52-16,2-3-57 0,-3 0-60 15,-4-3-149-15,6-3-464 0,3-2 205 0</inkml:trace>
  <inkml:trace contextRef="#ctx0" brushRef="#br0" timeOffset="200102.26">10236 10723 31 0,'-1'-18'320'0,"-1"5"-6"0,2 3-12 15,-3 1-18-15,3 1-37 0,0 8-27 0,-1-7-23 16,1 7-18-16,0 0 0 0,0 0 2 0,-2 39 4 15,-1-13-17-15,0 2-11 0,0 2-10 0,-1 3-6 16,2 0-3-16,-2-1-11 0,3 1-18 0,0 1-12 16,1-3-11-16,-2-1-1 0,4-1-13 0,-1-2-7 15,3 1-26-15,-2-5-15 0,1-4-33 16,-3-3-38-16,0-3-38 0,1-3-36 0,2 1-46 0,-1-1-60 16,-2-5-47-16,3 1-254 0,-3-6-571 0,0 0 253 15</inkml:trace>
  <inkml:trace contextRef="#ctx0" brushRef="#br0" timeOffset="200371.8">10051 10893 92 0,'0'0'197'0,"0"0"-16"0,13-10-11 0,-3 6-18 16,4 1-3-16,7-1-9 0,7 3-13 0,1-2-8 15,0-1-9-15,5 2-8 0,0 0-2 0,1 0-9 16,-3 2-5-16,-2-3-8 0,1 2-6 0,-4 1-8 15,-7-1-2-15,-1 1-8 0,-6 1-3 0,-1 2-4 16,-1-3-1-16,-2 5 12 0,0-2 4 0,-1 3 1 16,-2 0 8-16,-1 3-4 0,-1 0 8 0,-1 3 1 15,1 3 5-15,-2 2-1 0,-1 2-6 0,-1 0-7 16,0 1-9-16,2 4 5 0,-1-5-16 0,-4 6-4 16,3-5-4-16,0-2-37 0,0-2-32 0,0 2-47 15,0-2-66-15,2-2-75 0,-2-3-257 0,0 0-514 16,0-2 227-16</inkml:trace>
  <inkml:trace contextRef="#ctx0" brushRef="#br0" timeOffset="201063.87">10769 10894 191 0,'-1'7'252'0,"-5"2"-9"15,1 1-10-15,-1 1-11 0,1 4-9 0,1 1-19 16,0-1-16-16,1 2-18 0,0-2-15 0,2 2-11 16,1-4-8-16,1-1-16 0,3 0-6 0,0 0-17 15,0-2-7-15,2 0-7 0,1-1-4 0,1 0-9 16,3-3-3-16,-2 1-3 0,5-1-3 0,-4-3-9 16,0 1-6-16,0-2 0 0,1 0-4 0,-2-2 2 15,-1 0-7-15,-8 0-2 0,13-4 0 0,-6 0-7 16,-1 1-7-16,2-5-3 0,-3 1-5 0,0-1-2 15,-1-2 3-15,-2-1-7 0,0 1-7 0,-1-1 4 16,1-1-2-16,0 0 0 0,-1-1 0 0,3 2 1 16,-4 0 2-16,5 3-1 0,-4-2-2 0,2 4 0 15,-1 0 2-15,-2 6-4 0,8-5-1 0,-8 5 2 16,0 0 0-16,18 12 4 0,-15-3-1 0,1 7 2 16,2 1 10-16,-1 2-5 0,-3-1 7 0,2 9 0 15,-3-8-5-15,1-3 2 0,-2 1 3 0,0-3-2 16,1-2 8-16,-2-2-6 0,2 0-1 0,-1-3 1 15,0-7 9-15,0 11 19 0,1-6 9 0,-1-5 0 16,0 0-2-16,0 0-2 0,0 0-1 0,0 0 2 0,0 0-4 16,0 0-4-16,9-19 2 0,-5 8 0 0,2 0-2 15,2-1-3-15,1-4-3 0,0-1-4 16,7-2-4-16,0-2-4 0,3 3 2 0,0-3-6 0,2 3 2 16,-5 6-3-16,6-4-1 0,-4 7-4 15,-3 2-1-15,2 3-6 0,-4 1-2 0,-1 3 0 0,-1 0-5 16,-1 3 8-16,0 1-7 0,-1 2 7 0,-1 2-1 15,-1 2-3-15,-2 1 5 0,-1-1-3 0,1 3 9 16,-2-1-7-16,0 4 1 0,-1-4-18 0,-1 0-43 16,1 2-36-16,-4-2-72 0,1 0-91 0,-3 0-299 15,0 0-604-15,-1-1 268 0</inkml:trace>
  <inkml:trace contextRef="#ctx0" brushRef="#br0" timeOffset="201574.87">12017 10890 137 0,'4'-11'274'0,"-4"3"-21"0,-2-4-7 15,2 3-13-15,-5 2-13 0,1 1-20 0,-1 2-16 0,-3 1-13 16,-4 2-15-16,-1 4-12 0,-6 5-3 0,-3 7-14 16,-4 5-6-16,-3 4-9 0,3 1-7 0,2 2-7 15,1 1-10-15,8 0-11 0,1-2-8 0,6 0-5 16,5-7-7-16,1 2-3 0,-1-4-10 0,8-1-4 15,-1-1-2-15,8 0-4 0,-1-2 0 0,-2-5 1 16,0 0-2-16,9-2-7 0,-5-2-2 0,1-2-1 16,4-1-6-16,-4-2-2 0,3-4-5 0,-5 2-3 15,5-4-2-15,-7 1 1 0,3-4-1 0,-3-2 0 16,-1 2-2-16,-1-1 11 0,-3-5-14 0,3 0 0 16,-3 1-2-16,0 0 5 0,-1-1-6 0,0 1 0 0,-2 4 3 15,3 1 9-15,-5 2-10 0,2 1-5 16,-2 7 0-16,2-6-1 0,-2 6-1 0,0 0-1 15,0 0 4-15,10 15 7 0,-8-5-8 0,0 8 1 16,-2 2 1-16,0-1-1 0,0 5 1 0,-4-1-11 16,6 3-22-16,0-8-33 0,-2 1-35 0,0-2-50 15,1 1-55-15,1-6-58 0,-1 5-204 0,-1-6-511 16,0 0 226-16</inkml:trace>
  <inkml:trace contextRef="#ctx0" brushRef="#br0" timeOffset="201938.74">12170 11107 112 0,'1'-7'265'0,"2"1"-22"15,-3-1-26-15,0 7-18 0,0 0-7 0,0 0-3 16,0 0-7-16,0 0-10 0,11 22-12 16,-8-12-13-16,-1 4-10 0,2 2-4 0,-3 0-10 15,1-3-8-15,-1-2-11 0,2 1-8 16,-1-3-12-16,0 3-4 0,0-4-8 0,-1-1-3 0,1-1-4 0,0 0-9 15,-2-6 4-15,1 7 7 0,-1-7 1 16,0 0-2-16,6 6-9 0,-6-6-6 0,0 0-3 16,9-13-6-16,-9 13-8 0,7-16 2 0,-1 7-9 15,1-2-5-15,2-2 4 0,0-1-14 0,3-3-11 0,3-6-4 16,3 0-17-16,-4 1-5 0,4 2-3 0,-1 1 0 16,-1 4 2-16,-2 4 4 0,2 0-4 15,-4 5 6-15,-1 1-2 0,-3 4 1 0,1 1 0 16,-3 5 1-16,2 2 4 0,-2 4 3 0,1 3 2 0,-3 1-2 15,-2 3 4-15,0 2 1 0,-1-1-3 0,-1 0 2 16,0 7 5-16,1-8-18 0,0 0-42 0,1-2-42 16,1 0-61-16,2-2-52 0,3-4-53 0,1 0-163 15,1-2-469-15,1-3 208 0</inkml:trace>
  <inkml:trace contextRef="#ctx0" brushRef="#br0" timeOffset="202348.8">12843 11037 207 0,'-6'-9'270'0,"-1"2"-11"0,0 4-8 15,0 0-14-15,-4 3-11 0,11 0-11 0,-22 6-12 16,6 3-5-16,0 5-23 0,5 0-8 0,-7 5-19 16,5-4-7-16,3 0-12 0,0 4-16 0,3-2 3 15,2-3-17-15,0 1-14 0,3-1 0 0,0-2-18 16,6 0-1-16,1-3-7 0,0 2-6 0,3-4-7 15,-1-1-4-15,3 0-2 0,1-2-9 0,-2-3-7 16,4 0-3-16,-2-2-10 0,2-3-4 0,-1 0-2 16,-3-3 1-16,3-2-4 0,-3-3 10 0,1-3-5 15,-3-2-3-15,1-2 1 0,-4-7 14 0,2-1-15 16,-6-1-1-16,2-4 0 0,-4-3 0 0,2 0-1 16,-4-12-1-16,2 11 6 0,-1 0 1 0,2-11 5 15,-2 2-6-15,-2 11 6 0,5 4 19 0,-4 5 14 16,3 1 20-16,1 9 10 0,-2 3 0 0,0 5-21 15,2 7-7-15,0-6-10 0,0 6 2 0,0 0 1 16,0 42 5-16,-4-7 8 0,-1 18 3 0,1 1-2 16,-5 4-11-16,2-2-6 0,2-3-6 0,3 1 1 15,-2-6 1-15,4-3-12 0,0-11-31 0,4-1-52 16,1-4-59-16,1 0-45 0,2-5-72 0,1 0-87 0,-5-7-332 16,0-2-709-16,0 2 313 0</inkml:trace>
  <inkml:trace contextRef="#ctx0" brushRef="#br0" timeOffset="206648.27">13685 10923 81 0,'-2'-8'240'0,"0"3"-22"0,2 5-17 16,-2-10-21-16,2 10-25 0,-2-6-17 0,2 6-11 16,0 0-7-16,0 0-2 0,0 0-7 0,18 16-11 15,-11-7-6-15,1 7-12 0,1-1-5 0,1 2-10 16,3 6-6-16,1-3-7 0,-4-2-2 0,1 5-8 16,-1-7-1-16,1 0-7 0,-2 0-2 0,3-1-1 15,-2-3-5-15,1 2 3 0,-3-5-9 0,1-1 0 16,-3-1 1-16,2 0-2 0,-2-3 3 0,0-1 22 15,-6-3 4-15,9 4 4 0,-4-3 4 0,-5-1 0 16,0 0-3-16,16-4 1 0,-16 4-5 0,9-10-2 16,-5 0-5-16,5-6-6 0,-2-1 0 0,0 0-9 15,1-10 1-15,-1 1-7 0,5-3 1 0,-2 2-4 16,-1-4-1-16,3 1-3 0,-1 1-3 0,-2-3-1 16,2 4-7-16,-4-1-6 0,2 4-18 0,1 0-7 15,-6 9-24-15,0 5-26 0,-2 2-37 0,2 4-51 16,-3 1 0-16,-1 4-8 0,0 0-12 0,0 0-14 15,14 14-24-15,-10-4-118 0,1 2-367 0,-1 1 162 16</inkml:trace>
  <inkml:trace contextRef="#ctx0" brushRef="#br0" timeOffset="207410.65">14422 10847 205 0,'-6'-5'211'0,"-1"2"-6"0,-2-3-3 0,-1-1-4 15,-2 5-9-15,0 0-14 0,1 1-15 0,-2 1-13 16,1 5-15-16,-1 1-12 0,-1 4-7 16,-2 3-12-16,2 3-8 0,0 4-10 0,3 4-7 15,3-6-8-15,3 2-6 0,-1 4-7 16,6-5-4-16,3-1-5 0,1 0-4 0,0-3-4 0,6 1-5 0,-1-1 2 16,-1-6-7-16,2-2 2 0,1-1-3 15,1-1-5-15,1-3-1 0,-2-2-2 0,3-2-6 0,-2-2 0 16,4-2 0-16,0-2-6 0,-3-1 2 15,-3-5-1-15,0 3 0 0,-3-3-1 0,3-3-1 16,-4 2 0-16,-1-1-1 0,-1 0-2 0,-2-3 0 0,-2 4-3 16,0-2 1-16,-2 5-1 0,2 0 3 0,0 2 2 15,0-2 12-15,-2 6-6 0,2 6-3 16,0-10-3-16,0 10-1 0,0 0-1 0,0 0 1 0,0 0-1 16,0 0 1-16,0 0-3 0,0 0 1 0,2 29 2 15,0-16-3-15,3-2 6 0,-1 3-5 0,4 2-3 16,-4-3 4-16,6 1 0 0,-1 0 3 0,3-1-2 15,1-3 1-15,-1 2 0 0,1-4 2 0,6 0-3 16,-4-3 1-16,-1-2-1 0,-1-2 2 0,5-1 3 16,-5-1 1-16,5-1-6 0,-2-2 2 0,-2-2 2 15,1-1-4-15,-1-2-1 0,-5 0 0 0,2-3 3 16,2 1-1-16,-8 1-1 0,4-5 2 0,-5 4-3 16,2-5 4-16,0 1-4 0,0 1 1 0,-4 1 1 15,1-2 0-15,1-1-3 0,2 2-1 0,-3 4-1 16,4 0 1-16,-2 1 4 0,2 2-5 0,-1 2-3 15,1 3-2-15,0-1-1 0,-7 3 5 0,13 0-1 16,-3 4-2-16,0 1 3 0,-3 2 3 0,2 3-5 16,0 3 3-16,-2 1 3 0,1 1-1 0,-1-1-2 15,-1 0 0-15,2 0 1 0,-3-2 2 0,-1-2-3 16,2 1 2-16,-1-1 1 0,3 1-1 0,-3-3-1 16,0 1 6-16,4-4-5 0,-5 0 5 15,7-2-6-15,-4 0 2 0,0-1 4 0,5-4-2 0,-2 1 0 16,0-3 0-16,-1-1-2 0,0 1 3 0,0-4 1 15,-1-2-6-15,2 1 2 0,-4-1-1 0,-1-1-1 16,2-5 0-16,-5 1 2 0,2 4 0 0,-1 1-1 16,-3-6 3-16,2 0-2 0,-2 4-3 0,-2-1 6 15,2 6 7-15,2-1 4 0,-2 8 2 0,-2-12-2 16,2 12-7-16,-3-7-1 0,3 7-4 0,0 0 2 16,0 0 0-16,0 0-4 0,0 0 3 0,0 0-2 15,3 37 1-15,-7-20-1 0,3-1 0 0,-1-1-1 0,2 3-10 16,-1 0-12-16,0 0-23 0,0-1-32 15,-1 0-37-15,0 1-43 0,2-2-46 0,0-5-38 16,0 1-212-16,0-2-487 0,0-3 215 0</inkml:trace>
  <inkml:trace contextRef="#ctx0" brushRef="#br0" timeOffset="207577.71">15081 10675 60 0,'-3'-7'165'0,"3"7"-33"0,-5-6-23 16,5 6-18-16,0 0-35 0,0 0-24 15,0 0-37-15,12 22-33 0,-3-9-63 0,2 0-108 16,5-1 48-16</inkml:trace>
  <inkml:trace contextRef="#ctx0" brushRef="#br0" timeOffset="207924.67">15572 10801 191 0,'-2'-10'217'0,"2"10"-9"0,-11-10 1 16,2 4-7-16,-5 4-4 0,-1-2-7 0,-3 3-11 0,0 4-5 15,-3 1-11-15,-7 4-5 0,0 3-11 0,-1 4-17 16,5 2-12-16,0 0-10 0,5 4-7 0,3-2-14 16,3-2-10-16,6 0-6 0,1-2-7 15,1 1-6-15,5-2-6 0,5-1 1 0,0 2-9 16,2-4-4-16,5 2-5 0,-3-6 1 0,2-1-5 15,6-3-5-15,0 0-7 0,1-4-8 0,4-2-3 0,-4-1 0 16,2-3-3-16,-3-2-2 0,1-1 0 16,-2-3 3-16,-3 2-5 0,1-2 6 0,-3 0-5 0,1-1 1 15,-3 1-2-15,-2-2-1 0,-2 3 4 16,3-1-3-16,-5 3-2 0,1 3 1 0,-2 1 3 0,3 1-3 16,-5 5-5-16,3-5 0 0,-3 5-1 0,0 0 1 15,0 0 1-15,0 0 2 0,-6 23-2 0,3-9 1 16,0-3 2-16,2 6-3 0,0 0 6 0,0 2-3 15,-1-1-8-15,5-1-21 0,-2 1-38 0,0-2-40 16,2 1-50-16,2-2-70 0,-1-4-54 0,-2-1-151 16,2-1-468-16,3-2 207 0</inkml:trace>
  <inkml:trace contextRef="#ctx0" brushRef="#br0" timeOffset="208168.63">15881 10645 216 0,'1'-16'288'0,"0"2"2"16,-1 4-14-16,0 2-20 0,0 8-33 0,2-11-22 15,-2 11-17-15,0 0-13 0,0 0-4 0,0 0-7 16,-3 43 6-16,1-12-6 0,-3 3-15 0,1 1-5 16,-4 14-14-16,2-5-12 0,0-12-3 15,3 0-14-15,-2 0-7 0,5 0-14 0,-3 1-3 0,2-5-14 16,1 0-7-16,0-3-30 0,0-4-36 0,0-5-26 15,1-3-33-15,0-1-27 0,1-2-45 0,-1-3-52 16,1 0-36-16,-2-7-38 0,2 7-194 0,-2-7-504 16,0 0 223-16</inkml:trace>
  <inkml:trace contextRef="#ctx0" brushRef="#br0" timeOffset="208440.6">15724 10822 77 0,'0'0'215'0,"-7"-6"-19"0,7 6-17 0,0 0-7 16,0 0-9-16,17-2-12 0,-5 2-9 0,7 0-10 16,2 2-14-16,10-2-5 0,-2 0-6 0,2 1-11 0,1-1-6 15,0 1-9-15,1-2-4 0,-3 2-1 16,-2-1-4-16,-12 0-1 0,3-1-6 0,-6 1-2 16,0 0-8-16,-3-1-6 0,-2 2-6 0,-2 1-1 15,2 0 0-15,-3 1 7 0,2 1 2 0,-4 3 3 16,0-1 6-16,1 5 5 0,-3-1-3 0,3 6-5 15,0 1-3-15,-3-2-3 0,-2 2-7 0,1 2 2 16,1-3-7-16,-4 0-4 0,3 5-15 0,0-5-34 16,0 1-40-16,-2-5-40 0,2 2-78 0,2-4-76 15,-4 0-218-15,4 0-504 0,-2-4 224 0</inkml:trace>
  <inkml:trace contextRef="#ctx0" brushRef="#br0" timeOffset="208598.3">16176 10618 11 0,'0'0'9'0,"0"0"-13"16,0 0-3-16,0 0 1 0</inkml:trace>
  <inkml:trace contextRef="#ctx0" brushRef="#br0" timeOffset="209121.91">16388 10842 130 0,'0'0'275'0,"-6"7"-9"0,2-4-6 0,4-3-16 0,-5 13-17 15,0-4-16-15,4 0-22 0,-2 1-25 0,2 0-15 16,1 0-14-16,2 1-12 0,0-3-6 0,4 5-12 15,-1-4-9-15,0-1-14 0,0 1-5 0,4-2-8 16,1-1-1-16,-1-1-12 0,2-2-4 16,0-1-5-16,-1 1-2 0,-1-1-10 0,3-4-8 0,-3-1-5 15,-1-1-2-15,0-1-4 0,-1 1-2 0,-1-2-3 16,-2-4-4-16,1 1 1 0,0-1-7 16,-2 0 0-16,-1-2-3 0,0 0 0 0,0 0 4 0,1 0-4 15,-1 0 1-15,2-4 0 0,0 6 0 0,0-1-2 16,0 0 0-16,2 4 0 0,-1 0 3 0,2 4-2 15,-1 1 4-15,2 0-2 0,-8 2 0 16,17 7-2-16,-9-4-1 0,4 6 2 0,-6-2 7 0,0 3-6 16,1 1 3-16,-1 2-2 0,-1-4 2 0,2 2 2 15,-3-2 6-15,-1 2-5 0,0-3-1 0,-2 0 4 16,1-2-1-16,0 1 0 0,-2-7 2 0,0 10 1 16,0-10 8-16,0 0 6 0,0 8 1 0,0-8 1 15,0 0 4-15,0 0-10 0,0 0 1 0,0 0 0 16,0 0 1-16,0 0-4 0,0 0-1 0,1-27-1 15,6 19 2-15,-2-1-6 0,4 0-3 0,0-4 0 16,5 0-3-16,-3 0 0 0,2 3-3 0,-3 3 2 16,2-1-1-16,0 4 3 0,0-1 4 0,0 1-9 15,-1 4 1-15,1 2-5 0,-1 1-1 0,-1 1 3 16,1 0-1-16,-1 5 3 0,-1 0-3 0,-2 0-17 16,2 5-22-16,-2-2-20 0,-4 1-37 0,5 1-52 15,-1 0-67-15,-2-2-60 0,1-2-216 0,0-1-531 16,3 1 235-16</inkml:trace>
  <inkml:trace contextRef="#ctx0" brushRef="#br0" timeOffset="209361.7">17503 10829 2121 0,'10'-26'75'0,"-2"1"40"0,-3 10-15 15,-1-3 12-15,-2 8 16 0,0-2 3 0,-1 6-1 16,1-4-10-16,1 4-19 0,-3 6-7 0,1-7-15 0,-1 7-8 15,0 0 5-15,0 0 6 0,0 0-8 0,0 0 3 16,-1 36 12-16,-2-19 1 0,2 0-11 16,-3 2-5-16,2 8-1 0,-4-4-12 0,3-4-4 15,1 0-4-15,2 5-5 0,-1-6-2 0,-2 0-20 0,1 0-43 16,1-2-33-16,-2 1-37 0,1-5-43 0,0-1-46 16,-1 5-44-16,1-5-53 0,0-1-299 15,0-3-619-15,0 0 274 0</inkml:trace>
  <inkml:trace contextRef="#ctx0" brushRef="#br0" timeOffset="210100.67">17020 10951 30 0,'3'-12'206'0,"1"2"-3"0,-1 1-6 16,1-1-11-16,0-1-16 0,1 0-15 0,4 0-13 15,-3-6-7-15,2 8-12 0,-1-7-5 0,2 3-7 16,-1-2-11-16,-3 5-3 0,0-6 1 0,-1 0-4 15,-1 5-6-15,-1-1-11 0,-1 0-6 0,-1 2-1 16,0-1-11-16,-3 3-7 0,3 8 1 0,-4-10-7 16,0 5-5-16,4 5-4 0,-9-7-3 0,9 7-4 15,-9-4-6-15,9 4-3 0,-14 0-1 0,14 0 0 16,-12 6 1-16,7-2-8 0,0 0 3 0,0 1-5 16,3 2-1-16,-2 2 2 0,1 0-5 0,3-1-2 15,0 2-1-15,3 2 1 0,-1 0 3 0,2 4-4 16,0-6 1-16,4 6 5 0,-6-5-6 0,3 1-4 15,0-2 3-15,-1 3-3 0,0-2 4 0,0 0-1 16,0-1 1-16,-2 0-4 0,1 0 1 0,-2-1 1 0,0-1-1 16,1 0 2-16,-1-2-4 0,-1-6 4 15,-3 13-2-15,2-8-11 0,-2 3-8 0,-2-1-20 16,-1 0-20-16,-3-1-33 0,-1 1-41 0,-2-3-35 16,0 1-50-16,-7 1-173 0,3-2-422 0,0 2 187 15</inkml:trace>
  <inkml:trace contextRef="#ctx0" brushRef="#br0" timeOffset="210466.02">17656 10439 200 0,'0'-7'239'0,"0"7"-21"0,3-10-25 16,-3 10-21-16,1-7-21 0,-1 7-17 0,0 0-14 15,0 0-21-15,0 0-30 0,0 0-47 0,-4 27-45 16,3-11-39-16,1 4-54 0,-1-1-120 0,-1 6-256 16,1-1 113-16</inkml:trace>
  <inkml:trace contextRef="#ctx0" brushRef="#br0" timeOffset="210722.94">17845 11008 236 0,'0'0'226'0,"0"0"-4"0,0 0-3 0,0 0-4 16,0 0 7-16,-15-17-24 0,15 17-13 0,-4-9-19 15,1 2-8-15,1-1-19 0,1-1-14 0,1-1-7 0,2 1-8 16,1-3-13-16,3-2-8 0,2 0-11 15,3 0-5-15,1 1-10 0,2 3-9 0,0 0-7 16,-2 3 0-16,1 3-7 0,0 0-3 0,1 2-3 16,-2 2-10-16,2 2 1 0,-1 2-2 0,1 6-3 15,0-1-3-15,-1 3-16 0,-1 1-23 0,-4-1-36 0,-2 3-31 16,1 0-32-16,-1 1-47 0,-1-1-58 16,0 2-212-16,1-5-474 0,1 2 210 0</inkml:trace>
  <inkml:trace contextRef="#ctx0" brushRef="#br0" timeOffset="210968.62">18755 10713 45 0,'0'-16'309'16,"0"4"-10"-16,-1 2-5 0,1 3-17 0,0-1-22 15,0 8-23-15,0-10-25 0,0 10-24 0,0 0-10 16,0 0 4-16,0 0-4 0,-13 39-4 0,3-8 2 15,1 2-9-15,0-1-3 0,-4 1-26 0,3 1-17 16,4 0-21-16,-4-2 1 0,2 1-6 0,0-1-4 16,0-1-18-16,2-1-8 0,1-2-29 0,1-3-34 15,0-8-34-15,-1-1-33 0,2-3-54 0,2-2-48 16,-1-3-51-16,0-1-48 0,0-1-256 16,2-6-571-16,0 0 253 0</inkml:trace>
  <inkml:trace contextRef="#ctx0" brushRef="#br0" timeOffset="211470.66">18667 10922 123 0,'9'-15'166'0,"5"-1"-19"15,3-4 11-15,2 2-14 0,1 0 3 0,1 2-6 16,0-2-8-16,4 4-7 0,-4-2-5 0,3 3-7 16,-3-3-9-16,-4 4-2 0,-1 2-6 0,1-2-4 15,-2 0-7-15,-1 0 4 0,-3 3-8 0,-2 2 1 16,1-1-2-16,-4 2-1 0,-1 1-9 0,-1 2-7 15,1 0-16-15,-5 3-5 0,0 0-3 0,0 0-5 16,0 0 0-16,13 12-6 0,-13-2-2 0,0 8 2 16,-1 2-7-16,-4-1-2 0,0 8-2 0,1-1-2 15,-1-4-2-15,2-1 2 0,-2-2-1 0,1 1-3 16,-2-2 4-16,1-2-8 0,2-2 3 0,0 0-2 0,1-2-2 16,2 0-1-16,-1-4-8 0,-1 0 2 15,2-8-5-15,2 10 2 0,-2-10 3 0,3 8 0 16,3-6-1-16,-6-2 2 0,12 2-3 0,-12-2 1 15,16 0 0-15,-4-2-1 0,0 1 4 0,1 0-3 0,1 2 5 16,-1-1 9-16,2 0 0 0,-2 0-1 16,2 0 4-16,-3 1 5 0,5-1 0 0,-4 2 3 15,0-1-2-15,1-2-6 0,0-1 4 0,4 2 3 16,-4-2-4-16,0 0-1 0,3-4 0 0,-3 2-3 0,-1 1-4 16,2-5 5-16,0 0-2 0,-3-1-2 0,-2 1 3 15,0 2 4-15,-3-3 1 0,1-1-2 16,-2-1-3-16,-1 1 12 0,-1 1 0 0,-3-1 1 15,0 3 7-15,-1 7-6 0,-1-17-4 0,-2 10-8 0,3 7 11 16,-7-9-10-16,-1 7-5 0,-3 2-3 0,-2 4-2 16,-4 3 2-16,0 1 6 0,0 2-13 0,2 1-1 15,4 4-20-15,0-2-25 0,4 2-31 0,2-3-41 16,0 3-48-16,7-2-63 0,2 2-73 0,3-4-167 16,6 2-503-16,9 4 223 0</inkml:trace>
  <inkml:trace contextRef="#ctx0" brushRef="#br0" timeOffset="211835.59">20523 10769 2101 0,'2'-32'1'0,"2"-1"56"0,-1 4 20 15,-5 3 15-15,2 6 1 0,0 9 6 0,0 0 2 16,0 0-21-16,0 5-8 0,0 6-20 0,2-9-3 16,-2 9-6-16,0 0 7 0,0 0 6 0,0 0 8 15,-17 43 2-15,9-12 7 0,-1 3 3 0,-2 10 7 16,-1 3-19-16,1-13 1 0,2 12-9 0,3-11-8 15,0 11 2-15,1-14-5 0,4 0-3 0,0 0-8 16,-3-1-2-16,4-2-5 0,-1 0 4 0,-1-2-11 16,2-7-27-16,-1-2-32 0,1-1-18 0,-1 1-23 0,-3-3-43 15,3-3-47-15,-3 0-47 0,3-2-47 16,-3-3-227-16,0-3-531 0,4-4 235 0</inkml:trace>
  <inkml:trace contextRef="#ctx0" brushRef="#br0" timeOffset="212429.28">20368 10922 36 0,'26'-12'197'0,"3"2"-5"0,-1 4-11 16,3 2-8-16,1 2-1 0,0 4-11 0,-2 1-7 16,0 0-12-16,-1 5-5 0,-2 0-12 0,-2 3-17 15,-6-2-8-15,-2 4-9 0,-1-2-8 0,-4 2-10 16,-4-3-3-16,1 3-10 0,-3-1-4 0,-3 1-10 15,-1-3 2-15,-2 2-7 0,-2-2-3 0,-3 0-4 16,1 0-3-16,-2-1 2 0,-3-1-6 0,1 0-3 16,-2-3 1-16,2 0-4 0,0-2-1 0,1-1-2 15,7-2-1-15,-14 2-1 0,9-2-1 0,5 0-2 16,0 0-2-16,-12-7-3 0,12 7 2 16,0-10-3-16,0 10 0 0,6-13-3 0,1 4-1 15,2-1 0-15,4-1 0 0,1-1-3 0,4-1-7 0,3-3-2 16,5 0 1-16,-1 0-3 0,4 2 8 0,0-2-8 15,-2 1 3-15,0 1 1 0,-4 2 2 0,-5 2-1 16,-2 0 3-16,1 0-1 0,-7 4 2 16,1-3 8-16,-4 2 10 0,1 2 10 0,-5 1-2 0,-3 4 1 15,8-6-7-15,-8 6-3 0,0 0 5 0,0 0-3 16,0 0 6-16,0 0 6 0,-27 19 0 0,15-7-3 16,1 0 4-16,3-2-4 0,-2 4-3 0,3-6-3 15,2 4 5-15,1 0-7 0,1-2 3 0,-1 1-7 16,3-2 0-16,1-1 2 0,0-8-4 0,1 14 4 15,2-8-6-15,-3-6 4 0,5 7-4 0,0-4 2 16,0-1-2-16,-5-2-3 0,15-1-1 0,-6-2-4 16,-1 1 4-16,-3-1-6 0,7-3-3 0,-6-1-5 0,1 2-3 15,-1-4 4-15,3 1 2 0,-5-1 0 16,0-1 5-16,-1 0-4 0,4 3 1 0,-5-2 2 16,1 3-2-16,-3 6 2 0,6-7 2 0,-6 7-5 15,3-7-3-15,-3 7 1 0,0 0 3 0,0 0-1 16,0 0-2-16,6 17 5 0,-4-10-1 0,0 2-2 15,-1 4 3-15,2-1 5 0,-3 1-24 0,3 2-34 16,0 0-31-16,1 2-42 0,0-2-49 0,1-4-33 16,1 0-43-16,-2 1-137 0,1-4-420 0,4 2 186 0</inkml:trace>
  <inkml:trace contextRef="#ctx0" brushRef="#br0" timeOffset="213214.44">21250 11068 27 0,'1'-13'187'0,"3"-3"-5"15,2-1-1-15,-1-2-10 0,4-3-4 0,-1 5-3 16,0-1-7-16,3 1-4 0,-2 5-6 0,0 2-5 16,0 2-12-16,0 0-10 0,0 3-13 15,-3 1-3-15,2 1-14 0,0 3-2 0,-8 0 0 0,14 7-4 16,-5-2-8-16,-2 3-1 0,1 0-7 0,-1-1-7 16,-1 3-4-16,0 1-3 0,-1-1-9 15,-1 0 1-15,1 0-10 0,0 0 1 0,3-3-1 16,-3-2-6-16,2 2 0 0,2 0-4 0,-1-5 1 15,1 0-1-15,3 0-4 0,2-2 0 0,-3-3-4 0,9 0-3 16,-5-4-1-16,3 3 1 0,-3-4-2 0,0-1-1 16,-4 1-3-16,3-1 1 0,-4-1-1 15,-1-3 2-15,-1 4-5 0,-2-3 4 0,-1 0-5 0,-1 0 3 16,0-4-3-16,-2 4-1 0,1 1-2 16,-3-2 1-16,1 3 0 0,1 0 0 0,-2 10 0 0,0-12-6 15,0 12 0-15,1-8 0 0,-1 8-5 0,0 0 1 16,0 0 3-16,0 0 0 0,-4 25-3 0,1-10 5 15,2 6-3-15,-1-2 4 0,-1 6-3 0,2 0 4 16,1 0 7-16,-3 1-7 0,2-9-4 0,-2 3 10 16,1-2-4-16,-2 1 1 0,1-2 2 0,1-4-4 15,1-2-1-15,-2-3 0 0,2 2 1 16,-2-3 3-16,3-7 6 0,-1 9 0 0,1-9 1 0,-3 6 3 16,3-6-2-16,0 0-7 0,0 0 1 0,0 0 5 15,0 0-4-15,0 0 0 0,13-18-1 0,-4 9-1 16,-1 1 9-16,5-6-11 0,0 2 0 0,2-1-7 15,-1 0-4-15,2 1 3 0,3-6 2 0,-3 4-2 16,0 2 0-16,1-2 2 0,-3 1 0 0,2 1-1 16,-3-2 0-16,2 4 4 0,-3-3-1 0,0 4-2 15,-4 1 3-15,-1 0 4 0,-3 2-1 0,0 1 6 16,-2 0 3-16,-2 5-2 0,5-7-9 0,-5 7-2 16,0 0 0-16,0 0 0 0,0 0 1 0,0 0-1 15,0 0 1-15,-5 25 2 0,3-15-3 0,0 0 6 16,1 3-1-16,0-3 0 0,0 2-3 0,2-2 3 15,-1 0-2-15,1-2 4 0,2 1 0 0,2-1 1 0,0-1 1 16,0-3-4-16,7 0 3 0,-1 0 2 16,1-4-4-16,2 1 11 0,0-2-10 0,0-1-4 15,1-2 15-15,-1 1-14 0,-4-3 5 0,1 1-3 16,0 0-4-16,-4-2 3 0,0 3 1 0,0-4-2 16,0 1-4-16,-3-2 15 0,0 1-14 0,0 2 3 15,-2 0-8-15,1 0 7 0,-3 6-1 0,3-9-2 16,-3 9-1-16,3-6-4 0,-3 6-4 0,0 0 6 0,0 0-2 15,0 0-2-15,0 0 7 0,-1 23-4 16,0-13 1-16,0 0 0 0,-2 3 3 0,0 2-2 0,1 0 5 16,-1 0-6-16,2-2-24 0,-2 0-19 0,1-1-33 15,0 0-35-15,1 4-43 0,1-5-33 0,1-2-59 16,-1 1-210-16,0-2-498 0,3-3 220 16</inkml:trace>
  <inkml:trace contextRef="#ctx0" brushRef="#br0" timeOffset="213388.41">21902 10742 115 0,'-2'-5'183'0,"2"5"-24"0,-1-11-34 0,1 11-35 0,0 0-22 15,9-8-40-15,2 7-42 0,1 1-46 0,6 1-56 16,0-2-126-16,11 2 57 0</inkml:trace>
  <inkml:trace contextRef="#ctx0" brushRef="#br0" timeOffset="213608.8">22462 10654 101 0,'7'-11'215'16,"-1"-3"-5"-16,1 3-1 0,-2 0 9 0,0-1 0 16,-1 3 1-16,1-1-1 0,-4 5-16 0,2-2-13 15,-3 7-24-15,0 0-18 0,0 0-12 0,0 0 12 16,4 22-6-16,-7 2 3 0,-1 8-4 0,-2 16-12 15,-3-1 3-15,0-2-16 0,1-9-10 16,-2-1-6-16,2 0-8 0,2 1-9 0,0-4-12 0,-1-1-3 16,2-1-4-16,3-4-3 0,0-1-16 0,1-8-12 15,1-1-4-15,0-3-36 0,1-3-28 0,-1-1-33 16,0-2-28-16,2-1-31 0,-2-6-32 0,-2 9-29 16,2-9-38-16,0 0-36 0,0 0-230 0,0 0-534 15,0 0 237-15</inkml:trace>
  <inkml:trace contextRef="#ctx0" brushRef="#br0" timeOffset="213911.7">22380 10883 123 0,'5'-8'138'0,"0"0"1"0,3 0 10 0,3 3-9 16,-1 3-6-16,1 1-6 0,1 3-4 0,4 3-6 0,-2 1 1 16,0 2-10-16,0 3-6 0,-3 1-8 15,1 3-6-15,-1-2-4 0,-2 1-9 0,2-1-4 16,-4 2-9-16,2-2-4 0,-1-2-2 0,-3-3-1 15,6 0 0-15,-3 1 1 0,1-1 2 0,0-3 10 0,2 0 0 16,1-1-3-16,-1-1 2 0,1-3-1 16,-1-2-4-16,3 0 1 0,-3-3 0 0,1 2 3 15,-1-3 6-15,-2-1-4 0,-2-2-5 0,2 1-5 16,-4-3-6-16,2-3-5 0,-2 2 0 0,-2 0-8 0,-2 0-5 16,0-6-4-16,-2 3-5 0,-2-2 2 15,-3 0-8-15,2 5 2 0,-3 1-13 0,1 0-13 16,-3 2-22-16,2 2-22 0,0 4-22 0,-1-2-19 0,-4 5-23 15,0 3-29-15,-1 2-42 0,1 5-24 0,-1 2-18 16,0 2-187-16,4 2-444 0,4 0 197 0</inkml:trace>
  <inkml:trace contextRef="#ctx0" brushRef="#br0" timeOffset="214486.64">22725 11090 175 0,'11'0'188'0,"-1"-3"0"0,2-1-6 0,-3 1-8 16,2-4-8-16,2 1-5 0,4-2-10 0,-4-2-9 15,-1 0-7-15,4 0-12 0,-3-2-4 0,-1-1-6 16,-2 0-11-16,-2 0-8 0,2-3-4 0,-2 0-8 16,0-1-4-16,-4 1-7 0,-1-2-8 0,-1 0 4 15,-4 1-13-15,0-1-8 0,1 0-1 0,-2 3-1 16,2 3-6-16,-2 1 2 0,1 2-4 0,2 3-2 16,0 6 0-16,-4-13-1 0,4 13-7 0,-3-5-3 15,3 5-6-15,0 0 2 0,5-8-3 0,-5 8 1 16,13 0-1-16,-2 2-5 0,1 1 2 0,2 1-2 15,3 3-1-15,2-3 0 0,0 3 1 0,-2-2-2 16,-3 3-3-16,2-1 8 0,-1 1-6 0,-4 1-1 16,-1-1-5-16,-2 3 3 0,1-3-2 0,-4 3 2 15,0 1-1-15,-2 0 0 0,-1-2-2 0,-1 3 6 16,1 0-4-16,-1-2 3 0,-2 0-4 0,2-1 4 16,0 1 1-16,-1-2-4 0,3-3 2 15,-3 1-3-15,2-1 7 0,3 0 2 0,0-1-3 0,2-2 5 16,-2 1 3-16,3-4 0 0,-8 0-4 0,19 0 0 15,-8-2 2-15,2-2-1 0,-1 0-2 0,0-1 0 16,2-5 4-16,-4 1-3 0,0 0 0 0,0-3-1 16,-2-3-5-16,-1-1 2 0,0 0-7 0,-1-1 1 15,-2 2 3-15,-2-2-2 0,0 5-2 0,-1-2 5 16,2 4-5-16,-3-2 1 0,0 6-6 0,0 6 5 16,0-11-9-16,0 11 4 0,0 0-1 0,-6-5 0 15,6 5-2-15,0 0 5 0,-11 17-8 0,6-6 4 16,-2 4 0-16,2 0-2 0,0 1 5 0,1 2 0 0,0-2-2 15,2 1 1-15,-2 0 1 0,3-2 4 16,1 2-5-16,1-1 2 0,-1-3-1 0,1 3 2 16,-1-3-4-16,2-2 6 0,-1 0-4 0,-1 0 2 0,-1-1-2 15,1-1 6-15,-3 1-4 0,-2-1-2 0,1-4-10 16,-2 3-18-16,-2-2-20 0,-3 1-25 16,2-1-29-16,-2-2-37 0,-1 0-51 0,1 0-39 15,0 0-225-15,1-4-494 0,-2 0 218 0</inkml:trace>
  <inkml:trace contextRef="#ctx0" brushRef="#br0" timeOffset="-214543.54">23893 10635 106 0,'1'-15'254'0,"-1"2"-20"0,1 1-3 15,1 3-8-15,-2 1-12 0,0 8-20 0,1-11-20 16,-1 11-21-16,0 0-15 0,0 0-14 0,0 0-1 16,0 0 9-16,0 48-5 0,-1-17 4 0,-1 5-10 15,1 12 2-15,-3 2-5 0,0-2-8 0,-2 1-7 16,1-2-4-16,1 0-11 0,0-13-4 0,4 1-7 15,-1 0-4-15,0-3-8 0,-1-2-11 0,0 2-3 16,0-4-1-16,1 1-10 0,-1-2 0 0,-1-2-10 16,-1-6-29-16,2-1-26 0,1-1-29 0,-2-6-37 15,0 1-38-15,2 1-61 0,0-5-56 0,0 2-259 16,-2-4-551-16,3-6 244 0</inkml:trace>
  <inkml:trace contextRef="#ctx0" brushRef="#br0" timeOffset="-214317.37">23922 10910 47 0,'21'-16'200'0,"-2"5"-6"0,0 5-4 16,9 0-6-16,-7 0-8 0,-2 3-16 0,-1 5-9 0,-3 2-12 16,0 3-10-16,1 1-8 0,-7 0-8 15,-2 2-14-15,1 1-4 0,-3 4-10 0,-5 4-3 16,-4-1-9-16,-2 0-2 0,-4-1-7 0,-6 3-7 15,1-6-6-15,-2 6-3 0,-2-4-8 0,0-4-16 0,4-1-28 16,-3-2-40-16,6-1-43 0,2-3-40 0,0 2-42 16,1-2-192-16,0-2-390 0,4 0 173 0</inkml:trace>
  <inkml:trace contextRef="#ctx0" brushRef="#br0" timeOffset="-213678.62">24336 10862 59 0,'-4'-8'230'0,"4"8"-11"0,-7-7-4 16,0 6-12-16,7 1-2 0,-25 7-10 0,8 2-12 15,-3 6-7-15,-2 3-3 0,-1-1-23 0,5 3-15 16,3 2-7-16,-1-1-12 0,8-5-11 0,1 2-6 16,1 0-11-16,2-1-12 0,3-3-2 0,1 0-8 15,1-3-3-15,3 0-7 0,1 0-6 0,3-2-2 16,0-2-5-16,1-2 1 0,3-2-10 0,1 1-1 15,-1-4 2-15,1-1-4 0,1-1-3 0,-1-2 5 16,1-1-8-16,-2 0-4 0,0-2 0 0,-3-1-3 16,0 1 2-16,-1-5-5 0,3 3-1 0,-4-6 0 15,-1 4-5-15,-2-3 3 0,2 3 0 0,-1-1 0 16,-2 3 0-16,1 2-3 0,-1-2 3 0,-1 5-5 16,-2 4 1-16,1-9-5 0,-1 9-6 0,0 0-2 15,3-7 6-15,-3 7-1 0,0 0 1 0,0 0 0 16,0 0 1-16,-3 32-1 0,3-21 1 0,0 0 1 15,3-1-1-15,-2 3 1 0,3 0-1 0,-1-3 2 16,2 3 1-16,0-3 4 0,1-1-4 0,4 1 4 16,2 1-2-16,-2-3 1 0,2-4 1 0,2-1-4 15,-1 3 1-15,0-5 2 0,4 0 2 0,1-2 2 16,-5 0-4-16,1 1 2 0,-1-6 1 0,1 3 6 16,-3-3-10-16,-2-1 1 0,4-1 9 0,-5 0-12 15,-2-2-1-15,4-4 4 0,-3-2-2 0,-4 1 0 16,1-2-1-16,0 1-1 0,-3-1 12 0,1-2-14 0,-2 2 1 15,0-2 0-15,-2 2-1 0,2 0-2 16,-1 5 9-16,0 0-7 0,2 0 3 0,-1 1-7 16,-1 2-1-16,1-1 1 0,2 4 0 0,-2 6 1 0,8-7 5 15,-4 3-8-15,6 2 12 0,-1 3-13 0,3 0 2 16,3 3-1-16,0 3-2 0,2 0 3 16,-2 3-2-16,1 0 2 0,-4 4-1 0,0 0 3 15,-2 0 1-15,-1 1-2 0,-1 1 2 0,-5-1 3 0,0 0-2 16,1 2 0-16,-3-3 0 0,0-1 2 0,-2 3 8 15,1-4-9-15,1 0 4 0,-1 0-5 0,-1-1-11 16,2-3-25-16,-1 2-29 0,0-3-28 16,2-1-25-16,2 1-38 0,-1-1-18 0,6-1-32 0,2 0-40 15,0-2-130-15,7-2-409 0,1-1 181 0</inkml:trace>
  <inkml:trace contextRef="#ctx0" brushRef="#br0" timeOffset="-213353.9">25167 10968 123 0,'0'-14'189'15,"0"1"5"-15,-2 1-8 0,-1 2 5 0,-2 1-7 16,0 2-10-16,-4 1-14 0,-3 4-7 0,1 3 2 16,-7 7-3-16,-1 0-8 0,-5 6-4 0,5-3 0 15,0 6-7-15,-3 1-17 0,6 1-12 0,3-2-9 16,3-3-13-16,2 3-4 0,1-3-7 16,1-3-9-16,5 2-2 0,-1-3-8 0,3 0-5 15,1 0 0-15,1-4-8 0,2-1-2 0,3 0-4 0,2-2 0 16,0 0-3-16,3-2-1 0,0-1-6 0,-2-1-2 15,3-2 1-15,-1 0-5 0,-4-2 1 0,5 0-2 16,-6-1-5-16,2-4 1 0,-1 5-1 0,0-5-4 16,-1 3 0-16,-1-5 4 0,1 4 1 0,-2-1-6 15,-1 3-1-15,-1 1 1 0,-4 5 0 0,6-8-3 16,-6 8-4-16,7-6-6 0,-7 6-3 0,5-1 10 16,-5 1-3-16,0 0-1 0,4 13 1 0,-4-13-1 15,-1 18-12-15,0-8-23 0,1 1-44 0,-2-2-34 16,2 2-52-16,0 0-41 0,0 0-46 0,0 1-199 15,3-1-492-15,2-1 218 0</inkml:trace>
  <inkml:trace contextRef="#ctx0" brushRef="#br0" timeOffset="-212755.65">25287 11150 140 0,'1'-13'208'0,"1"-3"-16"0,1 4 1 0,-1-5-1 15,0-2-14-15,3 0-3 0,0 2-10 16,2-1-12-16,3-7-5 0,4 4-9 0,-1 6-9 15,-1 0-3-15,2 1-2 0,3 4-3 0,-3 1-18 0,-1 4-3 16,0 3-10-16,1 2-8 0,-4 1-9 16,2 3-6-16,-2 2-3 0,1 4-9 0,0 3-9 15,-5 1 14-15,4 2-8 0,-6 1-1 0,1-2-6 16,-3-3-2-16,0 0-7 0,-2 1 0 0,2-3-6 0,-1 2-2 16,-1-3-1-16,1 1-1 0,-1-4-3 0,1 1-3 15,-1-7 4-15,0 7-4 0,0-7 3 16,2 8 6-16,-2-8 5 0,0 0 0 0,0 0 2 0,0 0-8 15,0 0 1-15,0 0-2 0,0 0-6 0,0 0 0 16,0 0-5-16,0 0-2 0,14-19 9 0,-8 10-4 16,3 0-9-16,-3-1-7 0,8-5 4 0,-1 1-5 15,1 4 1-15,0-2-10 0,2 1 5 0,-1 4-5 16,-1 1 8-16,-5 1-7 0,1 2-2 0,0 3-2 16,-1 0-4-16,0 2 6 0,-1 3-1 0,0 0 0 15,-2 4 0-15,1-1 1 0,-1 2 2 0,2-1 2 16,-3 1-2-16,3 1 3 0,-4-1 0 0,3-1 0 15,3 0 2-15,0-1 7 0,3 0 3 16,4-1-3-16,3-1 0 0,-5-2 1 0,6-2 2 0,-1-2 5 16,2 0-3-16,-3-3 2 0,-2-2-6 0,-1 0 26 15,-5-1-23-15,1 0 1 0,1 1-4 0,-4-3 6 16,0 0-3-16,0 0 6 0,-4-3 1 16,3-1-7-16,-6 3 2 0,0-3-3 0,2 0 6 0,-2-6 1 15,-2 6-8-15,0-4-1 0,0 4-8 0,-5 0 5 16,2 3-1-16,1-1 3 0,0 2-5 0,-2 1-4 15,4 7-2-15,-9-6 0 0,9 6-6 0,-16 3 12 16,5 2-6-16,-5 5-1 0,5 0-2 0,-4 2 6 16,3 4 0-16,-1-3-3 0,5 0 0 0,2 2 9 15,1-3-9-15,1 1 0 0,4-1-6 0,2-1-13 16,1 1-22-16,5-3-33 0,2-1-27 0,5 2-38 16,3-3-42-16,2 0-25 0,9-1-39 0,0-3-43 15,1 0-183-15,-10-3-514 0,1 0 228 0</inkml:trace>
  <inkml:trace contextRef="#ctx0" brushRef="#br0" timeOffset="-212531.81">26308 10775 89 0,'4'-19'225'0,"2"2"-8"0,-2 0 2 16,0 8 5-16,-1-1-1 0,-1 4-14 0,0 0-18 15,0 0-21-15,-2 6-20 0,0 0-8 0,0 0-14 16,0 0 9-16,-8 25 6 0,5-7-7 0,-1 8-8 15,-4 0-12-15,2 1-6 0,-1-2-4 0,-1 1-9 16,3 1-12-16,-2-2-8 0,0 1-10 0,5-2-2 16,-2-5-3-16,2 1-8 0,-1 3-13 0,3-5-24 15,1 0-29-15,-1-3-37 0,-1 0-45 0,1-4-44 0,-4 1-53 16,1-2-64-16,1-1-227 0,-2-2-522 0,3-1 231 16</inkml:trace>
  <inkml:trace contextRef="#ctx0" brushRef="#br0" timeOffset="-212361.02">26097 10910 190 0,'8'-2'187'0,"2"1"-23"0,1-1-13 0,5 2-27 15,-3 2-40-15,6-2-41 0,1 5-43 16,-2 1-37-16,4 2-40 0,-6 3-62 0,2-2-149 15,-3 4 66-15</inkml:trace>
  <inkml:trace contextRef="#ctx0" brushRef="#br0" timeOffset="-211574.36">26304 11152 58 0,'0'0'199'0,"0"0"-4"16,0 0 0-16,0 0-3 0,0 0-13 0,0 0-15 15,22-7-9-15,-11 3-16 0,1-1-11 0,1-1-3 16,2-1-8-16,2-2-5 0,-1 0-10 0,1 1-7 15,0-3-4-15,-2 0-6 0,-1-2-5 0,1 1-6 16,-1-1 0-16,-1-2 0 0,-4 1-6 0,3 0-6 16,-6-1-1-16,1 3 7 0,-3 1-7 0,0 0 4 15,-2 1-3-15,1 1 0 0,-3 0-6 0,0 2-5 16,0 7-4-16,-3-13 4 0,-1 9-16 0,4 4-4 16,-11-3-6-16,11 3-4 0,-20 4 2 0,7 3-3 15,-1 2-2-15,1 1-4 0,0 2 2 0,-2 2 0 16,2-1-7-16,0 1 7 0,6 0-3 0,-2 0 0 15,0-2-3-15,6 0 3 0,-1-1-1 0,2 0-3 16,2 1 2-16,0 0-3 0,4-3 2 0,-2 1-2 16,3-3 0-16,2 1 2 0,2 0-8 0,0-4 7 15,5 1 0-15,-1-1-2 0,1 0-1 0,3-1 2 16,1-1 2-16,-2-2-5 0,0 1-1 0,-1-4 5 16,4 2-7-16,-6-3 5 0,-1-1-1 0,1 0-2 15,3-2 7-15,-3-3-11 0,0-1 4 0,-1-1 0 16,-1-2 2-16,-3 1-12 0,0-2 6 0,-2 0-1 15,-1-1 11-15,-1 1-9 0,0 3-2 0,2-1-2 16,-4 2 3-16,2 0-9 0,-2 3 11 0,1-1-4 16,-1 2 3-16,-2 7 7 0,6-11-11 0,-2 8 1 15,1-1-4-15,-5 4-4 0,14-4 7 0,-6 4-2 16,-8 0-1-16,17 3 1 0,-8 0 1 0,-3 2 1 16,4 0-3-16,-2 4 3 0,-1-2-3 0,-1 3 3 15,-3 0-2-15,1 3 1 0,-1 0 2 0,-3-2 0 16,2 2-1-16,-4-2 2 0,2 2-2 0,-3 0 5 15,3-3-1-15,0 2-3 0,0-5 6 0,3 3 4 16,-3-4-6-16,0 1-1 0,0-7 7 0,4 9 0 16,-3-3-2-16,-1-6 1 0,10 7 2 0,-3-6 2 0,3 1 2 15,0-2 0-15,-1-2 0 0,5 1-4 0,-3-2 2 16,0-1 3-16,3-2-5 0,-3 0-1 16,1-2 1-16,-4 0 2 0,3-2-3 0,-4 1-2 15,3-2 11-15,-4-5-15 0,3 2 2 0,-5 0 0 0,4-2-6 16,-4 0 2-16,0 1 0 0,-2 4-2 0,-2 0 2 15,3-1 0-15,-3 2-3 0,0 10 13 16,0-10-6-16,0 10-12 0,0-7-1 0,0 7 3 16,0 0-2-16,0 0 0 0,0 0 0 0,-11 17 0 0,5-9 1 15,2 3 3-15,0-1 2 0,3 4-6 16,-3-2-1-16,0 2 9 0,0 1-4 0,2 0-5 16,-1-2 20-16,-2 0-9 0,3-2-9 0,0 2 7 0,-1 0-9 15,1-3 3-15,0 5 5 0,0-3 4 0,0-2-2 16,-1 1-2-16,-1-1-5 0,2-1-18 0,0-3-21 15,2-6-20-15,-5 12-25 0,2-7-35 0,3-5-37 16,-2 10-43-16,2-10-47 0,-4 6-230 0,4-6-521 16,0 0 230-16</inkml:trace>
  <inkml:trace contextRef="#ctx0" brushRef="#br0" timeOffset="-211286.15">27470 10567 123 0,'0'-12'228'0,"0"12"-18"0,0 0-20 16,0 0-9-16,0 0 1 0,11 2-4 0,-2 8-1 15,-2 4-6-15,6 10-9 0,-1 3-1 0,1 6 1 0,1 1-6 16,-1 9-11-16,-3-7-9 0,3 8-4 15,-7-13-15-15,3 1-6 0,-7 0-12 0,0-1-11 16,0 0-5-16,0-1-13 0,-4 0-1 0,-2 0-7 16,1-4-6-16,-5 2-23 0,-1-2-29 0,-2-3-41 0,-5 1-42 15,-5-1-59-15,-5-1-62 0,-1-3-62 16,-16 3-200-16,9-4-500 0,-15 0 221 0</inkml:trace>
  <inkml:trace contextRef="#ctx0" brushRef="#br0" timeOffset="-206464.25">27919 11152 16 0,'6'-7'203'0,"-1"-1"-9"0,1 0-12 16,1 0-6-16,3-2-11 0,1-2 2 0,2-4-10 16,0 4-14-16,1-3-11 0,4-4-8 0,-7 5-9 0,1 0-3 15,1-1-4-15,-4-2-10 0,2 2-11 16,-1-2-4-16,0-1-6 0,0 3-3 0,-2-1-6 16,-1-1-2-16,0 3 0 0,-5 3-6 0,3-1 3 15,-3 3 3-15,1 2-2 0,-1 2-8 0,0-2-3 0,-2 7-3 16,2-7-8-16,-2 7-6 0,0 0-6 0,0 0-3 15,0 0 6-15,0 0-14 0,0 0-3 0,0 0 9 16,0 0-15-16,-6 29 3 0,4-16-1 0,1-2 0 16,2 6-2-16,2-1 1 0,-3-4-1 0,5 3-3 15,3-2-5-15,-3-1 8 0,6 1-2 0,-2-4 1 16,3-1 0-16,5 0-1 0,0-2 0 0,-4-4-2 16,0 1 0-16,5-3 11 0,-5 0-10 0,1-2-3 15,-3 0 0-15,1-2-2 0,-1-1 3 0,0-4-3 16,1-1-2-16,0-4 0 0,-2-1 0 0,0 2-2 15,-2-2 2-15,-2 0-1 0,1-1-1 0,2-1 1 16,-4 2 2-16,-3 3-4 0,0 0 1 0,0 1 6 16,1 1-3-16,-2 4-2 0,0 0-3 0,-1 6 6 15,2-8-9-15,-2 8 0 0,0 0 2 0,0 0 2 16,0 0-5-16,-8 24 2 0,1-7 2 0,-5 6-2 16,4 4 2-16,-2-2 4 0,-2 2-6 0,2-1 5 15,4 1-2-15,-2 0 25 0,0-2-5 0,2-6-4 16,2 6-10-16,3-6-25 0,-2 0-27 0,-1-2-32 15,2 0-50-15,-2-1-58 0,3-4-50 0,-4 0-215 16,2-3-492-16,-1-3 219 0</inkml:trace>
  <inkml:trace contextRef="#ctx0" brushRef="#br0" timeOffset="-206292.94">28215 10575 53 0,'0'0'138'0,"0"0"-34"15,0 0-46-15,0 0-59 0,15 19-58 0,-7-10-64 16,7-2 29-16</inkml:trace>
  <inkml:trace contextRef="#ctx0" brushRef="#br0" timeOffset="-205060.25">29250 10717 34 0,'-9'-6'256'0,"1"2"-14"16,-1-2-18-16,-1 5-7 0,-4 1-11 0,-3 4-14 15,0 2-10-15,-3 4-19 0,-1 3-13 0,-4 3-9 16,2 2-13-16,1 3-13 0,3 1-3 0,4-2-13 15,2 3-15-15,6-5-11 0,0 1-5 0,5 1-6 16,4 5-5-16,5-9-3 0,3 1-15 0,3-1-23 16,3-3-20-16,12 1-24 0,2-2-25 0,3 1-27 15,0-7-29-15,3-2-24 0,0 0-21 0,2-3-18 16,-3-1-8-16,0-1 5 0,1-3-4 0,-1 0 18 16,-3-5 20-16,0 1 14 0,-4-2 24 0,-1 0 16 15,-8 1 27-15,0-1 13 0,-4-3 17 0,-1 2 25 16,-1-5 8-16,-3 1 13 0,1-3 5 0,-1 0 18 15,-3 2 24-15,-3 1 21 0,-1 3 6 0,-2 1 13 16,-2 2 6-16,-2-1 0 0,-1 5 2 0,-3-1-5 16,-2 4 3-16,-1 0-3 0,-6 4-3 0,1 2-5 15,-5 5-5-15,2 1-9 0,-5 5 5 0,5-2-12 16,2-1-10-16,1 3-8 0,2-1-4 0,3 0-8 16,1 0 17-16,5 0-6 0,2 1-3 0,2-4-5 15,2 1-4-15,2-3-1 0,2 1-10 0,2-3 0 16,1-1-7-16,1-1-1 0,4-3-2 0,-1 0-3 15,5-3 1-15,-5 0-5 0,1-2-3 0,-4-1-2 16,0-2-1-16,2 0 0 0,-2-3-2 0,-1 1 3 16,0-1 1-16,-3-1-6 0,1 0-2 0,-2-2 1 15,0-2 0-15,0 2 4 0,-2 2-5 0,-2-2-3 0,1 3 8 16,0 1 8-16,-1-1 1 0,0 2 6 0,-1 7-12 16,3-8 0-16,-3 8-2 0,0 0-1 15,0 0 1-15,0 0-3 0,0 0 1 0,0 0-1 16,-14 23-1-16,10-13-3 0,0 0 4 0,3 3-2 15,0-3 0-15,1 2 0 0,0-1 2 0,1 0-2 0,1 0 0 16,3 1-1-16,1-4 9 0,-1 1-6 16,4-3 2-16,2-1-3 0,1 0-1 0,-1-4 6 15,3 1-3-15,4-2 0 0,0-2-1 0,0-2 7 16,-1 0-7-16,-1-3 1 0,-1-2-2 0,-2 0 0 0,3-4-3 16,-7 2 0-16,3-4 1 0,-3-1-4 15,3-7 0-15,-2-3 5 0,-4 1-3 0,2-2-1 16,-1-3 1-16,-4 0 3 0,4-3 0 0,-4 3-1 15,-3-4 2-15,3 5 14 0,-2 0-10 0,-1 0 2 0,2 5 13 16,0 6 10-16,-2 6 6 0,1 1 7 0,-1 1 0 16,2 4-23-16,-1-1 3 0,-1 7-11 0,0 0-4 15,0 0 2-15,0 0 11 0,0 0-28 0,-8 31 17 16,3-7-8-16,-1 3 5 0,-2 4-4 16,2-1 0-16,-1 5 1 0,5-2-1 0,0 1 9 0,1-5 6 15,1 3-9-15,4-5-4 0,1 0 3 0,0-2-1 16,3-1-4-16,0-9 1 0,1 0 3 0,-2 2 0 15,5-4-2-15,1-3 4 0,-3-1 0 16,5-1-7-16,-5-2 0 0,4-4 6 0,0 1-7 0,-1-4 11 16,5-1-8-16,-3-1-10 0,1-2 8 0,-1-3-18 15,2-2 6-15,-3-3-6 0,-3-1-5 16,1-1-3-16,2-7 2 0,-4-3-15 0,-1 0 7 0,4-1-5 16,-4-3-3-16,1-1 6 0,0-3 3 0,-2 1-5 15,-2 3 3-15,1 2 5 0,0 3 0 0,-3 7 15 16,-1 0-15-16,-1 4 7 0,0 3 3 0,-1 3 1 15,-1 7-2-15,1-10 2 0,-1 10-6 0,0 0 1 16,0 0 11-16,0 0-1 0,0 0 2 0,-14 40 8 16,6-22-8-16,1 9 8 0,-2 3 3 0,0-1-1 15,1-3-1-15,2 1 8 0,3 1-1 0,2-2 2 16,1-6 1-16,1-1-8 0,3 5 7 0,1-5-2 16,4 1-5-16,0-4 2 0,1-3-1 0,2 1 0 15,1-1-2-15,3-3 2 0,0-1-5 0,3-2 10 16,-1-1-2-16,3-3-5 0,-2 0 1 0,-1 0-1 15,0-6-1-15,0 0 1 0,-1 0-3 0,1-4 0 16,-2-2 4-16,0-2-18 0,-2-2-4 0,1-1 3 16,-4-3-3-16,4 4-3 0,-4-4 5 0,-3-1-12 15,2-4 7-15,-4 5 1 0,1 6-1 0,-6 0-3 16,1 0 5-16,-2 2-12 0,0 3 7 0,0 6 8 16,-5-12-1-16,5 12-1 0,-12-1 7 0,1 4-6 15,-1 0 4-15,-5 6 0 0,-1 1 4 0,1 0 1 0,0 4-3 16,1-2 1-16,2 2 17 0,4-2-18 15,4 0-4-15,-2-2-22 0,4 2-25 0,2-1-27 16,2-1-35-16,5 0-26 0,4-3-28 0,1 1-24 16,10 1-31-16,0-3-26 0,6 0-27 0,1-2-161 15,1-3-477-15,3 1 211 0</inkml:trace>
  <inkml:trace contextRef="#ctx0" brushRef="#br0" timeOffset="-204666.11">30987 10836 81 0,'12'-15'152'0,"-4"1"20"0,0-1 8 15,-3 0 1-15,-2 2 5 0,-2 4-1 0,-2-2-6 0,-5 3 0 16,3 2-17-16,-4 3-2 0,-6 1-4 16,2 2-8-16,-8 2 2 0,1 3 1 0,-1 3-3 15,1 2-7-15,-5 3-11 0,5-1-9 0,1 0-12 16,5 1-12-16,1 1-4 0,2 0-13 0,4-2-5 0,0-1-6 16,4 0-10-16,3 2 0 0,3-2-8 0,3-2-5 15,1 1-3-15,1-2-13 0,6-1 7 16,-4-1-2-16,6-5-3 0,1 1-10 0,-2-2-5 15,1 0-2-15,-1-5-4 0,-5-2-3 0,-1 0 1 16,0-2-4-16,-1 1-5 0,1-8 2 0,-2 1 3 0,-2-4-6 16,-1-5-1-16,1-3-1 0,-3-2 5 0,-3-1-7 15,0 0 1-15,-1 2 7 0,3-2-6 16,-4-2 6-16,2 5-3 0,-2 1 16 0,2 7 9 0,-2 4 15 16,1 3-2-16,0 1 5 0,-2 5 0 0,2 6-15 15,2-11-4-15,-2 11-8 0,0 0 5 0,0 0 16 16,0 0 8-16,-18 36-1 0,8-9 0 15,-2-4-4-15,3 4-12 0,-2 5 16 0,2-1-9 0,0 1 3 16,-1 0-5-16,3 1-5 0,2 2-6 16,1-5 4-16,1 0-33 0,3-1-50 0,-1 1-40 15,2-4-45-15,-1 2-61 0,-1-1-42 0,4-7-57 0,-7 5-309 16,1-6-663-16,-3 0 294 0</inkml:trace>
  <inkml:trace contextRef="#ctx0" brushRef="#br0" timeOffset="-203551.62">8715 12695 11 0,'31'-37'163'0,"2"0"-11"0,1-1-3 0,0-4-12 16,1 1-2-16,0-1-8 0,-1-2-11 0,-1 2-8 16,-3 0-6-16,0-2-2 0,-1-1-12 0,-4 0-2 15,2-1-4-15,-3 4-4 0,0 0-1 0,-9 9-3 0,2 1 2 16,-4 6 3-16,-2 0 4 0,-4 9 5 0,-5 2 0 16,1 3-4-16,-2 1-11 0,-1 4-5 15,0 7-9-15,-9-8-6 0,1 6-4 0,8 2-2 16,-28 7-7-16,8 1-4 0,-4 8-2 0,-3 1-2 0,-1 2-5 15,3 1-4-15,1 1 2 0,1 1-6 0,8-1 1 16,3-4-4-16,6 0-2 0,5-1-1 16,3 1-2-16,3-1 3 0,8-1-4 0,5 3 1 15,9-2-2-15,5-1-2 0,0-1 1 0,3-3-1 16,15 2 2-16,-13-3 0 0,0 4-6 0,-3-1 0 0,0 1 0 16,-3 0-1-16,-4 2 1 0,-4-1-1 15,-7-2-1-15,0 0 0 0,-5 2 1 0,-3-1 4 16,-3-2 3-16,-3 3 2 0,-2 1 3 0,-5 0 0 15,-6 0 0-15,-2-1-2 0,-4 3 0 0,-3 0-3 0,-3-3 1 16,0 0-11-16,0-3-14 0,5-3-18 0,-4-1-24 16,6-1-30-16,-3 0-42 0,-1-1-34 0,6-3-48 15,1-2-200-15,-3-1-444 0,4-1 197 16</inkml:trace>
  <inkml:trace contextRef="#ctx0" brushRef="#br0" timeOffset="-203294.2">9512 12162 2038 0,'11'-33'-18'0,"1"0"25"0,-5 3 22 0,1 4 30 16,-5 7 18-16,-2-2 6 0,-1 4-5 15,1-1 0-15,-1 7 13 0,0 0 11 0,2 0 5 0,-2 4-6 16,0 7-14-16,0-11-14 0,0 11-7 16,0 0-1-16,0 0 5 0,7 26 11 0,-4-8 7 15,-1 10 15-15,-1 4-8 0,-1 0 2 0,-1 4-4 0,0-1 3 16,1 11-15-16,-3-12 0 0,2 2-11 0,-1-1-9 15,4 0-2-15,-4-5-9 0,-1 2-7 0,4-1-1 16,3-1-13-16,1-4-28 0,-2 0-25 0,-2-7-33 16,2 0-33-16,-2-3-31 0,0-5-39 0,-1 1-52 15,1 0-61-15,1-4-49 0,-2-1-196 16,0-7-560-16,0 8 248 0</inkml:trace>
  <inkml:trace contextRef="#ctx0" brushRef="#br0" timeOffset="-202804.29">9383 12333 1878 0,'-2'-7'-3'0,"2"-3"-11"16,0 10 14-16,11-13 0 0,-2 5 5 0,3 4-7 15,5-2 2-15,5-1 2 0,6-2 4 0,4 1 8 16,2 2 0-16,1 0 3 0,2 0 0 0,1 0-1 16,-1 1-4-16,-1 1 1 0,-3 1-1 15,-2-2-1-15,0 2 1 0,-2 0-4 0,-7 0 2 0,-2-3 5 16,-2 2 0-16,-5 3 10 0,-1-1 10 0,-5 2 11 15,1-3 9-15,-8 3 12 0,14 0 9 0,-14 0-3 16,6-3-8-16,-6 3-6 0,0 0-5 0,0 0 0 16,0 0-5-16,0 0-3 0,0 0-1 0,-33 6 3 15,19 4-3-15,-2 3 5 0,-4 6 4 0,2 2-5 16,-5 0 1-16,3 2-1 0,2 2-4 0,0-2 1 16,4 0-4-16,1-1-4 0,7-3-8 0,2-4-2 15,2 2-2-15,2-1 1 0,3-4-6 0,2-2 0 16,3 1 0-16,3-2-7 0,3-1 5 0,5-3-4 15,0 0 1-15,1-5-4 0,3-2 1 0,-3 0-1 16,2-2-1-16,5-5-1 0,-8 2-3 0,0-2 5 16,-1-1-4-16,-4 1 1 0,-1-2-4 0,0-2 2 15,-5 4-4-15,0-5 1 0,-1 1 1 0,-2-2-6 16,-1 4 3-16,-3-7 5 0,-1 3-9 0,0 4 2 16,1 1 1-16,-2 3-5 0,1 7 2 0,-4-12-1 15,4 12-6-15,-2-6 2 0,2 6 3 0,0 0-4 16,0 0 4-16,-21 20 7 0,12-5-5 0,1 1 3 15,2 2-5-15,-1 6 5 0,1-7-1 0,3 1-4 16,3 0-1-16,0 0 1 0,3-1-23 0,1-1-26 16,-1-2-44-16,1 0-66 0,3-2-56 0,1-3-49 15,1-4-200-15,1 1-506 0,0-3 224 0</inkml:trace>
  <inkml:trace contextRef="#ctx0" brushRef="#br0" timeOffset="-202400.14">10278 12135 1576 0,'6'-31'54'0,"-3"0"48"0,-1 7 24 0,-1 5-6 15,2 7 5-15,-3 3-18 0,0 1-21 0,0 8-24 16,2-10-14-16,-2 10-6 0,0 0 7 0,0 0 16 16,0 0 4-16,9 37 8 0,-9-13 3 0,-4 5-5 15,4 0-6-15,3 1-1 0,-3-1-2 0,0 0-3 16,1 0 1-16,2-1-9 0,-2-3-9 0,-1-6 0 15,1-2-1-15,0 0-9 0,-1-4-1 0,0-4-3 16,-1 1-3-16,1-4 1 0,0-6 1 0,0 11 0 16,0-11 0-16,1 7 0 0,-1-7 2 0,0 0-4 15,0 0 3-15,2 6-9 0,-2-6-4 0,0 0 0 16,0 0 1-16,0 0-10 0,13-14-1 0,-5 5-11 0,3 2 2 16,2-3-2-16,4 1 2 0,-1 2 1 15,2 1-3-15,-2 3 0 0,1-1 0 0,-6 4-5 16,3 0-1-16,-2 4 2 0,-1-1 1 0,-3 5 18 15,-2 1-20-15,0 1 4 0,-5 2-1 0,-2-1 1 0,-3 4 3 16,-1 1-3-16,-4 1 1 0,-2-2 1 16,0 1 1-16,-3-3-5 0,1 2 6 0,0-2-2 15,-2-2-4-15,2 0-22 0,2-4-28 0,0-2-30 16,2 2-41-16,-1-2-55 0,4-3-61 0,1 0-64 16,5-2-159-16,-11-2-504 0,11 2 223 0</inkml:trace>
  <inkml:trace contextRef="#ctx0" brushRef="#br0" timeOffset="-202212.31">10633 12240 14 0,'6'-5'264'0,"-2"0"-27"0,-4 5-18 0,5-5-2 16,-5 5 8-16,0 0 2 0,0 0-9 0,7 14-5 16,-5-4-7-16,-2 5-15 0,1 2-13 15,2 1-15-15,-5-1-18 0,1 0-20 0,-2 2-8 16,2-2-12-16,0 3-12 0,0-2-45 0,-1-2-45 0,0 1-41 15,-2-3-49-15,-1 1-62 0,4-3-65 0,-2-2-240 16,-1-1-491-16,2-1 218 0</inkml:trace>
  <inkml:trace contextRef="#ctx0" brushRef="#br0" timeOffset="-202045.89">10588 12057 2316 0,'-3'-20'32'0,"1"2"-2"16,-1 7-11-16,1 0-9 0,0 2-13 0,1 3-15 16,1 6-9-16,-1-7-12 0,1 7-15 0,0 0-44 0,0 0-27 15,0 0-32-15,0 0-158 0,0 0-341 0,23 15 152 16</inkml:trace>
  <inkml:trace contextRef="#ctx0" brushRef="#br0" timeOffset="-201846.09">10837 11936 105 0,'3'-6'233'0,"-3"6"0"0,2-11-3 0,-1 5-1 16,-1 6-4-16,3-8-22 0,-3 8-24 0,0 0-18 15,0 0-14-15,0 0 1 0,9 17 0 0,-7 2 4 16,0 9-12-16,0 4-6 0,-3 3-7 0,-4 12-6 0,2 0-13 16,1-12-6-16,1 1-12 0,-1 0-8 0,-2 0-7 15,3-2-6-15,-1-4-8 0,-1 1-26 16,0-4-42-16,1 0-39 0,-1-3-48 0,-2-5-61 15,3-2-66-15,0-4-54 0,-1-3-182 0,1 0-495 0,2-4 220 16</inkml:trace>
  <inkml:trace contextRef="#ctx0" brushRef="#br0" timeOffset="-201670.02">10986 12314 33 0,'6'-9'267'0,"-3"4"-21"0,1 0-21 16,-4 5-20-16,5-1 4 0,-5 1 13 0,0 0-8 15,7 14-16-15,-7-5-18 0,1 1-19 0,-1 3-17 16,0 2-10-16,0 2-12 0,-1 0-16 0,1-1-7 16,-4 1-31-16,3-2-31 0,-3-1-41 0,1-2-54 15,-1 0-67-15,3-2-64 0,-1 1-227 0,-1-3-451 16,3-8 200-16</inkml:trace>
  <inkml:trace contextRef="#ctx0" brushRef="#br0" timeOffset="-201512.5">11015 12088 2272 0,'-3'-12'63'0,"-2"0"-26"0,1 3-27 0,2 1-20 16,-1 4-26-16,3 4-16 0,-5-8-21 16,5 8-34-16,0 0-24 0,0 0-44 0,0 0-125 0,0 0-325 15,0 0 144-15</inkml:trace>
  <inkml:trace contextRef="#ctx0" brushRef="#br0" timeOffset="-201042.04">11568 12181 152 0,'-6'-9'207'16,"6"9"-17"-16,0 0-9 0,0 0-10 0,10-10-12 15,-10 10-12-15,11-4-6 0,-4 2-15 0,4 0-5 16,2 2-13-16,-3-1-8 0,2 2-9 0,0-1-9 0,0 1-7 15,-3-1-7-15,-1 1-12 0,-1 1-3 0,1 0-8 16,-2 1-1-16,1 1-3 0,-3 1 0 0,-2 0 5 16,0 4 5-16,-2 3 7 0,-4 5-3 15,-4-2 1-15,-6 6-2 0,0 3-2 0,-5-2 1 16,-2 0-5-16,-2 2-1 0,0-2-7 0,1 0 20 0,1-2-5 16,0-3-7-16,7-2-7 0,-1-4 2 15,6-1-8-15,-1-1-2 0,2-1-5 0,2-3 1 16,1-1-6-16,2 1 0 0,3-5-3 0,-7 9 1 0,7-9 1 15,0 0-8-15,0 0 0 0,11 4 1 0,-11-4-2 16,21-3-2-16,-8 3-2 0,6-3 5 0,12 1-3 16,-2-2-7-16,-2 1-14 0,3-1-33 0,1-2-42 15,2 4-54-15,1-4-66 0,-3 0-60 0,3 0-202 16,-3-2-505-16,-2 1 223 0</inkml:trace>
  <inkml:trace contextRef="#ctx0" brushRef="#br0" timeOffset="-200676.32">12154 12237 95 0,'-2'-7'272'0,"-6"2"-12"15,8 5-16-15,-14-7-14 0,4 6-7 0,-1 2-8 16,-2 1-14-16,-2 5-12 0,-1 6-10 0,1 1-11 16,-4 4-20-16,-2 2-11 0,5-1-9 0,5-3-13 15,-2 0-14-15,5-2-12 0,4 1-6 0,-1-2-8 16,5-3-9-16,0 2-4 0,1-2-6 0,3-1-3 15,1-2-3-15,2 1-11 0,1-3-9 0,3-1-8 16,0-1-10-16,1-3-4 0,-1-2-5 0,3 0-7 16,-3-3 3-16,3 1-2 0,-3-4 5 0,0 2-5 15,-3-5 3-15,2-1-3 0,-1 2 4 0,0-5 2 16,-4-1 3-16,0 1-6 0,-3 3-1 0,0 0 0 16,2 0 0-16,-4 1 4 0,4 2 4 0,-4 1 6 15,1 1 2-15,-1 7-9 0,1-8 0 0,-1 8 2 16,0 0 7-16,0 0-4 0,0 0 0 0,0 0 4 15,8 29 4-15,-8-15-2 0,2 1-3 0,0 2-4 16,0 2 5-16,3-2 0 0,-1 0-3 0,-1 1-30 16,3-2-36-16,2 0-38 0,-2 0-51 0,1-6-60 15,3 0-53-15,0-2-243 0,-1 0-542 0,4-5 240 16</inkml:trace>
  <inkml:trace contextRef="#ctx0" brushRef="#br0" timeOffset="-200429.46">12498 12133 2230 0,'4'-32'0'0,"0"2"82"0,-4 2 10 0,1 4 10 0,-1 8 16 15,0 5 17-15,2 0 6 0,-2 5-10 0,2-3-23 16,-2 9-9-16,0 0-15 0,0-8 3 0,0 8 6 16,0 0 23-16,-4 30-5 0,3-5 4 0,-3 3 0 15,0 2-3-15,-1 4-5 0,1 0-1 0,-1 13-5 16,3-12-7-16,1-1-9 0,-5-2-8 0,4 2-10 15,-2-2-7-15,1-2-5 0,-1-1-4 0,-2-2-35 16,4-3-24-16,0-5-41 0,0 0-57 0,2-3-32 16,-2-3-39-16,0-3-44 0,-3 0-57 0,5-3-54 15,0-7-266-15,-4 9-646 0,4-9 286 0</inkml:trace>
  <inkml:trace contextRef="#ctx0" brushRef="#br0" timeOffset="-200146.14">12311 12350 2207 0,'-2'-10'34'16,"2"2"3"-16,0 8-24 0,0-13-9 0,4 8-5 16,-4 5 1-16,11-6 0 0,1 1 6 0,-1 1 5 15,5 0 4-15,2 3 12 0,3-3-11 0,8 3 1 16,-8-2-1-16,9-1 1 0,-1 3-2 0,0-2-3 0,-2 0 8 16,-4 3-6-16,-4 0 1 0,-2-2 5 15,-4 2 4-15,0 0 4 0,-6-1 6 0,-7 1 0 16,13-1 2-16,-13 1 0 0,10 1-7 0,-10-1 13 15,7 4 13-15,-3 0 3 0,-4-4 14 0,4 14 1 16,-2-3 10-16,-2 0 2 0,2 3-8 0,-1 1-6 16,-1 0-7-16,1 1 0 0,-1-1-6 0,-1 1-5 15,2 0-12-15,-1 0 0 0,0 0-9 0,-1-4-29 16,-2 3-40-16,3 1-46 0,0-3-57 0,-4-2-71 16,4-1-82-16,-5-2-198 0,5-8-532 0,-4 13 236 15</inkml:trace>
  <inkml:trace contextRef="#ctx0" brushRef="#br0" timeOffset="-199457.91">12908 12262 84 0,'-6'6'249'0,"0"1"-2"0,1 0-8 0,-3 3-16 0,2-1-7 16,2 1-15-16,-1 0-13 0,1 1-16 0,2 0-15 15,-1 0-19-15,0 1 0 0,3-1-20 0,3 1-14 16,0 0-8-16,1-1-9 0,0-2-11 0,1-1 16 16,3 0-6-16,2-2-7 0,-1 0-6 0,0-2-11 15,0-2-3-15,-2 1-8 0,1-2 2 0,-8-1-5 16,13 0-9-16,-13 0-5 0,14-5 3 0,-7 0-9 16,-2 0-2-16,-1-3-3 0,1-2-5 0,-3 2-1 15,1-2-3-15,-1-2-8 0,-2 1-4 0,0-6 5 16,0 1-6-16,0 3-1 0,0-5-1 15,4 0 3-15,-2 0-7 0,3 2 1 0,1 0 1 0,-2 0 4 16,2 7-5-16,2 0 2 0,-1 1 2 0,2 5 3 16,2 3 3-16,-2 0-1 0,2 3-3 0,-1 6 2 15,3 1-1-15,-1 3 7 0,-2 1 8 0,-1 1 6 16,1 2 4-16,-4 1 9 0,3-2 1 0,-5 2 1 16,1-1 1-16,-1-2-3 0,-4 0-9 0,3-5 3 15,-1 0 1-15,-2-3 4 0,0 0 5 0,0-7-1 16,0 9 29-16,0-9 0 0,0 8 5 0,0-8-20 15,0 0 6-15,0 0-8 0,0 0-3 0,0 0-5 16,0 0-9-16,0 0-5 0,9-26-11 0,-5 17-4 16,5-1 0-16,1-6-14 0,3 0 4 0,7-5-6 15,-4 2 2-15,0 6-3 0,1 2 6 0,6-5-9 16,-5 7-1-16,-2 1 6 0,0 2-5 0,-3 3 7 16,-2 3 6-16,3-2 2 0,-3 5 0 0,1 2-6 15,-2 2 10-15,1 2-4 0,-3 2 1 0,-4-1 4 16,-2 2 1-16,0 4-21 0,-2 0 18 0,0 0-1 15,0-3-43-15,0-2-66 0,0 4-79 0,-4 1-90 0,4-4-115 16,-2-1-256-16,-2-2-690 0,4-9 306 0</inkml:trace>
  <inkml:trace contextRef="#ctx0" brushRef="#br0" timeOffset="-199294.77">13785 12436 55 0,'6'-3'471'0,"1"0"-20"0,-7 3 17 0,8-4 0 15,-8 4-22-15,5-4-38 0,-5 4-46 0,7-3-33 16,-7 3-36-16,0 0-41 0,0 0-62 0,0 0-74 16,7-4-87-16,-7 4-111 0,0 0-119 0,0 0-184 0,0 0-227 15,0 0-663-15,0 0 293 0</inkml:trace>
  <inkml:trace contextRef="#ctx0" brushRef="#br0" timeOffset="-139091.95">5158 13508 16 0,'0'0'49'0,"2"-13"4"16,-1 7 2-16,1-2 12 0,-2 8 13 0,0-15-6 15,0 5-3-15,0 1 10 0,-2-1 6 0,1 0-7 16,1-2-2-16,-2 0 15 0,2 0-15 0,0 0 2 16,0 1 15-16,-2 2-2 0,1-2 0 0,0 2-9 15,-2-1 1-15,3 2 4 0,0 8-3 0,-2-14-2 16,0 8 6-16,2 6-12 0,-1-10-4 0,1 10-4 15,0 0-7-15,0-9-5 0,0 9-7 0,0 0-6 16,0 0-7-16,0 0-6 0,0 0 0 0,0 0 6 16,0 0 0-16,4 32 0 0,-4-14 1 0,1 7-1 15,-1-6-1-15,2 6 3 0,-1 2-3 0,-2-1-2 16,1-5-1-16,-2 3-4 0,1-4 1 0,0 1-5 16,-2 3 0-16,0 1-1 0,2-9-10 0,-1 5 5 15,0-1-3-15,1-3-4 0,-2-1-11 0,1 2-21 16,-1-6-18-16,0 4-13 0,-2-2-33 0,1-4-41 15,0-1-35-15,0 1-43 0,-3 1-180 0,-1-1-412 16,-1-4 182-16</inkml:trace>
  <inkml:trace contextRef="#ctx0" brushRef="#br0" timeOffset="-138689.87">5366 13309 81 0,'19'17'144'0,"-4"5"-1"16,1 5-8-16,-5-1-8 0,-3 6-6 0,1 1-6 15,-3 0-2-15,-2-2-9 0,-1-2-9 0,-1-2-9 16,-2 1-5-16,-2 1-10 0,-1-4-6 0,0-6 1 15,-3 7-11-15,0-2 0 0,-2-6-9 16,-1 0-11-16,-1 4-28 0,-3-4-34 0,-5 0-26 16,2-4-46-16,-7 1-44 0,1 1-95 0,-5-6-256 0,7-3 113 15</inkml:trace>
  <inkml:trace contextRef="#ctx0" brushRef="#br0" timeOffset="-138480.45">4598 13536 27 0,'-8'14'184'0,"0"2"-9"16,3 3-9-16,3-2 5 0,-1 4-16 0,6 4-11 16,0-5-11-16,1 4-13 0,7 1-14 15,-4-8-10-15,7 5-5 0,1-6-28 0,4 3-31 0,1-2-51 16,2 0-48-16,1-3-53 0,-5-3-124 0,-2-3-262 15,2-1 116-15</inkml:trace>
  <inkml:trace contextRef="#ctx0" brushRef="#br0" timeOffset="-138316.15">5059 12979 10 0,'-2'-6'212'16,"2"6"-51"-16,-4-7-46 0,4 7-44 0,0 0-53 0,0 0-65 16,0 0-43-16,0 0-98 0,0 0 43 0</inkml:trace>
  <inkml:trace contextRef="#ctx0" brushRef="#br0" timeOffset="-135424.12">7340 13379 129 0,'0'0'148'0,"0"0"2"0,0 0-6 0,0 0-6 16,14 8-2-16,-3-6-13 0,3-1-7 0,4-1-12 0,1-1-9 15,4-1-6-15,7 1-10 0,1-1-7 16,2 0-7-16,-2 1-10 0,1-1-7 0,0 2-16 16,-2-3-22-16,1 2-17 0,-3-1-25 0,-2 0-29 15,-4 2-29-15,1-3-26 0,-3 2-123 0,-2 0-256 16,1 0 113-16</inkml:trace>
  <inkml:trace contextRef="#ctx0" brushRef="#br0" timeOffset="-135154.5">7565 13423 76 0,'0'0'178'0,"0"0"-9"0,0 0-18 15,0 0-12-15,0 0-1 0,-7 7-9 0,7-7-3 16,0 15 6-16,-2-3-2 0,5 4-12 0,-4 0-4 15,2 3-1-15,-1 1-4 0,-3 6-9 0,2-1-6 0,-1 0-9 16,3 0-6-16,-2 1-6 0,-1 1-9 16,1 0-8-16,1 1-4 0,-1-1-3 0,-1 0-4 0,1-4-15 15,0-1-32-15,-3-4-26 0,0 7-36 16,3-6-47-16,-2 0-37 0,2-2-38 0,-4 3-149 16,4-3-364-16,-1-4 162 0</inkml:trace>
  <inkml:trace contextRef="#ctx0" brushRef="#br0" timeOffset="-134851.89">7647 14026 27 0,'15'-8'209'0,"2"-2"-12"0,0 0-11 16,7-3-14-16,-4-3-15 0,7 4-9 15,-4-4-10-15,3 1-13 0,-3 0-6 0,-7 2-3 16,7-2-7-16,-3-3-6 0,-6 3-10 0,-2 1-7 15,1-3-7-15,-3 2-7 0,1-2-7 0,-5-1-5 0,-1 2-4 16,-1 0-8-16,-4 5 2 0,0 2 3 16,-3-1-4-16,-2 1-5 0,-1 3-8 0,-3 1-3 15,0 2-7-15,-4 4-1 0,0 0-1 0,-7 8-4 16,-1 5-2-16,4-1-5 0,-1 6 1 0,-1 3 0 16,2 1-2-16,5 0-3 0,6-1 2 0,0 2-3 0,2-6-1 15,3 7-13-15,2-6-28 0,4-4-32 0,1 2-38 16,2-3-38-16,0-4-43 0,4 2-38 15,0 1-123-15,3-4-373 0,1-1 165 0</inkml:trace>
  <inkml:trace contextRef="#ctx0" brushRef="#br0" timeOffset="-134324.78">8139 13839 98 0,'3'-6'213'16,"-3"6"-21"-16,2-6-20 0,-2 6-6 0,0 0-7 15,0 0 2-15,8 14-13 0,-7-5-7 0,-1-1-11 16,-1 2-4-16,0 1-8 0,-1 1-5 0,1 1-10 16,1-2-6-16,-1 0-6 0,-2 2-5 0,2-5-12 15,1-1-2-15,0-7-6 0,-1 12 1 0,1-12 9 16,-2 9 11-16,2-9 8 0,0 0-8 0,-3 4-1 16,3-4-9-16,0 0-9 0,0 0-8 0,0 0-7 15,-3-24-4-15,3 13-5 0,0 1-4 0,1-2-4 16,1-5-3-16,0 5-8 0,2-8-1 0,2 1-10 15,1 1-10-15,2-5-8 0,1 4 2 0,7-2-5 16,-6 6 2-16,4 2-2 0,-2 4 0 0,-3 3-1 16,2 2-1-16,-2 1 1 0,3 5 5 0,-13-2-5 15,18 9 2-15,-7-2-2 0,-1 1 4 0,-2 0 1 16,1 7-1-16,-5-5-2 0,2 5 3 0,-1-4 0 16,-1-2 1-16,1 1 1 0,-2 0-2 0,1-2 2 15,-2-3 0-15,-2-5 7 0,4 5-3 0,-4-5 1 16,0 0-1-16,0 0 0 0,0 0 3 0,0 0-6 15,0 0 5-15,0 0-1 0,0 0-5 0,0 0 2 16,-9-33 1-16,14 22-5 0,0-5-2 0,2 0 0 16,2-1-2-16,3 0 1 0,-3 2 1 0,4-1-1 15,1 3 1-15,0-1-1 0,3 6-1 0,-4-2 2 16,3 3 0-16,-4 3-3 0,2 3 1 0,-3 1-1 16,0 2 8-16,1 4 3 0,-1 1 3 0,0 5 1 15,-2-1-1-15,-1 5 4 0,1 0-1 0,-2 2 1 16,0 1 7-16,-5 1-8 0,5 5-2 0,-5-6-6 15,0 0-17-15,0 0-24 0,0 0-30 0,-2-2-37 0,1 0-47 16,0-5-55-16,-1-2-45 0,0 1-184 16,1-4-473-16,3-1 211 0</inkml:trace>
  <inkml:trace contextRef="#ctx0" brushRef="#br0" timeOffset="-134081.72">8824 13476 57 0,'0'-29'278'0,"1"4"-5"16,-1 6-9-16,0 2-7 0,0 6-12 0,2 2-22 16,-2 3-35-16,0 6-20 0,0 0-5 0,0 0-1 15,12 19-3-15,-4 5 1 0,1 6-7 0,-3 17-6 16,1-1-3-16,-6 7-7 0,-1-19-14 0,1 15-6 16,-1 0-13-16,-1 1-8 0,-1-3-9 0,-2-11-18 15,4-1-6-15,-3 0-1 0,2 0-8 0,-2 0-6 16,1-2-17-16,-2-3-31 0,1 0-28 15,-2-5-24-15,1 1-37 0,1-6-36 0,-4-2-49 0,2-3-59 16,-2-3-57-16,-2 0-218 0,2-2-548 0,1-3 243 16</inkml:trace>
  <inkml:trace contextRef="#ctx0" brushRef="#br0" timeOffset="-133838.28">8839 13802 1792 0,'4'-29'1'0,"3"3"69"0,0 0-44 15,0 9 16-15,-1 2 3 0,3-1 11 0,4 5 14 16,2-1 4-16,3 3 0 0,1 0 4 0,2 3-2 16,0 3-5-16,0 1-6 0,-1 2-1 0,-1 1 4 15,-1 4-13-15,0 2-5 0,-2-1-5 0,-2 2-2 16,-7 1-8-16,1 0 1 0,-3 2-2 0,-4-3-3 16,2 8-7-16,-7-4 11 0,-1-2-12 0,-1 6-3 15,-5-1 0-15,4-6-1 0,-6 3-5 0,0-2-8 16,-2 0-20-16,1 0-23 0,-5-1-27 0,1 0-30 15,-3-1-58-15,2 0-53 0,2 0-54 0,-3-3-131 16,8 1-422-16,0-5 187 0</inkml:trace>
  <inkml:trace contextRef="#ctx0" brushRef="#br0" timeOffset="-133114.97">9156 14008 153 0,'0'0'221'0,"17"-13"-4"0,-9 9-11 0,8-3-13 15,0 2-15-15,0-5-12 0,5 3-14 0,-3-2-14 16,2-1-8-16,4-3-6 0,3-2-12 0,0 0-8 16,0 1 1-16,-3-3-15 0,2 2-4 0,-8 6-3 15,5-9-6-15,-4 0-8 0,-6 2-12 0,-1 0-4 16,0 1 0-16,-5-2-8 0,-1 0-3 0,-2 0-3 15,-1 4-26-15,-4-3 6 0,0-1-5 0,-2 5-1 16,-2 0-3-16,-1 2 1 0,-1 1-5 0,-4-1-1 16,1 3-2-16,-1 2 0 0,1 0 0 0,0 3 6 15,-2 0-10-15,-2 5 9 0,-1 3-10 0,-2 1 4 16,3 4-3-16,-5 5 2 0,6 0-7 0,-2 7 7 16,3 1-8-16,2-1 5 0,7-6-1 0,-3 8 1 15,5-6 2-15,4-1 0 0,-1 0-3 0,5-1 6 16,3-1 6-16,0 0-6 0,4-3 5 0,1-1-6 15,3 1 7-15,7-3-1 0,-5-3-2 0,2-4 1 16,-2 0-1-16,8 0 1 0,-6-3-1 0,0 0 2 16,-2-3-3-16,1 0-1 0,-2-3 1 0,-1 0 3 15,-2-2-3-15,-2-1 1 0,-1 2 3 0,-4-2 2 16,-1 2-1-16,-2-2-6 0,0-1-1 0,-2-2-2 16,0 1 0-16,0-3 5 0,-1-2-3 0,-1 5 0 15,1-6-3-15,-1 3 3 0,2 3 0 0,0-2-3 16,1-3-3-16,-1 3 1 0,2 5 1 0,-1-4-2 15,4 4-3-15,-1 0 6 0,0 4-3 0,-1-2-1 16,1 4-1-16,2 0 9 0,1 4-7 0,1 0-3 16,-2 4-1-16,-2 2 4 0,4 4-3 0,-5 4 0 15,2 1 2-15,-2-1 1 0,0 8-1 0,-3-5 1 16,0 1 9-16,-1-3-6 0,-1 5-1 0,-1-5 0 16,-1-1-2-16,2 1 2 0,-1-1 1 0,0-4-22 15,1 0-27-15,-2-1-36 0,1 0-50 0,0-4-57 16,2 0-44-16,-3 2-160 0,0-9-428 0,7 10 190 0</inkml:trace>
  <inkml:trace contextRef="#ctx0" brushRef="#br0" timeOffset="-132766.34">10259 13687 34 0,'-11'-5'255'0,"-3"2"-5"0,1 3-8 16,-6 1-7-16,1 3-18 0,-1 4-12 15,0 1-15-15,-3 8-14 0,4-5-21 0,4 2-9 16,0 0-19-16,2 1-11 0,3 1-12 0,2-3-10 16,4-1-12-16,-2 4-5 0,4-3-7 0,2-3-2 15,2 2-8-15,1-2-7 0,1-3-1 0,3-1-3 16,-2-3-6-16,1 0-1 0,5-2-5 0,-1-1-4 16,2-4-7-16,0-1 2 0,0 0-3 0,2-3-2 15,-1-3-4-15,0-1-2 0,1-2-1 0,-2 1 2 16,0-1-2-16,-1 0-3 0,-2 0-3 0,-3 1 2 15,-2 2 3-15,-1 3 3 0,-1 2 3 0,1 0 2 16,-4 6-4-16,4-10-6 0,-4 10 2 0,5-4-7 16,-5 4-5-16,0 0-5 0,0 0 8 0,0 0-5 15,0 26 2-15,-3-11-1 0,3 2 2 0,-2 0-13 16,2-1-21-16,2 3-38 0,-2 0-42 0,1 0-62 16,1-1-68-16,0-2-253 0,-1 3-534 0,3-3 237 15</inkml:trace>
  <inkml:trace contextRef="#ctx0" brushRef="#br0" timeOffset="-132459.75">10452 13566 2672 0,'10'-36'-3'15,"-2"5"-24"-15,-1 3 12 0,-1 4 17 0,0 7 8 16,-2 0 11-16,-3 5 5 0,3 3 12 0,-2 2 2 16,-1 1-11-16,-1 6 1 0,0 0-2 0,0 0 0 15,0 0 5-15,11 19 11 0,-8 0 1 0,-3 9 2 16,1 3-1-16,-3 2 5 0,-1 3-5 0,-3 12-2 16,1-1-6-16,-1-11-5 0,3-1 5 0,-4 1-5 15,5-2-3-15,-3 1-5 0,2-2-3 0,-2-3-1 16,-2 2-2-16,5-7-25 0,1-4-27 0,-1-3-30 15,0-2-36-15,2 0-41 0,-1-5-62 0,1-1-47 16,0-2-202-16,0-8-488 0,0 0 217 0</inkml:trace>
  <inkml:trace contextRef="#ctx0" brushRef="#br0" timeOffset="-131615.25">10335 13691 8 0,'10'-6'191'0,"0"3"-8"16,5 0-8-16,5 1-6 0,1 0-9 0,1-1-12 16,7-1-8-16,2 2-11 0,-2-2-11 15,0 4-11-15,-10-3-5 0,3 3-8 0,-2 0-8 0,-2 0-7 16,-5 0-3-16,-2 1-6 0,0 1-10 0,-1-1-4 16,-3 4-6-16,-2-2 1 0,-1 3 3 0,-1 2 0 15,-1 4 2-15,0 2-2 0,-1 2 1 0,-1 0-1 16,-1 0-6-16,-1 0-2 0,2 2-3 0,-1 0-4 15,1-3 1-15,1-4-4 0,1 2-4 16,0-3-2-16,2 1-4 0,0-3 0 0,-2-1-4 0,2 0-2 16,0-4 4-16,1 1-8 0,2-2 3 0,-7-2-2 15,15 0 0-15,-6-2-3 0,0-3-2 16,1-2 2-16,0 0-3 0,-1-1-2 0,5-3 2 16,-7 1 0-16,2-5-1 0,-3 5-3 0,2-6-2 0,-2 0 4 15,-3 0-1-15,1-2-3 0,2 0-1 0,-1 1-2 16,-1 0-2-16,0 2 1 0,-4 3 1 0,1 1-1 15,1 5 3-15,0-1-4 0,-2 7-1 0,1-11-6 16,-1 11 7-16,0 0-9 0,0 0 3 0,0 0-1 16,0 0 0-16,0 0 5 0,9 35-4 0,-9-16 4 15,3-2 3-15,0 1 9 0,-1 0-3 16,1-1-5-16,1 1-4 0,3-5 1 0,-1 3 1 0,-2-4 5 16,5 2 3-16,-3-6-6 0,3 0 5 0,-2 0-2 15,0-4 5-15,0 0 0 0,0-1-1 0,1-3-1 16,0 2-2-16,-8-2 1 0,18-4 3 0,-8-1-4 15,-3-1 2-15,2-1-4 0,-1 0 2 16,0-4-4-16,-3 0 5 0,4-3-3 0,-4-2 0 0,1 2-7 16,2-1-7-16,-3-3-3 0,1 2-5 0,1-3 1 15,-1 2-2-15,4 1 0 0,-2 0 1 0,1 2-1 16,1 2 2-16,-3 3 2 0,0 0-1 16,2 2-2-16,1 0 0 0,-1 3 2 0,1 2-2 15,1 2 6-15,-1 4 2 0,-1 1-1 0,0 3 4 0,-1 1-2 16,0 4 3-16,-2 3 5 0,-1 1 7 0,0 0 4 15,-1-2-2-15,1 4-2 0,-3 0 3 0,1 5-4 16,1-8 2-16,0-1 1 0,0-3 3 0,4 2 6 16,-1-3 6-16,1-3 4 0,4 0 4 0,3 0 10 15,2-3 2-15,4-2-9 0,-1-2-9 16,1-1 8-16,4-3-9 0,-3-1 4 0,7-3-3 0,-2-2-4 16,-2-3-1-16,0-2 2 0,-8 5 1 0,-1-5-2 15,4-4-6-15,-1 0 1 0,-7 3 1 16,-2 0-6-16,-1-5 3 0,-3 4-3 0,1-9 1 15,-7 9-1-15,0-2-3 0,-3 2-3 0,1 2 3 16,-2 3-2-16,2 1 0 0,-5 3-2 0,1 2 1 16,0 2-5-16,6 3 2 0,-19 4-2 0,7 1 1 0,-2 6 1 15,2 0-4-15,-2 4 0 0,3 0 1 0,2 1-1 16,2 2-15-16,1-2-20 0,4 1-28 16,2 0-15-16,1 1-31 0,4 0-23 0,9-1 6 0,7 1-15 15,9-3-27-15,20 3-21 0,2-7-17 0,3 3-23 16,4-2-131-16,-1 0-391 0,2-1 173 0</inkml:trace>
  <inkml:trace contextRef="#ctx0" brushRef="#br0" timeOffset="-130885.08">12652 13586 157 0,'-8'-13'252'0,"-6"0"0"0,-3 3-8 0,0 3-9 15,1 0-15-15,-3 4-17 0,0 3-15 0,-8 2-24 16,1 6-12-16,-1 3-18 0,-3 4-1 15,2 2-19-15,1 4-9 0,6 2-6 0,1 0-14 0,6 1 0 16,1-2-16-16,6-3-6 0,2 6-2 0,3-6-10 16,4-2-4-16,3 1-4 0,2-2-5 0,2 1 1 15,0-3-7-15,3-3-3 0,3-1-2 0,1-4 2 16,3-1-3-16,0-2-2 0,1-3-5 0,2-3 0 16,-2-4 3-16,1 0-10 0,3-6 9 0,-1-3-5 15,-5-3-7-15,-1-2 4 0,-4-3-10 0,-2 0 2 16,1-1 6-16,-4-3-4 0,-4 1 8 0,-2-4-9 15,0 1 0-15,-3-3 1 0,-2 1-2 0,-1 0 0 16,2 0-3-16,-6-4-2 0,6 4 3 0,0-2 0 16,-2 7 2-16,1 0-7 0,1 8 2 0,2 2 1 15,0 6 0-15,0 3 0 0,0-1-4 0,0 9-4 16,-2-6-3-16,2 6 7 0,0 0-2 0,4 23-2 16,-2 3 5-16,-3 5-4 0,0 5 1 15,-1 12 3-15,5 0 0 0,-8 0 3 0,-2 0 2 16,5-12 0-16,2 8-1 0,-3-10 0 0,3-4 2 0,4 1-4 15,-2-2 3-15,4-4 1 0,1 0-3 0,1 0 1 16,0-11 3-16,1 2-2 0,1-1 1 0,0-7 0 16,-1-1-1-16,6 2-1 0,-1-5 7 0,6-2-6 15,2-4-3-15,5-2-1 0,2-3-7 0,-1-5-1 16,1-1 2-16,-2-3-8 0,2-4-2 0,-5 1 3 16,-1-1-1-16,-2-3-2 0,-2-1-2 0,-1-1 0 15,-7 0 3-15,-1 0-1 0,-6 6 3 0,-2-1 2 16,-2 1 2-16,0 2 0 0,0 5 10 0,-4 0 0 15,0 4 1-15,-2 2-1 0,-2 1-3 0,1 2 2 16,7 3-1-16,-29 9 0 0,14 2 1 0,-6 7-2 16,0 2 5-16,6-1-4 0,-1 4 2 0,3 1-2 15,9-5 1-15,-2-2 1 0,6 2 0 0,0 6-2 16,6-5 3-16,2-1-14 0,1-1-34 0,3-4-41 16,3 1-45-16,-1-2-56 0,10-2-61 0,-7-1-195 15,0-6-481-15,3 1 213 0</inkml:trace>
  <inkml:trace contextRef="#ctx0" brushRef="#br0" timeOffset="-130641.52">13306 13447 45 0,'2'-19'273'0,"-2"8"-4"0,2-1-3 0,0 3-27 15,-1 3-23-15,-1 6-24 0,0 0-20 0,0 0-13 16,0 0-3-16,6 37-6 0,-8-8-6 0,0 5-12 15,0 0-3-15,-5 13-8 0,1 1-12 0,1-1-8 16,-4-12-4-16,0 11-12 0,2-11-3 16,3 11-12-16,-3-15-8 0,0 0-2 0,5 0-8 0,-3-4-10 15,3 0-12-15,0-3-23 0,-2 2-35 0,1-10-24 16,1 1-24-16,-2 1-46 0,-1-7-53 0,5 0-52 16,-2-2-41-16,-3-1-151 0,1-2-454 0,4-6 202 15</inkml:trace>
  <inkml:trace contextRef="#ctx0" brushRef="#br0" timeOffset="-130232.36">13295 13673 81 0,'7'-8'206'0,"1"1"3"0,-1 3-6 0,0 3-12 16,-7 1-8-16,13 4-15 0,-4 1-19 0,-3 4-11 15,-2 0-7-15,2 2-14 0,-3 6-11 0,-3 1-6 16,-3 0-9-16,1 0-11 0,-4 5-6 0,-2-6-7 15,-3 0-12-15,1 0-18 0,0-3-14 0,3-2-14 16,-1-3-8-16,1-1 0 0,2-1 0 0,2-2-1 16,3-5-1-16,-2 5-2 0,2-5 2 15,0 0-3-15,0 0-1 0,0 0 1 0,21-7 2 0,-10 4-1 16,3-2 1-16,3-1-1 0,2-1 3 16,5-3 3-16,-6 4-3 0,11-5-2 0,-2 1 7 0,0 2-4 15,3-2 2-15,-1-3-2 0,0 2 0 16,-2-1 7-16,0-2-7 0,-1 1 6 0,-1-1 1 0,-2-1 4 15,-5 3 2-15,-7 0 11 0,2-1 1 0,-3 0 8 16,-2 4 5-16,-3-4 0 0,-3 3 13 0,0 0-3 16,-2 3 11-16,0 7-16 0,-8-13-1 0,5 9-10 15,3 4 6-15,-16 0-4 0,16 0 2 16,-21 10-1-16,8 0 3 0,-2 2 1 0,3 2-9 0,-5 7 3 16,8-4-3-16,-2-3-3 0,2 3-5 0,2 0 0 15,3-1-17-15,-1-1-30 0,3 1-41 0,-1-3-36 16,1 1-55-16,4-4-62 0,1-1-239 15,-2 0-493-15,2-1 218 0</inkml:trace>
  <inkml:trace contextRef="#ctx0" brushRef="#br0" timeOffset="-129876.24">13850 13673 185 0,'0'0'229'0,"0"0"-4"15,9 2-6-15,-9-2-5 0,4 10-14 0,-2-3-11 0,0 4-9 16,0 3-14-16,-4-3-3 0,2 2-10 0,0 0-16 16,0 2-13-16,0-3 0 0,0 4-18 0,-2-5-10 15,0-2-11-15,2 1-6 0,0-10-5 0,0 10-10 16,0-10 5-16,-2 10 3 0,2-10 4 0,0 0 13 16,0 0-9-16,0 0-3 0,0 0-13 0,0 0-6 15,0 0-4-15,16-16-3 0,-12 7-3 0,1 1-2 16,1-2-16-16,5-3 0 0,-1-2-1 0,9-3-6 15,-5 3-14-15,2-6-5 0,4 2-3 16,-7 6 2-16,3 0-9 0,-2 2 2 0,2 3 0 16,-7 1 0-16,-1 4-3 0,-1 1-1 0,-7 2-2 0,9 1 2 15,-9-1-2-15,13 10 2 0,-13-5 1 0,5 5 6 16,-5 2-2-16,-3-1-19 0,1 1-34 0,-2 6-34 16,-1-2-38-16,1 0-65 0,2 4-18 15,6-2-21-15,3 1-59 0,15 3-146 0,2-4-474 16,7-1 209-16</inkml:trace>
  <inkml:trace contextRef="#ctx0" brushRef="#br0" timeOffset="-129301.27">14690 13555 75 0,'-17'-8'241'0,"-7"-2"-14"16,-3 6-10-16,4 1-6 0,-1 7-16 15,6 1-18-15,-9 6-9 0,2 2-9 0,0 3-19 16,3 3-10-16,6 0-11 0,4-2-9 0,2 0-12 16,4 1-12-16,1 2-1 0,1-2-9 0,8 1-8 15,-2 2-6-15,2-5-7 0,3 1-1 0,1-2-10 16,1-1 2-16,-1-5-5 0,1-1-5 0,7 2-3 16,-5-6-2-16,-1 0 0 0,3-3-4 0,-2-2-3 15,1-2-4-15,-2-2-2 0,4-4 0 0,-5 0 1 16,2-2 6-16,-5-2 0 0,2-2-15 0,-1-5 7 0,-3 2-7 15,0-3-2-15,-4-5-1 0,4 0 2 0,-3-2-1 16,0-1-2-16,-1 1 0 0,-2-1 0 16,2-2-4-16,0 1 3 0,-2 0-3 0,0 1-2 15,2 3 3-15,0 5-2 0,0 5 9 0,-2 0 6 16,2 7 1-16,-1-1-4 0,1 10-5 0,0-10 0 16,0 10-4-16,0 0 2 0,0 0-4 0,-1 29 1 0,2-5 2 15,-1 5 0-15,-1 0 2 0,3 6 1 0,-3-5-4 16,1 3 1-16,0 1 2 0,1-2-2 0,1 1-2 15,0 1-3-15,1-4 9 0,-2-1-29 16,2-1-24-16,-2-2-15 0,3-2-37 0,-2-4-32 0,1-4-28 16,1-4-39-16,0 1-25 0,2-3-24 0,-1-1-135 15,3-3-412-15,-2 1 183 0</inkml:trace>
  <inkml:trace contextRef="#ctx0" brushRef="#br0" timeOffset="-129004.39">14910 13668 140 0,'0'0'221'0,"-13"-2"-9"0,0 4-11 16,1 1-10-16,-3 5-13 0,3-1-10 15,-3 5-14-15,1 1-10 0,2 2-12 0,0-4-7 16,4 1-13-16,2-2-10 0,-1 3-14 0,4-4-5 0,-2 2-9 16,4-2-3-16,-2 1-10 0,3-10-4 15,3 11-2-15,-3-11-9 0,6 8-1 0,-3-7-6 16,-3-1-2-16,13-3 0 0,-5-2-7 0,4-1-4 15,-2 0 2-15,0-1-4 0,0-2-3 0,1 1-1 16,-4-3-6-16,6-1 3 0,-6-1-6 0,4-1 2 16,-2 5-3-16,-3 1-2 0,2-1-1 0,-4 5 3 0,0-2-7 15,1 3 0-15,-5 3-3 0,0 0-4 16,12 0 2-16,-12 0 0 0,6 11-13 0,-4 0-23 16,0 0-30-16,0 5-42 0,-2 3-41 0,0-4-49 15,0 3-37-15,-4 1-129 0,4-1-395 0,0-2 175 16</inkml:trace>
  <inkml:trace contextRef="#ctx0" brushRef="#br0" timeOffset="-128786.03">15131 13726 224 0,'15'-21'221'0,"4"1"-5"15,-3 6-4-15,-4 2-8 0,4 1-18 0,-5 4-16 16,3 2-7-16,-2 1-16 0,1 3-17 0,2 1-10 15,-3 3-10-15,-1 2-9 0,2 4-8 16,-4 1-8-16,3 1-7 0,0 2-10 0,-4 3 0 16,0-1-12-16,-2 3-5 0,-3-2-6 0,1-5-17 0,-2 7-36 15,-2-1-45-15,0-5-41 0,0-1-65 0,1-1-66 16,-4 0-149-16,3 1-403 0,0-11 179 16</inkml:trace>
  <inkml:trace contextRef="#ctx0" brushRef="#br0" timeOffset="-128417.64">15632 13595 206 0,'-4'-5'244'16,"4"5"-16"-16,-9-4-18 0,9 4-10 0,-14 8-7 16,4 2-11-16,-3 3-16 0,1 4-14 0,1-1-8 15,2 2-14-15,-1 6-8 0,2 1-7 0,3-6-11 0,4-1-9 16,1-1-6-16,2-1-6 0,2-1-10 15,0 0-3-15,8-2-3 0,-1 0-8 0,3-3-3 16,3-1-9-16,0-5 1 0,1-1-6 0,4-3-3 16,5 0-3-16,1-3-9 0,-6-4 4 0,2-2-4 15,-5 0-3-15,5-4-3 0,-7 2 2 0,2 1-1 0,0-8-5 16,-6 4-1-16,0-3 2 0,-3 0-6 0,-2-1-1 16,-3 2 0-16,0 0-2 0,-2 0 1 0,-1 3-4 15,-2 2 0-15,-1 3-6 0,-1 1 1 16,2 7-2-16,-11-9-2 0,3 9-2 0,8 0 2 15,-25 9-1-15,7 3 1 0,1-1 2 0,-2 6 0 0,4-3-3 16,0 0 3-16,4 3-5 0,0-1-15 16,2 2-19-16,5 0-36 0,2 0-36 0,3 0-25 15,8-1-2-15,14 2-31 0,10-4-57 0,19 4-196 16,2-4-459-16,34 3 203 0</inkml:trace>
  <inkml:trace contextRef="#ctx0" brushRef="#br0" timeOffset="-127794.33">16736 13655 2189 0,'-6'-16'60'0,"-2"1"63"0,3 4-32 0,3 2-32 16,-3 0-25-16,3 4-12 0,2 5-6 0,-5-7 11 15,5 7 12-15,0 0 13 0,0 0 4 16,-17 17-1-16,12-6 2 0,-1 3 0 0,1 1-7 15,2 2-2-15,2-2 0 0,-1 3-3 0,2 0-2 16,2-3-1-16,-2-2-1 0,5-2-7 0,-1 0-4 16,1 2 2-16,0-4-1 0,3 0-1 0,1-1-3 15,2-3-4-15,-1 0-1 0,0-3 3 0,3-2-1 16,0-1-5-16,-13 1 0 0,23-8 6 0,-9 0-1 16,-4 0-8-16,-1-3-8 0,4-1 3 0,-5-2-2 15,-5-2 0-15,3 0-3 0,-6-1-2 0,-3 1 2 16,2-1 0-16,-2-2-4 0,-3 2 6 0,-2-1-9 0,2 1 1 15,-1 2 1-15,-3 2-1 0,3 4 1 16,1 1-7-16,1 2 4 0,3 0-3 0,2 6-5 16,-6-7 2-16,6 7 1 0,0 0-2 0,0 0 0 15,0 0-6-15,0 0 2 0,0 0-8 0,0 0-2 16,0 0-1-16,27 17-3 0,-7-15 5 0,9 1-2 16,4-2 1-16,1-2-6 0,1 1 4 0,0-5 2 0,-3-1 2 15,-2-2 4-15,-4-1 0 0,-7 1 3 16,-1 0 3-16,-4-5 0 0,1 0 5 0,-4 0 0 15,-4-3 4-15,0-1-2 0,-2-2 4 0,-4 0 0 0,0 0 3 16,-2-1 8-16,-2 4 8 0,1-2 7 16,-1 6-11-16,2 2 5 0,-1 0 8 0,2 3-9 15,0 7 4-15,-3-10-6 0,3 10-5 0,0 0 1 16,0 0-6-16,-17 22 7 0,7 2 9 0,1 3 5 16,1 5 4-16,-2 0 8 0,4 13 2 0,-2-10 6 15,3 9-3-15,-1-10 0 0,4 0-1 0,-3 4 11 16,4-4-15-16,0 14-4 0,-2-12-1 0,5 0 0 15,-1-3-4-15,0 3-9 0,-1-2 4 0,1-2-4 16,-2 1 3-16,1-2-2 0,-2-1-3 0,0 0-7 16,2-3-27-16,-2 1-37 0,-2-4-35 0,0-6-33 0,-1 1-55 15,0-8-52-15,1-1-63 0,-1-1-257 0,0 0-590 16,0-4 262-16</inkml:trace>
  <inkml:trace contextRef="#ctx0" brushRef="#br0" timeOffset="-127632.89">17013 13852 205 0,'8'-8'231'0,"-3"5"-12"0,5-1-16 16,3 1-14-16,6-3-24 0,8 1-13 0,6-1-14 16,2 2-29-16,3-1-49 0,-3-2-65 0,13-1-91 15,-13 0-166-15,-3-1-283 0,-2-1 124 0</inkml:trace>
  <inkml:trace contextRef="#ctx0" brushRef="#br0" timeOffset="-125181.79">18473 13500 33 0,'-4'-6'197'0,"-5"-1"-7"15,4 2-7-15,-4 0-14 0,-3 4-5 16,0 1-3-16,-1 3-13 0,-6 3-5 0,1 2-3 16,-5 6-8-16,2 2-12 0,1 4-3 0,3 1-7 0,-1 1-11 15,4 3-4-15,0 1-5 0,5-1-11 0,3-1-4 16,1 1-9-16,-2 1-5 0,9-7-5 16,-1-2-6-16,5 8-6 0,1-7-1 0,1-3-6 15,0 1 2-15,5 0-7 0,-3-4-28 0,4-1-23 16,2-1-15-16,-2-1-22 0,1-2-19 0,2-2-34 0,-4-3-18 15,7 0-16-15,-2-6 1 0,0 0 1 0,2 0 3 16,0-4 13-16,0-2 9 0,-2 1 16 0,-2-2 8 16,1-1 11-16,-4 0 10 0,-4-2 15 15,-2 2 15-15,1-2 18 0,-2-1 14 0,-2 3 9 16,-4 1 29-16,2 0 21 0,-1 2 1 0,-1 1 15 0,0 8 13 16,1-13 2-16,-1 13-7 0,-1-8-2 15,1 8-8-15,0 0 2 0,0 0-1 0,0 0 1 0,0 0 1 16,-16 17-4-16,14-7-7 0,1 2-3 0,-1 2-3 15,4 2-5-15,-2-5-2 0,3 3-5 16,3-1-8-16,0 0 3 0,0-3-3 0,10 0-3 0,-1 1-1 16,3-3-3-16,-3-1-1 0,6-4 1 15,0-1-2-15,-1 0-8 0,1-6 6 0,0 0-3 16,-3-2 2-16,1 0 1 0,-1-4-2 0,-3-1-2 16,0-4 4-16,-4 1-2 0,-2-2-2 0,-3-1 1 15,-1 0 1-15,-2-2-6 0,-3-1 2 0,-3 1-5 0,-4 2-1 16,-4-6 0-16,1 8-2 0,-1 1 1 0,-4 2-2 15,-1 3-3-15,-1 5 2 0,-2 0-2 16,-1 5-9-16,2 2-16 0,-4 2-16 0,-3 3-21 16,3 6-36-16,3-3-37 0,7 2-39 0,1 0-32 15,-1 1-149-15,4 0-382 0,3-5 170 0</inkml:trace>
  <inkml:trace contextRef="#ctx0" brushRef="#br0" timeOffset="-124947.99">19067 13437 219 0,'-1'-9'268'0,"2"2"-24"0,-1 7-22 0,0-10-23 0,0 10-22 16,0 0-16-16,0 0-1 0,0 0-7 0,0 0 1 16,5 36-23-16,-3-17-10 0,-2 7-13 15,1 1-4-15,-2 6-14 0,2-3-11 0,-4 1 3 16,2 0-12-16,1-2-14 0,0 3-6 0,1-3-2 0,-2-1-10 15,2 0-30-15,1-2-28 0,-1-1-33 0,-2-4-47 16,1-2-60-16,1-2-51 0,0-1-189 16,-3 0-433-16,0-3 192 0</inkml:trace>
  <inkml:trace contextRef="#ctx0" brushRef="#br0" timeOffset="-124747.68">19287 13497 16 0,'2'-12'273'0,"0"2"-16"0,-1 1-24 0,-1 1-26 16,0 8-19-16,0 0-17 0,0 0-12 0,0 0-2 0,0 0-8 15,5 22-11-15,-5-2-17 0,0 6-6 0,-1 1-13 16,-2 3-10-16,1 0-10 0,-2 1-8 16,1-2-24-16,2 3-33 0,-3-1-45 0,0-1-49 15,2-2-46-15,0 0-54 0,1-3-189 0,-3-1-397 16,4-7 175-16</inkml:trace>
  <inkml:trace contextRef="#ctx0" brushRef="#br0" timeOffset="-124483.49">19415 13912 75 0,'19'-21'186'0,"4"5"-10"16,0 0-3-16,-3-2-4 0,2 0-12 0,0 0-8 15,-3 0-4-15,3 2-13 0,-1-2-8 0,-4-1-3 16,2-2-7-16,-3 0-8 0,-4 6-5 0,-2 0 0 15,-3 0-2-15,-1 0-3 0,-3 5-6 0,-3-1-3 16,-3 1-6-16,-2 2-4 0,-1 1-9 0,-2 0-7 16,-3 5-1-16,0 2-10 0,-5 4-8 0,-3 1 1 15,-2 4-4-15,4 4-5 0,-4 4-3 0,5-2-3 0,0 5-5 16,4-3-4-16,5 1 9 0,2 1-3 0,2 1-10 16,4-3-1-16,2 1-22 0,2-3-23 15,4 1-27-15,0-2-31 0,2-1-30 0,3-1-50 16,1-2-33-16,4-4-24 0,0 2-148 0,-3-5-403 15,6-1 179-15</inkml:trace>
  <inkml:trace contextRef="#ctx0" brushRef="#br0" timeOffset="-124281.3">19979 13613 127 0,'-3'-11'222'0,"-4"3"-3"15,0 0-12-15,-1 3-11 0,-1 1-8 0,-2 3-17 16,-1 4-11-16,-5 1-9 0,1 4-8 0,-1 5-13 15,3-2-14-15,-2 3-13 0,4 1-9 0,2 1-9 16,0 1-6-16,4-2-8 0,4 2-8 0,-1 2-6 16,3-2-7-16,4 0-3 0,3-3-15 0,-2 1-24 15,4-6-31-15,0 2-33 0,1-3-35 0,1 0-48 16,6-2-41-16,2-2-42 0,-6 2-113 0,5-5-363 16,-2-2 161-16</inkml:trace>
  <inkml:trace contextRef="#ctx0" brushRef="#br0" timeOffset="-124063.95">20248 13409 64 0,'4'-10'259'0,"-3"5"-28"0,-1 5-27 16,0 0-7-16,0 0-4 0,0 0 0 0,0 0-2 16,-8 34-7-16,3-7-15 0,-1 3-10 0,2 1-14 15,-4 2-10-15,-3 0-13 0,1 0-13 0,-1 0-8 16,1 1-10-16,3-1-9 0,0-3-8 0,-1-2-4 15,3 1-9-15,2-1-27 0,0-4-22 0,0-7-29 16,1 0-35-16,-2-4-37 0,3-2-38 0,-3 0-41 16,1-3-39-16,-2 1-197 0,3-5-436 0,-2 1 193 15</inkml:trace>
  <inkml:trace contextRef="#ctx0" brushRef="#br0" timeOffset="-123768.16">20146 13707 84 0,'6'-6'159'16,"4"2"-8"-16,-3-1-6 0,3 5-7 0,-2 0-4 16,2 3-4-16,-1 3-12 0,-2 0-2 0,4 1-11 0,-4 2-10 15,1-1-6-15,1 5-8 0,2 0-7 16,-2-4-7-16,5 2 0 0,-1 1-8 0,-4-4-5 16,4-1-6-16,-3 0 0 0,4-4-7 0,0 1-2 15,-2-3 1-15,2 2 1 0,0-4 3 0,-3-1-3 16,0 0 3-16,-1-2 2 0,0 0 6 0,-2-4-5 15,-1 2-3-15,-1-2 3 0,-3 0 1 0,0 0-9 16,1-5 1-16,-4 2-4 0,-5 0-5 0,2-2-2 16,-2 3-4-16,-1-2-3 0,-2 3-1 0,-4-4-7 15,3 6-9-15,-1 0-19 0,-4 1-10 0,1 4-22 16,-1 0-30-16,-5 2-15 0,1 4-32 0,5-1-46 16,0 3-32-16,0 3-142 0,-1 1-371 0,5 4 165 15</inkml:trace>
  <inkml:trace contextRef="#ctx0" brushRef="#br0" timeOffset="-123426.08">20535 13909 67 0,'6'-9'231'0,"0"2"-14"16,-1 0-13-16,3-3-12 0,-3 0-10 0,-1-3-8 15,1-4-8-15,1 2-13 0,-3-2-13 0,1 0-14 16,1-1-8-16,-3 2-13 0,-2-3-7 0,-1 3-3 15,1-1-9-15,-1 1-9 0,-1 4-4 0,1 1-12 16,1-1-2-16,-4 2-6 0,4 2-6 0,0 8-2 16,-3-11-8-16,3 11-4 0,-2-9-6 0,2 9-1 15,0 0-6-15,5-7-4 0,-5 7 4 0,14 0-6 16,-3 0-1-16,0 2-3 0,2 3 1 0,0-2-3 16,-1 4 0-16,0-2-2 0,1 2 0 0,-2 2 2 15,-2-2-5-15,3 5 0 0,-3-3 1 0,-2 0-1 16,-2 1-2-16,2 1-2 0,-2 1 2 0,-3-2-1 15,4 6 3-15,-5-6-2 0,1-1 10 0,-2 2-11 16,2 1 1-16,-2-1-2 0,-2-2 3 0,1 4-14 16,-3-2-29-16,0-2-41 0,2 1-58 0,1-4-66 0,-6 6-225 15,5-5-466-15,2-7 206 0</inkml:trace>
  <inkml:trace contextRef="#ctx0" brushRef="#br0" timeOffset="-121828.39">21595 13462 49 0,'-8'-8'246'0,"-1"-1"-16"16,-3 4-12-16,-1 2-12 0,-6 3-4 0,2 3-10 16,-2 6-8-16,-7 5-11 0,-1 6-12 0,4 1-12 15,2 2-10-15,-1 2-12 0,7 2-10 0,2-1-13 16,5 0-12-16,4 1-7 0,0 1-9 0,7-3-5 16,1 1-6-16,4-2-5 0,2-6-8 0,-1 0-1 15,9-1-8-15,2 0-4 0,-1-4-1 16,4-2-3-16,4-1-13 0,-5-6-13 0,6 3-9 0,-1-4-7 15,-6-5 0-15,1-2-7 0,5 0-4 0,-7-3 2 16,-2-2 1-16,0-1 0 0,-1-2 0 0,0-1 1 16,-2-3 0-16,-4 1 6 0,2-6-3 0,-3 2 3 15,-1-3 0-15,-4 4 3 0,1-2-3 0,-1 1 1 16,1 0 3-16,-2 2 2 0,-2 0 0 0,0 4 11 16,-1 4 7-16,0-1 9 0,2 4-3 0,-3 6-2 15,0-11-9-15,0 11-3 0,0 0 2 0,0 0-1 16,0 0-3-16,0 0 2 0,-9 25 2 0,6-9 0 15,1-2 0-15,-2 1-2 0,3 2 2 0,-1 1-3 16,4-2-4-16,-1 1 2 0,3 0 8 0,-1-1-4 16,4-2-3-16,1 1-1 0,-3-6 2 0,4 1 3 15,-2-2-4-15,4-2 8 0,1-1-9 0,-1 0 1 16,0-3 2-16,4 1 1 0,3-3-7 0,-6-3 3 16,-3 0-2-16,0-4 1 0,2 1 0 0,1 0-1 15,-2-7-1-15,0 3 3 0,-2 0-2 0,1-5 2 16,1-3-5-16,-5 2 4 0,0-2 1 0,0 1-1 15,-2-1-2-15,0 0 2 0,0 3-5 0,0-2 5 16,-3 3-6-16,2 3 10 0,0 1 7 0,-4 0 7 16,2 3 1-16,0 7-5 0,0-11-3 0,0 11-6 15,0 0-3-15,0 0 1 0,0 0-2 0,0 0 5 16,0 0-3-16,-7 28 0 0,6-11-4 0,-3 1 0 16,2-1 2-16,0 2 0 0,2 0-1 0,2 1-1 15,-3-1 1-15,4-2 0 0,1 2-1 0,-2-3 2 16,4 0-1-16,-2-5 1 0,4 1 0 0,0-2 1 15,-2 0-3-15,5-5 3 0,-2 3 0 0,2-3 2 16,0 1 1-16,-2-5-1 0,5 1 0 0,-2-2 6 16,1-5-8-16,0 2-1 0,0-2 1 0,2-4 5 15,0 0-4-15,-8-1 0 0,6-1-1 0,-4-2-3 16,-1-3 4-16,2 0-4 0,-5-1-2 0,-1-2 5 0,0 1-3 16,-2-2-3-16,0-5-1 0,-6 0-2 15,0 0-2-15,0 6 2 0,-2 0-2 0,-2 2 1 16,0 3 1-16,1 1-2 0,-2 4 1 0,1 1 0 15,2 0 0-15,1 4-3 0,-2 1-2 0,7 3 1 16,-11-1 2-16,11 1 0 0,-12 1 4 0,12-1-6 16,-6 6 3-16,4 1 2 0,2-7-3 0,-1 10 3 15,1-10-2-15,8 15 4 0,0-8-5 0,2 0 3 16,0 0 5-16,5-1-1 0,6 0-1 0,-1-3 1 16,-1-1 0-16,3-2-3 0,0-2 2 0,-3 2 3 15,-1 0-2-15,-5 0 3 0,-1 0 2 0,-1 0-6 16,-5-1-1-16,-6 1 3 0,14 0-3 0,-14 0 9 15,8-2-12-15,-8 2 1 0,0 0-6 0,10 2 4 16,-2 1 1-16,-6 2-4 0,-2-5 2 0,4 12-1 16,-3-2 3-16,1 1 3 0,-2 6-1 0,2-1 0 0,-2-5-4 15,0 6 6-15,1-5-3 0,-1 4 1 16,3 0 7-16,-2 0-8 0,1-5 4 0,2 1 1 16,-1-2 2-16,4-1-6 0,-2-1 4 0,0 0-2 15,0 0 2-15,0-1 3 0,4-1-3 0,0-3-2 16,-1 1 2-16,-1-4 3 0,-7 0-3 0,18-2 2 15,-6 0 1-15,-3 1 0 0,0-4-7 0,0-1-4 16,-3-2-5-16,4 1-8 0,-5-4 2 0,0 0-4 16,1-5 4-16,-3 1 0 0,0-1 1 0,-1-1-1 15,-2 0 5-15,-2 0 4 0,4 0 0 0,-7 0-5 16,3 1 2-16,1 5 3 0,-1-5-3 0,1 5 2 0,-2 2 2 16,2 0 2-16,0 3-3 0,1 6-1 15,-3-11-1-15,3 11 0 0,0 0 4 0,7-9 0 16,-7 9-2-16,14 2 1 0,-14-2-1 0,20 7 3 15,-8 0 2-15,2 0-1 0,1 3-3 0,-5-2 4 16,3 3-3-16,0 2 3 0,-5-4-3 0,-1 1 4 0,-2 3-1 16,4 1-2-16,-4 2-1 0,-1-4 2 0,1 3-2 15,1-4 1-15,-3 0 0 0,5 0 6 16,-3-3-2-16,0 3 3 0,2-1-3 0,-2-3 5 16,5 0 3-16,-4-2-5 0,3 1-2 0,4-3 5 15,-2-2-3-15,1 1 1 0,6-4 1 0,-4 4-1 0,4-5 4 16,0 0-3-16,-7-2 2 0,1 0-4 0,0-1 6 15,-3-2-1-15,-1 0-5 0,1-1 2 0,-3-2-3 16,-2-1 3-16,-1 1 0 0,1-1 1 0,-3-1 0 16,-1 1 2-16,-3 0 3 0,1 0-1 15,-1 1 5-15,1 1 3 0,-1 3-2 0,-2-1 0 0,0 4-3 16,5 4 5-16,-8-4-12 0,8 4 4 0,-15 4 1 16,6 3 0-16,-4 2-1 0,0 3 0 15,2 2 0-15,1-1-5 0,-2 1 3 0,8-3-3 16,-2 5 1-16,0-1 3 0,2 2-6 0,0-6-2 0,5 5-28 15,-1-5-30-15,0 0-33 0,1 1-46 16,3-1-60-16,0-4-53 0,1 2-214 0,-5-9-502 0,7 10 223 16</inkml:trace>
  <inkml:trace contextRef="#ctx0" brushRef="#br0" timeOffset="-121463.66">23121 13679 101 0,'5'-3'220'0,"-5"3"-4"16,0 0 4-16,9 9-12 0,-9-9-13 16,1 13-13-16,-1-3-15 0,3 0-11 0,-3 3-3 0,-1-1-9 15,1 3-17-15,0-2-9 0,0-3-8 0,0 2-12 16,0-1-7-16,0-4-9 0,0-7-8 0,0 14-5 16,1-9 8-16,-1-5 14 0,0 0 13 15,-1 9 6-15,1-9-14 0,0 0-12 0,0 0-12 16,0 0-3-16,0 0-4 0,0 0-5 0,7-28-7 0,-4 16-11 15,0 3-5-15,1-8 1 0,3 2-6 16,2-2-7-16,2 2 7 0,-1-3-15 0,2 2-4 16,1 1-1-16,0 0-1 0,3 3-7 0,-3 1 4 0,-4 2-6 15,0 2-1-15,0 2 1 0,-3 1-5 0,-1 3 0 16,-5 1 1-16,13 4-4 0,-8 0 0 0,-2 1 4 16,1 3-3-16,-2 2 4 0,1 3-2 0,-2-2 3 15,1 0 3-15,-2 0-2 0,2 0-2 16,-2 3 3-16,0 1-5 0,2 2-29 0,-2-5-31 0,3 4-39 15,-2-2-47-15,2-3-68 0,1-2-66 0,-3-1-220 16,-1-8-544-16,10 9 241 0</inkml:trace>
  <inkml:trace contextRef="#ctx0" brushRef="#br0" timeOffset="-121194.46">23635 13394 281 0,'1'-12'291'0,"4"5"-27"16,-5-1-24-16,0 8-27 0,0 0-19 0,0 0-11 16,0 0-1-16,0 0 0 0,-3 31 4 0,1-7 0 15,-1 4-12-15,0 1 0 0,-1 1-12 16,-1-3 15-16,-2 3-12 0,2 0-12 0,-3-1-10 0,-1-4-19 16,3 4-8-16,-2-4-7 0,2-1-9 0,2 2-8 15,2-7-13-15,0 0-8 0,1 0-7 0,1-2-2 16,1-2-11-16,-1-4-5 0,2 1-27 15,0-3-32-15,0-2-37 0,0 0-22 0,2-1-30 0,-4-6-31 16,6 6-30-16,-3-2-31 0,-3-4-48 0,10 0-48 16,-10 0-248-16,0 0-582 0,15-9 258 0</inkml:trace>
  <inkml:trace contextRef="#ctx0" brushRef="#br0" timeOffset="-121042.2">23500 13640 115 0,'-6'-3'179'0,"0"0"0"0,6 3-8 16,-10 0-19-16,10 0-14 0,0 0-13 0,0 0-6 16,0 0-14-16,0 0-9 0,30-4-11 0,-2 4-46 15,8-1-40-15,22-2-35 0,5 1-88 0,37 1-100 16,-3-5-243-16,-2 2 108 0</inkml:trace>
  <inkml:trace contextRef="#ctx0" brushRef="#br0" timeOffset="-120729.34">24616 13475 153 0,'-5'-9'241'0,"5"9"-17"15,-3-7-17-15,3 7-21 0,0 0-19 0,0 0-16 0,9-12-1 16,2 10-16-16,1-2-9 0,6 0-16 16,3 3-11-16,8-2-9 0,-1 0-12 0,-6 0-16 15,0 3-34-15,-3-2-36 0,0 0-38 0,-2 2-38 16,-3-2-38-16,-3 1-30 0,-1-1-16 0,-2 2-101 15,0-1-291-15,-8 1 130 0</inkml:trace>
  <inkml:trace contextRef="#ctx0" brushRef="#br0" timeOffset="-120361.84">24805 13392 7 0,'0'0'149'0,"-10"-1"4"0,10 1-12 16,0 0-9-16,0 0 12 0,-5 7 2 0,5 0 8 15,-4 6 5-15,0 2-10 0,1 5-3 16,-4 4 4-16,3 4-15 0,-1-3-9 15,-3 3-5-15,3 0-6 0,-1-3-7 0,1 1-8 0,1 0-8 16,0-7-6-16,0 0-8 0,4 2-7 0,-2-2-6 0,0-1-8 16,4-1-5-16,-4-1-5 0,2-3-6 0,0-2-4 15,0 0-3-15,2-2-3 0,-2-2-1 16,0-7-3-16,0 11-4 0,2-6-2 0,-2-5-1 16,0 9 2-16,0-9-1 0,-6 5-1 0,6-5-4 0,0 0-5 15,-10 2-2-15,10-2 1 0,-13-3 0 0,4 0-5 16,-4 0-2-16,3 2-2 0,0-5 1 15,-3 2-1-15,3 2-3 0,3-1 1 0,-2 2 3 16,9 1-2-16,-9-2-1 0,9 2-2 0,-7-3-2 16,7 3 3-16,-8-1-1 0,8 1 0 0,0 0-1 0,0 0 4 15,0 0 3-15,0 0-2 0,0 0 2 16,0 0 2-16,28 6 1 0,-14-5 1 0,-1-1-3 16,9 0 1-16,6 2 0 0,1-2-1 0,3 1-4 0,1-1-25 15,-1 0-31-15,3 0-44 0,-4-1-54 16,2-1-56-16,2-1-51 0,-4 3-155 0,4-4-450 0,-3 0 199 15</inkml:trace>
  <inkml:trace contextRef="#ctx0" brushRef="#br0" timeOffset="-120151.58">25366 13723 35 0,'0'0'262'0,"0"0"-1"0,-10-10-6 0,10 10-9 15,-9-2-10-15,9 2-10 0,-15 0-9 0,3 6 5 16,-1 2-20-16,-1 1-9 0,3-4 0 0,-3 6-26 15,1 0-15-15,2-3-8 0,-1 5-26 16,4 2-4-16,3-3-10 0,3 0-9 0,0-2-6 16,4 3-5-16,0-3-19 0,2 2-2 0,5-2-20 0,6 0-30 15,3-2-48-15,4-2-47 0,7 3-43 0,6-4-53 16,-6-5-63-16,3 4-63 0,-10-3-169 16,8-2-511-16,-3 0 226 0</inkml:trace>
  <inkml:trace contextRef="#ctx0" brushRef="#br0" timeOffset="-119962.06">25891 13640 1933 0,'4'-16'95'0,"-1"4"33"0,-3 2-16 0,-1 2-24 16,2 0-6-16,-1 8 2 0,-1-10 0 0,1 10-10 16,-2-7-6-16,2 7-10 0,0 0-7 0,0 0-4 15,0 0-4-15,0 0-7 0,0 0 2 16,0 0-8-16,-12 17-7 0,12-17-28 0,-4 14-39 15,4-5-36-15,0 0-53 0,2 2-49 0,-2-3-35 16,2 3-186-16,-2 1-435 0,0-1 193 0</inkml:trace>
  <inkml:trace contextRef="#ctx0" brushRef="#br0" timeOffset="-119820.59">25870 13860 184 0,'0'9'222'0,"0"-9"3"15,-2 7-2-15,2-7-4 0,0 0-6 0,0 0-18 16,0 0-19-16,-2 7-19 0,2-7-12 0,0 0-13 15,4 7-16-15,-4-7-31 0,0 0-32 0,11 1-54 16,-11-1-68-16,18-2-67 0,-5 1-69 0,0-1-118 16,6-2-349-16,-1 1 154 0</inkml:trace>
  <inkml:trace contextRef="#ctx0" brushRef="#br0" timeOffset="-119672.96">26329 13734 122 0,'0'0'291'0,"0"0"0"0,8-2-21 0,-8 2-23 0,0 0-18 16,0 0-26-16,7-4-26 0,-7 4-28 0,0 0-37 16,0 0-32-16,0 0-41 0,0 0-61 0,0 0-83 15,7-2-66-15,-7 2-148 0,0 0-345 0,0 0 152 16</inkml:trace>
  <inkml:trace contextRef="#ctx0" brushRef="#br0" timeOffset="-118108.08">7682 14434 6 0,'-7'-2'72'0,"1"0"2"0,6 2-1 0,-13-4-1 0,4 3-3 16,3-2-2-16,6 3-3 0,-13-4-5 0,5 3 13 15,8 1-8-15,-11-2-7 0,11 2 4 0,-13-3-2 16,13 3-9-16,-11-4 2 0,11 4-13 0,-9 0 3 16,9 0-7-16,-10-1-2 0,10 1-11 0,-7-3 7 15,7 3 1-15,0 0 2 0,0 0-1 0,-9-1-5 16,9 1-2-16,0 0 2 0,0 0-5 0,0 0-1 15,0 0 0-15,0 0 3 0,0 0 1 0,0 0-4 16,0 0 4-16,0 0 6 0,0 0-14 0,0 0 8 16,23 19-3-16,-6-15 3 0,4 0 2 0,1-2-4 15,9 1 2-15,2-2 0 0,5 2-4 16,15-1-3-16,-1 0 8 0,1 0-9 0,-2 0 2 16,1-2 0-16,-1 1-8 0,4-1 4 0,-3 2-3 0,5-2 1 15,0 0 7-15,7 0-6 0,2-3 4 0,28-1 1 16,-4-2-2-16,2 3 5 0,-26-1-3 0,30 0 1 15,-4 0-1-15,-27-2-3 0,33 3 7 0,-7-2-2 16,2 0-2-16,-1 0 1 0,2 1-3 0,-2 1 2 16,-2 0-2-16,4-3-2 0,0 1 1 0,2 1-6 15,-3 4 6-15,3-4-3 0,2-1-3 0,-2 1-4 16,3-2 4-16,-3 2-5 0,0-2 3 0,1 2-1 16,2-2-3-16,-5 3 4 0,3 0-5 0,-1-2 3 15,2 2 4-15,-2-2-6 0,0-2 4 16,0 4 0-16,-6 1-2 0,11-2-3 0,-5 3 7 0,0-6-4 15,5 4 1-15,0 1 2 0,2 0 1 0,-4 0-3 16,0 2-1-16,-1 0 1 0,0 0 3 0,2-3-2 16,2 3-1-16,0-2 0 0,4 7-2 0,-5-5-2 15,0 0 3-15,-1 0-1 0,-2 0 5 0,3-2-4 16,5 1 5-16,4-3-5 0,2-1 0 0,-2 3-1 16,2-4 0-16,-1 5-2 0,-1 0-2 0,0-2 3 15,1 1 0-15,0-2 1 0,4 2 3 0,-1 1 1 16,-6 0-1-16,1-1-6 0,-2 1 9 0,2 0-5 15,1 3 1-15,0-2 0 0,-4-1 2 16,-4 0-2-16,4-1-1 0,2 1 0 0,-1 1 0 0,-4-3 2 16,7 3 1-16,-2-1 1 0,-1 0-2 0,-4-2-2 15,5 3 2-15,-9-1-2 0,2 1 6 0,-5-2-4 16,-1-1 5-16,0 0 1 0,-2 2 6 0,0-2-6 16,-25 3 1-16,29-2-3 0,-5 0 4 0,-31-1-2 15,35-1 4-15,-31 1-5 0,27 0 4 0,-27-1-5 16,25-4 3-16,-25 4-2 0,28-3-1 0,-34 4 9 15,3-4 1-15,-2 1-9 0,0 2 2 0,1 0 1 16,0-1-2-16,-4 2-1 0,-2-5 2 0,-2 5-5 16,-2 0 1-16,-15 0-1 0,1 1 2 15,-2-1-2-15,2 0 0 0,-3-1-1 0,-4 2-3 0,-1 1 2 16,-10-3 7-16,0 1-9 0,-7 3 0 0,1-1-2 16,-3-1 2-16,-4 1-3 0,-6 1-9 0,13-2-10 15,-7 2-28-15,-6 0-27 0,0 0-44 0,0 0-39 16,0 0-37-16,0 0-47 0,0 0-130 0,0 0-399 15,0 0 177-15</inkml:trace>
  <inkml:trace contextRef="#ctx0" brushRef="#br0" timeOffset="-117151.77">18653 14144 56 0,'0'0'104'16,"10"10"-10"-16,-1-6 5 0,3 2-7 0,0-1 6 0,6-1-4 15,3 2-1-15,10 1-1 0,0-3 1 0,4 0-6 16,2-2-1-16,1 0 0 0,15 1-2 0,-3 0 3 16,8-5-1-16,1 2-7 0,4-1-1 15,-1 1-5-15,2-3-7 0,0 6-5 0,1-6-4 16,-2 3-5-16,3 0-7 0,-1 0-2 0,2 0 0 0,-1 0-5 15,1 0-2-15,24 3 4 0,-26-6-6 0,28 3 2 16,-30 0-4-16,29 0 2 0,-31 3-1 0,6-6-1 16,26 3 4-16,-28-3-8 0,32 3 3 15,-6-1-2-15,-27 1 2 0,26-2-1 0,-24 3-5 0,23-2-2 16,-28 2 4-16,31-2-4 0,-28 1 4 0,28 0-9 16,-26 1-1-16,24-1 2 0,1-1-3 0,-26 3 2 15,27-2-1-15,-28 1-1 0,3-2 4 0,26 2-1 16,-26-1-3-16,25 3-2 0,-2-3 2 0,-27 4-1 15,28-5 0-15,-27 2 3 0,-1-1-3 0,28 2 3 16,-32-2-2-16,5 1 1 0,2-1-4 0,1 2 1 16,-1-5 1-16,26 3-1 0,-31-3 3 0,2 4 1 15,0-2 0-15,-1-2 0 0,0 3 3 0,-2-2 0 16,0 4-2-16,-3-4 0 0,-2 2 0 16,-1-2 5-16,5 2-1 0,-6 0-6 0,-3-1-3 15,5-2-3-15,-16 2 0 0,17 1-2 0,-2-1 4 0,-15 1-3 16,16-2 1-16,1-1-1 0,-3 2 2 0,-3 1-1 15,1-1 0-15,0 3-2 0,-16-2 1 0,2-1-3 16,15 1-3-16,-14 0 6 0,-1 1 0 0,4-2-3 16,-4 2 2-16,-1 1-2 0,1-4-1 0,0 1 3 15,0 0-3-15,0 1 1 0,-2 0 1 0,0-2-2 16,1-1-1-16,-1 0 5 0,-1 3 1 0,0-1 5 16,-4-1-4-16,2-2 5 0,-3 2-2 15,-2 0-1-15,1-3 4 0,-6 1-2 0,5 1 1 0,-9 3-4 16,2-3 6-16,-4 1-5 0,2 0-3 0,2 2-4 15,-6-2 2-15,0 2-4 0,0 0 4 0,-2 0-1 16,0 0 1-16,1 0-7 0,-1 0 7 0,-2 2-7 16,-4-2-4-16,-6 0 9 0,14 0-14 0,-5 1-12 15,-9-1-20-15,9 1-26 0,-9-1-20 0,8 0-29 16,-8 0-29-16,0 0-37 0,0 0-58 0,10-4-243 16,-10 4-521-16,0 0 231 0</inkml:trace>
  <inkml:trace contextRef="#ctx0" brushRef="#br0" timeOffset="-117028.09">25558 14082 22 0,'0'0'65'0,"0"0"-38"0,0 0-46 0,-20 13-22 16,9-10 10-16</inkml:trace>
  <inkml:trace contextRef="#ctx0" brushRef="#br0" timeOffset="-62154.26">13549 14920 139 0,'-7'-3'156'0,"7"3"-2"0,0 0-12 0,0 0-7 16,0 0-7-16,0 0-9 0,0 0 1 0,30-9-10 15,-15 6 0-15,7-4-4 0,6 3-5 16,1-1-8-16,2 1-8 0,3-2-7 0,-3 3-7 16,-2 2-7-16,-2-1-2 0,-7 1-20 0,0 1-22 15,-3-2-20-15,0 5-31 0,-3-3-29 0,-3 3-20 0,-2-4-30 16,-3 2-23-16,-6-1-24 0,14 3-87 0,-14-3-265 16,5 1 117-16</inkml:trace>
  <inkml:trace contextRef="#ctx0" brushRef="#br0" timeOffset="-61754.48">13766 14854 66 0,'0'0'147'0,"-10"-3"-11"15,10 3-1-15,0 0-1 0,-10 4 16 0,10-4-2 16,-4 11 7-16,4-1-7 0,-2 3-6 0,2 3-11 16,-3 2-7-16,6 8-2 0,-4 0-2 0,2 2-2 15,-4 0-13-15,5-2-5 0,-1 2-3 16,-1-4-13-16,0 8-11 0,0-14-6 0,2 7-7 0,-2-6-5 15,2 0-6-15,0-1-1 0,-2-2-6 0,2 3-2 16,-2-8-8-16,2 1-1 0,-2 2 6 16,3-5-12-16,0 1-2 0,-3-2 0 0,0 0-6 15,0-8 0-15,2 10-6 0,-2-10 2 0,0 9-2 16,0-9-4-16,0 0 3 0,0 0-5 0,-4 6-7 16,4-6 1-16,-12 0-6 0,12 0 2 0,-18-4-5 15,11 3 5-15,-2-3-1 0,-2 2 1 0,1-2 0 0,-1 3 3 16,3-1-6-16,8 2 4 0,-14-2-2 15,14 2 4-15,-11-2-7 0,11 2 1 0,-9-1 2 16,9 1 0-16,0 0-3 0,0 0 5 0,-10 0 0 16,10 0 2-16,0 0-2 0,0 0 5 0,0 0-2 15,0 0 1-15,21 13 2 0,-10-10-1 0,8-3 0 16,1 2 1-16,0-1-3 0,9-1-11 0,2-2-22 16,-2 3-28-16,1-1-44 0,-1 0-38 0,2-4-43 0,-2-1-39 15,-1 3-136-15,-1-2-393 0,0-3 174 16</inkml:trace>
  <inkml:trace contextRef="#ctx0" brushRef="#br0" timeOffset="-61517.02">14256 15237 112 0,'-7'0'192'0,"7"0"-7"0,-18 3 2 0,9 0-5 15,-2 1-2-15,0 1-1 0,0 1-6 0,1 1-6 16,-3 3 1-16,0 1-5 0,2 3-8 0,-1 1 6 15,1-2-22-15,2 3-3 0,2-2-9 0,-1 0-13 16,0 1-10-16,6-3-12 0,0 0-6 0,0 1-7 16,2 3-15-16,0-4-2 0,2-1-2 0,2 1-9 15,2-1-8-15,2-2-20 0,3-2-32 0,-1 2-29 16,5-2-35-16,-4-1-40 0,8 0-30 0,1-3-54 16,9 0-46-16,-11-1-185 0,2-3-464 0,0-2 205 15</inkml:trace>
  <inkml:trace contextRef="#ctx0" brushRef="#br0" timeOffset="-61348.32">14581 15337 132 0,'0'0'214'0,"8"-6"2"0,-8 6-5 16,9-5-7-16,-5 3-18 0,-4 2-18 0,10-6-15 16,-1 4-18-16,-1-1-9 0,1 2-10 0,4-3-13 15,0 1-24-15,6 0-28 0,-6 3-35 0,1-2-43 16,-3 2-40-16,0-2-49 0,-11 2-16 0,17 0-26 15,-14-2-111-15,-3 2-290 0,0 0 128 0</inkml:trace>
  <inkml:trace contextRef="#ctx0" brushRef="#br0" timeOffset="-61195.95">14723 15368 81 0,'0'0'96'0,"-10"9"0"0,5-3 5 0,-2-2 10 16,4 1-5-16,-1-1 3 0,-1 2 4 0,5-6-4 15,-6 7-6-15,2-4-8 0,4-3-2 0,0 0-3 16,0 0-8-16,0 0-9 0,8 10-10 0,-1-10-12 15,-7 0-27-15,19 0-32 0,-5 0-49 0,13-2-24 16,1 0-27-16,4-3-116 0,0 7-243 16,1-5 108-16</inkml:trace>
  <inkml:trace contextRef="#ctx0" brushRef="#br0" timeOffset="-60872.63">15932 15145 2567 0,'8'-26'23'0,"-4"8"13"0,-3-1 24 0,0 1-15 0,-1 2-9 16,-1 4-2-16,-2 2 20 0,2-1 13 16,1 1 6-16,-1 3 1 0,1 7 5 0,-4-12-1 15,4 12-3-15,0-7-7 0,0 7-13 0,0 0-11 16,0 0-4-16,0 0-3 0,0 0-3 0,0 0 7 0,-1 24 3 15,1-5 3-15,1 6-5 0,0 1-3 0,-3 3 9 16,-1-1-14-16,1 0 8 0,-2 0-5 16,0 3-9-16,-1-5 3 0,2 1-2 0,-1 1 1 15,2 0-14-15,-2-4 10 0,2-4-19 0,2-3 16 16,-3 0-13-16,3 0-7 0,0-5-27 0,0-1-40 16,0-2-31-16,0 2-34 0,0-2-27 0,-1-1-38 0,1-8-27 15,0 10-20-15,0-10-22 0,-3 7-199 16,3-7-500-16,0 0 222 0</inkml:trace>
  <inkml:trace contextRef="#ctx0" brushRef="#br0" timeOffset="-60435.99">15914 14995 139 0,'-5'-13'209'0,"0"0"-11"0,5 2-9 15,1 0-11-15,2 0-7 0,-1 0-19 0,3 1-10 16,3 0-10-16,0 3-11 0,2-1-7 0,5 3-8 16,1 2-2-16,-5 1-16 0,2 4-4 0,7-1-8 15,-2 2-7-15,-1 4-8 0,-1-1-8 0,-6 3-1 16,-1 1-7-16,2 2-5 0,-1 1 2 0,-2 2-9 16,-6-1-4-16,1 2-2 0,-4-1-2 0,-3 1-3 15,0-1-1-15,-2-1-5 0,-3 1 3 0,-3-1-3 16,5-5 5-16,-5 3-9 0,2-2 5 0,3-1-2 15,-3-1-6-15,5-4-3 0,-1 1 1 0,1-2-1 16,5-3 0-16,-7 8-4 0,7-8 2 0,-4 5 0 16,4-5 0-16,0 0 0 0,0 0 1 0,13 8-2 15,-1-6 0-15,-2 0 1 0,1 1-5 0,2-2 1 16,-1 0-1-16,-1 3-1 0,-1 0 3 0,1 1 2 16,0 0-3-16,-2 0-2 0,-3 4-1 0,-2-1-2 15,1 0 4-15,0 1 3 0,-5 1-4 0,-2-3 5 16,-2 5 0-16,0-3-6 0,-3 1 7 0,-4 1-6 15,-1 0 4-15,-3-3-2 0,2 5 2 0,0-8-2 16,-3 4-12-16,5-3-27 0,-6 0-31 0,4 0-35 16,4-3-44-16,-2 0-55 0,-1-2-184 0,12-1-419 0,0 0 185 15</inkml:trace>
  <inkml:trace contextRef="#ctx0" brushRef="#br0" timeOffset="-59587.95">16385 14966 1926 0,'2'-6'59'0,"1"-1"-34"0,-1 1-8 0,1-1 3 15,-3 7-3-15,4-8 2 0,-1 3 4 0,1 0 4 16,-4 5 5-16,13-6 2 0,-3 2-1 0,8-1-4 15,2 1-1-15,1 0-1 0,9 3-1 0,0-2 0 16,1 1-3-16,0 2 1 0,-3 0-4 0,-7 0-20 16,1-2-20-16,-5 1-19 0,-1 1-23 0,-4-1-22 15,-2 2-11-15,-2-2-25 0,-8 1-21 0,10-1-5 16,-10 1-8-16,5-3 14 0,-5 3 12 0,0 0 15 16,0 0 7-16,0 0 11 0,0 0 13 0,0 0 14 15,0 0 14-15,-19-13 21 0,11 11 8 0,8 2 7 16,-14-3 10-16,6 3 7 0,8 0 11 0,-17 0 14 15,9 2 7-15,8-2 14 0,-13 0 6 0,7 1 12 16,6-1-2-16,-11 2 7 0,11-2 16 16,-10 7 13-16,8-4-3 0,-2 3 11 0,0 4 2 0,1 0-1 15,0 7 9-15,0-1 1 0,0 5-6 0,0 3-4 16,-1 3-1-16,-2-2 2 0,2 3-7 0,1-4 0 16,-1 3-11-16,0-7-9 0,2 5-1 0,-2 1-8 15,1-9-9-15,0 4-3 0,0-3-6 0,1 0-4 16,0-1-3-16,1-1-1 0,0 1-9 0,-1-2-3 15,2-5-1-15,-1 3-7 0,1-4-2 0,-1 2 3 16,1-5-9-16,0-6 0 0,-3 11 3 0,3-11-6 16,-2 8-1-16,-2-2-11 0,4-6 0 0,-10 3-7 15,10-3-1-15,-13-2 3 0,13 2-6 0,-17-6-2 16,10 2-4-16,0 1 5 0,-1-5 2 16,0 2 1-16,3 1-3 0,1 0 5 0,0-1 0 0,4 6-4 15,-5-9 0-15,5 9 4 0,-2-7-2 0,2 7-4 16,0 0 5-16,8-6 0 0,-8 6-2 0,15-2 3 15,-4 4 1-15,0-2 0 0,4 0-1 0,3-2 2 16,4 2 3-16,6 0-5 0,2-1-14 0,0 0-26 16,0 1-35-16,2-3-32 0,0 2-37 0,-3-3-36 15,2-1-8-15,-3 0-13 0,-9-2 5 0,3 1 17 16,-3 0 19-16,-2 0 18 0,2-3 20 0,-4 0 24 16,0-1 6-16,-4 2 30 0,-1 1 26 0,-3-3 3 15,0 1 18-15,-1 2 22 0,-1-2 13 0,-1 1 25 16,0 3 5-16,-3-1 24 0,-1 6 5 0,3-11 11 15,-2 5-4-15,-1 6 0 0,0-11 8 16,0 11 13-16,0 0-2 0,0-9-2 0,0 9-9 0,0 0-3 16,0 0 10-16,0 0 11 0,0 0 3 0,0 0 6 15,-10 20-2-15,4-8-10 0,0 3 4 0,0 3-12 16,1-4-9-16,0 5-5 0,-2 0-5 0,4-1-6 16,-3 3-13-16,3 2-8 0,0-6 1 0,0 1-6 15,-2-1-7-15,3 1-26 0,-1-2-33 0,1-6-23 16,0 3-29-16,1-3-27 0,1 0-36 0,0-10-39 15,0 13-28-15,1-7-18 0,-1-6-13 0,4 6-152 16,-4-6-417-16,0 0 184 0</inkml:trace>
  <inkml:trace contextRef="#ctx0" brushRef="#br0" timeOffset="-59228.27">17029 15186 87 0,'2'-10'193'0,"1"0"3"16,2 2-3-16,-1-2-1 0,1 3-8 0,-1 4-13 15,1-1-14-15,-5 4-9 0,10-2-7 0,-10 2-2 16,14 2-12-16,-4 2-4 0,-1 1-13 0,1 2-5 16,1 1-15-16,-2 0-8 0,1 1-7 15,-4-1-9-15,1 2-2 0,-2-1-8 0,0 0-7 16,-4 1-3-16,-1-1-2 0,1-2-6 0,-1 3-3 0,-1 0-4 16,1 0-7-16,-1-1-11 0,0-2-18 0,1-7-7 15,-4 15-9-15,2-11-10 0,1 3 0 0,1-7-5 16,0 12-2-16,0-12 1 0,3 13 4 15,-1-8 3-15,2 1-1 0,2 1 6 0,-2-1 5 16,3 2 1-16,-1-2 1 0,1-1 1 0,1 1 1 16,-3 1 2-16,2-2 3 0,-3 1-3 0,1-2 1 0,-5-4 1 15,6 7 3-15,-2-1 11 0,-4-6 7 16,0 10 5-16,0-10 2 0,-5 9 5 0,5-9 0 16,-10 8 2-16,1-1-5 0,-1-2 1 0,-2 1-2 15,-1-2-4-15,1-1-1 0,-3 0-16 0,2 3-22 16,1-2-25-16,0-1-45 0,0-1-42 0,1-4-62 15,0 4-160-15,11-2-389 0,-17-2 172 0</inkml:trace>
  <inkml:trace contextRef="#ctx0" brushRef="#br0" timeOffset="-58520.63">17725 15152 187 0,'0'0'207'16,"0"0"-6"-16,0 0-8 0,0 0-15 0,-22-5-11 16,16 1-11-16,6 4-9 0,-15 0-6 0,8-2-9 15,7 2-3-15,-14 0-14 0,14 0-3 0,-11 0-7 16,11 0-8-16,-9 0-5 0,9 0-5 0,0 0-9 16,-12-1-3-16,12 1-10 0,0 0-4 0,0 0-7 15,-9-2-6-15,9 2-6 0,0 0 0 0,0 0-5 16,0 0-1-16,0 0-8 0,0 0-2 0,0 0-7 15,0 0 1-15,0 0 0 0,0 0-1 0,0 0 0 16,0 0-1-16,0 0-1 0,26 9 2 0,-20-8-1 16,6 1 10-16,-1 0-6 0,0-1-1 0,4 0 1 15,2 2-2-15,2-3-1 0,0 1 0 0,0-2 1 16,3 1-3-16,-1 0-2 0,-3-1 0 0,4-1-2 16,0 1-2-16,-3-2 3 0,-1 3-6 0,-4-2 3 15,0 1 4-15,-1-1 0 0,-2 0 1 0,1 0-2 16,-6 2 2-16,-6 0 10 0,15 0 2 0,-15 0-11 15,11-1-1-15,-11 1-1 0,0 0 1 0,9 0-3 16,-9 0 1-16,0 0-3 0,0 0 0 0,9-2-1 16,-9 2 7-16,0 0-2 0,0 0 1 0,0 0 7 15,0 0 0-15,0 0 0 0,0 0-4 0,0 0 8 16,0 0-6-16,8-1 2 0,-8 1-7 0,0 0 4 16,0 0-9-16,0 0 5 0,0 0-5 0,0 0 0 15,0 0-3-15,0 0-6 0,0 0 7 0,0 0-6 16,0 0 3-16,0 0-4 0,0 0 3 0,0 0-3 15,0 0-1-15,0 0-3 0,0 0-5 0,0 0-10 16,0 0-3-16,0 0-15 0,0 0-7 0,0 0-6 16,0 0-13-16,0 0-9 0,0 0-15 0,0 0-11 15,0 0-9-15,0 0-16 0,0 0-11 0,0 0-14 16,0 0-7-16,0 0-10 0,0 0-20 0,0 0-12 16,0 0-11-16,0 0-157 0,0 0-394 0,0 0 174 15</inkml:trace>
  <inkml:trace contextRef="#ctx0" brushRef="#br0" timeOffset="-58088.4">17985 14994 166 0,'-3'-8'185'16,"3"8"0"-16,-1-7-3 0,1 7-2 0,-3-7-5 0,3 7-7 15,0 0-10-15,0 0-11 0,-2-8-9 0,2 8-9 16,0 0-17-16,0 0-11 0,0 0-10 0,0 0-9 15,0 0-12-15,0 0-7 0,0 0 4 0,0 0 5 16,0 0 5-16,-13 28-2 0,8-13 0 16,-2 3-1-16,2-2-7 0,-4 3-6 0,4-2 4 15,-1 0-6-15,-2 1-2 0,-2 7-2 0,5-9-5 16,-2 2-7-16,4-3-1 0,0 3 4 0,-1-3-12 16,0 1-4-16,2 1-5 0,-2-4-2 0,1-2 0 15,3-1-1-15,-1 2-1 0,0-3-3 0,1 0-1 0,0-1-4 16,1 1-12-16,-2 1-27 0,0-3-25 15,1 4-37-15,0-11-41 0,0 0-47 0,-3 15-49 16,2-10-251-16,1-5-513 0,-7 8 227 0</inkml:trace>
  <inkml:trace contextRef="#ctx0" brushRef="#br0" timeOffset="-57651.97">18781 14907 60 0,'-5'-8'232'0,"-2"4"-5"0,2-2-9 0,0 2-5 0,5 4-12 16,-9-6-15-16,9 6-17 0,-5-7-14 0,5 7-18 15,-4-5-11-15,4 5-6 0,0 0-22 0,0 0 12 16,0 0-14-16,0 0 4 0,-15 18-7 0,11-9-2 16,0 5-1-16,0 1-2 0,2 3-4 0,-3 7-3 15,2-6 4-15,2 7 2 0,-2-3-13 0,1-3-3 16,3-1-10-16,-6 1 1 0,4 5-10 0,1-6-3 15,-2 0 3-15,2 0-10 0,0-1-2 0,0 2-3 16,-1-2-5-16,1-2 0 0,0 3-5 0,0-6 7 16,0-1-11-16,0-1-7 0,1 0-13 15,-1-2-17-15,0-2-27 0,0 1-24 0,0-8-32 0,0 10-33 16,0-10-44-16,2 6-57 0,-2-6-59 0,0 0-179 16,0 0-508-16,0 0 225 0</inkml:trace>
  <inkml:trace contextRef="#ctx0" brushRef="#br0" timeOffset="-57467.09">18992 15113 1 0,'7'-5'184'0,"-3"1"-3"0,3 2 2 16,-7 2-3-16,15-4-2 0,-5 1-13 0,0 1-18 16,4 2-9-16,-1-2-17 0,6 1-6 0,2 0-16 15,7-2-6-15,-6 3-5 0,6 0-25 0,-7-1-28 16,-4 1-28-16,4-1-48 0,-4-1-38 0,0 0-39 15,-7 1-37-15,2-2-110 0,-12 3-285 16,10-7 126-16</inkml:trace>
  <inkml:trace contextRef="#ctx0" brushRef="#br0" timeOffset="-57262.09">19269 14909 154 0,'-6'-6'204'0,"6"6"-2"0,-4-5-1 16,4 5-9-16,0 0-14 0,0 0-22 15,-4-5-16-15,4 5 4 0,0 0 5 0,-6 18 3 0,3-8-2 16,-1 6-5-16,-1 2-4 0,-1 0-15 0,1 6-10 16,1-5-15-16,0 5-2 0,0-4-17 0,1 5-6 15,-2-6-7-15,0 0-8 0,3-1-1 16,-1 8-8-16,1-8-13 0,-1-1-42 0,2 0-33 16,-2-2-54-16,1 3-65 0,2-7-67 0,-3 2-226 15,0-2-484-15,3 0 214 0</inkml:trace>
  <inkml:trace contextRef="#ctx0" brushRef="#br0" timeOffset="-57002.22">19579 15017 1900 0,'9'-24'226'0,"-3"10"-62"0,0-5-72 15,-1 8 0-15,-1 2-4 0,-2 3-8 0,1-2-2 16,-3 8-8-16,3-9-17 0,-3 9-4 0,3-8-13 15,-3 8 6-15,0 0 6 0,0 0 8 0,3 23 6 16,-3-8 3-16,-1 2 0 0,1 3-9 0,-4 4 3 16,0 0-2-16,0-5-5 0,0 6-5 0,2-6-6 15,-3 5-3-15,2-5-1 0,1 8-5 0,-1-9-4 0,0-2-1 16,1 0-4-16,1 3-13 0,-1-1-33 16,2-3-34-16,0-2-30 0,0 0-45 0,0-4-60 15,2 1-52-15,0-1-263 0,-2 0-549 0,1-4 244 16</inkml:trace>
  <inkml:trace contextRef="#ctx0" brushRef="#br0" timeOffset="-56601.52">19686 14894 205 0,'2'-11'224'16,"3"4"-10"-16,3-2-6 0,-2 3-8 0,-1-1-16 15,4 1-15-15,3 2-14 0,-2-1-17 0,2 1-13 16,0 3-9-16,1 1-16 0,0-1-9 0,-3 2-10 16,0 0-8-16,-1 1-9 0,-4 1-1 0,2 2-7 15,-3-2-8-15,0 2-6 0,-2 1-2 0,-2 3-3 16,0-9-6-16,-4 17-3 0,2-7 3 0,-2-2-6 16,-1 2-5-16,0-1-3 0,-2 0-3 0,2 0-10 15,3-1-10-15,-2 1-10 0,1-3-3 0,1 3 6 16,0-2 0-16,2-7-5 0,0 10 8 0,0-10-4 15,3 12 3-15,-1-8 1 0,4 0 9 0,-3 0-8 16,4 1 3-16,-1-2-3 0,-1 2 4 0,4-2-2 16,-2 2 3-16,0-3-3 0,-2 2 2 0,2 0 0 15,-7-4-1-15,8 7 1 0,-6-1 2 0,-2-6-2 16,8 9 4-16,-7-6-1 0,-1-3 2 0,1 10 1 16,-1-10 1-16,-4 10-3 0,-1-4 2 0,-1 0-2 15,0 0 2-15,-2-1-18 0,3 0-25 0,-4 1-25 16,2-2-33-16,1-1-57 0,1-1-38 0,-4 0-142 15,9-2-364-15,0 0 162 0</inkml:trace>
  <inkml:trace contextRef="#ctx0" brushRef="#br0" timeOffset="-56370.21">20130 14795 31 0,'3'-4'217'0,"-3"4"-12"0,9 0-6 0,-9 0-7 16,10 10-12-16,-4 0-11 0,-2 5 1 0,0 4-14 16,-1 6-16-16,-3 3-12 0,-3-1-8 0,2 1-12 15,-2-1-10-15,-3 1-12 0,2-2-3 0,-4-1-11 16,1 0-8-16,-6-1-6 0,5-4-6 0,-2 2-19 16,0-3-21-16,-6 2-29 0,1 0-30 0,-1-1-18 15,-4-1-23-15,1 3-37 0,-4-5-43 0,-5-2-177 16,-1-1-372-16,-2 1 166 0</inkml:trace>
  <inkml:trace contextRef="#ctx0" brushRef="#br0" timeOffset="-56030.17">18694 14744 1514 0,'0'-17'-5'16,"-5"1"52"-16,2-1-19 0,-1 6-4 0,-3 5-13 16,0 1 0-16,-2 2 18 0,-6 4 16 0,-2 6 5 15,-6 7 12-15,-2 6 16 0,-1 6-2 16,-6 12 3-16,-1 5 0 0,4 2 2 0,4 1-13 15,2 2-7-15,3-2-3 0,5-2-5 0,7-9-2 0,4-2-11 16,4-1-3-16,4 3 0 0,4-2-4 16,3-1-2-16,6 0-5 0,5-4-13 0,13 5-21 15,11-1-34-15,-1-8-28 0,7-5-38 0,8-1-50 16,29 3-22-16,-25-7-9 0,31 1-138 0,-32-7-355 16,36 0 157-16</inkml:trace>
  <inkml:trace contextRef="#ctx0" brushRef="#br0" timeOffset="-55650.73">20933 14750 53 0,'0'0'185'0,"-11"-2"-8"16,11 2-4-16,-8-3-8 0,8 3-13 0,0 0-9 15,-8-2-9-15,8 2-6 0,0 0-11 0,0 0-10 16,0 0-14-16,0 0-6 0,14-13-12 0,-1 10-6 16,4-2-8-16,2 1-5 0,-1 1-10 0,2-1-15 15,-1 0-22-15,-1 1-23 0,-4-1-34 0,3 0-47 16,-5 3-19-16,-1-2-21 0,0 1-22 16,-2 2-93-16,-9 0-270 0,9-1 119 0</inkml:trace>
  <inkml:trace contextRef="#ctx0" brushRef="#br0" timeOffset="-55186.04">20935 14702 58 0,'0'0'173'16,"0"0"8"-16,0 0-11 0,0 0-12 0,0 0-7 16,0 0-18-16,-6-3-14 0,6 3-4 0,0 0 9 15,0 0-14-15,1 18 4 0,1-8-3 0,-2 2-1 16,-2 4-8-16,2 4-1 0,0 6-5 0,3-2-7 15,-1 1-10-15,0 1-6 0,-2-1-6 0,1-6-5 16,0 1-7-16,1 4-5 0,0 2-1 0,-1-8-7 16,-1 0-3-16,2 1-2 0,-1-4-3 0,-2 1-6 15,1-1-3-15,0-2-2 0,-2-1-1 0,1-1-6 16,1-1 2-16,0-2-2 0,-1 3-2 0,1-5-1 16,-3 1-1-16,3-7 0 0,-1 11 0 0,1-11-5 15,-3 9 0-15,3-9 1 0,-1 9-1 0,1-9 3 16,0 0-3-16,0 0 0 0,-2 7-5 0,2-7-2 15,0 0 2-15,-13-3-3 0,13 3-4 0,-10 0 4 16,10 0 0-16,-14-5-1 0,6 5-1 0,0-3 0 16,-2 2 0-16,0-1 4 0,-2 0-4 0,1 1 0 15,-1-1-1-15,2 1 3 0,2 1-5 0,8 0 7 16,-12-1-5-16,12 1 2 0,-11 1-7 0,11-1 4 16,-7 0-1-16,7 0 0 0,0 0 3 0,0 0 0 15,0 0 3-15,0 0 2 0,0 0-1 16,0 0-1-16,22 10 6 0,-10-8-4 0,5-1-5 0,2 0 4 15,-1-1 0-15,4 0 3 0,-1 0-6 0,0-1-14 16,-1 0-29-16,-1-1-33 0,1 2-33 0,-3-2-31 16,3-2-41-16,-8 1-33 0,-1 0-155 15,1-1-399-15,-1-2 176 0</inkml:trace>
  <inkml:trace contextRef="#ctx0" brushRef="#br0" timeOffset="-54954.16">20851 14801 183 0,'-8'-6'192'16,"8"6"-11"-16,-5-3-6 0,5 3-14 0,0 0-20 15,0 0-17-15,0 0-9 0,11-15-19 0,-1 10-4 16,6 1-11-16,4 0-21 0,7-3-29 0,1 0-32 15,1 6-29-15,3-5-41 0,4 0-23 0,-1 2-14 16,0 1-16-16,-1 1-77 0,0 2-218 16,-4 0 97-16</inkml:trace>
  <inkml:trace contextRef="#ctx0" brushRef="#br0" timeOffset="-54613.72">21489 15054 140 0,'0'0'197'0,"-13"-19"-3"0,13 19-10 0,-14 1-4 15,14-1-14-15,-19 4-3 0,9 1-13 0,-2 0-9 16,-3 2-6-16,-1 2-7 0,1 0-7 0,0 2-12 16,2 4-5-16,0-4-9 0,2 3-10 0,2-2-6 15,1 0-6-15,4 3-6 0,-1 0-8 16,3-5 0-16,-1 2-5 0,6-1-6 0,4 0-3 0,2 5-5 16,2-4-1-16,1-6-9 0,5 3-6 0,3 0-18 15,6 0-32-15,-7-3-38 0,9 2-43 0,-6-3-44 16,-1-4-50-16,-1 1-194 0,-2-1-427 0,-2-2 189 15</inkml:trace>
  <inkml:trace contextRef="#ctx0" brushRef="#br0" timeOffset="-54332.01">21744 15093 194 0,'0'0'242'0,"2"-9"-8"0,-2 9-9 15,0 0-11-15,1-12-6 0,-1 12-19 0,0 0-20 16,0-8-17-16,0 8-15 0,0 0-15 0,0 0-12 16,0 0-2-16,0 0-10 0,0 0-3 0,0 0-7 15,0 33-3-15,0-22-10 0,-1 0-4 0,-1 2 1 16,1 5-14-16,-1-7-4 0,-1 1-2 0,0 3-7 16,1-1-5-16,-1-3-1 0,1 1-8 0,-2-2-3 15,4 2 0-15,-1-2-6 0,-2 0-1 0,2-1-5 16,1 1-14-16,-1-1-16 0,1 0-25 0,0-9-28 15,-3 14-36-15,3-14-33 0,-2 10-45 0,2-5-38 16,0-5-209-16,0 0-463 0,-7 11 205 0</inkml:trace>
  <inkml:trace contextRef="#ctx0" brushRef="#br0" timeOffset="-53871.67">21799 15035 181 0,'12'-5'204'15,"-1"-2"-5"-15,2 2-10 0,-1 2-12 0,7 0-12 0,-6 2-15 16,-1 2-8-16,5 0-9 0,-4 1-9 0,-3 1-17 16,0 4-9-16,-1-2-9 0,-2 1-9 0,0 3-9 15,-3-1-5-15,-3 1-7 0,-1 1-4 16,-2 0-5-16,-1-1-4 0,-1 2-4 0,-2-2-2 15,-2-1-6-15,0 2-4 0,0-1-5 16,-1 0-1-16,1-3-3 0,1 0-1 0,1 0-3 0,1-1 1 0,5-5-4 16,-6 6-1-16,2-2-2 0,4-4-2 0,0 0-2 15,-8 5 0-15,8-5-1 0,-2 5-1 0,2-5 1 16,0 0-1-16,0 0-2 0,11 10 3 0,-7-7-1 16,-4-3 0-16,10 5-2 0,-4-2-1 15,-1-1-2-15,-5-2 7 0,11 8-7 0,-7-5-1 0,-4-3-1 16,12 6 3-16,-9-3-2 0,4-1 0 15,-5 4 2-15,2-2 0 0,-4-4 0 0,5 9 0 0,-5-9 1 16,0 8 0-16,0-8-3 0,0 0 4 16,-5 14-3-16,5-14 5 0,-6 8-4 0,-1-5 1 15,1 1 1-15,1 0 1 0,5-4-5 0,-12 5 7 0,3-3-6 16,3 3 0-16,0-4-3 0,-2 0-17 16,8-1-4-16,0 0-14 0,-19 6-21 0,19-6-23 15,-11 1-31-15,11-1-47 0,0 0-52 0,-17-1-136 16,17 1-376-16,-11-6 166 0</inkml:trace>
  <inkml:trace contextRef="#ctx0" brushRef="#br0" timeOffset="-48865.61">22258 15200 33 0,'0'0'177'0,"0"0"1"0,0 0-14 16,0 0-13-16,0 0-7 0,-10-12-12 0,10 12-10 15,0 0-5-15,-9-3-9 0,9 3-6 0,-10 1-7 16,10-1-3-16,-14 3-8 0,7-1-6 0,-2 2 0 16,2 0-3-16,-1-1-14 0,0 3 0 0,-1 1-8 15,2-3-2-15,-3 3-8 0,2 1-2 0,0 1 0 16,1-2-9-16,2 1 4 0,1 0-7 0,-1 2-5 16,2-1 3-16,0 1 2 0,3-1-1 0,-1-1-2 15,1-8-4-15,3 12 3 0,1-7-2 0,-1 1 1 16,3 0-1-16,1 0 8 0,1-3-3 0,2 1 3 15,3-1 2-15,-3-1-3 0,3-2 0 0,1 0 2 16,-3-1-3-16,2-3 2 0,-1 0-1 0,4-1 3 16,-3 0 12-16,-3-1-7 0,3-1 6 0,-5-2-1 15,-1-1 0-15,0 0 3 0,-2-3-6 0,-1 1-4 16,-3 0 1-16,-1-2-9 0,-1 4-2 0,-4-2-4 16,0 2-3-16,-1 0-6 0,-3 4-12 0,-1 1-34 15,-3 2-34-15,-3 9-46 0,-6-3-68 0,2 2-69 16,-8 5-218-16,1 0-506 0,-1 2 224 0</inkml:trace>
  <inkml:trace contextRef="#ctx0" brushRef="#br0" timeOffset="-36365.82">25702 14512 119 0,'0'0'142'0,"0"0"5"0,0 0 0 16,0 0 2-16,0 0-16 0,0 0-13 16,14 7-7-16,-6-4-3 0,4-3-6 0,1 1-9 15,5 2-5-15,2-3-8 0,9-3-6 0,0 3-5 16,1-2-6-16,3-2-1 0,-1 2-16 16,-1-2-13-16,-2 1-19 0,-1 0-24 0,-4 0-22 0,-3 0-29 0,-6-1-29 15,4 3-29-15,-7 0-12 0,-1-2-16 0,-3 2-80 16,-4-2-244-16,-4 3 108 0</inkml:trace>
  <inkml:trace contextRef="#ctx0" brushRef="#br0" timeOffset="-36007.83">25998 14440 37 0,'0'0'106'0,"-8"4"6"0,8-4 5 0,-7 13 2 15,5-4 15-15,0 1 4 0,-4 8 1 16,6-3-16-16,-2 6-6 0,0-3-9 0,0 2-10 15,2-1-4-15,0 9-16 0,2-9 1 0,-2 1-16 16,2-1-7-16,2-2 3 0,-3 2-13 0,4-2 0 16,-1-2-7-16,-2 1-2 0,0-5-3 0,1 0-5 15,-1 1-2-15,0-1-4 0,-2-1-3 0,2-2 2 16,0-2-2-16,-2-6-6 0,2 11 2 0,-2-11-2 16,-2 10-1-16,2-10 0 0,-4 6-2 0,4-6 0 15,-7 5 0-15,7-5-4 0,-8 0-6 0,8 0 6 16,-14 1-3-16,14-1 2 0,-13-1 2 0,13 1-3 15,-14-1-3-15,14 1-1 0,-11 1 1 0,11-1-3 16,-7-3 1-16,7 3-1 0,0 0-1 0,0 0 2 16,-11 2 2-16,11-2 0 0,0 0-2 0,0 0 0 15,0 0 3-15,0 0-4 0,24 11 2 0,-10-10-1 0,-1 0-12 16,6 1-10-16,0-4-15 0,2 0-27 16,8 1-32-16,0 0-23 0,3-3-33 0,-5-1-23 15,-8 1-91-15,11-1-287 0,-10 1 127 0</inkml:trace>
  <inkml:trace contextRef="#ctx0" brushRef="#br0" timeOffset="-35781.29">26441 14699 75 0,'-5'-10'165'0,"5"10"-6"0,-9-6-3 0,9 6 8 16,-11-1-14-16,2 1 0 0,-2 3-6 0,2 1-6 15,-5 2 4-15,3-1-7 0,-7 6-14 0,5 0-15 16,0 0-3-16,1 4-8 0,1-2-13 0,2-1-3 15,-2 5-11-15,6-3-8 0,1-1-3 0,0 1-7 16,4-1-1-16,4 2-8 0,-4-5-2 0,11 4-8 16,-2-3-17-16,0-3-20 0,4 2-23 0,5 0-29 15,-5-6-24-15,2 4-27 0,4-4-29 0,2-2-20 16,-1 2-11-16,-2-3-6 0,0-2-101 0,3 0-297 0,-4-2 133 16</inkml:trace>
  <inkml:trace contextRef="#ctx0" brushRef="#br0" timeOffset="-35581.76">26580 14895 98 0,'11'-10'14'16,"-1"0"12"-16,0-4 18 0,-3-2 2 0,1 2 6 15,-4 3 19-15,-2-1 10 0,0 2 4 0,-2-2 5 16,2-2 4-16,-2 1 7 0,0 1 17 0,-2 2 1 16,0 3 10-16,2 7 6 0,-2-12 0 0,2 12-11 0,-4-7-16 15,4 7-4-15,0 0 0 0,0 0 2 16,0 0-7-16,0 0-9 0,-10 29-2 0,8-17-7 16,-1 6 2-16,-1 2-18 0,4-2-2 0,-4 0-10 15,4 1-3-15,-2-1-5 0,2-2-2 0,0 3-8 16,0-2-2-16,2 0-20 0,2-2-11 0,-4-3-33 15,2 1-29-15,0-3-18 0,1-1-46 0,-1 1-37 16,0-4-30-16,2 0-173 0,-4-6-394 0,0 0 175 16</inkml:trace>
  <inkml:trace contextRef="#ctx0" brushRef="#br0" timeOffset="-35201.96">26661 14718 152 0,'5'-7'194'0,"3"-2"-6"16,1 5-4-16,3-2-5 0,-3 4-6 0,9-2-14 16,-5 4-8-16,1 1-16 0,-1 1-9 0,0 1-13 15,3 3-10-15,-3-2-12 0,-1 3-6 0,-1 1-11 16,-2-2-7-16,0 4-6 0,-4-2-4 0,-1 1-6 16,-4-2-4-16,0 3-5 0,-2-1-4 0,0-2-4 15,0 2-3-15,-1 0-3 0,-1-3-4 0,-1 3-4 16,0-1-6-16,1-2-7 0,2 0-10 0,2-6-13 15,-5 11-6-15,3-5-2 0,2 0 1 16,0-6 5-16,3 11-5 0,-1-5 4 0,6-2 1 16,-1 2 0-16,1-1 3 0,2 2-1 0,1-2 6 0,1 0-3 15,-1 0 8-15,1 0-4 0,-4 3 3 0,1 0-3 16,-4-2-1-16,4 1 3 0,-4-3 0 0,-3 3 5 16,0-2 3-16,-2-5 2 0,0 10 2 15,0-10 0-15,-9 13 2 0,0-7 1 0,2 0 0 0,-4-1 1 16,-1 0-6-16,-3 2 1 0,-1 0 1 0,-1-2-9 15,0 2-15-15,6-5-24 0,-3 0-28 16,1 3-26-16,7-4-32 0,-6 2-32 0,12-3-151 0,-13-2-337 16,13 2 149-16</inkml:trace>
  <inkml:trace contextRef="#ctx0" brushRef="#br0" timeOffset="-34885.9">27093 14843 134 0,'0'0'173'16,"0"0"3"-16,0 0-4 0,6 6-4 0,-6-6-3 0,0 14-5 16,-2-7-9-16,0 3-13 0,2 0-14 0,-2 1-11 15,2-3-13-15,-3 3-6 0,6-1-8 0,-1 0-10 16,2-2-8-16,2 1-1 0,-3-4-2 16,8 2-7-16,-2-3-1 0,2 2 5 0,8-5-9 0,-2 1-1 15,-1-4-2-15,3 1-8 0,0-3-2 0,2 1 3 16,-4-3-3-16,2-1 3 0,-5-1-4 0,-2 1 0 15,-1-1 1-15,-6-2 1 0,5 1-4 16,-6-3-1-16,2-4-3 0,-3 0-3 0,-2 1-1 16,-2 2-4-16,-2-5-5 0,-1 8-3 0,-2-2-1 15,-4-1-3-15,1 4-2 0,-4-4-3 0,-5 6 0 16,7 3-6-16,-8-1-20 0,2 4-22 0,5 1-26 0,-5 0-41 16,17 0-53-16,-25 5-48 0,13 1-229 15,-1-1-471-15,13-5 209 0</inkml:trace>
  <inkml:trace contextRef="#ctx0" brushRef="#br0" timeOffset="-33241.89">28244 14622 177 0,'0'0'199'0,"-8"-9"-13"16,3 3-10-16,-2 3-11 0,-4-1-13 0,0 2-9 16,0 0-12-16,-2 2-10 0,-4 2-12 0,4 0-6 15,2 3-8-15,-7 3-9 0,1 1-9 0,2 2-7 16,2 0-5-16,-1 1-3 0,1 0-11 0,1 1-4 16,5 0-5-16,2 1-2 0,2-2-4 0,3-2-5 0,0 3-3 15,3-1 1-15,2 3-9 0,0-2 6 16,5-2-7-16,-1-3-3 0,3 1 3 0,-1-3-2 15,7 0-2-15,1-2-2 0,-1 0 0 0,2-4 0 16,0 0-2-16,-2-1-1 0,1-2 2 0,-2-2-5 16,-1-1 4-16,1-2-3 0,-4-4-3 0,0 2 3 15,-1-4-5-15,-2 0 4 0,-1 0-4 0,-1-4 6 16,0-6-4-16,-1-1 1 0,-3 6 0 0,-2-8 2 16,0 0-6-16,-4 0 5 0,-1-2 3 0,-1 5 3 15,0-2 4-15,-1-1 3 0,1 8 3 0,0 1 7 0,-3 1 3 16,4 7 9-16,1-3 0 0,-2 5 1 15,3 1-1-15,-1 1-4 0,2 6-10 0,-1-9-1 16,1 9-7-16,0 0-3 0,0 0 9 0,0 0-4 16,3 41 0-16,-2-14 1 0,1 6 7 0,1 1-14 15,-4 1 2-15,2-1-2 0,-1 0 7 0,1-2-14 0,-1 1 1 16,2-2-1-16,-1-2 0 0,0-1 0 0,5-2-7 16,-2-2-26-16,-1-4-28 0,1 4-32 15,1-7-34-15,0-4-54 0,-2-1-38 0,0-2-43 16,1-2-163-16,-4-1-451 0,0-7 199 0</inkml:trace>
  <inkml:trace contextRef="#ctx0" brushRef="#br0" timeOffset="-32953.52">28553 14657 166 0,'0'0'170'0,"0"0"0"15,-5-7 2-15,5 7-3 0,0 0-15 0,0 0 1 16,-15 17-10-16,10-7-13 0,2 0-12 0,1 2-10 15,0 0-10-15,1 0-5 0,2 0-11 0,1 3-8 16,3 1-6-16,0-5-4 0,3 1-7 0,-1-2-8 16,6 2-5-16,-2-6 5 0,0 0-13 0,0 0-5 15,3-4 2-15,-2-2 4 0,2 2 0 0,-3-5 1 16,3-1 2-16,-3 0 0 0,-1-3-2 0,-4-1-2 16,2 2-4-16,-3-4-3 0,-2-2-3 0,-3 0-4 15,-2-5 0-15,0 2-1 0,-4 1-6 0,0 4-17 16,-1-2-11-16,-1 3-24 0,-5-1-22 0,0 3-22 15,3 2-14-15,-3 0-35 0,3 3-26 0,0 0-31 16,10 2-21-16,-19 0-124 0,19 0-358 0,-14 3 158 16</inkml:trace>
  <inkml:trace contextRef="#ctx0" brushRef="#br0" timeOffset="-32589.02">28801 14602 85 0,'7'-4'196'15,"-7"4"-10"-15,0 0-5 0,0 0 4 0,0 0-1 16,0 0-5-16,0 0-5 0,0 25-13 0,0-25-14 16,-7 21-12-16,6-9-14 0,-2 4-10 0,2-2-9 15,1 2-10-15,1-4-9 0,3 0-9 0,2-1-4 16,4 2-5-16,4-2-5 0,0 0 0 0,0-4-12 16,4 0-5-16,0-2-1 0,1-3-8 0,2-2 1 15,0 0-5-15,-1-2 1 0,-2-3-4 0,3 2-1 16,-3-4-3-16,-3-1-1 0,1-2-1 0,-4 0-1 15,-3-1-4-15,1-3-5 0,-2-1 2 16,-2 1-1-16,-3-3-3 0,1-2 2 0,-3 2 0 0,0 1-2 16,-2 6-3-16,1 10 1 0,-1-19 2 0,1 12-1 15,0 7-8-15,0 0 3 0,0 0 3 0,-4-8-9 16,4 8 1-16,0 0 4 0,0 0 1 0,-9 31-1 16,6-20-5-16,2 0 2 0,2 5 2 15,1 0-2-15,0 0 4 0,1 0-4 0,1-3-12 0,2-3-22 16,2-1-24-16,-1 1-24 0,2-1-30 0,1-3-25 15,2 1-28-15,-2-3-24 0,3-1-17 0,-3-2-157 16,-2-2-393-16,-8 1 173 0</inkml:trace>
  <inkml:trace contextRef="#ctx0" brushRef="#br0" timeOffset="-32250.27">29398 14475 84 0,'6'-18'148'0,"0"1"17"0,-4 5 4 0,1 2 13 0,-2 1-4 16,2 3-15-16,-3 6-18 0,2-10-17 0,-2 10-12 15,0 0 2-15,0 0 6 0,0 0-6 0,2 28-4 16,-4-12-7-16,1 10-6 0,-2-1-6 0,1 0-7 16,-2-6-10-16,3 6-7 0,-1-6-4 15,1-2-7-15,2 1-8 0,-1-6-6 0,2 1-4 0,0-2 0 16,-2-2-1-16,0-2-10 0,1-1 0 0,-1-6-1 16,0 11-3-16,0-11 0 0,0 9 0 15,0-9 0-15,0 0-3 0,4 3-3 0,-4-3-3 16,0 0-1-16,19-11-2 0,-10 7 1 0,3-3-7 15,1 3 0-15,-2-4-1 0,6 4 0 0,-4 0-3 16,1 1-4-16,-3 0 0 0,-2 4 4 0,3 1-3 0,-3-2-2 16,0 5-1-16,-4-1 1 0,0 2 1 0,-3 0-1 15,-1 3 4-15,-2 3-5 0,0-3 1 16,-7 1 0-16,2 0-4 0,-4 2-6 0,2-3-15 16,-2 1-18-16,-2-1-28 0,3 0-32 0,-2-4-38 0,3 2-55 15,-1-3-60-15,-2-1-137 0,11-3-425 16,0 0 188-16</inkml:trace>
  <inkml:trace contextRef="#ctx0" brushRef="#br0" timeOffset="-32051.19">29715 14327 39 0,'0'0'225'0,"0"0"-5"0,0 0-12 16,0 0-2-16,9 18-7 0,-4-3-22 15,-2 0-12-15,2 5-14 0,0 6-16 0,-4 0-13 16,0 0-9-16,2 3-13 0,-2-4-10 0,-1-7-30 16,0 2-41-16,0-3-51 0,-1 3-62 0,0-5-63 15,-1 2-168-15,0-4-351 0,-1-4 156 0</inkml:trace>
  <inkml:trace contextRef="#ctx0" brushRef="#br0" timeOffset="-31618.01">29812 14680 12 0,'7'-4'223'0,"3"-2"0"0,-3-1-3 16,5 0-12-16,2-4-13 0,0 3-10 0,4-2-12 15,-3 0-8-15,1-2-15 0,-1 0-7 0,2 0-10 16,-2-1-9-16,1-2-9 0,-3 2-2 0,1-1-9 16,-2-1-6-16,-4 1-15 0,-1-1-2 0,0 2-8 15,-2 2-8-15,-4 0-4 0,0 1-4 0,-1 3-5 16,0 7-8-16,0-12-2 0,0 12-10 0,-7-6-2 0,7 6-2 15,-17 4-5-15,5 2 1 0,-3 6-8 16,1 2 3-16,-1 1-5 0,1-2 0 0,-3 6-5 16,7-5 6-16,1 4-3 0,1-4-2 0,6 3-6 15,-1-4 8-15,5-2-5 0,0 1-4 0,4-2-3 16,-1-1 1-16,3-4-3 0,2 2-4 0,2-4-4 16,-1 0-2-16,8-3 0 0,-6-3-1 0,6 0 2 15,-2-1-2-15,1-4 6 0,-1-1-4 0,1-1 4 16,-1-2-2-16,-3 1 5 0,2-1 0 0,-2-4-2 15,-3 1 3-15,1 2-2 0,-1-2 2 0,0 1-1 16,-1 3 2-16,-2 2-3 0,-3 0 5 0,1 2-5 16,-1 4 0-16,-2-1 0 0,-3 4 0 0,5-4-4 0,-5 4 1 15,0 0 7-15,0 0 2 0,-3 24-4 16,-1-12 3-16,-1-1 2 0,0 5-1 0,0 1-2 16,-1 1-1-16,0 1-31 0,3-3-24 0,-4 3-32 15,4 1-46-15,0-5-63 0,2-4-44 0,-1 8-170 16,1-7-447-16,1-3 198 0</inkml:trace>
  <inkml:trace contextRef="#ctx0" brushRef="#br0" timeOffset="-31339.25">30623 14347 175 0,'2'-7'246'0,"-2"-1"-14"15,4 3-12-15,-4 5-15 0,1-9-17 0,-1 9-24 16,0 0-15-16,0 0-15 0,0 0-17 0,0 0-5 16,0 0-6-16,0 0-3 0,3 22-5 0,-3-9-2 15,-3 4 0-15,-1 4-9 0,2 4-5 0,-2-1-1 16,0 3-2-16,0 0-8 0,-1 0-5 0,0-4-6 16,-3 2-6-16,5 0-6 0,-1-6-4 0,1-1-2 15,1-2-9-15,-1 2 1 0,-1-1-12 0,2 0-19 16,0-1-21-16,1-3-27 0,0-2-42 0,-3-1-45 15,4-1-47-15,0-9-41 0,-1 12-208 0,-3-6-464 16,4-6 206-16</inkml:trace>
  <inkml:trace contextRef="#ctx0" brushRef="#br0" timeOffset="-31144.07">30506 14402 90 0,'4'-20'189'0,"0"2"1"0,4 1-4 0,-1 1-15 16,5 2-12-16,-1-1-10 0,2 3-7 0,2 1-19 16,-1 1-9-16,4 3-13 0,0 2-10 0,-1 2-9 15,1 0-11-15,0 3-16 0,-2 0-30 0,2 4-26 16,-1 1-30-16,-6 1-25 0,2-2-49 0,-2 5-36 16,-3-2-127-16,-2 2-289 0,0 1 127 0</inkml:trace>
  <inkml:trace contextRef="#ctx0" brushRef="#br0" timeOffset="-30657.12">30544 14562 152 0,'0'0'223'0,"0"0"-16"0,0 0-14 0,0 0-15 15,36-17-16-15,-17 13-14 0,1 2-15 0,9-7-16 0,-1 0-11 16,2 3-6-16,-5-1-17 0,2 1-4 0,-8 2-6 15,0-1-8-15,-1-2-7 0,-1 2-6 0,-6 1-5 16,2 2-2-16,-7-1-8 0,1 0-2 16,-7 3-4-16,5-3-4 0,-5 3-5 0,0 0 3 15,0 0-5-15,0 0-9 0,0 0 4 0,-24 7-6 0,12-1 1 16,3 1-3-16,-2 4 1 0,1-1 4 0,-2 0-1 16,4 0 4-16,-4 2-4 0,5-1-1 0,1-1 0 15,3-2-1-15,1 1-2 0,2-2 2 16,0-7-4-16,2 12 3 0,2-6 3 0,2 1-3 15,1-1 0-15,6-3 0 0,-3 1-1 0,3-4 5 16,1 1-6-16,-1 0 0 0,4-2 1 0,-3 0-1 16,3-3 2-16,-4-1-6 0,5 0 2 0,-5 1 0 0,-1-2 3 15,2-5-4-15,-2 4 2 0,-2 0-2 0,-1-3 1 16,-3 3-2-16,6-1 4 0,-4 0-6 16,-2 4 1-16,0 0 0 0,-1 2-5 0,0-2-1 15,-5 4-3-15,0 0 2 0,0 0 4 0,15 6 0 16,-15-6-2-16,2 8 4 0,0 2 0 0,-1-4 3 15,-1-6-4-15,1 15 2 0,-2-4 3 0,1-4-3 16,0 3-1-16,0-10 3 0,-3 10-3 0,3-10 3 16,2 9 2-16,-1-3 0 0,-1-6-1 0,0 0 5 15,6 6-2-15,-6-6-9 0,10-2-40 0,-10 2-40 16,14-10-56-16,-2 4-62 0,-4-2-178 0,4-2-408 16,4-2 180-16</inkml:trace>
  <inkml:trace contextRef="#ctx0" brushRef="#br0" timeOffset="-30271.99">31585 14596 219 0,'0'0'231'0,"-3"-10"-17"0,3 10-8 16,9-14-18-16,-5 8 11 0,2-2-17 15,3 0-17-15,3-1-10 0,1-2-15 0,1 2-14 16,-4-1-14-16,3-1-6 0,-4 1-14 0,1-3-6 16,-2 3-10-16,-2-5-6 0,0-1-10 0,-2 6 2 15,-3-2-6-15,-2 1-4 0,0-1-16 0,-3 5 1 16,-4-4-1-16,-2 4-6 0,0 1-7 16,-7 0 4-16,-1 5-10 0,-2 2 3 0,-8 6-2 0,8 2-2 15,-4 3-2-15,9 0-3 0,1 5-2 0,1-1 2 16,4 0-6-16,3 1 5 0,2 2-5 0,3 2 4 15,5-3-1-15,2 5 1 0,2-5-2 0,9 4 2 16,2-4 0-16,5-2-7 0,0-1-20 0,3-1-22 16,-8-5-29-16,9-3-26 0,-6 1-23 0,-2-1-23 15,-2-5-27-15,1 1-10 0,-6-4-4 16,1 1 4-16,-1-3 17 0,-2 1-2 0,0-5 8 0,-2 1 12 16,0 0-85-16,-2-2-247 0,1-1 109 0</inkml:trace>
  <inkml:trace contextRef="#ctx0" brushRef="#br0" timeOffset="-30015.9">31857 14594 798 0,'6'-14'-66'0,"-3"-5"22"0,-1 2 18 16,1 1 10-16,0 0 14 0,-1 1 22 0,2 2 25 15,-3 1 28-15,2 3 24 0,-2 2 12 16,1 1 1-16,-2 6-8 0,1-7-14 0,-1 7-2 16,0 0 3-16,0 0 12 0,0 0 10 0,0 0-4 15,12 17 0-15,-9-6-3 0,0 2-1 0,-1 0-6 16,5 1-8-16,-5-2-5 0,3 6-2 0,0-6-8 0,0 2 7 16,3 1-4-16,-1-3-7 0,0-2-6 15,2-2-4-15,-3-2 3 0,4 2 5 0,-2-1 3 0,-1-4-3 16,0 0 6-16,0-1-5 0,3-2-2 15,-10 0-6-15,17-4-2 0,-8 1-6 0,-9 3-5 16,16-11-3-16,-7 3-1 0,-1-3-7 0,1-4-4 16,-2 1-5-16,0-2-13 0,2-2 9 0,-2 0-2 15,4-5-8-15,1 0-16 0,-1 0-18 0,-5 6-20 16,2 1-41-16,-2 2-15 0,-3 1-45 0,-1 1-52 16,1 2-39-16,-3 1-58 0,0 9-167 0,0 0-496 15,-8-14 220-15</inkml:trace>
  <inkml:trace contextRef="#ctx0" brushRef="#br0" timeOffset="-29278.15">32206 14528 146 0,'0'0'229'0,"15"-11"-7"0,-6 5-17 0,0-1-4 15,-1 1-8-15,-2-3-13 0,-2-1-19 0,6 2-12 16,-5-1-11-16,2-1-6 0,-2-1-10 0,-2 2-9 15,3-1-1-15,-5 1-14 0,3 0-4 0,-3 3-9 16,-1 6 0-16,-2-12-14 0,2 12-5 0,-7-7-12 16,7 7-2-16,-7-4-11 0,7 4 0 0,-13 4-10 15,4 1 2-15,-3 2-4 0,5 1-2 0,-2 1-4 16,-3 4 0-16,5-4-7 0,1 4 2 0,1-2 0 16,0 1-2-16,3-1 3 0,1 1-3 0,2 1 1 15,1-2-2-15,3 0 5 0,0-1-8 16,8 1 2-16,-3 0 1 0,2-6-8 0,0 1 4 15,5-4-2-15,-5 2 6 0,3-1-7 0,-3-3 2 0,2-1-3 16,-3-3 3-16,2 1-4 0,0-4 5 0,-2 3-5 16,3-6-4-16,-2 3 7 0,-3-2-3 0,2 0-32 15,0-5 2-15,0 3 6 0,2-2 0 0,-2-2 10 16,1 2-9-16,1 0 2 0,-3-3 1 0,3 4-1 16,-4 4 5-16,0 0-3 0,-4 2 6 0,1 3-3 15,-1-2-3-15,2 4 1 0,-7 1 6 16,0 0-5-16,0 0 6 0,15 8-2 0,-11-2 2 0,-1 3-1 15,-1-3 4-15,0 3-1 0,0 1 1 16,0-3 3-16,-1 2 3 0,5 1-2 0,-1-1 0 0,4-1-3 16,-3-1 5-16,2-1 0 0,-1 0 7 0,4 0-6 15,-2-1 2-15,-9-5-6 0,0 0 6 0,0 0-3 16,0 0 2-16,0 0-1 0,69-1-4 0,-69 1 0 16,0 0 3-16,34-9 2 0,-34 9 1 15,0 0-5-15,0 0 1 0,30-9 2 0,-30 9 0 16,0 0-3-16,0 0 0 0,0 0-2 0,0 0 1 15,0 0-3-15,0 0 1 0,0 0 2 0,0 0-1 0,0 0 0 16,0 0-2-16,40-1 0 0,-40 1 5 16,0 0-2-16,0 0 1 0,0 0 4 0,0 0-2 15,0 0-2-15,37 8 3 0,-37-8-4 0,0 0 3 16,0 0 1-16,0 0 0 0,32-14-3 0,-32 14 4 16,0 0 0-16,0 0-2 0,26-23 1 0,-26 23 0 15,0 0 0-15,0 0 6 0,18-21-1 0,-18 21 5 16,0 0 1-16,0 0-1 0,0 0-4 0,0 0-5 15,0 0-2-15,0 0 0 0,0 0-1 0,0 0 3 16,0 0-2-16,0 0 4 0,0 0-4 0,0 0 1 16,-14 96 0-16,14-96 2 0,-12 53-1 0,9-25-10 15,3-28-25-15,-8 55-31 0,6-26-44 0,2-29-48 16,-7 51-51-16,3-32-67 0,4-19-178 0,-22 39-485 16,8-13 215-16</inkml:trace>
  <inkml:trace contextRef="#ctx0" brushRef="#br0" timeOffset="-28807.95">28008 15590 249 0,'-4'-11'266'0,"4"2"-8"16,-3 1-17-16,1 1-30 0,2 7-17 0,0 0-14 16,0 0-8-16,0 0-4 0,0 0-8 0,0 0-9 0,4 42-14 15,-3-17-8-15,3 4-11 0,1-1-13 16,-5-3-10-16,0 1-7 0,-2 0-8 0,4-1-7 15,0-1-7-15,-1 2-7 0,-2-3-7 0,1-4-2 16,3-1-22-16,-3 0-32 0,-2-6-38 0,1 6-32 16,0-6-50-16,0-2-53 0,-1-1-60 0,2-9-209 15,2 13-482-15,-2-13 213 0</inkml:trace>
  <inkml:trace contextRef="#ctx0" brushRef="#br0" timeOffset="-28526.05">28211 15766 105 0,'0'0'204'0,"0"0"-11"0,0 0-1 0,0 0-8 16,0 0-3-16,0 0-2 0,0 0-7 0,2 20-15 15,0-11-9-15,2-2-9 0,-2 0-13 0,4 1-2 16,3 0-5-16,-1-2-6 0,1 1-9 0,5-4-8 16,-1 1-4-16,5 1-8 0,0-4-5 0,1-2-6 15,0-1-5-15,2-3-2 0,-3 0-7 0,0-2-5 16,-1 1-1-16,0-1-2 0,-8 0-4 0,0-2-4 15,-4 1-6-15,1 0-3 0,-3-2 1 0,-2 0-6 16,-2 0-5-16,-5 1-8 0,0-1-2 0,-1 2 4 16,-1 2-4-16,-5 1-4 0,2 0-3 0,0 5-25 15,-3 0-17-15,1 3-20 0,-2-1-25 0,4 2-33 16,-1 1-39-16,-1-1-38 0,3 2-44 0,2 0-211 16,0-2-481-16,8-4 213 0</inkml:trace>
  <inkml:trace contextRef="#ctx0" brushRef="#br0" timeOffset="-28221.97">28507 15441 15 0,'-5'-11'221'0,"5"11"-2"0,-6-2-15 16,6 2-8-16,0 0-10 0,-12 16-8 0,7-7-6 15,4 4-15-15,-3-2-15 0,4 1-16 16,5 4-11-16,0-1-10 0,0-4-10 0,4-2-6 15,2-2-7-15,1-2-11 0,8 0-2 0,-4-4-5 16,4-1-5-16,1-4-3 0,0-1 0 0,4-6 3 16,-6 3-3-16,-2-4-9 0,-1 1 4 0,-1-1-6 0,-1 0-1 15,-5-5-1-15,-4 3-5 0,-1-1-1 16,-4 2-6-16,-3-2-3 0,-1-2-1 0,-5-2-2 16,1 3-3-16,-4 0-4 0,-3 5-7 0,3 5 1 15,-5-3-4-15,-1 2-6 0,2 6-17 0,-3 2-13 16,2 0-29-16,1 8-27 0,-1 3-40 0,3 2-54 15,1 0-56-15,0 9-194 0,5-6-461 0,3 0 204 16</inkml:trace>
  <inkml:trace contextRef="#ctx0" brushRef="#br0" timeOffset="-27981.47">29020 15618 264 0,'0'0'275'0,"-12"-9"-13"0,7 7-9 16,-6 2-13-16,-1 0-17 0,1 2-3 0,-3 2-9 16,-2 3-12-16,1 2-9 0,-2 2-12 0,1 2-14 15,3-2-19-15,0 2-12 0,6 3-12 0,1-1-15 16,3 0-6-16,1-3-12 0,4 0-10 0,1-1-4 16,6 3-11-16,3 0-1 0,1-5-13 0,1-1-31 15,7 1-38-15,8-2-37 0,-3 1-51 0,-3-3-56 16,-3 1-61-16,8-4-68 0,-11-1-183 15,3-1-513-15,-1 0 227 0</inkml:trace>
  <inkml:trace contextRef="#ctx0" brushRef="#br0" timeOffset="-27566.32">29797 15420 5 0,'-5'-13'76'0,"5"13"-48"0,0 0-35 16,0 0-10-16,0 0-19 0,0 0 8 0</inkml:trace>
  <inkml:trace contextRef="#ctx0" brushRef="#br0" timeOffset="-26674.04">29939 15244 104 0,'-5'-9'188'0,"5"9"-19"16,-2-5-18-16,2 5-17 0,0 0-27 16,-4-6-33-16,4 6-38 0,0 0-34 0,0 0-49 0,0 0-44 15,0 0-48-15,0 0-148 0,20 19 66 16</inkml:trace>
  <inkml:trace contextRef="#ctx0" brushRef="#br0" timeOffset="-21587.97">29695 15953 171 0,'20'-19'198'0,"-8"7"-4"0,0-2-13 0,-1 1 5 0,-4-2-2 16,0 1-13-16,-1 2-14 0,-4 1-11 0,1-1-6 16,-2 3-8-16,1-2-14 0,-2 2-9 15,0 9-6-15,-2-14-12 0,0 7-7 0,-7 2-11 16,3 0-6-16,-5 0-9 0,4 2-3 0,-6 0-6 16,3 2-8-16,-1 1 1 0,-3 0-9 0,5 1-2 0,-3 2-2 15,3 0-3-15,-2 0-2 0,2 0-4 16,1 0-5-16,2-1-1 0,6-2 0 0,-6 4-2 15,6-4-2-15,-4 5 0 0,4-5 3 0,0 0-5 16,0 0 2-16,14 9-3 0,0-7 3 0,-1-2-3 16,10-2 3-16,8 0-6 0,-2-3 5 0,3-2-2 15,0 2-25-15,-4-2-3 0,0-1 5 0,-7 4 2 16,1-3 3-16,-1 1-4 0,-3-1 2 0,-3 1 1 16,-3 3 6-16,-1 0-5 0,-3-1 1 0,-1 3 1 15,-1-2 2-15,-6 3-3 0,9-2 1 0,-9 2 2 16,0 0-3-16,0 0 2 0,6 10 0 0,-6-10 3 15,-2 12 3-15,2-12-1 0,-7 17-1 0,4-7 2 16,-1 1 1-16,2-3 0 0,0 2-1 0,1-4-2 16,1 2 2-16,0-8 2 0,-2 14 0 0,2-14 4 15,3 8-2-15,-3-8-2 0,6 7 0 0,-1-5 0 16,-5-2 5-16,16 0-3 0,-6 0-1 0,1 0 2 16,1 0 0-16,1-4-1 0,-1 1 0 0,0 1-1 15,2-5 0-15,-3 2 6 0,1-1-5 0,3-2 1 16,-2-1 0-16,1-2-1 0,-5 3 1 0,-2-1-1 15,3-1 3-15,-3-3-6 0,-1 0 3 0,-3 4 0 16,1-3 1-16,0 5-1 0,-3 0 1 0,-1 7-2 16,5-9-3-16,-5 9 0 0,2-6-5 0,-2 6 1 15,0 0 2-15,0 0 2 0,0 0-2 0,0 0 2 16,-10 22-1-16,8-16 1 0,1 4-3 0,0-2 3 16,-2 1 1-16,3-9-1 0,0 13 3 0,0-7-2 15,3 1 3-15,-3-7-2 0,6 11 4 0,-2-7-2 16,1 0-3-16,0-3 2 0,-5-1 8 0,15 3-10 15,-3-4 4-15,-3-1-1 0,1-2 2 16,1-1-5-16,-1 0 5 0,2-4-3 0,-3 2 0 16,-1-3-1-16,0 0 2 0,-2 0-5 0,-1-3 7 15,1-4-8-15,-2-1 1 0,1 1 0 0,-3 0-1 16,-1 0 0-16,0 7 5 0,2-1-5 0,-4 3 4 0,1 8-3 16,1-11 1-16,-1 5-3 0,0 6 2 15,0 0 6-15,0 0-11 0,0 0 7 0,0 0-2 16,0 0 0-16,-12 29 6 0,7-19-9 0,3 6 4 15,-2 1 0-15,0-1 0 0,3 1 0 0,0 0 4 16,1-2 0-16,0 1-3 0,-2-4 1 0,4-2 2 16,-1 0-1-16,-2 1 0 0,1-4-2 0,0-7 4 15,0 13 2-15,0-13-5 0,0 10 0 0,0-10 0 0,0 6 0 16,0-6-1-16,0 0 1 0,0 0-4 0,1 9-1 16,-1-9 3-16,0 0 0 0,12-2 2 15,-12 2-4-15,12-7 1 0,-1 1-1 0,1-1 0 16,2-2 0-16,4 0 1 0,-3-2-1 0,3-1 0 15,0-1 1-15,0-3-1 0,5-1 2 0,-8 4 3 16,2 1-1-16,-6-3 0 0,3 3 5 0,-8 1 10 16,0 1 3-16,-2 0 3 0,-2 3 3 0,-2 7 0 15,4-13-3-15,-4 13-1 0,-2-13-4 0,2 13-1 16,0 0-5-16,0 0 0 0,0 0 0 0,0 0-1 16,-36 19-4-16,28-9 1 0,-1 4-1 0,-1 2 2 15,2-1-3-15,1 0 0 0,1 2-3 0,1 0 9 16,4-5-26-16,4 8-26 0,-5-8-33 0,7 2-33 15,-2-3-37-15,4 0-45 0,-2-3-30 0,2 2-157 16,-2-4-406-16,2 0 180 0</inkml:trace>
  <inkml:trace contextRef="#ctx0" brushRef="#br0" timeOffset="-21429.08">30358 15541 75 0,'0'0'98'0,"0"0"-41"0,0 0-46 15,0 0-52-15,0 0-43 0,30 19 20 0</inkml:trace>
  <inkml:trace contextRef="#ctx0" brushRef="#br0" timeOffset="-21223">30859 15552 206 0,'6'-7'212'15,"-6"7"-20"-15,0 0-20 0,7-4-14 0,-7 4-7 16,0 0-6-16,7 18-4 0,-7-7-9 0,0 4-8 16,-1 3-17-16,0 8-6 0,1-8-16 0,-2 1-3 15,-1 4-6-15,0 3-9 0,1-10-13 0,0 4-18 16,1-5-26-16,1 0-31 0,0-2-50 0,3-2-30 15,-2-3-48-15,1 1-170 0,-2-2-344 0,0-7 152 16</inkml:trace>
  <inkml:trace contextRef="#ctx0" brushRef="#br0" timeOffset="-20864.93">31154 15720 81 0,'0'0'194'0,"10"-12"-16"15,-8 6-11-15,-1-4-2 0,0 2-4 0,0-3-16 16,2-6-16-16,1 5-6 0,1-5-10 0,3 2-1 16,-2 1-12-16,0 4-4 0,3 1-11 0,1 0-5 15,1 2-9-15,-1 5-7 0,-1 2-8 0,2 2-3 16,-4 2-9-16,2 2-5 0,-3 3-4 0,-1 1-5 16,-1 3 0-16,-3 2-2 0,1 2-15 0,-2 0-30 15,-4 1-25-15,3-2-39 0,-3 0-27 0,1 0-65 16,-1-2-156-16,3-3-356 0,-4-2 158 0</inkml:trace>
  <inkml:trace contextRef="#ctx0" brushRef="#br0" timeOffset="-20526.18">31889 15309 197 0,'6'-5'237'0,"-2"0"-20"0,0 2-19 15,-4 3-20-15,5-5-17 0,-5 5-13 0,0 0 2 16,0 0-9-16,0 0-2 0,-2 27-5 0,-5-12-10 15,1 4-11-15,-4 5-8 0,1 1-12 0,2-2-8 16,1 4-6-16,-2-2-13 0,2 1-2 0,2-2-5 16,0 1 22-16,0-6-6 0,3 1-8 0,0-1-16 15,1-2-27-15,1 0-25 0,0 1-42 0,-1-3-43 16,0-3-65-16,1-1-45 0,-1-11-50 0,-1 16-132 16,1-16-408-16,-1 12 180 0</inkml:trace>
  <inkml:trace contextRef="#ctx0" brushRef="#br0" timeOffset="-20387.12">31743 15464 96 0,'4'-15'164'0,"-4"15"-11"0,12-8-23 0,-1 2-22 16,2 2-30-16,6 3-42 0,-2 1-61 0,3 1-99 15,-8 3-133-15,7-2 58 0</inkml:trace>
  <inkml:trace contextRef="#ctx0" brushRef="#br0" timeOffset="-20129.29">31992 15647 156 0,'0'0'201'16,"17"-8"-9"-16,-7 3-9 0,-1-3-6 0,2 0-10 15,0 3-10-15,3-9-16 0,-1 3-4 0,-2-4-7 16,0 1-3-16,-3-1-13 0,0-2-6 0,-3-1-1 15,-1-1-7-15,0 4 0 0,-5 3-13 0,1 12 4 16,-4-23-4-16,-1 13-16 0,5 10-4 0,-11-8-6 16,0 8-10-16,11 0-3 0,-23 4-7 15,11 3-3-15,2 0-3 0,-4 5-8 0,5 0 0 16,0 3-6-16,3 0-15 0,3-4-25 0,2 2-31 16,4 2-35-16,3-3-37 0,2 4-32 0,3-4-45 15,4-2-37-15,-2 1-129 0,-4 0-396 0,5-5 175 16</inkml:trace>
  <inkml:trace contextRef="#ctx0" brushRef="#br0" timeOffset="-19752.64">32261 15603 171 0,'1'-11'182'0,"2"1"11"0,-1-2 1 0,2-4-6 16,-1 0-10-16,3-2-3 0,-1 3-7 0,3-2-4 15,1 4-9-15,0-3-6 0,1 2-8 0,4 4-14 16,-5 1-9-16,4 3-14 0,-3 1-10 0,3 3-14 15,1 2-2-15,-1 5-7 0,1-1-8 16,-2 5-7-16,4 4-5 0,-6 0-6 0,-1 2-4 16,0 1-5-16,-5-5-4 0,-2 7 0 0,-2-6-7 15,1-1 0-15,-4 1 1 0,3-12-4 0,-7 18-2 16,5-9-17-16,1-5 19 0,1-4-5 0,-4 10 1 16,4-10 1-16,0 0-3 0,0 0-1 0,0 0-2 0,0 0-1 15,0 0-3-15,0 0 2 0,0 0-5 0,0 0 2 16,7-35-5-16,0 22 3 0,3 1 2 15,-2-3-3-15,4 2-2 0,-3 1 1 0,2 0 0 16,-1 3-1-16,-1 3 0 0,0-2-1 0,1 3-4 16,-10 5 1-16,10-6-1 0,-10 6 0 0,13 0-1 15,-13 0-14-15,13 5 16 0,-8 1 0 0,1 2 0 16,-2 1 1-16,-3 2-6 0,1-1-20 0,-2 3-29 16,1-1-34-16,-2 1-48 0,1-13-17 0,0 24-43 15,1-13-32-15,0-1-187 0,-1-10-450 0,0 0 200 16</inkml:trace>
  <inkml:trace contextRef="#ctx0" brushRef="#br0" timeOffset="-19510.25">32819 15316 136 0,'0'0'236'0,"4"-49"-6"0,-4 49-19 16,0 0-28-16,0 0-16 0,0 0-12 0,0 0-7 15,0 0 4-15,0 0-7 0,0 0-8 0,0 0-7 16,0 0-9-16,14 113-11 0,-16-84-6 0,2-29-7 16,-4 59-4-16,3-31-13 0,1-28-1 0,-3 57-13 15,0-31 0-15,3-26-10 0,-5 52-9 0,5-52-14 16,-5 42-27-16,5-42-39 0,-4 28-41 0,4-28-47 16,0 0-44-16,-11 30-34 0,11-30-39 0,0 0-122 15,-17 19-390-15,17-19 173 0</inkml:trace>
  <inkml:trace contextRef="#ctx0" brushRef="#br0" timeOffset="-19330.33">32827 15464 26 0,'0'0'211'0,"0"0"-15"0,29-27-13 16,-29 27-14-16,0 0 0 0,0 0-14 0,0 0 0 15,0 0-12-15,0 0-17 0,0 0-12 0,0 0-9 16,27 57-13-16,-27-57-7 0,0 0-26 0,0 0-32 15,-20 54-34-15,20-54-30 0,0 0-32 0,-21 29-26 16,21-29-44-16,0 0-139 0,0 0-302 0,-19 21 134 16</inkml:trace>
  <inkml:trace contextRef="#ctx0" brushRef="#br0" timeOffset="-19198.25">32928 15564 191 0,'0'0'191'0,"0"0"-18"0,0 0-10 0,0 0-26 0,0 0-7 15,0 0-23-15,0 0-33 0,0 0-37 0,0 0-49 16,0 0-46-16,0 0-50 0,0 0-64 16,0 0-184-16,0 0 82 0</inkml:trace>
  <inkml:trace contextRef="#ctx0" brushRef="#br0" timeOffset="-470.9">13737 15893 23 0,'0'0'30'0,"0"0"-2"0,-20 0-3 15,20 0 8-15,-13 0-6 0,13 0-1 0,-16 0-5 16,16 0 3-16,-14 1 1 0,14-1 0 0,-16 1-8 15,16-1 3-15,-13 0 2 0,13 0-1 0,-13 1 2 16,13-1 6-16,0 0 1 0,-14-1 7 0,14 1-3 16,0 0-4-16,0 0 2 0,0 0 6 0,0 0-5 15,0 0 7-15,0 0-1 0,0 0-3 0,57-15 5 16,-26 8-7-16,5 1 7 0,1-1-3 0,3-1-11 16,-1 1-2-16,12 2 2 0,-13 1 2 0,-3-1 3 15,1-1-10-15,-2 2 0 0,1-1-8 16,-3 1 9-16,-3 0-9 0,-2 0-2 0,2 2-2 15,-8 2 10-15,-4-2-6 0,2 1-2 0,-1 1 4 16,-5 0-20-16,-2-2 10 0,-11 2 5 0,14-2-6 0,-14 2 2 16,13 0-6-16,-13 0 7 0,0 0 0 0,12-1-2 15,-12 1-5-15,0 0-2 0,0 0 1 16,0 0 0-16,0 0 0 0,0 0 4 0,0 0 9 16,-32 8-7-16,18-6 1 0,-1 2-4 0,-5-3 0 0,-1 2-2 15,2 1 2-15,-8-1-6 0,-1 0 2 0,-3 1 1 16,6 1 4-16,-4 0 1 0,-1 0-5 0,-3-1 2 15,2-1-1-15,-1 1 1 0,1-2 0 16,-1 4 2-16,3-4-6 0,0 2 7 0,2-1-10 0,5 0 5 16,3-3-12-16,1 0 15 0,5 1-1 15,0 1-1-15,1-2 0 0,12 0 3 0,-13 0-7 16,13 0 1-16,0 0 4 0,0 0-2 0,0 0 1 16,0 0-7-16,0 0 5 0,27-8 7 0,-7 3-3 15,11-1 5-15,5 1-8 0,3-2-10 0,1 1 13 16,12-2-18-16,1 2-13 0,-16 0-27 0,3 3-19 15,-2-1-25-15,-2 2-80 0,-5 1-194 0,0-2 87 16</inkml:trace>
  <inkml:trace contextRef="#ctx0" brushRef="#br0" timeOffset="36181.03">14041 15805 55 0,'0'0'50'0,"0"0"-4"0,0 0 2 16,0 0-10-16,0 0 0 0,0 0 2 0,0 0-3 15,0 0-7-15,0 0-2 0,0 0-5 16,0 0 2-16,0 0-2 0,0 0 0 0,0 0 1 16,0 0-4-16,0 0 0 0,0 0 3 0,0 0-3 15,0 0 5-15,0 0-3 0,0 0-5 0,0 0 0 16,0 0 1-16,0 0 1 0,0 0-2 0,0 0-9 15,0 0 2-15,0 0 1 0,0 0 1 0,0 0-2 16,0 0 1-16,0 0-3 0,0 0 4 0,0 0-9 16,0 0 8-16,0 0-3 0,0 0-2 0,0 0-6 15,0 0 8-15,0 0-5 0,0 0 4 0,0 0 0 16,0 0-8-16,0 0-1 0,0 0 1 0,0 0 1 16,0 0 9-16,0 0-12 0,0 0 9 0,0 0-4 15,0 0 1-15,0 0-2 0,0 0-1 0,0 0 3 16,0 0 0-16,0 0-7 0,0 0 2 0,0 0 2 15,0 0 6-15,0 0-1 0,0 0-5 0,0 0-3 16,0 0 3-16,0 0-6 0,0 0 12 0,0 0-8 16,0 0 2-16,0 0 0 0,0 0 1 0,0 0 0 15,0 0-1-15,0 0 0 0,0 0 0 0,0 0 1 16,0 0 1-16,0 0-3 0,0 0 0 0,0 0 7 16,0 0-7-16,0 0 2 0,0 0 4 0,0 0-5 15,0 0-7-15,0 0 10 0,0 0-5 0,0 0 0 16,0 0 6-16,0 0-8 0,0 0 4 0,6 12-6 15,-6-12-1-15,0 0-13 0,0 0 4 0,0 0-1 16,3 5-16-16,-3-5-4 0,0 0-8 0,0 0-9 16,0 0-58-16,0 0-122 0,0 0 54 0</inkml:trace>
  <inkml:trace contextRef="#ctx0" brushRef="#br0" timeOffset="80063.02">12031 16275 94 0,'0'0'138'0,"4"-5"-2"0,-4 5-7 0,2-8-2 0,-2 8-11 15,5-9-6-15,-4 4-2 0,-1 5 5 0,5-8-4 16,-5 8 1-16,0 0-5 0,2-6-3 0,-2 6-12 15,0 0-8-15,0 0-7 0,0 0-9 0,-2-13-2 16,2 13-5-16,0 0-2 0,0 0-5 0,-7-6-2 16,7 6 1-16,0 0-4 0,-6-3-2 0,6 3-4 15,0 0-1-15,-8-4-5 0,8 4-4 0,0 0 0 16,0 0-5-16,0 0 0 0,-10-3-4 0,10 3-3 16,0 0-1-16,0 0-2 0,0 0-1 15,24-10 1-15,-3 5-7 0,9 1 4 0,5-5-6 16,3 4 4-16,0-2-6 0,16-1 3 0,-16 2 1 15,-2 0-13-15,3 2-9 0,-7 1-22 0,-1-2-26 0,-10 2-20 16,0-1-24-16,-7 4-28 0,-1-2-21 0,-6 0-21 16,-7 2-3-16,16 2-105 0,-16-2-306 15,9 2 136-15</inkml:trace>
  <inkml:trace contextRef="#ctx0" brushRef="#br0" timeOffset="80438.13">12412 16122 95 0,'-8'-1'157'16,"8"1"-6"-16,-7-3-3 0,7 3-12 0,0 0-13 16,0 0-14-16,-10-1-6 0,10 1 3 0,-4 9 7 15,1 3 0-15,0 4-13 0,0 1-6 0,-1 9-7 16,-2-1-8-16,4 2-6 0,0 1-8 0,0 0-4 16,-2 0-9-16,4 0-6 0,-1-3-3 0,1-6-3 15,1 6-6-15,-2-6-2 0,1-2-4 0,0 1-1 16,1-3-1-16,-1-1-1 0,0-3-5 0,2-1-4 15,-2-3-2-15,0 1-2 0,0-8-9 0,0 0-3 16,0 17-7-16,0-17-6 0,0 0-1 0,-5 13-8 16,5-13-18-16,-11 5-5 0,2-4 1 0,9-1-3 15,-22 1 0-15,8 0 13 0,1-2-3 0,1 1 4 16,-1 0 1-16,13 0 8 0,-23-2 1 16,23 2-2-16,-14 0 5 0,14 0 8 0,-10-1 0 15,10 1 6-15,0 0-1 0,0 0 7 0,0 0 3 16,0 0 9-16,0 0-1 0,0 0 5 0,0 0-2 15,0 0 1-15,0 0-1 0,49-4-3 0,-26 2 0 16,6-2-1-16,1 2 3 0,1-1-22 0,-1 3-31 16,1-2-37-16,-10 1-53 0,0-1-148 0,-2 2-299 15,-2-2 133-15</inkml:trace>
  <inkml:trace contextRef="#ctx0" brushRef="#br0" timeOffset="80670.36">12722 16477 188 0,'-9'-6'191'0,"9"6"-14"0,-8-8-6 15,8 8-11-15,-12-5-6 0,12 5-13 0,-11-4-11 16,11 4-7-16,-16 4-12 0,16-4-6 0,-18 9-9 16,8 0-7-16,-2 1-8 0,3 2-10 0,-1 3-8 15,2 1-6-15,3-4-3 0,-1 1-6 16,2 0-3-16,0 1-7 0,0-1-1 0,6-1-17 15,0 3-32-15,1-3-32 0,2 0-23 0,-1-1-29 0,-4-11-39 16,11 17-33-16,-7-11-137 0,2-1-331 0,-6-5 147 16</inkml:trace>
  <inkml:trace contextRef="#ctx0" brushRef="#br0" timeOffset="80879.88">12856 16544 5 0,'0'0'199'0,"3"-13"7"0,-3 13-5 0,3-10-12 16,-3 10-15-16,0 0-23 0,0 0-13 0,0 0-14 16,2-6-5-16,-2 6-2 0,0 0-7 0,-5 24-6 15,0-9-10-15,3 2-9 0,0-1-8 0,0 0-8 16,2 1-6-16,-2 0-3 0,4 0-5 0,0-1-8 16,-2 0-33-16,0-2-28 0,2-2-19 0,-2 3-30 15,2-1-28-15,0-6-37 0,-2-8-34 0,6 17-157 16,-8-10-345-16,2-7 153 0</inkml:trace>
  <inkml:trace contextRef="#ctx0" brushRef="#br0" timeOffset="81229.65">12925 16541 171 0,'10'-6'177'16,"-1"1"-11"-16,3 1-10 0,-1 0-10 0,2 1-8 15,1 3-14-15,-1 0-12 0,-1 2-16 0,-1 1-4 16,0-1-12-16,0 3-5 0,-2 1-12 0,0 1-4 16,-7 0-3-16,-2-7-7 0,3 20-2 0,-10-10-8 15,4 1-9-15,-3-1-20 0,-1 0-13 0,-1 0-13 16,0-1-11-16,-2-1-3 0,5 0-9 0,-1-4-7 16,6-4-15-16,-8 8 4 0,8-8 7 0,-6 7 4 15,6-7-1-15,0 0 9 0,0 0 11 0,0 0-5 16,10 17 5-16,-10-17 20 0,14 7 1 0,-5-3 3 15,1 0 16-15,1-2-5 0,-1 3 15 16,0-2-2-16,-1 2 0 0,0-1-4 0,-3 0 0 0,-6-4-6 16,12 5 5-16,-8 3 2 0,-4-8-1 0,7 10 3 15,-7-10-3-15,-2 13 2 0,2-13-4 0,-13 14-19 16,3-8-18-16,1 1-29 0,-2-1-36 0,-3 0-22 16,1 1-109-16,-3-2-235 0,3-1 104 0</inkml:trace>
  <inkml:trace contextRef="#ctx0" brushRef="#br0" timeOffset="81521.28">13214 16711 13 0,'14'5'153'0,"-14"-5"-9"0,9 6-10 0,-9-6-8 15,11 9-9-15,-5-4-6 0,4 0-8 0,-4-2-8 16,3 4-3-16,-2-3-9 0,6-1 4 0,-2-1 1 15,8-4 8-15,-8 2-1 0,7-3-5 0,-1 0 1 16,2 0-7-16,-2-3 2 0,-5 1-2 0,3-3-7 16,-3 2-3-16,1-3 4 0,-4 1-4 0,1 0-1 15,-2-2-2-15,-4 2 1 0,1-2-10 0,-1 0-4 16,-1-2-7-16,-3 12-1 0,-3-19-12 0,-1 9-1 16,-5 2-2-16,1 2-8 0,-2 1-8 0,-3-1-18 15,-6 4-19-15,0 1-21 0,0 2-23 0,-5 3-37 16,4 0-48-16,-1 1-28 0,6-2-53 15,-5 6-123-15,9-5-379 0,1 0 169 0</inkml:trace>
  <inkml:trace contextRef="#ctx0" brushRef="#br0" timeOffset="81834.92">14225 16373 123 0,'-3'-15'231'0,"2"5"-2"0,1 10-8 16,-5-14-14-16,5 14-18 0,-5-11-25 0,5 11-18 15,0 0-15-15,0 0-5 0,0 0-4 0,0 0-1 16,-7 41-3-16,5-16-16 0,-2 5-5 0,1-4-9 15,-1 3-9-15,2 0-6 0,2 0-9 0,-4-1-5 16,3-2-6-16,-4-6-4 0,3 5-5 0,0-7-3 16,0 2-6-16,0-3-20 0,2-1-35 0,-3 1-34 15,1-1-46-15,-2-4-65 0,2-1-77 0,-4-2-149 16,-2 0-425-16,-3-4 188 0</inkml:trace>
  <inkml:trace contextRef="#ctx0" brushRef="#br0" timeOffset="82023.2">14106 16448 166 0,'0'0'201'0,"-5"-5"-7"16,5 5-15-16,0 0-7 0,-31 9-13 0,15 0-12 0,-8 6-11 16,-4-2-20-16,2 3-10 0,1-2-7 0,2 1-8 15,3-1-10-15,2-2-33 0,3-1-29 16,-1 1-31-16,7-1-44 0,-1-3-28 0,4-1-40 15,1-3-149-15,5-4-296 0,-4 9 131 0</inkml:trace>
  <inkml:trace contextRef="#ctx0" brushRef="#br0" timeOffset="82167.35">14214 16462 111 0,'0'0'118'0,"0"0"-15"16,18 3-4-16,-18-3-13 0,13 6-4 0,-4-1-8 15,-9-5-18-15,20 10-37 0,-8-3-48 0,5 1-40 16,-1-1-40-16,-5 0-117 0,5-2 52 0</inkml:trace>
  <inkml:trace contextRef="#ctx0" brushRef="#br0" timeOffset="82662.73">14618 16571 165 0,'0'0'169'16,"0"0"-4"-16,0 0-2 0,11 2-5 0,-11-2-4 15,0 0-3-15,0 0-5 0,9-3-5 0,-9 3-10 16,7-3-5-16,-7 3-9 0,9-6-9 0,-3 1-7 16,-1 3-10-16,1-3-4 0,-6 5-5 0,10-9-1 15,-5 4-10-15,-2 0-6 0,2-5-6 0,-1 3-6 16,-4 7-4-16,7-16-8 0,-4 7-2 0,-1-2-7 16,0 3 1-16,-2 8-2 0,-2-14-6 0,2 14-4 15,-7-11-3-15,7 11-7 0,-7-8 2 0,7 8-3 16,-10-1-2-16,10 1-2 0,-19 12 1 0,10-4-5 15,-1 6 2-15,-2 0-3 0,1 1 0 0,4 2 3 16,0-2-3-16,2 0 1 0,1-2 2 0,2 2-5 16,4 2 5-16,-2-6-1 0,5 0 1 0,0-1 0 15,4-2 1-15,1 1 2 0,-1-3-1 16,11 0 1-16,-2-3 0 0,-2 2-2 0,5-3 1 0,-2-4-2 16,2 1 3-16,1-5-3 0,-4 2 7 0,3-1-1 15,-3-3-1-15,4 0 5 0,-4-1 3 0,0 0 3 16,-4-2-3-16,4-1 1 0,-7-1 3 15,0-2-7-15,-4 0 0 0,3 1 0 0,-2 0-1 0,-3 2-3 16,-2 2 1-16,3 1-1 0,-6 9 0 0,6-12-2 16,-6 12-2-16,4-9-5 0,-4 9 1 15,0 0 5-15,0 0-7 0,0 0 4 0,0 0 6 16,0 25-5-16,-4-15 5 0,1 8-2 0,-1 0 1 16,-3 1 1-16,6-2 0 0,-4 0-2 0,0 2-2 15,3-2 2-15,0 0 0 0,-1 0 5 0,2-5-5 16,-1 5-17-16,-1-5-19 0,0-2-17 0,2 3-27 15,-4-3-30-15,0 0-52 0,3 1-65 0,-4-3-242 16,-3 1-500-16,1-1 222 0</inkml:trace>
  <inkml:trace contextRef="#ctx0" brushRef="#br0" timeOffset="83081.7">15988 16412 52 0,'-5'-10'212'0,"3"5"3"0,2 5-8 15,-4-11-10-15,1 8-11 0,3 3-5 0,0 0-20 16,-2-10-5-16,2 10-25 0,0 0-11 0,6-10-14 15,4 5-8-15,3 0-9 0,6-1-13 0,13-3-7 16,0-2-4-16,5 4-11 0,13-4-21 0,-14 6-21 16,-3-2-33-16,0 0-23 0,-4 4-32 0,-9 0-26 15,-1 0-35-15,-6 1-18 0,-3-1-19 0,1 2-112 16,-1-1-308-16,-3 2 136 0</inkml:trace>
  <inkml:trace contextRef="#ctx0" brushRef="#br0" timeOffset="83429.15">16305 16289 6 0,'-9'6'123'0,"5"0"0"0,1 2 7 16,-1 3 18-16,1 6-3 0,2 2 1 0,-2 0-13 15,2 6-6-15,1 1-7 0,0 1 1 0,3-3-13 16,-2 1-10-16,-1 0-6 0,2-1-9 0,0-5-2 16,0-2-8-16,2 0-10 0,-1 1-1 0,-1-5-9 15,1 3-6-15,-2-4-6 0,1-2-2 0,0 0-2 16,-1-1-5-16,-1-9-4 0,3 13 0 0,-3-13-3 15,0 11-1-15,0-11-4 0,0 0-3 0,-8 11-11 16,8-11-10-16,-11 6-14 0,11-6-4 16,-16 2-5-16,9-1-1 0,7-1 4 0,-23-2 2 15,12-1-3-15,-1-2 6 0,-1 3 5 0,3 0 0 0,1-1 0 16,-1-3 14-16,10 6-4 0,-12-5 13 0,12 5 3 16,-9-3 1-16,9 3-2 0,0 0-1 0,0 0-2 15,0 0 2-15,0 0-1 0,0 0-1 16,0 0-4-16,0 0 2 0,36-8 0 0,-17 8-1 15,8-2-4-15,1 2-27 0,1 0-22 0,6-1-24 16,-1 0-39-16,3-2-33 0,-1 3-10 0,-1-1-12 16,0 0-91-16,-4-1-276 0,1 2 123 0</inkml:trace>
  <inkml:trace contextRef="#ctx0" brushRef="#br0" timeOffset="83618.17">16652 16676 761 0,'20'-5'-67'0,"-1"0"23"16,3 1 3-16,-5-1 24 0,-1-3 8 0,-3 6 15 16,-2-6 10-16,0 3 27 0,-11 5 15 0,16-11 9 15,-16 11-10-15,8-10 4 0,-8 10 6 0,-1-7-12 16,1 7 10-16,0 0 11 0,-17-9 6 0,5 6-1 15,12 3 4-15,-24 1 10 0,4 2-2 0,3 3 5 16,-2 1-4-16,0 2 1 0,2 0 2 0,1 3-7 16,0 1-8-16,2-2-3 0,5 3-1 0,3-3-10 15,1 4-4-15,2-4-8 0,4 0-5 0,2 0-5 16,2 2-5-16,6 1 1 0,2-5-16 0,5 3-27 16,3-4-40-16,15 1-38 0,-6 0-53 0,6-6-63 15,5 0-181-15,10-2-405 0,-11 0 180 16</inkml:trace>
  <inkml:trace contextRef="#ctx0" brushRef="#br0" timeOffset="83895.77">17269 16379 69 0,'-1'-14'259'0,"1"3"-8"0,0 1-8 0,0 10-12 15,1-15-18-15,-1 15-20 0,1-9-17 0,-1 9-25 16,0 0-17-16,0 0-9 0,0 0-5 0,0 0 0 16,0 0-1-16,14 44 11 0,-11-25-12 0,1 7-2 15,-3 3 15-15,-1-5-18 0,0 3-9 0,0-7-8 16,-3 5-10-16,3-5-10 0,-2-3-4 0,1 2-7 16,-2 0-8-16,0-1-3 0,2 2 4 0,0-5-25 15,0-2-31-15,-2-2-29 0,3 0-33 0,-4-1-38 16,0 2-42-16,-1-4-58 0,1 0-58 0,4-8-234 15,-11 10-530-15,6-7 235 0</inkml:trace>
  <inkml:trace contextRef="#ctx0" brushRef="#br0" timeOffset="84227.6">17146 16459 45 0,'0'0'197'0,"-31"6"-14"0,12 0-8 15,3 0-14-15,-3 3-15 0,2 1-14 0,2-1-17 16,-1 1-11-16,4 1-22 0,2-3-24 0,-1-1-23 16,1 1-27-16,2-3-15 0,8-5-24 15,-11 8-14-15,11-8-1 0,0 0 0 0,0 0-21 16,0 0 11-16,0 0-4 0,0 0 8 0,0 0 6 16,0 0 12-16,39-28 9 0,-23 16 9 0,5-5 3 15,1 2 11-15,-1-1 5 0,2 1 11 0,-6 4 6 16,1 1 10-16,1-2 10 0,-4 3 8 0,2 1-3 15,-1 1 10-15,-4 2-1 0,3 1 0 0,-4 1 5 16,6-1 5-16,-2 2-5 0,4 4 4 0,-1-2-3 16,-1 2-6-16,1-1-6 0,-3 3-6 0,4 0 3 15,3-1-7-15,-3 2 0 0,3 2-12 0,-2 0-28 16,-1-2-29-16,2 0-35 0,-1 1-39 0,1-1-45 16,-5 2-100-16,-5-1-272 0,1-1 121 0</inkml:trace>
  <inkml:trace contextRef="#ctx0" brushRef="#br0" timeOffset="84773.87">17668 16628 150 0,'0'0'231'0,"11"-5"-16"15,1 2-14-15,0-2-21 0,0 1-12 0,-1-1-12 16,1-2-7-16,0 1-17 0,-2 0-3 15,0 0-20-15,-1-2-2 0,2 3-8 0,-3-1-8 16,-2-3-9-16,1 0-7 0,0 2 4 0,-2-3-11 16,-1 2-9-16,-4 8-3 0,5-14-5 0,-5 14-4 15,2-8-1-15,-2 8-9 0,0 0-6 0,-9-16-3 16,9 16-3-16,-13-4-5 0,13 4-3 16,-19 0 0-16,19 0-1 0,-23 9-4 0,9-2-2 15,0 3 0-15,0-1-5 0,4 0 2 0,2 0-5 0,0 1 0 16,4 1 9-16,-2-4-5 0,3 5 1 0,2-2-3 15,1-10 2-15,3 18 3 0,0-10-3 0,2 1 7 16,3-3 2-16,1-1 5 0,3 0 4 0,2-2-3 16,5 0 4-16,1-1-3 0,0-2 3 0,0-1-4 15,-1-2 1-15,2-1-1 0,-5 2-1 0,2-4-4 16,-5 3-1-16,5-4 0 0,-2 0-1 0,-4 0 0 16,2-2-1-16,1 0-2 0,-6 1 1 0,5-4-3 15,-3-1 2-15,-4 2-2 0,0 0 3 16,-1-4-7-16,-2 2 3 0,-2 1 3 0,2 3-10 15,-3-1 6-15,-1 10 4 0,4-10-7 0,-4 10-5 0,3-6 2 16,-3 6-5-16,0 0 3 0,0 0-1 0,0 0-1 16,0 0 3-16,-7 37 2 0,4-20 3 15,-1-1 1-15,1 3-3 0,-2-1-1 0,3 3-1 0,-1-2 2 16,-1 1 0-16,4-1 1 0,-1 0 1 16,1-2-1-16,-3-1-2 0,1 2 5 0,1-3-5 15,-3 1-2-15,-2-5-14 0,1 3-34 0,-1-4-28 16,0 0-36-16,-3 3-43 0,0-7-59 0,-1 1-51 15,-2-1-164-15,-1-2-464 0,-1 2 206 0</inkml:trace>
  <inkml:trace contextRef="#ctx0" brushRef="#br0" timeOffset="87442.95">18726 16496 39 0,'-3'-10'190'0,"3"10"-4"15,-2-13 4-15,2 13-16 0,-4-10-23 0,4 10-14 16,0 0-11-16,0 0-16 0,0 0-8 15,0 0-3-15,0 0-5 0,0 0-7 0,0 0-10 0,1 45-7 16,2-29-4-16,-1-5-5 0,3 7-4 16,1-3-4-16,1-4-7 0,1 2 1 0,2-1-9 15,-2-3-3-15,2 0 2 0,0-2-3 0,4 2 3 0,0-7-2 16,-1 2-1-16,6-4-4 0,-1 1-3 16,-5-1-1-16,9-1 1 0,-11-3-5 0,7-1 4 15,-5 0-6-15,-2 1-3 0,2-4 0 0,1-2-2 16,-5 1 0-16,-1 0 1 0,-2 0-3 0,-1-1-3 15,0 0 0-15,-2 3 1 0,1 1-2 0,-4 6 0 16,2-10 0-16,-2 10-5 0,4-6-1 0,-4 6-2 16,0 0 0-16,0 0-1 0,0 0 0 0,0 0-1 15,8 22 1-15,-4-14-1 0,1 1 3 0,2 3 2 16,0-3-1-16,2 1 4 0,1 1-3 0,3-2 2 16,-3-2 4-16,3-1-3 0,0-2 2 0,2 2 7 15,-1-4-10-15,-2-2 2 0,3 0 0 0,-2 0 0 16,1-3-3-16,-2-1 5 0,0-1-3 0,-1-1 5 15,0 0-7-15,-2-2 1 0,-2-1-3 0,-2-3 0 16,-1-3-5-16,-1-1 1 0,-2 1-2 0,-1-2-3 16,-4-3-2-16,2 3-3 0,-2 0 2 15,0 2 0-15,1 5-1 0,0-1 0 0,1 3 4 16,2 8 0-16,-3-12-2 0,3 12-2 0,-3-10 4 0,3 10-3 16,0 0 2-16,0 0 4 0,15-9-3 0,-15 9 4 15,18-2-5-15,-5-1 3 0,1 1-1 0,5 0 4 16,-3-2 0-16,1 1 2 0,-5 1-3 0,1 1 3 15,-4-3 0-15,1 0 0 0,0-1 1 0,-1-1 0 16,0-1 1-16,-3-2-3 0,1 0 1 0,-2-2 1 16,-1 2 1-16,-2-1-3 0,-2 10 5 15,5-24-5-15,-3 9 0 0,-1 3 1 0,2 1 1 16,-3 11 1-16,2-17-1 0,-2 17 2 0,0 0-4 16,-1-15-3-16,1 15 2 0,0 0-3 0,0 0 2 15,0 0 0-15,0 0 2 0,7 46 0 0,-5-22 2 16,-4 3 2-16,4 0-1 0,-4 1 0 0,5-1 2 15,-4-2 0-15,3-6 0 0,1-2-2 0,-2 1 0 16,2-2 1-16,-2-3-1 0,1-3 0 0,-2-10 0 16,3 13 2-16,-3-13 1 0,1 9 5 0,-1-9 2 15,0 0 1-15,3 9-2 0,-3-9-2 0,0 0 1 16,0 0 2-16,22-16-4 0,-13 7-3 0,4-4-3 16,-1 1 4-16,6-1-3 0,-3 3 1 0,2-2-2 15,-2 2 0-15,3 3-4 0,-6 4 4 0,0 0-2 16,1 1 1-16,0 2 0 0,0 1-1 0,-2 3 1 15,3-2 4-15,-2 1-3 0,-1 2-2 0,3-1 3 16,2 2 2-16,-4-3-4 0,0-1 2 0,2 2 3 16,-2-2-1-16,-1-4 1 0,0 1-3 0,1-3 3 15,0 1 4-15,-1-3 1 0,-1 1-1 0,-2-2 2 16,1 1-3-16,-4-3 9 0,1 0-7 0,-2-3-1 16,0 4-1-16,0-3-4 0,-2 1 3 15,1 0-5-15,-3 10 3 0,2-15-3 0,-2 15 1 16,2-11-5-16,-2 11-3 0,0 0 1 0,0 0 2 15,0 0-1-15,0 0 4 0,0 0-6 0,0 0 1 16,-4 33 0-16,4-16-7 0,-1 1-23 0,1 0-32 16,-2 0-35-16,-1 0-42 0,3-3-54 0,-3 2-45 15,1-2-156-15,-1-3-427 0,2-2 190 0</inkml:trace>
  <inkml:trace contextRef="#ctx0" brushRef="#br0" timeOffset="87602.47">19861 16268 90 0,'-6'-14'100'0,"6"14"-38"0,0 0-16 16,0 0-33-16,0 0-12 0,0 0-31 0,0 0-17 16,0 0-52-16,36 25 24 0</inkml:trace>
  <inkml:trace contextRef="#ctx0" brushRef="#br0" timeOffset="88121.5">20187 16384 106 0,'0'0'161'16,"12"-5"-7"-16,-12 5 7 0,7-9-14 0,-7 9-14 15,0 0-10-15,-4-14-20 0,4 14 5 0,-12-9-1 0,12 9 0 16,-15-7 0-16,5 5-14 0,10 2 0 16,-22-1-11-16,12 5-4 0,-3 2-8 0,3 1-9 15,1 2-5-15,-1 1-4 0,2 3-4 0,2 3-5 16,0-6-5-16,4 5-1 0,-2 1-2 0,5-4-8 15,1 0-2-15,3 2-10 0,0-1-15 0,0-4-12 16,4 1-24-16,2-3-15 0,-2-1-12 0,3 0-13 16,2-3-10-16,3 1-24 0,2-3-2 0,-1-1-7 15,-18 0 6-15,29-3-3 0,-14-2 13 0,4 0 6 16,-4-2 10-16,1-2 10 0,-2-4 8 0,2 1 7 16,-4-3 7-16,-1-1 5 0,-1-1 12 0,0-6 1 15,-1-2 6-15,-1-1 9 0,-2 0 14 0,-3-3 2 16,-2 1 1-16,0 3 20 0,0-1 2 0,1 7 24 15,-2 1-4-15,0 18 35 0,0-26 19 0,-2 18 0 16,2 8-9-16,0 0-7 0,-1-15-8 0,1 15 1 16,0 0 2-16,0 0 5 0,0 0-8 0,-8 65-3 15,6-37 4-15,-2 1-7 0,0 0 3 0,1 2-2 16,1-6-5-16,0 4-2 0,-1-4-6 16,3-5-6-16,-1-2-4 0,2-2-2 0,0-5-5 15,-1-2-1-15,0-9-5 0,2 14-1 0,-2-14 4 16,0 0 6-16,-2 12 13 0,2-12-7 0,0 0-1 15,0 0-8-15,0 0 0 0,26-12-7 0,-16 5-2 0,0-3 0 16,4-4-2-16,-1 3-5 0,4 0-1 16,-3 0-2-16,3 3 3 0,-5-2-7 0,0 4-6 15,-2 6 0-15,0-3 1 0,-1 4 0 0,-9-1-1 16,13 8-2-16,-7 0 9 0,-1 2-9 0,-1-1-19 16,1 1-35-16,-2 2-30 0,0 0-36 0,2 0-43 15,-4 0-44-15,2 0-147 0,-3-1-383 0,0-11 170 16</inkml:trace>
  <inkml:trace contextRef="#ctx0" brushRef="#br0" timeOffset="88315.8">20870 16394 37 0,'7'-15'143'0,"-3"2"14"16,-2 4 15-16,2 0-3 0,-1 2-8 0,-3 7-15 15,2-10-20-15,-2 10-10 0,0 0-12 0,0 0-10 16,0 0-6-16,0 0-8 0,0 0-4 0,1 38-3 15,-1-21-16-15,-2 0 2 0,1 2-7 0,-1-1-6 16,2 1-1-16,2-1-8 0,-2 0-32 16,-3 0-35-16,2-4-49 0,-1 2-56 0,2-3-166 15,-3-2-324-15,-1-1 144 0</inkml:trace>
  <inkml:trace contextRef="#ctx0" brushRef="#br0" timeOffset="88675.03">20956 16534 50 0,'5'-9'131'0,"-3"-1"7"0,2-4-8 0,3-1 0 16,1-4-7-16,-3-5-10 0,5-2-9 0,1 2-6 16,1 1 5-16,-2 6-6 0,2 3-14 0,-1 1-6 15,-2 5-8-15,1 1-6 0,-10 7-6 0,19-2-1 16,-8 5-14-16,-1 5 0 0,-3 0-1 0,2 7-2 15,-2 1-4-15,-6 4-7 0,-1-2-13 0,-2 7-27 16,-2-4-50-16,2-2-53 0,-3 5-165 0,-1-7-302 16,3 0 134-16</inkml:trace>
  <inkml:trace contextRef="#ctx0" brushRef="#br0" timeOffset="88913.86">21462 16166 199 0,'-3'-14'215'0,"3"14"-26"0,0 0-20 0,0 0-11 0,0 0-4 16,0 0-7-16,0 0-6 0,-6 51-12 0,0-22-9 16,1 1-10-16,-2 3-11 0,-1 0-6 0,-3 0-12 15,6-2-5-15,-1-1-8 0,3 0-6 0,-5-5-9 16,1 3-11-16,5-2-35 0,-1-8-30 15,1 0-53-15,2-2-46 0,-1-6-65 0,0 3-131 16,1-13-344-16,-3 13 153 0</inkml:trace>
  <inkml:trace contextRef="#ctx0" brushRef="#br0" timeOffset="89514.53">21258 16384 33 0,'0'0'134'0,"0"0"-10"0,0 0-18 0,19-21-8 0,-8 15 5 16,8 0-13-16,2-1-4 0,-2 3-10 0,9-2-10 16,-6 1-2-16,-2 1 0 0,2-1-10 0,-3 1 4 15,0 1-2-15,-5 1-9 0,-3 0 10 0,-4 1-6 16,-7 1-5-16,14-3-6 0,-14 3-4 0,0 0 8 16,15 7-5-16,-13 0 5 0,4 0 1 0,-3 5 5 15,-1-2-4-15,-2 6-1 0,2 3-6 16,-1-3-1-16,-1 0 3 0,3-4-5 0,-3 5-6 15,1-1 1-15,3-4-2 0,-2 0 0 0,2-2-3 16,2 1-4-16,1-1 2 0,2-3 1 0,1 0-7 16,4-2 2-16,-2-2-3 0,5-1-1 0,-2-1-1 0,-1-2 2 15,0-1-5-15,0-1 0 0,1-2 0 0,-2-2 2 16,-2 1 4-16,0-3 2 0,0-2-1 16,-2 1-1-16,0-4-5 0,-3 3 4 0,2-3-3 15,-3-3-5-15,-1 3 3 0,-1 3 0 0,-2 0-2 16,-1 11 9-16,4-14 1 0,-4 14-7 0,2-10-1 15,-2 10-6-15,0 0-1 0,0 0-4 0,0 0 6 16,0 0-2-16,0 0 1 0,0 0-4 0,-9 35 3 16,7-24-2-16,-1 0 2 0,2 3-3 0,1 0 1 15,0-2-1-15,0-2 2 0,1 3 0 0,0-2-3 16,1-3 8-16,0 1-6 0,5-1 2 0,-3-3-2 16,-1-2 6-16,4 1-4 0,-1-2 1 0,-6-2-3 15,0 0 9-15,16 1-5 0,-16-1-4 0,12-4 1 16,-12 4-2-16,12-8 5 0,-7 1-2 0,0 0 0 15,1-3-2-15,-2 0-1 0,1-1 1 16,-1-1 3-16,1-5-6 0,0 0 1 0,2 3-1 16,-4 3 1-16,1 1 0 0,-1 2 0 0,-1-1-3 0,-2 9-1 15,4-9-3-15,-4 9-1 0,0 0 1 16,0 0 1-16,0 0 0 0,0 0 7 0,0 0-7 16,17 22 6-16,-15-10-3 0,2 3 2 0,-1 0-2 15,-2 2-1-15,-1-4-30 0,0 4-29 0,1 0-32 16,1-6-51-16,-1 2-50 0,-1-1-163 0,0-12-387 0,0 21 170 15</inkml:trace>
  <inkml:trace contextRef="#ctx0" brushRef="#br0" timeOffset="89783.14">22031 16581 188 0,'0'0'205'0,"0"0"-12"16,1-10-3-16,-1 10-12 0,0 0-9 0,0 0-14 15,4-9-12-15,-4 9-14 0,0 0-8 0,2-13-12 16,-2 13-6-16,2-14-7 0,1 6-3 0,3 0-1 16,-3-2-1-16,1 0-11 0,1-1-5 0,2 0-4 15,-2-1-6-15,0 1-4 0,3-5-6 0,-3 7-3 16,2-1-7-16,-3 2-8 0,1 2-1 0,-5 6-2 16,8-10-12-16,-8 10-2 0,7-5-6 0,-7 5 3 15,0 0-5-15,0 0 1 0,19 13 1 0,-14-3-11 16,-1 2-23-16,0 1-34 0,-2 1-24 0,6 4-25 15,-2-2-67-15,6 1-66 0,-1 0-151 16,11 1-419-16,5-2 185 0</inkml:trace>
  <inkml:trace contextRef="#ctx0" brushRef="#br0" timeOffset="90051.79">22770 16276 69 0,'-6'-8'239'0,"2"3"-27"16,1-1-25-16,3 6-16 0,-7-6-18 0,7 6-11 16,0 0-6-16,0 0-5 0,-15 15-6 0,10-5-6 15,-2 8-32-15,0-1-7 0,-2 7-8 0,2 4-3 16,1-3-11-16,1 2-1 0,1-8-9 0,0 7-4 15,0-2-1-15,2-6-8 0,1 1-20 0,-2-2-29 16,2-1-29-16,-1-4-54 0,2-1-69 0,-1 1-163 16,1-12-357-16,-8 15 159 0</inkml:trace>
  <inkml:trace contextRef="#ctx0" brushRef="#br0" timeOffset="90436.03">22849 16508 34 0,'1'-22'224'16,"0"9"-7"-16,3-5-20 0,-3 1-17 0,3-2-16 16,5 2-18-16,1-1-12 0,1 1-14 15,0 3-10-15,-1 1-13 0,-1 4-5 0,-1 3-13 0,2 2-10 16,-10 4-9-16,18 0-2 0,-7 5-7 0,-2 2-5 15,-1 3-4-15,2 5-3 0,-5 0-5 0,1 10-6 16,-4-7-6-16,-2 1-41 0,1 1-40 0,-1-1-51 16,-2 1-58-16,1 4-147 0,-1-8-340 0,0-5 150 15</inkml:trace>
  <inkml:trace contextRef="#ctx0" brushRef="#br0" timeOffset="91135">23226 16266 137 0,'-7'-15'210'0,"5"9"-20"16,2 6-15-16,0 0-14 0,-16 2-10 0,16-2-6 16,-18 21-7-16,7-6-7 0,-1 3-10 0,3 4-11 15,1 2-9-15,1 0-7 0,3-5-8 0,2-2-10 16,2 2-3-16,2-1-8 0,1-2-5 0,3 1-8 15,4-4-3-15,1 2-4 0,3-4-3 0,1 0-5 16,3-3 1-16,1-2-2 0,3 0-10 0,5-2 4 16,-7-4-5-16,2 0-2 0,5 0-1 15,-7-6-2-15,-3 1-5 0,1 0 3 0,-7-1-3 16,3-4-4-16,0-2 0 0,-1-2-2 0,-3-2 2 0,-1-1-5 16,-1-2 0-16,-3 2-6 0,-1-4 2 0,-3 2-5 15,0-4 6-15,-4 6 0 0,-1-2-4 0,-4 3 0 16,-3 2 0-16,0 0 1 0,3 6-2 0,-5-3 1 15,2 3-2-15,1 2 1 0,3-2-3 16,0 5 5-16,7 3-4 0,-10-8-2 0,10 8 1 16,0 0 1-16,-6-8 0 0,6 8 6 0,0 0-2 15,0 0 0-15,0 0 2 0,38 5 0 0,-20-4-1 16,3 1 2-16,1 0-2 0,1-1-1 0,4 1 0 16,-7-1 2-16,0 1-6 0,-2 0 6 0,-7 2-9 15,3 0 4-15,-2 0-4 0,-2 2 4 0,-3 1 0 16,5 5 1-16,-8 1 3 0,0-3-3 0,-3 7 2 15,-1-2 3-15,-2 2-2 0,-1 1 0 0,0 0-1 16,2 0 1-16,0-3-1 0,1 1-1 0,1-5 2 16,2 2 1-16,-2-3-1 0,3 0 1 0,3-1-1 15,0 0 1-15,3-2 2 0,0-2 0 0,7 3-1 16,1-7 0-16,1 3 1 0,3-4 1 0,-2 0 0 16,6-1-2-16,-6-3 0 0,-1-2 2 0,-1 0-2 15,0-1 2-15,-3-3-1 0,1-4 3 0,-5-1-4 16,2-1 1-16,-4-1 1 0,-1 1 0 0,1-8-5 15,-6-1-1-15,-1 7 2 0,-9-1-2 0,4 2 3 16,-3 2-2-16,0 0 0 0,-1 4 3 0,0 1-5 16,-2 5 2-16,-1 0-3 0,-3 4 4 0,-6 3-3 15,1 4 0-15,4 4 5 0,-4 2 3 0,4 2-6 16,-4 4 2-16,9-1-2 0,1 1 0 0,3 0 6 16,2 1-5-16,1 1-3 0,2-2-20 0,3-2-34 15,-1 2-45-15,7-2-48 0,4-2-52 16,1-3-182-16,3-3-414 0,0-1 183 0</inkml:trace>
  <inkml:trace contextRef="#ctx0" brushRef="#br0" timeOffset="92128.19">24288 16290 117 0,'-8'-9'216'0,"0"-1"-19"0,-1 3-5 0,-6 0-17 16,-2 4-14-16,-2 3-9 0,-6 7-11 0,-1 2-14 15,3 4-13-15,1 1-6 0,7-2-14 0,0 2-10 16,1 7-6-16,2-6-9 0,3 2-8 0,5-5-4 16,0 3-1-16,4-2-7 0,4 2-5 0,2-5-2 15,0 2-8-15,2-3 0 0,2 0-3 0,-1-4-4 16,2-1-1-16,2 0 2 0,-1-2-8 0,2-2 2 16,-3 0-8-16,3-2 3 0,-1-2-6 0,-1 0 2 15,5-2 4-15,-8-3-6 0,0 3 2 0,0-4-2 16,-1 1-2-16,-2-3-1 0,1-3-1 0,1 1-1 15,-1-2 1-15,-2 1-2 0,3 1 1 16,-2 3 8-16,-6 1 5 0,0 10 2 0,5-13 0 0,-2 8-4 16,-3 5-6-16,0 0-1 0,0 0-3 0,0 0 2 15,0 0-4-15,0 0 7 0,0 0-9 0,-5 39 3 16,5-27-1-16,-2-1 4 0,1 2-6 16,1 3 2-16,1-3-2 0,1-3 3 0,1 0-3 0,1 0 4 15,1 0-2-15,2-2 0 0,3-1 1 0,0-3-1 16,1-1 0-16,1-1 2 0,1-1-5 15,-1-2 6-15,3-1-3 0,-2-1 2 0,-1-1-2 0,1-3 1 16,0-2-3-16,-3 0 2 0,2-1-1 0,-3-1-2 16,1-2 2-16,-5 1 0 0,2-7-4 15,0 4 0-15,-1-2 3 0,-3 6-4 0,-2-1-1 16,-1 12 2-16,3-22-4 0,-3 22 2 0,0-13-3 16,0 13 0-16,0 0-1 0,0 0 2 0,0 0 1 15,0 0-2-15,0 0 1 0,-30 29 1 0,23-13 0 16,-4 0-1-16,4 2 1 0,-1-1 0 0,4 2 1 15,-1 1-3-15,3-2 2 0,-3 2 3 0,3 0-2 16,1-4 2-16,-1 0-2 0,2 0 3 0,0-4-1 16,-2-1 1-16,2-2-3 0,0 1 2 0,0-3 1 15,0-7 2-15,2 12-3 0,-2-12 0 0,0 0-1 16,0 12 2-16,0-12-2 0,0 0-4 0,0 0-9 16,0 0-9-16,0 0 0 0,0 0-4 0,0 0-9 15,0 0 7-15,0 0 2 0,29-21 6 0,-19 11-4 16,3-1 3-16,2-3-4 0,-2 0 2 0,6-2 3 15,-5 0 0-15,7 0 5 0,-8 0 1 16,7-2 1-16,-7 4 5 0,-2 0-5 0,3 2 2 0,-9 2 2 16,3 2 9-16,-2 0 0 0,-2-1 1 0,0 3 0 15,-4 6 2-15,5-12 2 0,-5 12 4 0,4-8-8 16,-4 8 4-16,0 0-4 0,0 0-3 16,0 0 0-16,0 0 7 0,0 0-8 0,0 0 5 15,0 0-4-15,-32 14 2 0,24-4 3 0,1 1-1 16,0 1-4-16,5-2 3 0,-3 1 0 0,3 1 2 15,2-2-2-15,0 3 4 0,0-2 4 0,6 0-3 16,-1-3-3-16,5-1 0 0,3 3 0 0,5-2 1 16,1-2-1-16,10-3 0 0,1 1-1 0,0-2 3 15,0-2 5-15,-2-3-5 0,1 0-4 0,-1 0 2 0,-6-3-2 16,-4-1 4-16,0-2-3 0,-3-1 5 16,-1-1-2-16,-1 0-6 0,-2-2 5 0,0-1-3 15,-4-1 3-15,0-1-1 0,0 1 4 0,-3 3 0 16,1 0-7-16,-5 1 12 0,4 2 4 0,-4 9 2 15,1-15 6-15,-1 15-6 0,2-9-7 0,-2 9-1 16,0 0-4-16,0 0 9 0,0 0 0 0,0 0 7 16,-9 23-3-16,2-7 0 0,0 0-2 0,0 2-1 15,2 1 2-15,0-1-4 0,0 0 0 0,2 1 0 16,-3-2-4-16,5 1 4 0,-1-1-7 0,0-1-24 16,-2 0-23-16,3-1-27 0,-3-5-35 0,2 1-45 15,0-1-38-15,-3-1-27 0,5-9-141 0,-10 15-382 16,5-10 170-16</inkml:trace>
  <inkml:trace contextRef="#ctx0" brushRef="#br0" timeOffset="92513.98">25727 16172 140 0,'2'-15'234'15,"1"3"-3"-15,-3 3-21 0,0 2-23 0,0 7-22 16,0 0-15-16,0 0-17 0,0 0-4 0,0 0-1 16,-6 31-2-16,0-8-7 0,4 3-10 0,-5-1-11 15,0 2-6-15,2 1-8 0,1-2-6 16,-1-1-5-16,1 2-9 0,0-1-6 0,0 0-3 0,1-7-8 16,-1 5-4-16,1-6-6 0,-1 0-15 0,3-1-23 15,0-1-31-15,-2-4-34 0,1-1-48 0,0-2-59 16,1 1-64-16,1-10-129 0,-4 13-395 0,4-13 176 15</inkml:trace>
  <inkml:trace contextRef="#ctx0" brushRef="#br0" timeOffset="93027.27">25756 16340 134 0,'16'-13'127'16,"3"-5"5"-16,-4 4-3 0,-1-1-4 0,1 1-8 15,0-1-6-15,3-5-4 0,-5 5-3 0,1-6-14 16,-1 3-2-16,-3-4-6 0,-1 5-4 0,-1 0-3 16,1 3 0-16,-4 5 5 0,0-1-2 0,-5 10-5 15,6-9-12-15,-6 9-9 0,0 0-8 0,0 0-2 16,0 0-5-16,0 0 0 0,0 0-4 0,4 36-4 16,-6-13 0-16,-6 2-6 0,3 0-1 0,0 2 0 15,1-1 0-15,-1 0-9 0,1-1 2 0,0-5 1 16,2-2-7-16,-1 0 3 0,3-1 1 0,-2-3-7 15,0-3 5-15,2 1-6 0,2-2 3 0,-2-3 3 16,0-7-1-16,2 11 1 0,1-7-5 0,-3-4 0 16,13 4 2-16,-13-4-3 0,31-3 2 0,-13 1-3 15,-2-2 1-15,4 0 6 0,3 1 8 16,-4 2 3-16,2-1 0 0,0 4 7 0,-2-1-4 0,2-1 4 16,-1 0-2-16,-3 0 1 0,2 3-1 0,-2-1-3 15,2 1-3-15,-1-2 1 0,0 2-2 0,-4-1 7 16,-1 0-12-16,-3-4 5 0,4 2-4 15,-1 0 1-15,-13 0-3 0,19-9 0 0,-10 4-2 16,-3-2 0-16,2-3-2 0,-2 2-3 0,-2-3 3 0,-1 0-3 16,-3-5 0-16,0 4 1 0,-3-5-4 0,-3 2 4 15,2 3-2-15,-4 2 2 0,2 0-2 0,-3 2-5 16,9 8 6-16,-18-8-4 0,18 8 5 0,-22 3-4 16,3 4-4-16,-3 8 4 0,6-3-2 15,-4 7 2-15,5 3 2 0,1 2-3 0,1 0-21 16,3 0-30-16,4 0-32 0,1 4-36 0,1-9-44 15,0 0-49-15,1 1-192 0,-8 4-435 0,6-5 193 16</inkml:trace>
  <inkml:trace contextRef="#ctx0" brushRef="#br0" timeOffset="93834.96">14618 17593 56 0,'5'-12'165'0,"3"-3"-18"0,9 0-15 0,2-2-9 15,6-2-7-15,2 1-11 0,3 0-14 16,0-1-2-16,0 2-1 0,-1-2-13 0,2 0-4 15,-2 1-1-15,-2-2-5 0,-4 2 1 0,-7 7 1 16,8-5-2-16,-12 3 4 0,0 3 1 0,-4 0 1 16,-1 1-7-16,0 0 4 0,-2 1 6 0,-5 8-1 15,9-9-6-15,-9 9-7 0,3-7-10 0,-3 7-7 16,0 0-7-16,0 0 1 0,0 0-2 0,13 23 2 16,-10-4-2-16,-1 11-3 0,2-5-3 0,3 5 2 15,-6 1-2-15,4-4-1 0,-1 2 7 0,-2 0-7 16,0 0-3-16,0-3-2 0,3 3 7 0,-2-3-7 15,1-7-4-15,0 0 0 0,-3 0-1 0,1-2-5 16,0-4 3-16,-1 3 3 0,0 0-8 0,1-4-4 16,-4-2-8-16,1 4-22 0,-2-3-19 0,1-1-25 15,-3 1-37-15,-5-4-43 0,1 2-40 0,0-3-204 16,-4 2-423-16,-3-2 186 0</inkml:trace>
  <inkml:trace contextRef="#ctx0" brushRef="#br0" timeOffset="93995.93">14703 17180 25 0,'0'0'-1'0,"14"-1"-3"0,-14 1-5 0,0 0 2 0</inkml:trace>
  <inkml:trace contextRef="#ctx0" brushRef="#br0" timeOffset="94472.34">15222 17145 111 0,'2'-20'158'0,"-2"20"-17"0,6-10-15 16,-6 10-13-16,8-7-3 0,-8 7-12 0,0 0-1 15,0 0-8-15,27 17-6 0,-21-9 1 0,-2 3-11 16,3-1-2-16,-2 6-4 0,0-5-5 0,-1 0-7 16,-1 1 0-16,1-3-4 0,-1-1-5 0,-3-8 0 15,4 10 3-15,-4-10 8 0,2 10 15 0,-2-10 5 16,0 0-6-16,0 0-3 0,0 0-8 0,0 0-3 16,0 0-7-16,0 0-4 0,0 0-6 0,8-42-7 15,-4 27 1-15,0-1-5 0,3-1-5 0,-2-3-3 16,2 2 3-16,7-5-5 0,-1 0-4 0,-1 8-2 15,0 1 1-15,1 0-5 0,-1 2-1 0,0 6 0 16,2 2-3-16,-5 0-3 0,-9 4 1 0,27 7-1 16,-18 0-1-16,2 6-2 0,2 11 7 0,-5 4-3 15,-3 2-2-15,-5 2-17 0,-1 2-27 16,-2 1-54-16,3-1-62 0,0-2-71 0,-1-1-123 16,3 0-380-16,1-5 169 0</inkml:trace>
  <inkml:trace contextRef="#ctx0" brushRef="#br0" timeOffset="94754.04">16071 17322 183 0,'-5'-10'216'0,"5"10"-12"0,-2-17-4 0,2 17-18 16,-4-12-19-16,4 12-16 0,0 0-17 0,0 0-3 16,0 0-4-16,0 0-2 0,0 0-3 0,13 33-11 15,-11-15-10-15,3 0-13 0,-3 1-3 0,2 0-8 16,-3 6-7-16,-1 1-2 0,4 0-7 0,-2-6-9 0,-1-1-5 16,1 6-20-16,-1-5-25 0,-1-1-32 15,1 0-34-15,0-2-47 0,1-4-58 0,-5-1-205 16,3-12-409-16,-5 18 182 0</inkml:trace>
  <inkml:trace contextRef="#ctx0" brushRef="#br0" timeOffset="94895.26">16023 17402 47 0,'18'4'17'0,"0"-1"-28"15,0 5-12-15,-1 0 6 0</inkml:trace>
  <inkml:trace contextRef="#ctx0" brushRef="#br0" timeOffset="95522.13">16359 17612 36 0,'0'0'165'15,"9"-10"-11"-15,-3 2-8 0,1 0 3 0,0-2-9 16,6-2-7-16,-1-1-9 0,-1 1-6 0,-1-2-11 15,-1-2-6-15,2 2-8 0,-1 0-11 0,-1 1-10 16,-3-4-6-16,-1 3-2 0,-1 2-7 16,-3-1-6-16,1 0-2 0,-2 13-1 0,-7-19-4 15,0 13-8-15,-3-2-2 0,-2 5 4 0,0 1-11 16,-3 4-3-16,1 6 4 0,-3 0-4 0,5 6 0 16,-6 5-3-16,7-2-4 0,2 6 3 0,3 1-5 15,1 1-23-15,4 0-16 0,1 1-36 0,5 2-15 16,0-10-28-16,1 3-17 0,3-5-19 0,1-2 2 15,3 2-10-15,-1-4 1 0,2 0-79 0,1-3-244 16,4-1 798-16,0-3-494 0,2-3 154 0,7 0-57 16,0-4 28-16,2 1 6 0,-1-4 9 0,-1 0 14 15,-1-1 10-15,-8-3 13 0,-1 1 23 16,-3-2 3-16,-1-2 12 0,-2-1 9 0,1 0 7 0,-4-1 8 16,-4 3 17-16,1-3 7 0,-2-3 1 0,0 1 9 15,-3 4 3-15,3-5 3 0,-4 6 6 0,2-2-13 16,-2 1-3-16,4-5-3 0,0 8-8 0,1-5-16 15,0 3-7-15,3 1 0 0,0 2-8 0,2-1-5 16,1 5 1-16,0 0-7 0,1 1-4 0,1 4-1 16,-13-1-2-16,31 5-5 0,-21-1-1 15,3 1-1-15,1 4-1 0,-4-3-10 0,2 2-1 16,-2 0-1-16,1 1-2 0,-2 1-3 0,-1-5-5 16,-3 1 3-16,0 0 3 0,-5-6-6 0,10 8-1 15,-10-8-3-15,4 7 4 0,-4-7 2 0,0 0-2 16,0 0-2-16,0 0-2 0,0 0 2 0,0 0 1 15,0 0-4-15,0 0 1 0,0 0-3 0,0 0-4 16,0 0 2-16,0 0-5 0,7-21-3 16,-7 21-1-16,9-16-2 0,-4 8 1 0,5-1 2 0,-4-2-3 15,2 4 0-15,-2 1 1 0,-6 6-6 0,10-8 2 16,-10 8-3-16,10-1 2 0,-10 1 4 16,0 0 0-16,16 10 0 0,-12-1 2 0,-2 4-2 15,1 0 3-15,-4 3 0 0,-1 5-18 0,0-3-22 0,1 1-15 16,-2 1-40-16,-1-3-41 0,3 1-59 0,1-1-219 15,-2-6-451-15,2-11 200 0</inkml:trace>
  <inkml:trace contextRef="#ctx0" brushRef="#br0" timeOffset="95761.95">17299 17261 110 0,'0'0'244'0,"0"-16"-27"0,0 16-22 16,0 0-16-16,0 0-17 0,0 0-8 0,0 0 2 16,0 0-10-16,7 41-4 0,-6-14-9 0,-1 3-7 15,-1 1-14-15,0 0-10 0,-3-3-6 0,1 4-13 16,2 1-6-16,-7-2-5 0,7-1-7 16,-1 0-7-16,-2-3-13 0,1-7-29 0,4-1-20 15,-2-2-41-15,2-3-27 0,1 2-32 0,-2-5-55 16,0-2-57-16,0-9-133 0,-3 16-377 0,3-16 167 15</inkml:trace>
  <inkml:trace contextRef="#ctx0" brushRef="#br0" timeOffset="95955.95">17388 17408 51 0,'13'-2'198'0,"-13"2"-11"0,0 0-10 15,17 9-8-15,-12-4-1 0,2 4-7 0,-5 0-20 16,-2 4-7-16,-1-2-16 0,-1 1-11 0,-5 6-11 16,-3-2-13-16,0 1-26 0,2-2-34 0,-3-1-43 15,2-5-45-15,1 1-55 0,2 0-158 0,-3-3-301 16,9-7 134-16</inkml:trace>
  <inkml:trace contextRef="#ctx0" brushRef="#br0" timeOffset="96101.57">17510 17498 190 0,'0'0'189'15,"0"0"-21"-15,0 0-19 0,0 0-18 0,0 0-41 16,0 0-50-16,0 0-63 0,0 0-53 0,0 0-67 16,0 0-156-16,0 0 70 0</inkml:trace>
  <inkml:trace contextRef="#ctx0" brushRef="#br0" timeOffset="96635.68">18130 17430 8 0,'-12'-1'193'0,"12"1"-15"0,0 0-24 0,0 0-10 16,0 0-16-16,0 0-10 0,0 0-8 0,0 0-12 15,57 4-5-15,-17-5-11 0,16-2-5 0,3 1-7 16,1-1 2-16,0-2-11 0,-3 1 5 0,-2 0-4 16,-15 0-10-16,-3 2 3 0,-2 0-1 0,-4 1-1 15,-2-3-2-15,-10 2-2 0,0 0-4 0,-8 2-7 16,-2 0 1-16,-9 0-4 0,18-1 1 0,-18 1 4 15,10-3-2-15,-10 3 5 0,0 0-1 0,0 0-1 16,0 0 2-16,0 0-2 0,0 0-4 0,0 0-5 16,0 0 2-16,0 0 3 0,-30 18-3 15,18-11-6-15,-4 2 4 0,1 0-6 0,-1 2 7 16,-7 3-6-16,10-1-3 0,-1 1 0 0,-1 0 0 16,2 0-6-16,2 2 2 0,-2 0-8 0,5-3-29 0,-2 3-24 15,2-1-38-15,3-4-37 0,-1 0-37 16,6-11-67-16,-3 19-168 0,3-19-420 0,-8 11 186 15</inkml:trace>
  <inkml:trace contextRef="#ctx0" brushRef="#br0" timeOffset="96830.05">18708 17331 98 0,'-15'-12'221'0,"-8"-5"-8"0,7 5-11 0,-2 2-16 15,4 0-9-15,-2 1-16 0,7 2-13 0,0 1-18 16,1 3-14-16,8 3-7 0,-10-8-26 16,10 8-16-16,0 0-27 0,0 0-37 0,0 0-51 15,0 0-54-15,31-8-71 0,-31 8-100 0,33-1-294 16,-14 3 131-16</inkml:trace>
  <inkml:trace contextRef="#ctx0" brushRef="#br0" timeOffset="97422.05">19588 17171 181 0,'0'0'199'16,"-3"-9"-11"-16,3 9-16 0,0 0-21 0,0-13-6 15,0 13-22-15,14-8-11 0,-2 1-5 0,5 3-18 16,5-1-5-16,7 0-7 0,1 1-9 0,-1 3-7 16,0-1-21-16,2 4-23 0,-3-2-32 0,-7 0-20 15,2 0-20-15,-4 1-21 0,-6 1-21 0,2-1-18 16,-4 1-8-16,0-1 4 0,-11-1 5 0,15 4 9 16,-15-4-55-16,10 3-174 0,-10-3 77 0,0 0 674 15,0 0-476-15,0 0 18 0,0 0 6 0,0 0 17 16,0 0 6-16,0 0 22 0,-34-14-4 0,23 10 28 15,0 0 11-15,-1 0 10 0,12 4 8 0,-17-7 3 16,8 2 13-16,9 5 11 0,-13-3-6 0,13 3 1 16,0 0 6-16,-14 8 5 0,7 7 3 15,0 1-3-15,2 2 7 0,-2 10-5 0,5 3-4 16,2-2-2-16,1 2-5 0,0 0-4 0,2 2-4 16,-2-3-7-16,2 0-5 0,4-3-5 0,-2 1-4 15,-1-9-10-15,0-1-2 0,0 1-4 0,1-3-9 16,-1-5 1-16,-2 1-6 0,1-2-2 0,0 1 0 15,-3-11-4-15,1 14 0 0,-1-14-1 0,-7 10-13 16,7-10-11-16,-15 6-8 0,4-3-4 0,-2-2-5 16,-9 0-5-16,-1-5-5 0,3 1 10 0,-1-1-4 15,2 0 6-15,0 0 1 0,2-2 0 0,3-1 0 16,1 3 7-16,4 0 0 0,9 4-3 0,-12-7 7 16,12 7-4-16,-7-5-3 0,7 5 7 0,0 0-4 15,0 0 6-15,31-4-1 0,-9 4 2 0,8 0-2 16,5 0-1-16,2 1 4 0,0 0-6 0,14 1-22 15,0 0-18-15,-14-1-25 0,0-1-41 16,0 0-35-16,0 0-30 0,-3 2-120 0,-6-2-323 16,-8-2 143-16</inkml:trace>
  <inkml:trace contextRef="#ctx0" brushRef="#br0" timeOffset="97621.7">20286 17389 143 0,'-11'-3'197'0,"11"3"-10"0,-13-5-13 0,13 5-8 16,-17 5-7-16,10-1-6 0,-1 3-6 16,-2 7-12-16,1-5-14 0,1 6-6 0,4-2-13 0,-1 5-10 15,3-3-11-15,2-2-1 0,3 4-7 0,1-2-16 16,1 3-6-16,1-3-26 0,5 1-28 0,-3-3-30 16,3-4-34-16,3 1-44 0,2-1-36 15,-2-5-34-15,-3 2-105 0,1-4-311 0,-12-2 138 16</inkml:trace>
  <inkml:trace contextRef="#ctx0" brushRef="#br0" timeOffset="98101.83">20501 17431 87 0,'0'-14'210'0,"0"14"-14"0,0 0-19 0,-6-9-10 16,6 9-11-16,0 0 2 0,0 0-10 0,0 0-9 15,-12 24-6-15,7-8-8 0,2-4-14 0,1-1-7 16,-2 8-3-16,-1 0-13 0,2 0-6 0,2-5-12 15,1 3-5-15,0 1-6 0,1 0-1 16,2-8-10-16,1 1-5 0,-2-2-2 0,2 1-7 16,-3-2-11-16,-1-8-8 0,0 0 2 0,7 12-14 15,-7-12-15-15,0 0 4 0,0 0-6 0,0 0 0 16,0 0 2-16,0 0 4 0,11-26-6 0,-9 16 0 16,0-3 1-16,1-4-2 0,0 2 6 0,0-5-1 15,3-4-2-15,0 5 8 0,5-5-6 0,-3 0 3 16,3 2-2-16,-1-3-1 0,1 12 5 0,-4-2 3 15,1 4 6-15,0 4 3 0,-1-2-4 0,0 2 2 16,-1 4 2-16,-6 3-6 0,12-6 2 0,-12 6 2 16,11 0 4-16,-11 0-1 0,0 0 4 0,13 13-1 15,-9-8 0-15,-2 6 3 0,-1-2 1 0,1 3-2 16,-4 0-4-16,0 1 2 0,1-2-2 0,-3-1-2 16,3 1 0-16,1 2 1 0,0-13-5 0,0 19-2 15,0-11-6-15,0-8-2 0,2 16-4 0,2-11 4 16,1 2 2-16,-5-7-3 0,13 6 2 0,-2-1 3 15,-2 1-5-15,0-3 1 0,-9-3 2 16,13 5-2-16,-8-2 0 0,-5-3 2 0,8 4-4 16,-8-4 6-16,2 9-3 0,-2-9 1 0,0 0 1 15,-10 15 1-15,10-15-12 0,-12 8-16 0,1-2-20 16,11-6-35-16,-16 13-33 0,8-5-22 0,-1-4-39 16,2 0-137-16,-1 1-341 0,8-5 152 0</inkml:trace>
  <inkml:trace contextRef="#ctx0" brushRef="#br0" timeOffset="98335.81">20836 17567 33 0,'0'0'151'0,"10"2"-6"0,-10-2-6 0,13 0-18 15,-13 0 0-15,22 1-5 0,-12-5-11 0,1 2 0 16,-1 0 1-16,-10 2 6 0,13-3-1 0,-13 3-3 15,16-12-9-15,-13 7-5 0,-3 5-3 0,3-8-10 16,-3 8-8-16,0 0-8 0,0 0-5 0,-13-21-11 16,3 17-6-16,0 1-18 0,-2-1-25 0,-2 3-14 15,3-2-29-15,-2 0-36 0,13 3-37 0,-18 0-48 16,18 0-126-16,0 0-314 0,-19 4 139 0</inkml:trace>
  <inkml:trace contextRef="#ctx0" brushRef="#br0" timeOffset="98600.73">21650 17141 99 0,'2'-11'242'0,"2"1"4"0,-4 10-10 0,5-15-22 0,-5 15-25 15,4-10-24-15,-4 10-8 0,0 0-8 16,0 0-8-16,0 0-3 0,-2 39-3 0,-2-12-8 15,-1-1-12-15,0 2-4 0,-2-1-2 0,2 4-16 16,0-2-12-16,4-2-7 0,0-1-4 0,-1 0-5 16,0 0-9-16,2-6-2 0,0-2-4 15,1 0-4-15,-2 0-15 0,2-1-24 0,0 2-41 0,-1-2-37 16,0-2-37-16,-1-1-50 0,2-4-68 0,-2 0-209 16,1-10-469-16,0 0 208 0</inkml:trace>
  <inkml:trace contextRef="#ctx0" brushRef="#br0" timeOffset="99091.12">21587 16863 65 0,'0'0'152'0,"0"0"-12"16,0 0-19-16,4-14-8 0,-4 14-10 15,0 0-23-15,0 0-29 0,0 0-29 0,0 0-27 16,0 0-42-16,17 41-86 0,-15-28-144 0,3-4 65 16</inkml:trace>
  <inkml:trace contextRef="#ctx0" brushRef="#br0" timeOffset="99392.01">21661 17125 98 0,'-1'-9'187'16,"1"9"-21"-16,0 0-16 0,0 0-10 0,0 0 3 15,0 0 9-15,0 0-9 0,-14 25-14 0,9-14-8 16,-6 4-14-16,1 1-10 0,0 0-7 0,-4 1-13 16,3 0-2-16,-6 2-13 0,4-2-4 0,3 0-4 15,-3-1-14-15,-1-1-24 0,4-2-26 0,-1 0-38 16,4-3-54-16,2 0-49 0,2-2-148 0,3-8-325 15,0 0 144-15</inkml:trace>
  <inkml:trace contextRef="#ctx0" brushRef="#br0" timeOffset="99571.54">21696 17138 6 0,'9'-6'188'0,"-9"6"-12"15,8-2-6-15,-8 2-13 0,0 0-14 0,22 4-9 16,-10 1-12-16,3 4-16 0,-1 0-8 0,0 1-13 16,-1 3-40-16,-1-3-59 0,-1 4-48 0,-2 1-54 15,-1-1-91-15,-3-2-224 0,3-1 101 0</inkml:trace>
  <inkml:trace contextRef="#ctx0" brushRef="#br0" timeOffset="100033.92">22019 17394 185 0,'14'-10'189'0,"2"3"-14"0,-1-4-13 0,2 3-9 16,-3-2-12-16,-3 3-4 0,-2 0 2 16,-1-1-14-16,-1 1-15 0,0-3-4 0,-3 3-2 15,-3-5-14-15,-1 12-12 0,1-15-6 0,-1 15-8 16,-4-14-4-16,-1 7-11 0,5 7-3 0,-18-9-6 15,18 9-2-15,-18-3-7 0,18 3 0 16,-25 3-5-16,12 1-5 0,-4 6 5 0,2 1-6 0,1 2 1 16,1-1-4-16,3 2-1 0,0 1 2 0,2 0-3 15,4 1-1-15,3-4-1 0,1 0 0 0,4 2 1 16,1-4 0-16,8 3 3 0,0 0 0 0,3-5-4 16,8 3 2-16,6-5-4 0,-10 0 3 0,10-3-2 15,-3-3 0-15,2 0-1 0,-7-1-6 0,-2 0 6 16,-1-2 0-16,0-1-5 0,-2-2 6 15,0 1-6-15,-3-5-2 0,2 2 11 0,-3-2-12 0,1 0 2 16,-4 1 3-16,1-4-5 0,0 0 1 0,-3-2 1 16,1 5 0-16,-2 0-5 0,0-1 1 0,-1 3 3 15,-2 1-1-15,-4 7-2 0,7-9 2 16,-7 9-6-16,5-5 8 0,-5 5 12 0,0 0 11 0,0 0 10 16,0 0-1-16,-12 38 2 0,4-22-1 15,1 0-6-15,-2 2 0 0,-3 5-5 0,-3-2 0 16,3 3-5-16,3-7 0 0,-2 5-20 0,-1 0-33 15,5-8-40-15,-2 4-55 0,4-4-67 0,1 2-266 16,1-6-497-16,0 0 220 0</inkml:trace>
  <inkml:trace contextRef="#ctx0" brushRef="#br0" timeOffset="167182.79">21444 15621 2 0,'0'0'7'0,"0"0"0"0,0 0-3 0,0 0 0 16,0 0-3-16,0 0 5 0,0 0-4 0,0 0 1 15,0 0 0-15,0 0-5 0,0 0 5 0,0 0 0 16,0 0 1-16,0 0-1 0,0 0-2 0,0 0 3 16,0 0 1-16,0 0-3 0,0 0 6 0,0 0-5 15,0 0 0-15,0 0-3 0,0 0 1 0,0 0 0 16,0 0 5-16,0 0-6 0,0 0 0 0,0 0-2 16,0 0 3-16,0 0-3 0,0 0 2 0,0 0-3 15,0 0 1-15,0 0-2 0,0 0 4 0,0 0 1 16,0 0 4-16,0 0-6 0,0 0 2 0,0 0-3 15,0 0 4-15,0 0-2 0,0 0 0 16,0 0 3-16,0 0-3 0,0 0 3 0,0 0-6 0,0 0 1 16,0 0-12-16,0 0-14 0,0 0 7 0</inkml:trace>
  <inkml:trace contextRef="#ctx0" brushRef="#br0" timeOffset="169543">21630 15651 14 0,'0'0'33'0,"0"0"-10"0,11-8-5 0,-11 8-2 15,0 0-5-15,0 0 3 0,0 0 4 0,0 0-6 16,0 0-5-16,0 0 3 0,0 0-5 0,0 0-3 15,0 0-2-15,0 0-6 0,0 0-3 0,0 0-5 16,0 0-12-16,0 0-28 0,0 0 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21:26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10087 3519 103 0,'0'0'174'0,"0"0"-9"0,-3-10-6 15,3 10-14-15,0 0-16 0,-2-7-13 0,2 7-11 16,0 0-5-16,0 0-8 0,0 0-3 0,0 0-11 0,-7 27 0 15,7-15-8-15,-2 3-7 0,-1 2-1 16,2 1-8-16,-2 0-6 0,2 0 0 0,0 6-9 16,-1-5-5-16,4 0-3 0,-1 7-2 0,0-1 1 15,1-5-4-15,0-1-1 0,1 0-3 0,-5 0 1 16,4 0-6-16,-2-2-2 0,1-5-32 0,2 0-20 16,-1 0-24-16,-1-3-32 0,2 0-33 0,-3-9-26 15,6 12-129-15,-6-12-304 0,0 0 135 0</inkml:trace>
  <inkml:trace contextRef="#ctx0" brushRef="#br0" timeOffset="278.94">9976 3514 52 0,'14'-12'144'15,"7"-2"3"-15,7 2-1 0,3 0 23 0,8 3-10 16,-1 0-11-16,12 3-9 0,-14 4-13 0,1 4-8 15,-3 3-11-15,-1 5-11 0,-2 1-4 0,-3 1-12 16,-2 3-4-16,-3 3-7 0,-4 1-4 0,-5 3-5 16,-5-4-1-16,-4 7-8 0,-3-1-6 0,-4 3 0 15,-7-1-5-15,-1-2-1 0,-6 3-4 0,-1 0-2 16,-4-3-3-16,-2 0 1 0,-4-2-3 0,-1-2-2 16,1-4-2-16,0-3-3 0,-1 1 1 0,0-5-5 15,9-1-1-15,-3-2-26 0,3-5-24 0,0 0-28 16,6 0-39-16,3-2-44 0,0-2-48 15,10 3-142-15,-18-9-364 0,15 4 162 0</inkml:trace>
  <inkml:trace contextRef="#ctx0" brushRef="#br0" timeOffset="831.08">10588 3625 143 0,'0'0'189'0,"6"-2"-16"0,-6 2-17 0,0 0-12 0,0 0-3 15,9 4-5-15,-9-4-8 0,1 11-4 16,-1-3-4-16,0 3-17 0,0 0-2 0,0 1-9 16,3 1-8-16,-2-1-7 0,2-1-9 0,-1 3 2 15,2-4-10-15,0 2-10 0,0 0-4 0,1-1 1 16,1-3-2-16,2 0-6 0,0-1-2 0,2-4-3 16,1 0-3-16,0-1-3 0,1-4-3 0,9-1-3 15,-11-3-2-15,4 2-1 0,2-5-2 0,-5 2 0 16,-1-2 0-16,-1 0-2 0,3-3 4 0,-2-3-5 15,-2 0-5-15,-1 1 8 0,2 2-3 0,-5-3 1 16,1 4 2-16,0-1 5 0,-1 4 5 0,0 2-1 16,-2-1 0-16,-2 7-7 0,2-9-5 0,-2 9-2 0,3-4-4 15,-3 4 1-15,0 0-3 0,0 0 1 16,0 0-1-16,2 25-1 0,-4-14 2 0,1 1-5 16,1 5 4-16,1 0-3 0,-1-3 0 0,3-3 3 15,0 3-3-15,-1 1 3 0,5 1-2 0,-2-4 1 16,4-1-1-16,-2-2 3 0,5-1-2 0,1-3 5 15,2 1-6-15,3-2 1 0,-5-5 3 0,4-2-2 16,-4 2 0-16,6-7-1 0,-2 1-1 0,0-1-1 16,-2-3 3-16,0 2-3 0,-2-1 3 0,-4 0-7 15,-1-1 2-15,-2-4 3 0,-1 3-2 0,-1-4 1 16,-3-2 0-16,1 6-3 0,-5-4-2 0,1 4 2 16,-1 1 0-16,0 2 0 0,1-2-1 0,-1 5 6 15,3 6-6-15,-5-9 1 0,5 9-3 0,-11 0-1 16,11 0 2-16,-17 9-1 0,6-1-3 0,-2 4 5 15,1 0-1-15,-2 2 3 0,4 3-2 0,4-2 1 16,2-2-5-16,4 3-5 0,2 0-20 0,2 3-13 16,3-5-21-16,4-1-28 0,6-2-28 0,8 0-64 15,3 0-58-15,5-3-132 0,5-4-404 0,1-1 179 16</inkml:trace>
  <inkml:trace contextRef="#ctx0" brushRef="#br0" timeOffset="1072.2">11747 3488 126 0,'3'-17'276'0,"-3"5"0"15,-3 2-8-15,3 1-15 0,0 9-25 0,3-12-32 16,-3 12-15-16,2-7-21 0,-2 7-19 16,0 0-11-16,0 0-11 0,9 26-11 0,-5-7-17 15,-3 6 4-15,4 1-14 0,0 4-2 0,-3 0-10 16,3-4-6-16,-3 3-9 0,3-1 4 0,-2-1-12 0,1 0-3 15,-2-7-8-15,2 5-21 0,-2 1-21 16,0-9-26-16,-1-2-26 0,4-2-25 0,-5-1-37 16,2-2-47-16,0-2-38 0,-2-8-37 0,0 14-136 15,0-14-409-15,-7 8 181 0</inkml:trace>
  <inkml:trace contextRef="#ctx0" brushRef="#br0" timeOffset="1382.66">11691 3675 50 0,'3'-5'161'0,"3"0"-15"0,0 1-2 0,1 0-7 16,5 2-7-16,-1 0-6 0,6 2-11 0,-3 2-3 15,3 3-3-15,2 1-12 0,2 0-6 0,-1 1-6 16,-5 1 0-16,4 0-11 0,0-1 4 0,0 2-8 16,0 0-1-16,-1-1-9 0,1-2-6 0,0 0-4 15,0-3-3-15,-2 1-3 0,-1-1 1 0,1-3-3 16,-2-3 9-16,-1 2-1 0,-1-2 9 0,0 0 1 15,-3-3 5-15,1-1-2 0,-3-2-3 0,0 1 3 16,0-1 4-16,-3-1 2 0,-1 1 2 0,-2-3-3 16,1 1-7-16,-6-5-1 0,1 5-8 0,-4-4-5 15,-1 6-8-15,1-1-3 0,-4 3-4 0,0-2-7 16,-5 1-5-16,2 4-11 0,0 1-4 0,-3 3-28 16,-3 4-19-16,2 2-29 0,-1 1-42 0,0 5-52 15,6 0-69-15,1 3-200 0,5-6-470 0,2 1 208 16</inkml:trace>
  <inkml:trace contextRef="#ctx0" brushRef="#br0" timeOffset="1683.3">12632 3483 73 0,'2'-17'250'0,"-6"2"23"0,2 4-4 0,0 1-20 16,1 3-15-16,1 7-31 0,-2-12-14 0,2 12-25 15,-2-7-20-15,2 7-16 0,0 0-15 0,0 0-5 16,0 0-14-16,9 36-5 0,-9-17-14 0,4 9 2 16,0-1-11-16,-1 1-4 0,0 0-5 15,1 0-6-15,-3-2-9 0,2 1-2 0,-2-1-3 16,1-1-4-16,0-6 0 0,0 7-1 0,0 1-3 15,-1-9-5-15,0 0-17 0,2-3-22 0,-1 1-25 0,-2-5-34 16,4-3-40-16,-4-8-56 0,3 13-57 0,-3-13-208 16,1 10-470-16,-1-10 209 0</inkml:trace>
  <inkml:trace contextRef="#ctx0" brushRef="#br0" timeOffset="2429.98">12713 3637 45 0,'3'-5'180'0,"3"-2"-19"0,1 1-16 16,4-2-18-16,-2 0-7 0,2 1-5 16,3-1-10-16,-5-1-2 0,2 1-1 0,5-1-8 15,-3-3-1-15,-3 5-10 0,0-2-2 0,3-1-3 16,-3 0-7-16,-1 2-2 0,-3-1 6 0,1-1 1 16,1 2-6-16,-2 0-7 0,-2 0-6 0,1 0-6 15,-1 2 0-15,-2 2-7 0,-2 4-7 0,6-7-10 16,-6 7 1-16,0 0-6 0,0 0-1 0,0 0-2 15,10 18-4-15,-10-5 2 0,0 3 1 0,0 4-2 16,-2 4 1-16,-2 0-2 0,2 4-1 0,-1-2 4 16,1-6-2-16,-3-1-5 0,3 1 6 0,0-4-5 15,-1-1 1-15,1-3-3 0,2-3 0 0,0-2 0 16,0-7 0-16,0 13 2 0,0-13-1 0,0 5 1 16,0-5-2-16,0 0 3 0,0 0-4 0,0 0 0 15,14-3-5-15,-14 3 2 0,15-12-2 0,-6 5 0 16,3 0-2-16,-1 2 0 0,0 1-2 0,1 1 0 15,-1 0-2-15,-1 2-2 0,4 2 2 0,-3 2 0 16,3 1 0-16,-3 0 1 0,5 3 1 0,0 0 2 16,4-1-3-16,-2 2 5 0,4-1 2 0,-1-3-1 15,6 2-2-15,-5-4 3 0,5 0 0 0,-7-4-1 16,3 0 4-16,-4-2-1 0,2-1 0 0,-2-1 1 16,-4 1 2-16,3-3 8 0,-5 1 2 0,-2 0-2 15,-1-1-2-15,-2 0 3 0,-1-4-7 0,-1 4 3 16,2-3 2-16,-2 1-3 0,-1 0-3 0,-1 0 0 15,-2-1-3-15,3-1 3 0,-3 1-8 16,1 1 6-16,-1 5-5 0,-2 5-2 0,0-10-3 0,0 10-5 16,0 0-1-16,0 0 0 0,0 0-2 0,0 0 0 15,0 0 4-15,0 0 0 0,-9 37 3 0,4-21 1 16,1 0 2-16,2 1-3 0,-1-3-1 0,3-3 1 16,3 2 1-16,-3-3 3 0,2-1-1 0,2 1 1 15,0-5 0-15,-4-5 1 0,15 10 0 16,-7-6 4-16,5-3-3 0,-1-2-1 0,-1-2-1 15,3-1 6-15,-1 0-5 0,-2-2 0 0,7-2-2 0,-9 2 0 16,1-2 2-16,-2 0 0 0,-1-2-2 0,1 2 1 16,-2-2 1-16,-2 2-2 0,3-2 3 0,-5 3 0 15,0 0-4-15,0 2 3 0,-2 5-4 0,7-10-2 16,-7 10-6-16,2-3-1 0,-2 3 2 16,0 0 2-16,0 0-1 0,0 0 3 0,-6 22-4 0,1-5 6 15,1-2-3-15,-3-1 1 0,5 3 0 16,-3 1 3-16,2 1-2 0,-1-1 4 0,2 1-3 0,-2-2-14 15,-1 0-18-15,3-1-25 0,0-4-19 0,2-4-38 16,-4 2-46-16,4-10-49 0,0 14-185 0,0-14-427 16,-10 7 190-16</inkml:trace>
  <inkml:trace contextRef="#ctx0" brushRef="#br0" timeOffset="2597.27">13407 3428 66 0,'0'0'200'0,"0"-9"-21"15,0 9-22-15,0 0-19 0,0 0-34 0,0 0-56 16,0 0-65-16,12 20-130 0,-4-10-157 0,3 3 70 16</inkml:trace>
  <inkml:trace contextRef="#ctx0" brushRef="#br0" timeOffset="3223.11">14198 3949 1969 0,'10'-12'52'0,"0"-4"1"0,-3 2-11 0,3-2-21 15,3 2 2-15,-1-10-9 0,2 2-4 0,6 0 10 0,-1-4 2 16,0 2 1-16,1 0 3 0,-3 0-1 0,0 2 34 16,-1-1-4-16,0-2-4 0,-2 3-4 15,-7 4-6-15,1 0-3 0,1 0-5 0,0 1 1 16,-4 2-7-16,-3 3 2 0,2 5-4 0,-1-1-5 16,-3 2-6-16,0 6-1 0,-1-9-2 0,1 9-2 15,0 0-3-15,-15 0-1 0,15 0-1 0,-21 13-1 16,7-2-3-16,1 5-6 0,-1-1-3 0,3 2-2 15,1-1-5-15,4 3-1 0,1-2 0 0,5 1 4 16,5 0 3-16,7 5 0 0,2 0 2 0,4-3-1 16,6 3 2-16,1 0-1 0,4-3 4 0,-3-1 0 15,-1-1 2-15,1 0 1 0,-8-6 2 0,-1-2-4 16,-3 0-1-16,-5 2 1 0,-2-5-1 0,3 0 0 16,-7-1 1-16,0 0 3 0,-1-1 3 0,-2-5-1 15,0 0-1-15,-6 14 1 0,-2-11-1 0,-3-3 0 16,5 3-4-16,6-3 2 0,-14-1 2 0,14 1 0 15,-12-2-1-15,12 2 0 0,-6-7 5 0,6 7-8 16,0-12 1-16,1 4-1 0,3 0 0 0,4-6-1 16,2-1-3-16,3 1-1 0,7-7 0 0,-5 7-1 15,6-7 2-15,2 1 0 0,-1 1 0 0,-1 0 3 16,1-3-3-16,-4 3 6 0,-4 6 14 0,-4 1 5 16,-1 0 6-16,0-1 5 0,-4 5 6 0,-1-1 6 15,-1 2-6-15,-2 1 3 0,-1 6-3 0,-1-12-3 16,1 12-4-16,-4-7-6 0,4 7-3 0,-8-3-3 15,8 3 1-15,-18 7-3 0,8 0-4 16,-4 4 0-16,2 2-2 0,2 1 0 0,3 2-3 0,0 0 1 16,3 2-4-16,3 0 4 0,1 1 2 0,5 0-7 15,2-1-22-15,0-1-30 0,6 0-41 0,0-3-54 16,11 0-53-16,0-2-227 0,-2-4-462 0,6-4 204 16</inkml:trace>
  <inkml:trace contextRef="#ctx0" brushRef="#br0" timeOffset="3430.14">15108 3566 263 0,'-4'-11'263'15,"5"2"-6"-15,-3 2-16 0,2 7-28 0,-2-10-21 16,2 10-22-16,0 0-17 0,0 0-11 0,0 0-4 16,0 0-7-16,-7 30-2 0,5-11-9 15,0 1-10-15,-1 6-8 0,1-7-9 0,0 8-9 16,4 0-8-16,-2 1-9 0,1-1-4 0,3-1-7 15,-2-3-16-15,2-5-35 0,0 0-30 0,-1-2-37 16,2-2-47-16,-1-2-64 0,1-2-76 0,-4-4-166 16,-1-6-451-16,0 0 200 0</inkml:trace>
  <inkml:trace contextRef="#ctx0" brushRef="#br0" timeOffset="3646.91">15316 3646 1610 0,'12'-23'95'0,"-6"6"54"15,-2 2 19-15,-2 2-49 0,1 4-11 0,0 2-17 0,-2 0-22 16,-1 7-18-16,2-8-13 0,-2 8-3 16,0 0 1-16,0 0 13 0,0 0 5 0,-3 32 5 15,1-13-5-15,-1 7-4 0,-1-3-3 0,2 4-1 16,-5 1-4-16,7 2-5 0,0-3 0 0,-2-7-7 16,2 7-2-16,2-3-1 0,-2-4-12 0,0-5-23 15,0-3-26-15,2 0-24 0,-1-3-27 0,-1-9-42 16,3 13-39-16,-3-13-40 0,4 9-204 0,-4-9-445 15,0 0 197-15</inkml:trace>
  <inkml:trace contextRef="#ctx0" brushRef="#br0" timeOffset="3804.72">15409 3459 40 0,'7'-18'199'0,"-3"2"-13"0,1 1-17 15,-1 4-10-15,-2 1-20 0,5 3-12 0,-2 3-15 16,2 0-10-16,1 3-8 0,4 2-11 0,1 3-8 15,3 3-6-15,2 4-35 0,-2 2-54 0,5 3-43 16,-5 5-74-16,-9-1-91 0,-1-4-247 16,-2 3 109-16</inkml:trace>
  <inkml:trace contextRef="#ctx0" brushRef="#br0" timeOffset="3945.75">15429 3738 1952 0,'-4'2'55'0,"4"-2"10"0,-8 5-40 16,8-5 9-16,-8 4 5 0,8-4 9 15,0 0 3-15,0 0-8 0,0 0-10 0,0 0 0 0,0 0-7 16,0 0 2-16,22 1-14 0,-2-4-26 0,0 1-43 16,9 0-61-16,4 0-75 0,-2-2-155 0,6 0-374 15,-1 1 166-15</inkml:trace>
  <inkml:trace contextRef="#ctx0" brushRef="#br0" timeOffset="4523.22">16190 3374 243 0,'-4'-8'320'0,"3"1"-22"0,-3-3-21 16,4 10-33-16,-2-8-26 0,2 8-29 0,-3-5-20 15,3 5-17-15,0 0-18 0,0 0-10 0,5 36-9 16,-3-16-14-16,1 9-5 0,0-1-11 0,2 5-4 15,0-3-10-15,-1 0-7 0,-1 1-3 0,-1 1-3 16,1-1-5-16,3-2-9 0,-2-3-6 0,-2-7-2 16,0 1-3-16,-1 5-2 0,-1-9-5 0,1-2 0 15,1-4-2-15,-1-1-4 0,-1-9 3 0,1 11-3 16,-1-11 2-16,1 12-4 0,-1-12 10 0,0 0-9 16,2 11 0-16,-2-11 4 0,0 0-2 0,0 0-3 15,0 0-4-15,0 0-5 0,0 0-5 0,15-19 1 16,-7 9-9-16,2-4-1 0,3-2-6 0,1 1-8 15,4 2 5-15,-3 2 1 0,2 1-2 0,-5 4 1 16,0 2-1-16,6 1 0 0,-7 2 2 16,3 0 1-16,-3 3 0 0,3 1 1 0,-3 0 4 0,2 2-2 15,-2 1 4-15,1-1-10 0,4 2 12 0,-1 0 3 16,-1-3 0-16,2 2-2 0,5-3 5 0,-1-1-1 16,6-4 1-16,2 2 0 0,-1-6-2 0,0 5-4 15,-6-3 2-15,0 0 4 0,-2-1-2 0,0 0-1 16,-5-3 2-16,-4 0-2 0,4-2 0 0,-5 0 0 15,0 1-2-15,-1-2 1 0,-2 0-2 0,-1-3 1 16,-3 1-9-16,-2-2 9 0,1 3-2 0,-1 0 1 16,-3 2-2-16,2 0-8 0,-3 4 5 15,-3-1-2-15,-3 4 1 0,0 2 3 0,-1 2-4 0,-6 5 8 16,1 3-8-16,0 2 1 0,1 0 0 0,1 3 4 16,2-1-4-16,2 0-10 0,1 3-13 0,3-1-12 15,3 1-16-15,3-5-24 0,2 2-18 0,4-3-35 16,4 2-38-16,4-1-47 0,2-4-189 0,3 2-446 15,2-4 197-15</inkml:trace>
  <inkml:trace contextRef="#ctx0" brushRef="#br0" timeOffset="4873.34">17119 3642 59 0,'4'-15'171'0,"-1"2"7"0,-2 1 2 0,-1 2 0 15,0 0 6-15,0 10-9 0,-4-13-12 0,0 8-16 16,-1 3-13-16,5 2-11 0,-20 2-11 15,4 6-3-15,-3 2-8 0,-2 6-6 0,5-5-7 16,-5 7-13-16,6-6-2 0,1 2-10 0,4-1-9 16,1-1-3-16,3-3-2 0,1 3-5 0,2-1-3 0,3 0-8 15,0-11-1-15,4 18-2 0,-1-11 1 0,4-2-5 16,2 0-2-16,1-2-5 0,2-2-6 16,1 1 1-16,-2-4-5 0,3-1-1 0,-4-1-5 15,2 0 6-15,-1-2-6 0,0 1 1 0,-2-3-2 16,-1-1 0-16,0 1 0 0,3-6-3 0,-6 4 1 15,1 1 3-15,-4 2-5 0,2 0 6 0,-1 2-3 16,-1-1 7-16,-2 6-7 0,4-6-4 0,-4 6-1 16,0 0-5-16,0 0 5 0,0 0 4 0,0 0-2 15,0 0 6-15,4 21-6 0,-4-9 3 0,0 1-1 16,-2-3 2-16,2 0-1 0,1 2-7 0,-1-1-32 16,1 1-34-16,2-3-30 0,3 7-52 0,-1-8-53 15,3 1-205-15,-4-5-444 0,-4-4 196 0</inkml:trace>
  <inkml:trace contextRef="#ctx0" brushRef="#br0" timeOffset="5127.99">17439 3442 205 0,'3'-12'273'0,"-3"1"-5"0,0 1 1 0,0 0-7 0,0 3-14 16,0 7-27-16,1-10-26 0,-1 10-26 0,0 0-16 15,0 0-16-15,0 0-12 0,0 0-13 0,-1 28-4 16,1-8 1-16,0 7-7 0,-3 1-20 0,2 1 5 16,-1 0-3-16,2-1-8 0,0-1-3 0,-2 3-5 15,0-1-11-15,2-1-6 0,-2-2-12 0,2 3 12 16,-1 0-29-16,-1-3-31 0,1-6-36 16,1-1-31-16,-1-5-33 0,-1-2-49 0,1-2-50 0,1-1-51 15,-2 1-205-15,2-10-503 0,0 0 223 16</inkml:trace>
  <inkml:trace contextRef="#ctx0" brushRef="#br0" timeOffset="5405.66">17403 3692 176 0,'0'-10'232'0,"0"10"-18"0,0 0-20 16,0 0-19-16,0-10-16 0,0 10-18 15,7-4-15-15,-2 1-12 0,3 1-10 0,4 0-11 16,7-2-8-16,0 2-10 0,1 0-6 0,1-1-10 0,0 2-4 15,0-2-7-15,-1 1-5 0,-4 1 0 16,-2 0-6-16,-2-2-1 0,-2 2-5 0,0 1-2 0,-10 0 4 16,10-1 5-16,-10 1-5 0,8-1-4 15,-8 1-2-15,0 0-7 0,13 2-4 0,-11 2 1 16,-2-4 13-16,6 13 10 0,-8-2 7 0,5 1 5 16,-7-2 0-16,1 7-3 0,2-2-7 0,0 4-3 0,-2-2-3 15,2 2-1-15,1-2-28 0,-4 1-28 16,3-4-40-16,-2-1-40 0,1-2-64 0,2 0-63 15,-3-1-173-15,3-10-435 0,0 12 193 0</inkml:trace>
  <inkml:trace contextRef="#ctx0" brushRef="#br0" timeOffset="5567.26">17596 3389 145 0,'0'0'114'16,"0"-7"-28"-16,0 7-23 0,11 0-28 0,-11 0-26 16,20 13-32-16,0 5-49 0,-8-3-77 0,3 8 34 15</inkml:trace>
  <inkml:trace contextRef="#ctx0" brushRef="#br0" timeOffset="5792.4">17884 3766 61 0,'0'0'222'0,"0"0"-15"15,0 0-19-15,0 0 1 0,0 0 1 0,0 0-8 16,0-19-7-16,0 19-18 0,-2-15-14 0,5 4-5 16,-2 1-8-16,2 0-15 0,3-6-13 0,2 0-7 15,1 0-10-15,1 2-8 0,-1 2-11 0,0 2-4 16,-2 2-14-16,0 2-5 0,-1 3-7 0,2 1-5 16,-8 2-3-16,19 7-5 0,-9-3 1 15,0 4-3-15,2 5-4 0,-3 0-3 0,-1 3 3 0,-2-1 0 16,-2 3-20-16,0-1-25 0,0-1-29 0,0 4-32 15,-3-2-50-15,5-3-57 0,-2-2-203 0,-2-3-431 16,2 0 190-16</inkml:trace>
  <inkml:trace contextRef="#ctx0" brushRef="#br0" timeOffset="6189.03">18337 3657 55 0,'-1'-10'290'0,"0"2"-10"15,-4-1-20-15,0 4-14 0,-2 3-26 16,1-1-23-16,6 3-18 0,-19 1-21 0,10 1-12 16,-2 3-16-16,1-1-14 0,2 3-9 0,1 0-11 15,2 2-9-15,1 1-8 0,1-5-8 0,2 3-10 0,1-8-2 16,1 11-11-16,3-3 1 0,0-3-8 16,1 0-4-16,0-2 0 0,-5-3-2 0,9 6-4 15,-4-5 2-15,-5-1-7 0,8 1-1 0,-8-1-2 16,0 0-2-16,15-2-4 0,-15 2-9 0,9-1 4 15,-9 1 4-15,8-1-7 0,-8 1-3 0,0 0-7 16,0 0 0-16,0 0 3 0,14 3-6 0,-9 5-2 16,2 2 0-16,0 7 2 0,-1 10 4 0,0 0 1 15,-1 7 0-15,-4 1-2 0,0 11 2 0,1 1 3 16,-2-13-3-16,1 3 2 0,-2 7 6 0,2-10-3 16,-2-1 9-16,-1-1-1 0,1-1-5 0,1-1 11 15,-1-2-1-15,-4-1-2 0,-3-1 5 0,-3-3-9 16,0-7 2-16,-5 3 1 0,2-5-1 0,-3-4 1 15,-1-2-2-15,-10-1-2 0,0 0-7 0,0-7-21 16,-4-1-29-16,0-5-34 0,-1 0-42 0,1-3-51 16,2-2-67-16,3-3-239 0,11 2-517 0,-5-5 228 15</inkml:trace>
  <inkml:trace contextRef="#ctx0" brushRef="#br0" timeOffset="6647.32">19298 3416 15 0,'-9'-17'266'0,"2"2"-4"0,0 0-14 0,1 5-10 16,-2-2-16-16,3 4-4 0,0 2-12 0,1 0-19 15,2 0-28-15,2 6-16 0,0 0-18 0,0 0-17 16,0 0-4-16,-9 21-7 0,5 6 5 0,3 5-10 16,-4 14 0-16,-1 2-6 0,1 2-4 15,-1-3-12-15,-2 3 3 0,2 0-11 0,1-4-2 0,1-10-7 16,0 9 3-16,1-11-15 0,0 0 0 0,1-2-3 16,1-2-2-16,2 0-9 0,1-2-18 0,-4-1-21 15,5-1-30-15,-4-7-38 0,1 0-28 0,-2-3-42 16,5-5-69-16,-3 0-66 0,-3-1-169 0,3-10-491 15,0 0 216-15</inkml:trace>
  <inkml:trace contextRef="#ctx0" brushRef="#br0" timeOffset="6874.38">19314 3624 24 0,'25'-7'179'0,"-4"1"-11"15,-2 5-10-15,1 1-9 0,-6 3-20 0,4 1-6 16,-4 4 1-16,-4 0-10 0,1 1 0 0,-3 2-3 16,-1 2-3-16,-2 5-9 0,-4-1-4 15,-3-2-3-15,-2 1-4 0,-3 1-4 16,-4 0-2-16,0-2-9 0,-6-1-8 0,2 0-7 0,-8-2-4 0,5 1-14 16,0-6-29-16,-1 2-43 0,0-6-49 0,1-1-64 15,0 0-203-15,0-3-376 0,18 1 167 16</inkml:trace>
  <inkml:trace contextRef="#ctx0" brushRef="#br0" timeOffset="7325.76">19464 3651 1666 0,'18'-5'52'0,"-7"2"-16"0,-4 1-35 0,-7 2 4 0,21 2-9 16,-11-1 9-16,-10-1-1 0,22 6 6 15,-13 0 8-15,5 4 11 0,-5-1 2 0,0 4 8 16,-2 1 3-16,2 4-2 0,-2-1-6 0,-1-2 4 15,-2 2-5-15,0-1-7 0,1-1 1 0,-3-3-3 16,1 0-1-16,-3-3-1 0,0-9-3 0,4 13 2 16,-4-13 13-16,0 11 12 0,0-11 14 0,0 0 13 15,0 0-2-15,0 0-7 0,0 0-4 0,0 0-1 16,0 0-2-16,0 0-4 0,0 0-6 0,0 0-7 16,0 0-3-16,1-34-5 0,3 22 0 0,4-4-10 15,0-1 0-15,0 2-4 0,1-1-7 0,5 2 3 16,-2-1-3-16,0 3-1 0,2 2-6 0,-3 2 0 15,-2 2-4-15,2 2-3 0,-1 0 2 16,-2 3-5-16,1 1 5 0,-9 0-5 0,13 5 3 0,-7-1 2 16,3 1-1-16,-4-1-2 0,-1 3 2 0,1 0 2 15,2 3-3-15,-2-1 3 0,2-1-1 0,0-1 0 16,0 1 2-16,1-2 1 0,2 1 0 16,-1-4 0-16,1 2 4 0,3-4 1 0,0-1 0 0,0-1-5 15,1-1 7-15,-3-2-2 0,1-1 1 0,-2-1-1 16,-1 0-4-16,-1-2-4 0,-2-2 4 15,-2-1 0-15,-3 0-2 0,-1 1-4 0,-2-3-20 16,-2 3-4-16,-8-5-17 0,1 4-21 0,-2 1-30 0,-1 1-24 16,-3 2-43-16,1 1-30 0,3 3-20 0,-1 5-158 15,-4-1-399-15,4 0 177 0</inkml:trace>
  <inkml:trace contextRef="#ctx0" brushRef="#br0" timeOffset="8142.86">20236 3553 137 0,'4'-5'241'0,"0"0"1"16,2-1-8-16,-3-1-10 0,-3 7-14 0,0-10-18 15,0 10-20-15,0 0-18 0,0 0-17 0,-13-5-18 0,13 5-11 16,-16 19-6-16,3-3-9 0,-3 5-9 16,3 0-10-16,-2 0-7 0,6-4-6 0,1 2-6 15,1 0-6-15,5-2 0 0,0 2-6 0,4-3-2 16,-1-1-8-16,4-4 2 0,4 3-4 0,2-1-2 15,0-5 0-15,6 3-6 0,1-7-3 0,3 1 0 16,0-2 0-16,1-5-5 0,7 1 0 0,-9-4-1 16,-2 1-3-16,-4-3-2 0,5 0-2 0,-5-3 2 15,1-1-3-15,-1-1-2 0,-3 0 2 0,0-3-6 16,-2-1-2-16,0-1 1 0,-1 0-4 0,-3-1 1 16,-1 0 2-16,-3 1-2 0,-2 0-3 0,1 6 2 15,-2-3 0-15,0 4 0 0,0 2-1 0,2 8-2 16,-5-8-6-16,5 8 4 0,-12-1-3 0,12 1 5 15,-23 10-2-15,9 1 0 0,-3 3 4 0,0 3-2 16,-2 2 2-16,9-4-2 0,4 2 3 0,-2-3 2 16,4 2-3-16,3 0 3 0,1-4-1 0,2-1 3 15,1 1 2-15,5-3-1 0,-3 1 4 0,4-3 5 16,3 0-6-16,0-2 1 0,3-2 3 0,3-1-3 16,1-1 1-16,-1-4-1 0,3 1 2 15,-1-4-2-15,-1 0-1 0,2-2-2 0,-6 0-2 16,3-1 0-16,-4-2 1 0,1 0-3 0,-2-3-5 0,1 0-5 15,-1-2 3-15,-5 0-1 0,2-2 3 0,-2 1 3 16,-2 2-4-16,0 2 3 0,1 0 2 16,-4 4-1-16,0 3 7 0,0-1-4 0,-3 7-4 0,2-7-4 15,-2 7-4-15,0 0 8 0,0 0 1 0,0 0-1 16,0 0 3-16,-5 40 0 0,1-23 1 0,-1 1 2 16,-1 1 1-16,2-1 0 0,0-1 1 15,2-2 3-15,0 1-1 0,1-4 1 0,0 1 1 16,1-2-1-16,0-11 0 0,1 19 1 0,-1-11-1 15,0-8 3-15,3 10 1 0,-3-10 1 0,3 7-1 16,-3-7 3-16,11 0-1 0,-11 0 3 0,0 0-6 16,24-11 0-16,-13 6 2 0,1-2-3 0,2-3-11 0,1-1 11 15,-1 0 0-15,3-4 1 0,3-2-3 0,-7 1-2 16,0 0 1-16,2-4-3 0,-2-2-2 16,-4 4 0-16,-3 1 3 0,1 1-3 0,-2 2 1 15,-2 3 4-15,-1 1-2 0,-1 2 2 0,-1 2-4 16,0 6 0-16,2-10-8 0,-2 10 1 0,0 0-1 15,-9-3 1-15,9 3 1 0,-11 10 1 0,4-1-1 16,-3 4 2-16,2 0 1 0,-1 2-1 0,1-1-1 16,3 2 3-16,3 0-4 0,2 1 4 0,1 0 0 15,0-2-2-15,2 3 1 0,-1-7 0 0,5 5 3 16,-4 0 1-16,1 2-1 0,0-3 6 0,-1 3-4 16,-3-1-4-16,0-2-16 0,-3 0-29 0,-3 1-31 15,-2-4-45-15,-2 2-49 0,1-4-64 0,0-2-166 16,-1-1-435-16,1-1 192 0</inkml:trace>
  <inkml:trace contextRef="#ctx0" brushRef="#br0" timeOffset="8292.79">21091 3825 189 0,'0'0'219'0,"2"12"-15"0,-2-12-21 16,0 0-17-16,0 0-15 0,-22 28-14 0,14-19-26 15,-3 2-48-15,-1-1-62 0,3-2-90 0,-1 0-134 16,1 0-241-16,9-8 107 0</inkml:trace>
  <inkml:trace contextRef="#ctx0" brushRef="#br0" timeOffset="8694.54">21995 3421 6 0,'1'-6'299'0,"3"1"-28"0,-4 5-28 0,4-6-35 16,-4 6-13-16,0 0-16 0,4 19 13 0,-8-1-3 16,4 9-9-16,-1 2-5 0,-2 2-9 0,1 1-17 15,-1 0-14-15,-1 3-13 0,4-2-12 0,-1-5-1 16,-2 4-13-16,5 0-9 0,-1-1-11 0,0-5-8 15,2-1-17-15,-3-6 4 0,1-1-24 0,2-1-26 16,-3-7-29-16,0 3-33 0,1-4-37 16,-1-9-37-16,0 12-50 0,0-12-57 0,0 0-208 0,0 0-482 15,0 0 213-15</inkml:trace>
  <inkml:trace contextRef="#ctx0" brushRef="#br0" timeOffset="9201.56">21990 3666 101 0,'14'-9'150'0,"3"-2"-2"16,0 3-7-16,0-2 2 0,0 2-7 16,-2-2-5-16,3 0 1 0,-3 1-9 0,2-1-6 0,-3 0-4 15,1 1-3-15,-5 0 3 0,-1 2-8 0,4-5-2 16,-4 3-6-16,0-1 4 0,-1 2-1 0,-2 1-5 16,-1 0-7-16,0-1-5 0,-2 2-7 15,1 2-7-15,-4 4-8 0,6-7-12 0,-6 7-9 16,0 0-5-16,0 0 0 0,0 0-6 0,8 17-2 15,-10-7-3-15,2 7 0 0,-2 4-4 0,1 2 1 16,-6 6 1-16,2-5-5 0,-1 3-3 0,3-8 0 0,-1 5-1 16,0-7-3-16,2 0 1 0,-1-6 0 0,3 0-8 15,-1 1-9-15,1 0-7 0,0-5-2 16,0 3-4-16,0-10 3 0,0 12 1 0,0-12 6 16,4 3-5-16,-4-3 3 0,10-2 1 0,-10 2 2 15,22-7 0-15,-11 3-3 0,7 1 5 0,-1-1-4 16,2 2 1-16,-2 2 2 0,2-1-1 0,0-1-1 15,-1 2 1-15,1 2 4 0,-2 1-1 0,2 0 5 16,0-2-3-16,0 2 1 0,0 0 3 0,-1-3 1 16,0 0 1-16,0-2-2 0,-4 1 4 0,-1 1-2 15,1-3 3-15,-1-2-4 0,-2 1 1 0,-1-3 1 16,2 1 0-16,-3-2 1 0,0 1-4 0,0-1 4 16,-4-2-2-16,1 0 6 0,-3 1-4 0,-1-3 2 15,1 5-2-15,-3-1 6 0,0 8-4 0,0-11-1 16,0 11-2-16,-3-10-2 0,3 10-2 0,-7-4 1 15,7 4 1-15,0 0-4 0,-25 12 2 0,15-5-3 16,1 3 6-16,2-1-7 0,-1 5-13 0,0 1-27 16,5 1-43-16,1-1-50 0,5-2-62 0,2-2-209 15,5-3-442-15,2-2 196 0</inkml:trace>
  <inkml:trace contextRef="#ctx0" brushRef="#br0" timeOffset="9783.04">23401 3663 1775 0,'-3'-16'173'0,"-1"5"-35"0,-3 0-31 16,-1 0-17-16,-2 0-6 0,-5 1-7 0,3 5-4 15,-5-1-8-15,-1 3-9 0,-1 5 0 0,1 1-1 16,-7 5-3-16,6 2-1 0,1 1-9 0,-5 3 1 16,8 1-7-16,3 0-1 0,3 2-6 0,1-3 1 15,3 3-3-15,4-1 1 0,4 1-3 0,0 0 2 16,5-1-5-16,2 0 1 0,3-3-6 0,2-1 1 15,3-4-3-15,3-1 0 0,7-4-5 16,-9-2-2-16,-1-1 4 0,-4-1-3 0,-1-4-1 0,2-3 1 16,-6 0 0-16,4-3 1 0,-2-2 1 0,-1-1 0 15,-2-1-6-15,1-3 5 0,-4-2-2 0,0-3 1 16,-1-6 1-16,-4 2-1 0,3-3 0 0,-3 3-4 16,0-5 8-16,0 3 3 0,-2-4 5 0,1 4 3 15,0 0 3-15,0 2 5 0,-1 8 5 0,2 1 4 16,-1 7 0-16,0 0 0 0,-2 1-6 15,3 4-12-15,0 6-5 0,0 0-6 0,0 0 1 0,0 0-3 16,0 0 2-16,-9 33-4 0,4-9 4 16,1 6-17-16,2 0 19 0,-1 0-6 0,2 0 0 15,1-1-2-15,2-1 5 0,2-5-6 0,2 3 10 0,1-1-12 16,1-1 2-16,-1-7 4 0,1-3 3 16,2 0-21-16,3-1 26 0,-3-4-13 0,6 1 3 0,-2-6-7 15,4 2 1-15,-2-3-5 0,3-1-1 16,2-3 5-16,-3-1 0 0,0-4-7 0,-2 0 4 15,2-3-6-15,-3-2 0 0,-2-1 2 0,-4 3-11 16,4-5-6-16,-3-3 6 0,-1-2 0 0,1 1 0 16,-5 0 3-16,-1 1 0 0,-4 6 1 0,2-1-4 0,-4-1 8 15,2 6 3-15,0 7-1 0,-4-13 2 0,1 10-6 16,-9 3 6-16,12 0-6 0,-23 9 1 16,4 0 0-16,1 2 3 0,3 0-5 0,1 2 4 15,5 0-1-15,0 1-2 0,5 2-18 0,1-3-32 16,6 0-26-16,5 3-27 0,2-3-44 0,4 0-55 15,11 2-59-15,-1-4-180 0,1-1-490 0,-5-4 216 16</inkml:trace>
  <inkml:trace contextRef="#ctx0" brushRef="#br0" timeOffset="10167.08">23856 3583 117 0,'0'0'285'0,"-3"-11"-16"0,3 11-32 0,0-8-24 15,0 8-28-15,0 0-17 0,0 0-17 0,0 0-14 16,0 0-16-16,10 20-8 0,-6-8-11 0,1 0-7 16,2 5-7-16,2-1-6 0,-3 0-10 0,-1 1-1 15,0 0-9-15,0-6-5 0,3 4-5 16,-4-5-3-16,1 2-4 0,0-2-7 0,0 0 0 0,-2-6 1 16,-2 1-7-16,-1-5 9 0,0 0 16 0,8 10 14 15,-8-10 1-15,0 0-16 0,0 0-7 0,0 0 0 16,13-18-1-16,-11 9-8 0,2-3-9 15,2-4-4-15,3 2-9 0,0-2 14 0,0 0-11 0,4-8-4 16,0 1 3-16,1 0-6 0,-1 0-1 0,-3 6-6 16,0 2 6-16,-1 0-1 0,0 1-6 0,-4 5-1 15,1 0 1-15,-1 2 2 0,-2 2-2 16,1 1-6-16,-4 4-2 0,5-4-16 0,-5 4 13 0,0 0-1 16,6 12 6-16,-6-4-9 0,0 2 7 15,2 3 2-15,-4 2-1 0,1 2-7 0,0 1 10 16,-2 0 1-16,3 0 0 0,0 0-9 0,-1-1-48 0,1 2-37 15,-3-2-49-15,5-5-73 0,-1 4-84 0,-1-6-173 16,1-1-507-16,-1-9 225 0</inkml:trace>
  <inkml:trace contextRef="#ctx0" brushRef="#br0" timeOffset="10327.49">23973 3332 111 0,'-2'-5'183'0,"-1"-2"-38"0,3 7-30 16,0 0-47-16,0 0-51 0,0 0-57 15,0 0-61-15,23 7-107 0,-4-2 48 0</inkml:trace>
  <inkml:trace contextRef="#ctx0" brushRef="#br0" timeOffset="10656.67">24437 3459 140 0,'0'0'240'0,"0"0"-10"0,0 0-11 0,0 0-12 16,0 0-6-16,-18 12-2 0,4-1-7 0,0 2-13 15,-3 6-15-15,4-4-14 0,-4 5-8 0,5 2-14 16,6-5-13-16,-2-2-10 0,2 2-5 0,3-1-11 16,5 1-11-16,0-1-5 0,6 0-8 0,-3-5-4 15,7 2-1-15,0-5-7 0,4 5-3 0,3-6-7 16,0-2-5-16,1-2-1 0,1 1-8 0,0-4 5 15,7-3-7-15,-11 0-7 0,-6 0-5 0,1-2 4 16,-3-3-6-16,2-1-11 0,-1 0 6 0,-1-2 0 16,-3-2-2-16,-1-4-3 0,-1-1 0 0,1 2 0 15,-1-1 1-15,-4 5-4 0,0-5 1 0,-4 7 2 16,2-1-5-16,-1 3 1 0,1 2-2 0,2 6-3 16,-13-3-1-16,0 6 2 0,-2 3 3 0,-2 2 2 15,2 3 0-15,-1 2-8 0,3-1-6 0,1 2-41 16,2 2-32-16,3 0-55 0,5 0-63 0,3-4-80 15,-1-12-171-15,10 20-494 0,4-10 219 0</inkml:trace>
  <inkml:trace contextRef="#ctx0" brushRef="#br0" timeOffset="11147.08">25062 3702 32 0,'4'-3'341'0,"-4"3"-9"16,9-2-23-16,-9 2 6 0,6-1-14 0,-6 1-8 15,0 0-23-15,0 0-19 0,0 0-26 16,0 0-17-16,14-5-19 0,-14 5-20 0,0 0-16 16,0 0-7-16,0 0-19 0,5-4 0 0,-5 4-11 15,0 0-8-15,0-9-7 0,0 9-15 0,-6-15-15 0,3 8-2 16,3-3-9-16,-2 1-7 0,2-3-9 0,0 0-4 16,-2-3-10-16,2 0-2 0,2-3-14 15,3 0 1-15,-1 0-5 0,2 0-9 0,3-8-2 16,0 9 6-16,0 1-11 0,0 3 9 0,3-1-15 15,-3 6 6-15,2 1-5 0,0 1 3 0,1 4-6 16,0 2-3-16,0 1-12 0,1 3 16 0,4 5-4 0,-2 0 5 16,-2 4 4-16,0 1 5 0,-4 0-8 0,3 1 1 15,-3-1 2-15,0 0-2 0,-2-3 6 16,-1 0-1-16,-1 0-1 0,-1-3 1 0,-3 1 7 0,-1-9-4 16,8 12 4-16,-8-12 0 0,3 8 3 15,-3-8 5-15,0 0-4 0,3 9-1 0,-3-9 0 16,0 0-18-16,0 0-7 0,0 0-8 0,0 0-2 15,0 0-1-15,0 0 2 0,0 0 8 0,0-31-14 0,3 26 8 16,0-5-5-16,3 1-6 0,-2-1 8 16,1 1-5-16,5 0 2 0,-4 1-1 0,3 2 7 15,-1 0-4-15,3 2 6 0,-3 1-15 0,-3 3 15 16,-5 0 1-16,16 5 0 0,-8 0 1 0,-1 2 10 16,-1 2-5-16,2 1 2 0,-6 0-2 0,2 0-3 15,-1 3-12-15,-1 3-22 0,0-1-30 0,0-2-58 16,-2 2-60-16,0-4-77 0,2 2-208 0,0-5-526 15,3 0 232-15</inkml:trace>
  <inkml:trace contextRef="#ctx0" brushRef="#br0" timeOffset="11849.29">25812 3505 140 0,'-3'-10'276'16,"1"0"-4"-16,-2 0-10 0,2 3-8 0,-2 2-25 15,4 5-23-15,-12-4-18 0,1 7-18 0,0 1-10 16,-5 6-10-16,-4-1-14 0,-1 6-7 0,3-3-12 16,3 1-14-16,1 0-8 0,5 2-12 0,-1-2-7 15,0 0-9-15,4-1-4 0,5-3-3 0,1 0-4 16,0-1-6-16,4 2-4 0,1-1-2 16,7-4-4-16,-1 0-6 0,7-2 0 0,0-1-5 15,4 0-1-15,-1-4-3 0,-4 0 0 0,2-3-1 0,0 0-1 16,-3-1-4-16,-5 0 0 0,6-1-1 0,-4-3-2 15,-1 0-5-15,0-3 0 0,-3 3-16 0,-4-1 23 16,4-2-9-16,-3-3-1 0,3 3-3 0,-5 3 2 16,2 2-3-16,-2 2 4 0,-3-1-9 0,-1 7 18 15,6-8-7-15,-4 4-4 0,-2 4-2 16,0 0-3-16,0 0-3 0,0 0 5 0,0 0-1 16,0 0-1-16,-4 25-2 0,4-16 0 0,-2 1 0 15,-1 2 0-15,3-1-2 0,0 0 4 0,0-1-2 0,3 0 5 16,-1 2 0-16,2-5 5 0,1 1-4 0,3-1 1 15,4-3 8-15,-4 3-6 0,3-4-3 0,3-2 4 16,-1-1 1-16,0-1 2 0,0-1-1 0,0 0 0 16,-1-2-6-16,0-1-2 0,0-1 2 15,-3 0 1-15,0-1-4 0,0-1 3 0,-2-1-3 0,-1 2 4 16,1-2-6-16,-3 2 5 0,0 2-6 0,-4 5 8 16,6-7-7-16,-6 7-4 0,4-5-3 15,-4 5-7-15,0 0 7 0,0 0-3 0,0 0-13 16,0 0 15-16,0 0 2 0,5 17 0 0,-5-17 2 15,2 11 0-15,0-5 6 0,2 0 0 0,-4 0 5 16,5-1-6-16,-5-5-4 0,11 9 1 0,-4-6-17 16,4-1 14-16,-1 2 5 0,3-3 2 0,-2 0-6 15,0-2-1-15,-2 0 2 0,0 0 5 0,-9 1-5 0,14-5 0 16,-5 0 0-16,2 1 0 0,-6 1-1 0,1-2 5 16,3-1 0-16,-2 0-3 0,0 3 1 15,-1-1 3-15,-6 4 1 0,9-6 0 0,-9 6-7 16,5-3-8-16,-5 3-3 0,9-1 5 0,-9 1 3 15,5 11-1-15,-3-3-5 0,0 3-8 0,-2 2 13 16,0 6 0-16,-4 6 1 0,-4-1 5 0,1 6-2 16,-1-5 10-16,1 7-7 0,-4 0 3 0,2 0 6 15,4-3-17-15,-3-2-31 0,3 1-32 0,0-2-45 16,3-6-62-16,2-1-65 0,2 0-280 0,3-2-565 16,-3-5 250-16</inkml:trace>
  <inkml:trace contextRef="#ctx0" brushRef="#br0" timeOffset="12351.32">27047 3287 264 0,'2'-10'273'16,"0"0"-4"-16,-2 5 0 0,2-4-13 0,-2 9-26 16,1-10-21-16,-1 10-26 0,0 0-22 0,0 0-30 15,0 0-10-15,0 0-1 0,0 0-11 0,-13 38-4 16,4-16-14-16,-3 8-3 0,3-2-12 0,-1-1-5 16,-2 0-6-16,1-2-12 0,4 4 1 0,1-3-8 15,-4-1 2-15,6-7-7 0,1-1-1 0,-1-1-7 16,2-4-4-16,0-3-1 0,0-1 3 15,2-3 6-15,-3 0-6 0,3-5-4 0,0 0-1 0,-2 10 15 16,2-10-1-16,0 0-15 0,0 0 13 0,0 0-8 16,0 0-7-16,0 0-6 0,16-27-6 0,-8 18-3 15,0 0-10-15,3-3-8 0,2 1-6 16,1 1-1-16,1 1 3 0,-3 3-5 0,1 0 1 16,-2 4-2-16,3 0 2 0,-2 2-5 0,1 3-5 0,-3 1 7 15,-1 2 1-15,1 3 2 0,-1 1 4 0,-5 6-3 16,0-4 1-16,-2 2 3 0,-4-2-1 0,0 4 4 15,-4 1 1-15,-1-3 3 0,-1 2 1 0,-5-2-1 16,0-2 4-16,-5-2 0 0,0 2 3 0,-6-2-1 16,3-4 4-16,0 1-3 0,-6-2-20 15,6-2-25-15,-6-3-28 0,8 0-26 0,4-3-40 0,1 1-37 16,5-1-41-16,3-1-43 0,2-2-154 0,4 6-447 16,0 0 198-16</inkml:trace>
  <inkml:trace contextRef="#ctx0" brushRef="#br0" timeOffset="12949.72">27263 3512 25 0,'4'-2'251'0,"3"-3"-16"0,-7 5-20 15,5-4-22-15,-5 4-17 0,0 0-22 0,0 0-14 0,0 0-14 16,7 13 0-16,-7-13-2 0,-7 17-4 16,3-6-5-16,2 0-11 0,-2 1-7 0,0-2-6 15,2 3-11-15,0-1-7 0,2-2-4 0,2 1-6 16,0 0-5-16,6 1-4 0,-4-3-3 0,5-2-4 15,-3-1-4-15,8 1-2 0,-3-5-7 0,2 0-6 16,1 1 1-16,-1-3-4 0,-1 0-4 0,1-2-6 16,-2-3-1-16,0 0 0 0,0 0-2 0,-2-2 0 15,-1-2-1-15,-2 0-3 0,0-2-2 0,-1 1-2 16,-1-1 2-16,0-4-2 0,-2 2 1 0,2-2-2 16,0 1 0-16,-1 3 2 0,-3 2-2 0,4 0 4 15,-2 3-1-15,-2-1 1 0,0 7 0 0,0 0-9 16,0-9 1-16,0 9-3 0,0 0-3 0,0 0 6 15,0 0-2-15,-9 23 4 0,5-13-2 0,2 2 0 16,-2-2 5-16,-2 3 0 0,2 3-3 0,4 0 5 16,-2-5-2-16,0 1 2 0,3 0 1 0,2 1 1 15,1-4 5-15,2 2 2 0,0-3 1 0,3 0-1 16,2-2 0-16,1 2 4 0,5-2-6 0,-1-2 2 16,-1-3-3-16,2 1 2 0,-4-2 3 0,0-2-3 15,-2 1-2-15,0-3 1 0,1 0-4 0,-5-2-3 16,2-1 6-16,0 0-8 0,-2-2 7 0,1-4-6 15,-1 3-2-15,-5-2-1 0,1 2 10 0,0-6-9 16,1 4-5-16,-4 0-6 0,0-5 12 0,0 5-3 16,0 0-9-16,0 3 10 0,0-2-3 0,0 2 3 15,2 1 0-15,-2 8-2 0,2-13 2 0,-2 7-7 16,4 0 1-16,-4 6 4 0,2-10-6 0,-2 10 5 16,7-5-5-16,-7 5 1 0,8-2-7 0,-8 2 1 15,0 0 2-15,17 7-1 0,-13 0 6 0,1 0 9 16,0 3-1-16,-1-1 2 0,1 1-4 0,-3 1 6 15,2 0-4-15,-6 0 2 0,4 1-1 0,-2 1 0 16,0-2 4-16,1 2-6 0,-1-2-24 0,-1 1-47 16,1-1-39-16,1 0-49 0,-2-1-78 0,-1 0-241 15,2-10-512-15,-2 13 227 0</inkml:trace>
  <inkml:trace contextRef="#ctx0" brushRef="#br0" timeOffset="13197.42">27843 3756 2217 0,'4'-3'97'0,"-4"3"-55"0,10-10 12 0,-6 5 14 16,0-3 7-16,2-1 12 0,-3 1 23 0,3-3-5 16,-1 1-21-16,0-5 5 0,0 3-10 15,-1 0-4-15,-2-2-7 0,4 3-4 0,-2 0-12 16,1-5 0-16,0 6-7 0,4-4-2 0,-7 4-9 16,1 3-1-16,1 0-8 0,0 3-5 0,-4 4-8 15,5-8 4-15,0 5-8 0,-5 3-1 0,0 0-3 0,0 0 1 16,15 11-7-16,-12-5 8 0,1 3-6 15,-2-1 2-15,3 3 1 0,-2-1 0 0,0 4-16 16,-3-2-22-16,3-1-22 0,-1 3-28 0,0-2-31 16,4-2-30-16,1 3-61 0,0-5-52 0,0 0-202 15,4-2-500-15,3-3 222 0</inkml:trace>
  <inkml:trace contextRef="#ctx0" brushRef="#br0" timeOffset="13530.41">28528 3519 217 0,'0'0'249'0,"-3"-9"-19"15,3 9-21-15,-6-5-17 0,6 5-21 0,0 0-13 16,-22 7-14-16,12-2-17 0,0 5-8 0,0-3-16 16,1 4-7-16,-2 0-1 0,2 3-12 0,4-2-6 15,1-1-8-15,3 1-4 0,2-2-3 0,2 3-3 16,7 0-4-16,0-1 3 0,5 0-2 15,3-3 6-15,7 2-2 0,-7-3 1 0,4-4-4 0,-2 1 0 16,-2-2 6-16,0-3 2 0,-2-1 12 0,-3-1-7 16,0-2 4-16,-2-1-2 0,0 0 2 0,-1-1-10 15,0-3-2-15,-2-1-7 0,-1-6-6 0,-1 2-6 16,-4-2-4-16,1 1 0 0,0-3-1 16,-5 3-6-16,1-5-14 0,-6 4 3 0,1-3-34 0,-3 3-14 15,-1 3-17-15,-2 1-28 0,-2-1-24 0,1 8-28 16,2-3-29-16,-2 6-31 0,3-2-51 0,1 4-46 15,9 0-173-15,0 0-490 0,0 0 217 16</inkml:trace>
  <inkml:trace contextRef="#ctx0" brushRef="#br0" timeOffset="13913.67">28966 3459 84 0,'6'-2'267'15,"-6"2"11"-15,7-8-1 0,-7 8-15 16,5-3-18-16,-5 3-26 0,0 0-23 0,0 0-27 15,0 0-13-15,0 0-17 0,0 0-14 0,4 16-15 16,-7-7-6-16,1 1-12 0,-1 2-7 0,1 0-11 16,-1 0-3-16,2 1-9 0,1 2-5 0,1-3-4 15,2 2-3-15,-1-3-6 0,2-1-4 0,1-1-4 16,0 0 6-16,4-2-7 0,-1 0-3 0,-2-3 0 16,6 0-2-16,-1-2 0 0,0-3-3 0,1 1-1 15,-1-3-3-15,-1 0-2 0,0-3-8 0,-1 0 5 16,1-1-3-16,-2 1-2 0,1-1-1 0,0 0 0 15,-2-3-3-15,1 1-3 0,0 0 12 0,-1-2-9 16,1 1-5-16,0 0-2 0,-3 1 1 0,1 1 2 16,-2 3-1-16,-1-1 8 0,1 2-1 0,-4 4 0 15,3-8-10-15,-3 8 1 0,0 0 4 0,0 0-5 16,0 0-6-16,0 0 6 0,0 0-6 0,10 18 7 16,-10-8 8-16,2-3-10 0,0 3 1 0,1 2-2 15,-1-3 3-15,2 2-3 0,1-2-9 0,3 1-20 16,2 3-26-16,-2-4-21 0,3-2-43 0,6 2-42 15,3-5-68-15,0-1-63 0,-2-3-162 0,1 0-494 16,-4-3 218-16</inkml:trace>
  <inkml:trace contextRef="#ctx0" brushRef="#br0" timeOffset="14151.51">29522 3265 43 0,'3'-16'280'0,"-2"4"-1"15,0 2-3-15,0 0-11 0,-1 2-16 0,0 0-19 16,0 8-27-16,2-8-32 0,-2 8-19 16,0 0-18-16,0 0-12 0,0 0-6 0,-3 24-9 15,1-5-13-15,-1 7-11 0,-3 1-4 0,1-2-11 16,-1 3-5-16,1-2-5 0,1 1-4 0,-1-2-4 16,0 0-7-16,3-6 0 0,-2 0-3 0,1-1-7 15,1 0-21-15,-1 0-23 0,2-2-41 0,0-3-33 16,-1 0-40-16,1-3-49 0,1-10-57 0,-1 14-215 15,1-14-481-15,-3 10 214 0</inkml:trace>
  <inkml:trace contextRef="#ctx0" brushRef="#br0" timeOffset="14315.03">29452 3420 168 0,'0'0'226'0,"0"0"-25"0,2-10-19 0,5 6-17 15,3 2-22-15,8-3-10 0,2 5-22 0,10-1-30 16,3 2-41-16,3 1-38 0,2-1-36 0,0 0-44 16,2 2-35-16,14 0-92 0,-19-1-222 0,1 0 99 15</inkml:trace>
  <inkml:trace contextRef="#ctx0" brushRef="#br0" timeOffset="26027.17">10776 4770 4 0,'-9'0'175'0,"9"0"-4"0,-17 0-3 0,12-1-1 0,5 1-7 16,-10-2-9-16,10 2-13 0,0 0-11 0,-12 0-14 15,12 0-13-15,0 0-7 0,0 0-10 0,0 0 0 16,0 0-2-16,44-8-7 0,-12 2-8 16,5 1-4-16,1-1-4 0,18-2-7 0,3 3-4 15,-4 0-11-15,-4 0-26 0,-11 3-20 0,-5-1-19 0,-1 3-33 16,-2 0-35-16,-4 0-26 0,-8 1-28 0,-1 2-140 15,-7 2-316-15,-1 0 140 0</inkml:trace>
  <inkml:trace contextRef="#ctx0" brushRef="#br0" timeOffset="26263.01">11062 4704 135 0,'0'0'132'0,"-10"-2"-12"16,10 2-9-16,0 0 16 0,-4 13 2 0,4-1 3 16,0 4 3-16,-2 4-9 0,5 6-6 0,-2 3-5 15,-1 0-11-15,-1 2-11 0,1-1-9 0,-1 1-7 0,1-4-4 16,-2 2-9-16,0 0-5 0,-2-2-5 0,4-1-8 16,0 0-2-16,-1 0-16 0,0 0-36 15,1-2-36-15,-3-4-36 0,2-1-38 0,1 0-28 16,-3 0-140-16,1 0-309 0,2-2 137 0</inkml:trace>
  <inkml:trace contextRef="#ctx0" brushRef="#br0" timeOffset="26983.43">11356 4808 94 0,'1'-7'206'0,"-1"7"-25"15,4-10-11-15,-4 10-22 0,0 0 3 16,0 0-8-16,0 0 8 0,3 36 0 0,-3-8-6 16,-2 2-9-16,1 6-12 0,-4-3-8 0,2 2-13 15,0-3-9-15,-3 0-10 0,4-2-6 0,-1-2-10 16,2-8-7-16,-1 6-3 0,2-6-6 0,0-5-7 16,0 1-4-16,0-4-3 0,1-1-4 0,-1-11 3 15,0 12-9-15,0-12-1 0,1 11 0 0,-1-11-4 16,1 6 1-16,-1-6-5 0,0 0-4 0,0 0-4 15,0 0 0-15,12-19-2 0,-6 10-1 0,1-3-5 16,3-2 2-16,-1 0-1 0,-3 4 0 0,4-3-4 16,-1 5 1-16,3 0-4 0,-3 2-1 0,-1 2 0 15,1 2-4-15,2-1 3 0,-1 3 1 0,1 1 0 16,2 2 5-16,1 1 0 0,2 3 1 0,0 0 1 16,1-1 1-16,-1 2 0 0,1 0-1 0,2-4-1 15,2 2 2-15,-2-2 6 0,0-1-3 0,2-1-2 16,-1-4 0-16,2 2 0 0,0-4 3 0,-5-2-5 15,2 0 1-15,0 1-1 0,-2-3 4 0,0-1-4 16,-1-1 1-16,-3 1-1 0,-1-2 7 0,-5 0-3 16,1 1 1-16,-3-1 1 0,2-2 4 0,-6 1-3 15,1 1 2-15,2-1 4 0,0 3-1 0,-4 1 0 16,2 3 3-16,-2 5-2 0,1-11-2 0,-1 11-8 16,2-6 7-16,-2 6-9 0,0 0 1 0,0 0-5 15,0 0 1-15,0 0 0 0,-3 31 1 0,4-19 2 16,-2-1-3-16,2 1 5 0,1-1-6 0,1 1 2 15,2 0 0-15,1-1-1 0,0-1 2 0,-1 0-2 16,1-3 1-16,3-1-1 0,1 0 1 0,0-5 7 16,-2 1-7-16,3 0-1 0,0-2-1 0,-1-2-4 15,2-1 4-15,-4-3 1 0,3 2 1 0,0-4-8 16,-1 0 8-16,4-2-4 0,-7-2 2 0,0 3 0 16,1-1-2-16,-1-1 4 0,0 1-5 0,-3 0 2 15,0 0 1-15,-1 2-2 0,3-1-2 0,-6 4 3 16,0 5-5-16,4-8-2 0,-4 8 2 0,0 0-1 15,0 0 2-15,0 0 0 0,0 0-1 0,4 22 3 16,-7-12 1-16,3 3-1 0,-3 2 1 0,3 1 2 16,-1-3 3-16,1 4-4 0,0-2 4 0,0 2-6 15,0-1-10-15,0 0-8 0,0-5-29 0,0 1-21 16,1-1-23-16,-1-11-26 0,-2 20-51 0,2-13-57 16,0-7-169-16,-8 14-431 0,8-14 191 0</inkml:trace>
  <inkml:trace contextRef="#ctx0" brushRef="#br0" timeOffset="27156.91">11805 4837 28 0,'0'0'202'0,"0"0"-33"0,-4-14-13 0,4 14-27 0,0 0-17 16,0 0-27-16,0 0-51 0,0 0-54 0,32 9-48 15,-15-2-71-15,11 1-148 0,1 0 66 0</inkml:trace>
  <inkml:trace contextRef="#ctx0" brushRef="#br0" timeOffset="27543.97">12940 4802 247 0,'2'-16'250'15,"0"0"4"-15,0 6 4 0,0 0-14 0,2 2-23 16,-4 2-10-16,0 6-35 0,2-9-17 0,-2 9-24 16,0 0-13-16,0 0-14 0,0 0-7 0,6 26-14 15,-5 4-7-15,0 5-6 0,-1 15-5 0,-1 2-10 16,0-1 1-16,-1-1-11 0,0-4-1 0,2-11-6 16,0-3-3-16,0 3-1 0,0-2-10 0,2 0 1 15,1-2-4-15,1 2 0 0,-2-4 0 0,-2 0-11 16,2-2-19-16,0-2-25 0,-2-6-22 0,0-2-27 15,0 1-42-15,0-3-43 0,0-6-51 0,-4 3-221 16,2-3-471-16,-5-1 209 0</inkml:trace>
  <inkml:trace contextRef="#ctx0" brushRef="#br0" timeOffset="27773.05">12946 5092 1616 0,'21'-23'29'0,"2"-1"-23"0,-2 6 10 15,2 3-10-15,-4 5 2 0,0 3-8 0,2 4 12 16,-1-1 1-16,-2 4 12 0,2 1 7 0,-2 1 1 0,-2 2 6 16,-2 1-1-16,1 5-5 0,-6-2-1 0,0 1-2 15,-2 0-5-15,1 5-2 0,-5 0 1 0,-1 0-3 16,-4 1-2-16,-3 1 0 0,-1 0 1 16,-5-2-1-16,-3 2-3 0,1-3-2 0,-10 1 0 15,0 1-2-15,-2-3-14 0,2-1-14 0,2-4-24 0,0-1-31 16,4-2-53-16,-5-3-32 0,3 1-142 0,2-2-323 15,3-2 144-15</inkml:trace>
  <inkml:trace contextRef="#ctx0" brushRef="#br0" timeOffset="28280.47">13432 4846 2228 0,'8'-19'14'0,"6"-3"6"0,-7 6 35 16,-5 6 18-16,3 1-28 0,-1 3-8 0,1-1-10 15,-3 1-11-15,-2 6-6 0,5-8-6 0,-5 8 2 16,0 0 10-16,4 18 8 0,-4 2 4 0,-2 6-2 16,0 8 0-16,0 0-1 0,-3 1-2 0,5-2-3 15,2 3-2-15,-4-1 0 0,2-3-4 0,2-3 1 0,1 1 1 16,-3-4-5-16,4-6-1 0,-4-3 3 16,2 1-8-16,0-2 9 0,-2 0-5 0,0-7 2 15,0 1-1-15,0-4 0 0,0-6-1 0,2 11 1 16,0-6 3-16,-2-5-3 0,0 0 4 0,1 7-3 0,-1-7 8 15,0 0-13-15,0 0-1 0,18-16 2 0,-9 8-4 16,-1-1 2-16,6-3-2 0,1-1-1 16,2 2-2-16,2 1-2 0,2 2-5 0,-3 1 0 15,2 3 1-15,1 2 0 0,-1 2-3 0,-1 2 4 16,0 2-1-16,-2 1 0 0,0 0 2 0,1 2 2 16,1 0-2-16,0-1 2 0,-2 2 0 0,1-3 1 0,-5 0 3 15,2-4 0-15,0 3-1 0,3-1 1 16,-5-3-3-16,2-1 5 0,-2-2-6 0,0 0 2 15,2-4 0-15,-1-3 0 0,-3 3-2 0,-2-1 3 16,3-3 0-16,-1-3-2 0,-5 5 2 0,1-5-1 16,-1 0 0-16,-4 2 6 0,-2-1-9 0,0-3 3 0,0 4 8 15,0 3 7-15,0-1-1 0,-1 3-4 16,1 7-3-16,-7-10-1 0,7 10-4 0,-11-1 0 16,11 1-1-16,-20 13 1 0,7-2-3 0,-6 6 3 15,2 4 1-15,3-6-2 0,3 2-4 0,4 1-23 16,1-1-25-16,3 3-31 0,-2-2-40 0,8-1-51 15,2-1-50-15,-3 0-169 0,5-3-423 0,4-2 187 0</inkml:trace>
  <inkml:trace contextRef="#ctx0" brushRef="#br0" timeOffset="28641.67">14263 5086 118 0,'0'0'200'0,"0"0"0"0,0 0-6 16,0 0-5-16,10 15-9 0,-6-5-21 0,-4 3-11 16,2 2-14-16,0-3-13 0,-2 3-10 0,4-1-6 15,-2-3-10-15,-2 2-7 0,1-2-13 0,-1-2-4 16,0 1-10-16,2-2 1 0,-2-8-6 0,-2 12-3 0,2-12-2 16,2 10 13-16,-2-10 17 0,0 0 0 15,0 0-10-15,0 0-5 0,0 0-5 0,0 0 4 16,0 0-7-16,0 0-6 0,0 0-5 0,-7-32-5 15,10 21 0-15,1-1 0 0,2-5-12 0,1 0-3 16,3 2-3-16,5-7-3 0,-1 7-7 0,1 0 0 16,1 2-3-16,-2 3-1 0,-1 4-2 0,-4 0-2 15,4 3-5-15,-3 2-6 0,1 2 8 0,1 2-2 16,-4 3-2-16,1 3 3 0,-1-1-2 0,-1 3 2 16,2 7-1-16,-2-4-2 0,-2 3 2 0,-1 0-7 15,0-1-36-15,0 0-27 0,-2 4-41 0,0-3-57 16,0-2-62-16,2 3-237 0,0-2-503 0,-1-1 223 15</inkml:trace>
  <inkml:trace contextRef="#ctx0" brushRef="#br0" timeOffset="29569.26">14750 5192 1927 0,'-4'-15'23'0,"1"4"93"0,0 1-23 15,0-1-14-15,-2 4-14 0,3 0-10 16,2 7-10-16,-6-8-10 0,6 8-9 0,-3-4-2 15,3 4 7-15,0 0 3 0,-9 10 0 0,5-2 2 16,1 0-7-16,3 0-2 0,-2 3-2 0,7 0 0 16,-3 5-1-16,3-5-4 0,1 1 3 0,1 1-7 15,3-2 2-15,-2-2 0 0,1-2-4 0,4 0 2 16,-3 1 5-16,2-4-4 0,0-2-1 0,0-1-1 16,-2-1-1-16,-1-1-2 0,-9 1 9 0,14-5-12 15,-7 1 0-15,-2-1-2 0,1-2 0 0,-1-1 3 16,-3-1 0-16,2-3-5 0,-2 2-1 0,-1-1 3 15,-2 0-4-15,-1-5-1 0,-2 0 0 0,-1 0-1 16,-1 5-3-16,2 0 0 0,-4-5 0 0,4 5 2 16,-3 3-1-16,3-2 1 0,-3 2 2 0,2 3-5 15,2 0 1-15,3 5-1 0,-3-10-1 0,3 10-8 16,-2-5-5-16,2 5-1 0,0 0 0 0,0 0 1 16,18-9 2-16,-7 9 1 0,7 1 0 0,1-1 3 15,2 3-1-15,6 3-1 0,-6-1-2 0,0 4 3 16,4 1 0-16,-8-2 0 0,2 3 3 0,-2 0-1 15,-3-1 4-15,0 3 2 0,-3 0-1 0,-4-4-3 16,2 1 7-16,-4 1 0 0,2-3 1 0,-1 0-1 16,-3-1 6-16,-3-7-4 0,6 10 5 0,-6-10 2 15,0 0 0-15,0 0 3 0,0 0 2 0,-9 14-1 16,9-14 5-16,0 0 4 0,0 0 0 0,0 0 3 16,0 0 3-16,0 0-2 0,-21-16 1 0,19 11-6 15,2 5-1-15,0-12-5 0,0 12 3 0,2-14-6 16,2 4 4-16,2-1-6 0,1 0 1 0,0-4-6 15,5 2-2-15,-2 0-1 0,3 3 1 0,1 2-6 16,-4 3 2-16,3 1-5 0,0 2 2 0,-3 2 0 16,3 1-3-16,-3 4 1 0,-1 0 2 0,2 3-3 15,-3 1 2-15,0 0 0 0,0 1 1 0,0 0 3 16,-3 3 4-16,3 0-5 0,-4 0 3 0,-1-4-1 16,2 2 1-16,-3-4 0 0,2 2 1 0,-4-9 1 15,3 10 2-15,-3-10 0 0,5 8 3 0,-5-8 3 16,0 0 0-16,0 0-3 0,0 0-5 0,0 0-3 15,0 0-4-15,0 0 4 0,0 0-4 0,0 0-9 16,0 0 3-16,2-25-3 0,0 18-3 0,-2-2-3 16,2 2 2-16,3-4-6 0,-1 2 1 0,5 0-3 15,0 0-1-15,1 2 0 0,0 1 3 0,1 0 3 16,0 3-3-16,-1-1-1 0,1 4 3 0,-2 1 1 16,1 3 2-16,0 0-2 0,-1 2 5 0,-1 0-1 15,2 0 12-15,-3 3-5 0,2-1 2 0,2-1 0 16,-2 3 3-16,0-3 9 0,2 2 2 0,1-3 6 15,-2 0 8-15,2 0 2 0,1-2 1 0,5 0-2 16,0-3 2-16,1 1 5 0,3-4-8 0,-3 0-2 16,2 0-1-16,0-4-6 0,-5 1 6 0,-1-1-1 15,-3 0-1-15,-2 0-3 0,-1-1 5 0,-2-2-7 16,1 1 2-16,-3-2 0 0,-2 0-4 0,-1 1 1 16,1-2-2-16,-6 3 8 0,1-4-5 0,-1 5-4 15,-1-2 2-15,-2 1-5 0,-1 4 1 0,1 0-4 16,-3 3 1-16,9 1-5 0,-24 5 3 0,7 3-1 15,-2 1-2-15,4 4 4 0,-8 4-3 0,6 2-25 16,4-4-24-16,1-1-40 0,0 3-43 0,7-1-32 16,-1 1-27-16,6-5-7 0,3 12-161 0,1-7-390 15,5 1 173-15</inkml:trace>
  <inkml:trace contextRef="#ctx0" brushRef="#br0" timeOffset="29785.83">15891 5293 208 0,'3'-12'214'0,"1"1"-13"0,0-2-5 0,2-2-7 16,-1 0-5-16,3 1-16 0,-2-3-12 0,-1 1-14 16,4 0-5-16,1 2-10 0,1 0-11 0,-1 2-13 15,-1 3-6-15,0 2-16 0,2 1-7 16,-2 3-12-16,1 0-6 0,2 3-8 0,-12 0-3 0,16 9 3 16,-7-3-13-16,0 3-3 0,-2 2-3 0,-1 3-1 15,-1 1-2-15,-2-3-4 0,3 5-17 0,-5-5-28 16,1 5-36-16,-2 0-39 0,0-3-46 0,0-14-48 15,-2 22-38-15,2-11-118 0,0-11-376 0,0 0 167 16</inkml:trace>
  <inkml:trace contextRef="#ctx0" brushRef="#br0" timeOffset="30329.24">16359 5070 25 0,'-1'-6'268'15,"1"6"-18"-15,-3-11-20 0,3 11-25 0,0 0-21 16,-10 0-23-16,10 0-5 0,-15 14-15 0,3 0-10 16,2 1-7-16,-4 0-12 0,3 2-9 0,5 0-11 15,-1 1-7-15,1-1-9 0,4-1-9 0,1-4-3 0,-1 1-7 16,7-2-5-16,-1 0-3 0,3 0-3 16,0-2-2-16,2-2-5 0,2-2-13 0,0-2-4 15,0 1-5-15,1-4-3 0,1 1-7 0,-13-1-2 16,23-6-3-16,-13 3-1 0,-2-2-1 0,-1-3 2 15,2 1-3-15,-2-1-3 0,-1-1-1 0,-1-1-1 0,0 1-2 16,0-3 2-16,0-2-3 0,2-1 5 0,-1 4-3 16,-1-2 1-16,4 1 1 0,0-2 0 15,0 5-5-15,0 0 3 0,-3 3-2 0,5 1 0 16,-2 0 5-16,3 4 0 0,1 2-2 0,-1 4 2 16,-1 0 2-16,1 2 3 0,0 4 3 0,-3-1-1 15,1 1 0-15,-2 2 1 0,-1 1 13 0,-1 3-2 16,1-1-2-16,-4-5-3 0,0 0 5 0,3 0 3 15,-2-1 6-15,-3-2-6 0,-1-8-8 0,6 13 7 16,-6-13 4-16,2 8 14 0,-2-8 13 0,0 0 9 16,0 0-11-16,0 0-1 0,0 0-6 0,0 0-2 15,0 0-4-15,0 0-4 0,0 0-5 0,13-25-1 16,-8 14-7-16,0 2-1 0,3 1-6 0,1-5 4 0,3-2-6 16,1 2 0-16,1-1-3 0,3 4 6 15,1-1-14-15,1 2-2 0,0 0 3 0,0 3-3 16,-3 2 1-16,-2 1 1 0,-1 3-4 0,-13 0 2 15,21 6-3-15,-11-1 2 0,-2 2 0 0,1 2 3 16,-6 0-2-16,3 2 5 0,-2 0-7 0,2 4-19 16,-3 2-25-16,-3-3-44 0,0 1-61 0,2 2-69 15,2-3-40-15,3 4-154 0,0-2-455 0,5 0 201 16</inkml:trace>
  <inkml:trace contextRef="#ctx0" brushRef="#br0" timeOffset="30786.18">17487 5243 132 0,'13'-23'239'15,"1"2"-8"-15,-1-3-14 0,-5 8 6 0,-1 0-1 16,1 0-5-16,0 2-15 0,-4 3-15 0,-2 1-10 16,2 1-7-16,-3 3-14 0,3-1-10 0,-4 7-21 15,3-10-4-15,-3 10-17 0,1-7-9 0,-1 7-12 16,0 0-13-16,0 0-4 0,0 0-9 0,0 0-8 15,-14 32-2-15,10-19-2 0,-4 0-3 0,3 5-6 16,0-1-3-16,0 0-2 0,4-2-4 0,1-4-2 16,1 6 0-16,3-2-10 0,0-3 6 0,2-3-3 15,3 1 1-15,0-3-4 0,2 0 1 0,2 0-5 16,6-5-14-16,-4-1 3 0,5-3-1 0,-1-1 3 16,-2 0-12-16,-3-1 1 0,0-4 0 0,1-1 1 15,-6 0 1-15,5-5-3 0,-1 3 3 0,-4-3 3 16,0-3 1-16,-2 1-3 0,1 1 6 0,-4-2-3 15,0 1-4-15,0 0 2 0,-2 3 1 0,2 2 0 16,-4 0 2-16,1 1 4 0,1 4-1 0,-2 6 8 16,2-6-15-16,-2 6-3 0,0 0 6 0,0 0 1 15,0 0 7-15,0 0 3 0,-10 34 2 0,5-17-2 16,0 1 0-16,-2 2 1 0,0-4-1 0,2 4 0 16,-1 5 2-16,0-2 0 0,3-6-2 0,2 2 3 15,1 0-5-15,0-3-14 0,1 0-29 0,-1-4-23 16,0-12-29-16,0 19-41 0,0-19-43 0,2 11-52 15,-2-11-69-15,0 0-156 0,0 0-488 0,0 0 216 16</inkml:trace>
  <inkml:trace contextRef="#ctx0" brushRef="#br0" timeOffset="30950.45">17531 4923 2290 0,'-7'-12'53'0,"0"-2"17"15,0 4-14-15,2 1-40 0,-1 1-1 0,2 4-9 16,2-2-1-16,2 6-19 0,-4-9-15 0,4 9-26 16,-3-5-36-16,3 5-47 0,0 0-56 0,0 0-138 15,9-10-360-15,0 8 160 0</inkml:trace>
  <inkml:trace contextRef="#ctx0" brushRef="#br0" timeOffset="31334.57">18749 4902 170 0,'-5'-11'219'0,"-2"7"-6"0,2 0-10 16,-2 3-14-16,-6 1-10 0,-4 3-13 0,-3 3-2 15,-5 7-12-15,1 3-6 0,1 6-13 0,3 0-17 16,0 2-2-16,4 0-15 0,4 1-6 0,1-2-12 15,3 1-5-15,3-6-6 0,0 1 1 0,5-1-12 16,1 2-8-16,4-4-7 0,4 1-3 0,4-4-27 16,0 0-22-16,3-2-32 0,11-2-43 0,-1-1-33 15,5-4-49-15,3-1-44 0,0-5-165 0,4 0-405 16,10-5 179-16</inkml:trace>
  <inkml:trace contextRef="#ctx0" brushRef="#br0" timeOffset="32301.21">19178 5034 19 0,'4'-13'194'0,"-3"1"-6"0,2 2-6 16,-4 0-2-16,-2 3-7 0,3 7-9 0,-6-11-13 16,-1 9-10-16,-2 2-10 0,9 0-9 0,-29 9-5 15,6 5-4-15,1 1-9 0,0 1-11 0,0 2-8 16,3-2-9-16,6-1-6 0,1-2-8 0,3 2 0 16,2-5-12-16,3 3-3 0,0-2-6 0,2-2-4 15,4 1-3-15,-2-3 0 0,2-1-4 0,5-2-1 16,-1 1-2-16,4 0-4 0,2-3-1 15,0-1-5-15,0-1-3 0,0-1 1 0,0-2-2 0,0-2 1 16,1 0-4-16,-3-1 0 0,-1 0 1 16,0-1-2-16,-2-2-2 0,1-1-2 0,0-4 0 0,-1 4 0 15,1-2 0-15,-2-4-2 0,0 4 3 0,0-2-3 16,0 4 0-16,-2 1 1 0,-1 4 3 16,-1-1-10-16,-2 6 1 0,4-9-6 0,-4 9 5 15,0 0-6-15,0 0 4 0,0 0-2 0,0 0 3 0,8 23 2 16,-9-12 2-16,-1 4-3 0,2 1 7 0,2-4-4 15,0 5 0-15,1-1 3 0,-2-1 0 0,4-3-3 16,0 0 3-16,2-2-2 0,0-1 4 0,1 0 3 16,2-1-3-16,2-5-7 0,5 4 1 0,-4-6-1 15,8-1-5-15,-3-4 0 0,1 0 1 0,0 1 0 16,-1-5-1-16,1-1 2 0,-5-1 1 0,0-1-3 16,-2-3 5-16,-1 1-4 0,-2-3 3 0,-1-1 0 15,0-7 1-15,-1-2 7 0,-3 0-7 0,-4-1-1 16,1-2-2-16,-1-1 1 0,0 0 7 0,-2 0 6 15,-5 1 2-15,5 0 3 0,1 4 3 0,-2 8 11 16,-1 1 10-16,1 4 0 0,2 2 1 0,0 2-6 16,0 2-6-16,1 6-7 0,0 0-4 0,0 0-2 15,0 0-5-15,0 0 2 0,-6 28-2 0,4-1 2 16,-4 5-3-16,-1 3-3 0,5-2 0 0,-2 3 4 16,-1-4 0-16,1-3-4 0,1 2 1 0,3-3 0 15,2 0 1-15,0-3 0 0,-1-6-1 0,6-1-1 16,-1 0-2-16,3-1 4 0,0-2 1 15,-3-4 0-15,5 2 0 0,0-5-2 0,1-2 3 0,-1-1-1 16,7 1-3-16,-5-5-1 0,6-4 1 0,0 1-4 16,-1-3 0-16,0-2-2 0,0-2 1 0,-1-1-2 15,-3-4 0-15,5-4 3 0,-3-1-2 0,1-3-11 16,-3-2 0-16,0-4 2 0,-4 2-1 16,0-3 0-16,-2 0 2 0,0-2 1 0,-3 2 1 0,-1-3 0 15,1 2-4-15,-1 3 6 0,-3 7 3 0,-1 5 11 16,0 4 5-16,1 1-2 0,-1 2-1 0,0 8-5 15,3-9-4-15,-3 9-1 0,0 0 1 0,0 0-3 16,0 0 5-16,5 32-3 0,-4-6 4 16,3 1-3-16,-1 1 1 0,-1 0 4 0,2 1 0 0,1-3 0 15,0 0 1-15,0 1 1 0,3-3 8 0,0-7-11 16,-2 2 4-16,2-1 0 0,1-3-1 0,1 1 1 16,-1-3 2-16,1 0-2 0,0-5 1 0,1 2-1 15,-1-5 2-15,6 4-4 0,1-7 1 16,2 1 0-16,0-3-3 0,-1 0 0 0,1-4-6 15,-2-1-2-15,-3 1 3 0,-2-2 2 0,2-6-4 0,-2 0-2 16,-1 0 1-16,-1-2-1 0,0 0-1 0,-2-4-1 16,-3 2 2-16,0-3 5 0,-3 1-6 0,0 1 1 15,-1 2 0-15,-2 4-2 0,1 1 2 16,-2 3-4-16,2 7 1 0,-7-11-4 0,7 11-2 16,-12 0 2-16,12 0 0 0,-24 9 1 0,9 3 2 0,-4 5 4 15,4-3-1-15,0 0-1 0,2 0 2 0,3 2-4 16,3-2 2-16,3 0-15 0,1 0-12 0,3-2-39 15,4-1-46-15,2-1-33 0,11 3-38 16,7-1-25-16,9-4-33 0,3 0-147 0,19 0-426 0,-2-3 189 16</inkml:trace>
  <inkml:trace contextRef="#ctx0" brushRef="#br0" timeOffset="32690.87">20722 5025 139 0,'-6'-8'218'0,"-2"2"-1"15,-1 0-9-15,-1 3-13 0,-2 1-12 0,0 4-9 16,-6 1-16-16,1 4-7 0,-2 0-12 0,1 5-14 0,0-1-8 16,3 2-15-16,1 2 1 0,1-1-21 0,3 1-5 15,2-1-6-15,4-2-8 0,3 0-3 0,0 1-4 16,4 0-2-16,3-4-4 0,4 1-7 16,1-3-4-16,3 1 0 0,6-3-4 0,0-2-14 15,-1-3-1-15,0-1-9 0,-1-2 0 0,1-2-2 16,-1 0 0-16,-6-3-3 0,-2 0 0 0,3-4 0 0,-4-2 1 15,0-1 0-15,-2-1-3 0,-4-3 1 0,1 1-3 16,-2-8 2-16,0 2 1 0,-2-5-5 16,-2 3 4-16,2-3-1 0,2 0 7 0,-4 0 0 15,4 3 6-15,-2 1 10 0,-2 6 3 0,4 2 13 16,-2 4 5-16,0 2 7 0,0 3 1 0,0 2-9 0,0 6-12 16,0 0-6-16,0 0-1 0,0 0-3 15,0 0-3-15,-4 25-3 0,2-6-7 0,1 9 7 16,-3 0-4-16,3 5 1 0,0-3-1 0,-2 0-2 15,6 0-2-15,-6 0 6 0,6 0-5 0,-1-4-12 16,1 0-32-16,5-4-32 0,-6-2-33 0,2-2-40 16,1 1-54-16,3-4-57 0,-2 1-230 0,1-5-518 0,-1 0 229 15</inkml:trace>
  <inkml:trace contextRef="#ctx0" brushRef="#br0" timeOffset="33091.55">21646 4995 1866 0,'14'-24'27'16,"0"0"29"-16,-2 2 7 0,-3 5-6 0,-2 0 1 0,1 0 8 15,-3 0 4-15,-1 6 16 0,1 1 0 0,0 1 4 16,-2 1 3-16,-2 2-1 0,-1 6-11 16,2-8-13-16,-2 8-8 0,0 0-12 0,0 0-4 15,0 0-4-15,8 33-4 0,-5-2 10 0,-3 2-5 16,-3 12 0-16,-1-10-1 0,3 0-4 0,-2-1-4 0,2 0-1 15,0 0-1-15,0-4-5 0,-1-1-3 0,1-2-4 16,1-1 3-16,-1-1-3 0,1-7-3 16,0-1-15-16,0-6-25 0,0 1-31 0,0-2-34 15,0-3-38-15,0-7-26 0,0 0-50 0,0 14-45 16,0-14-185-16,0 0-468 0,0 0 208 0</inkml:trace>
  <inkml:trace contextRef="#ctx0" brushRef="#br0" timeOffset="33871.81">21691 5070 33 0,'7'-6'172'16,"2"-2"-18"-16,2 2-15 0,0-1-15 0,3-2-13 15,0 4 3-15,5-3-8 0,-1 1-4 0,-2-1-3 0,3-2 0 16,-4 2-1-16,0-2-2 0,-2-2-8 16,2 3-2-16,-3-5-3 0,0 3-2 0,-1-1 0 0,1 0 6 15,-6 3-6-15,3-7-2 0,-5 7-7 16,2-2-5-16,-1-1-8 0,-1 4 0 0,1 1-2 15,-1 1-4-15,-4 6-9 0,3-9-11 0,-3 9-4 0,0 0-2 16,0 0-6-16,0 0 0 0,3 34-2 16,-5-10 0-16,1 3 2 0,-2 2-2 0,-2 0-3 15,1-1-5-15,0-3 2 0,2 5-2 0,-1-11-1 16,-1 0 3-16,0 1-5 0,3-2 3 0,0-7 1 16,0 1-2-16,-1-2-3 0,0 0 2 0,2-4-5 15,0-6 4-15,-3 10-1 0,3-10 0 0,-1 9 0 16,1-9 1-16,0 0-2 0,0 0 0 0,9 4-6 15,-9-4-3-15,15-6 0 0,-1 2 1 0,2-1 4 16,1 0-3-16,0 2-4 0,2 1 0 0,-1-2-3 16,0 4 5-16,1 0-2 0,-2 3 2 0,3-2 2 0,-2 3 1 15,3-3-1-15,0 3 4 0,1-1 3 0,4 1-1 16,-5-1 4-16,1 1 0 0,0-2 0 16,0 0-3-16,-1-2 3 0,1 0 0 0,-1-2-1 15,-2 0 0-15,-1-2 1 0,-1 1 4 0,0-1-2 16,-4-1-1-16,-2-2 4 0,1 1-1 0,-4-2 0 15,1 1 5-15,-1-1-6 0,-1-4-2 0,-2 3 5 0,0-2-2 16,-1 1-4-16,0-3-3 0,-2 0 3 16,-2-3 0-16,3 5-1 0,-2-1-1 0,-2 2 3 15,1 0-1-15,0 10-4 0,-4-12 5 0,2 8-8 16,2 4-2-16,0 0-1 0,-12-3-2 0,12 3 2 16,-19 12 8-16,7 0-11 0,-3 3 1 0,3-1-2 0,2 3 3 15,-1-1-1-15,2-1 0 0,4 0-2 16,-1 2 5-16,4-2-3 0,2 2 5 0,2-5-2 15,2 3 1-15,4 0 4 0,1-1 1 0,4-3 1 16,-2 0 2-16,6-4 0 0,-2 0 3 0,3-2-1 16,1-2-4-16,-1-2 2 0,1 1 1 0,1-2-1 0,-1-3 1 15,-4 0-3-15,3-1 1 0,-5 0-4 0,-1-2 6 16,-3 1-4-16,2-4 1 0,0 1-8 16,-2-5 1-16,-2 2-3 0,3-4-2 0,-5 1-4 15,1-1-3-15,1-2 0 0,-1 0 0 0,2 0-1 16,-2 3 2-16,2-2-1 0,-2 5-4 0,3 1 3 15,-1 2 1-15,-2 1-3 0,1 2-1 0,0 2-1 16,-1 2 4-16,-6 1-2 0,13 4 1 0,-5 2 0 16,1 3 2-16,-3 1 1 0,1 1 7 0,-3 5-8 0,-1 0 6 15,-1 0 0-15,-1 1 2 0,-2-2-1 16,2 2 5-16,-2-1-4 0,1-3-5 0,-5-2-33 16,6 1-37-16,-2-1-45 0,1-11-48 0,1 19-52 0,-2-9-172 15,1-10-427-15,7 10 190 0</inkml:trace>
  <inkml:trace contextRef="#ctx0" brushRef="#br0" timeOffset="34394.9">23189 5134 81 0,'0'0'202'0,"0"0"-12"0,0 0-2 15,0 0-3-15,0 0-11 0,5 17-6 0,-5-17-9 16,-3 15-11-16,4-7-16 0,-1 1-9 0,0-1-11 15,0-8-11-15,-2 14-10 0,3-8-6 0,-1-6-7 16,-1 12-7-16,1-12-8 0,0 9-1 0,0-9 5 16,0 0 12-16,-1 8 6 0,1-8 2 0,0 0-8 15,0 0-7-15,0 0-5 0,0 0-10 0,0 0-8 16,-21-13-2-16,17 7-4 0,0 0-1 0,2 0-8 16,-2-2 0-16,3-1-4 0,-1-1-6 0,2-2-2 15,3 1-1-15,1-5-6 0,4 0 6 0,-1-1-5 16,3 3-9-16,1 1-5 0,3 2 5 0,-1 0-6 15,-4 5-9-15,2 2 4 0,0 3 0 0,0 1-5 16,3 1-1-16,-3 4 2 0,-2 3 0 0,3 0 9 16,-5 2-5-16,2 1-1 0,1 4 0 0,-4-4-1 15,1 4 2-15,-1-5-1 0,-3 1 2 0,4 0 0 16,-5-2 0-16,2-1 3 0,-3 0 0 0,2 0 1 16,-3-8 4-16,2 9 1 0,-2-9-2 0,4 6 9 15,-4-6 1-15,0 0-2 0,0 0-5 0,0 0-4 16,0 0 0-16,0 0 2 0,0 0-14 0,8-22-6 15,-3 15-5-15,1-3-1 0,3-2 2 0,2-2-4 16,3 1 3-16,0-2-4 0,1 1 1 0,8-4-2 16,-6 7 2-16,1 0-2 0,1 1 4 0,0 4 1 15,-4 1-2-15,2 1 5 0,-4 3 3 0,-2 2-2 16,-1 3 2-16,-1 0-4 0,1 1 5 0,-2 4-2 16,-3 1 5-16,1 1-1 0,-4 0-1 0,3 0-5 15,-4 1-28-15,-1 0-31 0,0 1-44 0,-1-1-36 16,4-2-41-16,-2 2-22 0,1-1-136 0,5-1-384 15,3-1 171-15</inkml:trace>
  <inkml:trace contextRef="#ctx0" brushRef="#br0" timeOffset="34759.11">24018 5101 3 0,'4'-12'194'0,"-2"0"9"15,1 1 19-15,-3 1-3 0,1 1-13 0,-1 3-20 16,0 6-18-16,-4-8-18 0,4 8-17 0,-11 0-13 15,11 0-2-15,-27 12-5 0,9-4-3 0,0 3-6 16,0 2-10-16,2-1-8 0,-1 1-9 0,4-1-1 16,1 1-12-16,3-4-10 0,2 0-3 0,3 2-5 15,-2-4-4-15,5 0-7 0,0 1 5 0,1-8-7 16,3 11-7-16,2-7-10 0,0 0 1 0,4 0 0 16,2-4-4-16,-2 0 1 0,-9 0-3 0,16-5 1 15,-7 0-2-15,1 1-2 0,-4-1 0 0,0 2-1 16,2-4 0-16,-2-2-1 0,0 2 1 0,1-2 0 15,-5 4-2-15,1 0-1 0,-3 5 4 0,5-9-4 16,-5 9 1-16,5-5-3 0,-5 5-10 0,0 0 3 16,0 0 0-16,0 0 1 0,0 0 4 0,0 0-5 15,3 20 10-15,-3-10-7 0,-2 1 4 0,4-2-2 16,-1 1 2-16,0 0-1 0,3 1 0 0,0 0-1 16,2-2-18-16,3 1-23 0,1-3-31 0,3-1-37 15,4 1-48-15,2-4-43 0,-1 0-51 0,-4-3-132 16,6-4-414-16,-2-2 183 0</inkml:trace>
  <inkml:trace contextRef="#ctx0" brushRef="#br0" timeOffset="34966.89">24331 4789 27 0,'3'-19'232'0,"1"4"5"0,-2 3 3 15,-1 5-14-15,1 2-20 0,1-2-26 0,-3 7-26 16,0 0-15-16,0 0-2 0,4 21-7 0,-4 6-4 15,-4 2-5-15,2 6 2 0,-2 11-3 0,2-13-10 16,-2 12-8-16,0-10-7 0,0-1-12 0,3-2-7 16,-3 2-1-16,0-1-4 0,3-4-30 0,-2 1-39 15,6 1-40-15,-3-12-38 0,0 5-76 0,1-7-83 16,-1 3-191-16,3-9-461 0,-3-11 204 0</inkml:trace>
  <inkml:trace contextRef="#ctx0" brushRef="#br0" timeOffset="35595.85">25343 5314 183 0,'0'0'273'0,"13"-16"-23"0,-6 6-18 0,0 1-4 16,5-4-6-16,-1-1-13 0,-1-1-19 0,1-1-7 16,1 3-8-16,-1-4-18 0,-2 0-38 0,5-6-6 0,-2 0-13 15,-1-2-11-15,-3 7-7 0,-2-6 4 16,-1-1-20-16,-3 0-7 0,-2-1-7 0,-2 1-12 16,-2 6 1-16,-1 1-1 0,1 1-8 0,-8 3 2 15,1 2-9-15,-5 0 3 0,0 4-11 0,3 1-4 0,-1 4-4 16,1 3-3-16,-2 3 2 0,-1 3-2 15,-2-1-2-15,1 5 0 0,7-2-4 0,1-1 4 16,1 1-4-16,2-1 2 0,2 2-2 0,3-1 0 16,1-8 0-16,5 14 1 0,1-6 4 0,4-1 0 15,5 0 1-15,4-1 3 0,2-3-6 0,10 2 5 16,0-1-4-16,-2-3 0 0,3 0 0 0,-3-1 1 16,1 1-2-16,-9-1-3 0,-1 0-3 0,-2 1 12 15,-4 1-15-15,-1-1 0 0,-1 2 1 0,-3 3 2 16,1-1-2-16,2 4-3 0,-5 0-1 0,0 6 7 15,-1 2-3-15,-1 0 0 0,-3 2 1 0,0-1 4 16,1 0-5-16,-1 2 2 0,-2-3 3 0,2 3-1 16,0-2 1-16,1-1-1 0,-1 0 1 0,0-2-23 15,0-1-20-15,1 1-25 0,2-4-39 0,1-1-49 16,-2-2-69-16,3 3-234 0,0-5-498 0,4-2 220 16</inkml:trace>
  <inkml:trace contextRef="#ctx0" brushRef="#br0" timeOffset="35960.01">25971 5017 161 0,'0'0'207'0,"0"0"-9"0,0 0-5 0,-9 19-9 16,5-7-12-16,2 0-14 0,0 3-9 0,0 1-6 15,4 1-17-15,-2 2-7 0,4-4-8 0,1-1-9 16,3 2-8-16,4-2-10 0,1-1-4 0,3-1-5 15,-1-2-8-15,12 1-6 0,-4-5-7 0,4-3-2 16,1-1-6-16,-9-3-3 0,-1 1-3 0,0-4-6 16,0 0 3-16,-5-1-6 0,-1 0 3 0,-1-1-9 15,0-4-2-15,-2 1-1 0,0-7-3 0,0 3 1 16,0-4 0-16,-2 3 0 0,2-1 0 0,-5 2 9 16,0 3 2-16,2 0 4 0,-4 1 5 0,0 2-3 15,2 2-8-15,-4 5-7 0,1-9-7 0,-1 9-4 16,0 0 0-16,0 0 2 0,0 0-2 0,0 0-3 15,4 24 0-15,-4-10-1 0,0-3 2 0,0 7-4 16,0-2 5-16,0 3 2 0,4-4-22 0,0 3-24 16,1-1-34-16,2-3-37 0,0 1-41 0,-3-3-34 15,5-2-42-15,-3-1-22 0,2 0-149 0,-4 0-426 16,1-5 188-16</inkml:trace>
  <inkml:trace contextRef="#ctx0" brushRef="#br0" timeOffset="36306.28">26432 5199 6 0,'2'-17'169'0,"5"3"-2"0,-2-1-3 16,-1 4 7-16,0 1 0 0,-2 5-3 0,1-2-18 16,1 2-16-16,-4 5-15 0,0 0-7 0,8-2 2 15,-8 2-11-15,8 8 3 0,-3 2-1 0,-1 1-3 16,0 0-7-16,-1 2-5 0,-1-1-8 0,3-1-7 16,-1 2-6-16,-2-1-3 0,1-1-9 0,-1-1-3 15,2 0-8-15,-2-4-2 0,-2 0 1 0,0-6-4 16,2 11 10-16,-2-11 7 0,1 5 6 0,-1-5-2 15,0 0-5-15,0 0-4 0,0 0-3 0,0 0-6 16,0 0-8-16,0 0 0 0,-3-26-6 0,5 16-1 16,1 0-5-16,-1-3-3 0,6-2-7 0,0-1 2 15,3 1-5-15,3-6-4 0,-1 8 2 0,5-1-5 16,-4 3 0-16,4 2 1 0,-3 1-5 0,-1 2 0 16,-3 4-4-16,0 1-5 0,1 2 3 0,-2 1 0 15,-1 1-2-15,1 4 7 0,-4 0-1 0,1 3-2 16,-1 1 1-16,-1-1 2 0,0 2-1 0,0 5 9 15,-1-7-8-15,-2 2-28 0,2-1-28 0,1 1-47 16,-3 3-41-16,0-4-60 0,0-4-65 0,2 3-174 16,2-4-480-16,3 3 213 0</inkml:trace>
  <inkml:trace contextRef="#ctx0" brushRef="#br0" timeOffset="36665.28">27198 5088 127 0,'0'-13'275'0,"-1"2"-8"0,0 0-6 16,1 5-23-16,0 6-18 0,-7-10-23 0,3 7-21 16,4 3-17-16,-21 6-9 0,10-1-11 0,-7 5-11 15,2 1-14-15,-2 2-5 0,-2 4-11 0,7-4-10 16,2 3-7-16,-1-2-5 0,3 0-12 0,5-1-2 16,2 0-8-16,0-3-6 0,2 0-3 0,2-3-4 15,2 3-9-15,0-5-7 0,3 2-3 0,2-3-4 16,0-2-1-16,0-2-5 0,2 0-2 0,1-2 1 15,-1-3 1-15,-1 1-5 0,-2-3 0 0,3 0 3 16,-3-1-5-16,2-6 2 0,-3 4-4 0,1-1 3 16,-1 1-1-16,3-3 0 0,-6 2-1 0,0 2 2 15,0 0 2-15,-1 2 6 0,-1 2 0 0,-2 5-3 16,6-7-2-16,-6 7-7 0,2-6-1 0,-2 6 1 16,0 0-4-16,0 0 3 0,0 0-2 0,4 20-1 15,-6-9 1-15,2-2 3 0,0 4 0 0,0-2 4 16,-2 2-9-16,4-1-25 0,0 3-33 0,0-3-43 15,0 4-52-15,3-8-67 0,-3 0-266 0,6-2-530 16,-3 1 235-16</inkml:trace>
  <inkml:trace contextRef="#ctx0" brushRef="#br0" timeOffset="37141.21">27371 5082 25 0,'0'0'206'0,"0"0"-17"0,0 0-9 0,0 0 0 16,0 0-8-16,0 0-13 0,0 0-13 0,0 29-15 16,-2-17-9-16,2-1-9 0,-2-2-13 0,1 3-7 15,2-3-9-15,-1 1-7 0,2 1-8 0,0-1-7 16,5-3-5-16,-3 0-1 0,2-2 0 0,-1-1-9 16,6 1-2-16,-2-1-9 0,-2-3 0 0,3 0-5 15,-2-1 0-15,-8 0-6 0,16-2-2 0,-9-2-5 16,-1 1 2-16,-1-2 0 0,-1 0-5 0,1-1-1 15,-1-1 0-15,1-1 0 0,-1 1 0 0,-2-1-1 16,1 2-6-16,-1-1 2 0,-2 7 1 0,6-10-1 16,-6 10-7-16,2-6 2 0,-2 6-5 0,0 0-6 15,0 0 3-15,0 0 3 0,0 0 0 0,0 0 1 16,7 24 2-16,-7-16 1 0,3 2-3 0,-1 2 6 16,-1-3-5-16,3-1 2 0,1 1 5 0,3 1 0 15,2-3 0-15,0-2-2 0,-1 0 1 0,10-3 2 16,-2 1-2-16,1-3 4 0,0-1-5 0,-2-4 16 15,-3 1 6-15,1-1 14 0,-3-2 4 0,1 3 6 16,-2-6 5-16,-3 2 1 0,0-3-1 0,2 1-5 16,-4-2-3-16,1-2-4 0,-3-2-6 0,0 4 1 15,-2-6-10-15,1 3 0 0,-2-2-5 0,-3 1-5 16,2 0-9-16,-2 5-9 0,2-1-15 16,-2 0-9-16,1 5-17 0,0 0-25 0,2 7-27 15,-4-8-40-15,4 8-49 0,-3-6-14 0,3 6-29 0,0 0-29 16,0 0-132-16,0 0-415 0,0 0 183 0</inkml:trace>
  <inkml:trace contextRef="#ctx0" brushRef="#br0" timeOffset="37847.46">28006 5041 49 0,'0'0'238'0,"9"-3"-10"0,-9 3-14 0,0 0-9 0,0 0-6 16,3-4-12-16,-3 4-16 0,0 0-12 0,0 0-10 15,0 0-17-15,-27 16-8 0,16-9-8 0,-5 5-5 16,3 1-11-16,-2 0-10 0,2-1-7 0,1 0-5 15,0 1-8-15,5-2-8 0,-1-1-6 16,2 0-4-16,2 0-6 0,2 0-5 0,1-1-3 16,1-2-4-16,0-7 0 0,3 12-6 0,1-5-5 0,2-4-5 15,0 1-4-15,5-2-1 0,0-1-5 0,0-1-3 16,0-3 4-16,-2 2-3 0,3-2-1 16,-3 0 1-16,2-2 0 0,-1-3 1 0,-2 2-2 0,0-2-1 15,-1-1-1-15,-1 0 2 0,2-1-3 0,-2 0 1 16,1-1 2-16,-2 3 2 0,0-2 7 0,-3 3 3 15,1 0 12-15,-3 7 4 0,5-8-6 0,-2 5 0 16,-3 3-6-16,0 0-8 0,2-7-3 0,-2 7 0 16,0 0-2-16,0 0 1 0,0 0-1 0,0 0 2 15,4 21-3-15,-4-15-1 0,0-6-1 16,3 9-2-16,-3-9 5 0,4 11-1 0,2-5 2 0,-3 0 2 16,4-2-1-16,2 1 4 0,5-2-5 0,-3-2 2 15,3-1-3-15,-1-1-2 0,0-1 0 0,1-3 7 16,-1 2-4-16,-1-3 1 0,-1 1 1 0,0-3-1 15,1 1-5-15,-4-2-1 0,-1 0 7 0,1 0-9 16,-2-2 1-16,-2 1 9 0,2 1-4 0,-3 0 7 16,2 1 8-16,-2 2 4 0,2 2-1 0,-5 4 0 15,3-9-2-15,-3 9-12 0,0 0-2 0,4-3-4 16,-4 3-1-16,0 0-2 0,0 0 2 0,0 0-6 16,0 0 3-16,-1 24 4 0,1-16-5 15,1 1 1-15,1-3 1 0,0 2 1 0,1 1 4 16,5 2-3-16,0-4 3 0,1 0 6 0,4 0-10 0,3 0 3 15,2 0 3-15,-1-4 2 0,2-1-5 0,-1-2 16 16,0-1-13-16,-7 0-6 0,1 0 6 0,1-3-2 16,-3 1 2-16,-1-1 6 0,-1-1-3 0,2-1 3 15,-2 0-2-15,-3 2 10 0,3-1 6 16,-5 0-3-16,3 0 7 0,-3 0 5 0,-3 5-11 16,7-8 0-16,-6 4 12 0,-1 4-12 0,6-5-18 0,-6 5 0 15,0 0-3-15,5-4-14 0,-5 4 3 0,0 0 1 16,2 16-6-16,-4-2 6 0,0 1 2 0,-1 4-1 15,-3 6 7-15,4 2 3 0,-2 1 6 16,-1 3-7-16,3 2 6 0,0 1 4 0,-1 1-3 16,2 11-3-16,0-14-2 0,1 6-1 0,2-5-15 0,3-1-34 15,0 0-48-15,-1 0-42 0,2-3-58 0,1 0-74 16,-2-6-89-16,-1-7-217 0,0-4-615 0,-3-5 272 16</inkml:trace>
  <inkml:trace contextRef="#ctx0" brushRef="#br0" timeOffset="38036.58">28918 5173 191 0,'3'-7'295'16,"3"2"-26"-16,-4 0-24 0,2 2-24 0,-4 3-24 0,6-8-13 15,-6 8-30-15,5-3-23 0,-5 3-22 0,0 0-31 16,0 0-32-16,0 0-46 0,0 0-57 0,0 0-68 15,6 19-66-15,-6-19-101 0,1 8-315 0,-1-8 140 16</inkml:trace>
  <inkml:trace contextRef="#ctx0" brushRef="#br0" timeOffset="38264.51">29209 4670 2952 0,'-5'-14'-7'0,"2"3"16"16,1 1-4-16,0 0-8 0,2 10 4 0,-1-9-2 15,1 9-2-15,-2-11 3 0,2 11 6 0,-2-6-1 16,2 6-5-16,0 0-1 0,0 0 0 0,0 0 2 16,0 0-2-16,8 21-1 0,-5-10 1 0,1 4-27 15,-2 3-33-15,2 0-43 0,-3 0-68 0,-1 0-53 16,-6 7-171-16,1-7-427 0,-3-1 190 15</inkml:trace>
  <inkml:trace contextRef="#ctx0" brushRef="#br0" timeOffset="39035.44">21594 4510 99 0,'0'0'179'16,"-2"-9"-13"-16,2 9-17 0,0 0-8 0,0 0-14 15,0 0-1-15,14 23-18 0,-10-13-15 0,4 5-2 16,0 2-7-16,-1 8-15 0,2 0-36 0,-1 1-41 15,0-2-39-15,-1 2-56 0,0 1-116 0,-1-1-235 0,-1-8 104 16</inkml:trace>
  <inkml:trace contextRef="#ctx0" brushRef="#br0" timeOffset="39499.11">22212 5802 72 0,'146'-10'115'0,"7"-3"-16"16,17-2-5-16,12-7-7 0,14 4-31 0,9-4-42 15,10 6-37-15,1-3-63 0,-2 3-93 0,1-3 41 0</inkml:trace>
  <inkml:trace contextRef="#ctx0" brushRef="#br0" timeOffset="101198.4">22229 5506 2 0,'0'0'72'0,"5"2"-3"0,-5-2-10 15,0 0-9-15,0 0-5 0,2 6-11 0,-2-6-4 16,2 7-3-16,-2-7-3 0,0 11-11 15,0-11 0-15,-2 11-7 0,2-11-3 0,-5 16 2 16,3-7-4-16,-3 0 5 0,-2 0-4 0,4 0 4 16,-4 0 0-16,1 1-7 0,-1-3-1 0,-2 3 6 0,-1-1-3 15,-3 1-3-15,-2 0 4 0,1-1-4 16,-4 0 3-16,1 1 0 0,-2-3 3 0,1 1 0 16,2-2-1-16,-2-1-2 0,1 1 1 0,-1-1-2 15,-1-1 6-15,3-1 3 0,-3-1-4 0,2 1 2 16,-4 1 1-16,3-3 14 0,-2 0-5 0,1 2 4 0,0-2-6 15,0 1 5-15,-1 0 8 0,1 0-7 0,1 0 11 16,4-1 0-16,-1 0 0 0,3 1-8 16,0-2 10-16,3 1 2 0,1-1 4 0,8 0-4 15,-13 3 2-15,13-3-10 0,-9 0 3 0,9 0-4 16,0 0-3-16,-6 4 2 0,6-4-2 0,0 0-2 0,0 0 6 16,0 0 3-16,13 13 10 0,-1-10-8 15,0 1 7-15,7-2-4 0,3 2 0 0,7 0 1 16,2-2 3-16,5 0-4 0,14-2 0 0,1-2 1 15,5 2 1-15,3-2 0 0,6-3 1 0,31 2-5 0,-4 0 0 16,0-3 0-16,0 1-4 0,0 0-4 0,2-1 4 16,6-2-8-16,0 1 0 0,4 1 0 15,5-1 0-15,5 3-2 0,1-1 0 0,0 0-4 0,5 1 0 16,0 0-2-16,2-2 3 0,7 3-2 16,-2 0 5-16,1-1-7 0,6 2 3 0,1 4-3 0,0-2 1 15,3-3 8-15,0 4-10 0,-1-1-2 0,-3-3-2 16,0 3-3-16,-5-4 3 0,4 3 2 0,2-1-4 15,-3-2-17-15,-2 3-3 0,-2-2 3 0,-6-5 6 16,-3 3 2-16,-2-1-5 0,-2 0 1 16,-4 1-5-16,-5-1-1 0,-5-2 2 0,-7 5 0 0,-4-1 4 15,-33 1 0-15,-1-2 1 0,-5 1-2 0,-12 1-1 16,-1-2 4-16,-4 2 3 0,-3 1-3 0,-11 2 2 16,-2 0-4-16,-4-2 7 0,-5 1 3 15,0 0 0-15,-2-1 12 0,-7 2-5 0,11-1 7 16,-11 1-3-16,10 0 0 0,-10 0-1 0,7-2 0 0,-7 2-2 15,0 0 2-15,0 0-6 0,10-1 1 0,-10 1 1 16,0 0-7-16,0 0-17 0,0 0-22 16,0 0-25-16,0 0-47 0,0 0-23 0,0 0-31 0,-41 0-124 15,19 0-311-15,-7-1 138 0</inkml:trace>
  <inkml:trace contextRef="#ctx0" brushRef="#br0" timeOffset="102336.68">5469 6425 135 0,'0'0'172'0,"0"0"-7"15,-1-6 1-15,1 6-4 0,0 0-8 0,0 0-2 16,-2-7-8-16,2 7-12 0,0 0-5 0,0 0-12 16,0 0-11-16,0 0-11 0,0 0-9 0,-3-7-13 15,3 7-7-15,0 0-10 0,0 0-6 0,0 0-7 16,0 0-5-16,0 0-6 0,0 0-4 0,0 0-1 16,0 0-5-16,0 0-3 0,0 0 2 0,1 26-3 15,1-19-5-15,0 5 1 0,-1-2-1 0,-1 1-3 16,2 1 0-16,-2 0 0 0,0 1-2 0,0-2 5 15,1 2-5-15,-1 2 1 0,0-2 6 0,1-3-7 16,-1 3-3-16,1-1-13 0,1-1-14 0,-2 1-14 16,1-1-27-16,-1 1-24 0,-1 1-24 15,2-4-17-15,-1 2-19 0,0-4-6 0,0-7-6 0,0 14-97 16,0-14-280-16,-4 9 124 0</inkml:trace>
  <inkml:trace contextRef="#ctx0" brushRef="#br0" timeOffset="102561.61">5573 6497 213 0,'0'0'204'0,"0"0"-16"0,2-8-18 16,-2 8-17-16,0 0-17 0,0 0-19 0,0 0-13 16,0 0-12-16,0 0-11 0,0 0-10 0,0 0-3 15,0 0-4-15,0 0-8 0,0 0-4 0,0 29-8 16,2-18-7-16,-1 6 3 0,-1-3-7 0,0 3-1 15,0-1-4-15,-1 2-5 0,1 3-21 0,1-1-29 16,-2-2-36-16,-2 1-29 0,2-3-36 0,-4 4-19 16,0-3-112-16,-4 2-280 0,1-6 124 0</inkml:trace>
  <inkml:trace contextRef="#ctx0" brushRef="#br0" timeOffset="102748.64">5569 6193 7 0,'0'0'162'0,"-4"-7"-43"0,4 7-39 16,-1-8-47-16,1 8-19 0,0 0-25 0,0 0-12 15,0 0-41-15,0 0-69 0,0 0 31 0</inkml:trace>
  <inkml:trace contextRef="#ctx0" brushRef="#br0" timeOffset="102953.79">5874 6382 14 0,'7'10'137'0,"-2"0"-13"0,0 6-22 0,3 0 4 0,-4 0-15 16,-3 1-14-16,0-1 1 0,0 1-8 15,-2 1 2-15,-1-1-25 0,-5 2 12 0,2 1-10 16,-6 3 0-16,-3-1-7 0,-4 2-6 0,-3-2-21 16,1 2-23-16,1-2-29 0,-10 0-17 0,3-1-16 0,-1-2-20 15,0 0-62-15,1-5-164 0,-2 0 73 0</inkml:trace>
  <inkml:trace contextRef="#ctx0" brushRef="#br0" timeOffset="103180.37">5215 6464 2 0,'0'0'181'0,"-11"5"-15"0,1 2-16 16,2 4-20-16,-1 6-13 0,-3 4-9 0,1 4-11 15,3 2-12-15,3 1-2 0,-2 2-14 16,6 0 1-16,1 2-11 0,3 2-2 0,2-2-2 0,4 0-9 15,1 1-21-15,4-2-37 0,6-3-42 0,2 0-37 16,3-4-33-16,-4 0-80 0,4-2-220 0,-2-8 98 16</inkml:trace>
  <inkml:trace contextRef="#ctx0" brushRef="#br0" timeOffset="111941.08">8347 6296 164 0,'0'0'171'16,"-9"-3"12"-16,9 3-8 0,0 0-7 0,-15-2-15 15,15 2 11-15,-9 0-5 0,9 0-7 0,0 0-13 16,-10 1-11-16,10-1-13 0,0 0-12 0,0 0-11 16,0 0-9-16,-10 1-8 0,10-1-8 0,0 0-8 15,0 0-9-15,0 0-4 0,0 0-2 0,0 0-3 16,0 0-5-16,48-1-1 0,-18-3-6 0,7-1-2 15,14-6-8-15,0 3-5 0,-11 3-17 0,-2-1-25 16,-1 1-27-16,-4 2-36 0,-3 0-49 0,-2 1-37 16,-9 0-33-16,-6 2-122 0,-3 0-359 0,1 0 160 15</inkml:trace>
  <inkml:trace contextRef="#ctx0" brushRef="#br0" timeOffset="112317.17">8581 6231 70 0,'0'0'158'16,"0"0"10"-16,-9 7 1 0,8-2-2 0,0 3-7 15,-2 8-11-15,5 1-4 0,-2 10-11 0,2-1-3 16,-1 4-8-16,1 2-11 0,4 1-8 0,-4-1-9 16,2-3-9-16,-1 2-5 0,1-1-7 0,-2-2-6 15,5-1-10-15,-3-9-4 0,-1 2-3 0,1 0-8 16,0-2-3-16,0-3-3 0,-2 3 2 15,2-3-7-15,0-3-5 0,-2-3-1 0,0 1 0 0,-1-4-4 16,3 1-4-16,-3-1-1 0,-1-6-2 0,2 9 2 16,-2-9-2-16,0 0-4 0,0 0-1 0,-7 9-1 15,7-9-3-15,0 0-1 0,0 0-1 0,-19-9 3 16,13 5-4-16,-2 1 2 0,3-3 0 0,-4 3-1 16,2-2-3-16,7 5 6 0,-10-7-3 0,5 4 1 15,5 3-1-15,-6-4 0 0,6 4-2 0,-7-3-5 16,7 3 3-16,0 0-2 0,0 0 1 0,0 0 1 15,0 0-2-15,0 0 4 0,0 0-6 0,27 3-16 16,-15-1-18-16,8 0-16 0,0-2-21 0,1 0-30 16,11-5-41-16,0 3-42 0,-4-2-178 0,-6 1-395 15,5-3 175-15</inkml:trace>
  <inkml:trace contextRef="#ctx0" brushRef="#br0" timeOffset="112570.88">9068 6454 1626 0,'0'-23'32'16,"-1"4"48"-16,0 2 29 0,-2 1-19 0,1 5-3 16,2 0 3-16,-2 1 0 0,1 4-4 0,1 6-17 15,-4-10-7-15,4 10-11 0,0 0-3 0,0 0 2 16,0 0 7-16,-13 28 4 0,10-3 2 0,-1 3 0 16,0 1-5-16,1 3-6 0,1-3-3 0,2 3-6 15,1-2-7-15,-1-2 0 0,3 0-3 0,-1-1-2 16,1-4-3-16,-2-4-3 0,4 1 2 0,-2-1-4 15,0-3-1-15,0 3-5 0,-2-6-9 0,2-1-15 16,-2 1-13-16,-1-3-17 0,1 2-29 0,-2-3-34 16,1 2-42-16,0-11-40 0,-1 13-44 0,-2-8-195 15,-1-1-455-15,4-4 202 0</inkml:trace>
  <inkml:trace contextRef="#ctx0" brushRef="#br0" timeOffset="112721.67">8962 6704 180 0,'1'-12'211'16,"-1"12"-20"-16,6-6-18 0,-1 2-19 0,1 1-19 16,4 0-10-16,2-3-16 0,3-1-22 0,3 1-36 15,4 1-32-15,5-4-42 0,7 2-39 0,-1-1-38 0,6 2-109 16,12-5-225-16,-13 2 99 0</inkml:trace>
  <inkml:trace contextRef="#ctx0" brushRef="#br0" timeOffset="112921.25">9906 6270 101 0,'0'-7'273'0,"0"-1"-6"0,0 8-13 15,-1-9-14-15,1 9-27 0,0 0-23 0,0-10-19 16,0 10-14-16,0 0-1 0,0 0-8 0,-2 34-8 16,-1-8-11-16,2 6-11 0,2 3-9 0,-3-1-10 0,-1 3-6 15,4-2-11-15,-2-2 6 0,0 0-25 16,2-3-2-16,-1-2-16 0,1 2-24 0,1-3-25 15,-2-7-36-15,0-1-39 0,0 1-42 0,-2-4-59 16,4-4-58-16,-4-1-188 0,0-2-462 0,2-9 204 16</inkml:trace>
  <inkml:trace contextRef="#ctx0" brushRef="#br0" timeOffset="113723.21">9846 6567 1827 0,'8'-15'-3'0,"-1"1"-13"0,-1 3 14 0,2-1 0 15,2 1-6-15,1-1 4 0,5-1 1 0,-2 1-1 16,2-1 1-16,2 1 9 0,0 1 1 0,5-4 3 16,-7 5 1-16,1-3 6 0,1 3 0 15,-1-1 0-15,-2 0 1 0,2-3-1 0,-2 4 4 16,-2-2 9-16,-4 5 1 0,-3-5 5 0,2 2 2 0,-2 0 6 16,-1 0 5-16,-2 1 7 0,-2 2 5 0,1 1 2 15,-2 6 1-15,4-8-11 0,-4 8-8 0,3-5-7 16,-3 5-2-16,0 0-2 0,0 0 3 15,5 22-6-15,-5-7 5 0,-3 6 0 0,0 5-3 0,2 2-3 16,-3 1-6-16,-1 1 0 0,2-2-2 0,-1 1 1 16,3-5-4-16,0-3-3 0,-1-3 2 15,2 1-1-15,-1-3-3 0,1-4-5 0,0-2-11 0,0 0-9 16,1-4-3-16,-1-6-1 0,-1 10 1 16,1-10 0-16,1 10 2 0,-1-10 1 0,2 4-5 0,-2-4 3 15,0 0-4-15,0 0 4 0,0 0-1 0,22-7 0 16,-15 3 0-16,2 0 2 0,1 1-1 0,3 1 1 15,-1 2 1-15,3 0 5 0,-2 1 0 0,5 3 5 16,-2-1 2-16,2 0 3 0,1 2 2 0,0-1 0 16,3 1 0-16,-1-1 1 0,0-1 1 0,8 1-3 15,-1-3 2-15,-2-2-2 0,-5-1 3 0,6-2-2 16,-6 1-2-16,1-1 6 0,4-5-7 16,-2-1 1-16,-5 2 2 0,-3-2 0 0,-2 1 3 15,-2-3 4-15,1 2 2 0,-4-3-3 0,-2 3 2 0,-1 0-2 16,-2-3 4-16,-2-3-4 0,1 0-2 15,-2-1 3-15,-4 0-3 0,2 0-2 0,-4 5 1 0,0 2 1 16,3-1-2-16,-2 2 4 0,-1 1-3 0,1 2-1 16,0 2-3-16,4 4-5 0,-10-3 1 0,10 3-2 15,-12 8 1-15,4 3 0 0,0 4 1 0,-3 0 2 16,4 9-1-16,-1-5 0 0,0 0 2 16,3 0 0-16,5 0 0 0,-1 0 5 0,1-4-6 0,3 0 9 15,2 1 9-15,2-2 0 0,0-4 1 16,0 0 0-16,2-2-4 0,8 2 4 0,-3-2 1 0,6-4-1 15,-1 0-2-15,1-2-5 0,3-2 4 0,4-1-5 16,2-2 3-16,-7 0 0 0,-3-1 0 0,-1 0-4 16,-3-3-3-16,-2 1 0 0,-4 0 2 0,0-2-1 15,-4 0 0-15,-3-1-2 0,2-1-2 0,-1 0-1 16,-2-2-3-16,-1-1-4 0,0-4-5 0,0 0-1 16,2-1 6-16,-2 1-2 0,1 2-6 0,0 3 4 15,0-4 0-15,3 5-3 0,0 3 3 0,1 0-4 16,3 4 7-16,-3 0-1 0,5 1 7 0,-1 6 5 15,2 0 6-15,0 2-1 0,-3 1 5 0,3 3-7 16,0 3 0-16,-2 2 1 0,-1 0 1 0,0 0-3 16,1 0-2-16,-3 2 2 0,2-4 1 0,-1 4-18 15,-2-1-48-15,1 0-67 0,-3 1-95 0,4-5-69 16,-5 1-195-16,3 1-519 0,1-3 229 0</inkml:trace>
  <inkml:trace contextRef="#ctx0" brushRef="#br0" timeOffset="114300.79">11219 6563 2537 0,'-11'-15'11'16,"3"1"13"-16,0-1-5 0,2 5 19 0,-1-2 17 15,2 3 10-15,1 3 6 0,2-1-3 0,2 7-8 16,-5-9-8-16,1 3-9 0,4 6-4 0,0 0-7 15,0 0-4-15,0 0 1 0,0 0-6 0,10 26-2 16,-6-13-1-16,-1 2 0 0,0 2-2 0,-1-1-3 16,0 2 2-16,1 0 0 0,-4-6-4 0,3 1 2 15,0-2-6-15,-2-2 2 0,0 1-1 0,-2-2 3 16,2-8-4-16,0 11 15 0,0-11 7 0,-1 7 10 16,1-7 9-16,0 0-9 0,-4 6-3 0,4-6-6 15,0 0 3-15,0 0-5 0,-13-13-4 0,11 6-1 16,1-4-6-16,-2 0 12 0,2-2-19 0,1-3-2 15,4-3-2-15,3-6 1 0,1 1-4 0,3 2-6 16,1 5 2-16,1 3-1 0,1 0-1 0,0 4-3 16,2 1-2-16,0 2-2 0,-2 7 1 0,2 0 0 15,-2 3-3-15,3 3 6 0,-1 3-2 0,0 3-5 16,-2-1 4-16,-1 3 9 0,-3 2-10 0,3-1 3 16,-6-1 4-16,0-4-2 0,3 5 0 0,-6-5-1 0,1-1 4 15,0-2-2-15,-1 1 2 0,0-3 1 16,-4-5-1-16,2 8 14 0,-2-8-5 0,3 7 2 15,-3-7-2-15,0 0-1 0,0 0 4 0,0 0-4 16,0 0-6-16,0 0 6 0,0 0-14 0,0-28 2 16,4 19 0-16,-1-6-3 0,3 0 1 0,1-4 0 0,1 0-3 15,5-3-6-15,-2 0-4 0,2 6 11 16,-1 2-3-16,-1 3-3 0,0 3 0 0,-2 2 2 0,2 2-1 16,0 3-6-16,-1 3 5 0,0 1-1 15,2 2 4-15,-4 5-1 0,2 3 1 0,-1 2 1 0,0 0 3 16,-3 2-1-16,0 1 3 0,-1 0 0 0,-2-1-25 15,0 1-27-15,-1-1-29 0,2-1-44 0,0 0-58 16,0-4-54-16,-3 0-235 0,1-6-516 16,3 2 229-16</inkml:trace>
  <inkml:trace contextRef="#ctx0" brushRef="#br0" timeOffset="114665.05">11983 6469 202 0,'-2'-10'252'0,"-5"1"-4"15,1 1-9-15,-2 3-8 0,-2 3-16 0,0 2-12 16,-4 2-18-16,0 3-13 0,-5 5-5 0,2 4-17 16,-2 2-7-16,6-2-15 0,0 2-11 0,6-1-15 15,0 0-7-15,0 2-13 0,3-2-8 16,3-3-3-16,2-1-9 0,-1 0-6 0,4-1-6 16,1-3 0-16,0 0-8 0,3-1 0 0,3-2-6 15,3-1 0-15,-1-3-9 0,7-4-3 0,1 0-7 0,-2-1 2 16,2-3-3-16,-6-2-1 0,1 1-2 0,-3-3-2 15,0 1 4-15,-3-1-3 0,-1-1 6 0,-1 2 4 16,-4-1-2-16,1-4 8 0,-3 6 4 16,-1-3-1-16,2 4 5 0,-1 1 14 0,-2 8 1 0,2-14-9 15,-2 10-8-15,0 4-6 0,0 0-5 0,0 0 0 16,0 0-1-16,0 0 0 0,0 0-9 0,-8 22 2 16,6-11 3-16,-1 2-4 0,3 2-2 15,0 2 2-15,0-1-3 0,1 0-7 0,3 0-22 0,0-2-31 16,0-3-44-16,1 1-41 0,4-1-30 0,0-2-55 15,0-2-45-15,2-1-59 0,-1-1-167 0,3-3-530 16,0-2 234-16</inkml:trace>
  <inkml:trace contextRef="#ctx0" brushRef="#br0" timeOffset="114873.81">12354 6223 302 0,'0'-18'314'0,"-1"0"4"0,1 5 1 0,0-4 1 15,-2 9-1-15,1 0-51 0,1 8-27 0,-1-8-27 16,1 8-16-16,0 0-21 0,0 0-14 0,2 42-6 16,5-12-6-16,-9 1-11 0,4 2-13 0,-2 0-13 15,2 2-4-15,-2-2-12 0,2 2-12 0,-1-2-6 16,4-1-14-16,-1-2-21 0,-2-2-83 0,1 1-62 16,1-3-46-16,-2 0-51 0,-2-7-82 0,2 2-56 15,-4 4-204-15,2-10-584 0,0-2 259 0</inkml:trace>
  <inkml:trace contextRef="#ctx0" brushRef="#br0" timeOffset="115468.96">12988 6786 131 0,'0'0'262'0,"8"-7"-4"0,-4 2 3 0,1 1-3 0,4-3-14 16,-2-2-12-16,2-3-20 0,-1 3-15 0,2-5-13 15,-1-3-9-15,2 1-17 0,-1-1-11 0,5-5-14 16,-3-1-9-16,0 1-3 0,-1-1-15 16,-3-2-7-16,-4 2-14 0,-2-3-6 0,-2 7-10 0,0-8 5 15,-2 3-15-15,0 1-7 0,-6 4-1 0,0 1-10 16,-1 2-2-16,-1 2-5 0,-2 1-2 0,3 5-5 15,-5 2-13-15,3 2 7 0,-5 4-4 16,2 1-6-16,-2 3-2 0,1 2 1 0,-1 5-3 16,5 0-5-16,2 3 7 0,3-1-10 0,0-1 10 0,6 1-5 15,0 0 0-15,8-2-3 0,3 4 1 0,5-4-3 16,6 1 2-16,7 0-1 0,0-4-3 0,3-3-4 16,3-2 8-16,-3-2-4 0,1-1 1 15,-3-1 10-15,-8 1-14 0,-1 0-3 0,-1 1 6 0,-2 2-2 16,-5 0-3-16,-3 1-3 0,5 6-1 15,-7-2 7-15,-2 1-2 0,1 2 5 0,-1-1-1 0,-2 7 4 16,4-1-1-16,-6-1 4 0,2 2-3 0,-3-1 2 16,3 2-8-16,-2-2-27 0,0 0-27 0,-2 1-29 15,0-5-16-15,0-1-51 0,2-2-53 0,0-2-55 16,1 0-251-16,-1-2-557 0,-2-5 248 0</inkml:trace>
  <inkml:trace contextRef="#ctx0" brushRef="#br0" timeOffset="115813.23">13591 6570 2215 0,'0'0'85'0,"0"-11"-31"0,0 11-34 15,0 0-12-15,0-8-4 0,0 8 15 0,0 0 14 16,0 0 1-16,0 0-2 0,-7 23 9 0,5-11-7 16,4-2 0-16,1 0-3 0,1 1-2 0,-4-3-2 15,7 4-2-15,0-2 0 0,4 2-1 0,-2-2-2 16,3-3-2-16,5-1-1 0,1-1 0 0,3-3-3 15,-2 0 1-15,2-4-4 0,-1 2 2 0,-2-4 1 16,0 0-5-16,-5 1-3 0,-1-3 2 0,1-3 2 16,-2-2-2-16,-1 1 2 0,1-3 3 0,-5 3 4 15,0-3 5-15,0-2 1 0,-2 4 10 0,-1-2 6 16,-1 3 11-16,2 3 13 0,0-1 4 0,-2 2 9 16,-2 6-21-16,1-9-8 0,-1 9-8 0,0 0-7 15,0 0-9-15,0 0 6 0,0 0-3 0,4 19-5 16,-6-6 0-16,2 4-3 0,-3-1 5 0,2 0-8 15,0 3-6-15,2 0-26 0,-1-2-38 0,-1 0-24 16,1 0-22-16,2 2-35 0,3-3-52 0,3-1-51 16,-2-5-60-16,-2 0-154 0,1 0-488 0,1-1 216 15</inkml:trace>
  <inkml:trace contextRef="#ctx0" brushRef="#br0" timeOffset="116149.42">14056 6641 199 0,'5'-6'231'0,"-1"0"-19"0,-4 6-21 16,5-5-10-16,-5 5 6 0,0 0-3 0,0 0-6 16,11 17-8-16,-7-6-3 0,0 2-5 0,0 4-13 15,-4-3-7-15,2-2-15 0,0 7-11 0,-2-7-10 16,2 0-11-16,1 0-6 0,-3-5-9 0,0-1-7 16,3 0 1-16,-3-6-11 0,0 10 7 0,0-10 15 15,1 7 24-15,-1-7-5 0,0 0-18 0,0 0-2 16,0 0-5-16,0 0-15 0,0 0-4 0,6-28-4 15,-2 20-11-15,-1-3-5 0,2 0-2 0,2-5-4 0,1-3-7 16,9-6 5-16,-2 1-12 0,-1 1-2 0,3-1 3 16,3 3-19-16,-6 9 1 0,0 0-10 15,-1 2 7-15,-3 6-6 0,3 0 0 0,-3 4-2 16,0 3 4-16,-3 0-1 0,1 4-3 0,-3 2 2 16,4 2-5-16,-4 2 11 0,-1 3-3 0,1 0 4 0,-4-3-10 15,1 4-42-15,-1 0-37 0,1 0-36 16,-2-1-50-16,0-2-79 0,4 2-59 0,-4-6-219 15,4-1-573-15,2 1 254 0</inkml:trace>
  <inkml:trace contextRef="#ctx0" brushRef="#br0" timeOffset="116533.72">14838 6553 267 0,'-4'-8'312'0,"2"3"-17"0,-6 0-23 15,3 2-16-15,5 3-21 0,-24 3-8 0,11 5-6 16,-10 8-26-16,5-1-9 0,-4 6-20 0,3-2-18 16,4 2-11-16,6-6-19 0,0 5-8 15,4-9-12-15,-1 5-5 0,2 0-9 0,3-4-10 16,1 0-13-16,3-2-6 0,1-3-13 0,0 2-11 0,1-4 4 16,6-2-3-16,0 0-15 0,0-3-1 0,1-1 1 15,-3-2-2-15,2-2-1 0,0-1 0 16,-2-1-1-16,1-3-7 0,-1 1 1 0,-1 1 2 15,-1-3-2-15,0-3 4 0,2-1 0 0,-2 0-6 0,-3 4 3 16,1-1-6-16,-1 0 2 0,2 2 13 0,-2 4-2 16,-2-2 2-16,0 3-6 0,-2 5 1 0,6-6-9 15,-6 6-1-15,0 0 1 0,0 0-1 0,0 0 4 16,0 0 1-16,7 15 1 0,-4-5 10 0,-3 1-11 16,0 0-1-16,2 1-3 0,-2-1 4 0,0 1-3 15,2 2 2-15,3-2-12 0,-1 2-31 0,0-4-35 16,-1 2-50-16,-1-2-47 0,6-1-56 0,-3-2-62 15,4-1-240-15,-4-1-572 0,4-1 254 16</inkml:trace>
  <inkml:trace contextRef="#ctx0" brushRef="#br0" timeOffset="116985.51">15090 6596 268 0,'1'-7'295'0,"2"2"-8"0,-3 5-22 0,0-10-24 16,0 10-27-16,4-5-24 0,-4 5-17 0,0 0-13 15,0 0-13-15,0 0-12 0,0 0-15 0,-4 26-11 16,4-15-8-16,0 0-11 0,0 0-12 16,4 0-6-16,-2-1-2 0,2 0 0 0,0-2-16 15,1 1-1-15,0 0-5 0,0-5-1 0,3 3-1 16,1-3-6-16,-3 0-6 0,-1-2-1 0,3 2 7 0,-2-3-10 16,-6-1-1-16,13 0-6 0,-13 0-1 0,14-5 4 15,-6 1-4-15,-3 1-3 0,3-3 0 0,-3 2-3 16,0-3-2-16,5 2 2 0,-6-3-10 0,0 2 7 15,0 0-3-15,-4 6-4 0,6-7-5 0,-2 4-6 16,-4 3 2-16,4-5-5 0,-4 5 0 0,0 0 0 16,0 0 3-16,0 0-3 0,8 15 6 0,-5-9-4 15,-2 1 1-15,2 0 2 0,2 1-2 0,0-1 4 16,4 1-2-16,-1 0 4 0,2-2 3 0,3 0-1 16,3-1-3-16,1-2 6 0,1-3-2 0,0 0 1 15,1-3-2-15,0-2 5 0,-1 1-5 0,-5-1 5 16,-2-2-1-16,1 2 23 0,-3-5 8 0,0 1 0 15,0-1 4-15,-4 0 12 0,-1-4-3 0,-2-3-4 16,-2 5 1-16,-1-3-3 0,-2-1-6 0,-1-1 1 16,1 1-4-16,-6 3-11 0,0-4-1 0,0 4-9 15,-1-1-5-15,1 6-27 0,-2-1-19 0,4 4-29 16,-2-1-37-16,0 2-42 0,1 6-52 0,8-2-52 16,-14 4-48-16,9 2-240 0,1 0-579 0,2 0 256 15</inkml:trace>
  <inkml:trace contextRef="#ctx0" brushRef="#br0" timeOffset="117858.21">15823 6540 217 0,'0'0'292'16,"-5"-9"-2"-16,5 9-6 0,-10-6-12 0,6 4-14 16,4 2-10-16,-14 0-19 0,3 2-7 0,-1 4-17 15,-1 4-18-15,-1 2-18 0,0 2-20 0,3 0-15 16,1 1-10-16,1 0 2 0,1-1-27 0,3 2-14 15,0-3-1-15,10 2-12 0,-4-3-5 0,2-1-2 16,2 1-5-16,2-1-1 0,0-4-14 0,1-1-5 16,3 1 2-16,-1-4-16 0,-2 1 4 0,5-4-19 15,-3 2 9-15,2-4 3 0,-1 1-7 0,-1-3 3 16,2-1-7-16,-3 0 0 0,0-3 14 0,-2 0-12 16,0 1-6-16,0-2 0 0,-3-1-3 0,1 1-1 15,-1-2 5-15,-1 3-7 0,-1-2-1 0,1 5 10 16,-2-2 16-16,-1 7-1 0,5-11-6 0,-5 11 7 15,1-6-8-15,-1 6-8 0,0 0 2 0,0 0-6 16,0 0 8-16,0 0-8 0,0 0 1 0,7 17-9 0,-7-17 17 16,2 12-6-16,1-3-4 0,1-1 5 15,0 2 1-15,1-2-3 0,2-1-8 0,2 0 13 16,7-1-1-16,-2-3 0 0,2 1 5 0,6-3 9 16,6-3-18-16,-6-1 4 0,-3 0 0 0,2 0 3 15,-4-4-3-15,0 1-1 0,-7-1 2 0,2-2-8 16,-3 2 2-16,-3-1-13 0,2-2 16 0,-5 0-5 15,0-2 5-15,0-1-5 0,-1 2 1 0,0-4 0 16,-1 4 6-16,-1 5 6 0,0 6 6 0,1-13-8 16,-1 13 5-16,0 0-20 0,0-9 7 0,0 9-1 0,0 0 2 15,0 0 0-15,0 0 10 0,0 0-9 16,-5 32 0-16,4-22-3 0,2 0-4 0,0 2 5 16,2-1 4-16,1 1-11 0,1-5 4 0,2 3 0 15,2 0 5-15,0-4-2 0,4 1 8 0,4-3-9 0,-6-2 2 16,8-2-2-16,0 0 2 0,-2-2-4 0,1-4 1 15,-5 1 1-15,1 3 1 0,-6-5 1 0,2 1 1 16,1-1-1-16,-3 0-1 0,1-1 11 0,-3-1 5 16,1 1 1-16,-4 0 5 0,1-2 1 0,-1 4 3 15,2-1 6-15,-2 1-1 0,-3 6 3 0,2-10-7 16,-2 10-1-16,4-5-8 0,-4 5-6 0,0 0-3 16,0 0-5-16,0 0 1 0,0 0 0 15,-6 30 0-15,-3-2 4 0,-2 2 3 0,-1 16 6 16,5-14 0-16,-3 20-2 0,0 0 0 0,3 2 0 0,1-2-2 15,1-1-1-15,-3 0-2 0,2-2-1 0,3-3-4 16,2 0-3-16,0-12 0 0,2 1 5 0,0 1-6 16,-1-2 1-16,2-2-5 0,-1-1 3 0,-1-2-3 15,1-1 2-15,-1-10-3 0,-1-3 2 0,0 0 1 16,-2-5-1-16,-1 0 4 0,0-5 0 0,-1 0 2 16,-5-2 0-16,0-2-8 0,-3-2-3 0,-6-7-6 15,-2 2-11-15,-2-10-5 0,-6-2-15 0,2-2 3 16,2-2 0-16,2-4-7 0,6-3-3 0,-3-15 1 15,13 10 2-15,7-14 3 0,3 1 0 0,4-2 3 16,11 3-1-16,4-4-1 0,7 4 2 0,10-2-1 16,3 6-13-16,8 4-7 0,2 2-15 0,6 6-23 15,-1 2-28-15,-2 4-28 0,2-2-28 0,2 4-30 16,-1 3-24-16,-3 2-39 0,0 5-47 0,-2-1-57 16,-18 6-221-16,1-1-642 0,-6 3 284 0</inkml:trace>
  <inkml:trace contextRef="#ctx0" brushRef="#br0" timeOffset="120026.98">17137 6523 38 0,'4'-6'284'0,"-3"0"-20"0,2-1-7 0,-3 7-19 0,-1-14-5 16,1 14-12-16,-7-11-9 0,4 3-27 0,-1 3-15 15,-3-1-13-15,1 3-11 0,-4 0-21 0,-1 1-10 16,4 1-15-16,7 1-10 0,-19 3-8 0,8 4-12 16,1 1-6-16,-3 4-7 0,6 0-8 0,-2 5-2 15,0 0-4-15,4-2-2 0,1 2-10 0,3 1 3 16,2-3-7-16,3 1 0 0,0-4-6 0,2 0 0 15,1 2-8-15,1-5 0 0,1 0-2 0,3 1-3 16,-1-5-4-16,4 2 0 0,1-2-1 0,-3-1 1 16,1-3-5-16,0-1-3 0,5 0 3 0,-6-3 2 15,6 1 0-15,-9-3 0 0,3 0 0 0,-3-2 6 16,-2-3-12-16,4 0 5 0,-3-5-4 0,-2 1 3 16,2-3-2-16,-5-2-1 0,1 0 4 0,-1-6 0 15,-3-3-3-15,-1 1 0 0,-1-2 11 0,-2 3-2 0,-1-4-3 16,0 0 0-16,-1 1 2 0,1 1 7 15,-1 2 4-15,-2 3 4 0,5 4 0 0,1 1 2 16,-2 8 1-16,2-2 7 0,-1 3-1 0,-1 1-4 16,3 8-2-16,-4-10-7 0,4 10-1 0,0 0-13 15,0 0 1-15,0 0-2 0,0 0 0 0,3 28-2 0,-1-3 0 16,0 0 2-16,0 3 6 0,2 3-6 0,-1-1-1 16,-1 4 3-16,2-4 2 0,1 1-2 15,-1 0 0-15,1-1-18 0,0-1-30 0,0 0-30 16,-1-4-38-16,-1-8-58 0,2 2-61 0,-3 1-57 15,0-4-188-15,-1-5-515 0,3 0 229 0</inkml:trace>
  <inkml:trace contextRef="#ctx0" brushRef="#br0" timeOffset="120781.37">17458 6619 2322 0,'8'-9'129'0,"-1"2"-4"15,0 3-58-15,-4-2-25 0,1 2-21 16,-4 4-8-16,8-6-5 0,-8 6-1 0,5-2 1 15,-5 2 9-15,0 0 5 0,0 0 4 0,13 8 1 16,-9-2 1-16,0-1-2 0,-1 0-1 0,1-1-4 16,2 1 6-16,1 3-9 0,-1-5 4 0,1 4 2 0,2-4-3 15,2-1-3-15,0 0-1 0,1-2 2 16,1-1-3-16,0 0-2 0,0 0 4 0,-2-3-2 16,-1-3 1-16,1 2-1 0,-1-2 1 0,-1 0 0 15,0-3-2-15,-3 1-4 0,3-1 2 0,-5 0-3 0,-1-3 2 16,-2 1-5-16,-2-1 0 0,-1-2-4 0,1 0 2 15,-2 2-1-15,-2 2 0 0,-1 2-1 0,-1-1-3 16,0 3 0-16,3 2 1 0,-6-1-1 0,-2 5-5 16,-1 1-1-16,1 1 0 0,-6 7 1 15,0 2-1-15,1 2 0 0,-2 6 1 0,4-7 0 0,2 5 0 16,3-2 1-16,5 1 2 0,1-3 0 0,2-1-4 16,1 1 0-16,2-2 5 0,3 2-2 15,4-5 5-15,2 2-4 0,9-2 6 0,-2-4-4 16,2 4 0-16,3-7 3 0,9-3 2 0,-1 1-4 0,1-3 2 15,0-2 2-15,1 0 2 0,-2-2-5 0,-3-1 6 16,0 0-4-16,-9 0-1 0,1 0 0 0,5-3 4 16,-10 2-5-16,3-3 4 0,-3 3-2 0,1-4 2 15,-2-1 1-15,-3 1 2 0,4-8-4 0,-7 6-2 16,-1 1 0-16,-1-1 1 0,2 1-1 0,-5 4 8 16,1 0 5-16,-1 3 1 0,0 1-6 0,-2 1 3 15,0 7-8-15,1-9-1 0,-1 9-5 0,0 0-1 16,0 0-1-16,0 0 0 0,-19 11 2 0,7 2-5 15,2 2 4-15,0 2 4 0,2 1-6 0,-3 5 2 16,7-4-2-16,-1-4 2 0,3 0 0 0,1 2 1 16,2-5 1-16,3 0 2 0,1-3 0 0,2 0 3 15,0 0-2-15,2-3 0 0,4 1 0 0,-1-4 0 16,5 1 0-16,2-3-1 0,1-1 4 0,1-2 4 16,-1-2-10-16,0-1 3 0,8-2-3 0,-6 1 3 15,-7-2 3-15,1-1-2 0,-2 1 0 0,-4-1 1 16,3-3 0-16,-3-1-1 0,-4-1 2 0,1-1-2 15,-2-1-3-15,-3-1 4 0,1 0-5 0,-3 1 1 16,-1 1-2-16,2 4 2 0,-2 4 3 0,2 0 3 16,-1 7 7-16,-1-13-12 0,1 13-5 0,0-8-2 15,0 8 2-15,0 0-3 0,0 0 2 0,0 0 2 16,-9 27 0-16,2-13 1 0,4 4 0 0,0 1 2 16,-1 1 0-16,2-1 3 0,-1 0 0 0,2-1-19 15,-1 1-18-15,1-1-24 0,0-2-37 0,2 1-42 16,-1-2-38-16,1-3-29 0,3-1-25 0,1-1-35 15,-2 1-135-15,2-2-430 0,0-5 191 0</inkml:trace>
  <inkml:trace contextRef="#ctx0" brushRef="#br0" timeOffset="121110.32">18460 6470 157 0,'0'0'210'16,"5"-6"-20"-16,-5 6-20 0,0 0-3 0,0 0 5 15,0 0 2-15,12 14 5 0,-11-6-13 0,0-2-12 16,0 4-15-16,2-1-16 0,-2-1-10 0,1 0-10 16,-2-1-9-16,0-7-6 0,2 11-10 0,-2-11-6 15,1 8-3-15,1-2-2 0,-2-6 9 0,0 0-1 16,1 8 10-16,-1-8-2 0,0 0-5 0,0 0-10 16,0 0-5-16,0 0-7 0,0 0-6 0,4-22-6 15,-2 13-7-15,1-2 0 0,-1-1-6 0,2 1-3 16,4-4-2-16,-3-1-4 0,4 1-5 0,-5 3 0 15,3 2-5-15,1 0-1 0,1 1-6 0,-1 3-2 16,-2 3-1-16,1-1-1 0,0 4 2 0,-7 0-3 16,13 4-3-16,-7 0 1 0,2 4-2 0,-2-1 8 15,-1 3-2-15,1 2-2 0,-4-2-12 0,1 2-19 16,-2 0-35-16,-1 0-33 0,-2 0-56 0,2 0-65 16,-4-2-71-16,1 1-166 0,0-4-494 0,3-7 219 15</inkml:trace>
  <inkml:trace contextRef="#ctx0" brushRef="#br0" timeOffset="121282.33">18742 6164 259 0,'2'-10'260'0,"-1"0"-25"0,0 4-25 0,-1 6-26 15,0-10-20-15,0 10-12 0,0 0-17 0,0 0-13 16,0 0-14-16,7 32-28 0,-7-15-55 0,1 1-66 15,0 2-75-15,-3 6-181 0,3-6-320 0,-4-2 141 16</inkml:trace>
  <inkml:trace contextRef="#ctx0" brushRef="#br0" timeOffset="121513.16">18887 6291 2227 0,'9'-10'21'0,"-4"-1"14"0,0 0-10 15,-1-1 5-15,0 1 16 0,1 0 14 0,-1 4 17 0,-1 0 14 16,-3 7-4-16,4-9-5 0,-1 4-14 0,-3 5-12 15,0 0-5-15,0 0-3 0,8 16 6 16,-6 2 10-16,-1 10 3 0,-1 4 4 0,0 2-6 16,-1 2-3-16,0 0-6 0,-3-2-2 0,0 1-4 15,1-5-2-15,3 1-11 0,-3-4-3 0,1 0 5 0,2-2-10 16,-2-7-11-16,1-3-26 0,1 0-23 16,-2-6-28-16,2 0-31 0,0-2-26 0,-1 0-21 15,1-7-21-15,-1 9-19 0,1-9-33 0,0 0-34 16,0 0-177-16,-10 1-455 0,10-1 202 0</inkml:trace>
  <inkml:trace contextRef="#ctx0" brushRef="#br0" timeOffset="121637.9">18788 6565 106 0,'-6'-5'168'0,"2"2"-7"0,0-2-1 0,4 5-2 16,-7-5-14-16,7 5-10 0,0 0-13 0,-5-5-9 16,5 5-14-16,0 0-13 0,0 0-3 0,0 0-4 0,29 4-19 15,-9-4-45-15,11-3-66 0,5 0-88 0,2-5-108 16,18 0-269-16,3-1 118 0</inkml:trace>
  <inkml:trace contextRef="#ctx0" brushRef="#br0" timeOffset="122119.21">19606 6554 84 0,'-12'3'249'0,"-1"1"-25"0,-2 4-14 0,3 0-23 16,2 2-13-16,0 0-16 0,1 3-11 0,0 2-12 15,6-2-14-15,3 3-12 0,0-3-11 0,3-1-9 16,3 1-6-16,3 0-10 0,2-3-3 0,5 0-9 16,2-2-3-16,0-3-4 0,3-4-3 0,2 2-8 15,7-7 3-15,-2 1-3 0,-1 0 3 0,0-6 9 16,-1 1 2-16,-8-1 5 0,-1 0 6 0,-3-2-4 15,-4-1 6-15,0 1-7 0,-2-5-1 0,-4 1-7 16,-4-2-6-16,0 2-1 0,-4-2-10 0,-4-1-3 16,-1 1-2-16,-5-4-6 0,-2 2-3 0,2 4-2 15,-2 4-3-15,2 3-5 0,3 1-7 16,-1 0-22-16,1 6-21 0,-2 1-28 0,0 2-28 16,-3 5-42-16,1 3-47 0,2 0-47 0,2 2-41 0,0 1-142 15,6-2-446-15,3-1 197 0</inkml:trace>
  <inkml:trace contextRef="#ctx0" brushRef="#br0" timeOffset="122353.83">20295 6444 282 0,'0'-6'287'0,"0"-1"-13"16,0 7-10-16,-9-13-14 0,2 8-7 0,-2 0-16 15,0 2-10-15,-4 0-18 0,-4 3-18 0,-1 6-1 16,-1 1-22-16,-4 5-18 0,0 3-1 0,-1 3-10 15,3 4-14-15,4-2-5 0,0 1-14 0,6-4-2 16,-1 6-13-16,7-7-3 0,0 0-20 0,5 2-3 16,1-6-1-16,4 4-11 0,2-2-4 0,4 0-26 15,6-5-37-15,6 4-44 0,6-4-40 0,0-4-55 16,3 1-54-16,8-4-39 0,-4-4-48 0,1 0-174 16,-1-3-517-16,1 0 228 0</inkml:trace>
  <inkml:trace contextRef="#ctx0" brushRef="#br0" timeOffset="122563.31">20745 6467 6 0,'1'-17'229'16,"-1"2"5"-16,-2 1-5 0,-5-1-6 0,2 5-4 15,-2-1-1-15,-2 1-2 0,-3 3-8 0,1 2-11 16,-3 5-16-16,-4 0-13 0,-1 4-12 0,-11 8-11 16,5 2 0-16,1 7-16 0,2 0-14 0,1 1-5 15,2 3-14-15,6-3-9 0,2 1-9 0,4-5-8 16,5 0-6-16,2 0-9 0,2-2-7 0,5 0-17 15,3-2-16-15,4 0-24 0,8 0-25 0,2-2-33 16,7-2-38-16,-1-5-35 0,2 0-46 0,4-3-46 16,4-2-49-16,-8 0-156 0,-1-3-472 0,-1-1 209 15</inkml:trace>
  <inkml:trace contextRef="#ctx0" brushRef="#br0" timeOffset="123249.9">21029 6519 160 0,'1'-15'212'0,"0"0"9"0,-1 4 11 0,-1 1 6 0,1 1-3 15,0 9-5-15,-3-12-18 0,2 7-24 0,1 5-18 16,0 0-17-16,0 0-16 0,0 0-11 0,-20 15-9 16,12-2-10-16,2 3-10 0,-3 0-7 0,4-1-6 15,0 0-11-15,2 1-7 0,2 0-5 0,2 0-8 16,0-5 1-16,3 1-5 0,1 0-4 0,0-2-3 16,4 1-2-16,0-2-4 0,2-4-3 0,0 1-4 15,2-2 3-15,-2-1-5 0,3-3-1 0,-2 0-2 16,0 0-1-16,0-2 3 0,2-2-13 0,-2 1 2 15,-1-4 5-15,-1-1-7 0,1-2-2 0,-4 1-2 16,6-5 5-16,-7 4-7 0,3-3-5 0,0-3 9 16,0 0-4-16,-4 0-2 0,2 0-2 0,-3 6 10 15,0-3 17-15,-1 4 10 0,0 3 3 0,-1 0 13 16,-2 6-7-16,3-11 0 0,-3 11-13 0,1-7-13 16,-1 7 11-16,0 0-26 0,0 0 3 0,0 0-1 15,0 0 5-15,-1 29-5 0,-2-19 4 0,2 3-9 16,0-1 1-16,1 1-1 0,0-1 4 0,1 1 0 15,-1-2-14-15,3 2 14 0,2-3-1 0,-3 2 1 16,3-2 1-16,2 0-5 0,0 0 3 0,1-3-2 16,2-2 3-16,1 2 2 0,1-5-3 0,1 2 3 0,5-1 1 15,-4-3 13-15,4 0-15 0,2 0-1 16,-3-3 6-16,-3 0-5 0,3 0-3 0,-1-4 4 16,-2 1-8-16,-2-1-7 0,2-4-6 0,-1-1 0 15,-6 3-14-15,2-4-1 0,0-2-6 0,-1 0 1 16,-3-2-5-16,0-1-1 0,-5-1 7 0,-1-5 0 0,-2 4 2 15,-2 4-3-15,-2-1 14 0,1 3-11 0,-1-1 7 16,-1 5-3-16,-2 0 1 0,1 1 4 16,0 0 2-16,-2 4 1 0,3-1 5 0,-1 1-10 15,1 3 0-15,8 2 1 0,-10-3 2 0,10 3-3 0,-8 0 2 16,8 0 7-16,0 0 1 0,0 0-1 16,-1 11 2-16,1-11 5 0,8 9-3 0,-2-6 9 15,7 1-3-15,0-1-1 0,6 0 13 0,-1 1-13 16,2-2 6-16,-2-1-4 0,-1 2-1 0,-3-1-3 15,-3 0 2-15,0 0 5 0,0 0-8 0,-3 0-5 0,1 4 9 16,-3 0 0-16,3-1-4 0,-3 3-1 0,-2 2 5 16,0 2 13-16,1 4 3 0,-1-2 5 0,-3 3 2 15,2-5-3-15,-3 4-5 0,0 0 3 16,-3-4 6-16,3 4-36 0,-1-5-31 0,1 5-36 0,0-2-28 16,0-3-49-16,0 2-51 0,1-2-62 0,2 1-252 15,1-3-566-15,-2 0 250 0</inkml:trace>
  <inkml:trace contextRef="#ctx0" brushRef="#br0" timeOffset="123629.25">22167 6689 30 0,'0'0'220'0,"0"0"-8"0,0 0-15 16,0 10-17-16,0-10-19 0,0 0-13 0,-7 11-14 16,7-11-11-16,-8 10-26 0,2-2-39 0,-2-1-60 15,3-3-70-15,-1 1-176 0,-5 1-269 0,4-4 120 16</inkml:trace>
  <inkml:trace contextRef="#ctx0" brushRef="#br0" timeOffset="124647.3">22937 6444 107 0,'2'-6'270'0,"2"-1"-13"0,0 1 1 0,0 2-19 16,-4 4-21-16,5-6-24 0,-5 6-24 0,0 0-17 16,0 0-17-16,0 0-6 0,0 0 0 0,-2 23-8 15,-2-5-3-15,-3 0-9 0,-1 4-12 16,1-3-7-16,-1 6-10 0,3-1-11 0,1-6-5 0,0-3-6 15,4 2-4-15,0-6-7 0,2 3-4 0,-2-3-6 16,4-1 0-16,-1 0-2 0,3-1 1 0,2-1-7 16,1-2 0-16,3 0 6 0,1-3-8 0,3-1-6 15,-2-2 1-15,4-2-5 0,-4 0-1 0,-1-1 1 16,1-1-1-16,1-2 0 0,1-2-2 0,-6 1-5 16,2-5-1-16,0-1-1 0,-5 3 0 0,-1-5 3 15,-2-1-9-15,-1-1 4 0,-1-2 0 0,-2 3-5 16,-1 0 2-16,-4-4-4 0,0 4 1 0,-2 0-3 15,-1-2 1-15,1 4-1 0,0 2 3 0,1 4 0 16,-2-3-1-16,2 3 1 0,2 2-1 0,-1 2-3 16,1-2 2-16,4 6-5 0,-6-7 0 0,6 7 1 15,-4-6-9-15,4 6-9 0,0 0 1 0,0 0 6 16,0 0-3-16,0 0 3 0,0 0 2 0,21 0 2 0,-10 1 2 16,2 3 0-16,6-3 0 0,-2 2-1 15,3 1 3-15,-1 2 0 0,-2-1 2 0,-1 1-2 16,1 2 0-16,-2 5-1 0,-1 0 3 0,0 1 0 15,-1 1 6-15,-3-1 5 0,2 2 1 0,-3-1 2 16,-3 2 0-16,-2-5-3 0,4 4 6 0,-5-5-5 16,0-2 0-16,0 2 0 0,-3-2 0 0,2-3 4 15,0 1 1-15,-2-7-1 0,1 10 3 0,-1-10-1 16,1 6 7-16,-1-6 10 0,0 0 10 0,4 5 2 16,-4-5-1-16,0 0-2 0,0 0-6 0,0 0 2 15,0 0-3-15,0 0-2 0,0 0 0 0,4-23-4 0,-2 16-9 16,3-1 1-16,0-2-10 0,2-1-2 15,5 0-4-15,-2 2-2 0,0 0-6 0,3 0-1 16,-2 3 0-16,1 2-4 0,0 0-1 0,-4 3-1 16,2 1 2-16,-10 0-4 0,14 3 6 0,-7-1 0 0,-1 3-1 15,2 1 2-15,1 0 6 0,-3 0-4 0,2 2 5 16,1-1 0-16,1-1 4 0,-2 0-1 16,2-1 0-16,1 0 4 0,2-2 3 0,-1-2-3 15,2-1 0-15,-3-1 2 0,2-3-1 0,4-2 4 0,-3 3 2 16,1-3-4-16,0-4-3 0,-4 4 0 0,1-5 3 15,-3 1-4-15,0 1 1 0,0-4-4 16,0-3 1-16,-3 1 6 0,-2 4-4 0,1-4 1 16,1 0-2-16,-2 4 2 0,-3 0 0 0,-1 2 6 15,0 3-2-15,0 6-1 0,-1-12-7 0,1 12-3 0,-6-3 3 16,6 3 4-16,0 0-9 0,-30 15-4 0,17-4 8 16,-9 4 1-16,2 4-9 0,6-3-25 0,0-1-21 15,2 1-27-15,2-1-30 0,5 1-32 0,0-4-51 16,2 1-26-16,7 0-44 0,1-2-198 15,0-2-501-15,5 4 222 0</inkml:trace>
  <inkml:trace contextRef="#ctx0" brushRef="#br0" timeOffset="125657.35">24113 6750 188 0,'6'-6'265'0,"2"0"-3"0,2-3-12 0,0 1-13 15,7-4-15-15,-2-1-17 0,8-4-10 16,-1-1-12-16,2 0-17 0,2-1-14 0,-1 1-9 16,2-2-17-16,-2 1-12 0,-1-5-10 0,2 0-12 0,-3-2-10 15,-1 1-6-15,-1-1-12 0,-2 0-3 0,-4 1-6 16,0-3-6-16,1 2-2 0,-7 0-11 0,-3 8 3 16,-1-1 1-16,-1 4 6 0,-4 4 0 15,1 1-14-15,-2 1 0 0,-1 3-4 0,-4 0 0 0,1 3-11 16,-5 2-5-16,-4 3 2 0,-5 6 1 0,-8 3-5 15,-2 5-4-15,2 1 2 0,2 2-8 0,3 1 1 16,6 1-7-16,2 1-6 0,8-3-6 0,2 0 5 16,3 6 1-16,4-6 1 0,6 6-2 15,5-2 6-15,2 0-3 0,3-1-2 0,1-3 7 0,0 1 0 16,0-2 0-16,0 0 1 0,1-4-3 0,-6-2 2 16,-7-2-1-16,3 2 3 0,0-4 2 0,-2 0-1 15,-4-2-3-15,-1-1 5 0,-1 0-1 0,0-1 0 16,3 0 3-16,-6-4 1 0,0 0-8 0,0 0-1 15,-9 12-8-15,2-11 5 0,0 1-16 0,7-2-1 16,-21-2 3-16,13 2 2 0,8 0 5 0,-12 0 4 16,12 0-2-16,-8 0 1 0,8 0-1 0,0 0-4 15,-7-7-2-15,7 7 4 0,0-8-4 0,0 8 0 16,10-11-3-16,-2 4-10 0,2 0 1 0,4-3-1 16,5-1 4-16,4-3-2 0,-5 3 2 0,7-4 2 15,-2 0 5-15,2 0 2 0,-4 0 1 0,0-1 2 16,2 1-1-16,-7 2 5 0,0-1 2 15,4-4 2-15,-7 4 7 0,0 0 8 0,0 1 9 16,-3 3 14-16,-3 1 6 0,2-1 2 0,-3 1 2 0,1 2 3 16,-5 2 10-16,2 0-1 0,-4 5-3 0,5-8-11 15,-5 8-4-15,0 0-4 0,0 0-4 0,0 0 0 16,-21 11 1-16,5-1-5 0,0 3-2 0,-5 2 0 16,0 3-1-16,6-3-3 0,1-1 2 0,1 2-4 15,2-3-1-15,2-1 0 0,1-2-6 0,3 1 1 16,2 0 1-16,6 0-1 0,-1-1-1 0,1 0 5 15,2-1-3-15,5-1-2 0,6 0 0 0,3-1-7 16,0-2-10-16,1 1-5 0,1-3-10 0,1 0 2 16,5-2-4-16,-6 0-3 0,0-2-2 0,-2 0 1 15,0 0-4-15,-5-3 4 0,4-1 0 0,-9-2 1 16,2 0-3-16,-2-3 6 0,0 1-1 0,0-4 6 16,-4 0-1-16,4-3 3 0,-5 1 5 0,-3-2 0 15,3 0-3-15,0-1 8 0,-2 6 11 0,0 0 3 0,2 2 5 16,-2 1 5-16,2-1 1 0,-4 5 3 15,0 5-4-15,4-11-4 0,-4 11 0 0,3-5-3 16,-3 5-4-16,0 0 3 0,0 0 2 0,10 21-2 16,-8-11 2-16,2 6-2 0,0-3-3 0,-2 4 5 15,0-1 1-15,-1 2 2 0,2-7-1 0,0 5 2 0,-1-3 1 16,2-2 0-16,0 0 0 0,2-1-1 16,-1-3 4-16,1 1-1 0,1-1 0 0,1-3 0 15,2 0-1-15,-3-1 1 0,4-2-2 0,1-1 1 16,0-1-3-16,-1-3 2 0,-1 1-4 0,2-4-1 15,-3 0 0-15,1 1 1 0,-1-4 1 0,-2 1-8 16,-1-3 2-16,3-2 1 0,-4-2-1 0,-1 0 4 0,-2 3-2 16,1 0-2-16,-3 1-3 0,2 1 3 15,0 3-3-15,-2 1 1 0,0 0 3 0,0 7 0 16,2-9-7-16,-2 9 2 0,0 0-6 0,0 0 10 0,0 0-5 16,-15 20 1-16,10-9-1 0,-4 3 0 15,1 1 1-15,1 0 4 0,0 0-2 0,3 0-18 16,-5 2-30-16,4-3-33 0,1 0-44 0,1-4-60 15,1 0-58-15,0-1-231 0,-1 0-511 0,3-9 226 16</inkml:trace>
  <inkml:trace contextRef="#ctx0" brushRef="#br0" timeOffset="125825.97">25181 6236 171 0,'0'0'169'0,"-9"-5"-29"0,9 5-25 16,0 0-40-16,0 0-50 0,0 0-67 15,0 0-68-15,-4 17-117 0,4-17 53 0</inkml:trace>
  <inkml:trace contextRef="#ctx0" brushRef="#br0" timeOffset="126093.21">25338 6496 25 0,'0'8'231'0,"0"1"-18"0,0-9-19 16,3 16-4-16,-2-10-11 0,4 1-9 0,-1-1-12 15,3 1-6-15,2 1-14 0,3-2-5 16,2-1-9-16,3 1-13 0,3-3-9 0,-2 0-12 16,4-3-7-16,-3 1-5 0,-2-2-3 0,-2-1-8 0,-3-1-5 15,-1-1 1-15,3-3 8 0,-9 1 1 0,3-3-1 16,-3 1-5-16,0-3-2 0,-3-1-3 15,-2 1 1-15,0 0-6 0,0-5-2 0,-2 4-10 0,-7-5-3 16,4 4-7-16,-1 3-4 0,-1-3-2 0,-3 6-3 16,4 2-19-16,-3-2-19 0,0 4-27 0,-1-1-34 15,2 4-38-15,8 0-41 0,-13 2-49 0,5 0-36 16,2 4-195-16,6-6-467 0,-7 7 207 0</inkml:trace>
  <inkml:trace contextRef="#ctx0" brushRef="#br0" timeOffset="126645.27">25686 6425 228 0,'0'0'251'0,"9"-4"-3"0,-9 4 2 16,4-3-9-16,-4 3-20 0,0 0-21 0,0 0-21 15,0 0-24-15,0 0-12 0,12 6-16 0,-12-6-6 16,0 14-13-16,0-5-4 0,0 3-11 0,0 0-3 16,0-1-14-16,2 0-3 0,0 2-6 0,1-2-10 15,-1 1-3-15,2-1-4 0,1-1-4 0,4-1 1 16,-2-1-5-16,3-2 1 0,2-2-4 15,1 0-5-15,-1-2-2 0,6-2-5 0,2-2 0 0,-3-2-2 16,-3 0-2-16,-3-2 3 0,1-1-8 0,-1-1 1 16,-2-2 0-16,0 0 11 0,0 1-18 0,-4-3-2 15,-1-4-2-15,0 7 1 0,1-7-3 0,-1 0-2 16,-4 4 4-16,0 2 10 0,2-1 16 0,1 5-9 16,-3 6 1-16,1-10-1 0,-1 10-2 0,0-8-10 15,0 8 13-15,0 0-19 0,0 0 0 0,0 0-1 16,0 0 1-16,0 0-3 0,-6 32 4 0,6-20-3 15,2-2 5-15,1 3-1 0,0-3 6 16,-1 3 3-16,2-3 0 0,2 1-2 0,1-2 10 0,3-1 1 16,1-1 4-16,0-1 11 0,3-2-5 0,5-1-7 15,-1-2 1-15,3-2 0 0,-1-2-8 0,7-1 3 16,-9-3-8-16,-3 1 6 0,1-2-5 0,-4-1 4 16,-1-2-8-16,-2 0-16 0,-2-1 18 0,1-3-9 15,-3 0 1-15,0-2-1 0,1 2-5 0,-6 0 9 16,1 2-23-16,1 1 3 0,0 1 12 0,-4 4-5 15,2 7-1-15,2-12-7 0,-2 12-5 0,0 0 1 16,0 0-4-16,0 0 5 0,0 0-4 0,0 0 4 16,-23 25 7-16,16-9-1 0,-1 0 2 0,-2 0-6 15,1-2 1-15,3 3 2 0,-1 1 5 0,3-3 8 16,-1-1-15-16,-4 3 9 0,5-2-1 0,1-2 0 16,-3-3 2-16,2 2-3 0,2-2-4 0,-4 0-15 15,2-1-3-15,-1-1-43 0,-1 1-35 0,-1-2-44 16,-2 0-61-16,0-2-78 0,0-1-291 0,-3 1-623 15,-1-3 277-15</inkml:trace>
  <inkml:trace contextRef="#ctx0" brushRef="#br0" timeOffset="127077.49">27016 6322 65 0,'0'-12'298'0,"0"1"-7"0,0-2-7 0,0 4-6 15,0 2-2-15,0 7-9 0,2-13-23 0,-2 13-21 0,0-9-22 16,0 9-35-16,0 0-17 0,0 0-16 0,0 0-7 16,4 25-9-16,-6 2-6 0,2 2-2 15,-2 5 3-15,0 2-12 0,-3 0-7 0,5-2-3 16,-4 1-12-16,2-3-3 0,0 1 2 0,1-2-16 0,-3-3-3 15,-1 3-5-15,3-3-6 0,0-4-3 0,1 2-2 16,1-9-22-16,-2 2-34 0,2 0-34 0,-2-1-47 16,0-1-39-16,-2 0-40 0,1-4-70 15,-1-3-68-15,0-1-233 0,-2 0-590 0,0-5 261 16</inkml:trace>
  <inkml:trace contextRef="#ctx0" brushRef="#br0" timeOffset="127303.06">26984 6499 11 0,'14'-10'215'0,"-1"4"-11"0,4 2-15 15,-2 4-10-15,-1-1-9 0,1 4-10 0,-2 2-3 16,1-1-18-16,-5 5-9 0,5 3-13 16,-6 1-10-16,-1 1-9 0,-1 2-6 0,0-1-8 0,-6 0-3 15,0 3-7-15,-5-3-6 0,0-4-6 0,-3 4-1 16,-3-2-7-16,-1 0-3 0,-1-4-4 0,-3 2-5 15,0-1-7-15,-2-3-24 0,7 0-34 16,-7-1-38-16,5-3-58 0,1 0-62 0,-1 0-195 16,2-4-407-16,-3-1 180 0</inkml:trace>
  <inkml:trace contextRef="#ctx0" brushRef="#br0" timeOffset="127771.28">27162 6511 47 0,'7'-2'268'0,"1"-1"-30"0,0 2-23 0,-8 1-20 16,13 1-15-16,-7 3-3 0,4 0-5 0,-1 3-11 16,-1 3-3-16,6 2-18 0,-3 2-11 0,0-1-11 15,-1 1-10-15,-4 1-6 0,1-3-12 16,-1 1-7-16,-1-3-6 0,0-1-8 0,-3 2-11 0,0-6 0 16,2 0-3-16,-3 1-8 0,-1-6-1 0,4 9-2 15,0-7-1-15,-4-2-3 0,0 0 1 0,0 0-4 16,2 6-3-16,-2-6 0 0,0 0-1 0,0 0-8 15,0 0-2-15,0 0-2 0,0 0-2 0,2-24-3 16,-1 17-6-16,3-3 3 0,3 0-2 0,2-3-3 16,0-1-2-16,3 1-2 0,-1 3 0 0,2 0-7 15,1 3 2-15,-5-1 0 0,2 2-2 0,-4 3-3 16,-1-1 3-16,1 1 0 0,0 0-1 0,2 2 0 16,-9 1 2-16,13 0-4 0,-4 0 3 0,0 1 4 15,0 0-5-15,-2 1 3 0,5-1 2 0,-2-1 3 16,2 1-3-16,-1 0 2 0,5-1-1 0,0-1 2 15,1-1-1-15,-1 0-2 0,-5-1 4 0,3 1-2 16,-5-4 2-16,1 2 1 0,1-1-2 0,-5-3 1 16,0 1 0-16,-1-2 2 0,-1-1-6 0,-2 0 2 15,-2-1 3-15,-2 0-6 0,0 1 1 0,0 1 0 16,-2 2-1-16,-1-1-2 0,1 3-1 0,-3 1-3 16,-1 0 3-16,0 3-6 0,-3 0-6 0,-1 2-20 15,-1 2-26-15,4 1-25 0,-3 3-29 0,0-1-40 16,2 2-50-16,4 0-38 0,-1-1-182 0,1 1-460 15,3-2 204-15</inkml:trace>
  <inkml:trace contextRef="#ctx0" brushRef="#br0" timeOffset="128223.18">27679 6470 84 0,'-12'-1'275'0,"12"1"-18"0,0 0-18 16,0 0-25-16,-6 4-16 0,6-4-9 0,-7 6-6 15,1 3-6-15,-2 0-14 0,-1 0-14 0,4 2-13 16,-3 0-15-16,3-1-15 0,-4 2-7 0,4-1-13 16,1 1-5-16,0-2-8 0,4 0-9 0,0 2-2 15,-2-2-7-15,4-1-9 0,2-1-1 0,1-2-5 16,-1 1-1-16,3-2-4 0,0 0-2 0,1-3-2 16,3 2-3-16,2-2 1 0,0-2-1 0,1-3-4 15,-3 2-3-15,1-2 1 0,2 1-2 0,-5-5-1 16,3 1-2-16,-1-3 3 0,-4 1-6 0,-1-2 0 15,4-4 3-15,-8 3-6 0,2-4-3 0,-1 0-4 16,-3-2 5-16,0 0-4 0,-3 5 0 0,-1 1-3 16,2 1-2-16,-6-1-11 0,3 3-15 0,-1 2-17 15,-2 0-14-15,-4 2-24 0,3 3-28 0,-2-1-44 0,1 5-35 16,1 0-65-16,-3 1-193 0,7 0-484 16,-2-2 215-16</inkml:trace>
  <inkml:trace contextRef="#ctx0" brushRef="#br0" timeOffset="128607.29">27959 6368 2238 0,'9'-23'3'0,"3"7"28"15,-6 1 17-15,-1 1 13 0,1 3 4 0,-4 0 27 16,-1 3 11-16,2 2-13 0,-3 6-23 0,5-9-8 16,-5 9-9-16,0 0-4 0,0 0 6 0,3 24 7 15,-3-4 0-15,2 6 2 0,-4 5 6 0,-1 0-4 0,1 0-3 16,0 0-5-16,1-5-8 0,-2 1-7 0,0-2 2 15,1-6 0-15,4-4-10 0,-2-2-3 16,3-1 3-16,-3-3-4 0,0-2 0 0,0-7-1 16,-1 12 4-16,1-12 2 0,0 8-7 0,0-8 5 0,0 0 2 15,0 0 5-15,0 0-11 0,0 0 6 0,0 0-21 16,0 0-1-16,0 0 3 0,19-19-4 16,-10 11-4-16,1-1-5 0,7-3-9 0,0 1-4 15,8 0-1-15,2 0-6 0,0 5 1 0,-7 2 0 16,-2 2-3-16,-4 2 3 0,3 2-3 0,-3 2 8 15,-4-1-9-15,0 5 7 0,0-1-3 0,-3 1 6 0,-4 1-3 16,0 2 6-16,-4-3 4 0,-3 5 1 0,-4-5 2 16,-4 6 3-16,-1-3-8 0,-4 0 14 15,-2-3-13-15,-8 2-12 0,7-2-17 0,0-2-23 0,0-1-33 16,-1-1-38-16,8-2-59 0,-1-2-81 0,3-2-236 16,0-3-546-16,2 1 242 0</inkml:trace>
  <inkml:trace contextRef="#ctx0" brushRef="#br0" timeOffset="128801.38">28311 6354 2773 0,'11'-14'83'15,"-6"3"-5"-15,-2 3-27 0,2 2-26 16,-1 1-8-16,-4 5-3 0,6-7-10 0,-6 7 11 16,0 0 11-16,0 0 25 0,9 15 14 0,-8-5 25 0,3 7-4 15,-3 2-2-15,1 8-8 0,-1-4-8 0,0 1-5 16,2 4-7-16,-3-4-5 0,1-3-10 0,-1-1-12 15,2-1-46-15,-2 0-56 0,-2-1-66 16,0-2-63-16,2-2-76 0,-3 1-246 0,-1-5-565 16,0-2 250-16</inkml:trace>
  <inkml:trace contextRef="#ctx0" brushRef="#br0" timeOffset="129025.62">28427 6693 220 0,'6'-4'236'0,"1"2"-11"0,5-4 1 0,0 2-7 0,4-3-2 16,0-2-10-16,0 2-3 0,-1-2-12 0,1 0-12 15,0 0-9-15,2 0-10 0,-5-1-4 0,1-1-16 16,1 0-6-16,-3-1 13 0,-3 2 6 0,-2-4-6 16,-1-1-13-16,5 1-2 0,-9 3-14 15,-1 0-10-15,-1-1-7 0,0 4-20 0,0 8 6 16,-3-12-8-16,3 12-12 0,-6-8 5 0,-3 8-21 0,9 0-8 16,-25 11-6-16,11-2-20 0,-2 1-43 0,2 5-31 15,0-2-38-15,1 4-37 0,-1 4-30 16,4-6-25-16,1 4-29 0,7-2-51 0,0 0-30 15,1-4-213-15,2-2-552 0,2 1 245 0</inkml:trace>
  <inkml:trace contextRef="#ctx0" brushRef="#br0" timeOffset="129389.4">28662 6685 106 0,'8'-7'195'0,"-2"-1"-9"0,7-5 9 0,-4 1-4 16,-2 1-3-16,2-4 2 0,3-1-4 0,-3 0-8 15,7-4-8-15,2-2-6 0,0 2-9 0,2 1 2 16,-5 6-10-16,0 3 1 0,0 1-4 0,-7 2-15 15,2 1-10-15,2 5-19 0,-5 0-12 0,1 2 2 16,4 5-22-16,-2 1-3 0,-4 2-5 0,2 2-6 16,-2 1-5-16,1 2-10 0,-2 2-2 0,0 0-3 15,-2 0-1-15,-2-3-4 0,0-2 5 0,-1 1-6 16,0-1-6-16,-1-1-1 0,2-2-3 0,-1-8 4 16,0 11-1-16,0-11 1 0,0 0 7 0,0 9-9 15,0-9 5-15,0 0-6 0,0 0 1 0,0 0-3 16,0 0-3-16,0 0-5 0,0 0 0 0,5-23 7 15,1 14-10-15,0-2-9 0,0 1-2 0,4-6-4 16,2 0 3-16,4-4-2 0,4-2-6 0,0 5 0 16,-5 2 1-16,3 4-2 0,-1 0 0 0,-6 4 1 15,-2 2 1-15,2 2-3 0,-5 1 0 0,-6 2 4 16,14 6 0-16,-8 2 2 0,0 0 3 0,-4 2 0 16,-2 0 3-16,0 3 1 0,-1 2 0 0,-2 1-5 15,-2-2-39-15,0 2-56 0,-1 3-69 0,-2-5-97 16,2-3-273-16,2 0-586 0,2 0 259 0</inkml:trace>
  <inkml:trace contextRef="#ctx0" brushRef="#br0" timeOffset="129937.08">29535 6505 2731 0,'6'-10'125'0,"-4"3"-19"0,3 0-46 0,0 1-33 16,-5 6-10-16,4-6-9 0,-4 6 4 0,0 0 2 15,0 0 5-15,0 0 10 0,9 17 1 0,-8-7 3 16,1 2 6-16,-2 1-4 0,0 0 2 0,2 1-2 16,-1-1-4-16,-1-1-4 0,3-2-6 0,-2-1 5 15,-1-1-4-15,1-2 2 0,-1-6 7 0,-1 11 15 16,1-11 23-16,0 0 7 0,-1 7-3 0,1-7-4 16,0 0 5-16,0 0-14 0,-17-13-4 0,8 7 9 15,3-2-5-15,-1 0-1 0,3-2 1 0,-1-2-7 0,1 2-3 16,2-2-6-16,-1-4 11 0,3 0-11 15,5-4-7-15,2 3-4 0,3-8-2 0,5 3-2 16,2 3-6-16,1 1 5 0,-1 6-21 0,0 4 5 16,2 2-1-16,-1 3-1 0,1 3-1 0,-2 0-4 0,1 5 8 15,-1 5-15-15,-2 1 4 0,0 2-4 16,-2 1-1-16,0 8 5 0,-2-6-4 0,-3 3 9 16,-3 0-6-16,0-2 9 0,-3 1-8 0,-4-3-2 15,4 2 3-15,-1-6 5 0,-1-1-17 0,-3-3 12 0,2 1 3 16,0-1 2-16,1-7-2 0,-4 7-20 0,4-7 21 15,-7 5-1-15,7-5-14 0,-10-1-6 16,10 1-15-16,0 0 1 0,-15-10-10 0,11 0-2 16,1 3-12-16,1-5 2 0,1 2-13 0,6-6 13 15,-4-1-4-15,4 0-4 0,3-1-5 0,6-4 0 0,5 0 6 16,0 2 5-16,3 4-2 0,1 0 9 16,-5 8 1-16,2 2-18 0,-3 2 5 0,-2 1 2 15,-2 3 6-15,1 1 6 0,-2 4 4 0,-2 1 1 0,0 2 5 16,-1 1 1-16,0 4 8 0,-4 0 3 0,3 2 3 15,-3 2 2-15,-1-2 3 0,0 1 1 0,-1 0 4 16,1 0-28-16,-2 1-50 0,-1-9-62 16,0 2-89-16,-1-1-255 0,3-3-533 0,-3-6 236 0</inkml:trace>
  <inkml:trace contextRef="#ctx0" brushRef="#br0" timeOffset="130777.11">30293 6406 101 0,'-3'-6'259'0,"-3"2"-12"0,6 4-10 16,-17-4-6-16,2 8 5 0,-3 2-12 0,-4 1-11 15,-2 5-16-15,0 2-17 0,2 0-15 0,5-2-17 16,3 2-18-16,2 0-12 0,3-1-10 0,1 2-11 16,3-4-8-16,6 1-10 0,1-1-6 15,4-1-6-15,3-1-2 0,7 2-7 0,1-3-4 16,3-2-4-16,7-1-7 0,-8-2-7 0,3-1 1 0,1-2-6 15,-3-3-2-15,-2 1 2 0,-5-2-1 0,0 0-5 16,-1-2-3-16,-2 1 1 0,-1-3-2 0,-2 0 11 16,0-2 6-16,-1 1 1 0,3-1-2 0,-4-2 1 15,-1 2-4-15,0 1 1 0,-2-1 12 16,2 3-3-16,-1 1 9 0,-1 0 0 0,-2 6-3 0,3-7 0 16,-3 7-12-16,0 0-4 0,1-9-7 0,-1 9 1 15,0 0-10-15,0 0 0 0,0 0 1 0,0 0-10 16,8 18 2-16,-8-18 4 0,4 11-2 15,-3-5-3-15,2 1 2 0,3 1-5 0,-4-3 10 16,3 1-9-16,2 1 7 0,1-1-4 0,2-2-5 0,-1 1 3 16,2-1-3-16,2-3 2 0,-3-1-19 0,2 0 7 15,0-3 0-15,-1-1 11 0,-1-1-4 16,0 1-12-16,0-3 1 0,-1 3 0 0,0-4 2 16,-4 3 1-16,2-4 3 0,-2 0-2 0,1 2 5 0,1 2-10 15,-4-2 9-15,3 3-6 0,-6 4 12 0,5-8 0 16,-5 8-1-16,2-5-8 0,-2 5 2 0,0 0-4 15,6-4 5-15,-6 4-8 0,0 0 2 16,0 0 2-16,8 10 3 0,-4-4-5 0,-1-1 4 0,2 3-1 16,1-1 3-16,0-3-1 0,4 1-2 0,0 2 7 15,0-4-4-15,8 3 4 0,-5-3 0 0,1-2 7 16,-1-1 3-16,1-1-8 0,-3-1 2 0,-1 1-2 16,2-2 7-16,-3-3-8 0,-1 1 5 0,2 1-9 15,-5 0 9-15,0 1 2 0,-1-4 5 0,1 3-3 16,-5 4 6-16,6-8 5 0,-6 8-4 0,7-6-3 15,-7 6 0-15,3-4-11 0,-3 4-7 0,0 0 4 16,0 0-1-16,0 0-1 0,6 18 4 0,-6-6-6 16,-2 7 5-16,1 6-2 0,-2 3-3 0,1 0 0 15,-3 7 6-15,0 8-7 0,2-8 7 0,-3 15-2 16,5-3 6-16,-2 0-7 0,2-14 5 16,2 12-5-16,0-12-2 0,2 2 2 0,-1-3 5 0,1 0-3 15,0-2-1-15,0-3 12 0,1-7-18 0,-3-1 4 16,2-2-23-16,-1-4-3 0,-2-4-19 0,-1 1 10 15,0-4 7-15,1-6-6 0,-13 1-2 0,3-2-3 16,-7-5-17-16,-1-4-8 0,-5-5-4 0,-3 0 8 16,6-4 4-16,0-2 7 0,1-1 5 0,3-1 0 15,5-6 6-15,5 2 6 0,2-2 2 0,4-3 6 16,5 0-1-16,4-1 16 0,1 2-4 0,7 1-3 16,6 3 5-16,5 0-3 0,10-3 4 0,5-1-1 15,2 4-12-15,2 2-15 0,0 4-25 0,-2 1-27 16,3-1-44-16,2 5-59 0,-2-3-71 0,3 4-276 15,2-1-582-15,-16 5 258 0</inkml:trace>
  <inkml:trace contextRef="#ctx0" brushRef="#br0" timeOffset="131759.87">10355 7628 192 0,'-5'-6'215'0,"1"0"7"15,4 6-2-15,-8-7-11 0,3 1-10 0,5 6-18 16,-10-3-14-16,10 3-14 0,0 0-14 0,-19 13-6 16,9-1-4-16,1 5-5 0,-3 5-14 0,4 4-2 15,-2-1-10-15,4-2-11 0,2-4-3 0,0-1-14 16,6 0 9-16,0 0-20 0,2-4-5 0,1-1-5 16,3-4 22-16,5 4-8 0,-2-6-8 0,6 0-6 15,2-4 0-15,4-2-3 0,6-5-5 0,2 1-5 16,0-5-3-16,-2-3-4 0,-1-1-8 0,-2-4 1 15,-4 2-1-15,-2-1-4 0,-6-1 5 0,-1 1-8 16,-3-2-1-16,-2 1-3 0,-2-4-4 0,-6 2-5 16,-1-2-4-16,-6 1 1 0,-2-4 1 0,-2 5-3 15,-2 4-1-15,-6-7 2 0,-1 3-6 0,-5 6-2 16,0 2-2-16,5 5 2 0,0 3 2 0,-2 2-9 16,3 4-11-16,-1-1-13 0,-6 8-20 0,2 1-35 15,3 8-44-15,1 0-67 0,2-1-47 0,1 3-209 16,7-7-500-16,0 3 221 0</inkml:trace>
  <inkml:trace contextRef="#ctx0" brushRef="#br0" timeOffset="132007.22">10881 7510 37 0,'0'0'269'0,"-6"-11"-12"16,0 8-10-16,1 0-16 0,-4-1-13 15,-4 4-14-15,-1 1-15 0,-4 4-13 0,-1 5-10 16,-3 3-15-16,1 4-6 0,-1 2-7 0,5 5-9 16,-1 1-13-16,4 0-10 0,4-8-8 0,1 8-11 0,4-7-4 15,2 6-7-15,5-8-15 0,0 2-3 16,5-1-6-16,4-1-3 0,2-2-2 0,10-1-24 16,-4-1-28-16,9-5-37 0,3 0-39 0,1-3-47 0,5-4-44 15,2-3-46-15,1 1-44 0,-4-4-156 16,-2 0-453-16,0 0 202 0</inkml:trace>
  <inkml:trace contextRef="#ctx0" brushRef="#br0" timeOffset="132850.76">11324 7573 54 0,'-1'-10'230'16,"-3"2"-8"-16,-1 1-13 0,0 1-6 0,-4 2-12 0,1 1-9 16,-5 3-10-16,3 0-11 0,-10 6-13 0,3 3-6 15,-6 9-8-15,0 4-9 0,4 0-8 0,1-2-12 16,0 2-9-16,4-1-11 0,6-3-6 15,2-1-6-15,3 0-11 0,2-2-5 0,5 1-5 0,2-4-3 16,2 1-4-16,5 1-19 0,1-3-24 0,2-1-28 16,6-3-32-16,-2 0-31 0,6-2-30 15,-4-2-19-15,7-5-18 0,1 0-22 0,2-3-3 16,-6-1-8-16,2 2-126 0,-3-6-340 0,-6 5 150 0,0-2 1331 16,1-2-926-16,-5 0 26 0,2-2 30 0,-2-1 27 15,1-1 17-15,-6 0 22 0,1 0 14 16,-1 0 26-16,-3-3 22 0,-1 0 18 0,-2 5 8 0,-1-7 9 15,-1 8 11-15,-2-1 12 0,3 2 3 0,-3 3 4 16,0 6-5-16,0-12-11 0,0 12-16 0,2-7-14 16,-2 7-9-16,0 0-10 0,0 0-3 0,0 0-2 15,-13 24 1-15,10-13-11 0,-1 2-7 0,2-1-9 16,1 2-3-16,-1-6-6 0,2 6 2 0,2-4 10 16,1 1-23-16,1 1-2 0,0-3 3 0,3 1-7 15,0-1-1-15,2-3 2 0,2 0 3 0,1-1-5 16,-1-2-4-16,-4-3-1 0,6 0 1 0,-3 0-3 15,0-3-3-15,0 2-1 0,1-3-1 0,-1-4-4 16,1 4 2-16,-1-2 0 0,-2-2-3 16,0 0 2-16,-3-4-5 0,3 4 0 0,-4-4-1 0,1 2 6 15,-3-3-3-15,3 2 0 0,-2 1-4 0,-1-1 4 16,2 4 2-16,-2 0 5 0,0 1-6 0,-2 6-6 16,1-8 2-16,-1 8-9 0,0 0 1 0,8-3 2 15,-8 3 4-15,0 0-6 0,4 15-3 0,2-4 4 16,-9 0 1-16,8 0 3 0,-3 1-4 0,3 4 2 15,-1-4 0-15,0-1-1 0,0-1 1 0,1 1 4 16,5-1 0-16,-2-1 3 0,1-1 4 0,3-2 1 16,1 1-1-16,-2-3 4 0,7 0-4 0,-7-1 3 0,7-3-6 15,1-1-2-15,-6-1 5 0,-3 0-3 16,4-2 10-16,-2 0-13 0,-1-2 3 0,1 0 1 16,-2-1 1-16,0-1 0 0,-4-1-3 0,1-1-3 15,-2-2 8-15,-1 2 6 0,-2-1-15 0,0-1-3 16,1 1 3-16,-6-8 0 0,1 4-4 0,-1-3-3 15,0 6 8-15,-2-4-6 0,0 5-1 0,1 0 2 16,2 3 0-16,-4 2 2 0,6 6-2 0,-5-9 1 16,4 2-10-16,1 7 1 0,-4-6-3 0,4 6-3 15,0 0 2-15,0 0 5 0,0 0-4 0,0 0 4 16,0 0 2-16,0 0 0 0,0 0-1 0,27 13 3 16,-16-12 2-16,3 2 4 0,3-1 1 0,2-1-3 15,1-1 3-15,-7 2-1 0,1-1-1 0,3 2-4 16,-3-1 0-16,-2-1 0 0,-1 2 2 0,0-1-8 0,-2 0 7 15,-1 4 1-15,1 0 21 0,1 3-7 16,-4-1 10-16,1 2 5 0,-3 2 4 0,2-2 3 16,-2 3-5-16,-2 2-7 0,1 0 9 0,1-2-10 15,-4-1-33-15,0 5-30 0,0-5-30 0,0 4-34 16,0-2-40-16,0 0-59 0,0-3-69 0,4-1-296 0,-6 2-614 16,4-3 272-16</inkml:trace>
  <inkml:trace contextRef="#ctx0" brushRef="#br0" timeOffset="134169.12">12852 7867 135 0,'0'0'157'0,"7"4"-12"15,-7-4-26-15,0 0-3 0,0 0-11 16,0 0-11-16,-7 15-5 0,7-15-11 0,-4 10-6 0,1-4-21 15,1 1-30-15,2-7-38 0,-4 10-49 0,0-2-118 16,0-2-198-16,-2 3 88 0</inkml:trace>
  <inkml:trace contextRef="#ctx0" brushRef="#br0" timeOffset="136403.06">13895 8395 106 0,'0'0'186'0,"0"0"-15"0,0 0-12 0,0 0-13 15,0 0-13-15,-14-9-6 0,14 9-5 0,-9-3-8 16,9 3-9-16,-11-3-5 0,11 3-7 0,-13 0-3 15,3-1-10-15,-1 0-6 0,3 3-4 0,-2-2-7 16,-1 0-6-16,2 1-2 0,-3-1-5 0,12 0-2 16,-13 0-3-16,13 0-4 0,-10 0 1 0,10 0-4 15,0 0-5-15,0 0 1 0,0 0-6 0,0 0-3 16,0 0-2-16,0 0 0 0,40-2-7 0,-18-2 4 16,8 0-4-16,1 0-3 0,0 1-3 0,1-1-7 15,-3 2-14-15,-3-1-19 0,-5 3-21 0,-3 0-24 16,-2 0-39-16,0-2-22 0,-4 4-24 0,-5-2-26 15,1 1-114-15,-2 1-324 0,-6-2 144 0</inkml:trace>
  <inkml:trace contextRef="#ctx0" brushRef="#br0" timeOffset="136811.29">13975 8373 86 0,'0'0'189'0,"0"0"-3"16,-9-2-10-16,9 2-17 0,0 0-15 0,0 0-12 15,0 0-2-15,-6 9-4 0,6-1 0 0,-1 5 8 0,2 4-8 16,1 10-10-16,0-1 1 0,0 0-10 0,-2 3-8 16,3-1-7-16,1 1-4 0,-2-1-11 15,1 0-3-15,3-2-7 0,-2 1-3 0,-3-10-6 16,1 3-3-16,2-4-7 0,1 0-9 0,-3-1-2 16,1-3 0-16,1 0-4 0,-2-2-3 0,1 0-3 15,-1-1-1-15,0 1-5 0,-2-1 2 0,2-3-3 16,0 0-7-16,-2-6 3 0,0 12 2 0,0-12-3 15,-2 10-1-15,2-10-3 0,-6 7-3 0,6-7-5 0,-7 4-3 16,3-1-2-16,4-3 0 0,-12 0-8 0,3 0 7 16,9 0-2-16,-20-3-2 0,11 2 2 0,2 0 3 15,-2-3-4-15,0 2 3 0,9 2-2 16,-11-4-1-16,11 4 3 0,-14 0 1 0,14 0-3 0,-7-3 4 16,7 3 3-16,0 0-4 0,-6-5-4 0,6 5 3 15,0 0-3-15,0 0 2 0,0 0 4 0,0 0 1 16,23-4-6-16,-10 3 1 0,7 0-14 0,-4-1-5 15,4 0-14-15,1 2-19 0,0-2-21 0,7-1-27 16,-6 0-25-16,-3 2-27 0,3-3-26 0,-2 3-23 16,-5 1-143-16,3-1-377 0,-5 0 167 0</inkml:trace>
  <inkml:trace contextRef="#ctx0" brushRef="#br0" timeOffset="137051">14386 8742 44 0,'0'0'215'0,"0"-9"4"15,0 9-6-15,0 0-1 0,-2-11-17 0,2 11-8 16,0 0-15-16,-7-6-16 0,7 6-10 0,-13 1-7 16,13-1-8-16,-18 11-4 0,2 0-1 0,3 1-8 15,-3 1-6-15,3-1-5 0,-5 8-6 0,4-6-9 16,3 4-7-16,1-4-6 0,0-1-6 0,3 1-2 16,0-2-13-16,2-2-4 0,1 2-4 0,4-1-4 15,4-2-8-15,-1-1 0 0,4 0-10 0,2-3-12 16,4 0-25-16,8-2-10 0,1 0-26 0,5 0-23 15,0-3-24-15,2-2-37 0,-2 1-23 0,2 0-32 16,-2-3-30-16,-4 0-39 0,-4 0-128 0,2 1-412 16,-1-5 182-16</inkml:trace>
  <inkml:trace contextRef="#ctx0" brushRef="#br0" timeOffset="137215.43">14732 8699 168 0,'6'-12'248'0,"-3"10"-19"0,0-3-13 0,4 2-8 16,1-1-16-16,2 0-13 0,0 0-22 0,4 0-12 16,2 3-10-16,3-1-16 0,0-2-18 0,-1 2-37 0,0 4-45 15,-4-2-64-15,-3 1-63 0,1 0-74 0,-6 1-126 16,-6-2-333-16,8 5 148 0</inkml:trace>
  <inkml:trace contextRef="#ctx0" brushRef="#br0" timeOffset="137378.97">14723 8846 104 0,'0'0'217'0,"0"0"-10"0,0 0-9 15,0 0-15-15,0 0-17 0,0 0-17 0,23-3-14 0,-10 1-15 16,9 0-22-16,-3-2-16 0,8-2-32 0,0-1-32 16,2 0-17-16,2 2-28 0,4-2-39 0,4-3-32 15,-1 1-23-15,14 1-115 0,-17 0-256 16,0-1 113-16</inkml:trace>
  <inkml:trace contextRef="#ctx0" brushRef="#br0" timeOffset="137611.29">15521 8493 211 0,'2'-11'249'0,"-2"0"2"16,3 0-2-16,-3 2-7 0,2 0-3 0,0 3-11 16,-2 6-17-16,2-8-23 0,-2 8-18 0,1-7-18 15,-1 7-15-15,0 0 0 0,0 0 14 0,8 20-10 16,-4-3 4-16,-3 7-8 0,3 3-8 0,-3 0-19 15,1 1 0-15,-2 1-3 0,-6 0-16 0,4-1-5 16,-1-1-8-16,1-1-4 0,-2-3-15 0,3 2-4 16,1-5-3-16,-2-3-3 0,2 0-9 0,-1-2-37 15,1 1-33-15,1 1-26 0,-1-7-27 0,-1 1-24 16,1-1-29-16,-2-1-36 0,0-2-43 0,2-7-44 16,0 10-36-16,0-10-193 0,-5 8-529 0,5-8 233 15</inkml:trace>
  <inkml:trace contextRef="#ctx0" brushRef="#br0" timeOffset="137964.37">15545 8514 168 0,'15'-24'216'0,"2"2"5"16,-2 0 3-16,-2 8-8 0,1 3-8 0,0-1-13 16,0 3-19-16,-2 4-13 0,2 0-21 0,-3 3-13 15,2 1-14-15,-2 1-13 0,0 3-8 0,0 0-14 16,-3 1-4-16,-3 2-8 0,3 1-6 0,-3 1-5 15,-2 3-4-15,-1 0-8 0,-2 1 0 0,-4 3-7 16,3 1-1-16,-4-2-8 0,-3 3-9 0,4-2-13 0,-5 1-16 16,7-10-10-16,-2 6-10 0,-1-4-12 15,2 2-3-15,-1-2-13 0,3-1 1 0,1-7-1 16,1 12 3-16,2-7-4 0,1 0 4 0,1-1 6 16,1-1 8-16,-1 3 5 0,2-2 3 0,0 2-3 0,1-1 8 15,1 1 5-15,-1 0 2 0,-4-1 4 0,-1 0 4 16,4 1 6-16,-5-1 12 0,1 1 5 15,-3-6 22-15,0 12 4 0,0-12 5 0,-7 14-2 16,1-7 0-16,-3 0-1 0,0 1 1 0,-1-2-9 16,1 2 0-16,-4-1-6 0,3-2-1 0,0 0-21 0,-2-1-27 15,1 1-30-15,2-4-47 0,5 1-51 0,-4 0-229 16,8-2-413-16,0 0 182 0</inkml:trace>
  <inkml:trace contextRef="#ctx0" brushRef="#br0" timeOffset="138647.94">16042 8443 163 0,'6'-3'212'0,"5"-2"-16"0,0 1-20 0,5-3-19 16,1 4-9-16,0 1-17 0,2 0-13 0,-1 1-14 15,-1-1-7-15,-3 2-17 0,-2 1-21 0,-1 0-17 16,0 1-28-16,-4-2 3 0,-1 3-16 0,0 1-10 15,-6-4 1-15,8 4 7 0,-8-4 3 0,0 0 2 16,1 7-6-16,-1-7 7 0,0 0 6 0,-11 10 8 16,11-10 7-16,-5 4 5 0,5-4 2 0,-8 4 6 15,8-4-4-15,-5 9 7 0,1-3 1 0,-2 2 7 16,2 3 3-16,0 0 12 0,-1 5 3 0,1 0 3 16,0 1 5-16,-3 2 2 0,4 0-8 0,1-2-3 15,0 2-2-15,0 1-5 0,0-4-3 0,1 3-4 16,1-3-6-16,-4 0-6 0,3-2-4 0,0-2 0 15,-1 2-5-15,1-3-2 0,0 2-1 0,-2-4 0 16,1 2-4-16,-5-3-2 0,2 1-4 0,1-4 2 16,1 2-7-16,-4-1-5 0,2-2-6 0,-3 0-5 15,3 1-7-15,-1-3-2 0,6-2-3 0,-12 3 3 16,12-3-3-16,-10 1 1 0,10-1-2 0,0 0 1 16,0 0-3-16,0 0 0 0,-11-4 3 0,11 4-5 15,0 0 1-15,0 0 2 0,0 0 2 0,0 0 2 16,29-7 1-16,-19 7-1 0,4 0-4 0,4-3-3 15,1 2-17-15,3 0-9 0,5-1-10 0,2 1-20 16,1-3-19-16,-2 0-19 0,-1 1-10 0,1-1-15 16,-7 1-6-16,0-2 1 0,1 0 17 0,-4 0 12 0,-2 0 7 15,-3 1 6-15,-3-1 27 0,-1-2 21 0,-2 1 20 16,0 1 23-16,-3-1 25 0,0-2 25 0,0-2 18 16,-2 2 15-16,1-2 9 0,-2-2 11 15,1 4 3-15,-1 2 5 0,-1 6-1 0,1-13 8 0,-1 8 2 16,0 5 6-16,0-12-6 0,0 12-6 0,0 0-12 15,0-9-10-15,0 9-6 0,0 0 1 0,0 0 1 16,0 0 1-16,0 0 0 0,1 34-5 16,-2-17 0-16,-1 0-2 0,-1 4-3 0,0-2-8 0,1 1-1 15,-2 5-8-15,1-8-7 0,1 3-1 16,-1-3-7-16,2 1-5 0,1-3-4 0,-1-3-14 0,1-1-37 16,1-1-17-16,-1-2-21 0,1-3-18 15,-1-5-25-15,0 14-29 0,0-14-17 0,0 8-22 0,0-8-24 16,0 0-24-16,0 0-9 0,0 0-166 0,0 0-427 15,0 0 189-15</inkml:trace>
  <inkml:trace contextRef="#ctx0" brushRef="#br0" timeOffset="139016.44">16462 8790 99 0,'7'-17'157'16,"1"-2"-6"-16,4-2 5 0,2 5 7 0,7-4 9 16,1 4 6-16,2 3 15 0,-6 3-4 0,1 3-8 15,0 1-7-15,-1 3-10 0,0 2-8 0,2 1-9 16,-3 0-6-16,-3 1-11 0,-1 2-4 0,-3-1-15 15,0 3-8-15,0 1-4 0,-3-1-10 0,3 1-6 16,-5-1-7-16,2 2-9 0,-4 2 1 0,0-2-13 16,-2 2-7-16,-1 0 1 0,-2 0-4 0,-1 2-5 15,-3 0-9-15,-1-2-1 0,-5 4-2 0,0-2-5 16,3-2 1-16,-1 0-3 0,2 0-10 0,2-2-6 16,-1 2-6-16,1-2-8 0,2-1 1 0,4-6 7 0,-1 13-10 15,1-6 4-15,0-7 2 0,9 12 5 0,-3-5-8 16,1 1-1-16,0 0 3 0,5-2 3 15,-3 1-2-15,1 1 0 0,1 1-1 0,0-3 3 16,-1 0-2-16,0 1 4 0,-4-4 2 0,0 2-2 0,1 3-1 16,-3-5-4-16,1 0 6 0,-5-3 3 0,5 8-6 15,-5-8 3-15,0 0 0 0,-11 9 8 16,6-6-4-16,-6 1 1 0,-1-2 3 0,0 1-7 16,1-1 4-16,-5-1-2 0,4 0-3 0,-2 1-21 0,1-2-24 15,-2 0-44-15,-2-3-46 0,-1 0-89 16,5-1-70-16,-5-1-191 0,3-1-526 0,-2-1 234 0</inkml:trace>
  <inkml:trace contextRef="#ctx0" brushRef="#br0" timeOffset="139393.51">17522 8596 22 0,'0'0'262'0,"0"0"-23"0,0 0-20 0,0-7-18 0,0 7-14 15,0 0-12-15,8-3-12 0,-8 3-11 16,16 0-10-16,1 0-13 0,3 0-6 0,8 0-12 0,0 1-11 16,1 1-14-16,0-1-9 0,-8 1-24 0,-1-1-36 15,-1 1-39-15,-6-1-47 0,0 2-45 16,-2-2-47-16,-3-1-46 0,-2 0-108 0,-6 0-340 0,0 0 151 15</inkml:trace>
  <inkml:trace contextRef="#ctx0" brushRef="#br0" timeOffset="139587.31">17748 8469 118 0,'-2'-12'245'0,"-2"1"-13"0,1 3-10 16,1 1 4-16,2-2 0 0,0 9-6 0,-2-12-9 15,2 12-14-15,0 0-19 0,0-7-17 0,0 7-18 16,0 0-9-16,0 0-9 0,0 0 7 0,2 29 3 15,-1-11-10-15,-1 3-8 0,1 3-10 0,-3 2-14 16,-1 1-2-16,0-4-10 0,0 6-11 16,4-2-10-16,-4 1-15 0,2-2-37 0,-3-1-39 0,2 0-51 15,-2-2-48-15,1-4-77 0,0-4-82 0,1-3-206 16,0 0-534-16,0 0 236 0</inkml:trace>
  <inkml:trace contextRef="#ctx0" brushRef="#br0" timeOffset="140441.29">18712 8292 40 0,'-4'-5'212'0,"4"5"2"0,-4-9-14 0,4 9-4 15,-5-5-9-15,5 5-9 0,-3-8-6 0,3 8-9 16,0 0-9-16,-3-8-8 0,3 8-9 0,0 0-5 15,-4-4-10-15,4 4-7 0,0 0-7 0,0 0-11 16,0 0-7-16,-4-6-8 0,4 6-10 0,0 0-11 0,0 0-8 16,0 0-4-16,0 0-3 0,0 0-7 15,0 0-4-15,-1 24 1 0,1-11-5 0,1 2 1 16,-1 2-5-16,-1 2-2 0,-1 11 4 0,2-2 10 16,-5 0 1-16,4-3-2 0,0 3 2 0,-2-9-2 15,3 7 1-15,-2 1-3 0,-1-8-3 0,2-1-5 16,-1-1-2-16,1 2 1 0,1-3-6 0,0 1-5 0,0-5-1 15,-1 1-6-15,1-3-23 0,-3 2-22 0,3-2-31 16,-4-1-25-16,3-1-41 0,-3 1-55 0,3-3-34 16,-3 0-57-16,-2-2-170 0,6-4-487 0,-5 4 215 15</inkml:trace>
  <inkml:trace contextRef="#ctx0" brushRef="#br0" timeOffset="140620.07">18811 8529 2063 0,'9'-10'30'0,"0"5"-15"0,1-2-12 0,-1-1 2 0,1 4-5 16,3-7 3-16,-1 6 5 0,6-1 5 0,-1 2 7 15,2-2-5-15,2 1-3 0,6 1 6 0,3 2-6 16,-2-1 0-16,-1 0-22 0,-6 3-25 16,2 3-35-16,-2-6-33 0,-2 3-40 0,-1 0-40 0,-7 3-99 15,-3-6-304-15,-2 3 136 0</inkml:trace>
  <inkml:trace contextRef="#ctx0" brushRef="#br0" timeOffset="140807.16">19139 8351 114 0,'-3'-5'235'15,"3"5"-2"-15,-5-5-12 0,5 5-15 0,-5-6-22 16,5 6-17-16,0 0-15 0,0 0-1 0,0 0 4 16,-8 12 5-16,7 0-4 0,-2 3-8 0,1-2 1 15,-1 4-22-15,2 3-7 0,-2-2-5 0,0 9-15 16,0-3 2-16,2 2-11 0,-1-7-15 0,1 1-8 15,1-1-18-15,0 0-36 0,0-1-39 0,-1 1-40 16,2-3-52-16,0 0-55 0,2-3-63 0,-3-1-212 16,3-2-484-16,-1-1 214 0</inkml:trace>
  <inkml:trace contextRef="#ctx0" brushRef="#br0" timeOffset="141036.18">19425 8351 174 0,'1'-10'321'0,"0"2"-28"16,-1 0-24-16,0 8-27 0,3-10-29 0,-3 10-19 15,0 0-13-15,0 0 10 0,0 0-14 0,0 30-7 16,1-11-16-16,-3 9-11 0,2-2-12 0,-2 5-22 16,1-6-7-16,0 5-7 0,-2-2-8 0,1 3-6 15,2-5-10-15,0-1-26 0,0 0-23 0,0-6-34 16,-3 0-37-16,3-3-44 0,3 0-45 0,-3-4-47 15,0-1-49-15,-4-2-225 0,4 0-498 0,-1-4 220 16</inkml:trace>
  <inkml:trace contextRef="#ctx0" brushRef="#br0" timeOffset="141397.49">19482 8322 96 0,'5'-16'237'0,"3"2"-11"0,1 5-17 0,0 0-7 16,1 2-10-16,-1 1-20 0,4 2-17 0,-1 2-11 16,-2 1-17-16,4 2-9 0,-3 0-9 0,2 4-14 15,-3 1-6-15,1 0-11 0,-3 2-10 0,0-1-4 16,-3 4-5-16,2-1-5 0,-6 1-6 0,-1 0-6 16,0 2 1-16,-4-2-9 0,0 1-6 0,-2-1-10 15,-1-1-11-15,1-1-16 0,1 3-11 0,0-4-19 16,-2 0-17-16,4 0-3 0,-1-1-6 0,1-1-10 15,3-6 4-15,-2 9-3 0,2-9-2 0,0 0 9 16,6 13-3-16,-1-10 16 0,2 0 6 0,0 0 5 16,1 2 4-16,2 0 8 0,-3-2-2 0,-1 2 13 15,0-3 1-15,2 4 13 0,-3 0 9 0,-1-2 6 16,0 2 0-16,-2-1 9 0,0 2 9 0,-1 1 5 16,-1-8-1-16,-7 14 0 0,5-7-4 0,-2 0-3 15,0 0-3-15,-3 0-17 0,2-4-22 0,-1 2-37 16,6-5-50-16,-9 4-63 0,4-2-104 0,5-2-295 15,0 0 131-15</inkml:trace>
  <inkml:trace contextRef="#ctx0" brushRef="#br0" timeOffset="141612.37">20015 8209 180 0,'9'0'222'16,"3"0"-4"-16,-3 4 9 0,0 3-6 0,2 6-4 15,-3 2-12-15,1 9-1 0,-3 3-7 16,-2 1-12-16,0 4-12 0,-3 1-12 0,-2-1-19 16,-4 2-8-16,-2-2-15 0,1-1-5 0,-3 2-19 0,-5-3-8 15,0 0-4-15,-4-3-20 0,1-3-22 0,-4 1-31 16,-4-2-37-16,0-4-37 0,2 0-39 16,-7-3-58-16,2-5-52 0,-2 1-242 0,-2-5-494 15,1-1 219-15</inkml:trace>
  <inkml:trace contextRef="#ctx0" brushRef="#br0" timeOffset="141833.46">18667 8242 2621 0,'-29'-13'31'0,"11"4"33"15,-1 1-36-15,3 6-15 0,3 2-17 0,1 3 11 16,-5 8 9-16,0 7 7 0,3 3 12 0,0 7 5 15,-5 16 10-15,8 4 10 0,2-13 5 0,1 18-14 16,4-6-3-16,8 3-4 0,3 0-1 0,4-5-6 16,4-2-7-16,1-10-10 0,5 7-40 0,2-10-47 15,5-4-62-15,12 2-84 0,-8-9-270 0,15 0-522 16,-11-9 232-16</inkml:trace>
  <inkml:trace contextRef="#ctx0" brushRef="#br0" timeOffset="142223.9">20553 8258 181 0,'0'0'272'16,"0"0"-17"-16,0 0-17 0,0 0-19 0,0 0-22 15,-1-8-19-15,1 8-13 0,13-2-12 0,0-2-18 16,8 1-8-16,13-2-15 0,3 4-13 0,1-3-10 16,-1 2-12-16,1 1-24 0,-6-2-36 0,-10 2-31 15,-3-1-42-15,-4 2-42 0,-3-2-38 0,0 2-29 16,-5 0-22-16,-7 0-132 0,0 0-345 0,0 0 153 16</inkml:trace>
  <inkml:trace contextRef="#ctx0" brushRef="#br0" timeOffset="142566.97">20769 8213 137 0,'-7'-1'185'0,"7"1"-18"0,0 0-9 0,0 0 8 0,-11 8 0 16,8 1-3-16,-1 4 9 0,-4 6 2 15,3 6-9-15,-3-2-6 0,1 4-12 0,-1 4-9 16,2-1 2-16,2 2-11 0,0-1-9 0,0 1-16 16,0-2-8-16,0-1-6 0,3 3-11 0,-1-6-6 0,0-2-6 15,1-3-10-15,1-4-2 0,0-1-6 0,0-3-9 16,0 1-1-16,1-4-2 0,-1 1-5 15,2-4 0-15,-4 1-8 0,2-8-11 0,0 11 2 16,0-11-2-16,-2 10-6 0,2-10-8 0,-8 3-9 0,2-3-3 16,6 0-3-16,-17 0-5 0,7 0-2 0,0-1 10 15,-2-4-7-15,1 5 3 0,0-3 1 16,0-2 2-16,2 2 1 0,2 0-1 0,0 1 4 16,7 2 2-16,-12-2-1 0,12 2-2 0,-7-1 2 0,7 1-1 15,0 0 5-15,-8-4-1 0,8 4-2 0,0 0 3 16,0 0 2-16,0 0 4 0,0 0-1 15,27 4 2-15,-5-3-2 0,6-1-5 0,1-1-8 16,2-1-13-16,3 2-25 0,1-1-28 0,-1-2-39 0,5 1-46 16,0-1-49-16,-7 0-199 0,-1-3-445 0,0 1 197 15</inkml:trace>
  <inkml:trace contextRef="#ctx0" brushRef="#br0" timeOffset="143092.24">21208 8610 126 0,'0'0'197'0,"-7"-14"5"15,1 9 1-15,6 5-3 0,-9-7-7 0,0 4-8 16,0 3-12-16,-1 0-7 0,0 2-10 0,-3 1-1 16,-3 7 6-16,1 2-11 0,0 2-4 0,-2-1-9 15,-1 6-4-15,0 0-5 0,6-5-22 0,0 3-8 16,3 0-13-16,4-5-3 0,1-2-4 0,0 6-15 16,3-2 1-16,1 0-11 0,5-4 1 0,0-1-12 15,3-1-16-15,1 0-18 0,6 1-26 0,-2-3-13 16,0-2-20-16,6 0-17 0,-1-2-10 0,0 0-13 15,1-1-10-15,0-1-2 0,-6-1 0 0,6 0-2 16,-6-1 4-16,5-2 5 0,-5 1 13 0,2-1 8 16,0-3 8-16,-2 1 7 0,1-4 6 0,1 1 2 15,-4-1 12-15,-1 4 12 0,0-2 16 0,-2 3 13 16,-2-4 22-16,-1 3 9 0,-2 1 14 0,2 1 5 16,0-1 7-16,-5 5 2 0,6-7-1 0,-6 7 4 15,3-6 5-15,-3 6 1 0,4-7-1 0,-4 7 2 16,2-4-3-16,-2 4-2 0,0 0 1 0,0 0-3 15,4-7-3-15,-4 7 2 0,0 0-13 0,0 0 9 16,0 0-4-16,0 0-1 0,0 0-5 0,0 0 0 0,0 0-2 16,5-5-1-16,-5 5-6 0,0 0 0 15,0 0-6-15,0 0-3 0,0 0-2 0,0 0-7 16,0 0 4-16,0 0-5 0,0 0-1 0,0 0-3 0,0 0 1 16,0 0-4-16,0 0 9 0,0 0-13 0,0 0 1 15,0 0-4-15,0 0 4 0,0 0-4 0,0 0-4 16,0 0-5-16,0 0 3 0,0 0-5 0,0 0-2 15,0 0 5-15,0 0-18 0,0 0 3 0,0 0-3 16,0 0 4-16,0 0-6 0,0 0-7 0,0 0-8 16,0 0-11-16,0 0-8 0,0 0-13 0,0 0-18 15,0 0-24-15,0 0-42 0,0 0-49 16,0 0-37-16,-15 15-233 0,15-15-510 0,-8 1 226 0</inkml:trace>
  <inkml:trace contextRef="#ctx0" brushRef="#br0" timeOffset="143740.26">21463 8609 222 0,'0'0'262'0,"0"0"-8"16,2-6-7-16,-2 6-14 0,0 0-17 0,0 0-23 16,0 0-13-16,0 0-14 0,0 0-1 0,0 0-7 15,-9 19-8-15,7-6-8 0,-3 1-5 0,1 4-3 16,1-2-5-16,1 2-11 0,1 2-6 15,-2-2-5-15,0 2-9 0,0-1-7 0,2-1-12 0,1-1-1 16,-3-1-9-16,2 1-11 0,1-2 13 0,0-3-24 16,-1 0 1-16,1 2-1 0,0-5-11 0,-2 1-6 15,4-3-18-15,-4 1-21 0,2-8-22 0,2 9-20 16,-2-9-14-16,0 0-14 0,-2 8-8 0,2-8-17 16,0 0-13-16,0 0-16 0,0 0-13 0,0 0-9 15,0 0-6-15,0 0-3 0,8-23-7 0,-5 14-1 0,-2-3 12 16,0 2 10-16,2-7 17 0,-3 1 15 0,1-2 11 15,0-2 16-15,2-6 13 0,-3 6 20 16,1 2 20-16,2-7-6 0,-2 6 29 0,4 1 18 0,-2-1-2 16,-1 4 35-16,2 4 9 0,1-1 8 0,2 2 5 15,-1 0 12-15,4 2 14 0,-2 0 0 16,3 1 8-16,3 1-3 0,-1 4 3 0,5-2-1 16,-1 3 1-16,2 1-6 0,-1 3 0 0,-6-1-3 0,6 0-2 15,-5 4-1-15,4 1-4 0,-6 0 1 0,0-1-9 16,-1 0-9-16,-3 2-3 0,-1 0-6 0,-3 0 1 15,1 1-11-15,-2 1 1 0,-4 1-7 16,-2-3 3-16,1 2-5 0,-4 2-3 0,-1-2 5 0,-3 3-10 16,1-2-3-16,-2 0-8 0,2-4-11 0,2 0-12 15,2-1-15-15,-2 1-7 0,3 2-7 0,3-6-2 16,-1 3 2-16,3-6 5 0,0 10 3 0,0-10 2 16,8 9 4-16,-2-5-1 0,0 2 5 0,3-2 3 15,-1 3-1-15,5-3 3 0,-5 3 0 0,-1 1 2 16,1-1 2-16,-1 0 0 0,-1-2 5 0,-1 1 0 15,0 0 2-15,-1-1-1 0,-2 2 7 0,2-2 6 16,-4-5 8-16,1 12 12 0,-1-12 2 0,-7 9 7 16,0-4-2-16,0 0-3 0,-6 0-2 0,0-1-2 15,2 0-4-15,-2-2-4 0,1 2 1 0,1 0-11 16,-1-3-26-16,1-1-28 0,-1 0-34 0,3 0-54 16,9 0-60-16,-14-3-52 0,7-1-191 0,3-1-472 15,0-2 209-15</inkml:trace>
  <inkml:trace contextRef="#ctx0" brushRef="#br0" timeOffset="144069.37">21897 8671 13 0,'7'-3'237'0,"-7"3"-19"16,0 0-8-16,0 0 4 0,5 10 3 0,-5-2 6 0,-1 1-4 15,0 3-14-15,0 0-10 0,-1 5-15 0,2-1-11 16,2 0-11-16,-1 0-7 0,1 0-18 15,2-4-2-15,1-2-13 0,2 3-6 0,-1-3-14 16,3-1-3-16,1 0-5 0,4-3-6 0,5 2-1 0,1-3-4 16,-1-3-14-16,1-1-1 0,-1-1-8 0,2 0-4 15,-2-4 1-15,-6 0 3 0,5-1-2 0,-7 0-1 16,1-2-2-16,-2-2 4 0,0 0-6 16,-1 0-10-16,0-5-9 0,-3-4 8 0,-2-1-12 15,-1 1 5-15,-3 0-11 0,-1 0 3 0,-3-1-8 16,-2 2 2-16,-2-2-4 0,0 4-2 0,-1-1 2 0,-4 5-12 15,4 2-19-15,-1 1-16 0,-8 4-20 0,1 2-18 16,-4 0-24-16,-6 9-33 0,0 2-28 0,0 1-51 16,3 1-56-16,7 0-60 0,3-1-204 0,0 0-570 15,4-2 253-15</inkml:trace>
  <inkml:trace contextRef="#ctx0" brushRef="#br0" timeOffset="146268.9">14474 9867 56 0,'-13'-4'166'0,"13"4"-3"15,-12-2-3-15,6 2-8 0,6 0-7 16,-11-2-8-16,11 2-7 0,-10-1-15 0,10 1-12 0,0 0-7 16,0 0-9-16,-8 0-13 0,8 0-6 0,0 0-1 15,0 0-10-15,0 0-4 0,0 0-5 16,29 3-3-16,-7-3-3 0,5-2-6 0,5-1-4 0,1-1-7 16,-1 2 1-16,1-2-1 0,-1 2-19 0,-3 2-20 15,-9 0-23-15,-2-2-34 0,-5 2-29 0,-1 0-18 16,-1 0-29-16,-3 0-125 0,-8 0-294 0,12 0 131 15</inkml:trace>
  <inkml:trace contextRef="#ctx0" brushRef="#br0" timeOffset="146660.99">14673 9842 51 0,'0'0'185'0,"0"0"-2"15,0 0-4-15,-8-3-20 0,8 3-20 0,0 0-6 16,0 0 2-16,0 0 4 0,-1 20-3 0,1-8-2 15,0 5-7-15,-1 4-8 0,-3 6-11 0,-1 2-11 16,5 1-6-16,-2 1-5 0,0-2-11 0,0 0-5 16,0-2-3-16,4 1-8 0,-1-3-6 0,1-1 0 15,1-5-7-15,-1 0-5 0,2-3-4 0,1 0-3 16,-3-3-5-16,3-2-1 0,-1 1-4 0,-2-2 0 16,1 0-2-16,-1-2-1 0,1-3-6 0,0 1 1 15,-3-6-3-15,3 10-2 0,-3-10-1 0,2 6 0 16,-2-6-2-16,0 0-11 0,0 0-6 0,-5 9-2 15,5-9-3-15,-11-2-5 0,11 2-3 0,-18-3 9 16,8 1-11-16,0-1-1 0,-1 1 1 0,-2-1 6 16,3 1 3-16,-2 0-1 0,2 0 1 0,-3 0 2 15,2 0 3-15,4 1-1 0,7 1 1 0,-11-1 1 16,11 1 0-16,-9-2-1 0,9 2 1 0,-9 0 2 16,9 0-1-16,0 0 5 0,0 0-5 0,0 0 3 0,0 0-2 15,0 0-8-15,38 0-8 0,-21 0-14 16,4 0-18-16,2-3-28 0,8 1-24 0,0-2-33 15,-2 1-19-15,3-4-19 0,-1 6-127 0,-3-4-328 16,0-2 146-16</inkml:trace>
  <inkml:trace contextRef="#ctx0" brushRef="#br0" timeOffset="147235.47">15040 10207 123 0,'2'-8'197'0,"-2"8"0"15,3-5-2-15,-3 5-1 0,0 0-12 0,0 0-20 0,3-8-19 16,-3 8-13-16,0 0-13 0,0 0 1 0,0 0 2 15,3 21-1-15,-3-7-8 0,2 1-4 0,-1 2-7 16,-2 1-8-16,1 1-8 0,0-2-9 0,1 2-4 16,-1-2-5-16,0 1-9 0,4-2-6 15,-4-1-2-15,0-3-6 0,2 1-4 0,0-2-4 16,-2 0-5-16,1-4-8 0,0 1-11 0,-1-1-19 0,0-7-13 16,2 12-11-16,-2-12-19 0,1 7-12 15,-1-7-12-15,0 0-6 0,0 8-9 0,0-8-23 0,0 0-17 16,0 0-8-16,0 0-11 0,0 0 11 0,0 0 17 15,0 0 11-15,-9-26 14 0,7 15 4 0,0 0 27 16,2-6 11-16,0-1 11 0,0-1 20 0,0-5 3 16,0 5 17-16,0-7 16 0,4 0 3 0,1 3 9 15,-1 4 18-15,1 2 8 0,0 1 11 0,1 0 4 16,1 6 7-16,-1 1 1 0,1-1 0 0,2 3-9 16,-3 4 3-16,3-2 0 0,4 4 0 0,-2 1 0 15,1 3 4-15,-2-2-5 0,3 4 0 0,-2 2-5 16,1 0-4-16,-2 1-4 0,-1 0-2 0,4 3-7 15,-5-1-3-15,-2-1 3 0,0 0-5 0,0 1-6 16,-3 0-1-16,1-2-5 0,-3 2 6 0,2 0-11 16,-3-1-1-16,0-2-5 0,0-7 3 0,-4 13-5 15,1-6 2-15,3-7-8 0,-2 10-10 0,2-10-8 16,-4 6-5-16,4-6-5 0,0 8-7 0,0-8-2 16,0 0 5-16,2 10 0 0,-2-10 1 0,6 7 2 15,-1-4 2-15,-1 1 2 0,1-1 1 0,1 2-3 16,-2 0 8-16,0 0 0 0,2-1-1 0,-1 3 2 0,-3-1-1 15,3 2 3-15,-4-2-2 0,3 0 3 16,-2 0 3-16,-2-6 7 0,0 13 6 0,-2-7 5 16,-3 0 2-16,0 1-5 0,-1-1 3 0,-1 1-3 15,-1-1 0-15,-1-2-9 0,-1 2-14 0,1-1-17 16,1-3-17-16,0 1-33 0,8-3-40 0,-8 3-37 0,8-3-51 16,-17-1-152-16,17 1-387 0,0 0 170 15</inkml:trace>
  <inkml:trace contextRef="#ctx0" brushRef="#br0" timeOffset="147406.04">15553 10249 125 0,'6'-2'188'0,"-6"2"-16"0,15-2-22 15,-8 2-11-15,-7 0-13 0,13 1-13 0,-3 0-14 16,-3 2-40-16,2-1-37 0,0 0-42 0,2 1-57 15,-4-1-106-15,1-1-198 0,-1 3 88 0</inkml:trace>
  <inkml:trace contextRef="#ctx0" brushRef="#br0" timeOffset="147561.17">15602 10364 54 0,'0'0'198'0,"-8"4"-4"15,8-4-5-15,-6 4-11 0,6-4-16 0,0 0-13 16,-4 5-11-16,4-5-7 0,0 0-13 0,0 0-11 15,13 7-9-15,-4-6-16 0,1 1-34 0,2 0-25 16,7-1-37-16,1-1-52 0,9-4-40 0,3 2-32 16,-1-1-120-16,3-3-279 0,2-2 124 0</inkml:trace>
  <inkml:trace contextRef="#ctx0" brushRef="#br0" timeOffset="147910.34">16138 10151 146 0,'-3'-4'266'0,"3"4"-14"0,-5-7-17 16,5 7-20-16,0 0-13 0,0 0-7 0,0 0 0 16,-15 10-4-16,10-1-5 0,0 3-19 0,-1 3-13 15,0 3-11-15,1 0-11 0,1-1-1 0,0 1-25 16,3 0-5-16,2-2-13 0,1-3-8 0,0 0 11 16,7-1-24-16,-4 0 0 0,4 1-5 0,4-3-6 15,4-2-6-15,-2-1-4 0,4-2 1 0,1-3-3 16,0 1-7-16,0-2-3 0,0-2 3 0,-4-1-11 15,3 0-1-15,-2-4-3 0,-3 2 4 0,-3-2-4 16,2 1 1-16,0-6-1 0,-4 4-5 0,0-4 3 16,-3-1-11-16,1 1 6 0,-4-6-4 0,0 1 9 15,-3-1-10-15,-3 2-3 0,1-1-1 0,-3-2-5 16,-3-1-1-16,-1 3 4 0,-1 1-5 0,-2 1 1 16,0 2-2-16,-1 2 4 0,0 5-6 0,1-3-1 15,-5 4 2-15,4 3 2 0,-6 1-30 0,2 1-15 16,-2 6-16-16,1-2-34 0,-2 2-26 0,3 4-43 15,2-1-65-15,3-2-64 0,-2 5-215 0,8-4-550 16,0-1 244-16</inkml:trace>
  <inkml:trace contextRef="#ctx0" brushRef="#br0" timeOffset="149071.81">17140 10180 40 0,'-9'0'191'0,"9"0"2"0,-14 0-2 0,14 0-7 16,-10-2-12-16,10 2-12 0,0 0-13 0,-8 0-17 15,8 0-11-15,0 0-13 0,0 0-5 0,0 0-7 16,0 0-8-16,31-1-7 0,-11 1-5 0,7-2-13 15,2 2-3-15,3-4-6 0,0 2-4 0,-1 1-6 16,-3 0-28-16,0-1-22 0,-7 2-27 0,0 0-40 16,-2 2-33-16,-1-2-35 0,-2 1-40 0,-6 2-116 15,0-1-323-15,-1 0 143 0</inkml:trace>
  <inkml:trace contextRef="#ctx0" brushRef="#br0" timeOffset="149252.1">17271 10314 168 0,'-7'5'175'0,"-2"0"-14"0,4-2 8 16,5-3-9-16,-4 8-7 0,4-8-11 0,0 0-11 15,11 8-10-15,1-5-12 0,5-1-10 16,4-1-11-16,9-1-8 0,-1-1-32 0,3-1-28 0,0 1-23 16,0-2-24-16,1 0-30 0,-1-1-39 15,0-2-30-15,-4 1-127 0,-6 1-274 0,6-3 122 16</inkml:trace>
  <inkml:trace contextRef="#ctx0" brushRef="#br0" timeOffset="149548.91">17579 9994 28 0,'-12'-4'214'0,"4"1"-22"0,0 2-15 0,3-2-15 16,5 3-13-16,0 0-2 0,0 0-2 0,0 0-6 15,0 0-8-15,32 13-6 0,-4-4-11 0,4-1-7 16,0 2-13-16,1 0-8 0,1 3-4 0,-1-1-6 16,-5 3-6-16,-1 2-4 0,-2 0-6 0,-3 3-2 15,-3 0-11-15,-5 2-2 0,-2 3 6 0,-5-2-9 16,-3 3-2-16,-2-1 8 0,-6 0-7 0,0 1-4 16,-4-2-3-16,-3 0 0 0,-1 0-3 0,1-2 2 15,-2-6-3-15,-4 4-2 0,5-5-1 0,0-1-4 16,-2-1-1-16,4-1-4 0,-2-1-3 0,1-2-26 15,3 0-25-15,2-2-36 0,-2 0-46 0,3-2-61 16,3-1-52-16,2-4-173 0,0 0-437 0,0 0 194 16</inkml:trace>
  <inkml:trace contextRef="#ctx0" brushRef="#br0" timeOffset="150119.13">18606 10053 2873 0,'0'-7'37'0,"0"7"-5"0,0-13-9 0,0 13-5 0,1-10-10 15,-1 10-7-15,4-8 5 0,-4 8-3 0,12-5-3 16,-1 2 0-16,7-3 2 0,0 1-2 16,2-1 1-16,3 4-12 0,3 1-22 0,2 1-10 0,-9 0-17 15,1 0-10-15,-3 1-17 0,-3 1-19 0,-3 1-18 16,0-2-1-16,0 0-2 0,-6 0 5 0,-5-1-9 15,9 1 23-15,-9-1 19 0,0 0 6 0,0 0 11 16,0 0 13-16,0 0 18 0,0 0 20 0,0 0 14 16,-25 6 0-16,25-6 20 0,-11 0 16 0,5 1 10 15,6-1 13-15,-11-1 11 0,11 1 5 0,-8 1-1 16,8-1-1-16,0 0 0 0,-10 5-5 0,6 0 17 16,0 5 7-16,0 1 3 0,2 0-5 0,-3 8 5 15,2-1-6-15,0 8-3 0,2 1 0 0,0-2-4 16,2 2-16-16,-2 0 3 0,1-9-12 0,0 9-2 15,2-1-5-15,-2-7-5 0,2 0-1 0,-1 0 1 16,-1-1-6-16,1-1-5 0,2-1-2 0,-1-5 3 16,1 2-5-16,-2-2 0 0,3-1 4 0,-4 1-11 15,1-3-1-15,-1-2 0 0,0-6-3 0,2 11 4 0,-2-11-1 16,-3 8-4-16,3-8-4 0,-9 8-11 16,1-5-6-16,-1-3 0 0,-3 2-3 0,-1-2 0 15,1-2 1-15,0 2 2 0,1-3-1 0,-3 0 2 16,5 1 3-16,2-1-1 0,7 3 2 0,-14-2-1 0,7-1 3 15,7 3-3-15,-7-3 3 0,7 3-1 0,0 0-2 16,-7-2 3-16,7 2 1 0,0 0 2 16,0 0 0-16,0 0 5 0,22-1 7 0,-8 1-6 15,0 0-1-15,8-1-2 0,6-1-3 0,3 0-9 16,1 0-24-16,3 0-15 0,1 0-23 0,4-1-20 0,-3 3-31 16,-3-4-31-16,1 1-42 0,-3-1-15 0,0 2-184 15,-12 1-426-15,7-3 188 0</inkml:trace>
  <inkml:trace contextRef="#ctx0" brushRef="#br0" timeOffset="150326.12">19338 10319 129 0,'0'0'207'0,"0"0"1"0,-9-5-1 16,9 5-6-16,-15 1-7 0,15-1-3 0,-23 9-8 16,7 0-2-16,0 3-3 0,-1-1-5 0,1 2-7 15,1 2-2-15,3-2-11 0,0 0-10 0,3 2-9 16,3-4-10-16,-2 4-17 0,4-5-8 0,3 1-11 15,0 0-4-15,2 0-11 0,4-1-6 0,3 0-21 16,1-2-27-16,6 0-32 0,4 2-32 0,0-5-32 16,8 1-50-16,3-4-53 0,-1 0-52 0,2-2-42 15,0-3-155-15,3 2-464 0,-3-3 205 0</inkml:trace>
  <inkml:trace contextRef="#ctx0" brushRef="#br0" timeOffset="150620.57">19831 10314 196 0,'0'0'257'16,"4"-5"-12"-16,-4 5-24 0,7-6-20 0,-7 6-23 15,10-6-18-15,-3 5-13 0,4 0-13 0,0 1-20 16,1-1-11-16,-1 3-31 0,3 1-31 0,-2-2-41 0,-2 2-39 16,0 1-28-16,-2-1-22 0,-2 0-11 0,-2 2-12 15,1 0 1-15,-5-5 4 0,1 12 2 16,-1-12 19-16,-6 11 24 0,2-7 20 0,-1 2 27 0,-3 2 29 15,2-1 27-15,-3-3 15 0,1 3 23 0,3-3 2 16,-2 4 9-16,0-3 8 0,2-1-5 0,5-4-3 16,-8 6 1-16,6-1-1 0,2-5-3 15,-4 7 3-15,4-7-5 0,0 7-3 0,0-7-8 16,8 7-5-16,-2-5-7 0,3 0-6 0,1 1-17 16,1-1-31-16,2 0-41 0,6-1-60 0,0 1-70 15,0-4-224-15,1 1-419 0,2-1 185 0</inkml:trace>
  <inkml:trace contextRef="#ctx0" brushRef="#br0" timeOffset="151553.29">20766 9949 244 0,'0'0'248'0,"0"-13"-3"0,0 13-7 0,1-10-16 15,-1 10-23-15,0 0-16 0,0-8-27 16,0 8-11-16,0 0-10 0,0 0 3 0,0 0-2 16,10 29-7-16,-6-11 0 0,1 7-2 0,-1 0 0 0,-2 5-8 15,1-3-2-15,0 1 2 0,-1-1-7 16,1 0-4-16,-1-1-13 0,-1 1 1 0,2-2-6 16,-3-7-11-16,2 1-6 0,0 0-12 0,-2 0 2 0,1-2-9 15,0-2-8-15,1 2-11 0,-1-2 5 0,-1-3-2 16,1-1-6-16,-1-2-31 0,-1 1-37 0,1-2-31 15,-1 1-23-15,-1 0-22 0,2-9-42 0,0 10-44 16,0-10-43-16,-1 7-54 0,1-7-203 16,0 0-539-16,0 0 238 0</inkml:trace>
  <inkml:trace contextRef="#ctx0" brushRef="#br0" timeOffset="151728.47">21067 10129 59 0,'10'-2'197'16,"3"-2"-9"-16,-3 1-8 0,9 1-11 0,-2-1-23 16,4 2-7-16,-1 2-18 0,8-2-8 0,-7 2-10 15,2-1-13-15,-3 2-29 0,-1 1-31 0,0 0-37 16,-6 1-43-16,2-2-40 0,-4 2-34 0,-5-1-98 16,2 0-239-16,-8-3 107 0</inkml:trace>
  <inkml:trace contextRef="#ctx0" brushRef="#br0" timeOffset="151927.16">21261 10069 12 0,'-3'-4'244'0,"0"-3"2"0,3 7-1 0,-10-7-11 15,7 4-16-15,3 3-14 0,-4-6-25 0,4 6-18 16,0 0-7-16,0 0-3 0,0 0-6 0,-6 14-1 16,5-5-7-16,0 4-12 0,1-1-4 0,-3 5-9 15,3 1-8-15,1-1-8 0,-1 2-8 0,0 0-7 16,0 0-6-16,2 1-13 0,-1-2-5 0,1 2-20 15,1-2-40-15,-1-2-37 0,2 2-35 0,-1-1-43 16,-1 0-59-16,2-5-63 0,0 0-224 0,0-1-502 16,3-3 223-16</inkml:trace>
  <inkml:trace contextRef="#ctx0" brushRef="#br0" timeOffset="152187.24">21673 10058 2403 0,'9'-25'60'0,"-4"7"78"16,-1 7-27-16,0-2-10 0,-1 4-7 16,-1 3-13-16,0 1-14 0,-2 5-12 0,3-11-15 15,-3 11 7-15,0 0 16 0,0 0 29 0,0 0 14 16,2 31 5-16,-3-12 2 0,1 6-2 0,-4 2-11 0,3 2-20 16,1 2 20-16,-1-2-22 0,-1 0-7 15,2-2-13-15,-2 2 3 0,4-3-10 0,0 2-5 16,-6-4-6-16,6 1 0 0,-2-6-5 0,0-2-13 0,0-2-25 15,2 2-36-15,-1-2-27 0,0-4-45 0,-1-2-35 16,0 3-34-16,0-3-49 0,0-1-44 0,0-8-49 16,-2 9-213-16,2-9-579 0,-7 5 257 0</inkml:trace>
  <inkml:trace contextRef="#ctx0" brushRef="#br0" timeOffset="152590.34">21683 10053 1956 0,'5'-27'33'0,"0"8"21"0,4-5-17 0,-2 9 0 16,-1 0 0-16,3 1 1 0,1 4 8 0,3-4-2 15,4 2 6-15,-1 0 5 0,2 3 10 0,-1 4-10 16,2-1 0-16,-6 0-10 0,5 2-2 0,-6 4-2 16,2 0-7-16,-2 2-2 0,1 3-4 0,-6-2-4 15,1 1 4-15,1 1-8 0,-3 1 0 0,-4 2 0 16,-1-1-4-16,-2 5-1 0,-3-1 0 0,-5 2-4 15,1 2 1-15,-2-2-3 0,-1-1 2 0,2-2-9 16,1-1-6-16,-2 5-12 0,1-4-8 0,2-1-5 16,2 1-6-16,1-3-11 0,3 0 10 0,0 0-2 15,1-7 3-15,2 11 2 0,2-5 4 0,1-1 1 16,2 0 4-16,2 0 1 0,1 0 2 0,-1-2 2 16,1 0 5-16,0 2 0 0,2-3 0 0,-2 2-1 15,-2 1 3-15,2-1 1 0,-1 2 6 0,-5-2-2 16,2 2-1-16,-3-3-2 0,-3-3 8 0,2 14 2 0,1-9 1 15,-5 3 8-15,2-8 3 0,-6 13-6 16,2-5 5-16,-1-2-2 0,0 2 1 0,-3-1-1 16,2 0 0-16,-2-1-2 0,2 2-20 0,-2-3-29 15,0-1-35-15,3 0-42 0,5-4-56 0,-12 5-175 0,12-5-377 16,-11-1 168-16</inkml:trace>
  <inkml:trace contextRef="#ctx0" brushRef="#br0" timeOffset="152825.07">22233 9800 219 0,'10'-6'245'0,"3"2"-17"16,-2 3-6-16,1 2-5 0,2 3-2 0,-1 5-4 16,0 2-15-16,-1 4-3 0,2 11-12 0,-2 2-14 15,-6 5-8-15,-2 1-14 0,-4-1-14 0,-3 3-18 16,-3-1-7-16,-1-2-11 0,-3 12-9 0,-1-13-10 15,-1 1-4-15,-2-4-8 0,-1 2-20 16,-3-3-23-16,-4-3-20 0,-1 1-21 0,-5-1-25 0,1 0-26 16,-12 4-35-16,5-9-49 0,-1-4-50 0,-13 2-47 15,0 0-174-15,0-2-461 0,11-6 205 0</inkml:trace>
  <inkml:trace contextRef="#ctx0" brushRef="#br0" timeOffset="153101.44">20475 9826 166 0,'-17'-3'242'0,"-3"6"-16"0,-7 3-17 16,-3 8-5-16,-15 11-2 0,7 7-13 0,2 4-2 15,3 2-8-15,1 5-11 0,10 2-7 0,2 1-12 0,9 2-16 16,6 0-9-16,8-2-15 0,5 0-6 16,12-2-13-16,7-1-5 0,5-2-8 0,9-3-7 15,6-3-8-15,5-2-27 0,7-7-36 0,29 5-35 0,-24-14-54 16,27 2-59-16,-26-13-69 0,-1-1-228 0,28 0-484 16,-32-4 215-16</inkml:trace>
  <inkml:trace contextRef="#ctx0" brushRef="#br0" timeOffset="153380.04">22806 9791 53 0,'-5'-8'270'0,"5"8"-13"16,-2-6-18-16,2 6-14 0,0 0-23 16,0 0-19-16,12-12-16 0,-1 9-15 0,7-1-17 15,1 1-15-15,12-3-9 0,-2 3-9 0,3 0-12 0,0-1-9 16,-3 2-17-16,2-2-21 0,-3 3-28 0,-8-2-26 16,-3 3-31-16,-4 0-38 0,-2-1-21 0,-3-1-36 15,0 2-22-15,-8 0-19 0,6-3-123 0,-6 3-324 16,0 0 143-16</inkml:trace>
  <inkml:trace contextRef="#ctx0" brushRef="#br0" timeOffset="153715.99">23107 9720 513 0,'0'0'-2'0,"-16"0"20"16,9 0 16-16,7 0 12 0,-16 0 16 0,16 0 17 16,-10 0 9-16,10 0 10 0,-9 2 7 0,9-2 2 15,0 0-5-15,-10 0-10 0,10 0 11 0,-5 7 15 16,5-7 0-16,-4 16 0 0,1-5 5 0,2 6 1 16,-1 2-7-16,-2 8 4 0,3 3-9 15,2-1 5-15,-1 2-9 0,0-1-7 0,-1 0-5 0,1 1-7 16,1-2-7-16,-2 0-5 0,2-2-10 0,-1 1-7 15,0-2-2-15,0-7-11 0,0 0-3 0,0-2-3 16,0-2-5-16,2-3-2 0,-2 0 10 0,0-2-22 16,-2 0-7-16,1-2-7 0,-1-1-7 0,2-7-8 15,-10 9-6-15,2-5-12 0,-3 0-11 0,1-2-2 16,-4-2-4-16,-6-4 6 0,1 2 8 0,1-3-4 16,1 3 5-16,-1-4 3 0,5 2 1 0,1-1 5 15,0 0-2-15,3 2 9 0,1 1 2 0,1-2 5 16,0 1 4-16,7 3-2 0,0 0 4 0,-5-5 1 15,5 5 4-15,0 0 3 0,0 0-2 0,0 0 4 16,41 8-4-16,-23-7 1 0,2 2-7 0,8-2-8 16,1 1-21-16,5-1-21 0,0-1-27 0,2 0-35 15,3 0-32-15,0-2-41 0,-2 0-22 0,-2-2-21 16,-2 1-139-16,-3-2-395 0,-1 1 175 0</inkml:trace>
  <inkml:trace contextRef="#ctx0" brushRef="#br0" timeOffset="153913.01">23417 10180 50 0,'9'-9'134'16,"-4"-1"8"-16,1 0 13 0,-4 1 4 0,1-2 15 15,-1 2 9-15,0 0-5 0,-2 9 4 0,0-12-1 16,0 12-6-16,-2-10-5 0,2 10-11 16,-4-6-15-16,4 6 0 0,0 0-1 0,-16 9 11 0,6 0 7 15,-2 3 12-15,-1 4-17 0,-1 3-16 16,3-2-15-16,1 1-10 0,1 4-12 0,2-3-7 0,4 0-5 16,1 0-14-16,2-1-1 0,2-3-13 0,4 2-5 15,1-2-34-15,2-1-32 0,3-2-29 0,1 0-29 16,3-2-28-16,1-2-26 0,2-1-27 0,8 2-37 15,-8-3-31-15,3-3-41 0,-2 1-237 0,-3-3-535 16,1-2 237-16</inkml:trace>
  <inkml:trace contextRef="#ctx0" brushRef="#br0" timeOffset="154153.21">23686 10239 11 0,'1'-20'242'0,"0"2"-2"0,-1 0 7 0,0 6 10 15,2-1 7-15,-2 4 9 0,0 0 4 0,0 2-10 16,0 7-16-16,1-11-30 0,-1 11-19 0,0 0-12 15,0 0-6-15,0 0 23 0,0 0-1 0,0 0-12 16,-8 29-8-16,6-11-9 0,-2 0-12 0,0 0-10 16,-2 8-14-16,1-8-14 0,-2 1-8 0,5 6-16 15,-1-8-9-15,0 2-13 0,2-2-7 0,-2 1-5 16,2-1-5-16,0-2-6 0,1-3-6 0,-3 3-9 16,3-2-18-16,0-3-29 0,-2 0-25 0,2-1-29 15,2-1-34-15,0-1-41 0,-2-7-37 0,1 11-35 16,0-5-37-16,-1-6-35 0,0 0-41 0,0 0-56 15,0 0-220-15,0 0-644 0,0 0 285 0</inkml:trace>
  <inkml:trace contextRef="#ctx0" brushRef="#br0" timeOffset="154550.6">23702 10137 228 0,'18'-18'238'0,"4"2"-4"0,-5 4-3 0,3 3-1 16,6 1-15-16,-7 2-9 0,0 3-17 0,1 2-15 15,-3 2-13-15,2 1-9 0,-6 2-15 0,4 4-11 16,-5 0-14-16,1-1-10 0,-4 2-13 16,0 1-4-16,-3 2 1 0,-2-1-17 0,-3 0-5 0,-1 1-6 15,-1 0-7-15,-6 3 0 0,0-4-5 0,-3 3-7 16,0-2-3-16,-4-2-1 0,3 4-9 0,0-7-2 16,1 0-5-16,2 1-14 0,0-2-13 0,2-4-4 15,2 2-5-15,-1 1 4 0,5-5-3 0,-6 5 3 16,6-5 0-16,0 0 2 0,0 0 2 0,0 0 1 15,10 9 2-15,-10-9 2 0,14 4-3 0,-8-3-1 16,2 1 0-16,5 1 9 0,-4 0-7 0,1 2 0 16,1 0 2-16,-2-1-2 0,0 2 2 0,-1 2-1 15,0-3-2-15,-2 2 3 0,-2-2 2 0,-2 2 2 16,1-1 5-16,-2 0 1 0,-1-6 3 0,-1 10 9 16,1-10-1-16,-8 10 2 0,3-4-3 0,-5-1 1 15,2 0-4-15,1 0 4 0,-2-2 5 0,-3 1-12 16,2 0-1-16,0-1-8 0,-2 0-7 0,1-2-26 15,-1 0-19-15,5 1-27 0,-1-2-34 0,8 0-38 16,-12 0-52-16,12 0-58 0,-10-3-175 0,10 3-472 16,0 0 209-16</inkml:trace>
  <inkml:trace contextRef="#ctx0" brushRef="#br0" timeOffset="154869.51">24231 10258 19 0,'6'-4'257'15,"-3"1"-2"-15,-3 3-18 0,8-4-15 0,-8 4-14 16,0 0-21-16,0 0 0 0,0 0 6 0,0 0-4 16,4 15-8-16,-7-6-11 0,3-9-3 0,-6 20-10 0,3-8-13 15,0-1 5-15,1 2-18 0,2-1-22 16,0 0 0-16,3-1 3 0,-1 2-4 0,5-2-12 16,3 2 0-16,4-2-5 0,1 0 0 0,1-3-2 15,2-1-6-15,1-1-7 0,3-3-3 0,-5-3-5 16,3 1-3-16,-3-3-9 0,0 0 4 0,2-1-3 0,-7 1 3 15,5-7 4-15,-10 3-3 0,2-2-3 16,1-2-3-16,-3 0-6 0,-5-1-8 0,-1-5-7 16,-2 0-2-16,-3 1-5 0,-1-3 1 0,-1 3-4 0,-3-2-2 15,-1 2 2-15,-4-1-13 0,0 3-17 0,-2 2-20 16,1-1-27-16,-5 6-30 0,-5-2-31 0,-2 4-32 16,-5 6-43-16,2 2-56 0,-2 2-76 0,-3 4-330 15,3 0-703-15,-2-1 311 0</inkml:trace>
  <inkml:trace contextRef="#ctx0" brushRef="#br0" timeOffset="159589.73">9388 11273 102 0,'0'0'238'0,"-2"-11"-9"0,2 11-17 0,-1-7-17 15,1 7-19-15,0 0-20 0,-2-6-17 0,2 6-14 16,0 0-8-16,0 0-4 0,-8 32-1 0,0-16-9 15,1 9-7-15,-1 4-8 0,-3-2-10 0,0 5-8 16,1-2-4-16,1 1-9 0,0-2-3 0,4-3-7 16,-2-1-7-16,1-8-1 0,1-1-6 0,0-2-1 15,2-3-2-15,2-2-4 0,-1-4-1 0,2 2 0 16,0-7 10-16,0 9 6 0,0-9-4 0,0 0-1 16,0 0-4-16,0 0-2 0,0 0-6 0,-3-28-2 15,6 13 1-15,-1-4-5 0,3-8 0 0,2 3-4 16,-1-5-2-16,2 4 0 0,-2-4-2 0,3 0 1 15,2 2-2-15,-2-2-1 0,2 1-2 0,-1-1 2 16,-1 5 22-16,1-3-7 0,2 4-5 0,-5 8-4 0,0 0 0 16,-1 5 3-16,-2 1-10 0,1 3-2 15,-1 1-3-15,0 2 0 0,-4 3-1 0,10 1 1 16,-10-1-1-16,18 10 1 0,-9 0 0 0,2 2-1 16,2 3-1-16,-4 3 6 0,4 5-5 0,-3-1 2 15,0 1-1-15,0 1 5 0,-1-1 0 0,0 1 1 0,-2-6-1 16,2 5-1-16,-3 0 3 0,-1-2 3 0,0-3-7 15,2 0 6-15,-2-1-5 0,-2 0 0 0,0-5-1 16,-2 0 3-16,2-1-2 0,-2-1-11 16,1-1-20-16,-1-2-12 0,0 0-23 0,-1-7-26 15,1 11-33-15,-1-11-44 0,0 8-31 0,0-8-48 0,0 0-184 16,-3 7-461-16,3-7 204 0</inkml:trace>
  <inkml:trace contextRef="#ctx0" brushRef="#br0" timeOffset="159738.17">9404 11469 129 0,'0'0'171'0,"12"-12"-24"0,-5 9-9 16,6 1-14-16,1 0-17 0,3 1-39 16,5-1-53-16,-2 2-73 0,-1 3-83 0,2-2-151 0,-3 1 67 15</inkml:trace>
  <inkml:trace contextRef="#ctx0" brushRef="#br0" timeOffset="160081.56">9794 11627 5 0,'9'-7'225'0,"4"-6"-1"16,-3 2-6-16,2-3-4 0,2-1-14 0,2-6-17 15,-2 7-11-15,4-6-9 0,-1-1-10 0,-1 1-13 16,-5 3-5-16,0 3-11 0,-1-3-7 0,2 1-9 15,-3 3-6-15,0-1-3 0,-4 5 0 16,0 0-10-16,-1 3-4 0,-2 0-14 0,-2 6-5 0,2-8-6 16,-2 8-14-16,0 0-3 0,0 0-6 0,0 0-3 15,-21 9-5-15,14-2-3 0,-2 2-3 0,0 2-5 16,0 3-9-16,1-3-10 0,4 0-3 0,2 1 1 16,0-1-3-16,2 2 1 0,3-1 0 0,2 5 1 15,2-1 0-15,0-4-1 0,2 2 0 0,-3 1 1 16,3-1-4-16,-1-2 4 0,0-2 1 0,-1 0 0 15,0-1 0-15,-1 0 2 0,2 0-2 0,-3 0 0 16,-1-1-11-16,-2-1-7 0,0 0-12 0,-1-1-28 16,0 3-27-16,-1-9-43 0,-4 14-42 0,4-8-43 15,0-6-202-15,-4 11-452 0,4-11 199 16</inkml:trace>
  <inkml:trace contextRef="#ctx0" brushRef="#br0" timeOffset="160365.2">10765 11265 124 0,'3'-10'292'16,"-2"4"-10"-16,0 0-6 0,-1 6-14 0,3-7-8 15,-3 7-33-15,0 0-19 0,4-6-21 0,-4 6-6 16,0 0-8-16,0 0-6 0,0 23-8 0,-1-11-17 15,-2 5-1-15,2 2-8 0,-2 8-6 0,2-2-14 16,1-5-14-16,-1-1-5 0,-1 5-8 0,2 0-12 16,0-6 0-16,2 2-8 0,-1-1-5 0,0-1 10 0,0 0-26 15,1-1-27-15,0-3-32 0,0 0-36 16,0-3-37-16,2 0-38 0,-4 0-37 0,1-2-39 16,1-2-51-16,-1 1-46 0,-1-8-158 0,-3 10-499 15,3-10 221-15</inkml:trace>
  <inkml:trace contextRef="#ctx0" brushRef="#br0" timeOffset="160512.63">10551 11437 146 0,'0'0'192'0,"0"0"-24"16,10-7-11-16,-2 7-17 0,4 0-9 15,4 0-23-15,4 2-39 0,7 1-60 0,-1-2-52 16,3 2-137-16,-9-1-194 0,9 2 85 0</inkml:trace>
  <inkml:trace contextRef="#ctx0" brushRef="#br0" timeOffset="160781.37">10969 11630 172 0,'12'-4'216'0,"0"-1"-7"0,3-1-4 16,4 0-11-16,-1 0-13 0,-1-3-10 0,-1 1-12 0,1 1-10 15,0-1-9-15,-2-1-11 0,-1-2-7 16,-1 3-11-16,-1-8-8 0,-4 8-5 0,-1-1-5 0,1-3-5 16,-3 2-5-16,-2 1-6 0,-1-1-7 0,-2 0-6 15,0 10 0-15,-7-12-2 0,1 8-5 0,-3 1-1 16,-2 2-4-16,-6 2-6 0,-2 4-3 0,3 1 0 16,-4 3-6-16,4 3-5 0,-4 7 0 0,6-5-5 15,0 2-19-15,6-1-27 0,2-1-27 16,1 3-36-16,2 0-38 0,7-4-58 0,1-3-36 0,4 1-55 15,2 1-143-15,5-2-444 0,1-3 197 0</inkml:trace>
  <inkml:trace contextRef="#ctx0" brushRef="#br0" timeOffset="161187.91">11274 11654 157 0,'3'-8'259'0,"-3"8"0"0,5-9 0 0,-5 9-4 0,0-11-10 16,0 11-4-16,2-9-5 0,-2 9-16 0,0-13-2 15,4 7-16-15,-1 0-23 0,0 0-12 0,3-3-13 16,-1-3 2-16,2 5-16 0,2-2-13 0,2-3-15 16,4 1-4-16,0-1-13 0,2 5-14 0,-2 0-7 15,-3 1-3-15,2 3-18 0,-1 1 0 0,-1 1-15 16,1 1-2-16,-3 1 1 0,2 1-6 0,-3 3-2 16,0 2-8-16,0 0 4 0,0 1-10 0,-3 0-3 15,-1 1 4-15,-1-3-5 0,1-1 0 0,0 2-1 16,-3-2 3-16,0 2 1 0,-2-7-3 0,0 10-11 15,0-10 10-15,-1 7-10 0,1-7 13 0,0 0 1 16,-5 7-1-16,5-7-16 0,0 0 12 0,0 0-6 16,0 0 4-16,-12-14-13 0,12 14 3 0,-1-13 3 15,2 4-5-15,1-1-8 0,0-1 1 0,3-4-2 16,0 5 2-16,2-4 1 0,2-1 1 0,-1 6 3 16,4-2 8-16,-2 3-11 0,2 3-7 0,-3-1 2 15,0 4 0-15,2 0 0 0,-3 3 1 0,-8-1-1 0,18 7 9 16,-8 0-2-16,-1 2-1 0,-4 1-1 15,1 6 3-15,-1-1 0 0,4 0-15 0,-9 1-32 16,3 1-45-16,-2 0-34 0,-1 0-52 0,-1 2-81 16,1-2-51-16,-1 0-217 0,6-3-578 0,1-2 256 15</inkml:trace>
  <inkml:trace contextRef="#ctx0" brushRef="#br0" timeOffset="161429.29">11960 11323 199 0,'-4'-12'313'0,"2"1"-2"0,1 1-18 0,-1 2-22 15,0 3-29-15,2 5-28 0,0 0-13 0,0 0-8 0,0 0 0 16,0 0 18-16,-2 34-6 0,2-2-22 0,-4 1-15 16,1 4-9-16,0 8-15 0,1-10-12 0,-2 11-11 15,0-13-11-15,3 2-13 0,0-2-11 0,1-1-1 16,0-4-8-16,1 0-30 0,-2-3-46 0,2-7-48 15,-1-1-35-15,0-5-38 0,0 0-34 0,-1-2-41 16,1-2-55-16,-2-2-52 0,2-6-216 0,-3 7-561 16,3-7 248-16</inkml:trace>
  <inkml:trace contextRef="#ctx0" brushRef="#br0" timeOffset="161648.96">11963 11447 36 0,'20'-6'248'0,"-1"2"-6"0,2 3-14 16,-2 1-6-16,1 3-2 0,-3 3-7 0,2 0-5 16,-2 0-8-16,-3 2-21 0,-1 0-10 0,1 4-11 15,-3 0-7-15,-4-2-20 0,-3 0-14 16,1 0-6-16,-3 3-8 0,-2 0-9 0,-1-1-9 16,-5 1-7-16,2-2-8 0,-7 1-3 0,0 1-12 0,1-5-36 15,-5 2-36-15,-1 1-44 0,-3-3-53 0,0-1-69 16,0-1-69-16,0-1-212 0,5-1-500 0,3-2 221 15</inkml:trace>
  <inkml:trace contextRef="#ctx0" brushRef="#br0" timeOffset="162055.28">12866 11265 84 0,'0'-11'286'0,"0"2"0"16,2-1-19-16,-2 10-2 0,0-11-13 0,0 11-22 15,-2-10-20-15,2 10-22 0,0 0-23 0,0 0-16 16,0 0-14-16,0 0-6 0,0 0-2 0,7 32 0 0,-7-7-5 16,-3 4-8-16,1 1-2 0,0 3-12 15,0-1-8-15,0 3-4 0,-4-5-9 0,2 3-10 16,2-4-6-16,0-1-7 0,-1 3-6 0,1-4-12 15,2-2-26-15,-2-7-38 0,0 0-44 0,0-2-41 0,-3-1-52 16,1-2-68-16,-1-5-60 0,0 1-210 0,-3-2-542 16,3-1 239-16</inkml:trace>
  <inkml:trace contextRef="#ctx0" brushRef="#br0" timeOffset="162257.19">12731 11364 247 0,'0'0'243'0,"0"-8"-26"0,0 8-22 0,-5-5-6 16,5 5-5-16,0 0-9 0,0 0-5 0,0 0-14 15,-25 14-18-15,13-3-13 0,-5 1-10 0,-3 7-12 16,4-5-9-16,3 1-10 0,-3 0-36 0,3-2-26 16,2-5-27-16,2 3-35 0,2-1-38 0,1-2-36 15,3-2-25-15,3-6-26 0,0 5-163 0,0-5-354 16,0 0 156-16</inkml:trace>
  <inkml:trace contextRef="#ctx0" brushRef="#br0" timeOffset="162398.23">12841 11317 84 0,'7'-4'195'16,"1"1"-3"-16,0 1-2 0,1 1-9 0,1-1-13 16,0 2-7-16,-1 2-16 0,2-2-9 0,1 2-17 15,-2 0-10-15,3 2-9 0,1 1-7 0,0 0-29 16,-2 0-57-16,-2 2-60 0,3 0-67 0,-3 2-176 15,-4-3-320-15,5 3 142 0</inkml:trace>
  <inkml:trace contextRef="#ctx0" brushRef="#br0" timeOffset="162910.96">13178 11579 233 0,'0'0'244'0,"11"-2"-5"16,-4 0-7-16,2 0-8 0,0-2-9 0,0 2-10 15,0-3-10-15,0 1-9 0,2-1-1 0,1 0-19 16,-1 0-7-16,2 1 4 0,-2-4-18 0,0 3-9 0,1-8-4 16,-3 7-8-16,-2-4-9 0,1 3-3 15,-2-1-8-15,0 1-14 0,-2-3-9 0,-1 2 9 16,-1-2-20-16,-2-1-10 0,0 5-4 0,0 6-5 16,-5-14-10-16,1 9-7 0,2-1 0 0,2 6-4 15,-10-6 2-15,2 4-19 0,8 2 3 0,-14 3 1 16,5 2-6-16,-2 3-8 0,0 3 7 0,-3 1-2 15,5 3 3-15,0 1-2 0,0-1-1 0,2 3-2 16,3-1 1-16,0 1 0 0,4-3-5 0,0-3 4 0,4 4-6 16,3-5-1-16,4 1 2 0,3-2 9 0,6 0-13 15,-1-4 11-15,9 0-4 0,1-2-6 0,0-4 9 16,0-1-9-16,-2-3-7 0,1 0 9 16,-7 1-14-16,-2-4 2 0,1-2-5 0,-3 3 7 0,0-3-13 15,-4-3 11-15,-3 3-4 0,0 0 15 0,1-6-13 16,-1-1 1-16,-3 1 7 0,-1-2-8 0,-2 2 4 15,-1 0 2-15,1-2-2 0,-2 6 1 0,0 0 1 16,-2 1 4-16,0 1 2 0,3 3-6 0,-3 6-5 16,0-10 4-16,0 10-5 0,0 0 2 0,0 0-7 15,0 0 10-15,0 0 2 0,0 0 5 0,0 36 2 16,-5-12 0-16,5-5 0 0,-2 6 2 0,-2 0 8 16,4-1 0-16,-3-5-3 0,3 1-2 0,-2 0-2 15,2-1 3-15,-2 6 0 0,2-7 2 0,-2-2-7 16,2 0-20-16,0-1-36 0,0-3-41 0,-2 1-44 15,0-4-64-15,2 1-74 0,-3-3-272 0,1 1-597 16,2-8 264-16</inkml:trace>
  <inkml:trace contextRef="#ctx0" brushRef="#br0" timeOffset="163091.26">14000 11751 71 0,'0'0'254'0,"11"1"-11"15,-8 1 0-15,-3-2 13 0,8 8-6 0,-6-3-15 16,-2-5-18-16,0 11-21 0,-2-1-20 0,-2 0-14 16,-3 2-19-16,-4 1-24 0,-1 1-32 0,-2-1-41 15,-1-1-46-15,0 1-54 0,1-2-73 0,5-3-65 16,-6-1-196-16,3 1-420 0,2-2 186 0</inkml:trace>
  <inkml:trace contextRef="#ctx0" brushRef="#br0" timeOffset="163472.91">15158 11239 196 0,'-7'-2'243'0,"7"2"-16"0,-8-5-14 15,8 5-16-15,-9-2-17 0,9 2-15 0,0 0-21 16,-7-1-16-16,7 1-14 0,0 0-10 0,0 0-6 16,32-2-11-16,-10 2-7 0,8-1-10 0,4-1-8 15,1 0-27-15,-1 2-31 0,0 0-37 0,-6-2-41 16,0 4-55-16,-7-2-37 0,-8 1-159 0,-2-1-350 16,-3 0 155-16</inkml:trace>
  <inkml:trace contextRef="#ctx0" brushRef="#br0" timeOffset="163826.91">15273 11272 45 0,'-11'3'173'0,"11"-3"0"0,-3 12 10 15,-1-2 1-15,3 3 6 0,1 3-8 0,-3 3-2 16,3 7-7-16,0 0-2 0,0 4-9 0,0 1-9 16,0-2-11-16,-3 1-13 0,2 1-10 0,0-2-9 0,0-1-14 15,2-3-12-15,-2-5-5 0,2 5-7 16,0-8-11-16,-1-2-3 0,1 1-6 0,-1-4-5 15,3-1-1-15,0 0-5 0,-1-1-4 0,1-5-1 16,-1 2-11-16,-1 0 1 0,-1-7 0 0,0 8 0 16,0-8-6-16,0 0-10 0,-5 7-5 0,5-7-9 0,0 0-4 15,-14-1-3-15,4-1 6 0,-1 0-5 16,0-1 0-16,0 0 4 0,-3-1-3 0,5 1 5 16,-3 1-5-16,5-1 3 0,0 1-1 0,-1-1 1 15,8 3-3-15,-12-2 2 0,12 2-3 0,-10-2 5 0,10 2-4 16,0 0 6-16,0 0 1 0,0 0-3 0,0 0 4 15,0 0 2-15,0 0 0 0,0 0 1 16,32 9-5-16,-16-8 6 0,1 1-5 0,6-2-12 16,5-3-28-16,0 1-31 0,4-2-43 0,-1 0-46 0,6-2-47 15,0-2-217-15,-1 0-462 0,16-3 204 0</inkml:trace>
  <inkml:trace contextRef="#ctx0" brushRef="#br0" timeOffset="164057.47">15859 11467 211 0,'-13'1'225'0,"13"-1"-8"15,-19 7-2-15,4 3-7 0,2 1 0 0,-1 3-9 16,-4 5-6-16,7-2-14 0,-7 4-18 0,8-3-12 16,-1 0-10-16,5-1-12 0,0 2-15 0,0-3-8 15,3-2-6-15,1 3-9 0,4-6-9 0,0 1-9 16,1 0-3-16,3-1-8 0,2 0-11 0,5-4-26 15,-2 0-30-15,7-2-29 0,-3 2-39 0,3-4-36 16,-1 0-38-16,3-1-29 0,-1-2-37 0,-1 0-188 16,-5 0-436-16,4-2 194 0</inkml:trace>
  <inkml:trace contextRef="#ctx0" brushRef="#br0" timeOffset="164275.01">16023 11639 67 0,'0'0'271'0,"0"-11"-1"0,0 11-1 15,1-6-5-15,-1 6-19 0,0 0-17 0,0 0-27 16,0 0-7-16,0 0 10 0,0 0-13 0,0 0 8 16,-5 29-19-16,4-13-15 0,-3 0-9 0,1 2-12 15,2 2-19-15,0-1-13 0,-1 0-13 0,2 7-8 16,-1-7-7-16,1-1-1 0,-1 1-15 0,2-1-14 16,-2-2-26-16,3 0-37 0,1-4-35 0,0-1-18 15,-2 0-38-15,3-1-34 0,-2-5-29 0,0 1-42 16,1-1-28-16,-3-5-50 0,7 5-178 0,-7-5-497 15,0 0 221-15</inkml:trace>
  <inkml:trace contextRef="#ctx0" brushRef="#br0" timeOffset="164586.26">16025 11645 25 0,'13'-15'234'0,"0"2"2"0,0 1-8 0,-3 5-5 15,5-1-12-15,-5 4-6 0,3 0-8 0,1 4-11 16,0 2-8-16,0 0-7 0,2 3-12 15,-3 0-15-15,1 0-10 0,-4 1-10 0,3 1-17 16,-4 1-9-16,-2 2-2 0,0 0-12 0,0-1-12 0,-3 1 2 16,-1 1-7-16,-3-1-9 0,0 2-2 0,-2-2-6 15,0 0-7-15,-3 2-4 0,0-2 0 0,0 0-9 16,1-2-15-16,1 0-17 0,1-2-7 0,-1-1 6 16,3-5-17-16,-1 12 0 0,1-12-14 0,4 11 2 15,-2-6 1-15,2 1-1 0,0-3 3 0,1 2 1 16,0-1-1-16,0 1 10 0,2 2-1 0,-1-2 1 15,-1 4 2-15,0-4 2 0,-1 1 3 0,-3 0 2 16,0 1-2-16,-1-7 3 0,-1 13-2 0,-1-6-13 16,2-7-18-16,-9 11-24 0,4-7-28 0,-3 3-39 15,1-3-35-15,1-1-43 0,1 0-195 0,5-3-439 16,-11 1 195-16</inkml:trace>
  <inkml:trace contextRef="#ctx0" brushRef="#br0" timeOffset="164858.87">16470 11758 146 0,'7'2'214'0,"-2"2"2"0,1 1-9 0,0-2-4 16,-1 2-2-16,3 3-4 0,0-3-14 0,2 0-7 16,0 0-19-16,1 0-5 0,1-3-3 0,0 1-10 15,3-3-6-15,-2 0-8 0,5-2 5 0,-5-1-20 16,-1-2-5-16,0 1-6 0,-2-1-1 0,-3 2-3 15,-2-3-4-15,1 1-9 0,-4-3-5 0,0 3-13 16,-2 5-4-16,-3-15-4 0,-1 6-6 0,-2 2-6 16,0 2-2-16,-5-1-8 0,0 1-4 0,-6 1-11 15,0 2 8-15,-3-2-15 0,0 6-29 0,-1 0-19 16,1 3-48-16,-7 2-45 0,7 2-62 0,3-1-74 16,-1 1-269-16,5 0-578 0,4-2 256 0</inkml:trace>
  <inkml:trace contextRef="#ctx0" brushRef="#br0" timeOffset="165243.97">17344 11490 294 0,'4'-12'297'0,"-3"3"-10"15,-1-2-3-15,2 5-15 0,-2 6-25 0,1-11-22 16,-1 11-23-16,0 0-21 0,0 0-18 0,0 0 4 15,0 0 5-15,0 32 2 0,-3-2-10 0,0-1-3 16,0 1-7-16,-2 2-16 0,1 0-2 0,0 0-14 16,-1-2-8-16,1-2-10 0,2 2-14 0,-2 0 8 15,3-3-24-15,-2-1-7 0,2-6-10 0,-2-2-37 16,2-1-45-16,-2-1-51 0,1-5-44 0,-1-1-44 16,2-1-44-16,0-3-38 0,1-6-40 0,-5 8-253 15,5-8-587-15,0 0 260 0</inkml:trace>
  <inkml:trace contextRef="#ctx0" brushRef="#br0" timeOffset="165445.87">17275 11523 164 0,'0'-8'278'0,"0"1"-17"16,0 7-27-16,-1-12-16 0,1 12-8 0,0 0-4 0,-8-3 0 15,8 3-10-15,0 0-18 0,-23 12-13 16,9 0-19-16,0-3-15 0,0 6-15 0,1-3-8 15,0 0-9-15,2 4-12 0,0-5-37 0,2 2-22 16,0-3-36-16,2 1-37 0,1-1-27 0,1-1-36 0,1 0-57 16,1-4-29-16,0 0-52 0,3-5-129 0,-3 7-404 15,3-7 179-15</inkml:trace>
  <inkml:trace contextRef="#ctx0" brushRef="#br0" timeOffset="165592.64">17319 11535 123 0,'7'-3'200'0,"4"1"-8"0,-5-1 4 0,3 2-1 0,-9 1-4 16,15 0-8-16,-4 0-14 0,-11 0-16 0,19 4-12 16,-8 1-18-16,1-1-9 0,-2 2-12 0,0 2-27 15,0 1-52-15,-2 1-66 0,4 2-74 0,-4-2-78 16,0 0-110-16,0 0-329 0,-2-2 146 0</inkml:trace>
  <inkml:trace contextRef="#ctx0" brushRef="#br0" timeOffset="166130.9">17748 11722 245 0,'8'-3'275'0,"1"-2"-1"15,1 2-5-15,-2-1-1 0,2-3-15 0,-1 2-16 16,1 2-4-16,0-2-17 0,0-1-11 0,0 0-15 16,1 0-8-16,-3-2-6 0,1 2-1 0,-4 0-17 15,2-4-7-15,-2 3-6 0,1-2-17 0,-5 0-20 16,0-1 5-16,0 0-15 0,-1 10-22 0,-2-15-7 15,-2 9-8-15,0-2-8 0,-1 5-8 0,5 3-7 16,-17-7-3-16,8 6-4 0,-3 1-8 0,0 2 0 0,1 4-9 16,-6 3 1-16,0 1 1 0,1 3-6 15,3 1 1-15,-1 1-4 0,1 2 1 0,-1 4-5 16,7-4 0-16,0 2 1 0,3-2 5 0,0-1-5 16,7-1 2-16,1-2 5 0,1-2-3 0,3-1 2 15,4 2-1-15,2-2-7 0,4-3 2 0,2 0 6 16,3-4-3-16,-1-2-1 0,7-1-1 0,1-4 7 0,0 1-1 15,-2-2 6-15,-8-1-9 0,7-1-10 16,-7 0 7-16,0-1 0 0,-1-2 5 0,0 3-7 0,-1-3 6 16,-3-2-3-16,2-1-1 0,-3 0 1 15,-1-4-5-15,-2 2-2 0,2 1-6 0,-3-4 2 16,4-6 4-16,-6 8-10 0,-3 2 9 0,0 2 5 0,0 1-2 16,0 2 0-16,-3 1 2 0,0 3-9 0,1 0-5 15,-3 5 5-15,2-7 0 0,-2 7-5 0,0 0 3 16,0 0 5-16,0 0 0 0,-7 29-4 0,2-12 9 15,0-1-6-15,-2 9 5 0,1-6-3 0,1 5 4 16,1-5 2-16,-1 0-8 0,3 0-1 0,1-2 11 16,0 2-2-16,2-4-2 0,0-2 6 0,1 0 2 15,-1-1-11-15,0 0 7 0,2 0-5 0,-3-2 4 16,-3 1 5-16,2-2-5 0,-3 1-8 0,2-3-42 16,-2 1-46-16,-1-1-39 0,-2 1-38 0,2-3-36 15,0 0-54-15,0-2-44 0,5-3-298 0,-8 5-650 16,8-5 287-16</inkml:trace>
  <inkml:trace contextRef="#ctx0" brushRef="#br0" timeOffset="166330.07">18613 11940 235 0,'2'7'239'15,"-4"3"-4"-15,2-10-3 0,-2 18-7 0,-2-11-11 0,-1 2-26 16,-3 0-17-16,2 2-17 0,-4-4-15 16,-1 1-28-16,1-1-36 0,0 0-55 0,0-1-81 15,-1 0-87-15,-3-4-191 0,3 2-366 0,-2-2 163 16</inkml:trace>
  <inkml:trace contextRef="#ctx0" brushRef="#br0" timeOffset="171331.43">27112 14400 112 0,'-32'-2'125'16,"4"-2"-5"-16,6 3-3 0,-1-1-2 0,4 0-4 15,2 1 1-15,3-1-4 0,3 2-3 0,0-1-4 16,2 0-5-16,9 1-13 0,-11 0-8 0,11 0-9 16,-9-2-7-16,9 2-2 0,0 0 0 0,0 0 2 15,0 0 5-15,40 0-3 0,-11-2-1 0,7-1 1 16,23-1-3-16,31-6-3 0,6 0-3 16,3-3-4-16,7 0 0 0,8 4-6 0,5-4-5 15,2 0-3-15,3 0 2 0,4 1-2 0,7-1-5 0,-2-2-2 16,2 3 0-16,5-3 2 0,1 1 3 0,-5-1-2 15,8 4 4-15,-6-3-5 0,-1 1 9 0,5-4-9 16,-3 4 9-16,5-1 3 0,4-1-8 0,4 0 2 16,2-1-4-16,2-2-2 0,5 5 2 15,3-6-9-15,2 9-1 0,-6-3 0 0,-4 2-1 0,-3 2-1 16,-10 1 5-16,0 6 26 0,-10-3-4 0,-7 2-3 16,-13 2-4-16,-7-8-2 0,-6 5 0 0,-2-3 0 15,-6 3-7-15,-32-2 6 0,3 2-9 0,-2-1 1 16,-2-1-3-16,-1 3-34 0,-3-1 0 0,-2-1 4 15,-16 1-1-15,2-1-2 0,-2 0 0 0,-3 2 2 16,-34 3-15-16,52-7-10 0,-52 7-13 0,38-9-17 16,-38 9-15-16,22-10-34 0,-22 10-30 0,0 0-33 15,0 0-48-15,0 0-203 0,0 0-460 0,0 0 204 16</inkml:trace>
  <inkml:trace contextRef="#ctx0" brushRef="#br0" timeOffset="202251.33">12768 11976 1 0,'0'0'35'0,"0"0"4"0,0 0-10 15,0 0-1-15,0 0-2 0,0 0-3 0,-8 2 1 16,8-2-1-16,0 0 3 0,0 0-3 0,0 0-5 0,0 0 8 15,0 0-2-15,0 0-2 0,0 0-5 0,0 0 1 16,-9-7 0-16,9 7 5 0,0 0-13 16,0 0 0-16,0 0 5 0,-4-6-3 0,4 6-1 15,0 0 1-15,0 0-4 0,-6-3 3 0,6 3 3 16,0 0-5-16,0 0-1 0,0 0-3 0,0 0 2 0,-5-7 3 16,5 7-4-16,0 0-17 0,0 0 21 0,0 0-9 15,-7-5-1-15,7 5 3 0,0 0-1 0,0 0 3 16,0 0-4-16,0 0 2 0,-3-6 7 15,3 6-5-15,0 0-1 0,0 0-1 0,0 0 8 0,0 0 1 16,0 0-1-16,0 0 0 0,0 0-2 0,0 0-5 16,0 0 3-16,0 0 0 0,0 0 2 0,0 0-3 15,0 0-2-15,0 0 4 0,0 0-14 0,0 0 8 16,0 0 4-16,0 0-2 0,0 0 0 0,0 0-3 16,0 0 1-16,0 0 2 0,0 0-8 0,0 0 8 15,0 0-4-15,0 0 0 0,1-11 3 16,-1 11-3-16,0 0-1 0,0 0 2 0,0 0-1 0,0 0-1 15,0 0 1-15,0 0-1 0,0 0 1 16,0 0 2-16,0 0-1 0,0 0 0 0,0 0 6 0,0 0-5 16,0 0-4-16,0 0 9 0,0 0-7 0,0 0-4 15,0 0 6-15,0 0-2 0,0 0 5 0,0 0-3 16,0 0-4-16,0 0 0 0,0 0 2 0,0 0-3 16,0 0 9-16,0 0-9 0,0 0 5 0,0 0-7 15,0 0 3-15,0 0 1 0,0 0 7 0,0 0-2 16,0 0 3-16,0 0-2 0,0 0-4 0,0 0-4 15,0 0 5-15,0 0-3 0,0 0 0 0,0 0 3 16,0 0-1-16,0 0 6 0,0 0-9 0,6-7-1 16,-6 7 3-16,0 0 0 0,0 0 2 0,0 0-2 15,0 0-4-15,3-6 2 0,-3 6 3 0,0 0 6 16,0 0-9-16,0 0 0 0,0 0-1 0,0 0-9 16,0 0-4-16,0 0-8 0,0 0-8 0,11-5-7 15,-11 5-15-15,11 0-47 0,-5-1-108 16,-6 1 48-16</inkml:trace>
  <inkml:trace contextRef="#ctx0" brushRef="#br0" timeOffset="204593.99">23807 10553 5 0,'0'0'70'0,"0"0"0"0,0 0-8 0,0 0-15 16,0 0-3-16,0 0-2 0,0 0-2 0,0 0-3 0,0 0-5 15,0 0 2-15,0 0-8 0,0 0-4 16,0 0-7-16,0 0 8 0,0 0-12 0,0 0 5 16,0 0-4-16,0 0 2 0,0 0-3 0,0 0 2 15,0 0-6-15,0 0 7 0,0 0-1 0,0 0-13 16,0 0 18-16,0 0-5 0,0 0-3 0,0 0 2 15,0 0 3-15,0 0 2 0,0 0-9 0,0 0 7 16,0 0-7-16,0 0 4 0,0 0-2 0,0 0-1 16,0 0 3-16,0 0-3 0,0 0-2 0,0 0 2 0,0 0-8 15,0 0 6-15,0 0-10 0,0 0 5 16,0 0 5-16,0 0-5 0,0 0 4 0,0 0 0 16,0 0-9-16,0 0 3 0,-11-13 3 0,11 13 3 0,0 0-10 15,0 0 11-15,0 0-2 0,0 0-9 0,-4-7 2 16,4 7 4-16,0 0-1 0,0 0 8 0,0 0-14 15,0 0 2-15,0 0 6 0,-3-7-2 0,3 7 0 16,0 0 4-16,0 0 3 0,0 0-1 0,0 0-6 16,0 0-3-16,0 0 1 0,0 0 8 0,-1-9-9 15,1 9 3-15,0 0 6 0,0 0-7 0,0 0-7 16,0 0 6-16,0 0 5 0,0 0-6 0,0 0-1 16,0 0-3-16,0 0 13 0,0 0-13 0,0 0 0 15,0 0 13-15,0 0-8 0,0 0-2 0,0 0-6 16,0 0 15-16,0 0-9 0,0 0-8 0,0 0 8 15,0 0 5-15,0 0-4 0,0 0 2 0,0 0 7 16,-1-8 1-16,1 8-9 0,0 0 0 0,0 0 10 16,0 0-10-16,0 0-6 0,0 0 3 0,0 0 2 15,7-6-3-15,-7 6 8 0,0 0-8 0,0 0-11 16,7-6 3-16,-7 6-1 0,0 0 3 0,5-3 14 16,-5 3-8-16,0 0-7 0,0 0 8 0,6-3-1 15,-6 3 3-15,0 0-7 0,0 0 9 0,4-5 4 16,-4 5-8-16,0 0-1 0,0 0 4 0,0 0-9 15,0 0 8-15,5-5-8 0,-5 5 9 0,0 0 1 0,0 0 0 16,0 0 2-16,0 0 5 0,7-6-10 16,-7 6 3-16,0 0-1 0,0 0 1 0,3-6-11 15,-3 6 9-15,0 0 0 0,0 0 2 0,6-5-6 16,-6 5 11-16,0 0 1 0,0 0-9 0,0 0 7 0,0 0-2 16,0 0-8-16,0 0 0 0,0 0-2 0,0 0 4 15,0 0 6-15,0 0-2 0,0 0-6 16,0 0 8-16,0 0-6 0,0 0 6 0,3-5-2 15,-3 5-6-15,0 0 8 0,0 0-1 0,0 0-4 0,0 0 1 16,0 0 2-16,0 0 5 0,0 0-10 0,0 0 5 16,0 0-2-16,0 0 3 0,0 0 3 0,0 0-6 15,0 0 4-15,0 0 0 0,0 0 1 0,0 0 3 16,0 0-1-16,0 0-6 0,0 0 4 0,0 0 2 16,0 0-4-16,0 0 0 0,0 0 3 0,0 0-8 15,0 0 4-15,0 0 1 0,0 0 0 16,0 0 5-16,0 0-6 0,0 0 5 0,0 0-4 0,0 0 3 15,0 0 2-15,0 0-2 0,0 0-10 0,0 0 5 16,0 0-1-16,0 0 4 0,0 0 3 0,0 0 1 16,0 0-5-16,0 0-3 0,0 0 1 0,0 0 10 15,-3-12-14-15,3 12 3 0,0 0 3 0,0 0-3 16,0 0 3-16,0 0 1 0,0 0-8 0,-4-7 3 16,4 7-4-16,0 0 11 0,0 0-7 0,0 0 8 15,0 0-1-15,0 0-8 0,0 0-3 0,0 0 13 0,0 0-1 16,0 0-8-16,0 0-1 0,0 0 4 15,0 0 4-15,0 0-7 0,0 0-1 0,0 0 4 16,0 0 1-16,0 0 2 0,-5-4-8 0,5 4-1 16,0 0 3-16,0 0 2 0,0 0-1 0,0 0 4 0,0 0-4 15,0 0 3-15,0 0-1 0,0 0-6 16,0 0-4-16,0 0 19 0,0 0-8 0,0 0 3 16,0 0-3-16,0 0-1 0,0 0 5 0,0 0-7 15,0 0 2-15,0 0 5 0,0 0-7 0,0 0 2 0,0 0-6 16,0 0 11-16,0 0-7 0,0 0-1 15,0 0 3-15,0 0 3 0,0 0-4 0,0 0 1 16,0 0-2-16,0 0 1 0,0 0-4 0,0 0 6 16,0 0-5-16,0 0 5 0,0 0 4 0,0 0-2 0,0 0-1 15,0 0 2-15,0 0-3 0,0 0 0 16,0 0-6-16,0 0 5 0,0 0 0 0,0 0 3 16,0 0 0-16,0 0-3 0,0 0 3 0,0 0-3 15,0 0 0-15,0 0-1 0,0 0 4 0,0 0 0 0,0 0-2 16,0 0-2-16,0 0 6 0,0 0-10 0,0 0 5 15,0 0 1-15,0 0 2 0,0 0-4 0,0 0 4 16,0 0 4-16,0 0-16 0,0 0 5 0,0 0 4 16,0 0-1-16,0 0 5 0,0 0-2 0,0 0-8 15,0 0 7-15,0 0-3 0,0 0-1 0,0 0 4 16,0 0-2-16,0 0-1 0,0 0-3 0,0 0 11 16,0 0-8-16,0 0-2 0,0 0 3 0,0 0 4 15,0 0 2-15,0 0-13 0,0 0 10 0,0 0-2 16,0 0 5-16,0 0-6 0,0 0-2 0,0 0 2 15,0 0 3-15,0 0-3 0,0 0 3 0,0 0-5 16,0 0 4-16,0 0-4 0,0 0-1 0,0 0 9 16,0 0 1-16,0 0-3 0,0 0-4 0,0 0-9 15,0 0-7-15,0 0-1 0,0 0-14 0,0 0-16 16,0 0-7-16,0 0-48 0,0 0-111 0,0 0 49 16</inkml:trace>
  <inkml:trace contextRef="#ctx0" brushRef="#br0" timeOffset="206505.16">32643 13540 8 0,'0'0'53'0,"0"0"5"0,0 0-6 16,0 0 1-16,0 0-4 0,0 0-10 0,0 0-8 16,0 0 5-16,0 0-3 0,0 0-8 0,0 0 0 15,0 0 2-15,0 0-4 0,0 0-11 0,0 0 5 16,0 0 5-16,0 0 1 0,0 0 1 0,0 0-7 15,0 0-2-15,0 0 13 0,0 0-12 0,0 0-4 16,0 0-3-16,0 0 2 0,0 0 5 0,0 0-6 16,0 0-9-16,0 0 13 0,0 0-8 15,0 0 2-15,0 0 2 0,0 0-2 0,0 0-6 16,0 0-1-16,0 0 2 0,0 0 1 0,0 0 0 0,0 0-1 16,0 0-6-16,0 0 8 0,0 0-3 0,0 0 2 15,0 0 11-15,-3 24-10 0,3-24 3 0,0 0-8 16,0 0 6-16,0 0-9 0,0 0 9 15,0 0-6-15,0 0 10 0,0 0-8 0,0 0 2 16,0 0-2-16,0 0-3 0,0 0 2 0,0 0 2 16,0 0-2-16,0 0-4 0,0 0 2 0,0 0 14 15,0 0-13-15,0 0-1 0,0 0 7 0,0 0-3 16,0 0 4-16,0 0-8 0,0 0-10 0,0 0 16 16,0 0-8-16,0 0 3 0,0 0 4 0,0 0-2 15,0 0-7-15,0 0 4 0,0 0 3 0,0 0 2 16,0 0-1-16,0 0-2 0,0 0 9 0,0 0-18 15,0 0-3-15,0 0 10 0,0 0 7 0,0 0-9 16,0 0-2-16,0 0 6 0,0 0-3 0,0 0 0 16,0 0 2-16,0 0 11 0,0 0-11 0,0 0-4 15,-1 12 1-15,1-12 5 0,0 0-6 0,0 0 7 16,0 0-14-16,0 0 17 0,0 0-9 0,0 0 1 16,0 0-10-16,0 0-5 0,0 0-8 0,0 0-8 15,-4 10-5-15,4-10-17 0,0 0-62 0,0 0-126 16,0 0 55-16</inkml:trace>
  <inkml:trace contextRef="#ctx0" brushRef="#br0" timeOffset="207969.01">23782 10482 9 0,'0'0'50'0,"0"0"-6"0,0 0-1 0,0 0-5 0,0 0-5 16,0 0-5-16,0 0-5 0,0 0 1 15,0 0 0-15,0 0-4 0,0 0 0 0,0 0 1 16,0 0-5-16,0 0-4 0,0 0 2 0,0 0 4 0,0 0-8 16,0 0 0-16,0 0 2 0,0 0 1 0,0 0-11 15,0 0 8-15,0 0-3 0,0 0 3 16,0 0 2-16,0 0-7 0,0 0-1 0,0 0 2 15,0 0 2-15,0 0-5 0,0 0 6 0,0 0-6 0,0 0 0 16,0 0-2-16,0 0 5 0,0 0-6 0,0 0-8 16,0 0 6-16,0 0 2 0,0 0 2 0,0 0-2 15,0 0 2-15,0 0-2 0,0 0-3 16,0 0 5-16,0 0-3 0,0 0-5 0,0 0 12 0,0 0-6 16,0 0 2-16,0 0 7 0,0 0-6 0,0 0 4 15,0 0-3-15,0 0 3 0,0 0-1 0,0 0-2 16,0 0 4-16,0 0-2 0,0 0-4 0,0 0 0 15,0 0 1-15,0 0-2 0,0 0 5 0,0 0-5 16,0 0-2-16,0 0-2 0,0 0 6 0,0 0-1 16,-8 21-1-16,8-21-1 0,0 0 3 0,0 0-1 15,0 0 2-15,0 0-2 0,0 0-4 0,0 0 8 16,0 0-4-16,0 0 7 0,0 0-4 0,-3 8 2 16,3-8-3-16,0 0 3 0,0 0 3 0,0 0 6 15,0 0-12-15,-4 5 13 0,4-5-10 0,0 0 0 16,0 0 0-16,0 0 2 0,0 0 0 0,0 0 2 15,0 0 5-15,0 0-13 0,0 0 4 0,-6 2-4 16,6-2 0-16,0 0-1 0,0 0 9 0,0 0-6 16,0 0-4-16,0 0 5 0,0 0-7 0,0 0-14 15,0 0-4-15,0 0-13 0,0 0-6 0,0 0-7 0,0 0-13 16,0 0-48-16,-7 5-113 0,7-5 50 16</inkml:trace>
  <inkml:trace contextRef="#ctx0" brushRef="#br0" timeOffset="208639.03">18931 10637 43 0,'0'0'42'0,"0"0"-5"0,0 0-19 0,0 0-27 16,0 0-14-16,0 0-22 0,0 0 9 0</inkml:trace>
  <inkml:trace contextRef="#ctx0" brushRef="#br0" timeOffset="-203105.13">30965 12733 16 0,'0'0'69'0,"4"-7"0"16,-4 7-13-16,0 0 0 0,0 0-4 0,0 0-7 15,0 0-4-15,0 0-3 0,0 0-9 0,0 0-2 16,0 0-7-16,0 0 0 0,0-8-9 0,0 8-13 16,0 0-4-16,0 0-6 0,0 0 3 0,0 0-1 15,0 0-16-15,0 0 1 0,0 0-6 0,0 0 11 16,0 0-48-16,0 0-74 0,0 0 32 0</inkml:trace>
  <inkml:trace contextRef="#ctx0" brushRef="#br0" timeOffset="-181073.17">27263 11168 53 0,'2'-15'101'0,"0"9"-4"0,-2-1-3 0,0 7-7 16,2-12 1-16,2 7 4 0,-4 5 1 0,2-9-4 16,-2 9-2-16,2-9-9 0,-2 9-10 0,0 0-10 15,2-8 0-15,-2 8-5 0,0 0-8 0,0 0-3 16,0 0-3-16,0 0-3 0,0 0-6 0,0 0 2 15,0 0-7-15,0 0-3 0,0 0 4 0,0 0-1 16,0 0-3-16,7 24 2 0,-7-16-5 0,2 2 0 16,-2 0 6-16,0 0-4 0,0 2-3 0,2-1-1 15,0 0 0-15,-2 1 3 0,2 3-4 0,0-2-4 16,-2 2 2-16,5 1 3 0,-5-5-5 0,5 4 7 16,-3-2-1-16,2 3-1 0,-1 0-1 0,1-1 1 15,0 0-12-15,-2-2 9 0,1 4 1 0,1 2 1 0,1-3-7 16,-3 3 2-16,1-1 6 0,1 1-3 15,-2 0-4-15,1 2-3 0,-2 2 6 0,2-3-2 16,-3 5 1-16,2-5 0 0,0 5-1 0,0-1-4 16,3-4-3-16,-2 8 5 0,3-6 1 0,-2 5-1 15,1-2-1-15,-3-5 3 0,3 4-4 0,2 0 0 0,-5 0 5 16,1-4-9-16,-1-2 2 0,0 2 0 16,2-1-1-16,-2 0 5 0,0-1-4 0,0-1 1 15,-2 1-4-15,0-1 0 0,0 2 4 0,1-3-7 0,-1 1 4 16,-1 0 2-16,0 2-3 0,0 0 2 0,-1-2-2 15,0 2-4-15,0-1 9 0,0 0-3 16,-1-1 1-16,2 2 3 0,0 1-3 0,-1-1-1 16,-2-2 5-16,1 2-2 0,0-2-4 0,-3 2 1 0,2 0 1 15,3-2-4-15,-2 1 8 0,-2 2-5 0,1-1 0 16,-2-2-1-16,0 2 11 0,3 0 2 0,-3 0-7 16,2-1 3-16,1 0-3 0,-1-1 1 15,-3-1-2-15,7 1-2 0,-4 0 0 0,3-2-1 16,-1-1-2-16,0 3 0 0,2-1 2 0,0 1-1 0,0-2 1 15,2 2-2-15,0-1 0 0,0 0-1 16,1 2 1-16,-1-3 8 0,0 0-8 0,4 0 2 0,-5 3-4 16,2-2-1-16,1-1 5 0,-2 0-2 0,2 2-3 15,-1 0 0-15,1-2 3 0,-2 3-3 0,4 1 0 16,-2-1 2-16,-2 1-1 0,3-1 0 0,-3 0 2 16,0 1-2-16,0-1-1 0,2 2 1 0,-3-1 5 15,1 1-4-15,0-2-2 0,1 1 2 0,-1 1-1 16,3 6 1-16,-4-4-4 0,0-2 1 0,1 0 4 15,-2 4-5-15,4 1 2 0,-4-6 2 0,4 0-2 16,-3-1-1-16,1 0 2 0,0 0 1 0,2 7-3 16,-1-8 2-16,-1 2-3 0,0 0-1 0,-1 0 0 15,3 4 4-15,-2-5-4 0,-2-1 0 0,0 1 6 16,2 0-3-16,0 7 0 0,-2-6-3 0,0 1 0 16,0-1 5-16,0 2-1 0,0-2-2 0,-4 5 0 15,4 0 0-15,0-7 1 0,-2 2 0 0,0 0 0 16,2 1 0-16,-2-1-15 0,1-1 0 0,0 2 6 15,0-3-4-15,-4 2 3 0,5-2-3 0,-2 2 7 16,2 0-2-16,2 0-2 0,-2-2 2 0,0 1 4 16,0 0-3-16,0-2-1 0,3 0 2 0,-3 1 7 15,2-5-5-15,-2 4-2 0,0 0 1 0,1 0 3 16,-1-4-6-16,0 2 4 0,1-1 0 0,-1-2-1 16,-1 3 1-16,1 2 5 0,-1-5-3 0,2 1 3 15,-2 1-2-15,-1-2 5 0,4 1-4 0,-4 0 1 16,-1 1-1-16,3-3 1 0,0 2-1 0,0 1-1 15,0 0 3-15,-2-2-4 0,2 2 4 0,-2-2-2 16,4 1-4-16,-2 0 5 0,-2 1-4 0,2-2 7 16,2 4-9-16,-4-2 9 0,2-4-5 0,0 0 1 15,0 0 2-15,0 2 1 0,0-11-3 0,2 11 0 16,-2-6 3-16,0-5-3 0,0 9 3 0,0-9-4 16,0 0 4-16,0 0 4 0,0 8-2 0,0-8 0 15,0 0-7-15,0 0 4 0,0 0 0 0,0 0 2 16,0 0 2-16,0 0-4 0,0 0-19 0,0 0-16 15,0 0-19-15,0 0-31 0,0 0-29 0,0 0-18 16,0 0-30-16,0 0-129 0,0 0-313 0,0 0 139 16</inkml:trace>
  <inkml:trace contextRef="#ctx0" brushRef="#br0" timeOffset="-177833.36">26863 13967 1698 0</inkml:trace>
  <inkml:trace contextRef="#ctx0" brushRef="#br0" timeOffset="-173985.47">27507 14407 4 0,'0'0'61'0,"0"0"-3"16,0 0-6-16,0 0-5 0,0 0-13 16,0 0 4-16,0 0 5 0,0 0 2 0,-8-7-14 0,8 7 3 15,0 0-1-15,0 0-1 0,-5-5-6 0,5 5 7 16,0 0 3-16,0 0-13 0,0 0 6 0,-6-4-7 15,6 4 5-15,0 0-4 0,0 0 6 0,-5-6-4 16,5 6 0-16,0 0-7 0,0 0-4 16,-4-8 0-16,4 8 13 0,0 0-14 0,0 0 7 15,-3-5-13-15,3 5 11 0,0 0-3 0,0 0-1 0,-6-8-5 16,6 8 1-16,0 0-3 0,0 0 5 0,-7-3-14 16,7 3 10-16,0 0-10 0,0 0 5 0,0 0 4 15,-4-4-5-15,4 4-1 0,0 0-2 16,0 0 11-16,0 0-6 0,0 0-1 0,0 0-5 15,0 0 13-15,0 0 0 0,0 0 0 0,0 0 1 16,0 0-4-16,0 0 8 0,0 0 1 0,0 0-2 0,0 0-10 16,0 0 11-16,0 0-3 0,0 0 5 0,0 0 3 15,0 0-1-15,0 0 10 0,0 0-12 0,0 0-1 16,0 0 19-16,0 0-14 0,0 0 8 0,0 0-7 16,-5-6 12-16,5 6 7 0,0 0-8 0,0 0 0 15,0 0-3-15,0 0-5 0,7-11 1 0,-7 11-7 16,6-6-3-16,-3 2 5 0,-3 4-5 0,6-10 6 15,-2 7-12-15,-1-3 6 0,-1-1-6 16,3 1-1-16,0 0 3 0,-1 0-2 0,4-1-2 16,-3-3 8-16,4 1-6 0,-6-1 1 0,4 1 4 0,-1-2-8 15,1 2 7-15,-2-3 0 0,-1 4 1 0,3-5-3 16,-3 2-2-16,3 0 2 0,-3 0-5 0,3 3 1 16,-3-3 0-16,-1 2 0 0,3-2-4 15,-1 3 0-15,-1-2 7 0,3 1-15 0,0-1 15 16,1 0-4-16,-3 0-4 0,1 1 4 0,2-1-2 15,-2 0-3-15,1 0 2 0,-1 1-3 0,-1-3 0 0,4 3 3 16,-4 0-1-16,4-6-8 0,2 1 9 0,-2 1 1 16,-2 4-3-16,4-6-2 0,1 4 3 0,-4 1-3 15,1-3 1-15,3 0 1 0,-1-1-1 16,3 3-1-16,-3-2 1 0,2 1-4 0,-2-1-1 16,2 1 6-16,0 0-2 0,0 0-1 0,0 0 0 0,3 0 4 15,-3 1 0-15,3-2-1 0,-1 1 3 0,1 1-7 16,0 2 9-16,0-3-11 0,-1 0 3 0,3 0 4 15,-2 0-4-15,2 1-1 0,3-5 2 16,-4 7 4-16,1-2-7 0,0 0 3 0,0 0-2 16,3-4 0-16,-4 2 1 0,2 2 4 0,-2 0-6 0,1 0 6 15,-2 0-7-15,-1 1 3 0,2-1 3 0,-2 0-6 16,2 1 8-16,0 1-6 0,-1-1-2 0,-1-1-1 16,3 1 4-16,-2 1 1 0,0-1 0 0,-1 2-2 15,2-1 3-15,-1 3-3 0,0-4 5 16,0 3-3-16,-2-3-5 0,1 2 4 0,3-1 1 0,-4 1-2 15,2-1 5-15,1 1-3 0,-1-1 6 0,1 0-6 16,1-1 1-16,-1 0-3 0,1 1-2 0,0-1 7 16,-2 1-2-16,5 1 0 0,-2 1-4 0,2-2 2 15,1-3-3-15,-2 4 9 0,-4 0-6 16,2-1 0-16,-1 0 0 0,2-1 0 0,-1 3 1 0,0-4-2 16,0 2 4-16,-2 1-9 0,5 0 6 0,4-2-4 15,-1-3 6-15,-6 4 3 0,1 0-2 0,7-3-1 16,-3 1-1-16,3 0 3 0,-1 0-2 0,2 1-3 15,0 0 2-15,-2 1-3 0,2-1 1 16,2-1 3-16,-1 1-2 0,0 1-4 0,0-1 3 0,0 2 4 16,0-4-1-16,0 3 3 0,-1-1-7 0,-4 3 9 15,4-5-9-15,-2 4 3 0,2 0-4 0,0 2 3 16,-7-1 4-16,1 3 1 0,1-1-4 0,4-2 0 16,-6 2-1-16,0 0 3 0,0 1-3 15,0-2-2-15,1 1 4 0,8-2-3 0,-8 3 3 0,7-2-1 16,-1-1-2-16,3 2 2 0,-1 0 2 0,-1 0-2 15,2 0 2-15,-1-1-5 0,-1 3 3 0,-1-3-1 16,-5 2 1-16,6-4 0 0,-8 4 3 0,1 0-3 16,0-1 0-16,0 0 4 0,-2-1-5 0,-2 1-1 15,1 1 0-15,-1-2 3 0,-1 0 0 0,-2 4-2 16,2-2 1-16,2-1 2 0,0 0-5 0,1 0 5 16,-1 0-1-16,4-1-4 0,1 2 6 0,2-3-6 15,4 1 5-15,-1 4 2 0,-1-4-8 0,0-1 9 16,1 1-8-16,1 0 2 0,-2 0 1 0,1 0-6 15,-6 2 6-15,6 0-1 0,1-2 0 0,-1-2-4 16,-6 4 1-16,5 1 5 0,0-3-4 0,-1 2 1 16,1 0 2-16,-7 1-3 0,0 1 3 0,3 0-1 15,5-4 0-15,-9 2 2 0,11 0-1 0,-10 1 1 16,2-2 5-16,-2 1 3 0,2 0-4 0,0 0 0 16,6-1-1-16,-8 1-1 0,2 2 1 15,-2-2-3-15,0 1 1 0,0 1 2 0,-2-1 1 0,0 0-4 16,-5 1 0-16,8 1 4 0,-5-2 0 0,-1-1-5 15,3 3 2-15,-5-1 1 0,1 0-4 0,-1 0 6 16,4 0-1-16,-4 0-5 0,0 1 7 0,1-1-4 16,-1 0 2-16,1 2-5 0,-1-1 2 0,-1-1 2 15,0 2 0-15,-2-1-2 0,-1 1 2 0,1-2-1 16,-10 2 2-16,15 0-3 0,-7-2-3 0,-8 2 1 16,9 0-13-16,-9 0-7 0,8-2-21 0,-8 2-22 15,0 0-23-15,9 0-52 0,-9 0-33 16,0 0-133-16,0 0-328 0,9-3 145 0</inkml:trace>
  <inkml:trace contextRef="#ctx0" brushRef="#br0" timeOffset="-173366.42">31801 12482 14 0,'7'-3'129'0,"-7"3"-11"16,12-4-11-16,-4 4-14 0,3-3-2 0,-1 2-7 15,2-2-1-15,-1 2-3 0,1-1-11 0,-1 2-6 16,0-2-6-16,0 4-4 0,0-4-10 0,0 1 0 16,-1 1-1-16,-10 0-12 0,13 0 1 0,-13 0-6 15,10 0 8-15,-10 0-9 0,0 0-3 0,9 0-4 16,-9 0-2-16,0 0 8 0,0 0 3 0,0 0 3 15,10-2-5-15,-10 2-1 0,0 0 3 0,0 0-7 16,0 0-13-16,0 0 10 0,0 0-1 0,0 0-3 16,0 0-1-16,0 0 4 0,0 0-6 0,0 0-1 15,0 0 1-15,0 0 0 0,0 0-2 0,0 0 1 16,0 0-1-16,0 0 2 0,0 0-1 0,0 0 16 16,0 0-6-16,-25 11-9 0,19-5 7 15,1 2 1-15,0 1 2 0,0 0-4 0,0 3 3 0,0-1-4 0,0 4 7 16,1 1-4-16,-2 0-3 0,3 0 0 0,1-5-5 15,-2 2 5-15,2-2-4 0,-1 1-4 16,1 2 0-16,2-2 3 0,0-1-1 0,0 2-1 16,0-3-1-16,-1 1 2 0,1-1 5 0,1-2-8 15,-2 0-1-15,1 2-2 0,0-10 1 0,-1 12 2 16,-1-5 1-16,2-7 3 0,-1 9-4 0,1-9 2 16,-6 8-5-16,0-5 2 0,0 0-5 0,6-3 4 15,-13 5 3-15,7-4 1 0,6-1-5 0,-11 3 2 16,11-3 0-16,-11-2-5 0,11 2 7 0,-7-3-5 0,7 3 3 15,-8-4 1-15,8 4-12 0,-5-4 7 0,5 4 1 16,0 0 1-16,0 0-3 0,0 0 4 16,0 0-1-16,0 0-4 0,10-12-1 0,-10 12 4 15,10-1 0-15,-2 0 2 0,-8 1-5 0,15 0 2 16,-6 0 1-16,2 1-1 0,0-1-9 0,2 3-16 0,-3-2-20 16,1 3-35-16,1-3-9 0,1 1-34 15,-2-2-5-15,-3 2-17 0,2-1-96 0,-2 1-261 0,-8-2 117 16</inkml:trace>
  <inkml:trace contextRef="#ctx0" brushRef="#br0" timeOffset="-172811.11">32090 12722 121 0,'2'-13'126'0,"1"9"9"0,-3 4 7 0,2-11 2 16,1 6-4-16,-3 5-9 0,0 0-16 0,1-10-9 15,-1 10-15-15,0 0-11 0,0 0-8 0,0 0-4 0,0 0-2 16,0 0-3-16,0 0-4 0,4 26-7 0,-7-17-2 15,3 2-9-15,0 1-2 0,-1-3-2 0,-1 4-1 16,-1-3 0-16,2 2-8 0,-3-2-2 16,3 2 0-16,-1-2 1 0,1-1-4 0,0 1-8 0,-2-3-1 15,3-7 2-15,0 14 0 0,0-9-3 0,0-5-2 16,0 11-4-16,0-11 9 0,-1 9-5 0,1-9-1 16,0 0 2-16,-1 7-3 0,1-7 2 0,0 0-1 15,0 0-9-15,0 0 0 0,0 0 2 16,0 0-7-16,0 0 3 0,0 0 4 0,0-31-5 15,1 20 2-15,4 0-2 0,1-3-4 0,2-1-3 0,2-1 2 16,-1 1 0-16,0 1 0 0,3-1 1 0,-2 2-1 16,-2 4-1-16,-1 0 5 0,2 1-1 0,-1 0-6 15,-3 3 7-15,-1 0 2 0,1 1-2 16,1-1-2-16,-6 5 4 0,12-1-7 0,-12 1 5 16,9-1 5-16,-9 1-11 0,11 4 4 0,-6 2-1 0,-1-3 2 15,0 3 1-15,0-2-1 0,-1 3-5 0,-3-7 4 16,0 10 6-16,1-3-8 0,-1-7 7 0,-1 12-1 15,1-12-4-15,-4 14 8 0,1-8-4 0,1 0-18 16,-1 0 4-16,3-6-11 0,-4 11-5 0,3-6-4 16,1-5-1-16,-3 10 5 0,2-4-6 0,1-6 1 15,2 9 6-15,-2-9 2 0,3 10 0 0,-2-6 8 16,3 1 4-16,-4-5 0 0,4 8 1 16,-1-2-4-16,-3-6 2 0,4 9 7 0,-2-4-3 0,-2-5 5 15,-1 8-3-15,1-8 4 0,0 0 6 0,-7 10 0 16,5-7-9-16,-3 1 6 0,5-4 4 0,-11 6-2 15,4-2 4-15,0-1-1 0,0-1 1 0,0 1-2 16,7-3-17-16,-18 4-29 0,18-4-31 0,-9 4-34 16,4-4-112-16,5 0-239 0,0 0 106 0</inkml:trace>
  <inkml:trace contextRef="#ctx0" brushRef="#br0" timeOffset="-172641.76">32431 12777 113 0,'0'0'120'0,"8"-4"-2"0,-8 4-17 0,8-1-16 15,-8 1-26-15,0 0-11 0,12 0-22 0,-12 0-20 16,5 5-22-16,-5-5-17 0,1 8-17 0,-1-8-47 16,-2 10-103-16,2-10 46 0</inkml:trace>
  <inkml:trace contextRef="#ctx0" brushRef="#br0" timeOffset="-172533.39">32439 12828 112 0,'0'0'12'0,"-8"8"7"0,4-7 18 0,4-1 0 0,-5 7 7 15,5-7 6-15,0 0 10 0,-5 6-5 0,5-6 8 16,0 0-6-16,0 0-5 0,0 0-12 0,0 0-2 16,0 0-4-16,0 0-2 0,18 0-23 0,-6-1-12 15,1-1-25-15,5 0-13 0,1 2-18 0,2-1-45 16,-5-3-111-16,5 1 49 0</inkml:trace>
  <inkml:trace contextRef="#ctx0" brushRef="#br0" timeOffset="-172271.84">32640 12821 115 0,'7'-3'3'0,"-2"-1"8"0,-5 4 8 0,14-10 2 16,-9 7 4-16,-1-2 17 0,-4 5 23 0,0 0 1 15,10-11 15-15,-10 11-10 0,4-6-6 0,-4 6 9 16,0 0-19-16,6-3-4 0,-6 3-3 0,0 0 8 16,0 0 18-16,0 0 1 0,0 0-8 0,0 19-4 15,0-19-1-15,0 10-4 0,2-2-3 0,-2-8-3 16,0 0-6-16,0 0 4 0,0 0-2 0,0 0-4 16,37 36 3-16,-37-36 2 0,26 9-8 0,-26-9 0 15,0 0-4-15,45 5-1 0,-45-5-2 0,0 0-4 16,41-5-1-16,-41 5 0 0,0 0-2 0,0 0-1 15,28-19-2-15,-28 19-4 0,0 0-5 0,12-25-1 16,-12 25 2-16,0 0-7 0,0 0 4 0,0 0-9 16,0 0 4-16,-27-56-9 0,27 56-12 0,0 0-8 15,-38-21-14-15,38 21-11 0,-39-7-22 0,20 6-43 16,-3 1-14-16,-6 4-33 0,8 0-98 0,-8 0-277 16,6-1 123-16</inkml:trace>
  <inkml:trace contextRef="#ctx0" brushRef="#br0" timeOffset="-169653.51">27991 13590 15 0,'9'0'77'0,"-9"0"4"16,0 0-5-16,0 0 0 0,6-4 0 0,-6 4-8 15,0 0-7-15,0 0-2 0,0 0 1 0,0 0-11 16,0 0-14-16,0 0-5 0,0 0 4 0,0 0-6 16,5-7-1-16,-5 7-4 0,0 0 9 0,0 0-20 15,0 0-12-15,0 0-1 0,15 6-6 0,-15-6-5 16,0 0-3-16,5 1-1 0,-5-1 1 0,7 3-6 16,-7-3-4-16,7 2-3 0,-7-2 1 0,11 3 1 15,-11-3 1-15,8 1 0 0,-8-1 0 0,10 0 9 16,-10 0 1-16,0 0 3 0,13-2-5 0,-13 2 4 15,7-2-2-15,-7 2 2 0,11-2 2 0,-11 2 5 16,5-3 13-16,-5 3-6 0,0 0 1 0,6-3-3 16,-6 3 5-16,0 0 0 0,0 0-1 0,7-2-5 15,-7 2 3-15,0 0 4 0,5-4-3 0,-5 4 2 16,0 0-1-16,0 0 4 0,0 0 3 0,7-4 9 16,-7 4-2-16,0 0 4 0,0 0 1 0,0 0 3 15,0 0-3-15,0 0-2 0,0 0 5 0,0 0-8 16,0 0-3-16,0 0 0 0,0 0-5 0,-17-7 0 15,17 7 7-15,-11 0 3 0,11 0-4 0,-13 2-3 16,13-2 4-16,-14 1 4 0,5 1-7 0,2-1 10 16,-3 0-6-16,-1 1 1 0,-1 0-1 0,1 0 4 15,-1 1 4-15,1 1-5 0,0-2-6 0,-3 0 3 0,2 2 0 16,-2-2-5-16,3 0 3 0,-1 1 9 16,-2 1-10-16,3-2 1 0,-2 2 1 0,1-2 0 15,2 0-4-15,-2 0 5 0,1 0-6 0,1 1 4 16,-1-2 0-16,0 1 5 0,-1 0-8 0,0 0-3 15,1 1-3-15,-3-1 12 0,5-2-8 0,-4 3 4 16,-1-1-8-16,1-1 2 0,-1 2 6 0,1-2-2 16,-1 1-4-16,1-1 3 0,0 1-3 0,-1 0 3 15,1-2 0-15,-1 3 0 0,1-2-6 0,1-1 6 16,-1 3 2-16,0-3-4 0,-1 1 1 0,3 2-3 16,-1-2 0-16,1-1 2 0,1 2 0 0,-2-1-5 15,3 1 2-15,9-2 1 0,-13 1-2 0,7 1 2 0,6-2-8 16,-11 2 6-16,11-2 2 0,-10 3-2 15,10-3 1-15,-8 3-4 0,8-3-4 0,-9 1 4 16,9-1-1-16,-8 2 2 0,8-2 3 0,-7 4-5 0,7-4 0 16,-9 4 4-16,9-4-6 0,0 0 4 0,-7 2-6 15,7-2 1-15,-6 3 5 0,6-3 0 16,0 0 0-16,-9 3 1 0,9-3-2 0,0 0 4 16,0 0 5-16,-8 1 3 0,8-1-3 0,0 0 8 0,0 0 5 15,0 0-2-15,0 0-3 0,0 0 2 0,0 0-1 16,0 0-2-16,-6 2-4 0,6-2 0 0,0 0 0 15,0 0 1-15,0 0 6 0,0 0-9 0,0 0-3 16,0 0-1-16,-9 0-1 0,9 0 0 16,0 0-2-16,0 0 2 0,0 0-12 0,0 0-13 0,0 0-16 15,0 0-24-15,0 0-20 0,0 0-25 0,0 0-24 16,0 0-131-16,0 0-279 0,0 0 124 0</inkml:trace>
  <inkml:trace contextRef="#ctx0" brushRef="#br0" timeOffset="-166601.52">27453 13321 8 0,'0'0'39'0,"0"-9"-2"0,0 9-8 16,0 0 1-16,0-9-5 0,0 9-2 15,0 0 2-15,1-8-7 0,-1 8 7 0,0 0-9 16,0 0 1-16,3-9-5 0,-3 9-4 0,0 0 1 16,0-9-4-16,0 9 4 0,0 0-3 0,4-8 0 0,-4 8 4 15,0-7 0-15,0 7-5 0,2-8 3 0,-2 8-2 16,0-7 3-16,0 7-2 0,4-12-4 15,-3 5 3-15,-1 7-1 0,4-11 13 0,-4 5-8 16,0 6-1-16,0-13-4 0,0 6 2 16,0 7 5-16,0-13-6 0,0 7-3 0,0 6-1 0,0-13 1 0,0 13 3 15,0-9-5-15,0 9 7 0,-2-13-7 0,2 13 4 16,0-10-6-16,0 10 1 0,-3-9 1 16,3 9-2-16,-4-9 3 0,4 9 0 0,-2-11 1 15,2 11-3-15,-4-9 4 0,4 9-8 0,-4-10 1 16,4 10 3-16,-2-10 5 0,0 4-2 0,2 6-3 0,-2-9 7 15,2 9-7-15,-2-10 3 0,2 10-1 0,-3-8 1 16,3 8 5-16,-4-10-6 0,4 10-4 16,-4-8 4-16,2 2-2 0,2 6 0 0,-3-9-4 15,-2 4 11-15,5 5 1 0,-4-8-4 0,4 8-2 0,-4-9 1 16,4 9 1-16,-5-9-2 0,5 9-2 0,-2-6 0 16,2 6 1-16,-2-8 2 0,2 8-4 0,-4-6-11 15,4 6-10-15,-5-6-6 0,5 6-9 16,-5-5 0-16,5 5-2 0,0 0-28 0,-5-8-74 15,5 8 33-15</inkml:trace>
  <inkml:trace contextRef="#ctx0" brushRef="#br0" timeOffset="-165705.39">27378 12811 8 0,'0'0'20'0,"0"0"1"16,-3-10 2-16,3 10 4 0,1-9-5 16,-1 9-3-16,-3-10-4 0,3 10-3 0,-2-7 1 0,2 7 0 15,-2-8-1-15,2 8-5 0,0 0 3 0,0-9-4 16,0 9 1-16,0 0 2 0,0-10-4 0,0 10-2 16,0 0 4-16,0-12-5 0,0 12 3 0,0-7 5 15,0 7-8-15,2-8-1 0,-2 8 3 0,4-9 0 16,-4 9-3-16,1-8 2 0,-1 8-3 15,2-11-1-15,-1 5 2 0,-1 6 2 0,1-11-2 0,-1 4-1 16,2 0 1-16,0 0-4 0,-2-2 5 0,2 0 0 16,1-1-1-16,-1 0 4 0,0 1-4 0,1-2 1 15,-1 0-2-15,2 0-2 0,-2 0 4 16,-1 1-3-16,1-3 5 0,0 2 5 0,0 2-4 0,0-3 2 16,0 1 1-16,-1 2 5 0,1 1 4 0,-2-4 0 15,2 5-3-15,0-4 3 0,0 4-3 0,-2 7 2 16,0-17 4-16,3 8-1 0,0 1-1 0,-2-2 2 15,2 0-2-15,-1 5-3 0,2-4 0 0,-1 2-4 16,-1 0 3-16,2 2 4 0,-2-2 1 16,-2 7 1-16,6-11-4 0,-6 5 2 0,0 6 1 0,0 0-7 15,6-15 4-15,-6 15 6 0,2-7-11 0,-2 7-1 16,0-12 3-16,0 12 2 0,0 0 7 0,0 0-3 16,5-12 5-16,-5 12-5 0,0 0 2 15,0 0 4-15,0 0-7 0,0-11-1 0,0 11 4 16,0 0-7-16,2-10 2 0,-2 10 1 0,0 0-5 0,0 0 5 15,0 0-10-15,0-12 7 0,0 12-4 0,0 0 6 16,2-13-4-16,-2 13-4 0,2-5 7 0,-2 5-3 16,0-8 2-16,0 8 8 0,0 0-5 0,0-10 0 15,0 10-7-15,4-10 0 0,-4 10 3 0,3-10 11 16,-3 10 0-16,0-9-2 0,2 4-3 0,-2 5-5 16,5-11 4-16,-5 5-2 0,0 6-3 0,5-9-3 15,-5 2 0-15,0 7 3 0,2-10-5 0,-2 10 3 16,0-10-2-16,0 10 11 0,2-8-6 0,-2 8-2 15,0-10 0-15,0 10 0 0,0-8 0 0,0 8-3 16,0-10-2-16,0 10 5 0,0-9-1 0,0 9-2 16,0 0-1-16,-2-13 5 0,2 13-4 0,2-8 6 15,-2 8-8-15,0 0-1 0,-3-11 0 0,3 11 0 16,-2-8-2-16,2 8-2 0,-4-6 1 0,4 6 2 16,-5-7 3-16,5 7-1 0,-5-6-4 0,5 6 0 15,-6-6-2-15,6 6 3 0,-4-8-5 0,2 3 4 16,2 5-8-16,-5-8 10 0,5 8 2 0,-2-6-1 15,2 6-1-15,-4-8 3 0,4 8-6 16,-6-8 0-16,6 8-1 0,-2-9 5 0,2 9-1 0,-4-11 1 16,4 11-4-16,-2-9-3 0,2 9 7 0,-3-10 3 15,3 10-11-15,-2-9 2 0,2 9 2 0,-4-10-2 16,4 10 1-16,0-9-1 0,0 9 0 0,-4-10 0 16,4 10-3-16,-1-7 3 0,1 7 2 0,-5-10-1 15,5 10 2-15,0-9-3 0,0 9 3 0,-4-8-15 16,4 8-16-16,0-7-13 0,0 7-17 0,0 0-12 15,-3-11-17-15,3 11-12 0,-6-4-17 0,6 4-98 16,-8-4-230-16,8 4 102 0</inkml:trace>
  <inkml:trace contextRef="#ctx0" brushRef="#br0" timeOffset="-165005.28">27323 11124 1 0,'0'0'33'16,"-6"-7"6"-16,6 7-3 0,-3-8 4 0,-1 4-4 15,4 4 6-15,-6-8-5 0,6 8 2 0,-4-9-1 16,4 9-3-16,-4-7-1 0,4 7 2 0,-2-6 5 16,2 6 4-16,0 0-2 0,-2-8-4 0,2 8-1 15,0 0-7-15,0 0-2 0,0 0 1 0,0-9-5 16,0 9-7-16,0 0-1 0,0 0 4 0,12-2-7 15,-12 2-4-15,0 0 5 0,0 0 1 0,13 3 5 16,-13-3-11-16,7 6 4 0,-4 0-5 0,0-2 7 16,-3-4-4-16,7 11 10 0,-4-5-8 0,3 2 0 15,-1 2 2-15,-1-1-1 0,0 0-3 0,3 2 1 16,-2-1-1-16,2 0 8 0,-5 2-3 0,6 3-3 16,-5-4 5-16,4 2-1 0,-2 1-3 0,-1 2-1 15,0-5-4-15,1 3-2 0,-1 3 3 0,0-2-2 16,-1-3 0-16,0 4 4 0,-2-1-5 0,0 1 1 15,1 0-2-15,-2 0 3 0,2 0-4 0,-2 3 4 16,2-1-8-16,-4 1 7 0,4 0-4 0,-2 0 5 16,0 6-6-16,0-5 1 0,-2 2-2 0,0-1 2 15,2-2-5-15,0 6 1 0,-2-5-13 0,2-1-7 16,0 0-7-16,-1 0-19 0,0 1-7 0,0-1-6 0,-1 0-18 16,2 1-11-16,-3-2-76 0,3 1-176 15,0-2 79-15</inkml:trace>
  <inkml:trace contextRef="#ctx0" brushRef="#br0" timeOffset="-164289.3">27416 11785 59 0,'0'0'69'0,"0"0"-6"0,0 0-4 16,0-9-3-16,0 9 1 0,0 0-12 0,0 0 1 16,0 0 1-16,-1-9-8 0,1 9-1 0,0 0-4 15,0 0-2-15,-8-5-4 0,8 5 1 0,0 0 8 16,0 0 17-16,-16 11-17 0,9-5-8 0,-1 1 1 16,1 0-1-16,-5 3-3 0,1-2 14 0,0 3-4 15,-5-1 3-15,7-1-4 0,-5 1 2 0,-1 1 1 16,1-2-6-16,-1 2-7 0,1-2 6 0,-1 1 1 15,6-3-2-15,-3 2-10 0,1-3-3 0,-3 4 4 16,6-3-7-16,-1 0-2 0,0 0-1 0,-1 0-1 16,1 0-5-16,1 0-20 0,2-1-30 0,-2-1-23 15,4 1-26-15,2-1-14 0,2-5-75 0,-9 8-199 16,9-8 88-16</inkml:trace>
  <inkml:trace contextRef="#ctx0" brushRef="#br0" timeOffset="-164077.72">27521 11813 45 0,'3'5'63'0,"3"0"-4"16,-2-1-1-16,1 4-9 0,-1-2-5 0,2 3-4 0,0 0-13 15,-1 0-22-15,1 2-20 0,0 0-17 16,-1 0-26-16,3-1-61 0,-2 0 27 0</inkml:trace>
  <inkml:trace contextRef="#ctx0" brushRef="#br0" timeOffset="-163182.84">26000 11901 53 0,'-10'-3'92'0,"10"3"-7"0,0 0-12 0,0 0-8 16,0 0-1-16,0 0-9 0,24-13-8 0,-13 12-2 16,8-1-3-16,0-1-8 0,0-1-5 0,1 2 1 15,-3 0-1-15,2-1 2 0,-2 2 0 0,-2-1-12 16,-2 2-2-16,0-2 9 0,-2 1-12 0,-11 1-5 15,14 0 1-15,-14 0 0 0,14-2-7 0,-14 2-1 16,0 0-2-16,12 0 0 0,-12 0 6 0,0 0-7 16,0 0 3-16,1-4 2 0,-1 4-4 0,0 0-3 15,0 0-3-15,0 0 9 0,0 0-3 0,0 0-1 16,-18-7-3-16,18 7 1 0,-10-3 3 0,10 3-3 0,-11-1 4 16,11 1 2-16,-12-2-5 0,12 2 0 15,-10 0 2-15,10 0-4 0,-9 0 2 0,9 0 4 16,0 0-6-16,-11 0 1 0,11 0 5 0,0 0 1 15,-7 5 10-15,7-5 8 0,-4 7 7 0,4-7-10 16,1 16 8-16,-2-9 1 0,2 5 6 0,-1-1-1 0,3 2-2 16,-3-1 6-16,0 3 7 0,3 0-20 0,-1 1 0 15,-2-1-4-15,0 1 2 0,2 0-4 16,-2-2 0-16,0 3-2 0,2-5-3 0,-2 1 5 16,0-1-6-16,0 1-1 0,0-3 0 0,-2 2 1 15,0-4-4-15,2-1-1 0,0 2 1 0,0-9-2 0,-2 16 3 16,-1-9 1-16,-2 1-2 0,3-1 0 15,-4-2-1-15,1 1-3 0,1-1-2 0,-2-2 4 16,-2 1-4-16,2-2 6 0,-1 0-10 0,7-2 5 16,-16 0 1-16,9 0 0 0,7 0-6 0,-13-2 5 0,5 0-1 15,8 2-1-15,-10-6 3 0,5 3-8 16,5 3-4-16,-10-4 9 0,10 4-6 0,-4-5 2 16,4 5-3-16,0 0-1 0,0 0 7 0,0 0-3 15,10-14 0-15,-5 11-5 0,5 2 7 0,-10 1 3 16,16-6 4-16,-3 6-14 0,4-3 1 0,-2 1-5 15,3 1-19-15,-3 0-7 0,6 1-10 0,-5 0-10 16,4 0-6-16,0-2 4 0,-2 2-7 0,0 0-11 16,0 2-11-16,-2-2-57 0,4-2-159 0,-4 1 72 15</inkml:trace>
  <inkml:trace contextRef="#ctx0" brushRef="#br0" timeOffset="-162961.95">26499 12104 57 0,'10'-8'4'0,"-2"0"13"15,-1-1 7-15,2 1 2 0,-4-1 12 0,-1 1 3 16,0 3 4-16,-3-1-4 0,-1 6 8 15,4-13 0-15,-4 9-1 0,0 4 0 0,0 0-4 16,-2-13 2-16,2 13 0 0,-3-5 1 0,3 5 3 0,0 0-7 16,-16 1 0-16,16-1 6 0,-19 9 8 0,2 0-11 15,2 0-2-15,-1 2-2 0,1-1-3 16,-1-1 1-16,3 1-3 0,4-1-5 0,-1 0-7 16,1 1 2-16,1-3-2 0,0 1-6 0,4 0 1 0,0-3-3 15,4-5 1-15,4 14-4 0,-4-14 6 0,14 12-4 16,-3-7-16-16,7 0-30 0,0 0-4 0,9 1-37 15,2-3-18-15,2 1-107 0,3-3-210 0,-3-1 93 16</inkml:trace>
  <inkml:trace contextRef="#ctx0" brushRef="#br0" timeOffset="-150021.22">27405 14169 1 0</inkml:trace>
  <inkml:trace contextRef="#ctx0" brushRef="#br0" timeOffset="-149692.16">27635 14108 37 0,'0'0'36'0,"0"0"-7"15,-4-10-2-15,4 10 0 0,0 0-5 0,0 0 3 16,0-12-5-16,0 12 4 0,2-7-10 0,-2 7 0 15,3-6 15-15,-3 6-17 0,4-7-4 0,-4 7-12 16,5-7-4-16,-5 7-21 0,6-5-19 0,-6 5-51 16,3-7 24-16</inkml:trace>
  <inkml:trace contextRef="#ctx0" brushRef="#br0" timeOffset="-147494.78">27555 14125 11 0,'0'0'14'0,"0"0"-3"16,-10 2-2-16,10-2-2 0,0 0 0 0,0 0 1 0,-10 1 3 15,10-1-5-15,0 0-1 0,-7 2-4 0,7-2 3 16,0 0 0-16,0 0-1 0,0 0 4 0,-7 3-9 16,7-3 0-16,0 0 3 0,0 0 4 0,-11 2-6 15,11-2 4-15,0 0-9 0,-9 1 6 16,9-1 0-16,-6 3 8 0,6-3-10 0,0 0 4 15,-12 1 8-15,12-1-3 0,0 0 0 0,0 0 1 0,-9 3 0 16,9-3 3-16,0 0-4 0,0 0 2 0,0 0-5 16,-11-2 7-16,11 2-4 0,0 0-1 0,0 0 0 15,-6 2 0-15,6-2-1 0,0 0-4 16,0 0 4-16,0 0-4 0,0 0 2 0,-10 4 0 16,10-4 3-16,0 0-6 0,0 0-1 0,0 0 6 0,0 0 1 15,0 0-2-15,-5 2 1 0,5-2 9 16,0 0-7-16,0 0 7 0,0 0 1 0,0 0 5 0,0 0-1 15,0 0 0-15,0 0-1 0,0 0 4 16,0 0-7-16,-8 1 9 0,8-1-1 0,0 0 2 16,0 0 5-16,0 0-6 0,0 0 5 0,0 0 1 0,0 0-1 15,0 0-6-15,0 0 8 0,0 0-8 0,0 0 1 16,0 0 7-16,0 0-8 0,0 0 14 0,0 0-13 16,0 0 1-16,0 0 0 0,0 0-5 0,0-16-3 15,0 16-3-15,0 0 2 0,4-11 0 16,-4 11 11-16,2-8-13 0,-2 8 5 0,4-10 0 0,-1 4 2 15,1 1-7-15,-4 5 15 0,6-12 9 0,-2 3-7 16,0 0-7-16,-1 2-5 0,1-3-1 0,0 0 2 16,3 1 5-16,-5-1 10 0,3 3-4 0,-1-3 4 15,-1 0-9-15,-1 1-10 0,2-1 8 16,0 1-1-16,-2 0-1 0,1 1-3 0,1-1-3 0,-1-1-4 16,0 5 4-16,-1-5-9 0,0 0 3 0,2 1 2 15,0-1-6-15,1 0 3 0,-1-4-6 0,2 2 6 16,0-1 1-16,3-2-5 0,-1 0-5 0,2 1 4 15,-1-1-3-15,-1 1 2 0,1 0 4 0,1-1 2 16,-1 1-7-16,0-1 1 0,-2 4-3 0,2-2-2 16,-1-3 6-16,-1 6-3 0,1 0-1 0,0-4 0 15,-2 3 3-15,1-3-9 0,0 3 9 16,2-3-4-16,-2-1 0 0,1 1-3 0,2-1 3 16,-3 1 8-16,2 1-6 0,-1-3-4 0,2 1 5 0,1-1-6 15,0 0 1-15,0 1 4 0,1-2-2 0,-1 0-5 16,0 2 7-16,4-7-1 0,-3 6-1 0,-1-2-4 15,5-3 4-15,-1-1 3 0,-6 6 9 0,5-5-9 16,-3 4-8-16,1 1 0 0,6-5 8 0,-7 8 1 16,0-3-2-16,0 0-2 0,3 0 4 0,-4 3-2 15,2-3 2-15,2 1-5 0,-3 1 3 0,2-1 2 16,0 2-4-16,-2 0-1 0,2-1 4 0,-1 1-5 16,0-1 3-16,-1 3-5 0,0-2 9 0,1-1 0 15,0 2-3-15,1 0-2 0,-1-2-2 0,2 0 6 16,0 0-1-16,-1 0 0 0,6-5 1 0,-5 3 3 15,0 2-4-15,-3 0 4 0,3 1-4 0,-1-1-2 16,-3 1 0-16,3 2 3 0,-2-3-1 0,1 2-2 16,-1-1 3-16,-1 3 0 0,4-1 2 0,-5 2-5 15,0-1 5-15,3-1-1 0,-1 0-4 0,-1 1 1 16,2-2 1-16,0 1-2 0,1 0 4 0,0-3-5 16,-2 2 0-16,3 1-1 0,-1-1 1 0,2-2-2 15,1 3 7-15,-1-1-3 0,-2 2 1 0,7-2-4 16,-3 1 0-16,-2-2 0 0,3 0 5 0,0 3 0 15,0-2 0-15,2-4-4 0,-2 4 6 0,0 2-3 16,5-3-9-16,-4 3 10 0,-3-2-3 0,8-2-3 16,-6 1 4-16,-2 0-2 0,1 2 2 0,-2 0 1 15,2-2 2-15,-3 1-4 0,2 2-1 0,-1-2-6 16,0 2 10-16,-1 0-2 0,3-1 3 0,-1 0-7 16,2 2 9-16,5-6-4 0,2 3 0 0,0 1 2 15,-1-2-1-15,-5 4-4 0,6-1 1 0,-6-1-2 16,5 1 4-16,-5 1-2 0,-1 3 3 0,0-3-2 15,-1 4-4-15,-5-1 3 0,0 0-1 0,1 1 6 16,2-3-4-16,-2 2 2 0,2-1-3 0,1 1 2 16,0-2-1-16,-2 2-1 0,3-1 0 0,-6 2-5 15,6-4 10-15,-6 6-7 0,1-3 1 0,1 0-1 16,-2 1 1-16,1-1 0 0,3 0 4 0,-3 2-4 16,0-2 5-16,6-2-1 0,-1 1-4 0,1 0-3 15,-3 0 3-15,-1 1-1 0,3-1 5 0,-3 4-3 0,1-4 0 16,4 2 1-16,-2-1-5 0,2 0 6 15,-2-1-4-15,-1 1 2 0,2-2 0 0,0 3 1 16,0-1 1-16,-3-2-4 0,4 3-5 0,-2-2 3 16,1 2 4-16,-3 0 3 0,2 0-1 0,0-1 1 15,-3 2-1-15,-1-1-1 0,3 1-3 0,-3-1 3 16,5 0 8-16,0-1-8 0,0-1 3 0,1 2-7 16,-1-2 0-16,8 0 1 0,-5 0 1 0,-1-1-4 15,6 0 3-15,-4 3 4 0,-1-1 2 0,0-2-2 16,-2 5-4-16,0-4-2 0,0 1 5 0,0 2 2 0,-1-4-5 15,0 2 2-15,1-1 3 0,-1 0-14 16,1 0 17-16,1 2-1 0,-1-4 1 0,0 3-5 0,-1-1 4 16,0 0 0-16,-2 2 1 0,-2-1-5 15,2 0 7-15,-4 0-11 0,1 3 1 0,-1-4 4 16,1 3-3-16,-2-2 3 0,3 1-3 0,-4 0-2 0,3 0 5 16,-1 1-1-16,-1 0-4 0,2-1 5 0,-2 1-3 15,0 2 2-15,1-1-2 0,-3 1 4 16,3-2-2-16,-1 0-2 0,1 1 1 0,1-2-5 15,-2 4 5-15,2-3 1 0,2 2-1 0,-2-2 0 16,1 2-6-16,-2 1 6 0,-1 0 1 0,3 0 1 0,-2-2 0 16,2 2 2-16,-1-1-4 0,-1 0 0 0,1-1 3 15,1 2-4-15,-2-2 0 0,1 2-1 16,-1-1 2-16,0 0 0 0,2-1-1 0,-3 0 3 0,1 2 1 16,-1-1-3-16,-11 2 4 0,21-5 5 0,-9 3-4 15,-1-1-8-15,3 1 0 0,-4 0 0 0,2 0 2 16,0-2-1-16,2 1 1 0,-1 1 2 0,0-2-1 15,0 1 5-15,-1 2 0 0,-12 1 11 16,20-4 2-16,-11 2 8 0,-9 2 2 0,14-3-2 16,-14 3-2-16,12-4-1 0,-12 4-6 0,12-4 1 0,-4 0-2 15,-3 0 3-15,-5 4 0 0,14-4 0 0,-14 4 2 16,9-2-7-16,-9 2-5 0,9-4 3 0,-3 1-1 16,-6 3-3-16,10-3-2 0,-10 3-7 15,9-3 6-15,-9 3 2 0,7-2-5 0,-7 2-2 16,10-1 3-16,-10 1 3 0,8-3 1 0,-8 3-4 0,6-2 0 15,-6 2 0-15,0 0-2 0,0 0 2 0,10-3-1 16,-10 3-1-16,0 0 3 0,0 0-7 16,0 0 4-16,0 0 8 0,0 0-4 0,6-2-5 0,-6 2-1 15,0 0 0-15,0 0 4 0,0 0-5 0,0 0 1 16,0 0-7-16,7 6-19 0,-7-6-17 0,0 0-21 16,0 0-32-16,4 11-17 0,-4-11-11 0,0 0-19 15,0 12-124-15,0-12-289 0,0 0 128 16</inkml:trace>
  <inkml:trace contextRef="#ctx0" brushRef="#br0" timeOffset="-146427.87">31823 11392 76 0,'0'0'143'0,"0"0"-10"0,5-6-11 15,-5 6-5-15,6-6-12 0,-6 6-8 0,8-5-13 16,-2 2-4-16,2 0-10 0,2 1 1 0,0-2-7 16,1-1-3-16,-1 2 0 0,0-1-8 0,-1 0-2 0,0 2-12 15,-3-1 6-15,1 0 1 0,-1 1-4 16,-6 2 3-16,11-5-6 0,-6 3-7 0,-5 2 0 16,7-5-6-16,-7 5-1 0,8-3-8 0,-8 3 3 0,0 0-4 15,5-3-3-15,-5 3-2 0,0 0 3 16,0 0-7-16,0 0-1 0,0 0-2 0,0 0 1 15,5 14 2-15,-5-7-8 0,0-7 3 0,-5 19-2 16,2-7 7-16,1-2 4 0,-1 3-12 0,0 0 6 0,2 3-1 16,0 0-5-16,0-1 5 0,-1 0 2 0,2 2-8 15,-1-6 2-15,0 2 1 0,-1-1-2 0,1-2 3 16,0-1 3-16,2-2 0 0,-1-7 2 0,-2 11-5 16,2-11-1-16,-2 10 4 0,2-10 0 15,-2 6 1-15,2-6-3 0,0 0 0 0,-9 3 3 16,9-3-3-16,0 0 2 0,-12-3-1 0,12 3 0 15,0 0-3-15,-14-6-2 0,14 6 5 0,-3-5 2 0,3 5-2 16,0 0-3-16,-4-6-8 0,4 6 4 16,0 0-6-16,0 0-9 0,0 0-6 0,0 0-25 0,14-9 8 15,-7 8-2-15,4 1-22 0,1 1-10 0,1-1 7 16,5 0-1-16,0-1 18 0,-5 2-18 0,0-1 9 16,-1 0 4-16,1-3 7 0,-1 3 6 0,-1-3 17 15,-1 1 6-15,-3 0-9 0,0 0 6 0,0-3 4 16,-1 3 5-16,-1-4 5 0,0 1 7 0,-5 5 18 15,6-12 3-15,1 5 10 0,-4 1 7 0,-1 0-6 16,-2 6 3-16,7-9-11 0,-3 5 9 0,-4 4 4 16,5-6-12-16,-5 6-2 0,4-4-5 0,-4 4 0 15,0 0 0-15,0 0 2 0,0 0-3 0,8 11-2 16,-8-11 0-16,2 14 3 0,-5-3-1 0,2-2-1 16,-2 3-2-16,1-3-2 0,1 0 4 15,-2 0-7-15,3-2 0 0,-3 1 3 0,3-8-5 0,-1 9-1 16,1-9 1-16,-1 9 0 0,1-9 7 0,0 0 1 15,-1 8 0-15,1-8-2 0,0 0-1 0,0 0-2 16,0 0 2-16,0 0-8 0,0 0 5 0,0 0-8 16,0 0 6-16,-7-25 0 0,6 20 2 0,1 5-2 0,5-15 1 15,-2 5-4-15,0 1 1 0,3 0 0 16,1-1-4-16,2 1 3 0,0 1-4 0,0 3-2 16,2-3 1-16,0 2 6 0,-5 4-5 0,2-2 2 15,-2 1-1-15,1 1 6 0,-1 0-8 0,-6 2-3 0,11 0 5 16,-11 0 5-16,11 1-6 0,-11-1-2 15,11 3 10-15,-8 2-11 0,3-3 2 0,-6-2-8 16,4 8 8-16,-4-8 3 0,0 11-3 0,0-11 3 16,-1 9 0-16,1-9-16 0,-4 13-4 0,1-8-4 15,1 2-1-15,2-7-2 0,-3 11 1 0,3-11-5 0,0 12-1 16,0-12 2-16,0 10 5 0,0-10-3 16,3 10 9-16,-2-6 4 0,-1-4 0 0,1 8-3 15,-1-8-4-15,0 0 15 0,3 7-7 0,-3-7 8 16,0 0 0-16,0 0 1 0,2 6 2 0,-2-6-4 0,0 0-2 15,0 0 2-15,0 0-3 0,0 0 10 0,0 0-17 16,-7 11-16-16,7-11-14 0,-4 4-17 16,4-4-17-16,-5 4-10 0,5-4-57 0,-7 5-160 15,7-5 71-15</inkml:trace>
  <inkml:trace contextRef="#ctx0" brushRef="#br0" timeOffset="-146269.52">32360 11592 55 0,'0'0'86'0,"0"0"-14"16,11 0-10-16,-11 0-12 0,0 0-1 0,0 0-10 15,9 5-11-15,-9-5-18 0,5 4-8 16,-5-4-16-16,0 0-20 0,2 7-6 0,-2-7-22 16,0 0-65-16,3 9 30 0</inkml:trace>
  <inkml:trace contextRef="#ctx0" brushRef="#br0" timeOffset="-145931.52">32516 11600 19 0,'0'0'26'16,"0"0"-8"-16,0 0-1 0,2 7-3 0,-2-7 5 15,0 0-3-15,0 0-5 0,7 2 4 0,-7-2-1 16,0 0 3-16,8 2-6 0,-8-2 3 0,10 2-9 16,-10-2 10-16,9 0-1 0,-9 0 0 0,0 0-6 15,0 0-2-15,12-3 1 0,-12 3-1 0,9-2 0 16,-9 2-7-16,7-4 8 0,-7 4-8 0,8-3 8 16,-8 3-6-16,9-1 0 0,-9 1 0 0,9-4 1 15,-9 4-2-15,6-4 7 0,-6 4-2 0,0 0 5 16,7-2 2-16,-7 2 5 0,0 0-3 0,0 0 2 15,0 0 6-15,0 0-8 0,5-4-4 0,-5 4-2 16,0 0-2-16,0 0-6 0,0 0-3 0,0 0-17 16,0 0-12-16,0 0-35 0,0 0-70 0,-32 5 31 15</inkml:trace>
  <inkml:trace contextRef="#ctx0" brushRef="#br0" timeOffset="-143765.42">28602 11015 8 0,'0'0'25'16,"0"0"-2"-16,0 0-6 0,0 0 1 0,0 0-7 15,0 0 5-15,0 0-3 0,0 0-7 0,0 0 3 16,0 0-3-16,0 0 1 0,0 0 1 0,0 0 2 15,0 0-1-15,0 0-3 0,0 0 1 0,0 0-3 16,0 0-2-16,0 0 3 0,0 0-4 0,0 0 4 0,0 0-1 16,0 0-2-16,0 0 3 0,0 0-2 0,0 0-3 15,0 0-1-15,0 0 5 0,0 0-4 16,0 0 0-16,0 0-6 0,0 0-8 0,10 22 0 16,-10-22-20-16,3 6-35 0,-3-6 16 0</inkml:trace>
  <inkml:trace contextRef="#ctx0" brushRef="#br0" timeOffset="-141597.5">28734 11101 50 0,'0'0'59'0,"0"0"-9"0,0 0 1 0,0-7-6 16,0 7 2-16,0 0-4 0,0 0-1 0,0 0-4 15,0 0-10-15,0 0-1 0,0-11 2 0,0 11-5 16,0 0-3-16,-4-6-4 0,4 6 3 0,0 0 0 16,0-10-3-16,0 10 5 0,0 0 9 0,0 0 0 15,-3-9-6-15,3 9-5 0,0 0 9 0,0-9-5 16,0 9 0-16,0 0-14 0,-1-9 7 0,1 9-5 15,-4-5-4-15,4 5-2 0,0 0 4 0,-3-9-4 16,3 9 6-16,0 0-3 0,0 0-3 0,-3-8 1 16,3 8 5-16,0 0-4 0,0 0-6 0,0 0 2 15,0 0-2-15,0 0-9 0,0 0 6 0,0 0 6 16,0 0 3-16,0 0-1 0,0 0 2 0,0 0 8 16,0 0-21-16,0 0-1 0,0 0 11 0,0 0-4 15,0 0 4-15,0 0-9 0,0 0 0 0,0 0 22 16,0 0-16-16,0 0 11 0,0 0-13 0,0 0 4 15,0 0 6-15,0 0 4 0,0 0 10 0,0 0-3 16,0 0 1-16,0 0-1 0,0 0 4 0,0 0-12 16,0 0 4-16,0 0 0 0,0 0-6 15,0 0 1-15,0 0-4 0,0 0 2 0,0 0-3 0,0 0-4 16,0 0-14-16,0 0 15 0,0 0 2 0,0 0-1 16,0 0-5-16,0 0-2 0,0 0 3 0,0 0 1 15,0 0-2-15,0 0 2 0,0 0-1 0,0 0 1 16,0 0-6-16,0 0 6 0,0 0-8 0,-13 14 6 15,13-14 0-15,-3 7 2 0,3-7-3 0,0 0-2 0,-2 7-4 16,2-7 1-16,0 0 7 0,0 9 1 16,0-9-1-16,0 0-1 0,0 0 0 0,0 0 4 15,2 8 5-15,-2-8-2 0,0 0 3 0,0 0-7 16,0 0 4-16,0 0-5 0,0 0 5 0,0 0-4 16,0 0 3-16,0 0-7 0,0 0-2 0,0 0 3 15,0 0 2-15,0 0-4 0,0 0 1 0,0 0 2 16,0 0-11-16,0 0 1 0,0 0 15 0,0 0-12 15,0 0 12-15,0 0-9 0,0 0-3 0,0 0 0 16,0 0-2-16,-20-5 4 0,20 5-3 0,0 0 5 16,-3 7 3-16,3-7 0 0,0 0-5 0,-1 10 3 15,1-10 3-15,0 0-1 0,0 0 4 0,0 0 3 16,4 11 1-16,-4-11 2 0,0 0-5 0,0 0 2 16,0 0 3-16,0 0 6 0,0 0-7 0,0 0-5 0,0 0 0 15,0 0-5-15,10-18 3 0,-10 18-26 16,0 0-30-16,0 0-38 0,0 0-19 0,0 0-90 15,0 0-215-15,0 0 95 0</inkml:trace>
  <inkml:trace contextRef="#ctx0" brushRef="#br0" timeOffset="-132038.84">27683 10594 11 0,'0'0'121'0,"0"0"-9"0,0 0 0 0,4-4-14 0,-4 4-12 16,0 0-7-16,0 0 1 0,0 0-16 0,0 0-8 15,0 0-3-15,0 0-1 0,0 0-12 0,0 0-2 16,0 0-9-16,0 0-2 0,0 0 1 0,0 0-4 16,0 0-5-16,0 0 2 0,5 14-21 0,-5-14 22 15,4 16-9-15,-4-4 4 0,2-1-5 0,1 5 9 16,0 2-7-16,-1-1 4 0,0 3-15 0,-2 5 9 16,0-8-2-16,-2 2-14 0,0 6 14 0,1 1-2 15,1-6 3-15,1 5-8 0,1-1-8 0,-4 4 10 16,4-2-4-16,0 0 5 0,-2 2-4 0,0-3 1 15,2 1-3-15,-4-2 8 0,0 1 0 0,2 0-13 0,-3-1 9 16,0-4 2-16,-1 1-3 0,4-2 16 16,-4 9-24-16,-1-4 3 0,-1 1-1 0,3-6 6 15,-3 5-5-15,-2 3-1 0,0 1-1 0,2-1 6 16,-4-1-3-16,3-1 4 0,1 3-1 0,1-2-4 0,-3 3-2 16,3 1 6-16,-4 1-4 0,2-1-8 15,1 0 18-15,-1 1-7 0,2 2-5 0,-2-4 1 0,3 3 14 16,2 0-10-16,-1-2-4 0,-1 1 3 0,2 0 2 15,2-2-2-15,0 2 0 0,0-2 1 0,0-3-4 16,-2 5 3-16,0-1-2 0,2-1 6 0,0-1-3 16,0 3 0-16,-3-2 6 0,2 0-7 0,2-1-2 15,2-1 4-15,-3 4-5 0,2-2 3 0,-2 2 2 16,0-2-2-16,0-1-7 0,0 1 4 0,0-1 3 16,-2 2-5-16,-1-3 2 0,2 2 8 0,-3-1-11 15,-2 1 4-15,3 1-6 0,-3-2 6 0,2 2 6 16,-2-2-7-16,-1-1 1 0,1 5 2 0,-1-5-5 15,1 1 9-15,-1 0-7 0,0 4-2 0,1 1 3 16,-1-1 6-16,5 2-6 0,-2-1 5 0,0 0-13 16,4 3 5-16,-2-1-1 0,2 0 1 0,2 11 11 15,-2-11-4-15,1-1-2 0,4 1-1 0,-5 0 0 16,2-1-5-16,0 1-2 0,-2 0-1 0,-2 0 11 16,2 12-4-16,2-13-6 0,-2 14 8 0,0-14 2 15,5 14-4-15,-1-14 7 0,4 12-5 0,0 3 2 0,-1-4-1 16,-3-11 7-16,4 11-4 0,-5-9 1 0,-1 0-3 15,2 11-7-15,-1-14 10 0,-1 0-7 16,-1 1 6-16,1 0-5 0,-2 0-7 0,-2-2 0 16,4 0-2-16,-4-3-8 0,-1-2-9 0,0 4-24 0,-3-5-16 15,-1 0-18-15,1 0-88 0,-3 0-187 16,-3-3 83-16</inkml:trace>
  <inkml:trace contextRef="#ctx0" brushRef="#br0" timeOffset="-130387.46">27717 11065 22 0,'0'0'28'0,"0"0"2"0,0 0 2 16,0 0 4-16,0 0-10 0,0 0 0 0,0 0-2 15,0 0-5-15,0 0-1 0,-1-26-6 0,0 16-1 16,0-1 3-16,-3 0-3 0,0-2 1 0,2-2-4 0,-2 3-2 15,0-4 1-15,0 2-5 0,0 3 5 0,1-2 0 16,1-3-1-16,-2 5 4 0,4-1 2 16,-1 0-2-16,0 1 5 0,1 0 4 0,1-1 4 15,-1 0 0-15,1 1 3 0,-1 0 4 0,0 3-2 0,2-1 0 16,0-1 3-16,-2 2-6 0,2-1 1 0,-2 9 2 16,0-13 12-16,2 4-6 0,-2 9-1 0,2-10 0 15,0 5-3-15,-2 5-9 0,0 0 2 0,1-10-7 16,-1 10-3-16,0 0 3 0,0 0 1 0,2-6-12 15,-2 6 12-15,0 0-6 0,0 0-2 0,0 0-5 16,0 0 8-16,0 0-3 0,0 0 1 16,0 0 1-16,0 0-12 0,0 0 1 0,0 0 8 15,0 0-4-15,0 0 1 0,0 0 1 0,0 0-1 0,7-3-5 16,-7 3 3-16,0 0-3 0,0 0 0 0,0 0 3 16,2-7 3-16,-2 7-9 0,0 0 8 0,0 0 0 15,0 0 1-15,0-9-7 0,0 9 3 0,0 0-3 16,0-11-2-16,0 11 7 0,0-9-6 0,0 9 9 15,1-10-4-15,-1 10 3 0,0-9 0 0,0 9 8 16,2-8-1-16,-2 8 0 0,2-8-4 0,-2 8 3 16,2-10-4-16,-2 10 1 0,4-6 7 0,-4 6 2 15,1-10 12-15,-1 10-3 0,0 0-4 0,1-7 1 16,-1 7-3-16,3-7-1 0,-3 7-5 0,0 0 7 16,0-9-8-16,0 9 6 0,0 0 6 0,4-7-1 0,-4 7-6 15,0 0-6-15,0 0 6 0,0 0-9 16,0 0 3-16,4-7-7 0,-4 7-4 0,0 0-8 15,0 0 12-15,0 0-3 0,0 0 3 0,10 15-3 16,-10-9 1-16,0-6 0 0,3 15 1 0,-1-4 0 0,-1 1-4 16,-1 0 7-16,1 2 3 0,1 1-11 0,-2 3 0 15,0-2 4-15,2 3-5 0,-2-2 1 0,0 3 0 16,-2-3-2-16,4-1 1 0,-2 2 2 16,0 2-1-16,2-2 6 0,-1 1 2 0,1 0 6 0,2 8-10 15,0-4-5-15,4-4-6 0,-4 6 13 0,4 0-3 16,2 0-5-16,-3 0 5 0,3-2-4 0,-1 0 3 15,-2-4-1-15,3 5-1 0,1-1 3 0,-2 0-2 16,5-1-2-16,-6-3 2 0,0-2 0 0,2 6-5 16,-5-3 3-16,5 3 2 0,-3-3 0 0,0-1-3 15,-4 0-4-15,1 0 7 0,0 2 2 0,-2 4-1 16,-1 0-2-16,1 1-5 0,0 0 13 0,-4-1-3 16,0 1-7-16,2 0 12 0,-1-1-6 0,-5 1-1 15,4 0 3-15,0 0-3 0,-2 0-1 0,-2-1 7 16,1 3-1-16,-1-3 2 0,0 0-3 0,-1 1-1 15,-1-1 2-15,4 1 6 0,-2 0-6 0,4-7-2 16,0 1 1-16,-1-1-2 0,1 6-1 0,-2 1-1 16,2-7 4-16,1 7-4 0,-3-7 0 0,4 2 5 15,-1 3-1-15,1-5-4 0,-2 6 1 0,2 3-1 0,-2-3 2 16,0-6 1-16,2 6-4 0,0 2-8 16,2-7 10-16,-4 4-1 0,2 1 4 0,-2 1-4 15,-1-1 1-15,3-5-3 0,-2 4-3 0,0 3 0 16,0-2 7-16,0 0 2 0,2 0-2 0,0 0-3 0,-2-1 2 15,1 1 0-15,0 1 0 0,-5-1 1 0,2 0 0 16,3 0 0-16,1-7-4 0,0 7 2 16,-2 1 1-16,2-2-3 0,0 1-1 0,0-5-1 15,0 5 6-15,2 1 0 0,-2 3 3 0,-2-3-10 0,4 0 2 16,-4 3 6-16,2-1-5 0,0-1 3 0,-1 1 0 16,1 0-6-16,-3 0 5 0,3-1 1 15,-2 1-12-15,-1 1 10 0,2 0 1 0,0-2 0 16,2 2-6-16,0 1 4 0,-3-3-3 0,3 1 3 0,0 0-1 15,-1 0 4-15,0-2-7 0,1 1-1 0,-1 1 4 16,-3 0-3-16,-1-2 3 0,0 5-2 0,-2-2 2 16,2 1 1-16,0 0-2 0,1 0 0 0,0 1 2 15,0 1-1-15,1 1 13 0,0-1-1 0,2 2 4 16,-2-2-6-16,2 1 1 0,-3 0 3 0,-2 2-3 16,5 0 3-16,-2-5-20 0,0 3 3 0,0-2 3 15,-1-1-5-15,1 3 5 0,-2-6-3 0,1 3 3 16,0 0 1-16,0-2-1 0,1 0 2 0,-1 0 1 15,1 3 0-15,0-6 1 0,4 7-4 0,-2-2 4 16,0-1-4-16,2 0 3 0,-2-1 5 0,0-1-6 16,5-1 3-16,-3 0-6 0,2 0 1 0,-1-7 0 15,1 7 8-15,-2-1-11 0,-1-6-20 0,-2-2-23 16,0 1-25-16,0-6-32 0,1 1-27 0,-4-3-10 16,0-2-121-16,-6-1-283 0,5-3 125 0</inkml:trace>
  <inkml:trace contextRef="#ctx0" brushRef="#br0" timeOffset="-129500.39">27746 11507 55 0,'0'0'67'16,"0"0"6"-16,0 0-4 0,0 0 3 0,6 3 16 0,-6-3 0 15,0 0 7-15,0 0 3 0,0 0-4 0,0 0-4 16,0 0-9-16,0 0-3 0,0 0 5 15,0 0-7-15,0 0-8 0,-6-23-6 0,4 14-3 0,-2-1 1 16,-1-6-7-16,-1 1-8 0,0 0-9 0,-3-2 9 16,-2-1-5-16,-5-2-3 0,-2-3-4 0,0-1 2 15,-4 0-2-15,1-3-5 0,-2 1-3 0,0-2 0 16,-7-9-4-16,6 9 1 0,1-1-3 0,-5-12-1 16,5 12-1-16,-9-9-1 0,-1 0-3 0,10 9-2 15,1 2-1-15,-2-1 2 0,-7-9-2 0,10 11 6 16,-5-1-2-16,1 1-7 0,-1 1 4 0,1 2 1 15,1-1 1-15,1 2-1 0,4 3-7 0,6 3 12 16,-1 3-6-16,2 2 1 0,3-1-1 0,-1 5-4 16,3-1-2-16,-1 3 3 0,4 0-1 0,4 5-5 15,-10-7-8-15,6 4 0 0,4 3-6 0,0 0 3 0,-11 0-22 16,11 0-16-16,-13 6-31 0,7 0 2 16,2-2-21-16,0 2-15 0,2 4-17 0,1 1-22 15,1 0-95-15,0-1-267 0,0-10 118 0</inkml:trace>
  <inkml:trace contextRef="#ctx0" brushRef="#br0" timeOffset="-129046.4">26926 10481 17 0,'0'0'108'0,"0"0"8"0,0 0-17 16,-22 13 1-16,10-7-11 0,-3 4-10 0,-6-1-4 16,-4 5-8-16,-2 2-7 0,0-3-7 0,1-1 0 15,1 1-11-15,3-5 0 0,3-2 1 0,2 0-4 16,1-1-1-16,3 0-4 0,4 0-10 0,-1-3 6 16,4 1-2-16,1-1 0 0,-1 0-3 0,6-2 0 15,-9 2-8-15,9-2-11 0,-7 3 6 0,7-3-6 16,0 0 7-16,-3 6-1 0,3-6 1 0,0 9 4 15,0-9-1-15,10 14-5 0,-1-4-1 0,4 2 0 16,5 1 0-16,7 2-15 0,4 5-2 0,1-1-20 16,5-2-18-16,10 6-15 0,0 1-30 0,0 0-23 15,0 1-74-15,-11-7-202 0,15 4 89 0</inkml:trace>
  <inkml:trace contextRef="#ctx0" brushRef="#br0" timeOffset="-88231.63">19679 11446 78 0,'-8'-3'135'0,"8"3"-9"16,-10-4-8-16,10 4 8 0,-5-4-5 0,5 4-4 15,0 0-9-15,-7-3-9 0,7 3-11 0,0 0-5 16,0 0-4-16,-8-2-3 0,8 2 0 0,0 0-9 16,0 0-2-16,0 0-6 0,0 0-3 0,0 0-6 0,0 0-3 15,-9-2 0-15,9 2-6 0,0 0 2 16,0 0-4-16,0 0 2 0,0 0-8 0,0 0-3 16,0 0-2-16,0 0-5 0,0 0 3 0,0 0-3 15,0 0-7-15,0 0 0 0,0 0 0 0,0 0 0 0,0 0-7 16,0 0 0-16,0 0-4 0,0 0 4 15,0 0-7-15,0 0-1 0,0 0 7 0,0 0-4 16,0 0-2-16,0 0 2 0,0 0 0 0,0 0-3 0,0 0 3 16,20-4-1-16,-20 4 1 0,19-2 1 0,-6 1 7 15,6-3-9-15,1 1 3 0,10 0-2 16,0 1-2-16,-1 0-1 0,2 0 2 0,0 0-3 16,-1-1 2-16,1 3-6 0,-2 0-7 0,-2 0-19 0,-5 0-24 15,-2 1-28-15,-2 2-25 0,0-2-35 0,-7 1-24 16,-4 0-122-16,-2 0-311 0,-5-2 139 0</inkml:trace>
  <inkml:trace contextRef="#ctx0" brushRef="#br0" timeOffset="-87831.64">19917 11414 14 0,'0'0'166'0,"0"0"5"16,-4-7-13-16,4 7-11 0,0 0 13 0,0 0-8 15,0 0 1-15,4 26-6 0,-2-10-4 0,0 3 0 16,-2 10-10-16,0 1-7 0,2 5-10 0,-2-3-5 16,2 2-10-16,-4 0-7 0,4-2-12 0,-2 0-4 15,2 0-7-15,-2-5-7 0,1-1-4 0,2-1-8 16,-2-7 0-16,2 1-11 0,-1-2 0 0,0-6-5 16,1 2-2-16,-5-2-3 0,2-1-3 0,0-1 1 15,0-2-4-15,0-7-1 0,-3 11-2 0,3-11-3 16,-2 6-2-16,2-6-1 0,-7 3-3 0,7-3 1 15,0 0-1-15,-12-3-1 0,12 3-6 0,-12-7 3 16,7 1-2-16,0 0 3 0,-3 0-1 0,-1-2-4 16,2 0-1-16,-1 2 0 0,3 0 0 0,-2 2 0 15,2-2-3-15,5 6 2 0,-9-7-4 0,6 5 2 16,3 2-2-16,0 0 1 0,-8-5-4 0,8 5 5 16,0 0-5-16,0 0 2 0,0 0-2 0,0 0 4 15,0 0-7-15,15 17 5 0,-3-11 0 0,-1-1 0 0,8-2-18 16,1 2-22-16,0-2-31 0,8 2-39 15,0-3-44-15,0 0-32 0,-2 0-37 0,2 1-164 16,-8-2-422-16,9-2 188 0</inkml:trace>
  <inkml:trace contextRef="#ctx0" brushRef="#br0" timeOffset="-87615.54">20481 11789 120 0,'-3'-11'204'0,"-1"5"4"16,4 6-3-16,-11-5-5 0,3 2 0 0,-2 3-4 15,-4 3-7-15,-4 2 2 0,-8 4-13 0,2 3-7 16,-2 2-3-16,3 2-14 0,-1 1-6 0,1 2-11 16,3-1-12-16,2 1-2 0,6-4-25 0,3 1-2 15,3-2-12-15,2 2-9 0,1-4-9 0,5 4-12 16,2-4-5-16,5 2 0 0,2-2-21 16,6-2-38-16,10 2-31 0,3-3-46 0,5-1-32 0,2-4-49 15,16-1-32-15,2-1-53 0,0-4-187 16,0-1-477-16,2-1 212 0</inkml:trace>
  <inkml:trace contextRef="#ctx0" brushRef="#br0" timeOffset="-87382.6">21339 11510 218 0,'5'-16'298'0,"-1"4"-1"0,0 1-10 15,-3 4-13-15,2 3-32 0,-3 4-27 0,4-6-5 16,-4 6-7-16,0 0 1 0,5 24-14 0,-3-5-8 15,0 11-7-15,-4 1-3 0,1 0-17 0,-1 1-11 16,-1 5-2-16,-1-4-23 0,3 2-11 0,-2-3-10 16,2-1-9-16,-1 1-11 0,2-3-2 0,-2 0-12 15,1-3-6-15,0-5-27 0,-1-2-49 0,1-6-39 16,0 4-34-16,-2-2-52 0,1-4-61 0,-1 1-42 16,2-7-44-16,-2 3-257 0,3-8-592 0,-5 9 261 15</inkml:trace>
  <inkml:trace contextRef="#ctx0" brushRef="#br0" timeOffset="-87178.31">21376 11586 211 0,'-5'-8'283'0,"0"5"-13"16,-6 0-8-16,-2 6-13 0,-6-1-3 0,-2 6-12 15,-7 3-26-15,-3 2-14 0,3 0-17 0,0 4-20 16,0 0-14-16,5 2-19 0,0-3-14 0,7-3-8 15,1-1-40-15,3 2-25 0,-1-4-35 0,4 0-34 16,1-2-30-16,2 1-42 0,3-3-30 0,1-1-26 16,2-5-26-16,1 9-29 0,-1-9-148 0,0 0-394 15,17 0 174-15</inkml:trace>
  <inkml:trace contextRef="#ctx0" brushRef="#br0" timeOffset="-87055.4">21350 11625 8 0,'19'-10'189'0,"-3"2"-9"16,4-1-7-16,-3 3-11 0,0 1-5 0,2 2-8 15,-1 1-10-15,0 2-11 0,-1 0-14 16,3 4-8-16,-6-1-16 0,-1 2-43 0,1 2-45 16,3 1-61-16,-3 1-64 0,-6-1-121 0,1 1-264 15,3-1 117-15</inkml:trace>
  <inkml:trace contextRef="#ctx0" brushRef="#br0" timeOffset="-86582.52">21765 11845 115 0,'8'1'267'0,"-8"-1"2"0,15-3 4 0,-6 0-7 0,0 0-12 16,-1-1-15-16,2-2-21 0,0 1-20 0,4-3-14 16,-3 1-18-16,4-3-2 0,-2-1-24 15,0 1-5-15,1-2-9 0,-2 1-11 0,1-1-3 0,-2 1-19 16,-1-3-5-16,-3 5-10 0,-1-6-8 16,1 3-6-16,-5 0-11 0,-1 2-5 0,1-2-5 15,-2 3-5-15,0 9 7 0,-4-12-23 0,0 7 3 16,-2 2-8-16,6 3-6 0,-14 5 1 0,-2 3 1 0,2 5 0 15,-7 6-1-15,2 1-6 0,0 1 4 0,4-2-3 16,1 4-1-16,5-6 0 0,1-2 1 0,5 2 1 16,1-1-3-16,2-3-1 0,4-3 0 0,1 2 1 15,4-3 4-15,5 2-7 0,5-5 5 0,2-2-3 16,6-1-1-16,-7-2-2 0,8-2 4 0,2-2-2 16,-2-1-3-16,0-2 6 0,0-1-1 0,-1-2 1 15,-8 1-4-15,5-4 2 0,-6 1 7 0,0 0-11 16,-1-2 4-16,-3-2 7 0,1 0-6 0,-2 1-2 15,-2-3-3-15,0-2 0 0,-1 4-1 0,-4 1 4 16,1 4 0-16,-2 0 5 0,-1 4-10 0,-1 2 2 16,-3 4 0-16,4-8 0 0,-4 8 14 0,0 0 18 15,0 0-2-15,-1 21 1 0,-3-11 1 0,2 3 2 16,-4 5 0-16,0 0 1 0,-2 5 9 0,3-4 1 16,-1-1-13-16,2 2-6 0,0-3 1 0,0 2-3 15,2-2 1-15,-1 0-3 0,2-2-14 0,-1 1-22 16,-1-4-34-16,-1-2-43 0,0 3-39 0,-7 0-40 15,-2 0-64-15,0-1-73 0,-12 5-303 0,-2-4-661 16,-5 0 294-16</inkml:trace>
  <inkml:trace contextRef="#ctx0" brushRef="#br0" timeOffset="-85845.64">11110 12576 11 0,'-1'-19'192'0,"0"2"20"0,0 5-1 0,1 2-7 15,-2 3-17-15,2 7-22 0,0-11-19 0,0 11-15 16,0 0-14-16,0 0 2 0,0 0-7 0,0 0-3 16,16 33-6-16,-10-7 0 0,-1 2-5 0,1 3-7 15,-2 1-7-15,0 0-7 0,0-1-6 0,0 0-7 16,-3 2-6-16,1-5-5 0,0 0-3 0,1 2-6 16,1-3-4-16,-2 1-4 0,0 0-3 0,1-3-4 15,-2 2-14-15,-1-8-35 0,0 5-39 0,2-6-52 16,-4 2-42-16,1-5-38 0,0 0-45 0,-2-4-131 15,0-3-395-15,3-8 175 0</inkml:trace>
  <inkml:trace contextRef="#ctx0" brushRef="#br0" timeOffset="-84923.24">11200 12749 4 0,'13'-12'121'0,"6"0"-6"16,1-2-11-16,-1 1-4 0,3-2-13 0,-6 4 3 15,1 1-16-15,-1-2-4 0,-1 2-8 0,0 0-2 16,-1-1 1-16,-1 1 1 0,-5 1-1 0,1-1 5 16,1 0 0-16,-7 1 0 0,1-3-2 0,-2 0-8 15,2 2 3-15,-3 1 3 0,2 0 6 0,-2 1 1 16,-1 8-8-16,0-10-7 0,0 10-8 0,0 0-2 16,0 0 7-16,0 0-11 0,7 20-2 0,-9-2 0 15,2 7-5-15,-1 3-4 0,-1 1 0 0,-1 0-2 16,0 4-1-16,2-3 1 0,-3 0 1 0,2-4 1 15,0-1-2-15,2-6-2 0,0-2-2 0,2-2 0 16,-2 1-3-16,0-4-1 0,2-4-4 0,-2 0-1 16,2-2 1-16,-2-6 1 0,2 10 1 0,-2-10 4 15,0 6 2-15,0-6-5 0,0 0-1 0,0 0-3 16,0 0 0-16,17-11-3 0,-11 5 2 0,3-1-4 16,4-1 1-16,-4 2-2 0,3-1-3 0,-1 3-2 15,0 3 1-15,3-2-3 0,-1 3 0 0,3 3 0 16,-3-1 4-16,5 1-4 0,0 4 0 0,3-2-1 15,-3 0 2-15,2 1-1 0,0-1-1 0,7 2 2 16,-9-1-2-16,13-2-4 0,-2-4-7 0,-1-3-1 16,3 0 0-16,0-3-3 0,-1-3 5 0,0 0-2 15,0-1 3-15,-3-2 0 0,-8 3 4 0,4-5-3 16,-7 3 5-16,-2-3-1 0,-2 3 6 0,-3-5 0 16,-1-1-1-16,-4 3 2 0,-1-2 4 0,-3 4-8 15,-2 0 2-15,-1 2 3 0,-3 0 0 0,-3 3 3 16,0 2 2-16,-3 1 2 0,-1 6 1 0,-5 2-2 15,1 4 3-15,-7 8 1 0,2 1 1 0,1 2 2 16,-1 4-3-16,4 0 0 0,4 1-5 0,3 0 3 16,5-6-1-16,4 0-2 0,4 0-1 0,0-6 0 15,5 1 4-15,3-3-2 0,3 0-1 0,5-3 2 16,1-3 0-16,2-1-2 0,2-4-2 0,6-5 1 0,0 2-1 16,-5-4-1-16,-4 0 0 0,1-1 7 15,-5 2-4-15,1-5-5 0,-3 3 3 0,-5-1-2 16,-2 0 1-16,-3 0-1 0,0-2 1 0,-1 1-1 15,-1-1 2-15,-2 2-3 0,0 0 0 0,0 10-1 16,0-11-3-16,0 11-4 0,-4-8 3 0,4 8-2 0,0 0 0 16,0 0 0-16,-16 19 1 0,9-9 0 15,5 2 6-15,-5 6-3 0,5-2-2 0,2 2 2 16,2-3 2-16,0-4-2 0,3 0 3 0,4 0-2 16,0-1 3-16,2-3 0 0,3-2-1 0,3-1 2 15,4-3 0-15,-4-1-3 0,11-5 2 0,-6 1 1 16,-3-4-3-16,0 1-1 0,1-5 4 0,-3 2 0 15,0-3 0-15,-3-3 1 0,-1 0-1 0,-4 1 4 16,3-9 0-16,-1 0-1 0,-5 0 4 0,-2 0-7 16,-1-2 3-16,2-3-1 0,-3 0 7 0,-2 1-4 15,5 1 1-15,-5 8 4 0,4 4 3 0,0 3 0 0,-4 2 2 16,0 0-5-16,0 10-5 0,0-10 0 0,0 10-2 16,0 0 2-16,0 0-4 0,0 0-2 15,3 38 3-15,-3-18 0 0,-3 5 4 0,3 2-2 16,-2 1-4-16,0-1-2 0,4 0 2 0,-4 2 2 15,2-2-4-15,0 1 1 0,0-1 0 0,0-2-14 16,0 4-23-16,-2 2-20 0,0-5-42 0,2 0-51 0,-2-1-55 16,-1-5-61-16,-6 5-160 0,0-2-457 15,0-7 202-15</inkml:trace>
  <inkml:trace contextRef="#ctx0" brushRef="#br0" timeOffset="-84785.42">12466 12861 2175 0,'3'-20'9'16,"1"1"-8"-16,-2 4-9 0,0 3-1 0,0 2 4 16,1 2-2-16,1 2-1 0,3 0-6 0,2 1 3 0,9 0-31 15,11 0-38-15,2 3-47 0,10 0-186 0,14 0-338 16,0 1 150-16</inkml:trace>
  <inkml:trace contextRef="#ctx0" brushRef="#br0" timeOffset="-84391.53">13365 12968 9 0,'0'0'297'0,"0"-18"-26"0,-3 7-15 16,6-1-16-16,1-4-21 0,4-8-16 0,4 0-16 0,1-2-16 15,1 0-16-15,0 0-13 0,4 0-10 0,-1-3-10 16,2 0-15-16,0-1-6 0,0 2-10 15,-1 2-10-15,-3 3-8 0,-1 2-7 0,-7 4-5 16,-1 6-2-16,-1 1-1 0,-1 1-9 0,0 3-6 0,-4 1-3 16,0 5-7-16,0-8-5 0,0 8-4 0,0 0-6 15,-21 8 4-15,6 2-7 0,-4 1-3 0,-2 7-10 16,-3 0-11-16,1-1-10 0,8 3-10 16,4-6-3-16,3 2 0 0,2-1 1 0,6 0 1 15,6 2 3-15,2-2-1 0,3-1 0 0,9 4 6 0,2-1 2 16,5 0 5-16,-2-2-3 0,0 1 2 0,-2-3 5 15,-6-1-1-15,1-2-1 0,-2 0 0 0,-2 2 3 16,-8-4 7-16,3 1-6 0,-5-2 2 16,1-1 4-16,-3 1-2 0,-2-7-1 0,-3 13 1 0,-1-7-9 15,-3 0-7-15,-1 0-18 0,1-2-15 0,-2 2-28 16,4-3-33-16,-3 1-36 0,1-1-44 0,7-3-183 16,-12 0-408-16,12 0 180 0</inkml:trace>
  <inkml:trace contextRef="#ctx0" brushRef="#br0" timeOffset="-83915.66">13901 12544 126 0,'5'-9'232'16,"-3"2"-20"-16,0 2-22 0,-2 5-5 16,5-5 1-16,-5 5-12 0,0 0-10 0,8 18-9 0,-5-1-8 15,1 6-12-15,-4 4-9 0,2 1-8 0,-2 3-14 16,0-3-11-16,0-1-8 0,0-1-8 0,3 0-7 15,0-6-6-15,1-2-7 0,-4 0-4 0,2-3-4 16,1-2-7-16,-1-3 0 0,0 0-10 0,0-3 0 16,0 0-3-16,-2-7-1 0,5 8 0 0,-3-4-5 15,-2-4-2-15,0 0-7 0,13-2-7 0,-13 2-3 16,16-11-6-16,-6 0-6 0,2-2-8 0,0-2-11 16,4 2 2-16,4-6 0 0,-5 7 2 15,1-1 2-15,0 4 2 0,0 3 0 0,-5 2 1 0,2 2 3 16,-1 2 3-16,-1 3 9 0,3 0 0 0,-3 1 6 15,1-1 4-15,-1 2 1 0,-1 2 0 0,-1 0 4 16,3-3 0-16,-2 2 1 0,1 1 6 0,1-4-5 16,-1 1 4-16,-4-2 7 0,5 1 4 0,-1-3 7 15,0-2 2-15,-2 0-1 0,0-3 0 0,0-1-2 16,2-1 1-16,-6-1-1 0,4-1-5 0,-3 0 0 16,2-1-2-16,-2 0-6 0,-2-1 1 0,3 3-7 15,-3-4 3-15,-1 6-3 0,0-1-6 0,1 1 0 16,-4 6-2-16,4-9-7 0,-4 9 1 0,3-5-2 15,-3 5-1-15,0 0-4 0,0 0 3 0,3 23-3 16,-4-12 3-16,-1 1 3 0,2 6 2 0,-1-1-24 16,-1 2-28-16,0-3-29 0,2 2-62 0,0-1-69 15,0-4-56-15,2 0-191 0,0-2-493 0,1-3 218 16</inkml:trace>
  <inkml:trace contextRef="#ctx0" brushRef="#br0" timeOffset="-83757.47">14332 12572 1904 0,'-8'-17'-16'0,"1"-1"42"0,-2 6-4 15,4 4-17-15,1 2-6 0,4 6 1 0,-7-7-4 16,7 7-4-16,0 0-11 0,0 0-21 0,0 0-37 16,0 0-49-16,16 37-152 0,-7-23-301 0,4-3 133 15</inkml:trace>
  <inkml:trace contextRef="#ctx0" brushRef="#br0" timeOffset="-83517.64">14699 12520 213 0,'-1'-6'275'16,"1"6"-3"-16,0-10-11 0,0 10-21 0,-4-6-25 16,4 6-24-16,0 0-20 0,0 0-15 0,0 0-7 15,-8 22-3-15,3-3-8 0,-4 10-9 0,1 2 0 16,0 1-1-16,2 1-5 0,-4 1-14 0,1-2 2 15,3 1-7-15,-1-2-3 0,0-2-6 0,2 1-10 16,1-2-17-16,0 0 3 0,1-2-7 0,2-2-6 16,0-4-2-16,-1-3-9 0,4 1-25 0,-6-1-31 15,4-5-27-15,-2 0-32 0,1-1-33 0,-4-1-37 16,5-10-43-16,-4 13-49 0,2-8-34 0,2-5-220 16,-5 7-523-16,5-7 231 0</inkml:trace>
  <inkml:trace contextRef="#ctx0" brushRef="#br0" timeOffset="-83383.19">14543 12851 16 0,'10'-2'164'0,"3"-1"-21"0,6 2-12 0,0-3-14 16,0 3-12-16,0-2-33 0,10 2-37 0,-10-1-44 16,4 0-48-16,-4-2-63 0,0-1-129 0,-1 2 57 15</inkml:trace>
  <inkml:trace contextRef="#ctx0" brushRef="#br0" timeOffset="-83205.64">14896 12556 92 0,'1'-11'234'0,"-1"2"5"0,1 1-9 15,0 2-20-15,-1 6-23 0,0 0-22 16,0 0-5-16,0 0 0 0,0 0 11 0,0 0-5 0,-3 49-7 16,0-22-2-16,2 2-13 0,-4 1-14 0,2 0-9 15,2 1-14-15,-3-1-8 0,4 1-9 0,-3-2-11 16,1 0-31-16,2-2-44 0,-2 0-48 0,2-9-51 15,-1 6-48-15,4-5-69 0,-3-2-39 0,4 1-151 16,-4-7-434-16,5 0 192 0</inkml:trace>
  <inkml:trace contextRef="#ctx0" brushRef="#br0" timeOffset="-82943.29">15000 12993 81 0,'11'-12'214'0,"3"0"6"0,-3 0 4 0,3 0-9 0,-2-2-3 16,4 0-10-16,-3 2-8 0,4-2-13 0,-4-1-8 15,0 2-9-15,3 0-7 0,-5 0-8 0,0-2-14 16,-4 4-5-16,0 1-5 0,-1-1-1 0,-1 3-6 16,0 3-3-16,-3-1-12 0,-2 6-9 0,3-9-15 15,-3 9-13-15,0 0-4 0,0 0-7 0,0 0-7 16,0 0-7-16,0 0 2 0,-16 39-3 0,11-22-14 16,1-1-2-16,0 3 2 0,1 0-17 0,1 4 6 15,-1-4 2-15,3-2-7 0,-1 2-8 0,1-1-3 16,0 0-14-16,-4-6-11 0,2 4-15 15,-2 0-9-15,1-3-13 0,0-3-30 0,-2 0-43 0,2 0-44 16,-4-1-53-16,-1-1-46 0,-3 0-184 0,2-3-501 16,-5-1 221-16</inkml:trace>
  <inkml:trace contextRef="#ctx0" brushRef="#br0" timeOffset="-82802.9">14820 12813 82 0,'4'-5'188'0,"6"-2"-20"0,3 1-29 0,7 1-27 16,0-1-62-16,13-1-78 0,-4-2-91 0,3 6-128 15,7 0 57-15</inkml:trace>
  <inkml:trace contextRef="#ctx0" brushRef="#br0" timeOffset="-82517.47">16445 12694 2410 0,'-3'-18'44'16,"-1"-8"-19"-16,0 9 34 0,-1-2 1 0,3 4-7 16,-1 3-11-16,2 0 17 0,-2 2 2 0,1 1 3 15,0 3 1-15,2 6-5 0,-2-13-7 0,2 13-12 16,0 0-4-16,0 0-3 0,0 0 3 0,6 25-2 15,-3 0 1-15,-1 4-3 0,0 2 0 0,-1 3 0 16,0 2-4-16,2-4 0 0,-3 1-8 0,-3-2-3 16,3 1-1-16,-1 2 2 0,-2-4-9 0,1 0 3 15,-1-1-17-15,-1-2-21 0,3-3-29 0,-1-3-38 16,-1-3-49-16,-1-1-58 0,0-5-57 0,-2-1-205 16,0 0-497-16,-2-2 221 0</inkml:trace>
  <inkml:trace contextRef="#ctx0" brushRef="#br0" timeOffset="-82031.86">16373 12808 88 0,'10'-8'156'0,"2"0"-1"0,3 1-1 16,-5 1-11-16,3-2-3 0,-3-1-14 0,2 3-9 15,-2-1-8-15,0 1-3 0,-1-3-2 0,1 4 4 16,-3 0-4-16,-2-1-2 0,0 2-6 0,-5 4-10 15,8-7-7-15,-3 5-17 0,-5 2-6 0,0 0-7 16,7-2-1-16,-7 2-8 0,7 6-2 0,-3 0-3 16,0 3-3-16,-1 3-3 0,-1 0-2 0,1 5-2 15,-3 0-4-15,2 2-1 0,-1 1-3 0,-2-4 0 16,1 4-2-16,-2-8-5 0,2 4 1 0,3 0 3 16,-3-5-5-16,0 1 0 0,1 0 1 0,0-2-4 15,1-1 2-15,-1-1-2 0,-1-8-2 0,1 10 2 16,1-4-1-16,-2-6 1 0,5 8-2 0,-5-8-1 15,5 3 0-15,-5-3 1 0,8 4-2 0,-8-4 1 16,12 4-2-16,-4-4 1 0,-1 2 0 0,4-1-1 0,-3 2 0 16,4-2 3-16,1 1-3 0,1-1 1 15,-1 2 2-15,4-3-2 0,3 0 3 0,2-3 0 16,-4-1 3-16,2-2 0 0,6-1-1 0,-7 2 2 16,0-2-1-16,-1-1 5 0,-3 1 3 0,-1-2 0 0,-4 0-1 15,-2-1 6-15,-1 1-1 0,-5-1-2 16,2 0 2-16,-3-2-4 0,-6 3 2 0,1-2-6 15,-2 0-1-15,-1 3 1 0,-1-1-3 0,-3 2-4 16,1 1 4-16,-3 2-1 0,2 4-5 0,-2 0 1 16,-1 3-1-16,1 3-1 0,-2 4 0 0,2 2-4 0,2 3-16 15,3 3-46-15,2-3-72 0,3 2-82 0,3 0-201 16,3 0-454-16,8-1 202 0</inkml:trace>
  <inkml:trace contextRef="#ctx0" brushRef="#br0" timeOffset="-81651.03">17820 12801 1988 0,'-14'-11'13'0,"1"-2"20"0,0-1 14 15,-1 5-14-15,5 1-9 0,0 3-4 0,3 1-8 16,-2 1 5-16,8 3 5 0,-15 7 7 0,5-2 5 15,-1 9 3-15,-3-1-1 0,3 4-3 0,-1 0 1 16,6 1-2-16,1 0-4 0,2 0 3 0,4 6-5 16,2-9 3-16,3 2-3 0,2-3 4 0,5 0-3 15,0-2 3-15,3-3-7 0,3-2 3 16,7 1 4-16,-6-4-7 0,9-3-2 0,-8-1 0 16,0-4-1-16,-1 1 2 0,-1-3 4 0,-2-1 2 0,-2-2 3 15,-1-2 0-15,-6 1-1 0,2-4 17 0,-5-1-3 16,-1-1-5-16,-4-2 4 0,-4 1-14 0,0-2-3 15,-7-4-3-15,-3 0-1 0,-1 3-7 0,-2-1-3 16,0 7 1-16,1 3-1 0,-2 1-4 0,-9 3-5 16,5 6 3-16,-6 1-21 0,-1 2-21 0,1 6-29 15,1 2-34-15,3 6-36 0,2-3-43 0,7-1-48 16,4 2-207-16,5-4-467 0,5 2 207 0</inkml:trace>
  <inkml:trace contextRef="#ctx0" brushRef="#br0" timeOffset="-81400.84">18134 12616 4 0,'4'-18'294'0,"-2"0"-7"0,1 4-1 16,-2 4-12-16,1 0-13 0,-2 3-23 0,1 0-27 16,-1 7-22-16,0 0-17 0,0 0-20 0,0 0 2 15,0 0-7-15,10 43 2 0,-10-15-13 0,1 5-3 16,-2 14-11-16,-3-11-3 0,2 12-9 0,-2-14-1 15,-1 2-13-15,2 0-6 0,1 9-18 0,-2-11 0 16,1-1-10-16,2-3-3 0,0 3-6 0,-1-4-10 16,-1-2-23-16,0-1-31 0,3-1-27 0,-2-5-35 15,2-4-33-15,-3 1-50 0,2-4-52 0,1-4-47 16,1-3-43-16,-2 5-198 0,1-11-535 0,1 7 237 16</inkml:trace>
  <inkml:trace contextRef="#ctx0" brushRef="#br0" timeOffset="-81166.86">18386 12918 140 0,'4'-7'274'15,"-2"1"-14"-15,1 0-16 0,-3 6-6 0,4-8-18 16,-4 8-17-16,0 0-26 0,1-8-14 0,-1 8-16 16,0 0-10-16,0 0-8 0,0 0-6 0,4 31-8 15,-8-15-2-15,4 0-6 0,-1 2-9 16,-2 7-10-16,1-6-4 0,-1 7-10 0,0-1-9 0,1-5-3 15,1-3-6-15,-1 1-9 0,2 1-3 0,-1-3 3 16,0 1-24-16,-3-2-32 0,3-2-18 0,-2-3-24 16,2 0-35-16,-4 0-34 0,4-1-46 0,-3 1-46 15,0-1-63-15,-4-1-147 0,2 0-458 0,-3-3 203 16</inkml:trace>
  <inkml:trace contextRef="#ctx0" brushRef="#br0" timeOffset="-76922.74">18458 12989 112 0,'0'0'107'0,"-11"-8"-8"0,7 3 4 0,-1 1-7 0,5 4 6 16,-11-6-1-16,8 3-1 0,3 3-5 0,-7-9-5 15,3 7-2-15,4 2 4 0,0 0 1 16,-2-9-8-16,2 9-3 0,0 0-4 0,0 0-11 15,6-13-11-15,-1 10-3 0,4-2-1 0,3-1-10 0,5-2-3 16,3 1 0-16,7 0-8 0,0 2 4 0,-9 2-4 16,2 0-2-16,0 2-8 0,-2 2-1 15,-5 2 0-15,-2 0-6 0,0 2 1 0,-1 0-2 0,-4 0-2 16,0 0-2-16,-2 4-1 0,0 0-2 0,-4 1 7 16,-1 3-5-16,-1-4-1 0,0 3-1 0,-5 3 3 15,-2-1 2-15,-2-1-5 0,-1-1-1 0,-1 0-2 16,-2-1 2-16,0 1 1 0,-2-1-3 0,-1-3 5 15,3-1-3-15,-4 2-4 0,3-3 2 0,2-3 2 16,2 2-9-16,1-3-11 0,0 2-22 0,3-1-16 16,3-1-40-16,5-2-27 0,-11 1-44 0,11-1-128 15,0 0-317-15,0 0 140 0</inkml:trace>
  <inkml:trace contextRef="#ctx0" brushRef="#br0" timeOffset="-76609.34">19376 12847 132 0,'2'-10'197'0,"-1"5"-11"0,0-4-5 0,-1 9-6 16,0-12-10-16,0 5-10 0,0 7-7 0,-1-10-10 15,1 10-19-15,-3-7-14 0,3 7-8 0,0 0-13 16,-9-2-9-16,9 2-10 0,-12 9-4 0,5-2-6 16,-2 0-3-16,0 3-7 0,2 2-3 0,-1 1-5 15,2-1-6-15,2-1-3 0,1 2 2 0,1 0-5 16,3 2 1-16,0-4-8 0,0 1 1 0,3-1-15 16,7 2-15-16,-1-3-22 0,-1-3-29 0,4 4-18 15,4-5-36-15,0 0-13 0,-3-2-19 0,3-4-14 16,3 2-131-16,-1-4-316 0,-1-1 140 0</inkml:trace>
  <inkml:trace contextRef="#ctx0" brushRef="#br0" timeOffset="-75741.69">19718 12640 96 0,'1'-26'160'16,"-1"9"0"-16,1-2 7 0,0 6 14 0,-1 4-4 15,2 0-20-15,-2 9-17 0,1-8-15 0,-1 8-9 16,0 0-8-16,0 0 0 0,17 33 1 0,-10-10-8 15,-2 6-9-15,2-1-9 0,-2 2-7 0,-1 0-9 16,-2 1-1-16,1-5-10 0,1 3-4 0,-2-9-3 16,3 2-6-16,-5-3-4 0,4-2-2 0,-3-2-5 0,1-3-2 15,-2-4-3-15,0 2 0 0,1-3-3 16,0-2 0-16,-1-5-4 0,1 10 4 0,-1-10 1 16,0 0 1-16,0 0-3 0,0 0-1 0,3 6-3 0,-3-6-2 15,0 0-5-15,0 0 2 0,8-21-2 0,-4 11 2 16,1 1-5-16,2-2-1 0,4-2 0 15,0 3-2-15,0-1-2 0,4 1-3 0,0 2 0 16,-1 1 0-16,0 4-1 0,-2 0-2 0,0 3 0 16,0 1 0-16,-2 2-1 0,2 1 1 0,-2 2 2 0,-1 1-2 15,0 0-1-15,1 1 0 0,0-1 3 0,-1 2 0 16,1-2-10-16,1 0-5 0,1-1-6 0,5 1-9 16,2-3-1-16,2-2-3 0,-1-1-11 15,8-2-9-15,-1-5 3 0,-8 3 7 0,7-5 7 16,-9 1 3-16,2-1 0 0,-2-2 5 0,-1 0 5 0,0-3 1 15,-4-1 1-15,-2 1 5 0,-1-2 5 0,-3 2-1 16,1-3 10-16,-5 3 3 0,0 2 4 0,0-1 3 16,-6 2 2-16,2 3 1 0,-3 0-1 15,0 0 3-15,-4 4-1 0,-4 3 6 0,-1 0 0 16,-4 6 0-16,0 1 15 0,-6 5-14 0,1 4 2 0,1-1-2 16,7-2-2-16,3 1 1 0,1 2-3 0,2-2 1 15,5-2-5-15,0 0 2 0,3-2-1 16,2 0 0-16,3 0-1 0,-2-2-1 0,5-1 2 15,1-1-1-15,3-1-1 0,-1-1 4 0,0-2-1 0,8-1-2 16,-5-2 0-16,1-2-2 0,4-1 2 0,-5-1 1 16,-3 0-6-16,7-4 1 0,-7 2 1 0,4-3 2 15,-5 1-4-15,-1 0 3 0,-1-2 1 0,-3 0-6 16,2 1 2-16,-1 3-1 0,-2-3-1 0,0 4-2 16,-1-2-1-16,-2 8 0 0,4-8-2 0,-4 8 2 15,0 0-8-15,5-2 4 0,-5 2 2 0,0 0 2 16,0 0-4-16,2 24 2 0,-1-12-1 0,-1-2 4 15,2 1-1-15,-2 2 1 0,4-2-2 0,-1 2 3 16,-1-1 3-16,3-1-4 0,0-4 0 0,1 1 0 16,0-1 2-16,0-2 0 0,1-3 0 0,-7-2 2 15,11 3-3-15,-3-5 2 0,3 1 4 0,0-4-1 16,-2 1-1-16,2-2-1 0,-3-2-2 16,-2 0 1-16,3-1 0 0,-3 1-2 0,1-1 1 0,-1-2 2 15,1 1 2-15,-2 1-2 0,1-4 1 0,1 3-3 16,-1-5-4-16,2-1 3 0,-1 6-2 0,0 0 0 15,-1 1 0-15,2 2 1 0,1 2-3 0,-2 1-1 16,1 1-1-16,1 3-1 0,-9 0 3 0,14 7 2 16,-6-2 2-16,-3 3-1 0,2 1-1 0,-3 3 3 15,0-2 2-15,0 3-2 0,-2 2 2 0,2-3-3 16,-2 0 2-16,2 1-7 0,-2-1-17 0,2 1-18 16,-2-3-19-16,1 0-27 0,-1 0-35 0,2-3-33 15,3 0-22-15,-1-2-33 0,4 1-147 0,2-3-382 16,1-3 169-16</inkml:trace>
  <inkml:trace contextRef="#ctx0" brushRef="#br0" timeOffset="-75439.45">21038 12777 70 0,'-2'-10'183'16,"0"1"-11"-16,-3 0-5 0,-3 3 1 0,-3 2-5 16,-1 2 0-16,-4 1-10 0,-4 4-7 0,0 2-11 15,-7 5-14-15,2 1-8 0,1 3-11 0,3 1-8 16,-1 2-9-16,9-6-6 0,2 3-9 0,2-1-10 15,4-3 2-15,1 0-9 0,2 2-7 0,4-3-5 16,0-2-1-16,2 1-5 0,5-2-1 0,1-3-6 16,1 0-1-16,0-2-2 0,2-1-5 0,1 0-1 15,-1-4-1-15,5-1 4 0,-6-1-5 0,0 0-3 16,2-2-3-16,-4-1 0 0,-1 1 3 0,1 0-6 16,0 2-2-16,-2-1 3 0,-3 1-1 0,-1 2 0 15,0 0-1-15,-4 4-3 0,9-5-3 0,-9 5-1 16,0 0 3-16,0 0 0 0,0 0 0 0,9 12-3 15,-9-5 4-15,1 3-15 0,-1 0-26 0,1 1-46 16,-1-11-47-16,3 22-47 0,0-12-48 0,3 0-139 16,2-1-394-16,6 3 175 0</inkml:trace>
  <inkml:trace contextRef="#ctx0" brushRef="#br0" timeOffset="-75209.49">21448 12750 59 0,'-5'-16'242'0,"1"5"1"0,-2 0-10 0,2 3-19 16,0 2-18-16,-4 2-21 0,8 4-18 0,-16 1-16 15,3 7-8-15,-2 2-16 0,-7 7-9 0,1 2-12 16,6 4-10-16,-2-1-8 0,5-1-8 0,3 3-5 16,6-4-4-16,2-1-7 0,5 0-5 15,1 5-6-15,1-8-17 0,6 1-25 0,-1-2-22 0,3-2-26 16,8 1-20-16,-4-5-28 0,-3-1-17 0,4-4-21 15,-1 0-28-15,-1-4-6 0,-3-4-141 0,0 1-332 16,-1-2 147-16</inkml:trace>
  <inkml:trace contextRef="#ctx0" brushRef="#br0" timeOffset="-75021.58">21618 12695 98 0,'5'-19'163'0,"-2"3"15"15,-1 5 13-15,1-1 5 0,-2 5-9 0,3 0-12 16,-4 7-23-16,2-7-15 0,-2 7-7 0,0 0 7 15,0 0-7-15,2 25-7 0,-4-8-9 0,1 4-7 16,-3 4-2-16,1 2-9 0,0 0-8 0,-1-1-9 16,0 1-7-16,3-1-8 0,0 1-1 0,-1 1-7 15,0-4-9-15,2 3-41 0,1-8-32 0,0 0-53 16,1 0-47-16,0-1-70 0,-1-5-216 0,-2-1-445 16,0-4 197-16</inkml:trace>
  <inkml:trace contextRef="#ctx0" brushRef="#br0" timeOffset="-74874.92">21550 12773 37 0,'4'-5'169'0,"2"2"-25"0,-6 3-34 16,18-2-40-16,-7 5-56 0,-2 2-66 0,-2 1-30 15,-1 3-90-15,1 3 40 0</inkml:trace>
  <inkml:trace contextRef="#ctx0" brushRef="#br0" timeOffset="-74061.45">21718 13031 98 0,'15'-9'225'0,"2"-1"-6"16,0-1-13-16,0-2-6 0,7-2-18 0,-6 4-15 15,5-6-16-15,-2 0-12 0,0 1-17 0,-5 2-12 16,3-4-7-16,0 0-11 0,-4 5-10 0,-2-2-4 15,-1 2-9-15,-6 1-4 0,-2 1 0 0,0 0-6 16,-4 3-5-16,0 0-10 0,0 8-3 0,-4-13-5 16,-1 8-3-16,-4 2-4 0,-3 2-2 0,1 2-3 15,-2 4-4-15,-6 3 0 0,2 4-4 0,2-1-4 16,-2 3 0-16,5 0 0 0,-6 6 0 0,9-4-4 16,0 0 1-16,2-1-1 0,4 1 3 0,0-4-3 15,2 3 2-15,1-3-4 0,1-1-1 0,2-1 3 16,3 1 0-16,0-4-4 0,3 1 4 0,0-3-3 15,3-3 2-15,-1 3 1 0,2-2-1 0,0-3-1 16,2 0-1-16,2-2 2 0,-3 1-1 0,0-1-1 16,4-4-1-16,-3 0 5 0,2 1-5 0,-6-2-1 15,0 0 3-15,1-1-2 0,-2 0 0 0,2-3-1 16,3 0 3-16,-6 1-4 0,4-1-1 0,0 0 4 16,-3-2-3-16,3 0 1 0,-2 3-4 0,1 1 2 15,-2 1-1-15,0 2-2 0,-2 0 1 0,2 1 0 16,-5 1 0-16,2 3-2 0,-7 1 0 0,11 0 5 15,-11 0-2-15,9 5 3 0,-4 1 1 0,-1 0 1 16,-1 1-2-16,-1 2 3 0,1 0 2 0,-1 1 2 16,2 0-3-16,-1-2 6 0,0 2-5 0,3-3 5 15,-1 0-3-15,0-4 6 0,1 5-2 0,4-2 2 16,1-1-2-16,-1-3-3 0,3 0 3 0,7-2-1 16,-5-1-2-16,3 0-2 0,-1-3-1 0,1 0 2 15,-5 0 0-15,-2-2 0 0,2 1-4 0,-3-2 3 16,-1 0-1-16,0-2-3 0,-1 0-4 0,-2-2 4 15,2 0-1-15,-2-1-2 0,-3 0-5 0,1 0-3 16,-1 1 3-16,-1 0-3 0,0 2 2 0,-2 2-4 16,3 2 0-16,-3 5-4 0,0 0 2 0,0-10 2 15,0 10-4-15,0 0 5 0,0 0-3 0,-14 18 5 16,8-7 1-16,3-2-5 0,-4 1 3 0,4 1 2 16,0-2 4-16,2 1-3 0,1-2 2 0,1-1 0 15,0 2-1-15,3-2 2 0,0-2 4 0,2 1 1 16,3-1-2-16,4 0 1 0,1-4 1 0,2 0-1 15,-3-1 0-15,2-2 1 0,-3 0 1 0,1-1-3 16,-3-2 1-16,3-1-3 0,4-1-1 0,-8 0 2 16,0 1 2-16,0-2-3 0,-2-1 3 0,1 0 4 15,-2 0-3-15,-1-1-2 0,-1 0-3 0,3 0 6 16,-2 1-6-16,-2 2 5 0,0 2-5 0,-3 5 0 16,5-9-3-16,-1 6-5 0,-4 3 3 0,0 0 2 15,0 0-1-15,0 0 1 0,0 0 1 0,-9 26-1 16,4-16-1-16,-1 3 3 0,-1 3-2 0,-2 0 6 15,2 0-4-15,-4 2-1 0,5-1-21 0,-3-3-30 16,0 3-41-16,2 1-61 0,1-4-53 0,1 3-20 16,3-5-182-16,-1 0-445 0,3-12 197 0</inkml:trace>
  <inkml:trace contextRef="#ctx0" brushRef="#br0" timeOffset="-73903.7">22566 12725 1650 0,'-12'-22'27'0,"1"6"-9"0,1 4-10 16,1 3-5-16,0 2-3 0,1 5-19 15,1 0-8-15,7 2-22 0,0 0-22 0,-17 7-44 16,16-3-123-16,1-4-258 0,0 0 115 0</inkml:trace>
  <inkml:trace contextRef="#ctx0" brushRef="#br0" timeOffset="-73675.88">22928 12669 1317 0,'10'-14'129'16,"-4"-1"4"-16,1-2-25 0,-1 2 0 0,1-1 7 0,-4 4 21 15,1 0-6-15,0 1-4 0,-1 3-17 16,-2 2-17-16,-1 6-8 0,5-4-12 0,-5 4-1 0,8 14 3 16,-6 1 4-16,2 9-4 0,-3 5 0 15,1 0-3-15,-4 0-4 0,1 1-5 0,-1 2-7 16,-1-1-4-16,-2-2-4 0,0 3-8 0,0-2-1 0,0-1-2 15,1-2-6-15,0-7-8 0,0-1-25 16,0-1-32-16,1-1-20 0,-1-3-28 0,1-3-37 16,0-2-49-16,2 1-45 0,-3-4-50 0,-3-3-171 15,7-3-470-15,-13 2 209 0</inkml:trace>
  <inkml:trace contextRef="#ctx0" brushRef="#br0" timeOffset="-73423.33">22827 12854 80 0,'20'-3'123'0,"1"-1"1"0,7 2-2 0,1 0-4 16,0 0-4-16,-1 0-4 0,0 0-3 15,0-1 1-15,-1-1-5 0,-6 0-2 0,-3 1-1 0,1 0 4 16,-3-2 2-16,-2 1-3 0,-3-2 2 16,1 2 0-16,-2 1 2 0,-5 0 0 0,2 0-4 0,-7 3-4 15,11-5-9-15,-6 3-10 0,-5 2-8 0,0 0-8 16,0 0-8-16,12 5-4 0,-12-5-1 0,0 13 1 15,0-5-2-15,-2 3-1 0,0 4-6 0,-2-2-6 16,1 3-1-16,-2 0-31 0,-2 0-35 16,2 0-41-16,-1 1-55 0,1-2-59 0,1-2-66 0,-2 1-137 15,1-1-419-15,1-3 186 0</inkml:trace>
  <inkml:trace contextRef="#ctx0" brushRef="#br0" timeOffset="-72869.77">23484 12779 215 0,'7'-8'204'0,"-5"3"-8"16,-2 5-3-16,1-12-3 0,-1 12-7 0,1-8-13 15,-1 8-7-15,-1-9-18 0,1 9-8 0,0 0-14 16,-10-4-11-16,10 4-10 0,-16 4-12 0,6 2-7 16,-1-1-3-16,-1 2-6 0,-1 4-8 15,2-2-5-15,3 0-6 0,1 1-1 0,0 0-8 0,4 0-3 16,0-1-4-16,4 1-3 0,2-2 1 0,3 1-3 15,2-1-7-15,2-3 1 0,6 1 1 0,3-2-9 16,2-2 3-16,1-2-1 0,-3 0-2 0,4-3-6 16,4-1 0-16,-8-1 0 0,-1 0-2 0,1 0-2 15,-3-3 1-15,0 0-1 0,0-2 1 0,-1 0-4 16,-2-3 5-16,-6 4-1 0,5-4-6 0,-5-1-8 16,-1-1-3-16,-3 3 0 0,4-3 2 0,-4 4 2 15,1 3 1-15,-1-1-3 0,0 4 0 16,-3 5-1-16,3-11-1 0,-3 11-4 0,0 0 3 0,0 0 6 15,0 0 4-15,-15 19 0 0,2-5 4 0,2 2 4 16,-2-1-3-16,0 7 0 0,3-5 1 0,0 1-4 16,1 0 4-16,0 0 3 0,2 0-3 0,0 1 0 15,2-1-1-15,0-1-1 0,-1-1 0 0,3 0-2 16,-1 0 3-16,-1-6 0 0,1 8-22 0,-1-9-25 16,0 3-19-16,-6 1-38 0,-3-3-52 0,1 2-53 15,-6-2-63-15,-7 0-151 0,-4 2-449 0,-2-3 198 16</inkml:trace>
  <inkml:trace contextRef="#ctx0" brushRef="#br0" timeOffset="-71860.69">10309 13847 75 0,'3'-11'241'0,"-2"6"-15"15,-1 5-15-15,4-9-28 0,-4 9-14 0,0 0-13 16,0 0-4-16,0 0-3 0,-3 28-8 0,2-9-28 16,0 7-7-16,-3 1-7 0,1 0-12 0,3 0-6 15,2 1-9-15,3-4-8 0,-3 2-6 0,3-8-4 16,2-3-5-16,3 0-3 0,-2-3-1 0,2-4-5 16,5 0-5-16,2-1-1 0,3-3 4 0,1-2-10 15,4-2-3-15,2-7-1 0,-5 1-1 0,6-4-3 16,-4-1-2-16,-1 0-1 0,-5-1-2 0,4-3 2 15,-7 0-6-15,-2 0 0 0,-3 0 3 0,-1-4-5 16,-2 1 10-16,0 1-8 0,-3-2-4 0,1-7-1 16,-4 10 2-16,1 0 0 0,-1 4-5 0,-2 1 0 15,2 4 0-15,-1 7-1 0,-1-12-5 0,1 12 1 16,-2-6-4-16,2 6 2 0,0 0 0 0,0 0-2 16,0 0 7-16,-2 36-2 0,1-19 0 0,1 1 2 15,0 0 0-15,2-1-2 0,-1-2 1 0,3 2 0 16,1-3 2-16,2-2-1 0,-1-2 4 0,4-1-2 15,-1-2-1-15,5 0 2 0,2-4 2 0,3-1-1 16,0-3 0-16,-2 0 2 0,3-3-3 0,2-2 0 16,-3-1 2-16,1-3-1 0,-2-1-2 0,3-6 3 15,-7 6-2-15,-1-4-1 0,-1 1-4 0,-4-1 6 16,-2-1 9-16,0-4-13 0,-4 2 0 0,-1-8 0 16,-1 2 1-16,0 4-1 0,-1-6 1 0,-1 8 1 15,-1 3 0-15,0-2 0 0,1 7 1 0,1 1-1 16,1 2 3-16,0 7-4 0,-2-12-6 0,2 12 1 15,0 0 1-15,0 0 2 0,0 0 4 0,9 38 8 16,-7-9 8-16,-1 5-3 0,0 2 2 0,-3-3-1 16,0 17-1-16,2-14-1 0,0 8-1 0,0-10-4 15,4-4-4-15,-3 2 7 0,1-2-4 0,0-5-2 16,-2 1 0-16,3-1 0 0,-2-4-9 0,0 2-17 16,-1-4-19-16,-1-1-29 0,-3-2-28 0,0 2-38 15,-1-4-43-15,1-3-27 0,-1 1-43 0,-2-1-148 16,0-2-424-16,1-3 189 0</inkml:trace>
  <inkml:trace contextRef="#ctx0" brushRef="#br0" timeOffset="-71659.69">10975 13952 110 0,'15'-11'165'15,"-1"2"-2"-15,4 3-15 0,-1 3 1 0,-2 2 2 16,-2 5-13-16,4 4-7 0,-3 1-4 0,-2 3-13 15,-3 1-14-15,0 3-6 0,-2-1-6 0,-5 4-10 16,2-3-7-16,-4 1-6 0,-4 0-9 0,-1 1-8 16,-2-2-6-16,-4 0-41 0,-3-1-32 0,0 1-40 15,-6 1-49-15,-2-2-46 0,-4 0-110 16,2-2-298-16,5-4 133 0</inkml:trace>
  <inkml:trace contextRef="#ctx0" brushRef="#br0" timeOffset="-71131.41">11509 13909 86 0,'-4'-4'204'0,"4"4"-21"0,-11 0-5 0,11 0 3 0,0 0-6 16,-13 16-13-16,10-6-14 0,0 5-8 0,-1 1-14 16,1 3-14-16,3-2-11 0,2 2-6 0,1-2-11 15,2-1-7-15,2 0-7 0,-1-1-7 0,2-4-7 16,3 2-3-16,-2-4-5 0,4 2 2 0,-1-6-12 16,1-1 3-16,4-1-1 0,-4-1-6 15,1-2-4-15,-2-3-4 0,-1 0 2 0,0-2-8 16,-2 0 0-16,-2-1-1 0,2-2-5 0,-5-2 0 0,0 2-2 15,-1-2-3-15,-1 0 0 0,-1-2-1 0,-1 2 0 16,0-2-3-16,-1 3 5 0,1 1-14 0,0 8 5 16,0-12-5-16,0 12-7 0,0 0 0 0,0 0 5 15,0 0-3-15,0 0 1 0,0 0 3 16,0 0-1-16,-8 26 1 0,9-14-1 0,-1-2-3 0,3 2 6 16,1-1-5-16,-2-1 6 0,2-1-4 0,4-2 0 15,1-1 0-15,0-2 6 0,5-3 0 0,-1-1 0 16,5-5 2-16,-5 2-1 0,2-5 1 0,0-1 2 15,-2-1 2-15,1 0 1 0,-6 0 8 0,-1-4 1 16,-3 1 2-16,2-3-2 0,-5 2 0 0,-1-3-2 16,-2 6-4-16,-6-5-3 0,2 2 0 0,-7-2-1 15,1 4-9-15,-1 2-11 0,4 2-20 0,-3 2-24 16,2 2-20-16,10 4-32 0,-22 1-33 0,13 2-23 16,4 1-26-16,-5 3-144 0,4 3-363 15,3-1 161-15</inkml:trace>
  <inkml:trace contextRef="#ctx0" brushRef="#br0" timeOffset="-70571.61">12027 13894 71 0,'0'-8'245'0,"0"8"-11"16,-2-10-5-16,2 10-6 0,-6-10-20 0,2 7-15 16,4 3-17-16,0 0-13 0,-18 5-14 15,8 4 1-15,0 4-21 0,1 2-13 0,-5 6-6 0,5-3-13 16,-3 5-7-16,4-5-6 0,4-1-9 15,-1-1-5-15,3 3-11 0,4-7-3 0,0-2-3 16,0 3-2-16,3-5-8 0,1 2 1 0,2-2-7 16,-2-6 1-16,2 0-7 0,1 3 4 0,2-5-7 15,1-5 0-15,0 2-6 0,-1-3 0 0,0-1-4 16,1 0-3-16,-3-3 4 0,2-4-6 0,0 0-1 0,-2 0-7 16,-2-2 0-16,-1-1 3 0,1 0-9 15,-2 2 4-15,1-1-4 0,-5 0 2 0,3-2-2 16,0 7 3-16,-2 3 2 0,0 1-2 0,-1 2 3 15,-1 5-11-15,0 0 5 0,0 0-2 0,0 0-1 16,0 0 2-16,9 15-3 0,-7-2 3 0,0 0 1 0,-1 4 0 16,3-2 3-16,2 2-1 0,-3-1 2 0,6-1-3 15,-5-2 1-15,3-3 2 0,-3 1 0 16,5-3 4-16,0-1 1 0,0 0 0 0,2-2 0 16,1-2 3-16,-1-3 0 0,0 0-1 0,0-2 0 15,1 0-1-15,-2-3-2 0,2 1 5 0,-3-3-5 0,0-2 3 16,0 2-5-16,-2-5 4 0,0 5 0 0,-1-6-1 15,-1 1-2-15,-2 1 3 0,-1-1 5 16,0-4-9-16,-2 5-3 0,2-4-2 0,-2 3 4 16,0 1-4-16,0-1 2 0,2 5 0 0,-2 7-2 15,3-13 1-15,1 9-3 0,0 0 1 0,-4 4-3 16,12-1 1-16,-12 1 3 0,13 5-2 0,-9-1-2 16,6 2 8-16,-5 5-8 0,3 0 1 0,-4 0 2 15,5 3 0-15,-4 1 4 0,-2 1 2 0,1 1-3 0,-2 1 5 16,2-1-3-16,-3-1 2 0,0 2-26 0,2-3-22 15,1-2-35-15,-2-1-36 0,0-1-49 16,4-4-33-16,0 0-14 0,3 0-164 0,-2-4-408 0,7 0 180 16</inkml:trace>
  <inkml:trace contextRef="#ctx0" brushRef="#br0" timeOffset="-70160.55">12778 13900 27 0,'-4'-9'197'0,"-2"1"-4"0,2 1-1 15,4 7-3-15,-10-7-5 0,5 4-18 0,5 3-5 16,-13 3-12-16,-1 1-5 0,1 5-7 0,-3 3-12 0,1 2-4 16,-4 3-11-16,-1 2-9 0,5 2-9 15,3-5-7-15,3-1-10 0,0 0-6 0,3 1-6 16,2-2-2-16,4-1-9 0,1-1-2 0,2-1-1 16,1-3-1-16,2-1-12 0,3-1-2 0,5-3 5 15,-1 0-11-15,1-2-3 0,-3-2-3 0,2-3-3 0,6-2-2 16,-1-1 0-16,-5-3 7 0,3 1-12 15,-3-4 2-15,0-1-5 0,-3 1 2 0,-1-2-2 16,-1-3 1-16,0-1-6 0,-2-5 4 0,-1-3-1 16,-3 0 1-16,-2 1-6 0,2-2 7 0,-6-2-3 15,4 1-2-15,0-1-2 0,0 1 1 0,-4 0-2 0,3 0 3 16,2 4-2-16,-1 6 6 0,0 3 10 16,0 6 9-16,2 0 2 0,-4 1-7 0,2 9-9 15,2-7 4-15,-2 7-7 0,0 0 3 0,0 0 2 16,6 29 6-16,-2-4 3 0,-4 3 1 0,3 2 3 15,-1 1-3-15,0 3 1 0,1-3-9 0,-1 3 1 0,0-1 1 16,3-1-3-16,-1-2-1 0,-2 0-15 16,3-2-34-16,3-1-36 0,0-3-33 0,-6-5-62 0,2 0-60 15,1-2-62-15,-1-1-171 0,0-5-497 16,-1 0 220-16</inkml:trace>
  <inkml:trace contextRef="#ctx0" brushRef="#br0" timeOffset="-66287.59">13402 13744 98 0,'0'-7'187'0,"0"0"-8"0,0 7-11 0,1-12-19 15,-1 12-13-15,0 0-11 0,2-7-13 0,-2 7-8 16,0 0-11-16,0 0-6 0,6 30 6 0,-3-14-14 16,0 3-3-16,1 6-8 0,-4-4-4 0,4 4 6 15,-4-3 3-15,2-3-16 0,1-2 0 0,-1-1-9 16,-2-3-3-16,2 1-4 0,-2-3-4 15,0-3-5-15,0 0 0 0,2-2 0 0,-2-6 4 0,2 8 7 16,-2-8 2-16,0 0-3 0,0 0-5 0,0 0-2 16,0 0 0-16,0 0-7 0,0 0-2 0,0 0-3 15,0 0-4-15,14-17-2 0,-7 10-1 0,2 0-2 16,4 1-3-16,-4 0-1 0,2 3-3 0,1 0 0 16,1 0-3-16,-3 5 0 0,0-1-1 0,-3 2 0 15,4 1-4-15,-3 2 5 0,-2 1-3 0,0 0-14 16,-3 3 0-16,-1 0 1 0,-4 1 2 0,-1 0 3 15,-5 5-2-15,-1-2 2 0,-3 2 0 0,-1-2 0 16,-5 6 0-16,-3-2-1 0,4-7-12 0,1 1-16 16,0-2-23-16,2-1-15 0,4-1-31 0,1-2-43 15,4-2-25-15,-4 1-27 0,5 0-116 0,-1 0-343 16,5-5 152-16</inkml:trace>
  <inkml:trace contextRef="#ctx0" brushRef="#br0" timeOffset="-65990.19">13742 13953 104 0,'4'-4'158'0,"-4"4"-13"16,8-5-1-16,-8 5-2 0,8-1 1 0,-8 1-1 15,7 6-5-15,-7-6-12 0,11 9-12 0,-4-4-14 16,0 3-6-16,1 0-6 0,-1-1-10 0,5 1-6 16,-1-1-10-16,1 0 4 0,-2 0-12 0,7-2-10 15,-5-1-1-15,4-1-1 0,-2-2-6 0,-1-1-1 16,1-1-5-16,-5 0 3 0,2 0-4 0,-2-2 1 15,-2 1-1-15,-7 2 8 0,12-5 3 0,-9 3 3 16,-3 2-1-16,10-4-8 0,-10 4-4 0,0 0-7 16,0 0-3-16,0 0-2 0,8 9 1 0,-8 1-1 15,0-1-3-15,-2 8 3 0,0 1-3 0,-2-1-3 16,1 2 3-16,0-1-4 0,-1 1 2 0,2 0-9 16,1 0-24-16,-1 2-28 0,2-3-31 0,0-1-40 15,1-5-54-15,3 3-38 0,-4-4-130 0,7 0-371 16,0-3 164-16</inkml:trace>
  <inkml:trace contextRef="#ctx0" brushRef="#br0" timeOffset="-65755.05">14442 13816 220 0,'1'-11'235'0,"-1"5"-23"16,0 6-21-16,4-7-12 0,-4 7 6 0,0 0-5 15,9 19-6-15,-7-2-7 0,3 8-8 0,-2 1-16 16,-4 6-12-16,1 0-11 0,1 0-10 0,-4 0-12 16,1 0-9-16,-3 0-6 0,3-2-8 0,-1-1-8 15,-1-2-10-15,2-3-9 0,2-7-21 0,0 1-32 16,-2-5-28-16,2-1-28 0,0-2-28 0,0-1-52 16,0-9-31-16,0 10-27 0,0-10-176 0,0 0-407 15,0 0 180-15</inkml:trace>
  <inkml:trace contextRef="#ctx0" brushRef="#br0" timeOffset="-65271.36">14467 13998 28 0,'5'-9'153'0,"-1"-1"-9"0,3-1 3 0,6-2-9 16,-3 1-1-16,1 1-2 0,6 1-9 0,-1-3-8 16,0 2 0-16,2-1-3 0,-3-1-8 15,2 3-2-15,-2 0-10 0,0 0-2 0,-5 3-5 16,1-1-7-16,-1 1-2 0,-2-1-8 0,1 0-7 0,-3 2-7 15,-1 1-3-15,2 1-4 0,-4 0-10 0,-3 4-4 16,8-5-8-16,-8 5 3 0,0 0-6 0,7 10 2 16,-7-3-6-16,2 4 0 0,-4 5-5 0,2-1 1 15,-3 4-3-15,-1 8 0 0,2-8 0 0,-2 6-3 16,1-6-4-16,-1 0 2 0,2 0-2 16,-3-1 0-16,5-2 1 0,-2-3-2 0,1-3-3 0,1 0-4 15,0-1-3-15,-1-3-4 0,1-6 0 0,1 11 5 16,-1-11-6-16,1 7 4 0,-1-7 0 15,7 5-2-15,-1-2 2 0,-6-3 0 0,9 4 2 16,-2-3-1-16,1 0 2 0,0 2-1 0,3 0-1 16,1-1 2-16,0 0 2 0,-1-1-2 0,3 1 4 0,4-1-2 15,0 0-5-15,1-1 6 0,-2 0 0 0,3-4 1 16,-1 1-3-16,7-5 1 0,-6 5 0 0,-2-4 5 16,3 1-3-16,-5-2 1 0,0-1-2 15,-5 2 2-15,-2 0-3 0,1 0 4 0,-2-1 0 0,-2-1 0 16,1 0-1-16,-6-1 4 0,0 1 1 15,-2-1 5-15,0 0-5 0,-3 4 2 0,4 6 2 0,-8-11-2 16,2 8-2-16,-3 0-1 0,-1 3 3 0,-7 3-4 16,4 3-2-16,-5 5 2 0,3 0-7 0,1 3 4 15,1 0-4-15,2 4-3 0,1 4-22 0,4-3-47 16,1 2-62-16,5-5-63 0,0 3-184 16,7-2-413-16,6-1 183 0</inkml:trace>
  <inkml:trace contextRef="#ctx0" brushRef="#br0" timeOffset="-64867.52">15656 14244 1616 0,'6'-18'61'0,"1"9"-27"0,-1-1-9 0,2 1-7 16,5-3-16-16,1 2 2 0,2-3 8 0,4-6 15 15,1 2 3-15,3-1 9 0,-3-2 8 16,2 2 0-16,0-3-1 0,1 1-7 0,2 1 6 0,-6-3-1 16,3-1 0-16,-1 1-8 0,-4 0 6 0,-4 5-11 15,-1 3 15-15,-7 4 9 0,2-2 4 16,-4 2-3-16,-1 1-10 0,-1 0-5 0,-2 9-5 16,0 0-4-16,-7-15-3 0,7 15-4 0,-11-1-3 15,-1 3-2-15,1 2-3 0,-2 4 0 0,3 0 1 0,-3 4-7 16,5 1 5-16,1 3-11 0,3-4 1 0,1 3-3 15,2 2-2-15,5 0 2 0,1-1 1 0,0-2 1 16,5 5-3-16,2-6 2 0,1 3 0 16,-1-3-6-16,-3 3 6 0,-1-3-5 0,0-2 2 15,-2-1 0-15,-2-1 4 0,-2 1-5 0,0-3 1 0,2 3-1 16,-6-5 4-16,-3 4-3 0,1-2-9 0,-5-1-21 16,3-1-20-16,-2 1-37 0,2 2-40 0,1-7-40 15,5-1-33-15,-8 6-172 0,8-6-401 0,-6 2 178 16</inkml:trace>
  <inkml:trace contextRef="#ctx0" brushRef="#br0" timeOffset="-64567.77">16370 13913 218 0,'0'0'225'0,"0"0"-6"15,0 0-11-15,-17-1-11 0,17 1-6 0,-20 11-13 16,10-3-13-16,-3 7-11 0,-3-2-18 0,5 0-9 0,1 0-15 15,0 0-10-15,4-2-11 0,0 0-8 16,3-1-11-16,0-1-2 0,2-1-11 0,1-8-3 0,5 12-8 16,-3-5 0-16,4-2-9 0,0-3-2 15,-6-2-6-15,18-1-5 0,-8 0-2 0,2-4 0 16,0 0-5-16,0-1 0 0,-2-1-4 0,6-2-3 0,-7 3 1 16,2-2-2-16,-2 1-5 0,-1 0 3 15,-3 4 4-15,2-1-5 0,-3-1-7 0,-4 5-4 0,5-3 3 16,-5 3 1-16,0 0-2 0,0 0 2 15,7 13-13-15,-7-5-22 0,-2 1-32 0,-1 6-46 16,-3 2-51-16,4-2-48 0,-2 2-32 0,-1 0-128 0,3-4-401 16,0 2 178-16</inkml:trace>
  <inkml:trace contextRef="#ctx0" brushRef="#br0" timeOffset="-64083.79">16562 14093 104 0,'1'-16'198'0,"3"-3"6"15,-1 1-9-15,1-1-17 0,2-4-5 16,2 4-11-16,1 2-5 0,2-6-12 0,1 7-13 16,0 2-12-16,4 0-5 0,0 4-11 0,1 1-8 15,0 2-11-15,2 4-9 0,-1 3-4 0,0 2-7 16,-6 1-8-16,2 1-5 0,-2 3-6 0,3 2-1 0,-3 2-5 16,-4 0-3-16,-1-1-4 0,-3 1-2 0,1-1-7 15,-1 3 3-15,-2-3-7 0,1 0-1 0,-2-1-2 16,2 0-1-16,-2-2-11 0,-1-7-1 15,1 9-8-15,-1-9-1 0,3 7 4 0,-3-7-2 16,0 0 1-16,5 6 1 0,-5-6-6 0,0 0-6 0,0 0-4 16,0 0-4-16,0 0 0 0,17-16 4 0,-10 10-1 15,2-2 4-15,1 0-5 0,1 3 5 16,0-3-1-16,1 2 0 0,-1 1 0 0,2 1 0 16,0 1 4-16,-2 2-1 0,0 0 2 0,-4 1 0 15,6 1 4-15,-4 0 2 0,2 1 4 0,1 0 2 16,-2-1-1-16,2 2 4 0,0 2 5 0,3-4-4 15,-3 1 3-15,2-2 3 0,7 0-4 0,-3-4 1 16,2 0-2-16,0 0 1 0,0-2-2 0,1 0 1 16,-1 0 2-16,-4-5 0 0,1 3 4 0,-4-2-4 15,-2 0 7-15,-3 2 2 0,-1 0-1 0,-1-2 5 0,-1 0 8 16,-4 1-11-16,3-1 2 0,-7 2 1 0,3 8-3 16,-5-14-4-16,-1 10 0 0,1 0-3 15,-6 1-1-15,-3 2 0 0,1 1-2 0,-6 5-2 16,4 4-6-16,-3 0 7 0,0 2-12 0,3 2-28 15,0 0-37-15,4 2-56 0,2-1-71 0,3 2-228 16,-3 0-459-16,8 2 203 0</inkml:trace>
  <inkml:trace contextRef="#ctx0" brushRef="#br0" timeOffset="-63597.74">17994 13837 82 0,'0'0'238'0,"0"0"-2"0,1-6-10 16,-1 6-8-16,0 0-15 0,0 0-16 15,0 0-24-15,0 0-9 0,0 0-15 0,0 0-12 16,0 0-5-16,-23 14-10 0,11-2-8 0,2 2-6 16,0 0-13-16,0-1-6 0,1 3-11 0,1-3-6 0,0 3-8 15,3-4-3-15,3-1-8 0,-1 5-3 16,3-4 1-16,1-2-4 0,5 1-3 0,-1-4-4 16,3 1 6-16,1-1-10 0,3 0-1 0,3-3-4 15,2-1 0-15,-3 0-1 0,8-3-1 0,-4-1-4 16,2-3-2-16,-3-1 3 0,1-2-4 0,-3 1 0 0,-4-1-4 15,4-2 2-15,-5-1 1 0,-4 1-3 0,2-1-4 16,-4 0 0-16,0-3 3 0,-2 3-3 16,-1-2-1-16,-1 3 4 0,3 2-2 0,-3 7 0 15,1-12-5-15,-1 12-2 0,0-8-5 0,0 8 4 16,0 0 1-16,0 0-1 0,0 0 2 0,-9 21-4 0,5-7 0 16,0 3 5-16,1-1-5 0,-1 2 5 15,2 2-1-15,-1 0-7 0,3-1-23 0,-2 0-42 16,2-1-41-16,0-1-52 0,2-4-51 0,0 3-234 15,-3-4-488-15,2-4 217 0</inkml:trace>
  <inkml:trace contextRef="#ctx0" brushRef="#br0" timeOffset="-63093.11">18302 14037 119 0,'0'0'218'0,"0"0"-9"15,0 0 1-15,0 0-18 0,-3 25-10 0,3-25-20 0,-1 15-15 16,-1-10-7-16,1 3-10 0,1-8-15 16,-2 14-8-16,-1-7-7 0,3-7-5 0,-3 7 7 15,3-7 8-15,-1 7 9 0,1-7-10 0,0 0-10 16,0 0-15-16,0 0-2 0,0 0-8 0,0 0-7 0,-6-25-10 16,7 17-6-16,0-3-6 0,2 1-5 15,-1-3 0-15,4 2-7 0,-1-5-8 0,2 0 5 0,3-1-6 16,0-2-2-16,7 0-3 0,-3-1-7 15,3 7 1-15,-2 1-4 0,2 2-2 0,-2 3 5 16,-2 3-8-16,-1 0-1 0,-1 4-2 0,3 3-1 16,-4 2 2-16,2 2-1 0,-1 2 6 0,1 4-11 15,-1 1 3-15,-3-1 0 0,-2 2-3 0,-2-2 6 0,3 3-2 16,-1-3 3-16,-1 1-4 0,-4-3 0 16,2-3 2-16,-2-1-1 0,2-1 3 0,-3-6 5 15,2 11 1-15,-2-11-2 0,0 0 11 0,0 0-13 16,0 0-1-16,0 0 4 0,0 0-3 0,0 0 6 0,0 0-7 15,0 0-9-15,4-29 0 0,-1 20-2 0,3-3 1 16,2 2 1-16,2-3-6 0,3-3-2 16,1 3-2-16,0-3 3 0,0 6-1 0,-1 0 4 15,-2 3-4-15,5-1 2 0,-6 4-2 0,1 2 2 16,-2 2-1-16,-1 2 3 0,1 1-3 0,-1 4 5 16,-3 2-1-16,1 4 1 0,-3-3 0 0,-1 3-1 15,1 2 3-15,-2 2 1 0,-1 0-2 0,-1-2-26 16,-3 2-21-16,2-3-31 0,-1 2-56 0,3-4-71 15,-1-2-248-15,2 2-496 0,-1-7 219 0</inkml:trace>
  <inkml:trace contextRef="#ctx0" brushRef="#br0" timeOffset="-62781.55">18950 13963 57 0,'0'0'219'0,"-15"4"-7"0,15-4-8 0,-7 12-7 15,0-2-7-15,4-1-12 0,0 2-14 0,2 1-15 16,1 3-10-16,1-2-1 0,2-1-8 16,2 6-7-16,5-5-11 0,0-1-9 0,2 0-13 15,3-2-6-15,0-3 5 0,11 3-15 0,2-5-5 16,3-3-2-16,-1 0-6 0,1-4-7 0,-3-3-5 0,0 1-6 16,-7-2 0-16,-5-1-4 0,2-1-8 0,-4-1 0 15,0-3-5-15,-6 3 2 0,-2-4-2 16,-2 2-5-16,0-6-1 0,-5 1-3 0,-2 0 3 15,-1-2-7-15,-1 1 3 0,-1 0-3 0,-2 1-6 16,-3 1-2-16,2 3-4 0,-4-2-9 0,3 7-15 0,-4-4-18 16,1 7-20-16,-3 1-19 0,1 3-22 15,2 3-32-15,-6 2-35 0,8 0-24 0,-2 1-34 16,3 6-159-16,2-3-418 0,3-1 185 0</inkml:trace>
  <inkml:trace contextRef="#ctx0" brushRef="#br0" timeOffset="-62457.61">19367 13957 32 0,'9'-7'201'16,"-5"3"9"-16,4 1 5 0,-8 3-6 0,9-7-11 15,-5 5-22-15,-4 2-20 0,6-3-16 0,-6 3-5 16,0 0-13-16,9 10 1 0,-4-4 0 0,-2 5-1 16,-2-1-9-16,1 4-11 0,0-2-7 0,-2 5-8 0,2-6-7 15,3 4-6-15,-3-2-7 0,2-1-6 16,-2-1-1-16,6-3-11 0,-2 2-6 0,2-3 1 15,0-1-4-15,-1-1 0 0,2-3-6 0,4-1-1 16,-2-1-5-16,1-1-4 0,-2-3 3 0,3-2-5 16,-3 3 0-16,0-4-2 0,2 1-1 0,-5-2-8 15,2-1 2-15,-1-1 2 0,-2 1-2 0,0-3-3 16,-3 2-4-16,3 1 3 0,-4-1-3 0,4 1 3 16,-2 1-4-16,-3 2 4 0,-1 6-6 0,4-8-5 15,-4 8-2-15,4-4 2 0,-4 4-3 0,0 0 2 16,0 0 0-16,0 0-9 0,0 0-31 0,-1 25-36 0,-2-14-40 15,2 0-51-15,0 2-57 0,-2-2-238 0,-1 4-503 16,2-1 223-16</inkml:trace>
  <inkml:trace contextRef="#ctx0" brushRef="#br0" timeOffset="-62211.75">19733 14064 222 0,'1'-16'254'0,"3"-1"-15"0,1 1-5 0,3-1-11 16,1 0-18-16,0-2-5 0,2 3-17 0,7-8-15 16,-5 10-18-16,2 0-12 0,-1 5-16 0,1 0-10 15,-3 4-12-15,-2 3-12 0,2 2-5 0,-2 2-6 16,-1 4-9-16,1 3-6 0,2 1-6 0,-5 5-2 16,1-2-5-16,-4 4-5 0,0 1-2 0,0-1-7 15,-2 1 0-15,-1-3-9 0,1 1-2 0,-1-1-18 16,0-4-34-16,-2 0-28 0,2-1-31 0,-2-3-28 15,1-7-42-15,5 10-44 0,0-7-242 0,-5-3-479 0,10 1 212 16</inkml:trace>
  <inkml:trace contextRef="#ctx0" brushRef="#br0" timeOffset="-61996.44">20187 13776 111 0,'6'-12'256'0,"-1"2"4"0,-2 3-15 0,-1 1-22 15,1 1-26-15,-3 5-8 0,0 0-13 0,0 0 1 16,0 0-7-16,16 23 5 0,-16-5 4 0,2 2-5 16,-4 6-3-16,2 0-17 0,-2-6-10 0,-1 6-12 15,2 1-12-15,-3-2-12 0,5 0-7 0,-2 1-5 0,1-7-14 16,1-2-20-16,-1-1-30 0,0 0-39 16,0-5-39-16,0-3-41 0,0 1-51 0,0-9-80 15,-1 11-57-15,1-11-220 0,-2 6-534 0,2-6 236 16</inkml:trace>
  <inkml:trace contextRef="#ctx0" brushRef="#br0" timeOffset="-61850.74">20133 13944 2065 0,'-1'-7'97'0,"1"7"-45"0,0-12-20 0,0 12-12 16,-2-8-6-16,2 8-4 0,3-8-2 0,-3 8 0 15,10-5-2-15,-3 3-1 0,4 0-1 0,3 0-23 16,5 2-51-16,11-2-64 0,1 1-216 0,-2-1-379 0,1-1 167 15</inkml:trace>
  <inkml:trace contextRef="#ctx0" brushRef="#br0" timeOffset="-61712.49">20672 13934 164 0,'0'0'240'0,"0"0"-22"0,0 0-23 0,0 0-18 16,0 0-28-16,0 0-41 0,0 0-51 0,9-3-72 15,-9 3-63-15,0 0-125 0,0 0-219 0,0 0 97 16</inkml:trace>
  <inkml:trace contextRef="#ctx0" brushRef="#br0" timeOffset="-59189.41">18050 13873 52 0,'14'-4'74'0,"-3"4"-4"0,0-1-2 16,0-1-6-16,-3 2-3 0,-8 0-13 15,13 2-7-15,-13-2 1 0,11 1-6 0,-7 1 1 0,-4-2-7 16,5 5 4-16,-5-5-8 0,1 7-9 0,-1-7 2 15,0 0 1-15,-6 12-9 0,6-12-4 16,-7 10-23-16,2-4-20 0,0 0-22 0,1-1-43 16,-1 0-109-16,5-5 49 0</inkml:trace>
  <inkml:trace contextRef="#ctx0" brushRef="#br0" timeOffset="-56269.18">10781 15140 155 0,'-8'-6'177'0,"8"6"-9"16,-8 0-12-16,8 0-7 0,-10 6-3 0,5 4-6 15,-1 0-8-15,-1 5-10 0,0 1-8 16,0 2-14-16,2 1-4 0,-1 6-12 0,3-8-2 0,1 0-10 16,-5 0-9-16,3-1-2 0,2-6-9 0,-1 1-3 15,2-2-6-15,0-3 0 0,1-6 6 0,-2 10 8 16,2-10 17-16,-3 4-3 0,3-4-10 0,0 0-4 15,0 0-6-15,0 0-6 0,6-30-3 0,-1 12-8 16,0 0 1-16,7-10-5 0,-3 2-3 16,2-2-1-16,6-1-3 0,-4-3 2 0,1 0-8 0,1 1-1 15,0-3-3-15,3-8-3 0,-5 9 7 16,5 1-6-16,1-10-6 0,-4 12 4 0,1 0-4 0,-1 5 1 16,-7 9-3-16,-3 4 0 0,1 3-5 0,1 2 0 15,-2 4 0-15,1 1-1 0,-6 2-1 0,12 8 1 16,-5 1-1-16,0 5 1 0,3 10-1 0,-1 4 0 15,-3-1 4-15,2 0 0 0,0 0-2 0,-3 3 2 16,3-3-1-16,-2 2 4 0,1-3 0 0,1 1-3 16,0-4 1-16,-1-4 0 0,0 5-5 0,-1-8-16 15,-2 1-28-15,0-2-23 0,-2-4-29 0,0 5-42 16,3-7-40-16,-3 0-36 0,0 1-152 16,-2-10-399-16,-4 12 177 0</inkml:trace>
  <inkml:trace contextRef="#ctx0" brushRef="#br0" timeOffset="-56128.86">10866 15129 25 0,'12'-2'83'0,"2"1"-42"0,3 2-46 0,-3 0-19 0,-2 1-26 15,2 2 11-15</inkml:trace>
  <inkml:trace contextRef="#ctx0" brushRef="#br0" timeOffset="-55789.45">11204 15247 19 0,'7'-6'203'16,"4"-8"-9"-16,1 2-10 0,1-4-10 0,4-4-10 15,1-1-11-15,0 0-12 0,-2 0-6 0,2 2-16 16,1-2-7-16,-2-1-9 0,-3 0-10 0,-3 5-9 15,1 0 1-15,-2 1-7 0,-1 3-11 0,-5 3 1 16,0 1-6-16,-3 2-3 0,1 1-9 0,-2 6-10 16,0 0-2-16,-11-7-5 0,11 7-5 0,-20 4-2 15,8 2-4-15,4 2-4 0,-8 5 26 0,2-1-5 16,1 3-8-16,6-1-8 0,-1 1-4 0,5-3-2 16,2-1-5-16,2 3-1 0,2-2-4 0,3 4 2 15,2-4-1-15,4 2-2 0,-1-1-3 0,2-3 2 16,1 2-1-16,-5-2-1 0,3-2-1 15,-4 1 1-15,-2 0-2 0,1-2-2 0,-2 4 1 0,-1-3 0 16,-3 4 3-16,0-5-14 0,-3 3-20 0,-2 1-25 16,-1-2-29-16,-3 2-48 0,3-1-47 0,-1-2-46 15,-3 2-121-15,2-3-375 0,3-2 166 0</inkml:trace>
  <inkml:trace contextRef="#ctx0" brushRef="#br0" timeOffset="-55435.99">12160 14966 92 0,'-14'3'223'0,"-3"1"3"16,-5 5-10-16,-1 3-9 0,-1 2-19 0,2 3-10 15,-1-1-13-15,2 3-14 0,4 1-15 16,0-1-14-16,4 3-11 0,3-6-14 0,4 1-8 15,4-1-8-15,2-4-4 0,4-1-9 0,0-1-9 0,4 0-6 16,0-2-2-16,2-2-3 0,1 1-8 16,2-6-3-16,-1 1-7 0,1-4 2 0,0 1-4 0,3-3-4 15,-3-1-1-15,-1-1-3 0,3-4-2 0,-2 0-1 16,-4 0-3-16,3 0 1 0,-2-2-3 16,-3 2 3-16,-1 0-5 0,0-3 3 0,0 5 1 15,-2 1 1-15,-1 1-4 0,0 1 4 0,-3 5-2 0,5-6-10 16,-5 6 2-16,0 0 1 0,0 0 0 0,0 0-1 15,0 0 3-15,2 23-9 0,-2-14-16 16,4 4-33-16,-1 2-44 0,1 2-66 0,6-3-23 16,1-2-248-16,5 4-466 0,8-2 206 0</inkml:trace>
  <inkml:trace contextRef="#ctx0" brushRef="#br0" timeOffset="-54656.99">12808 15261 273 0,'-2'-11'278'0,"1"1"-24"15,1-3-9-15,0 1-16 0,1-4-12 0,3 0-13 16,0 0-12-16,-2 1-22 0,3-3-15 0,-1 2-11 0,2 0-14 16,0-3-16-16,-2-1-2 0,3-5-14 15,-3 6-13-15,3-5-4 0,-2 4-11 0,-3 3-7 16,-2-3-6-16,4 3-4 0,-4 7-6 0,-2 0-13 15,0 3-2-15,2 7 5 0,-2-12-5 0,-6 9-2 16,2 0-6-16,-3 3-4 0,-4 1-1 0,-5 5 0 16,0 0-6-16,9 0-4 0,-4 0 1 0,1 1-7 15,5 2 2-15,5-1 0 0,2 2 0 0,0-1 0 16,5 0-1-16,3-2-3 0,4-1 1 0,5 1-1 16,4 0 1-16,6-2-3 0,4 0 3 0,-1-3-5 15,1 1 3-15,-10 3-5 0,-2 0 2 0,0 0 2 16,-2 2-3-16,-1 2 0 0,-3 2-1 0,-3 1 5 15,-6-2-6-15,3 5 5 0,-1 0 0 0,-4 1 0 16,-1 1 0-16,1-2-1 0,-2 1 0 0,4-4-1 16,-4 4 4-16,5-6-5 0,-2 0 7 0,3-2-1 15,-2 3-1-15,3-5 1 0,1-1 2 0,0-2 0 16,5-2 0-16,1 0-1 0,4-4 2 0,0-1 0 16,1-1 1-16,0-1-1 0,-1-5-1 0,0 1 1 15,0 0-5-15,-1-2 6 0,-3 0 0 0,-3-1-2 16,3 0-3-16,-5-2-8 0,-4 3 3 0,1-5 1 15,-4 1-2-15,0 0-5 0,-2-1-2 0,0 5 1 16,-2 0 7-16,2 1-4 0,-4 3 0 0,0-2-1 16,4 9 2-16,-7-8-3 0,5 4 0 0,2 4 2 15,0 0-3-15,-17 6 0 0,9-1 4 16,1 5 0-16,-2 5 3 0,4-4 0 0,-3 6-4 0,3-2 7 16,3 1 1-16,0-5-1 0,2 2 2 15,2 0-5-15,0-2 6 0,3 0 0 0,3-3-1 16,-3-1 1-16,7 0 6 0,-2-4-7 0,9 1 2 0,-2-2 1 15,2-5 0-15,-1 0 1 0,1 0 1 0,0-2-1 16,-2-4-3-16,2 2 3 0,-4-3-7 0,1-1 8 16,-1 1-2-16,-3-2-1 0,-1 1-1 0,-1-4-2 15,-2 1 3-15,-3 2-4 0,-3-4 2 0,2 0-3 16,-2 0-4-16,-2 1 1 0,-2 0 2 16,0 2-1-16,2 2-1 0,-2 0 0 0,2 11-5 15,0-10 2-15,0 10-5 0,-2-4 1 0,2 4 1 16,0 0 10-16,0 0 7 0,-7 26 0 0,5-10 0 15,2 0-2-15,-4 3-5 0,-2 1 6 0,6-1 2 0,0 0 2 16,0 2-5-16,-2 2 4 0,-2-3-12 16,6-1-27-16,-2 2-27 0,0-4-32 0,0 1-36 15,2-4-46-15,0-3-50 0,0 1-49 0,2-5-146 16,-4-7-450-16,0 0 199 0</inkml:trace>
  <inkml:trace contextRef="#ctx0" brushRef="#br0" timeOffset="-53855.54">13717 15045 166 0,'0'0'221'0,"0"0"-3"0,0 0-15 0,0 0-10 16,0 0-15-16,7 35-17 0,-7-24-14 0,5 6-13 16,-3-3-7-16,2-2-13 0,1-1-11 0,3 2-4 15,2-4-8-15,-1 1-7 0,4-1-7 0,3 0-10 16,-1-2-4-16,3-4-4 0,3 0-8 0,0-3 0 15,0-1-8-15,-3-2 1 0,-2-2-5 0,-2 1-1 16,-1-3-7-16,-2 1 3 0,0-3 8 0,-2 2-3 16,-2-2-4-16,3-1-3 0,-6 0-1 0,4-2-3 15,-3-1 0-15,-3 2-11 0,0-1 5 0,0 0-3 16,-1 2 2-16,-1 3 6 0,0 7 0 16,2-10-5-16,-2 10-3 0,0-9-5 0,0 9-5 0,0 0 4 15,0 0-4-15,0 0 3 0,0 0 0 0,5 28 3 16,-7-15-1-16,-1-2-1 0,3 4 2 0,0-1-2 15,3-2 0-15,-1 1-1 0,2 1 5 0,-1-2-5 16,1 0 2-16,4-2 1 0,-1-2 1 16,3 0 0-16,1-2-3 0,-3-1-6 0,6-3 9 15,-3-1-9-15,3-2 12 0,4-1-2 0,-5-3-2 0,1-4-4 16,0 3 0-16,1-2-8 0,-1-3 8 0,-3-1 3 16,2-1-9-16,-1-2 1 0,1 0 4 0,-4-4 3 15,0-4-5-15,2 0-2 0,0-3 0 0,-1 1-3 16,-2-3 5-16,-3 2-2 0,1-1-1 0,-3 1 6 15,0 7 10-15,1 0 11 0,-2 3 4 0,0 5 13 16,-2 1 15-16,0 10-4 0,0-13-16 16,0 13-5-16,3-10-6 0,-3 10 0 0,0 0 3 0,0 0-6 15,0 0 9-15,-12 43-7 0,5-18 11 0,1 2-7 16,3 1 5-16,-1 1-2 0,2-3-6 0,0 2 5 16,2-1-2-16,0-3-7 0,8 1 3 0,-3-6-4 15,-1-1 3-15,6-3-7 0,2 0-5 0,-1-4 2 16,3 4-1-16,0-6-1 0,2-2 0 15,-5-3 0-15,9-3 0 0,-2 0-2 0,5-3-5 0,4-2-3 16,0-4 3-16,-1 0 1 0,0-3 4 16,0-2-8-16,-8 2-9 0,2-6-3 0,-2-2-9 15,2-1-10-15,-6-1-6 0,0-2 0 0,-2-2-2 0,-5-3-6 16,2 0 0-16,-2 0-3 0,-2-1 6 16,-1-1 2-16,1 1 2 0,0 2 7 0,-1 2-6 15,-2 6 9-15,1 3 4 0,-2 5 9 0,1 2 6 16,-1 0 6-16,-1 9-14 0,0 0 7 0,2-11-6 0,-2 11-1 15,0 0 7-15,0 0 17 0,0 34-15 0,0-8 19 16,-2 2 5-16,-1-2 6 0,2 3 3 16,0-1 2-16,-1 0-2 0,0-1-1 0,2-1 1 15,-2 0-1-15,2 2-17 0,0-10 20 0,-2 1-14 16,4-1 3-16,0-1-5 0,-2-2 2 0,0-3-3 16,4 0-5-16,-3-2-11 0,3-2-26 0,-4-3-32 15,4 1-38-15,-4-6-56 0,2 10-44 0,-2-10-42 0,0 0-82 16,2 5-331-16,-2-5-702 0,0 0 311 15</inkml:trace>
  <inkml:trace contextRef="#ctx0" brushRef="#br0" timeOffset="-53716.27">14690 14954 67 0,'8'-5'192'0,"-8"5"-16"0,14-1-18 0,-3-2-12 16,0 3-14-16,4-1-29 0,4 2-60 0,-1-2-75 15,3-2-133-15,-4 2-177 0,4 1 78 0</inkml:trace>
  <inkml:trace contextRef="#ctx0" brushRef="#br0" timeOffset="-53563.36">15130 15073 65 0,'-3'13'261'16,"0"-6"-13"-16,3-7-4 0,-5 16-12 0,3-4-26 15,-3-3-18-15,-6 1-14 0,2 2-21 0,-3 1-38 16,-5-2-49-16,3 1-64 0,-4-3-92 0,3 1-221 16,-2-4-337-16,-3 2 150 0</inkml:trace>
  <inkml:trace contextRef="#ctx0" brushRef="#br0" timeOffset="-52706.47">16014 14858 50 0,'-7'-4'172'16,"7"4"-9"-16,0 0-3 0,0 0-13 0,-21 12-3 15,14-5-3-15,-2 8-13 0,2 0-7 0,0 3-10 16,1 1-8-16,1 0-8 0,2 1-4 0,-2-4-8 16,5 4-10-16,3-1-6 0,1-3-7 0,-1 0-1 0,5 0-1 15,1-3-7-15,5-1-2 0,0-2-4 16,3-2-4-16,-1-3-6 0,4-1 3 0,-1-1-6 15,1-3 2-15,2-3-9 0,0 0 4 0,4-2-3 16,-8-3-6-16,1 1 1 0,-2-2-1 0,-3-2 0 16,-1-1 2-16,-3-1-7 0,0 0 0 0,-4 0 0 0,-4-1-1 15,-3-3 0-15,-2 0-3 0,-6-6-2 16,-1 4-1-16,-5-4 1 0,-3 3-1 0,-1 2-5 0,-3 1 0 16,3 7 1-16,-2 2-2 0,1 1 0 15,-8 3-3-15,7 1-4 0,2 7 6 0,-1 0-8 16,-4 5-15-16,5 0-24 0,2 2-24 0,1 2-32 15,5-1-23-15,3 3-41 0,4-3-26 0,3 3-131 0,4-4-347 16,2-2 153-16</inkml:trace>
  <inkml:trace contextRef="#ctx0" brushRef="#br0" timeOffset="-52463.26">16565 14757 53 0,'1'-10'263'15,"0"0"-7"-15,-1 3-12 0,0 7-8 0,0-10-27 16,0 10-23-16,3-9-24 0,-3 9-13 0,0 0-15 16,0 0-8-16,9 22 2 0,-2 3 0 0,-4 7-11 15,1 0-5-15,-2 14-2 0,1 1-17 0,-3-13-11 16,0 12-7-16,-1-10-9 0,-2-3-5 0,2 0-3 16,2 0-12-16,-2-2-1 0,3 1-3 0,1-3-3 15,1 3-7-15,-2-5-13 0,0 0-26 0,-1-1-32 16,0-7-27-16,1 0-35 0,-4-2-40 0,4-7-58 15,-1 2-49-15,-4-2-164 0,3-10-446 0,-4 12 198 16</inkml:trace>
  <inkml:trace contextRef="#ctx0" brushRef="#br0" timeOffset="-52185.93">16648 14947 136 0,'11'-12'187'0,"0"6"-2"16,1-2-4-16,1 4-22 0,0 2-7 0,0 0-4 15,3 1-13-15,3 5-11 0,-3-2-9 0,-1 3-9 16,-1 1-8-16,-4 1-8 0,5 2-11 0,-5 0-6 16,-3 0-7-16,1 1-6 0,-4 1-1 0,-2 0-1 15,-2 2-11-15,-1-2-5 0,-4 2-3 0,-3 0-3 16,-2-1-2-16,-5 0-8 0,1-1 3 0,-3-1-2 15,3 1-8-15,-4-1-18 0,3-3-23 0,-2 2-28 16,-1-2-40-16,6-3-46 0,1-1-46 16,-1 3-157-16,0-5-366 0,4 3 161 0</inkml:trace>
  <inkml:trace contextRef="#ctx0" brushRef="#br0" timeOffset="-51627.36">16809 15173 79 0,'0'0'213'0,"0"0"-9"0,9 8-12 16,-9-8-8-16,15-1-9 0,-15 1-8 0,19-3-10 15,-1-3-14-15,0 0-10 0,12-1-11 0,-4-3-7 16,4-1-13-16,-1-1-5 0,-1-1-8 0,-1 2-3 15,-9-1-13-15,6-2-4 0,-7 2-6 0,-4-1-3 16,1-2 0-16,-5 1-12 0,-2 0-3 0,0-3-5 16,-4 0-5-16,1 3-3 0,-3-4-2 0,-4 3-7 15,-2 4 3-15,-2-6-4 0,-2 5-3 0,2 1-2 16,-5 2 2-16,3 2-8 0,-2 2 2 0,-7 2-5 16,4 5 0-16,-8 2-3 0,4 5 2 0,0-2 2 15,-5 10-2-15,7-4-3 0,4 2 0 0,1 3 0 16,-3 4 1-16,7-7-1 0,1 2-1 0,3 0 0 15,6-2 1-15,-1 0 0 0,3 2-2 0,3-5 4 16,2-3-1-16,4 2 0 0,5-2 0 0,1-2 4 16,7-2-1-16,2-1 1 0,-1-2 0 0,0-2-1 15,-6-1-2-15,-3 0 4 0,2-2-3 0,-4-1 1 16,0-1-2-16,0-1 1 0,-1-2-2 0,0-1 2 16,-1-1-1-16,0 0 2 0,-1-2-6 0,0-1 2 15,-2-2-1-15,-1 1 1 0,2-3-2 0,-1 1 0 16,-3 0-2-16,3-1 0 0,-1-1-1 0,0 5-3 15,-2 1 1-15,0 2-1 0,-1 2-1 0,1 1 0 16,-3 5-3-16,2 0 1 0,-8 2 2 0,15 6 10 16,-10 4-4-16,2 0 1 0,-1 8 0 0,-1-1 2 15,1 2 0-15,-3 6-2 0,-1-5 3 16,0 4 1-16,-1-3-3 0,-1-2-20 0,1 0-34 0,2-2-36 16,-2 2-39-16,0-4-55 0,3-4-47 0,-2 2-189 15,0-4-450-15,6-3 199 0</inkml:trace>
  <inkml:trace contextRef="#ctx0" brushRef="#br0" timeOffset="-51260.34">17864 14875 82 0,'-16'0'233'0,"16"0"-6"0,-21 11-8 0,4 1-14 0,5 2-13 16,-8 4-16-16,7-3-14 0,-1 6-14 0,7-5-17 15,0-1-12-15,0 1-13 0,2 0-8 0,3-5-9 16,2 0-7-16,3 0-6 0,1-3-11 0,4 1 4 16,0-3-17-16,3-2-1 0,1 0-5 15,-1-3-1-15,2-1-1 0,0-3-9 0,1-2 0 16,-4 2-7-16,2-5-1 0,-1 0 0 0,-1-1-7 0,-2-1 0 16,1-4-2-16,-3-1 0 0,1 0-2 15,-1 1-3-15,-2-3-1 0,1 2-2 0,-3 4 3 16,1 1 10-16,-1 0 14 0,-2 3-2 0,0 7-3 15,2-9-9-15,-2 9-3 0,0 0-1 0,0 0-5 16,0 0-1-16,0 0-2 0,0 0 2 0,-5 32-1 16,3-16-2-16,-4-2-1 0,4 4 2 0,2 0-2 0,-2-2-1 15,4 2-28-15,0-2-22 0,2 1-37 16,1-2-32-16,0-2-26 0,1-2-62 0,2-3-40 16,1-1-175-16,0-3-448 0,3-1 199 0</inkml:trace>
  <inkml:trace contextRef="#ctx0" brushRef="#br0" timeOffset="-51029.87">18227 14650 6 0,'0'0'263'0,"2"-14"-24"16,-2 14-26-16,0 0-3 0,0 0 16 0,0 0 5 15,0 0-12-15,0 0-2 0,1 60-12 0,-1-33-2 16,0 4-14-16,0 1-12 0,0 0-13 0,1-1-15 15,2 0-14-15,-2 1-21 0,0-3-6 0,1 2-7 16,-2-4-7-16,4-1-8 0,-3-6-10 0,-1-2-15 16,1-1-33-16,-1-2-31 0,0-2-41 0,0 0-36 15,1-4-44-15,-1-9-25 0,-1 15-60 0,-1-12-58 16,2-3-206-16,-10 6-513 0,10-6 226 0</inkml:trace>
  <inkml:trace contextRef="#ctx0" brushRef="#br0" timeOffset="-50795.04">18115 14950 120 0,'5'-10'163'0,"4"5"-2"16,1 0-4-16,8 0-7 0,1-2-6 0,3 4-12 15,3-4-3-15,2 2-6 0,-6 1-9 0,1 0-8 16,-1 0-1-16,7 2-8 0,-7 1-1 0,1-1-13 16,-3 2 1-16,-6 0-10 0,4-1-5 0,-5 2-8 15,-2-1-2-15,0 3-2 0,-2 2 1 0,0 0-4 16,-3 1-3-16,0 1-6 0,1 1 0 0,-2 3-2 15,1-1-5-15,-2 3-2 0,-3-1-2 0,2-1-2 16,2 1-9-16,-2 0-22 0,-1 0-34 0,0-3-33 16,0 1-51-16,1-1-53 0,-2-9-63 0,1 13-122 15,-1-13-383-15,0 0 170 0</inkml:trace>
  <inkml:trace contextRef="#ctx0" brushRef="#br0" timeOffset="-50637.6">18501 14639 28 0,'0'0'39'0,"0"0"-32"16,15 26-20-16,-11-9-13 0,7 6 6 0</inkml:trace>
  <inkml:trace contextRef="#ctx0" brushRef="#br0" timeOffset="-50421.82">18685 15019 133 0,'0'0'229'0,"6"-15"-9"16,-6 15-5-16,3-11-6 0,-2 4-17 0,3 0-12 16,1-6-11-16,1 2-16 0,1-1-9 0,2-1-12 15,-1 3-5-15,-1 2-7 0,1 1-12 0,-2 0-11 16,-2 3-14-16,0 0-5 0,-4 4-10 0,0 0-7 15,0 0-4-15,16 8-5 0,-14-3-4 0,0 7-3 16,-2-2-9-16,-1 2 0 0,-2 4-4 0,0 0-15 16,0 0-28-16,2-2-65 0,-7 2-64 0,6-4-98 15,-1-1-192-15,4 2-465 0,3-5 206 0</inkml:trace>
  <inkml:trace contextRef="#ctx0" brushRef="#br0" timeOffset="-50003.79">19058 14812 92 0,'0'0'231'16,"0"0"-17"-16,-18 6-13 0,12 1-12 0,-2 3-15 16,-2 3-11-16,0 2-14 0,5-3-17 0,-3 1-11 15,4 0-13-15,-1-3-9 0,3 1-7 0,0 1-11 16,5-2-10-16,-3-3-5 0,5 2-6 0,-3-5-1 15,1 2-10-15,2-3-2 0,-5-3-4 16,9 6-4-16,-9-6-6 0,9 1 1 0,-9-1-5 16,13-3-1-16,-13 3-4 0,9-4 0 0,-4 1-10 0,-5 3 6 15,9-1-1-15,-9 1-2 0,0 0-5 0,9-5 0 16,-9 5 3-16,0 0-7 0,9 5-2 0,-4 1 5 16,2 3 8-16,-3 2 0 0,0 7-2 15,-1 1 5-15,0 6 3 0,-4 6 18 0,-1 0 8 0,2 3 2 16,-4 13-3-16,2 3-6 0,1-4 10 0,0 1-16 15,1 0-2-15,-1-15 2 0,-2 1 36 0,-2 0 6 16,1-3-17-16,-2-4-2 0,2-7-16 0,-3 1 19 16,-1-4-9-16,-3 0-3 0,0-4 3 15,-4 0-7-15,-1-4-5 0,0-4 3 0,1-2-9 16,-4-4-21-16,-1 0-30 0,1-3-34 0,-8-5-46 0,-1-2-49 16,0-1-56-16,3-4-93 0,0 1-249 15,2-3-586-15,2-3 260 0</inkml:trace>
  <inkml:trace contextRef="#ctx0" brushRef="#br0" timeOffset="-49690.92">19916 14759 53 0,'7'-14'243'0,"1"-4"-14"0,-3 8-3 16,1 0-3-16,-2-1-6 0,0 2-20 0,-1 3-22 15,1 2-21-15,-4 4-15 0,0 0-8 0,0 0 2 0,5 21-7 16,-5 4-6-16,-4 6 1 0,0 1-12 0,-1 4 0 16,-4 8-13-16,3-11-2 0,0 2-19 15,0-3-7-15,2 0-9 0,0-3-2 0,-1 1-7 16,3-2-7-16,-1-2-5 0,2 0-3 0,1-7-13 15,0 0-19-15,2 0-27 0,-2-2-26 0,2-2-44 16,-1-6-37-16,0 1-65 0,-1-1-43 0,0-9-197 0,-4 11-471 16,4-11 209-16</inkml:trace>
  <inkml:trace contextRef="#ctx0" brushRef="#br0" timeOffset="-49467.99">19874 14929 45 0,'12'-13'205'16,"0"0"-14"-16,2 4 4 0,1 0-8 0,2 3-11 16,-2 0-12-16,-1 5-11 0,-1-1-11 0,0 7-17 15,1-1-7-15,0 5-7 0,2 1-6 0,-8 1-6 16,1 1-10-16,-3 1-7 0,-3 1-6 0,-3-1-4 16,-3-1-10-16,-4 4-6 0,-2-1-5 0,-3 0-3 15,-6 4-5-15,-3-1-6 0,5-8-19 0,-7 4-27 16,5-4-31-16,-1-1-54 0,0-1-47 0,6-6-60 15,-6 5-161-15,8-6-390 0,0 0 173 0</inkml:trace>
  <inkml:trace contextRef="#ctx0" brushRef="#br0" timeOffset="-49243.15">20193 14698 180 0,'6'-9'250'0,"-1"1"-27"15,-5 8-24-15,0 0-8 0,0 0-3 0,0 0 17 16,11 17 3-16,-11 2-2 0,0 4-14 0,0 4 4 16,-4 1-13-16,-1 1-17 0,1 1-14 0,0-1-11 15,-1 0-15-15,-1-1-13 0,2 1 3 0,0-5-26 16,3 1-11-16,-3-6-9 0,1 0-11 0,1-2-39 16,-1-2-43-16,2 1-50 0,-2-5-51 0,2 0-69 15,1-3-79-15,0-8-206 0,-9 13-519 0,9-13 230 16</inkml:trace>
  <inkml:trace contextRef="#ctx0" brushRef="#br0" timeOffset="-48979.45">20535 14927 36 0,'0'0'245'0,"0"0"-23"16,0 0-18-16,0 0-26 0,0 0-16 15,0 0-30-15,0 0-32 0,0 0-52 0,0 0-63 16,2 11-71-16,-2-11-119 0,0 0-221 0,24 0 98 0</inkml:trace>
  <inkml:trace contextRef="#ctx0" brushRef="#br0" timeOffset="-48156.64">21587 14744 97 0,'0'0'222'0,"-8"-3"-12"15,8 3-10-15,0 0-12 0,-17 8-13 0,10-2-6 16,1 3-14-16,-2 6-14 0,2-1-9 0,-1 0-17 16,6 3-9-16,1 0-7 0,0 0-11 0,4-2-4 15,1 1-8-15,0-4-9 0,5 0-3 0,-2 2-8 16,1-4-3-16,1-3-3 0,1 2-6 0,0-3 4 15,3-2-12-15,-1-1-2 0,1 0-2 0,3-3 0 16,-5 0 2-16,-3 0-11 0,2-3-3 16,-5 1 2-16,1-1-2 0,3-3-4 0,-5-1 7 15,1-3-11-15,0 2 2 0,-2-4-4 0,0 2 2 0,-1 0-8 16,-2-2 6-16,1 3-2 0,-2-1-2 0,2 5-1 16,-2 5 1-16,1-14-3 0,-1 14-4 0,1-7-3 15,-1 7 3-15,0 0-2 0,0 0 3 0,0 0-2 16,0 0 0-16,0 0-2 0,18 9 1 0,-11-4 1 15,-1 2 2-15,3-2-1 0,1 1 4 16,-1 0-4-16,1 0 4 0,2-3-1 0,1 2 2 0,-1-2-1 16,2-1 0-16,-2-1 1 0,-1-1-2 0,-11 0 1 15,23-1 3-15,-14-2 2 0,0-2-3 0,-9 5-2 16,13-11-3-16,-8 1 11 0,-2 3-11 0,-2-4 1 16,-1 11 1-16,0-20-3 0,-1 10-1 15,-3 0 2-15,1-3-1 0,-2 1 0 0,0 2 3 16,1 1-4-16,4 9 7 0,-5-13-2 0,5 13 3 0,-5-10-1 15,5 10 0-15,0 0-6 0,-3-10 2 16,3 10-6-16,0 0 2 0,0 0 1 0,9-8-1 16,3 5-3-16,-12 3 3 0,23-2 1 0,-9 1-1 0,7-1 3 15,-2-1 0-15,-3-1-1 0,-2 2 0 0,0-2-1 16,0-1 0-16,1 0 1 0,-4 1 2 0,-2 0 4 16,0-1 11-16,-9 5 3 0,14-10 4 15,-10 7 9-15,-4 3 5 0,7-6-3 0,-7 6-6 0,0 0-8 16,10-5-3-16,-10 5 0 0,0 0-3 0,0 0-3 15,0 0 0-15,7 19-2 0,-7-19 4 0,-4 25-4 16,3-12 3-16,-1-1-4 0,2 5-1 16,-3 0 0-16,2-2-9 0,-3 1-29 0,1 3-27 15,-1-6-33-15,0 4-43 0,-1-1-61 0,2-5-60 16,-4 0-184-16,2-2-474 0,5-9 210 0</inkml:trace>
  <inkml:trace contextRef="#ctx0" brushRef="#br0" timeOffset="-47982.52">22024 14484 171 0,'-3'-13'177'0,"3"13"-22"0,0 0-19 0,0 0-37 15,0 0-27-15,0 0-40 0,0 0-51 0,0 0-41 16,30 17-68-16,-13-8-138 0,1-4 62 0</inkml:trace>
  <inkml:trace contextRef="#ctx0" brushRef="#br0" timeOffset="-47799.64">22399 14481 79 0,'0'0'209'0,"2"-12"1"16,-2 12-13-16,3-6-20 0,-3 6-20 0,0 0-11 15,0 0-2-15,0 0 1 0,0 0 3 0,4 34-8 16,-4-7-10-16,0 2-11 0,1 0-9 0,-1 2-4 15,1 0-17-15,-1 0-13 0,1-2-3 0,1 1-6 16,-4-1-7-16,4-2-14 0,-1-3-36 0,0-5-27 16,2-3-53-16,-2 1-52 0,2-7-51 0,-1 0-203 15,-2-2-408-15,3-4 181 0</inkml:trace>
  <inkml:trace contextRef="#ctx0" brushRef="#br0" timeOffset="-47593.15">22658 14467 164 0,'1'-5'239'0,"2"1"-23"0,-3 4 1 0,0 0 9 15,0 0 3-15,0 0 2 0,3 32-7 0,-6-7 1 16,0 1-27-16,0 4-15 0,-1 1-22 0,-1 0-14 16,1-3-11-16,-1 2-10 0,1 0-16 0,1-1-10 15,-2 0-33-15,3-3-47 0,0 0-60 0,-1-6-62 16,0-1-70-16,3 1-90 0,-1-3-179 0,-3-2-477 15,3-2 211-15</inkml:trace>
  <inkml:trace contextRef="#ctx0" brushRef="#br0" timeOffset="-47055.82">23346 14785 234 0,'0'0'252'0,"5"0"-26"0,-5 0-20 16,0 0-21-16,4 13-10 0,-3-6-12 16,-1 4-3-16,0-2-16 0,0 5 3 0,1-3-20 0,-1 3-3 15,0-2-17-15,0-2-9 0,0-1-4 0,2-2-9 16,-2 0-5-16,0-7-2 0,2 9 4 0,-2-9 14 16,0 8 20-16,0-8 3 0,0 0-8 15,0 0 0-15,0 0-19 0,0 0-8 0,0 0-14 16,-9-23-7-16,7 13 5 0,2-3-6 0,-2-3-10 15,1-3-2-15,1 1-7 0,3-7-7 0,2-4 1 16,2 4-3-16,5-3-5 0,0-2-6 0,5 2-4 16,0 3-2-16,2 0 0 0,1 3-1 0,1 5-3 0,-3 5-2 15,-3 4-3-15,4 3 4 0,-1 5 1 0,-1 4-17 16,1 0 3-16,-2 3 1 0,-2 6-3 0,2-2 1 16,-2 6 0-16,0 4 0 0,-4-5 3 0,0 1-3 15,-3 1 5-15,-2-3-11 0,1 1 9 0,-1-3 1 16,-2-3 1-16,1-1-1 0,-4-1-4 0,0-2 1 15,0-6 6-15,2 9 2 0,-2-9 2 16,0 0 1-16,0 0 2 0,-5 7-9 0,5-7 5 16,0 0-2-16,0 0-3 0,-11-16-11 0,11 16-3 0,0-16-4 15,2 7-5-15,3-2-8 0,4-6-3 0,-1 3-4 16,7-6 3-16,-3 6-2 0,4-1 3 16,0 3 9-16,2 2-9 0,-3 0 3 0,-2 4 6 15,-2 2-3-15,1 4 6 0,-1-1-3 0,-2 6 4 0,0 0 2 16,0 4 0-16,-3 1-2 0,1 3 3 0,-3 4 1 15,-3-1 10-15,-2 2-9 0,-1 6-19 0,0-5-24 16,-3 1-37-16,-2-2-45 0,1 0-41 0,2-3-57 16,0 0-48-16,-1-5-165 0,4 0-486 0,1-1 215 15</inkml:trace>
  <inkml:trace contextRef="#ctx0" brushRef="#br0" timeOffset="-46772.42">24104 14654 191 0,'0'-9'189'0,"0"9"-15"16,0 0 1-16,0 0-4 0,0 0-13 0,0 0-9 15,-10 21-3-15,8-11-15 0,2 0-6 0,2 2-14 0,0-1-13 16,3 1-1-16,1-2-11 0,3 0-7 0,-1-1-8 16,4 0-10-16,3 0 0 0,-2-4-8 0,-1-1-2 15,1-2-3-15,0-2 4 0,0 0 8 16,-2-3 10-16,-2-1-1 0,0-2-5 0,-1-1 2 15,-2-2-7-15,-2 0-2 0,-3-2-6 0,1-1-3 0,-4-6-2 16,0 8-9-16,-3-5-7 0,-4-2 0 0,1 0-4 16,-2 2-2-16,0 0-12 0,-1 0-13 0,1 3-20 15,0 5-32-15,1 2-28 0,0 0-48 16,0 1-56-16,2 2-44 0,0 1-193 0,7 1-456 16,0 0 202-16</inkml:trace>
  <inkml:trace contextRef="#ctx0" brushRef="#br0" timeOffset="-46425.48">24372 14568 183 0,'8'-3'233'0,"-8"3"-14"0,0 0-17 15,6-6-24-15,-6 6-5 0,0 0-1 16,0 0 8-16,8 13-7 0,-6-3-10 0,3 2-9 16,-4 5-14-16,2-1-7 0,2 4-7 0,0-1-16 0,-1-2-11 15,1 2-1-15,2 0-12 0,-1 0 0 16,3-1-14-16,-1-1 3 0,0-1-13 0,-1-2-9 15,1-3-2-15,-2-2-9 0,-1 0-3 0,1 0-2 16,0-5-2-16,-4 2-2 0,1-1-3 0,-3-5 5 16,5 4-5-16,-5-4-2 0,0 0-1 0,0 0-2 0,12-13-8 15,-7 5-2-15,2-3 2 0,2-2-8 16,-1-2 3-16,1-1-4 0,1-2 1 0,3-5-2 16,1-1 0-16,1 1-12 0,-2-3-6 0,1 4-1 15,-1-1-3-15,0 8 1 0,0-1-1 0,-2 2 3 16,0 1 6-16,-4 5-7 0,-1 0-8 0,2 0-2 15,-4 4-13-15,-4 4-17 0,7-4-5 0,-7 4-9 0,8 0-13 16,-8 0-19-16,0 0-29 0,0 0-35 16,8 16-27-16,-11-10-39 0,3 2-9 0,0 0-129 15,0-8-395-15,0 16 175 0</inkml:trace>
  <inkml:trace contextRef="#ctx0" brushRef="#br0" timeOffset="-46073.27">24866 14677 127 0,'9'-2'193'15,"3"-5"-6"-15,2 4-10 0,1-4-8 0,-2 2-7 16,3-3-9-16,1 0-6 0,-2-1-5 0,-4-1-4 15,0 1 9-15,-2 2-16 0,-1-5-5 0,2-1-8 16,-5 1-8-16,-1 0-1 0,-4 0-5 0,-2 1-12 16,0-1-2-16,-1 2-9 0,-4 1-7 0,-2 1-8 15,-4 3-4-15,-3 1-7 0,-2 4-4 0,-4 3-2 16,-5 3 5-16,2 8-6 0,4-1 5 0,1 6-1 16,3 2 6-16,2 0 0 0,6-2-8 0,4-2 6 15,2 8-3-15,3-6-7 0,4 1-4 0,9 3-5 16,4-3-2-16,5-1-5 0,3-2-28 0,2-3-39 15,1-1-34-15,1-4-43 0,-1 1-51 0,-1-7-60 16,-8 1-82-16,0 0-163 0,-3-2-508 0,-4 1 225 16</inkml:trace>
  <inkml:trace contextRef="#ctx0" brushRef="#br0" timeOffset="-45095.56">13467 15880 84 0,'1'-10'211'16,"-1"1"-9"-16,0 2-18 0,0 0-19 0,0 7-21 16,0 0-17-16,0 0-6 0,0 0 18 0,0 0 1 15,-3 29-7-15,3-10-12 0,-2 10-12 16,0-2-8-16,2 3-12 0,2 1-8 0,5 0-8 16,-5-4-5-16,8-3-9 0,2-1-3 0,-11-7-3 15,7-1-5-15,0-5-5 0,5 1-4 0,-1-3-1 0,1-2-1 16,5-1-4-16,-1-3-2 0,4 1-5 15,-2-6 3-15,0-1-1 0,8-6-6 0,-9 1-1 0,8-5-5 16,-9 1 1-16,2-2-2 0,0-5-1 0,-5 8 1 16,-3-1-3-16,1-3 0 0,-4-1-1 15,-1 1-2-15,-3 0-1 0,-2 5 1 0,0 0-3 16,0 1 5-16,-2-1 0 0,1 6 0 0,-1 5-5 16,2-11-4-16,-2 11 1 0,0 0-3 0,0 0 1 0,0 0 1 15,0 0 1-15,-7 29 3 0,5-17-4 0,2 6-1 16,2-2-5-16,-2 4 10 0,5-4-4 15,-1 1 0-15,4-5 6 0,-2-1-1 0,3 1-2 16,4 0 0-16,5-5 2 0,0-4-7 0,4 0 8 16,-1-3-1-16,6-6-1 0,2-3 2 0,0-1-5 15,0-4 4-15,-5 1-3 0,-1-3 1 0,0-2 0 16,-5 4-1-16,-4 1 1 0,-1 0-1 0,0-5 0 16,-4 1 1-16,0-7 2 0,1 0-5 0,-6 1 3 15,0 4 1-15,-4-7 1 0,0 7 3 0,0 0 0 16,-4 2 14-16,2 0 14 0,-3 5-13 0,1 0 25 15,1 4 5-15,1 1-1 0,0-1-10 0,2 8-10 16,0 0-2-16,0 0-8 0,0 0 0 0,0 0 11 16,2 46 5-16,-2-16 4 0,0 4-6 0,-1 11-14 15,2 3 23-15,1 1-7 0,1 2-1 0,5-7-4 16,-5-8 4-16,1-1-13 0,1 0 1 0,-1-2-4 16,4-1-4-16,-2-3 4 0,1-1-8 0,-1-1-24 15,2-2-34-15,-4-6-33 0,0-4-64 0,-4 2-29 16,2-5-46-16,-2 1-55 0,0-4-41 0,-2-2-174 15,2-7-523-15,-4 9 232 0</inkml:trace>
  <inkml:trace contextRef="#ctx0" brushRef="#br0" timeOffset="-44887.42">14375 15915 84 0,'20'-4'189'0,"1"4"-12"15,1 1-7-15,-4 3-12 0,0 5-15 0,-3 0-8 16,-1 5-7-16,-3 0-14 0,-5 0-8 16,-2 3-10-16,-2 1-8 0,-4 1-5 0,-8 5-12 15,1-1-10-15,-3 0 2 0,1-5-13 0,-6 0-26 16,-5-1-39-16,7-5-44 0,5-5-54 0,-3 0-58 16,1 0-93-16,3-5-286 0,3 0 127 0</inkml:trace>
  <inkml:trace contextRef="#ctx0" brushRef="#br0" timeOffset="-44450.36">14683 15983 225 0,'-2'16'229'0,"-1"-6"-11"16,-2 1-7-16,3 6-10 0,-2-1-11 0,2 1-17 15,1-1-11-15,1 0-17 0,3 0-14 0,-1-4-15 16,2 1-4-16,2-3-11 0,4 4-9 15,0-5-11-15,3-4-6 0,2 2-3 0,2-5-10 0,1 2-5 16,1-4-5-16,-3-1-4 0,3-3-3 0,-2-4-5 16,-5 3-1-16,-1-2 0 0,-1-2-9 0,-2 1-4 15,1-3-3-15,-5-3 0 0,3 3-2 0,-4 0-5 16,-1 0 3-16,-2 1-7 0,0 10 0 0,2-13-2 16,-2 13-5-16,0-10-4 0,0 10 0 15,0 0-2-15,0 0 6 0,0 0-6 0,0 0 0 0,0 0 6 16,0 0-8-16,0 0 1 0,0 38 2 15,4-29 0-15,-1 1-1 0,3-2-2 0,2 0 1 16,4-3 2-16,0 0 0 0,1-1 1 0,5-2 1 0,0-4 1 16,-4 1-1-16,6-5 1 0,0 1 3 0,-6-6 0 15,0-1-1-15,0-3-2 0,-1 0-2 16,-4 1 3-16,-3-1-1 0,-1 0-3 0,-3 3 9 16,-7-6-8-16,3 1 3 0,-2 0-5 0,1 1 5 15,-8 2-16-15,2 1-21 0,-2-1-19 0,2 7-21 16,-1-1-21-16,1 2-36 0,1 4-21 0,8 2-17 15,-14-1-11-15,14 1-13 0,0 0-11 0,-6 11-111 16,6-11-339-16,0 0 150 0</inkml:trace>
  <inkml:trace contextRef="#ctx0" brushRef="#br0" timeOffset="-43905.51">15314 15953 36 0,'0'0'185'0,"12"-6"-7"0,-12 6 13 15,9-8-1-15,-9 8 1 0,0 0-8 0,0 0-10 16,0 0-14-16,0 0-7 0,0 0-5 0,0 0-1 15,-32 0 3-15,16 11-7 0,3 1-8 16,-6 6-8-16,2 2-10 0,7-2-6 0,-3 5-11 0,4 2-5 16,3-7-9-16,2 0-11 0,3-3-9 0,1 2-4 15,1-6-1-15,0 2-6 0,2-4-5 16,4 1-2-16,-1-4-7 0,4 0-4 0,1-2-6 0,1-2 3 16,1-3-2-16,1 1-4 0,-3-4-2 0,2-3-2 15,-3 1-1-15,2-2 0 0,-1-1-2 0,-2 0-7 16,0-6 0-16,0 1-3 0,-1 3 1 0,-5-1-3 15,4-3-1-15,-3 1-4 0,2 2-5 0,-2 1-7 16,-3 1 9-16,-1 10 0 0,3-16-4 16,-3 16-2-16,4-10-5 0,-4 10 2 0,0 0 5 15,7-3-3-15,-7 3-2 0,0 0 2 0,12 16-3 16,-8-7 3-16,-1 2 2 0,4 4 1 0,-1 2 2 16,1-1 2-16,1-3-2 0,2 4 1 0,-1-3 0 15,2 0 3-15,-1-5 0 0,2-3 1 0,0 0 0 0,0-2-5 16,1-2 6-16,-2-2 2 0,1 0-5 15,-12 0 4-15,23-2 3 0,-13-3-5 0,0 0 0 16,-3-1 2-16,0-1 1 0,-3 0 3 0,0 0-5 16,1-5-4-16,-4 3 1 0,-1-3 0 0,0 0-4 15,-2-4-3-15,-1 5-4 0,3-5-4 0,0 5 10 16,0-2-12-16,3 2-2 0,-2 0 4 0,4 0 1 16,-1 3-2-16,0 0 0 0,2 1 7 0,-6 7-7 15,14-5 0-15,-6 2 5 0,-8 3 2 0,20 6 0 16,-9 1 4-16,-4 1 5 0,5 4 2 0,-6-1 1 15,3 5 1-15,-2-1 3 0,-4 2-5 0,4 8 2 16,-6-9-1-16,4 0-3 0,-1 0 3 0,-1-4-9 16,-2 4-30-16,1-5-33 0,0 0-40 0,-1-2-40 15,3 0-40-15,-4-9-34 0,12 8-33 0,-3-3-170 16,-9-5-460-16,27-5 204 0</inkml:trace>
  <inkml:trace contextRef="#ctx0" brushRef="#br0" timeOffset="-43498.29">16210 15932 90 0,'-7'-7'229'0,"7"7"-2"0,0 0-5 15,-18 2-4-15,18-2-8 0,-23 10-11 0,7 2-6 16,-1-3-13-16,2 3-14 0,-6 8-12 16,1-2-11-16,7-4-10 0,3 3-12 0,2-2-12 15,0 2-8-15,2-2-12 0,6-2-13 0,1-1-5 16,3-4-7-16,1 2-3 0,2-1-6 0,0-4 0 15,5-3-9-15,-1 1-3 0,1-3-7 0,3 0-2 16,2-3 0-16,-5-2-6 0,4-1 1 0,-5-1-8 0,1 1 0 16,1-7 2-16,-3 5-3 0,-1-3-2 15,-1-3-1-15,-1 0 0 0,-2-3 1 0,0 2-6 16,-3-3-2-16,0 0-2 0,1-2-2 0,-2-4 2 16,-1 4-4-16,0 0 3 0,-1-6-4 0,2 1 0 15,0-1 3-15,2 1 5 0,-3 10-7 0,0 2 11 16,0 3 19-16,0 10 9 0,0-17-4 0,0 17-3 15,0-11-2-15,0 11-14 0,0 0 3 0,0 0 8 16,0 0 14-16,0 0 15 0,-1 40-4 0,-2-19 2 16,-1 3-5-16,-1 3-11 0,0-3 6 0,1 2-2 15,-1 0-4-15,3 2-5 0,-2-4-6 0,1-3-12 16,0 4-22-16,0-7-54 0,4 3-35 0,-2-4-44 16,1-5-46-16,0-12-60 0,3 20-44 0,1-10-60 15,-4-10-175-15,12 13-563 0,-5-7 250 0</inkml:trace>
  <inkml:trace contextRef="#ctx0" brushRef="#br0" timeOffset="-42971.02">17617 15776 222 0,'0'0'261'15,"-8"-7"-19"-15,3 4-16 0,5 3-14 0,-17 5-7 0,6 1-15 16,-6 3-14-16,3 5-16 0,-3-1-14 0,3 1-17 16,-1 3-10-16,3-1-10 0,3 0-15 15,2 1-6-15,2-2-13 0,1 3-2 0,3-6-4 16,2-2-10-16,4 1-3 0,-1 0-9 0,3-5 0 16,1 2-4-16,0-3-3 0,3-1-5 0,1-3-1 15,1-1-4-15,2-1-7 0,-2 0-5 0,-2-4 6 16,6-1-4-16,-4 1-1 0,-2-1 5 0,-1-3-5 15,2 2-3-15,-1-6-9 0,-2 4 12 0,-2-1-9 16,-1-1 2-16,0-1 0 0,-2 1 0 0,-1 0 1 16,-2 4 12-16,-1-1 7 0,3 2-2 0,-3 6-6 15,0 0-4-15,1-11-6 0,-1 11 1 0,0 0 0 16,0 0-2-16,0 0-3 0,0 0 1 0,0 30-12 16,0-19 22-16,0 1-14 0,0 2 0 0,3 2-2 15,-1 0-22-15,1-4-37 0,0 4-28 0,0 2-33 16,-2-8-63-16,3 2-49 0,0-3-51 0,-1 1-178 15,-3-10-493-15,7 12 218 0</inkml:trace>
  <inkml:trace contextRef="#ctx0" brushRef="#br0" timeOffset="-42665.82">17928 15872 43 0,'0'0'223'16,"0"0"-1"-16,0 0-2 0,0 0-11 0,12 14-3 15,-12-14-10-15,-3 16-14 0,6-6-10 0,-3-1-8 16,0 2-11-16,-3 0-14 0,1 0-13 0,2-3-10 16,0-8-12-16,0 11-13 0,0-11-6 15,0 11-8-15,0-11-1 0,1 6 0 0,-1-6 0 0,0 0-3 16,0 0-9-16,0 0-4 0,0 0-5 0,0 0-7 16,0 0-2-16,20-13-6 0,-11 6-6 0,2-2-1 15,1-3 0-15,4 0-4 0,-3 0-4 0,3 0-3 16,-1-1-3-16,1 6 4 0,-2-2-18 0,-3 4 11 15,-1 1-3-15,-2 1 0 0,0 3 0 0,-8 0-4 16,14 4 2-16,-8 0-5 0,-1 5 6 0,1-1-10 16,-2 1-24-16,-1 3-42 0,0 2-44 15,-2-2-48-15,-1 0-102 0,1 0-251 0,2-1-552 16,2 0 245-16</inkml:trace>
  <inkml:trace contextRef="#ctx0" brushRef="#br0" timeOffset="-42273.63">18470 15886 104 0,'-9'-10'238'0,"0"3"5"15,-1-1-1-15,1 3-5 0,-4 2-15 0,2 2-11 16,-2 2-17-16,0 2-10 0,-3 3-9 0,-1 3-7 16,-1 1-21-16,5 4-15 0,-2 0-11 0,5-1-9 15,2 3-10-15,3 0-12 0,0 0-6 0,2-1-11 16,5 0 0-16,0-3-9 0,6-2-6 0,-3-1-2 15,4-1-10-15,2-3-1 0,1-4-7 0,1 2-1 16,1-3-7-16,1-4 0 0,-1 3 4 0,2-7-10 16,-4 2-5-16,-1-1 5 0,1-4-4 0,1-1-3 15,-5-1-2-15,1-1-2 0,-3-1 0 0,-1-2-2 16,-1-1-10-16,-3-2 9 0,1-5-1 0,-2 1 0 16,-2-3-22-16,1 3 18 0,-2-2 1 0,2 7 3 15,0-1-3-15,1 4 11 0,-1 1 30 0,1 4 12 16,0 11-9-16,-2-14-3 0,2 14-8 0,0 0-5 15,0 0 4-15,0 0 10 0,0 0-2 0,0 0-8 16,0 0 1-16,-5 51-5 0,4-31-4 16,2 5-6-16,-1 0-9 0,0-1 9 0,3 2-16 0,-1-2-33 15,0-5-59-15,0 1-54 0,2 4-61 16,0-5-79-16,2-1-72 0,-1 0-209 0,13 1-605 0,1-1 268 16</inkml:trace>
  <inkml:trace contextRef="#ctx0" brushRef="#br0" timeOffset="-42013.13">19703 15760 377 0,'-1'-9'348'0,"1"-1"-33"0,1 4-38 16,-1 6-29-16,2-8-26 0,-2 8 4 0,0 0-10 15,0 0 4-15,-9 32-10 0,1-12-14 16,0 5-22-16,-1 5-7 0,-1 1-21 0,1-2-18 0,2-2-13 16,0 3-3-16,3 0-34 0,-1-2 11 0,2 3-31 15,1-5-38-15,1-2-43 0,0-5-45 0,-2-1-36 16,2 0-44-16,0-5-64 0,1-2-59 16,1-1-249-16,-1-10-562 0,-3 11 248 0</inkml:trace>
  <inkml:trace contextRef="#ctx0" brushRef="#br0" timeOffset="-41523.46">19682 15970 143 0,'2'-9'208'0,"2"-2"-11"0,4 1-22 0,-2-1-9 16,2 2-11-16,0-2-12 0,4-1-16 0,0 0-11 16,3 0-8-16,-1 0-9 0,-1 1-9 0,2-1 4 15,-1-2-6-15,0 1-3 0,-1 0-1 0,-1-2 2 16,-2 2 2-16,-4-1 1 0,2 1-8 0,-3 1-1 15,0 4 1-15,-2 1 1 0,1 0-11 0,-2 2-9 16,-2 5-10-16,4-5-6 0,-4 5-2 0,0 0-5 16,0 0-6-16,6 19-6 0,-6-2 0 0,-2 0-5 15,1 10 0-15,-2-3 1 0,-5 3-5 0,4-3-3 16,-1 1 1-16,-1 1 2 0,2-9-9 0,2 2 2 16,-1-1-1-16,1-1-7 0,0-1 8 0,2-5-6 15,2-2-5-15,-2-1-3 0,1-2 7 0,-1-6-1 16,2 8-1-16,2-4-2 0,-4-4 2 0,12 6-1 15,-3-6-1-15,2 1 0 0,1 1 2 0,0-4-1 16,4 4-3-16,0-4-1 0,2 7 3 0,-5-3 3 16,5 0 1-16,0 2 7 0,2 0 1 0,-1-3 10 15,-2 2-5-15,2 0 0 0,-1-2-3 0,1 1 2 16,-2-1-5-16,1-2 4 0,-7 0 5 0,3-1-2 16,-1-4 0-16,-1 0 3 0,-2-3 1 15,-1 2 4-15,1-1 2 0,-6-3-5 0,1 0 1 16,1 0-1-16,-2 1 2 0,-2-3-12 0,-2-1 8 0,-2 4 1 15,0-5-1-15,-3 5-1 0,-1 0 1 0,0 4-4 16,-2-1-4-16,2 4-6 0,-4-1 3 0,-2 5-2 16,1 3-3-16,-5 2 8 0,1 3-8 0,2 5-18 15,3 2-33-15,2 1-32 0,2 1-49 16,2 1-56-16,5 0-71 0,5 1-270 0,6 5-567 16,11-3 251-16</inkml:trace>
  <inkml:trace contextRef="#ctx0" brushRef="#br0" timeOffset="-41251.32">21199 15912 2190 0,'-8'-33'-14'16,"3"-1"51"-16,-3 1 48 0,-1 2-4 0,0 2-11 15,3 3 6-15,0 1 2 0,2 8 13 0,0 1 1 16,0 5 19-16,2 3 4 0,2 8-19 0,-6-14-12 15,6 14-11-15,0 0-13 0,0 0 0 0,0 0-5 16,0 0-2-16,-1 60 0 0,1-28 0 0,0 0 2 16,-1 3-6-16,0 1-21 0,-1-4 10 0,2 1-1 15,-1-2-4-15,0-1-2 0,2 0-3 0,-1 2 0 16,1-3-18-16,1 1-31 0,-1-4-40 0,-1-7-49 16,0-2-46-16,0-3-66 0,1-4-79 0,-3 0-211 15,2-10-552-15,-6 15 244 0</inkml:trace>
  <inkml:trace contextRef="#ctx0" brushRef="#br0" timeOffset="-40683.49">21031 15948 1796 0,'11'-14'66'0,"3"0"26"0,1 2-54 16,3 3 11-16,1 4 7 0,3 1 6 0,6 4 1 15,0 0 4-15,0 6 2 0,-6-2 3 0,2 9 2 16,-6-1 2-16,4 2 0 0,-8 1-6 0,2 3 2 15,-7-1-6-15,0 0-7 0,-1-1-6 16,-3 6-4-16,-1-4-4 0,-3 6-7 0,-2-7-8 0,-2 1 8 16,1-8-7-16,-5-2 1 0,1 1-2 15,1-2-2-15,-2-1-4 0,1-2-2 0,-3-2 1 16,3 1-1-16,6-3-5 0,-12 0 2 0,12 0-3 16,-10-5 1-16,8-1-3 0,2 6-4 0,-2-14 0 15,5 3-1-15,4-5 1 0,1 0-6 0,4 0-9 16,-1 2 9-16,2-1 3 0,6-4-6 0,-6 3 3 15,3 3-4-15,0-1 3 0,-1 2 0 0,0-1 2 16,2 0-5-16,0 3 3 0,-2-3 0 0,2 4-3 16,-3-1-2-16,-4 3 2 0,-1 1 0 0,1 0 2 15,-5 3 3-15,0-1-4 0,-5 4 2 0,8-6-4 16,-8 6 3-16,4-3-7 0,-4 3 0 0,0 0-1 16,0 0 4-16,0 0 2 0,-19 22 8 0,11-11-7 15,-1 2 2-15,0 0 4 0,0 2-5 0,-1 1 0 16,5-5 2-16,1 1-4 0,1-2 1 0,1 2 2 15,0-5-1-15,2 1 4 0,0-8 1 0,2 14-4 16,0-8 4-16,1-3-3 0,-3-3-8 0,13 1 9 16,-2-1 5-16,-1-3-1 0,2-1 0 0,-2 0-1 15,3-1-2-15,-2-2 6 0,2-3-1 0,-2 1-5 16,-3 2 19-16,1-1 1 0,-2-2-1 0,-1-1 2 16,-1 5 13-16,-1-1 8 0,0 1 3 0,-2 2 11 15,-2 4-12-15,6-9-2 0,-6 9-7 0,3-6-15 16,-3 6 3-16,0 0-1 0,0 0-3 0,0 0 0 15,0 0-24-15,3 20-26 0,-2-8-43 0,-2-2-45 16,0 2-42-16,-1 0-46 0,2-1-60 0,0 5-59 16,-1-3-197-16,1-3-560 0,0-10 248 0</inkml:trace>
  <inkml:trace contextRef="#ctx0" brushRef="#br0" timeOffset="-39919.86">21794 16080 129 0,'3'-10'199'0,"-1"1"2"0,1-8-6 15,-2 2-3-15,3-2-2 0,-1 2 0 0,-1-1-6 16,3-2-8-16,2-1-3 0,2-4-10 0,-3 5-4 16,1 1-3-16,3 3-9 0,-5 3-16 0,1 3-12 15,-2-1-11-15,1 3-14 0,1 2-9 0,-6 4-5 16,13 4-5-16,-6 3-6 0,-1 2-3 16,-1 3 0-16,0 2-3 0,-1 4-1 0,-1-1-8 0,0 3-5 15,0-2-6-15,0-1-6 0,1 0 6 0,-1-1-13 16,4-1 1-16,-2-5 1 0,1 1-5 0,3-3 1 15,1-1-18-15,1 1 22 0,-1-6-8 0,4-3-1 16,3 0-2-16,-2-3-2 0,1-2-3 16,-2 1 4-16,2-2-6 0,-5-2 4 0,2 0-7 15,-4 0 0-15,0-1 6 0,1-3-10 0,-5 4 2 16,1-2-3-16,-3-1 2 0,1-5-7 0,-1 2 10 16,-2 4-1-16,1-4-5 0,0 1-17 0,-2 4 18 0,1 0-3 15,0 3 1-15,-1 7-4 0,0-11-7 0,0 11 2 16,2-7-11-16,-2 7 12 0,0 0 0 15,0 0-1-15,0 0-5 0,0 32 9 0,-4-14 1 16,0-1 0-16,-1 9 5 0,1-6-2 0,3 5 3 16,-4-6 0-16,1 9-8 0,0-10 4 0,0 1-1 15,1-3 0-15,1-3 5 0,1-3-3 0,-2 0 0 0,3-10 2 16,-5 12 7-16,5-12-1 0,-2 10-5 16,2-10 8-16,0 0-3 0,0 0 1 0,0 0-8 15,0 0 0-15,28-12-10 0,-14-3 12 0,5-3-2 16,1 0-14-16,3 1 16 0,0-2 4 0,5-1-6 15,1 3 3-15,-4-2-5 0,1 1 0 0,-2-2-19 16,-4 3 21-16,-4 2-4 0,-2 2 5 0,0 0-5 16,-7 3 3-16,1 3 1 0,1 0 3 0,-4 2 1 15,-1 2-9-15,-4 3 3 0,3-6 1 0,-3 6 4 16,0 0-2-16,0 0-5 0,0 0 4 0,-19 21-4 16,12-12 3-16,2 0-6 0,-2 2 3 0,4-1 3 15,-2 0 3-15,2-3-4 0,3 3-2 0,1-2 5 16,1 0-19-16,3 0 23 0,0-3-2 0,4 2-3 15,2-4 2-15,3-1 8 0,-1-2-11 0,4 3 0 16,1-4 4-16,1-3 8 0,-1 1-10 16,-2 0 4-16,1-5-6 0,-4 4 6 0,-3-4 3 0,1 2-6 15,0-4 1-15,1-1 1 0,0-1 6 0,-4 3-15 16,-2 0 2-16,2-3 2 0,-6 2 1 0,3 0-2 16,-1 4 5-16,3-3-6 0,-7 9-5 0,5-9 2 15,-5 9-6-15,0 0 1 0,0 0-3 0,0 0 2 16,0 0 8-16,0 0-9 0,0 0 4 0,-14 39 11 15,7-25-7-15,1 4 2 0,-2-1-4 0,2 0-3 16,2 0 1-16,0-1-33 0,-2 1-32 0,4 0-25 16,-3 0-35-16,3-1-23 0,-1-5-60 0,2 0-64 15,1-1-288-15,0-10-610 0,-7 10 270 0</inkml:trace>
  <inkml:trace contextRef="#ctx0" brushRef="#br0" timeOffset="-39500.22">22942 15645 2125 0,'12'-16'14'16,"-1"-1"21"-16,-2 1 5 0,0 0 0 0,-3 6 17 15,1 1 3-15,-1 1 9 0,-2 2 5 0,1-1-7 16,-4 2-7-16,-1 5-6 0,4-6-6 0,-4 6 2 15,0 0 9-15,0 0 6 0,1 25 7 0,-3-6 2 16,-2 7 2-16,-5 5 4 0,4-2-2 0,0 1 1 16,-3 1-10-16,4-1-3 0,-2-3-3 0,1-1-11 15,1 0-1-15,1-7-10 0,2 2-4 0,-3-4-4 16,7 2-3-16,-6-3-8 0,3 0-20 0,3-3-41 16,-3 3-48-16,-3-6-51 0,3-10-70 0,4 17-72 15,-4-10-235-15,0-7-559 0,0 0 248 0</inkml:trace>
  <inkml:trace contextRef="#ctx0" brushRef="#br0" timeOffset="-39198.73">22967 15824 50 0,'9'-3'203'0,"4"-2"-11"0,4 1-4 0,-4 1-11 15,2 2-8-15,4 1-13 0,-4 3-14 16,-2-1-12-16,5 4-8 0,-8 0-8 0,0 1-9 0,1 1-4 15,-3 0-2-15,2 2-6 0,-4 1-6 0,-1-4-6 16,2 3-4-16,-2 0-10 0,2-1-7 16,0-1-1-16,-1-1-5 0,-1-1-4 0,0-3 1 15,2 0 8-15,0-1 4 0,-7-2 4 0,13 0 9 16,-6 0-2-16,-7 0 2 0,12-6-9 0,-7 2 1 16,1 0 0-16,0-4-2 0,-1 1-5 0,-1-2-11 0,0 1-1 15,-3-1-12-15,0 0 3 0,-1-1-16 0,-1-2-35 16,0 4-28-16,-2-2-23 0,-3-1-34 0,0 4-29 15,0 2-41-15,0 0-47 0,6 5-29 16,-14 0-195-16,14 0-472 0,-18 2 209 0</inkml:trace>
  <inkml:trace contextRef="#ctx0" brushRef="#br0" timeOffset="-38889.73">23396 15968 52 0,'16'-7'128'0,"-3"2"10"0,-1-2 11 16,-1-2 3-16,-2 3 2 0,0-3-1 0,-3 0 1 16,-2-1-1-16,1 1-15 0,0-2-14 0,-3 1-8 15,-4-3-1-15,0 1-13 0,-3-3-10 0,2 3-2 16,-1 0-3-16,0 0-4 0,1 0-10 0,-1 1-1 0,0 0-5 16,3 3-5-16,-2 2-4 0,3 6-7 0,1-14-5 15,4 10-6-15,2 0-4 0,2 2-1 16,4 2-1-16,6 3-1 0,-4 0 5 0,4 4 3 15,0 3-2-15,-3 0 1 0,-2 1-6 0,1 3 2 16,-1-1 1-16,-2 1 2 0,-1-1-4 0,-3 2-2 16,-3-2 1-16,-1 4 5 0,0-5-5 0,-2 1-4 15,0-1-3-15,0 0 0 0,-4 0-9 0,4 0-28 16,-6-2-37-16,2 2-43 0,-1-3-59 0,3-9-91 16,-4 15-232-16,4-15-512 0,0 0 227 0</inkml:trace>
  <inkml:trace contextRef="#ctx0" brushRef="#br0" timeOffset="-38387.49">24652 15726 15 0,'0'0'241'0,"-13"1"-21"0,13-1-12 0,-15 7-5 0,7-1-13 15,0 4-10-15,-1-2-14 0,3 0 12 0,0 2-15 16,3 0-18-16,2 2-10 0,1-2-14 0,0 0-9 16,3-1-9-16,-2-2-10 0,3 2-12 0,2 0-6 15,-2-3-5-15,5-1-10 0,0 2 5 0,2-4-11 16,-6 0-6-16,2-3-3 0,3 0 2 0,0 0 2 16,-10 0 4-16,16-3-7 0,-6 0-7 0,-3 0 0 15,1-3 1-15,-3-1-8 0,0 4 2 0,2-7-3 16,0 1-8-16,-4 1 0 0,2-1-4 0,-1-1-1 15,-2 5-1-15,1-1 4 0,-3 6-8 0,8-10-3 16,-8 10-5-16,2-4-6 0,-2 4 1 0,0 0 1 16,7-3-1-16,-7 3 0 0,0 0 7 0,10 7-7 15,-4-3 1-15,-1 1 2 0,0 0 2 16,3-1-6-16,0 2 5 0,1 1 1 0,2-4 0 0,-2 1 6 16,3-1 6-16,-1-2-4 0,0 2 5 0,-2-3-14 15,2 0 17-15,-1-2 2 0,-2 0 3 0,1-1 4 16,-2-1-9-16,-2-2 4 0,2-2-4 0,-3 1-2 15,-2-4-5-15,-1 2 0 0,1-2-3 0,-2-2 0 16,-2 0-3-16,-1-2 3 0,1-2 0 16,-8 1-7-16,2-1-2 0,1 4 0 0,-1-1-8 0,-2 2-10 15,1 6-10-15,0 1-15 0,-1 0-24 0,2 1-23 16,-5 6-27-16,1 1-47 0,0 1-63 0,2 1-61 16,-2 0-192-16,3 3-517 0,2-2 228 0</inkml:trace>
  <inkml:trace contextRef="#ctx0" brushRef="#br0" timeOffset="-38167.39">25024 15658 1669 0,'15'-13'77'0,"-4"0"-11"15,1 1 16-15,-4 3-5 0,0-1 0 0,1 1 10 16,-5 0 9-16,3 3 10 0,-3 1 8 0,0 0 2 16,0 0-4-16,-4 5-15 0,3-5-18 15,-3 5-4-15,0 0-11 0,0 0-1 0,9 13-5 16,-10-1 1-16,0 3-6 0,1 1-3 0,-3 5-8 15,2-1-4-15,-2-1 0 0,3 1-4 0,0-1-1 16,0 0-6-16,0 1-5 0,3-4-5 0,-1 3-36 0,0-3-25 16,-1-3-40-16,0-3-38 0,0 3-60 0,1-4-70 15,-2-2-220-15,0-7-509 0,-5 12 226 16</inkml:trace>
  <inkml:trace contextRef="#ctx0" brushRef="#br0" timeOffset="-37858.46">25064 15299 19 0,'1'-5'248'0,"-1"5"-21"0,1-10-26 16,-1 10-18-16,0-8-20 0,0 8-17 0,0 0-19 16,0 0-14-16,0-9-17 0,0 9-26 15,0 0-36-15,0 0-50 0,0 0-64 0,9 22-58 0,-9-22-95 16,6 13-251-16,2-6 112 0</inkml:trace>
  <inkml:trace contextRef="#ctx0" brushRef="#br0" timeOffset="-37495.36">25347 15347 162 0,'4'-10'254'0,"-4"2"-5"0,3 1-4 0,-3 7-16 0,6-9-19 16,-6 9-22-16,0-9-20 0,0 9-25 0,0 0-10 15,0 0-7-15,0 0 4 0,9 24 1 0,-11-5-9 16,4 6-10-16,-5-1 3 0,-3 4-12 0,2 1-10 16,-1 1-2-16,1-2-7 0,0 1-13 0,-1-2-2 15,3 0-10-15,-2-3-4 0,1 2-6 0,2-2-4 16,-1-6-7-16,2 2-3 0,1 0-29 0,-2-5-35 16,2 3-34-16,-2-6-35 0,-1 1-34 0,2 0-61 15,0-3-57-15,0 0-209 0,0-10-497 0,0 0 221 16</inkml:trace>
  <inkml:trace contextRef="#ctx0" brushRef="#br0" timeOffset="-37252.73">25506 15489 1949 0,'4'-26'45'0,"-1"0"49"15,2 10 26-15,-3-3-13 0,-1 6-30 0,1 1-13 16,2 3-17-16,-4 9-11 0,0-11-8 0,0 11-2 15,0 0 2-15,0 0 7 0,0 0 9 0,0 0 16 16,2 35 1-16,-2-18-4 0,-2 2-1 0,2 6-3 16,-2-6-8-16,0 7-4 0,1-6-5 0,1 7-1 15,-1-8-2-15,1 7-6 0,-8-3-1 0,8 3-14 16,0-8-33-16,0-2-29 0,0 2-32 0,-2-3-51 16,1 1-39-16,2-4-48 0,1 1-208 0,-2-4-462 15,0-9 204-15</inkml:trace>
  <inkml:trace contextRef="#ctx0" brushRef="#br0" timeOffset="-35613.77">26327 15147 196 0,'0'-13'216'0,"2"7"-8"0,-2 6-7 15,-2-10-8-15,2 10-19 0,0 0-22 0,2-10-14 16,-2 10-17-16,0 0-10 0,0 0-3 0,0 0-4 15,-5 39-5-15,3-23-4 0,-5 4-8 0,2 5-9 16,-3 2 1-16,-1 5-4 0,4-4-4 0,-2 1-7 16,1-4-4-16,3 1-3 0,1 1-6 0,-2-7 0 15,2-1-4-15,0 1-4 0,2-4-8 0,-1 0-3 16,1-4 1-16,0 0-1 0,0 0-5 0,1-3-3 16,-1-2-2-16,2 0-4 0,-2-7 2 0,0 10 0 15,2-5 1-15,-2-5 6 0,0 0 5 0,0 0-1 16,0 0-1-16,0 0-5 0,0 0 1 0,0 0-7 15,0 0 2-15,0 0-4 0,0 0 3 0,11-23-8 16,-2 15 0-16,2-3-7 0,4 2 3 0,0-2-1 16,2 4 1-16,1-1-4 0,-7 4 2 0,3 3-6 15,-1 1-2-15,1 1-1 0,-1-1 0 0,-4 4 2 16,1 0-2-16,0 1-1 0,-5 1 4 0,-3 1 4 16,0 2-4-16,-2 1 1 0,-4-1 0 15,-3 2-1-15,-3 1-3 0,2 0-5 0,-1-5-5 0,-1 1-5 16,-5 1-2-16,4-1-3 0,3-4 5 0,-2 0 0 15,1-1-4-15,3 0 2 0,0-1 5 0,6-2-1 16,-8 3 2-16,8-3-4 0,0 0-1 0,-7 4-3 16,7-4 6-16,0 0 0 0,0 0 3 0,25-1 1 15,-14-1 4-15,5 1-2 0,2-2 1 16,4 1 3-16,-1-1 0 0,8-2 3 0,1 0 3 0,1 4 0 16,0-4 3-16,-1-3 1 0,-1 4 3 0,2-3-4 15,-7-1 2-15,3 0 0 0,-6 1 4 0,-1-2-6 16,-5-2 3-16,2 0-3 0,-6-1 2 0,3-2 0 15,-4 1-3-15,-1-1 1 0,-2 0 5 0,-5-3 1 16,1 6-5-16,-3 1 10 0,0 10 6 16,-10-22-1-16,4 14-6 0,-3 1 2 0,-3 1 1 15,-1 4-3-15,-7 3 0 0,0 2-1 0,-7 4-5 16,-2 5 1-16,4 1 0 0,4 2-8 0,-2 2 9 0,8-3 1 16,2 2-10-16,4 2-29 0,4 0-26 0,3 0-46 15,4 0-60-15,5-3-90 0,3 1-210 0,5-2-498 16,3-1 221-16</inkml:trace>
  <inkml:trace contextRef="#ctx0" brushRef="#br0" timeOffset="-34734.27">27407 15496 114 0,'-9'-11'277'16,"-3"2"-10"-16,1 3-10 0,-3 2-10 0,-5 1-19 15,-4 3-5-15,-8 4-15 0,-1 5-17 0,3 5-14 16,0 1-16-16,4 2-17 0,3 1-10 0,3 2-15 16,3 0-13-16,3 2-9 0,7-3-24 0,4-3 12 15,6 3-9-15,0-2-6 0,1-1-19 0,7 1 11 16,0-2-16-16,2-4 1 0,4 1 1 0,3-3-10 16,4-2-9-16,-6-1 0 0,2-5 0 0,-4-1-2 15,4-1-4-15,-1-5 3 0,-4-2-5 0,0-1 1 16,1-3-1-16,-3-1-5 0,-1-2-5 0,5-8 0 15,-4-3 0-15,0 1-3 0,-4-3 2 0,-1-1-1 16,-1-3 0-16,-2-3 10 0,3 3-16 0,-2-4 2 16,-1-12-2-16,5 2 5 0,-8 12-5 0,1 1 3 15,0 2-6-15,-1-1 3 0,-1 13 7 0,0 1 14 16,3 1 12-16,-3 6 18 0,-1 1-14 0,-1 10 2 16,2-11-7-16,-2 6-15 0,0 5 0 0,0 0 0 15,0 0-6-15,0 0 8 0,2 35-6 16,-7-9-5-16,0 3 5 0,1 6 6 0,0-1 0 15,1 0-1-15,-3 1 7 0,3-5 1 0,0 2 1 0,-2 0-5 16,0-3 0-16,5 0-13 0,0-4 16 0,2 2-5 16,3-2-5-16,0-6-2 0,-1-2 1 0,4 0-3 15,1-2 2-15,1 0-5 0,3-4 3 0,1-1 1 16,1-1-7-16,3-2-1 0,-4-3 6 0,4-1-2 16,-5-1 6-16,7-4-5 0,-2 0-6 0,2-3 6 15,-3-2-2-15,-2-1-4 0,1-1 3 0,-1-3-11 16,0 0-14-16,-3-3-8 0,-3 0 17 0,7-7-2 15,-5 6-5-15,-4-7-3 0,1 4 1 0,-4-1 4 16,-4 2-5-16,0 1 3 0,0 1 11 0,0 3-9 16,0 1 5-16,0 12 4 0,0-16 0 0,0 16-18 15,-2-14 15-15,2 14-3 0,0 0 8 0,-1-13-7 16,1 13-6-16,0 0 11 0,0 0-3 0,11-7-4 16,-11 7-2-16,19 1 6 0,-6 1-6 0,5 1 2 15,1 1 0-15,-2 0 3 0,-6 2-1 0,3-1 2 16,-4 0 1-16,0 3-3 0,-1 0 6 15,0 6-2-15,-5-3 0 0,-2 2-3 0,0-2 0 0,-1 6 4 16,-2-4 1-16,2 0-6 0,-4-1 7 16,3 0-4-16,3 3 2 0,-4-4 1 0,1 0-1 0,-4 0 2 15,4-4 5-15,0-7-7 0,2 11 8 0,0-4 0 16,-2-7 2-16,5 6-5 0,2-5-2 0,-7-1 2 16,13-1 6-16,-4-3-7 0,-2 1 5 15,0-4 1-15,2 0-5 0,-1-1 13 0,-3-2-15 0,4-1 5 16,-2-3 2-16,-1-3 2 0,-3 0-4 15,1 0-5-15,0 1 4 0,1-3-19 0,-2 1 8 16,1 3 10-16,-3 3 0 0,0 1-8 0,-1 11 3 0,3-12 0 16,-3 12-1-16,1-9 2 0,-1 9-3 0,0 0-3 15,0 0 2-15,0 0-3 0,0 0 4 0,-12 31-2 16,9-19-1-16,0 4 4 0,1 2-3 16,-2-1-14-16,2 1-52 0,0 1-38 0,2-2-32 15,-1 1-36-15,3-2-47 0,-2 0-48 0,3-2-62 16,-1-3-174-16,0-2-552 0,-2-9 245 0</inkml:trace>
  <inkml:trace contextRef="#ctx0" brushRef="#br0" timeOffset="-34567.72">28100 15272 34 0,'0'-9'202'0,"0"9"-20"15,0-13-29-15,0 13-15 0,0 0-28 0,0 0-40 16,0 0-47-16,0 0-52 0,0 0-119 0,0 0-159 16,0 0 71-16</inkml:trace>
  <inkml:trace contextRef="#ctx0" brushRef="#br0" timeOffset="-34277.2">28265 15411 165 0,'0'0'198'0,"13"2"-4"16,-8 3-6-16,-2-1-4 0,1 5-11 0,-2 3-11 16,4 2-10-16,-5 1-15 0,2 1-10 0,-2 1-5 15,1 2-7-15,2-3-5 0,-1 1-6 0,1-2 1 16,-1-4-4-16,0-1 0 0,1 2-3 0,0-4-9 16,2 0 4-16,-2-2 2 0,-1-1-1 0,2-3 0 15,1 1 14-15,-6-3 0 0,10 0-11 0,-10 0-4 16,13-5-14-16,-3-2-7 0,-2-2-4 0,1 0-2 15,1-2-10-15,-2-3 0 0,3-4-12 0,1 2 0 16,-3 1-3-16,0-2-6 0,2-5-23 0,2-2-3 16,1 1-25-16,0-2-32 0,-1 5-35 15,3-1-34-15,-5 8-32 0,-5 2-44 0,5-2-57 16,-2 6-41-16,-5 1-183 0,-4 6-513 0,7-4 227 16</inkml:trace>
  <inkml:trace contextRef="#ctx0" brushRef="#br0" timeOffset="-34028.14">28608 15567 171 0,'4'3'200'0,"1"2"11"0,-5-5-4 16,17 1-1-16,-7-2-8 0,2-2-9 0,-1 0-9 15,2-4 0-15,-1 2-11 0,1-5-5 0,1 0-4 16,1-3-11-16,1 1-11 0,-2-2-5 0,4-4-5 0,-5 2 1 16,-1 0-9-16,-2 1-5 0,0-3-7 0,-5 5-4 15,3-3-20-15,-5 3 6 0,0 2-8 16,-2 1 3-16,-1 10-15 0,-2-12-5 0,2 12-7 15,0 0-11-15,-23 4-3 0,8 4-2 0,-2 3-5 16,-7 6-6-16,3 4 0 0,6-1-5 0,-3 2-9 16,8-4-32-16,-1-2-39 0,4 3-36 0,2 0-37 15,1 0-27-15,4-1-42 0,1 0-32 0,2 1-42 0,3-1-26 16,0-3-161-16,2-2-494 0,0 1 219 16</inkml:trace>
  <inkml:trace contextRef="#ctx0" brushRef="#br0" timeOffset="-33823.68">28859 15668 20 0,'5'-14'150'16,"-1"-4"1"-16,2 3 10 0,-1-4 0 0,2-6 4 16,2 0 4-16,2 0-6 0,1 1 5 0,0 1-15 15,4 2 0-15,-6 6 4 0,3 0 9 0,-3 1 1 16,-1 7-13-16,0-2-14 0,-2 4-15 0,2 1-13 16,-2 4-11-16,-7 0-7 0,15 4-10 0,-7 6-3 15,-2 1-13-15,-2-1-6 0,2 6-3 0,-3 1-9 16,-2 1-5-16,-1-1-3 0,-2-1-9 0,2 1-28 15,-2 0-42-15,1 1-41 0,2 0-47 0,-1-5-48 16,2 0-59-16,-2-2-221 0,1-4-490 0,1 0 217 16</inkml:trace>
  <inkml:trace contextRef="#ctx0" brushRef="#br0" timeOffset="-33601.89">29568 15299 186 0,'5'-12'314'0,"0"1"-10"0,0 4-27 0,-1 0-28 0,0 2-32 16,-4 5-22-16,0 0-7 0,0 0-7 0,0 0-3 15,0 0-6-15,-14 43-8 0,5-18-31 0,0-1 4 16,-1-1-7-16,1 0-11 0,1 0-12 16,1-4-11-16,-1-1-25 0,3 2 9 0,-2-4-14 15,6 4-43-15,-3-5-38 0,2 0-57 0,-1 1-40 16,1-4-50-16,0-2-71 0,2 1-267 0,-2-2-539 0,-2-3 238 15</inkml:trace>
  <inkml:trace contextRef="#ctx0" brushRef="#br0" timeOffset="-33460.36">29453 15150 1865 0,'6'-19'-4'0,"1"1"-4"0,-2 7-8 0,1 2-93 0,1 1-29 15,2 2-36-15,-2 3-62 0,0 2-256 0,8 1 113 16</inkml:trace>
  <inkml:trace contextRef="#ctx0" brushRef="#br0" timeOffset="-33213.82">29772 15502 238 0,'8'-19'235'0,"-5"8"-2"0,-1-2-10 0,4-2-14 16,0-5-20-16,5-2-19 0,1-7-6 0,2 8-9 16,4-3-9-16,4-2-8 0,2 4-15 0,4 0-10 15,-1 5-17-15,2 2 4 0,-4 2-8 0,-6 8-7 16,0 2-12-16,-8 3-7 0,3 3-9 0,-1 4-1 16,-3 0-11-16,-1 5-3 0,-1 4-6 0,-4 3-2 15,-2 7-2-15,-4-1-1 0,-3 3-7 0,-4-4-13 16,1 2-38-16,-4-2-37 0,6-5-50 0,-3-1-72 15,4-4-62-15,0-1-182 0,1-4-466 0,2 1 207 16</inkml:trace>
  <inkml:trace contextRef="#ctx0" brushRef="#br0" timeOffset="-32972.62">30610 15095 107 0,'2'-7'260'0,"-2"7"-22"16,5-8-16-16,-5 8 0 0,0 0 1 0,0 0 14 16,0 0-9-16,-10 31-16 0,4-13-13 0,-2 5-10 15,-2 1-17-15,1 0-8 0,-1 2-14 0,1 1-11 16,2 1-17-16,0-2-8 0,0-2-17 16,2 1-9-16,0 0-3 0,1-5-13 0,2-1-11 0,-1-2-32 15,0-1-47-15,0-1-41 0,-2 2-33 0,2-6-36 16,1 0-63-16,2-11-61 0,-4 13-230 0,-3-7-522 15,7-6 231-15</inkml:trace>
  <inkml:trace contextRef="#ctx0" brushRef="#br0" timeOffset="-32680.94">30524 15337 44 0,'3'-15'229'0,"3"1"-10"0,3 4-13 15,2-3-14-15,1 3-4 0,2-6-5 0,1 10-10 16,1-3-15-16,-1 5-13 0,-1 1-16 0,-2 3-13 0,2 0-5 15,-2 4-11-15,2 2-7 0,-2-1-9 16,0 0-3-16,3 9-3 0,-1-5-4 0,1 2 0 16,-3 0-6-16,0 3-6 0,-3-4 1 0,3 1 5 15,-1-5 9-15,1 0-2 0,-2-2-1 0,0 0-3 16,-2-2-6-16,-8-2 10 0,24-3-9 0,-12-1-2 16,-1-1-1-16,5-5 4 0,-6 2-8 0,4-3-1 15,-5-2-1-15,-1-1 0 0,-2-1-9 0,-1 0 7 16,-4 4-13-16,-1-6-5 0,-1 5-34 0,-8-6 26 15,3 4-4-15,-3 0-26 0,-4 2 3 0,0 3-31 16,-5 2-42-16,0 3-44 0,-5 1-42 0,-7 1-53 16,0 4-85-16,-3 5-244 0,4-1-583 0,-7 0 259 15</inkml:trace>
  <inkml:trace contextRef="#ctx0" brushRef="#br0" timeOffset="-31993.54">17458 16237 152 0,'-14'1'200'0,"-4"4"-32"16,0 1-14-16,0 1 0 0,-6 4-4 16,0 1-17-16,1 2-6 0,-2 1-11 0,6 4-12 15,-1 1-11-15,2 0-6 0,7-1-11 0,1-3-9 16,1 7-4-16,6-5-4 0,1 0-8 0,6 1-4 16,4-1-3-16,11 2-6 0,0-3 1 0,6-1-5 15,4-2-1-15,3-4-6 0,5 2 0 0,-1-1-7 16,2-1 0-16,-6 0-3 0,2 1-2 0,-5-2-2 15,-11 0-4-15,-3-2 2 0,-5 2-3 0,-2 1 12 16,-4 0 9-16,-3 0 8 0,-2 2 4 0,-4-2-2 16,-10 4 2-16,-4 4-4 0,-6-4-2 0,-1 2-2 15,-5 1-4-15,-5-3-3 0,-2-2 0 0,-10 5 1 16,8-7-6-16,6-1-4 0,-2 0-2 0,0-1-23 16,1 0-30-16,7 0-23 0,7-4-27 0,9-2-45 15,1-2-51-15,11 0-203 0,0 0-418 0,0 0 186 16</inkml:trace>
  <inkml:trace contextRef="#ctx0" brushRef="#br0" timeOffset="-31409.49">18109 16551 146 0,'10'-6'214'0,"-3"0"-18"0,-3 1-15 16,-4 5-3-16,-1-9-4 0,1 9-8 0,-17-4-5 15,1 3-6-15,-6 6-4 0,-9 4-3 16,-1 4-2-16,-1 1-9 0,-1 5-8 0,4-1-11 15,5 0-12-15,0 1-9 0,4-2-12 0,9-2-7 16,4 1-6-16,2-1-6 0,2-4-6 0,2 2-5 16,3-2-5-16,-1-11-7 0,10 18-1 0,-2-12-4 15,4-3-3-15,5-1-2 0,4-4-4 0,-1-1 6 16,7-5-12-16,2-1-1 0,-3-4-4 0,-2 1 0 16,-1-3-3-16,-5 3-2 0,-1-1 1 0,-3 0-3 15,0-2 2-15,-1-1-4 0,-3 3-1 0,-2-2-1 16,0 1-2-16,-2-2-1 0,-3 6 1 0,0 3 8 15,0 2-11-15,-1-1-4 0,-2 6-3 0,3-8-1 16,-3 8 3-16,0 0-5 0,0 0 2 0,0 0 2 16,-12 30 2-16,8-14-1 0,-1 3 1 0,1 1 0 15,1 5 9-15,3-8-11 0,0 3 1 0,3-2 3 16,1-1-11-16,4 0-6 0,1-1-10 0,5-2-12 16,-1-1-6-16,2-1-1 0,-1-4-10 15,6-1-4-15,0-2 5 0,0-4 1 0,2-2 3 0,6-5 5 16,-10-3 6-16,1 1 3 0,-2-3 9 0,1 0 0 15,-4-2 8-15,0 0 3 0,-1-3 5 0,-3-1 9 16,-1 0 8-16,-6-3 2 0,3-6 2 0,-1 1 1 16,-4-1 13-16,-1 0 2 0,-1-1 4 0,-2 0-7 15,2 0 17-15,-2 2 2 0,1 0 1 16,-2 8 6-16,4 0 19 0,-1 7 12 0,2-2 3 0,-1 12-4 16,-1-13-21-16,1 13-4 0,0 0-5 15,0 0 3-15,0 0-2 0,0 0 0 0,9 41-6 16,-8-13 0-16,0 3-4 0,-2 0 3 0,0 1-6 15,-1 3-5-15,0-3-2 0,2-1-3 0,-3-1 0 0,2 1-1 16,0-1-2-16,1-5-6 0,3 0-11 16,-3-6-40-16,3 0-22 0,2-2-36 0,-2-4-50 15,2-1-43-15,-1-4-53 0,-1 1-43 0,-3-9-229 16,0 0-553-16,0 0 244 0</inkml:trace>
  <inkml:trace contextRef="#ctx0" brushRef="#br0" timeOffset="-30281.76">18464 16629 101 0,'9'-4'160'15,"2"-1"-10"-15,2 3-6 0,4-3-6 0,-1 1-10 16,-2 4-1-16,5 0-11 0,-6 2-9 0,5 2 1 16,-5 1-2-16,2 1-5 0,-1 3 4 0,-5 1 0 15,0 4 3-15,-1 0 4 0,-4-1-4 0,-2 4-2 16,2-1-8-16,-1-1-6 0,2 2-3 0,-3-6-8 15,1 1-4-15,1 0-6 0,1-1-10 0,0-2-3 16,0 0-4-16,4-3-3 0,0 2-9 16,-1-3 0-16,4-5-4 0,-1 0-4 0,2 0-2 15,0-5-2-15,-2 0-4 0,-1-1 0 0,1-1-5 16,4-6 2-16,-4 1-6 0,-2 3 1 0,0-3-3 16,-3 0-1-16,2-3-6 0,-3-1 4 0,1 1-3 0,-3 3 5 15,0-3-8-15,-2 4 1 0,-1 0-2 0,0 4 5 16,0 7-2-16,1-12-3 0,-1 12-2 15,3-9-6-15,-3 9-1 0,0 0 3 0,0 0-4 16,0 0 6-16,0 0 0 0,-2 33-2 0,2-16 2 16,-2 1 5-16,-1 6-3 0,2-5 3 0,2 1-5 15,2-1 0-15,-1-1 13 0,5-1-10 0,-1 0 2 16,6-2-4-16,-2-2 6 0,1-6 0 0,0-1 1 16,6 2-3-16,-5-4 3 0,2-2 1 0,-4-2-2 15,1 0-2-15,-11 0 3 0,20-8-4 0,-11 2 1 16,-1 0-2-16,-2-1 2 0,0-2 0 0,-3-1-1 15,1 1-3-15,-2-3-5 0,0-3 5 0,0 0-1 16,0-2-8-16,0 2-3 0,-1-2 1 0,3 1 1 16,0 3 0-16,0-1-3 0,-2 2 2 0,3 1 0 15,-2 2 1-15,1 2-6 0,0 2 3 0,2 2 0 16,-6 3 2-16,10-2 4 0,-10 2 6 0,11 9 5 16,-6-3 11-16,3 3 0 0,-1 7 3 0,-3 0-4 15,0 1 1-15,-2 1-2 0,1 7-1 16,-2-6-4-16,0-1-25 0,3 0-24 0,-1-1-30 15,-1-3-26-15,6 1-24 0,-2-5-16 0,6 3-22 0,-2-7-32 16,8 3-14-16,2-5 2 0,11-1 11 0,-2 1 22 16,3-4 17-16,-4-3 17 0,2 0 24 0,-2-3 23 15,-1 0 18-15,-2-2 13 0,-7-2 21 0,1 1 8 16,-3-5 19-16,-2 2 14 0,-3-1 6 16,-2-2 13-16,-1 0 14 0,-3 4 23 0,-4-2 7 15,-2 2 5-15,1 11 5 0,-9-18 6 0,0 11 6 16,-1 4 1-16,-2 1 10 0,-5 1 6 0,-1 4-1 15,2 0-2-15,-3 5-5 0,0 3-6 0,1-2-9 16,3 5-6-16,1 0-8 0,2 1-6 0,3 0-6 0,-1-1-7 16,5-3-5-16,1 2-4 0,3-3-2 15,1-10-1-15,1 15-5 0,-1-15-1 0,6 9-6 16,1-5 2-16,-7-4-3 0,20-1-2 0,-8 1-3 16,2-4-2-16,-3-2-3 0,0 3 2 0,-1-5 0 15,0 0-6-15,-2 1 4 0,1-1-3 0,-2 1-1 16,-3-1-2-16,-4 8 4 0,7-9 2 0,-7 9 2 15,5-8-5-15,-5 8-5 0,0 0 2 0,0 0-1 16,0 0-2-16,0 0-2 0,0 0 3 0,0 0-1 16,5 25-1-16,-5-25 1 0,2 19-3 0,1-10-3 15,-1-1 3-15,2 3 0 0,4 0-5 0,5 1-11 16,0-3-20-16,6 1-10 0,0-5-13 0,1-1-3 16,11-1-6-16,-2-3 2 0,1-4-1 0,-2 1 3 15,-8-2 8-15,10-2 7 0,-11-3 8 0,0 2 1 16,-2-5 1-16,-3 1 9 0,-1-2-6 0,-2-1 9 15,-1-2 14-15,-2-2 1 0,-2-5 2 16,-3-1 1-16,3-2 8 0,2 0-2 0,-3 0 6 0,-2-2 3 16,-1 1 11-16,1-1 8 0,1 3 9 0,-3 1 9 15,1 8 8-15,1 1 18 0,-1 6 19 0,-2 0-10 16,0 10-6-16,0-11-17 0,0 11-1 0,0 0-5 16,0 0 0-16,0 0 16 0,-2 37 23 0,-1-10 0 15,-3 2-8-15,-2 3 5 0,1 3-2 0,-2-3-9 16,1 4 0-16,3-3-13 0,0 0-5 15,1-2-2-15,0 1-9 0,-1-4-6 0,3-1 2 16,0 0-3-16,1-6-11 0,1-4-30 0,0 0-36 16,0-5-44-16,-1-3-8 0,-1 3-36 0,2-4-38 0,0-8-40 15,2 12-28-15,-2-12-49 0,1 4-55 0,-1-4-193 16,0 0-567-16,0 0 252 0</inkml:trace>
  <inkml:trace contextRef="#ctx0" brushRef="#br0" timeOffset="-30047.37">19889 16797 84 0,'-3'-16'217'16,"3"16"-17"-16,-1-8-12 0,1 8-13 0,0 0-4 16,8-12-1-16,-2 9-3 0,2-2-11 0,4 1-5 15,-1-1-14-15,4 2-7 0,0 0-8 0,4-1-3 16,1 1-6-16,0 2-20 0,2 1 6 0,-3 1-5 16,-1-1-8-16,-3 7 4 0,-1-4-1 0,-5 3-2 15,3 1 3-15,-6 2-7 0,1 4 1 16,-2 1-2-16,-1 4-10 0,-4 0 0 0,0 0-9 0,-2 0-2 15,-2 0-8-15,1-1-2 0,-1-2-20 0,0 1-26 16,-1-4-33-16,1 0-38 0,0-1-39 0,2-3-40 16,-1 2-40-16,3-10-45 0,0 13-55 0,0-13-156 15,0 0-476-15,0 0 210 0</inkml:trace>
  <inkml:trace contextRef="#ctx0" brushRef="#br0" timeOffset="-29915.59">20082 16604 167 0,'0'0'130'0,"0"0"-52"15,0 0-75-15,0 0-66 0,0 0-69 0,19 35 30 16</inkml:trace>
  <inkml:trace contextRef="#ctx0" brushRef="#br0" timeOffset="-29448.49">20300 16735 60 0,'0'0'225'0,"0"0"-6"0,0 0-5 0,0 0-3 16,0 0-12-16,0 0-2 0,-29 25-18 0,24-15-8 15,-2 1-6-15,3 6-15 0,-1 0-9 16,2-1-13-16,-1-2-11 0,3 2-15 0,3-4-7 16,-1-1-11-16,2-2-8 0,-3-9-5 0,6 16-4 15,-1-10 0-15,1-2 2 0,-6-4-1 0,12 6-4 16,-3-5 1-16,-9-1-4 0,21-3-1 0,-21 3-4 15,14-8-2-15,-5 1-7 0,-2 0-3 0,4-1-5 16,-4-1-7-16,1 0 2 0,-2-1-6 0,3-4-5 0,-2 0 0 16,-1-1-4-16,2 1 2 0,1-1 0 15,-2-1-9-15,0 8 1 0,-1-3-3 0,2 2 0 16,-3 1-3-16,0 3-5 0,-5 5-4 0,9-6 1 16,-9 6-4-16,0 0 4 0,0 0 2 0,19 11-4 15,-16-1 4-15,2-1 0 0,-4 2 2 0,2-1-2 16,-1 4 1-16,-2-2 0 0,2-1 0 0,0 0 1 15,-2-2 2-15,3 1-2 0,-3-10-4 0,2 13 7 16,-2-13-4-16,3 9-6 0,-3-9 11 0,0 0 6 16,0 0 0-16,5 7-1 0,-5-7-6 0,0 0 2 15,0 0 1-15,24-12-3 0,-15 5 3 0,0 0-6 16,0 0 3-16,4 0 2 0,-3 0-17 0,1-1 13 16,-2 2-3-16,0 2-5 0,-9 4 7 0,14-4-6 15,-14 4 1-15,12 0-4 0,-12 0 0 0,10 7-4 16,-10-7-24-16,13 10 0 0,-5 0-21 0,4 4-25 15,6 5-37-15,5-2-32 0,0 0-42 0,12-3-65 16,0 1-243-16,15 3-538 0,4-10 238 16</inkml:trace>
  <inkml:trace contextRef="#ctx0" brushRef="#br0" timeOffset="-29191.15">21746 16670 4 0,'-11'-23'314'0,"6"6"-7"0,-3 5-8 0,4 0-4 16,-1 4-28-16,2 2-30 0,3 6-27 0,0 0-22 15,-8-5-21-15,8 5-7 0,0 0-20 0,-9 38 8 16,7-12-8-16,-5 6-3 0,2-2-14 0,1 5-10 16,1 12-9-16,0-15-10 0,2 2-16 0,-2-1 1 15,1-1-8-15,4-1-7 0,2-2-3 0,-1 0-20 16,-1-6-29-16,2 2-22 0,-1-7-35 0,-1-3-31 15,-1-3-25-15,1-1-23 0,-2-3-24 16,0-8-26-16,-2 12-45 0,-1-8-57 0,3-4-171 16,0 0-484-16,-16 2 214 0</inkml:trace>
  <inkml:trace contextRef="#ctx0" brushRef="#br0" timeOffset="-28446.21">21725 16639 155 0,'17'-9'231'0,"1"4"-7"0,-2 2-11 16,0 3-17-16,-5 3-3 0,1 1-12 0,-1 5-17 16,-2 0-9-16,-2 1-3 0,-2 6-11 0,-4 1-14 15,-2 2-9-15,-4 1-12 0,-6 5-11 0,2-2-12 16,-6-2-3-16,1 3-8 0,-4-5-10 0,3 1-6 16,-1-8-5-16,1-1-12 0,-4-3-11 0,2-1-4 15,1-2-1-15,3-1-2 0,1-3-4 0,3 1-1 16,9-2-13-16,-15-2 8 0,15 2-2 0,-9-5-3 15,9 5-1-15,0 0 0 0,-6-9 2 0,6 9-7 16,0 0 0-16,0 0 0 0,0 0-2 0,0 0 3 16,0 0 4-16,34 7-4 0,-26 0 5 0,1-1 3 15,6 2 6-15,-1 4 5 0,2-2-1 0,3 1 7 16,-3-1 3-16,5-1 0 0,-3-1 3 0,11-1-6 16,3 2 0-16,-2-5-1 0,-1 0 2 15,6-4-5-15,-4-2-3 0,-1 0 0 0,-8 1 3 16,-3-4-3-16,-1 0 5 0,-1 0 1 0,-2-2 9 0,1-2-11 15,-7 3 16-15,-1-1-3 0,-2 0-10 0,-6 7 4 16,8-20-9-16,-7 9 2 0,-1 11-5 0,-5-27-6 16,-3 14 2-16,1 3-4 0,-4-3-7 0,2 7 5 15,-1-2-3-15,10 8-2 0,-18-9 4 16,6 9-2-16,12 0 2 0,-21 9-2 0,10 0-1 0,0 2-1 16,-1 3-1-16,4 2-1 0,0 0 1 15,3 3 0-15,4-3-1 0,2 1 1 0,0-1-4 16,1-4 3-16,5 1-10 0,5 0 14 0,1-6 1 15,-3 0-3-15,9-1 5 0,3-3 1 0,6-2-6 16,0 1-1-16,0-2 5 0,0-3-5 0,3-1 5 16,-4-3 0-16,1 2 1 0,-9-1-2 0,5-4-4 15,-3 2 0-15,-3-2 4 0,-2-1 0 0,1 0-5 16,-4-1 2-16,1-1-1 0,-3-1 1 0,0-1 0 16,-4 6 5-16,-2-2 3 0,-2-1 4 0,-3 12 13 15,5-19 9-15,-5 19-1 0,0-13 4 0,0 13-1 16,0 0-2-16,0 0-9 0,-8-16-3 0,8 16-16 15,0 0 16-15,0 0-4 0,-25 19 0 0,16-10-2 16,0 4-1-16,0 0-11 0,4 3 4 0,1-5-3 16,1 2 1-16,1 2-3 0,-1-2 4 0,7 2-5 15,-4-3 0-15,3 1 5 0,-1-1-4 0,2 4 1 16,0-3-2-16,0 3 2 0,0-1-14 0,-2 2 5 16,-1-1 10-16,1 0-10 0,-4 0 6 0,1 2-3 15,0-1 2-15,-6-2 2 0,1-1-2 0,0 0-2 16,-2-2-16-16,2-2-24 0,-2 0-32 0,3 0-38 15,-2-3-39-15,2-1-32 0,5-6-44 0,-6 7-72 16,3-3-271-16,3-4-612 0,0 0 271 16</inkml:trace>
  <inkml:trace contextRef="#ctx0" brushRef="#br0" timeOffset="-28251.52">22544 16873 186 0,'0'0'242'0,"0"0"1"0,0 0-5 16,0 0 4-16,16 24-11 0,-12-9-11 0,-2 4-17 16,-3 7-15-16,2-2-17 0,-3 0-21 0,0 2-9 15,1-6-15-15,1 0-12 0,-1-1-11 0,-2-1-26 16,3 0-38-16,0-7-45 0,0 3-42 0,3-5-45 16,-3-9-41-16,1 11-44 0,0-6-45 0,-1-5-149 15,0 0-403-15,0 0 178 0</inkml:trace>
  <inkml:trace contextRef="#ctx0" brushRef="#br0" timeOffset="-28104.49">22502 16698 135 0,'-4'-9'165'0,"4"9"-14"0,0 0-28 0,0 0-43 15,0 0-31-15,0 0-38 0,26 30-44 16,-11-19-30-16,-2 3-40 0,9 2-113 0,-2 0 50 15</inkml:trace>
  <inkml:trace contextRef="#ctx0" brushRef="#br0" timeOffset="-27683.47">22790 16870 19 0,'0'0'94'0,"11"3"31"0,-11-3 4 15,0 0 17-15,0 0 8 0,0 0 0 0,0 0-7 16,0 0 2-16,0 0 0 0,0 0 6 0,0 0 6 16,-18 19 2-16,11-10-7 0,-2 5-8 0,-4 0-9 15,2 2-8-15,-1 1-10 0,4-2-8 16,2 1-13-16,-2-2-8 0,5-2-8 0,0-1-11 0,2 0-3 15,1-11-10-15,4 20-1 0,-1-14-8 0,4 3 0 16,-1-6-4-16,-6-3-4 0,13 7-4 0,0-7 0 16,-3 1-3-16,-10-1-6 0,19-6-7 0,-9 2 4 15,-1-2-2-15,-1-2 0 0,-8 8-8 0,15-15-2 16,-7 6 2-16,2-4-2 0,-4 4-1 0,5-5 2 16,-2 0-7-16,2 2 1 0,-1-2-4 0,-3 5 5 15,2-2-8-15,-2 1 4 0,1 2-6 16,-8 8-4-16,15-9 2 0,-15 9 0 0,11-5-2 15,-11 5 0-15,13 4 0 0,-13-4 1 0,11 7-1 16,-11-7 3-16,8 9 2 0,-5-2-5 0,0 0 1 16,2 0 0-16,-5-7 0 0,8 12 0 0,-8-12 2 15,4 11 2-15,-4-11 0 0,5 8 0 0,-5-8 4 16,6 5-2-16,-6-5 10 0,0 0 7 0,13 0 1 16,-13 0 5-16,22-4 6 0,-22 4 4 0,17-4 6 15,-17 4 0-15,13-3-9 0,-13 3 2 0,12-1-14 16,-12 1 2-16,0 0 7 0,11 4-11 0,-11-4 5 15,5 8 1-15,-5-8-15 0,4 12-32 0,-4-12-36 16,2 13-38-16,-2-13-45 0,2 13-48 0,-2-13-49 16,6 10-42-16,-1-7-239 0,-5-3-562 0,15 6 249 15</inkml:trace>
  <inkml:trace contextRef="#ctx0" brushRef="#br0" timeOffset="-27557.55">23334 17003 199 0,'4'-8'240'0,"-4"8"11"16,3-8 0-16,-3 8-10 0,0 0-8 0,0 0-17 15,0 0-18-15,0 0-20 0,-6-17-22 0,6 17-25 16,0 0-43-16,0 0-56 0,0 0-63 0,0 0-89 16,0 0-258-16,0 0-408 0,0 0 180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4:51:17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14064 9129 47 0,'0'0'92'0,"0"0"-9"0,0 0-9 0,-6-6 1 16,6 6-16-16,0 0-5 0,0 0-5 0,0 0-9 15,-2-6 0-15,2 6 0 0,0 0-5 0,0 0-25 16,0 0 12-16,0 0 1 0,0 0 3 0,0 0-10 16,0 0 1-16,0 0-3 0,0 0 0 0,0 0-3 15,0 0 0-15,0 0-5 0,0 0 2 0,0 0-7 16,0 0-9-16,0 0-7 0,0 0-1 0,0 0-10 15,0 0-5-15,0 0 1 0,0 0-12 0,0 0 1 16,0 0-6-16,0 0 0 0,0 0-6 0,0 0-33 16,0 0-92-16,0 0 41 0</inkml:trace>
  <inkml:trace contextRef="#ctx0" brushRef="#br0" timeOffset="1399.66">21126 9043 8 0,'0'0'35'0,"0"0"-8"0,0 0 6 0,0 0-6 16,0 0-3-16,0 0-4 0,0 0 4 0,0 0-9 15,0 0-1-15,0 0 0 0,0 0-2 0,0 0-2 16,0 0 5-16,0 0-4 0,0 0-7 0,0 0 2 15,0 0 1-15,0 0-3 0,0 0 2 0,0 0-2 16,0 0 0-16,0 0-1 0,0 0-1 0,0 0-1 16,0 0 3-16,0 0-4 0,0 0 1 0,0 0 1 15,0 0 1-15,0 0-1 0,0 0-1 0,0 0-2 16,0 0 1-16,0 0 0 0,0 0 3 0,0 0 2 16,0 0-6-16,0 0 1 0,0 0 2 0,0 0-2 0,0 0 4 15,0 0-1-15,0 0-4 0,0 0 2 0,0 0-3 16,0 0 0-16,0 0 1 0,0 0 2 0,0 0 1 15,0 0-4-15,0 0 2 0,0 0-3 0,0 0 5 16,0 0-7-16,0 0 3 0,0 0-1 0,0 0 0 16,0 0-5-16,0 0 1 0,0 0-5 0,0 0 1 15,0 0 1-15,0 0-6 0,0 0-2 0,0 0-6 16,0 0-15-16,0 0-43 0,0 0 19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32:10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28709 13279 5 0,'0'0'3'0,"0"0"6"0,0 0 2 15,0 0 4-15,0 0-2 0,0 0-5 0,0 0 2 16,0 0 3-16,0 0-7 0,0 0-1 0,0 0 6 16,0 0-2-16,0 0-4 0,0 0 4 0,0 0 2 15,0 0-4-15,0 0 0 0,0 0 4 0,0 0-1 16,0 0 8-16,0 0-5 0,0 0 1 0,0 0-8 16,0 0 3-16,0 0-1 0,0 0 2 0,4-7-3 15,-4 7-6-15,0 0 5 0,0 0-4 0,0 0 1 16,0 0 3-16,6-4-1 0,-6 4 1 0,0 0-1 0,0 0-3 15,0 0 0-15,6-4-2 0,-6 4 4 16,0 0-12-16,0 0 4 0,0 0 9 0,5-5-3 16,-5 5-1-16,0 0 6 0,0 0-2 0,0 0 4 15,0 0-8-15,4-6-2 0,-4 6 8 0,0 0-3 16,5-6-3-16,-5 6-1 0,4-4-2 0,-4 4 4 16,5-6 4-16,-5 6-2 0,5-4 4 0,-5 4-10 15,0 0 6-15,3-5-3 0,-3 5 2 0,0 0-3 16,8-5-1-16,-8 5 4 0,5-6 4 0,-5 6-6 15,8-6 3-15,-4 3 1 0,-4 3-2 0,6-5 1 16,-6 5 6-16,8-4-9 0,-8 4-2 0,5-4-2 16,-5 4-1-16,0 0 5 0,15-6 0 0,-10 3 1 15,-5 3 4-15,9-5-8 0,-3 3 1 0,2-1 1 16,-2 0 3-16,1 1-3 0,-1-1-3 0,1-1 4 16,2-1 1-16,0 1 0 0,-1-1-4 0,-3 2 7 15,4-1 0-15,-4 1-2 0,2 0-5 0,1 0 1 16,-8 3 0-16,13-4 0 0,-7 1 6 0,1 2-3 15,-7 1-5-15,11-6 4 0,-3 4 3 0,-2-1-3 16,-6 3-3-16,13-2 5 0,-5 0 0 0,-3-1-5 16,1 0-2-16,1 1 6 0,-7 2-6 0,11-5 25 15,-5 3-20-15,1 0-1 0,1-1 5 0,0 1-6 16,-8 2-2-16,13-4 5 0,-5 1-7 0,3 0 7 16,-3 1 2-16,1-2-8 0,0 0 13 0,1 2-4 15,0-2-1-15,1 3 2 0,-1-3-10 0,-1 1 6 16,0 1 1-16,0-1-3 0,0-1 0 0,1 1 1 15,0 1 5-15,-2 0-17 0,1-1 6 0,-2 0 5 16,5 3 2-16,-4-3 3 0,-2 2-3 0,2-2-1 16,3 1 4-16,-2-1 4 0,-2 1-4 0,3 1-4 15,-1 0 2-15,1-1-1 0,0 1-5 0,-1-1 10 16,1 1-1-16,-1-3-3 0,0 2-2 0,-9 2 2 16,17-2 5-16,-6 0 0 0,-3-1-12 0,1 3 1 15,1-3 8-15,-2 2-3 0,2 0 5 16,-2-1-17-16,0 0 18 0,2 0-6 0,-3 1 0 0,2 0 1 15,1-2 7-15,-3 2-11 0,1-1-1 0,-8 2 6 16,19-4 4-16,-10 2 1 0,-9 2 0 0,17-5-5 16,-8 3-3-16,-9 2 5 0,17-3-3 0,-9 2 3 15,2-2-4-15,-10 3 7 0,18-2-1 0,-9-1-2 16,1 1-6-16,-10 2 1 0,19-3-1 0,-7 1-6 16,-1-2 8-16,-1 1 1 0,3 0-1 0,-1-1 2 15,-2 2-9-15,1-1 9 0,-2 1-1 0,3-2-1 16,-2 1-3-16,-1 2 5 0,0-1-1 0,2 0 2 15,-2 0-2-15,2 1 2 0,-1-2-3 0,-4 0 2 16,4 1 1-16,-1-1 0 0,2 2-5 0,-2-3 3 16,1 3 0-16,1-2-4 0,-2 1 4 0,-1 0-3 15,3 1 8-15,0-2-8 0,-2 1-1 0,2 0-1 16,1-1 3-16,-2 2-5 0,2 1 9 0,-1-2-4 16,-1 0-9-16,3-1 11 0,-4 1-6 0,2 2 1 15,-1-2 11-15,1 0-8 0,0-1-5 0,1 2 11 16,-1 0-7-16,2-1-1 0,-2 0-3 0,0-1 5 15,1 0-4-15,0 1 4 0,1-2 3 0,-2 2-5 16,1 0 5-16,-1-1-10 0,0 1-2 0,-2 2-2 16,-1-2 2-16,0-1-7 0,0 2-6 0,-1-2 4 15,-7 3-11-15,13-2-9 0,-6-1 6 0,-7 3-4 16,11-4-2-16,-5 1 5 0,-1 0 5 0,-5 3-8 16,10-7 5-16,-5 4 5 0,-5 3-21 0,5-3-49 15,-5 3 21-15</inkml:trace>
  <inkml:trace contextRef="#ctx0" brushRef="#br0" timeOffset="395.53">30157 12750 4 0,'0'0'44'0,"0"0"-4"0,-10 0-2 15,10 0 1-15,-8 1-7 0,8-1-7 0,0 0 3 16,0 0-8-16,-11 0 3 0,11 0-10 0,0 0-1 16,0 0 2-16,0 0-3 0,-9 0 4 0,9 0-5 15,0 0-2-15,0 0 1 0,0 0-3 0,0 0-3 16,-7 5 2-16,7-5-5 0,0 0 0 0,-5 6 0 15,5-6 1-15,0 0-3 0,-5 5 3 16,5-5-3-16,-5 2-4 0,5-2-1 0,0 0-3 0,-5 4 4 16,5-4 3-16,0 0-2 0,0 0-3 0,-4 6-3 15,4-6 7-15,0 0-2 0,0 0 1 0,0 0-1 16,0 0-3-16,0 0 6 0,0 0-2 0,0 0-4 16,0 0 5-16,0 0-7 0,0 0 1 0,0 0-1 15,0 0 3-15,0 0-8 0,0 0 0 16,0 0-21-16,0 0-39 0,0 0 18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28:24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7958 4350 163 0,'0'0'159'0,"-9"-3"-5"0,9 3 0 15,-9-4-11-15,9 4 1 0,-7-2-2 0,7 2 19 16,-7-3-10-16,7 3-5 0,0 0-11 0,-5-6-9 15,5 6-8-15,0 0-13 0,-4-8-13 16,4 8-9-16,9-9-7 0,2 1-8 0,3 0-7 16,5-2-8-16,8-1-6 0,3-1-2 0,-1 2-6 15,2 0-6-15,-4 2-3 0,-1 2-6 0,-4 4 0 16,-2 2-4-16,0 0-5 0,-4 4-1 0,1 0-2 0,-3 1-4 16,-4 2 3-16,-2 2-2 0,1 5 2 0,-5-4-1 15,-3 8 1-15,-2-3-3 0,-7 3 2 16,-2 0-1-16,-4 4-2 0,-4-1 0 0,-1-1-2 15,0-1 1-15,3-3 0 0,2-5-4 0,3 1 4 16,-1-4 0-16,4-3-3 0,1 2-2 0,0-2-2 16,2-1-4-16,5-4-5 0,-6 5-4 0,6-5-2 15,-5 6 1-15,5-6 3 0,0 0-3 0,0 0 2 16,10 8 3-16,0-5 0 0,2 0 0 0,2-2 8 16,4 1-3-16,2 2-3 0,-2 0 2 0,1 0-1 15,2 1 1-15,-2 3-2 0,-1 3 3 0,-5-2 0 16,2 1-1-16,-8 0 2 0,3-3 3 0,-3 4-2 15,-2-3 1-15,-1 3 2 0,-1-5-3 0,-1 6 3 16,-2-3 2-16,-6 1-1 0,3-1 0 0,-6 1 1 0,-1-2 1 16,2 2-4-16,-8-1-11 0,0 0-9 15,-3-2-12-15,3-2-26 0,2-4-35 0,-3 2-40 16,3-2-59-16,-3-2-163 0,3-3-385 0,-1-4 171 16</inkml:trace>
  <inkml:trace contextRef="#ctx0" brushRef="#br0" timeOffset="237.68">8489 4278 188 0,'12'-4'175'0,"-2"3"-16"16,4 2-6-16,-4 3-8 0,7 3-15 0,-3 4-5 15,0 3-1-15,0 8-9 0,-1 5-5 0,-3 6-5 16,-2-1-5-16,-4 16-5 0,-3 0-11 15,-4-2-3-15,-1-11-8 0,-3-3-8 0,-3 3-8 0,-1-3-2 16,0 1-4-16,-4-5-4 0,2 4-18 0,-8-1-32 16,6-4-41-16,-4-1-48 0,0-4-52 0,-2 0-187 15,-7-1-358-15,1-6 158 0</inkml:trace>
  <inkml:trace contextRef="#ctx0" brushRef="#br0" timeOffset="440.74">7670 4412 2074 0,'0'-14'26'0,"0"5"37"0,0 2-39 0,0 7-19 16,0 0-1-16,0 0-1 0,0 0 2 0,-25 30 0 16,14-2-4-16,2 2 3 0,-5 18-4 0,1 0 7 15,8-3-3-15,2 1 3 0,6-11 1 0,13 9-6 16,3 1 2-16,5-1-23 0,11-3-46 15,4-6-48-15,5-2-47 0,3-1-156 0,3-6-340 16,0-4 151-16</inkml:trace>
  <inkml:trace contextRef="#ctx0" brushRef="#br0" timeOffset="6714.05">11208 4547 104 0,'0'0'101'0,"0"0"-10"0,0 0-2 16,0 0-1-16,1-6-12 0,-1 6-6 0,0 0-6 15,0 0-8-15,0 0 0 0,0 0-4 0,0 0-3 16,0 0-3-16,0 0-1 0,0 0-5 0,0 0-6 16,0 0-3-16,0 0 1 0,0 0-8 0,0 0-1 15,0 0-2-15,0 0 2 0,0 0-5 0,0 0 5 16,0 0-1-16,0 0-5 0,0 0 2 16,0 0-1-16,0 0-8 0,0 0 5 0,0 0-2 15,0 0 1-15,0 0 4 0,0 0-4 0,0 0 3 0,0 0-5 16,0 0 3-16,0 0 8 0,0 0-9 0,0 0 3 15,0 0-1-15,0 0-6 0,0 0-1 0,0 0 2 16,0 0-4-16,0 0 1 0,0 0 2 0,0 0-5 16,0 0-2-16,0 0 6 0,0 0-2 0,0 0-6 15,0 0 0-15,0 0 4 0,0 0-1 0,0 0 2 16,0 0-5-16,0 0 2 0,0 0 1 0,0 0-4 16,0 0 10-16,0 0-10 0,0 0 1 0,0 0 1 15,0 0-8-15,0 0 12 0,0 0-5 0,0 0-5 16,0 0 4-16,0 0-6 0,0 0-8 0,0 0-15 15,0 0-3-15,0 0-3 0,0 0-12 0,0 0-5 16,0 0-20-16,0 0-8 0,0 0-31 0,0 0-84 16,0 0-211-16,0 0 95 0</inkml:trace>
  <inkml:trace contextRef="#ctx0" brushRef="#br0" timeOffset="10853.77">11159 4242 106 0,'-28'2'85'0,"28"-2"-8"0,-15 3 2 0,6-1 1 16,-3-1-9-16,1 2 0 0,0-1 0 0,-4-1-10 16,2 2 0-16,-3 1 6 0,3-2 0 15,-1-1 1-15,1 2 0 0,5 0-5 0,-3-1 7 16,4-1-5-16,7-1-3 0,-12 2-5 0,12-2-3 0,-9 1-8 16,9-1-7-16,-5 2-1 0,5-2-1 0,0 0 5 15,0 0-12-15,35 3 1 0,-6-4 0 16,5-1-3-16,7 0-3 0,14-2-2 0,3 1-5 15,-1-2-1-15,0 0 1 0,-3 0-5 0,-3 2 1 16,-11 1-1-16,-3 0-5 0,-4 0-10 0,-5 1-11 16,0 1-34-16,0 4-29 0,-9-3-24 0,0 1-36 0,-8 0-114 15,-2 0-272-15,-9-2 121 0</inkml:trace>
  <inkml:trace contextRef="#ctx0" brushRef="#br0" timeOffset="11111.51">11288 4274 81 0,'-6'-1'124'16,"6"1"-4"-16,0 0-3 0,-5 9 10 0,5-9 5 16,-3 16-7-16,3-5 3 0,0 7-6 0,-1 1-7 15,-1 11-11-15,0 0 5 0,-1-2-9 0,1 2-9 16,0-1-9-16,4-1-8 0,-4 0-2 0,2-2-3 15,-2 0-11-15,2 0-8 0,0-7-4 0,-1 1-3 16,-3 6-3-16,7-3-1 0,-6-4-7 0,0 0-24 16,1 0-29-16,1-2-22 0,-2 1-35 0,2-2-40 15,0-3-29-15,-2-2-154 0,0 1-324 0,1-2 143 16</inkml:trace>
  <inkml:trace contextRef="#ctx0" brushRef="#br0" timeOffset="11626.46">11518 4324 144 0,'0'0'191'0,"1"-8"-22"16,-1 8-15-16,0 0 10 0,0 0-11 0,2 25 3 15,-2-7-9-15,0 8-1 0,-3 0-17 0,-1 3-7 16,3 1-14-16,0 0-7 0,-1 0-10 0,1-3-8 15,0 1-6-15,0 1-7 0,-1-4-9 0,2-5-6 16,2-1-2-16,-2-1-5 0,0-2-4 0,1 0-2 16,-2-3-9-16,1-3 0 0,1 2-6 0,-1-3 1 15,1-3-5-15,-1-6-1 0,0 11-5 0,0-11-1 16,1 10-1-16,-1-10-1 0,0 0-5 0,6 3-4 16,-6-3-6-16,0 0-1 0,19-14-3 0,-10 7-2 15,1-2 3-15,4 3-1 0,-4 0 1 16,2-1 2-16,0 4-3 0,1-1 4 0,1 3-2 15,-1-2-2-15,0 3-1 0,0 0 1 0,3 1 4 0,2 1-3 16,-1 0 0-16,0 1 1 0,0-2 3 0,1 1 1 16,-1 1-3-16,2-2 4 0,0-1 0 0,1-2 3 15,0 0-2-15,-1-1 2 0,1-1-1 0,-2-1 7 16,-1-2-6-16,1 0 2 0,-6 1-2 0,-1-3 0 16,-3-1-2-16,3-3 3 0,-3 2 2 0,-3-3 3 15,1 2-2-15,-2-5-4 0,-2 2-1 0,0-3 7 16,-4 3-2-16,0 3 11 0,-2 1-7 0,-1 0 3 15,-3 4-1-15,2 0-1 0,0 6-3 0,6 1 4 16,-20 1-7-16,6 6-2 0,-1 3-1 16,-5 8 1-16,2 1-1 0,0 1 2 0,5-3 0 0,1-4-12 15,5 7-29-15,3-5-28 0,0 3-43 0,8 0-63 16,-1 2-79-16,7-4-142 0,0-2-420 0,7-3 186 16</inkml:trace>
  <inkml:trace contextRef="#ctx0" brushRef="#br0" timeOffset="12075.03">12944 4489 134 0,'-2'-10'269'0,"0"1"-16"0,-3 4-7 0,3-1-17 16,2 6-12-16,-2-9-25 0,2 9-21 0,-2-8-18 16,2 8-19-16,0 0-18 0,0 0-12 0,0 0-13 0,0 0-7 15,0 0-9-15,0 0-6 0,-4 33-5 16,4-15-6-16,0 0-1 0,0 2-9 0,0 5 0 16,0 1-8-16,0-3-2 0,0 4-6 0,2-8 1 15,0 6-2-15,2-6-5 0,-4 0 2 0,0 1-11 16,0-3-19-16,0 2-29 0,2-3-25 0,-2 3-26 15,0-4-41-15,0-3-58 0,0-2-49 0,0 1-162 16,0-11-425-16,-2 13 187 0</inkml:trace>
  <inkml:trace contextRef="#ctx0" brushRef="#br0" timeOffset="12233.96">12948 4242 87 0,'0'0'159'0,"-2"-8"-42"0,2 8-33 16,0 0-19-16,0 0-31 0,0 0-27 0,0 0-35 15,19 21-60-15,-13-5-95 0,3-2 42 0</inkml:trace>
  <inkml:trace contextRef="#ctx0" brushRef="#br0" timeOffset="12495.23">13252 4743 103 0,'0'0'235'0,"0"0"-11"0,0 0-6 0,0 0-5 15,0 0-10-15,0 0-15 0,0 0-10 16,-5-26-11-16,3 13-8 0,0-3-20 0,2 1-15 0,-2-2-9 16,2-1-11-16,2-7-11 0,2 7-10 0,1-11-7 15,-1 12-9-15,6-2-8 0,-3 3-8 0,1 3-1 16,-1 3-11-16,2 3-5 0,0 1-6 15,-2 1-4-15,5 6-5 0,-2 2-5 0,1 2 1 16,-1 2 0-16,3 5-6 0,-2 5 2 0,5 7 1 16,-1-2-7-16,-7 3-13 0,-2 1-19 0,-1 0-25 15,-3 2-27-15,0-1-56 0,0-2-64 0,-2-4-40 0,-2 3-151 16,2-8-421-16,0 1 186 0</inkml:trace>
  <inkml:trace contextRef="#ctx0" brushRef="#br0" timeOffset="12875.12">13625 4837 46 0,'9'-13'222'0,"-2"-2"-9"0,4-1-4 15,1 0-17-15,0 0-13 0,5-8-12 0,-4 1-10 16,0-2 3-16,3-1-19 0,2 1-12 16,-2 0-13-16,2-1-14 0,-3 0-4 0,2 2-2 15,-2 0 12-15,-5 7-14 0,-4-1-4 0,2 3-6 16,-5-1 10-16,1 5-15 0,-2 0-2 0,0 1-10 15,0 5-10-15,-2 5-2 0,-4-12-13 0,4 12-2 16,-6-7 5-16,6 7-17 0,-16 1-6 0,2 2 1 16,-3 0-3-16,-1 8-6 0,5-2 0 0,-3 4 3 15,5-1-13-15,1-2-11 0,1 3 2 0,3 2-4 16,2-4 0-16,6 6 1 0,-2 1 2 0,4-2-2 16,5 1 4-16,-1-3-2 0,4 1 1 0,1 2-3 15,5 4 2-15,-4-2 3 0,2-4 1 0,-3 0 5 0,-1 2-9 16,-1-3 1-16,2 2 3 0,-4-2-2 15,0 0 4-15,-3-1 0 0,-1 1 0 0,-3-3-5 16,1 0 4-16,-1-1-5 0,-4 1 2 0,-1 0-8 16,-1-1-2-16,-1-2-17 0,-3-1-10 0,1-1-8 15,-3 0-23-15,2-1-21 0,-3 0-32 0,11-5-39 16,-16 3-44-16,9-2-188 0,7-1-429 0,0 0 189 16</inkml:trace>
  <inkml:trace contextRef="#ctx0" brushRef="#br0" timeOffset="13122.13">14072 4524 2328 0,'9'-18'-3'0,"2"-5"22"0,-6 5 16 0,0 1-21 15,-1 0 21-15,0 5 23 0,1 0 14 16,-3 3 13-16,0 2 5 0,-2-2 1 0,5 3-11 16,-5 6-5-16,2-7-10 0,-2 7-10 0,0 0-3 15,0 0-8-15,0 0 1 0,9 23 9 0,-9-6 0 16,2 2 10-16,0 0 1 0,1 7-6 0,-2 1-5 15,-1 1-2-15,0-1 2 0,-4 1-11 0,4-1 2 16,0-2-3-16,-2 1-4 0,0 1-7 0,2-8-7 16,0 1-41-16,0-4-23 0,0 1-36 0,0 0-40 15,-2-5-40-15,4 1-45 0,-2-4-42 0,0 0-42 16,-2-2-180-16,2-7-502 0,0 0 222 0</inkml:trace>
  <inkml:trace contextRef="#ctx0" brushRef="#br0" timeOffset="13612.31">14007 4536 76 0,'0'0'176'0,"0"0"-15"0,11-5-16 0,-11 5-18 16,23 0-4-16,-6-1-14 0,4 2-7 0,10 2-2 16,1-3-16-16,3 0-7 0,2 2 0 0,-1-4-10 15,4 2-7-15,-4-2-6 0,0 0-4 0,-7-1-5 16,-2-1-7-16,-6 2 1 0,-4 1-6 0,-3 1-3 15,-1-1 8-15,-7 0 14 0,2 0 4 0,0-2-1 16,-8 3 0-16,9-3-4 0,-9 3 3 0,0 0-3 16,5-5-4-16,-5 5 1 0,0 0-10 0,0 0-3 15,0 0-1-15,0 0 1 0,-27 1-5 0,9 7 4 16,2 2-2-16,0 2-1 0,-8 6-4 0,6 1 2 16,-4 2 7-16,3-5-2 0,2 4-4 0,5-5-4 15,-1 0-3-15,4 0 0 0,7-3-4 0,-3-2 0 16,3 1-3-16,1-2-3 0,1 1 2 15,0-4-2-15,3 1-2 0,4-2 4 0,2-1-2 0,0-1-2 16,3-1-1-16,0-2 3 0,0-2-5 0,0 2 4 16,1-5-1-16,0 2 1 0,-2-4-3 0,0 2-3 15,1-5 0-15,-1 1 3 0,2-1-3 0,-1-3-2 16,-6 3 8-16,1-5-9 0,-1 6 0 0,-1-2 2 16,-2 2 1-16,1-3 2 0,0 7 6 0,-4 5-3 15,5-9-5-15,-5 3-2 0,0 6-8 0,0 0 8 16,0 0-7-16,0 0-1 0,0 0 1 0,0 0 5 15,2 28-5-15,-2-18 5 0,-2 6-2 0,2-2-2 16,2 0 2-16,2 1-2 0,-1-2-11 0,2 3-22 16,1-2-29-16,1-4-46 0,4 2-45 0,3-1-55 15,3 0-24-15,4 0-144 0,6-2-409 0,2-4 181 16</inkml:trace>
  <inkml:trace contextRef="#ctx0" brushRef="#br0" timeOffset="14720.05">14759 4366 212 0,'0'-10'230'0,"0"10"-2"0,0-14 6 16,0 9-19-16,0 5-17 0,0-9-18 0,0 9-23 15,0 0-21-15,4-7-19 0,-4 7-10 0,0 0-15 16,6 21-5-16,-2-3-8 0,1 9-6 0,-4 3-10 16,1 5 0-16,-4-1-6 0,2 12-4 0,-1 0-5 15,0-15-3-15,-3-3-4 0,4-1-4 0,0-3-2 16,-4-3-7-16,4-3 0 0,-1-3 1 0,-3-4-7 16,3 2 0-16,0-4 0 0,-2-1-4 0,3-8-2 15,0 12 2-15,-2-7 2 0,2-5 9 0,0 0 5 16,-2 9 6-16,2-9 3 0,0 0-10 0,0 0-1 15,0 0-5-15,0 0 2 0,0 0-10 0,14-26-4 16,-1 13 0-16,-2-2-4 0,10-4-2 0,-1 4-3 16,-2 4 1-16,1 2-7 0,-1 3 2 0,-1-1-4 15,-3 4-2-15,-1 3 0 0,0 0-1 16,-1 3-2-16,0 4 4 0,-3 0-8 0,2 1 5 0,-2 1 1 16,-4 3 0-16,0-2-2 0,-3 0 8 0,0 2-8 15,-4 0 5-15,0 1 2 0,-3-1 0 16,-2 1 2-16,-4-1 0 0,-4 1-1 0,0-2 1 0,-2-3-2 15,3 1-7-15,-3-2-9 0,6-3-19 0,-7-1-20 16,6-1-29-16,-1-2-38 0,13 0-48 16,-20-3-50-16,14-1-212 0,-2-3-468 0,8 7 207 15</inkml:trace>
  <inkml:trace contextRef="#ctx0" brushRef="#br0" timeOffset="14904.64">15099 4583 169 0,'0'0'249'0,"9"-8"-19"0,-9 8-19 16,6-6-20-16,-6 6-19 0,0 0-20 0,0 0-16 16,0 0-13-16,0 0-16 0,12 13-3 0,-11-3-9 15,-2 2-11-15,1 5-2 0,-2 2-5 0,1-2-13 0,-1 9-3 16,2-7-4-16,0 0-11 0,-2 1-25 16,0-1-34-16,-1 0-52 0,2-2-70 0,-2 0-77 15,-2-5-123-15,3 0-362 0,2-12 160 0</inkml:trace>
  <inkml:trace contextRef="#ctx0" brushRef="#br0" timeOffset="15062.76">15094 4340 35 0,'-2'-7'189'16,"2"7"-42"-16,0-9-46 0,0 9-49 0,0 0-58 15,0 0-81-15,13 3-94 0,-13-3 43 0</inkml:trace>
  <inkml:trace contextRef="#ctx0" brushRef="#br0" timeOffset="15276.41">15324 4345 2213 0,'4'-10'9'0,"-1"0"35"0,-1 1 10 15,0 2 13-15,-2 0-3 0,0 7 5 0,0-10-3 16,0 10-6-16,3-9-13 0,-3 9-2 0,0 0-12 15,1-6-4-15,-1 6-8 0,0 0 1 0,0 0 0 16,0 33 1-16,1-8 11 0,-2 6 0 0,3-2-2 16,-3 4-3-16,2 3-3 0,1-2 2 0,2-1-2 15,-4 0-2-15,1 0-1 0,-1-3 0 16,0-2-3-16,1-1-3 0,3 0-26 0,-4-8-31 0,1 0-35 16,-1-1-46-16,3-2-71 0,-2-5-76 15,-1 2-149-15,1-5-451 0,-1-8 199 0</inkml:trace>
  <inkml:trace contextRef="#ctx0" brushRef="#br0" timeOffset="15463.98">15528 4646 2218 0,'7'-15'42'0,"-1"-1"54"0,-1 7-5 0,-3 1-16 16,0 2-10-16,1 1-5 0,-1 0-15 0,-2 5-11 16,1-8-12-16,-1 8-3 0,0 0 1 15,0 0 11-15,0 0 11 0,-1 24 1 0,-1-8-4 0,-1 3-1 16,0 0-4-16,-1 0-1 0,2 2-1 0,-3 4-6 15,5-8 0-15,-1 4-2 0,-1-3-25 0,1-2-40 16,1 3-29-16,-1-3-57 0,2-3-76 0,-2-3-250 16,1-10-489-16,-1 17 216 0</inkml:trace>
  <inkml:trace contextRef="#ctx0" brushRef="#br0" timeOffset="15626.63">15613 4429 1976 0,'0'-15'87'0,"-3"-3"-11"0,-1 7-35 0,2 1-15 16,-1 4-5-16,2-2-10 0,1 8-9 0,-5-9-10 15,5 9-6-15,0 0-17 0,0 0-36 0,0 0-42 16,0 0-45-16,0 0-156 0,0 0-336 0,0 0 150 16</inkml:trace>
  <inkml:trace contextRef="#ctx0" brushRef="#br0" timeOffset="15845.2">15875 4341 158 0,'0'0'257'0,"3"-8"-14"0,-3 8-14 15,0 0-21-15,3-8-24 0,-3 8-22 0,0 0-13 16,0 0-7-16,0 0 4 0,-1 25 6 0,2-7 4 16,-2 6-17-16,-2 1-9 0,-1 1-11 0,3 5-4 15,0 1-8-15,-2-4-13 0,1 1-7 0,0 0-3 16,1 0-14-16,0-1-1 0,-2-1-7 0,1-2-5 15,-1-7-9-15,3-1-21 0,-1-2-40 0,-2-2-33 16,2-2-27-16,-2 0-28 0,1-1-39 0,-2 0-42 16,2-5-46-16,-2 2-208 0,4-7-471 0,-12 6 209 15</inkml:trace>
  <inkml:trace contextRef="#ctx0" brushRef="#br0" timeOffset="16401.07">15756 4582 83 0,'0'0'168'16,"15"-7"-17"-16,-6 2-10 0,2 3-9 0,0 0-7 0,0 0-8 16,-11 2-6-16,25 4-5 0,-13 0-14 0,-2-1-1 15,0 4-9-15,2-1-8 0,-2 3-5 0,1-1-1 16,-1 2-1-16,3 0-3 0,-7 0-7 0,2-2 0 16,1 1-3-16,-3-1-2 0,2 0-3 15,1-1-7-15,-3 0-2 0,0-2-3 0,-6-5 0 0,12 8 1 16,-2-5 2-16,-3 0 8 0,-7-3 2 15,15 1-1-15,-2-1 2 0,-2-2 7 0,2-2 4 0,-3 1-3 16,2-1 5-16,-2 0 3 0,0-2 2 0,-1 1-4 16,0-1 7-16,-1-3 3 0,-1 1-1 0,-3 2-9 15,-4 6 12-15,8-12-11 0,-3 6 4 0,-5 6 3 16,6-6-2-16,-6 6-14 0,7-7-3 0,-7 7-9 16,0 0-1-16,0 0-17 0,0 0-5 15,0 0-2-15,0 0-3 0,0 0-22 0,1 38 24 16,-3-17-2-16,-2 8-6 0,0 5 2 0,0 0 0 0,-4 14 0 15,5-13-1-15,-3 13 0 0,3-14 1 16,-5 12-2-16,3-12 0 0,1 2 4 0,-1 12-3 16,1-13-2-16,1-1-1 0,0 12-1 0,1-13 10 15,4 1-6-15,-8 2 2 0,9-3-4 0,-4 0 7 16,-3 1-6-16,-2-6 7 0,1 2-2 0,1-3 0 16,-4-2 1-16,1-7 0 0,-5-3-5 0,0 1 6 0,-2-3-1 15,-2-3-2-15,-3-3-2 0,0-2 5 16,-1-5-15-16,-2-4 7 0,2-1-22 0,-4-6 19 15,1-6-11-15,3-3-3 0,1-2 1 0,3-8 7 16,5-3-16-16,6 0 4 0,7-2-3 0,1-13-7 16,9 4-7-16,10-2-4 0,-1 4-19 0,13 1-12 15,5 3-12-15,3 1-9 0,2 4-15 0,6 4-8 16,-2 4-13-16,5 5-16 0,-1 0-28 0,-3 6-33 16,4 1-39-16,-14 5-36 0,-1 4-151 0,0-3-457 15,-1 0 202-15</inkml:trace>
  <inkml:trace contextRef="#ctx0" brushRef="#br0" timeOffset="27281.32">16891 4679 80 0,'0'0'97'0,"0"-8"-19"0,0 8 12 0,3-7-4 15,-3 7 6-15,2-9 13 0,0 3-21 0,1-1-2 16,-3 7-4-16,5-10 4 0,-5 10 4 0,2-8 1 16,-2 8 3-16,4-8-3 0,-4 8-3 0,2-6-3 15,-2 6-7-15,0 0-6 0,0 0-2 0,0 0-6 16,2-8-9-16,-2 8-6 0,0 0-1 0,0 0-5 15,0 0-6-15,0 0-8 0,0 0-3 0,0 0-2 16,0 0-7-16,0 0 1 0,0 0-1 0,0 0-3 16,0 0 1-16,0 0-2 0,0 0-1 0,0 0 0 15,0 0-10-15,0 0-9 0,-13 19-15 0,13-19-2 16,-1 7-14-16,1-7-21 0,0 0-18 0,-1 10-18 16,1-10-7-16,0 0-10 0,0 0-10 0,2 8-4 15,-2-8-82-15,0 0-230 0,0 0 101 0</inkml:trace>
  <inkml:trace contextRef="#ctx0" brushRef="#br0" timeOffset="28125.28">17112 4555 85 0,'0'0'84'0,"-10"-2"-6"0,10 2-7 15,-11 2-7-15,11-2 1 0,-11 2 3 0,1-3 2 0,10 1-16 16,-15 5-3-16,8 0 5 0,-2 1-1 0,-1 1-13 15,1 1 8-15,-1 1-11 0,-1 3 1 0,0 1 0 16,4-1-5-16,1-2 0 0,1 4-4 16,0 3 0-16,1-6-8 0,0 2 4 0,0 3-3 0,2-5-1 15,3 1-4-15,0-1 3 0,3 0-8 0,-1 0 7 16,0-2-5-16,4 1-17 0,1-1 15 0,2 0 5 16,1-2-9-16,1-2 12 0,6-1-3 0,-6-2 1 15,10 0-4-15,-2-4 1 0,-1 1-7 0,0-2 4 16,0 0-10-16,-8-2 9 0,6-3-3 0,0-1-2 15,0-2 2-15,-3-1 3 0,-1 2-2 16,0-3-2-16,-4-3 0 0,1 1-2 0,-2 0-3 0,-3-1 9 16,-1 1-4-16,-3 1 2 0,-2 2-7 0,-2-14 6 15,-1 11-5-15,-2 1 0 0,-4 0-2 0,-2 0-2 16,1 3 5-16,-6 0-3 0,1 3 0 0,-4-1-2 16,0 3 0-16,-7 1-4 0,7 4 3 15,-2 1 1-15,0 1 2 0,2-1-1 0,1 1-4 0,1 4-2 16,8-1 8-16,2-1-1 0,-2 2-2 0,6-1 1 15,0 1-3-15,4-5-2 0,-1 10 6 0,1-10-2 16,16 9 3-16,-3-8 1 0,9 2-3 16,7-4 6-16,4-2-3 0,3 0 3 0,1-1 1 15,2-2-7-15,10-7-10 0,-11 3 12 0,0 0-2 0,-2-2-2 16,-2-1-4-16,-2-1 4 0,-1 2 3 0,-5-3 1 16,-2 0-4-16,-1-1 5 0,-3-1-2 0,-8 2-1 15,0 1 3-15,-4 2 5 0,1-7-7 0,-3 3 9 16,-1 1 9-16,-1-1 13 0,-3 5 2 15,-1 1-2-15,2-1 3 0,-4 1-5 0,1 2 0 16,-1 1 8-16,2 7 3 0,-2-12-4 0,0 5-5 0,2 7-5 16,0 0 3-16,-1-9-12 0,1 9-5 0,0 0 2 15,0 0-8-15,0 0 2 0,0 0 0 0,-9 22-3 16,6-6-2-16,-1 10 0 0,2 0-1 0,2 6 1 16,-3-2-3-16,3 6 4 0,-1 11-1 15,2-1 7-15,3 1-5 0,-3-1 9 0,-2 0 1 16,5-13 2-16,0 4-5 0,0-4 2 0,1 1 0 0,1 0-4 15,-1-1 1-15,0-2-1 0,-2-2 0 0,3-1-3 16,-1-1 3-16,0-1-3 0,0-7-2 0,-1-1-12 16,-1-3-13-16,-2 2-17 0,2-4-19 0,-3-2-22 15,0 1-30-15,2-2-33 0,-2 0-28 0,0-10-28 16,-4 16-101-16,4-16-317 0,-11 9 141 0</inkml:trace>
  <inkml:trace contextRef="#ctx0" brushRef="#br0" timeOffset="28277.72">17620 4798 17 0,'18'-9'123'0,"8"1"-16"16,-1-3-14-16,5 6-20 0,-1-5-51 0,4 3-31 15,-1 0-62-15,3-1-78 0,-1 0 35 0</inkml:trace>
  <inkml:trace contextRef="#ctx0" brushRef="#br0" timeOffset="28859.04">18674 4333 35 0,'-6'-6'199'0,"1"0"-11"16,1 2-18-16,4 4-17 0,-4-8-23 0,4 8-9 16,0 0-14-16,8-10-9 0,4 8-9 0,7-3-13 15,8-2-6-15,5 1-20 0,0 1-2 0,2 0-17 16,-3 2-11-16,-10 2-14 0,8-1-9 0,-14 0-15 16,-1 1-4-16,-4 1-9 0,-3-1-3 0,-7 1 9 15,14 0-5-15,-8-2 9 0,-6 2 1 0,0 0 2 16,12-1 8-16,-12 1-1 0,0 0-4 0,0 0 7 15,0 0-2-15,0 0 8 0,0 0-2 0,0 0 12 16,0 0 3-16,-21-10 5 0,21 10-3 0,-11 0 4 16,11 0-11-16,0 0 0 0,-12 3-1 0,12-3 6 15,-10 8 3-15,5 0 6 0,0 4 4 0,0 3-3 16,1 3-4-16,0 2 15 0,1 5-4 0,-2-1 8 16,4 3-2-16,0-2 3 0,1-1-7 0,0 3 3 15,5-2-1-15,-3-5-2 0,1 6-1 0,-1-7 1 16,1-2-5-16,0-1-5 0,-1 0 1 0,-1-3-5 15,-1-2 2-15,2-1-2 0,-1 1 1 16,0-4-3-16,1-2-3 0,-2-5-1 0,1 13-2 0,-1-13-5 16,0 0-8-16,0 0-1 0,-5 9-4 0,5-9-6 15,0 0 2-15,-18-5-5 0,18 5 1 0,-21-8 6 16,10 2 3-16,-2 0-3 0,1 0 2 0,1 0 7 16,2 0-6-16,9 6 3 0,-14-7 3 0,6 4 4 15,8 3-6-15,-9-6 2 0,9 6 2 16,-9-6-6-16,9 6 2 0,0 0 1 0,0 0-2 0,0 0 6 15,0 0-1-15,0 0 2 0,0 0-1 0,0 0 6 16,36 2 0-16,-14-2-7 0,6 1-2 16,3-2-2-16,-1 1-28 0,6 0-28 0,1-4-45 0,2 1-41 15,-1 0-104-15,-2-3-271 0,1 1 120 16</inkml:trace>
  <inkml:trace contextRef="#ctx0" brushRef="#br0" timeOffset="29071.02">19545 4448 59 0,'0'0'189'0,"-13"-10"-12"0,13 10-9 16,-19-1-4-16,2 5-6 0,-2 2-8 15,1 2-4-15,-10 7-6 0,1 1-8 0,1 3-6 16,0 3-8-16,0 0-10 0,6-2-12 0,1 0-7 16,9-4-12-16,1 0-6 0,4 0-7 0,0-1-3 15,6 1-7-15,3-3-5 0,4 1-4 0,4-3-6 16,5 1-1-16,9 1-19 0,0-4-22 0,4-2-42 15,1-3-34-15,5-2-57 0,-1-2-49 0,-3 3-164 16,-3-6-376-16,-1 1 166 0</inkml:trace>
  <inkml:trace contextRef="#ctx0" brushRef="#br0" timeOffset="31280.12">20077 4625 98 0,'0'0'106'0,"0"0"-6"16,0 16-2-16,0-16-11 0,1 16 4 0,0-5-7 15,-2-1-4-15,3 0-8 0,-2 0-10 16,2 1 6-16,-2-1-9 0,1-1 1 0,-1 0-3 16,0-9-7-16,0 11 2 0,0-6-6 0,0-5 11 15,0 0 4-15,-1 11 9 0,1-11 12 0,0 0 4 16,0 0-3-16,0 0-7 0,0 0-3 0,0 0-14 15,0 0-5-15,0 0-6 0,0 0-1 0,-4-27-3 16,3 18-4-16,2-2-8 0,0 0-4 0,-1-2 1 16,1-4-5-16,1 1-4 0,-1-2 1 0,2-1-8 0,2 0 4 15,1 0-5-15,-2 2 1 0,2 0-3 16,2 3-1-16,-2 0-1 0,3 2-2 0,-2 3-5 16,-2 0-2-16,1 4 4 0,2-1-5 0,-1 2 0 15,1 3-1-15,-8 1-1 0,14-2 2 0,-2 4 2 16,-2 2 0-16,0 0-4 0,-2 2 1 0,1 1 1 15,2 0 1-15,-2-1 5 0,0 3-1 0,0-1-5 0,1 2 4 16,-1-2-5-16,-2 1 4 0,-2 0 1 0,0-1-3 16,0 0 1-16,-2-3 2 0,-3-5 0 0,2 8 1 15,1-4-2-15,-3-4 4 0,4 5 10 16,-4-5 7-16,0 0-5 0,0 0-1 0,0 0 4 0,0 0-4 16,0 0-1-16,0 0-4 0,0 0 1 15,0 0 1-15,2-20-7 0,3 10 4 0,4-3 0 0,1 0-4 16,3-1-3-16,2 1-6 0,2 2 4 15,1-1-1-15,5-2 3 0,-5 4-6 0,0 3 1 16,-5 3-6-16,3 2 2 0,1 0 3 0,1 5-5 16,-2 0 5-16,4 1 0 0,-6 4-2 0,-3 1 3 15,3 3 0-15,-4 2-3 0,-1-3 0 0,-1 4 5 0,0 2 2 16,-1-1-3-16,-3-2 3 0,-1 4-19 16,-1-6-16-16,1 3-26 0,-2-3-34 0,-1 0-48 15,3 0-44-15,-2 0-149 0,-2-3-363 0,1-9 161 0</inkml:trace>
  <inkml:trace contextRef="#ctx0" brushRef="#br0" timeOffset="32016.58">20995 4442 137 0,'-10'-4'183'0,"1"0"-6"15,-1 3-10-15,-4 2-9 0,0 1-5 16,-4 3-6-16,1 4-13 0,-2 2-9 0,-4 5-9 15,3 5-9-15,6-5-6 0,-3 4-12 0,1 1-7 16,7-6-11-16,2 0-10 0,1 1-2 0,3-4-6 0,2-1-5 16,2-1-3-16,2-1 1 0,2 1-7 15,1-2-3-15,1 0-5 0,1-2 3 0,2-3-6 16,0 0 0-16,0-1-5 0,3-2-1 0,-3 0-1 16,2-2-1-16,0-3-3 0,-3 0 3 0,0-2-2 15,1 0-1-15,-3-1-2 0,1-1 3 0,-3-1 1 16,4-2-2-16,-7 0-1 0,2-3 0 0,-1 4 1 15,0-1-6-15,-1 3 5 0,0-1-3 0,0 3-1 16,-1-1-2-16,-1 8-2 0,4-9-5 0,-4 9-5 16,0 0-4-16,0 0 3 0,3-4-2 0,-3 4 0 15,0 0 6-15,5 16-3 0,-1-7 4 0,0 0-2 16,1 0 0-16,1 1 3 0,1 1 0 0,5 0-2 16,-5-5 0-16,2 3 3 0,3-2 1 0,-1-1 6 15,6 0-7-15,-4-5 5 0,6-1-2 0,-1-3 4 16,0 0-1-16,-2-1 0 0,-2 1 6 0,-1 0 0 15,0-4 6-15,0-3 4 0,-2 1 1 0,-3 2-1 16,1-5 2-16,0-1 0 0,-2-1-7 0,2-1-3 16,-5 0 4-16,3-2-4 0,-4 0 1 15,-1 5 3-15,1 0 3 0,-1 4-1 0,-2 1 3 0,1 0-5 16,-1 7-8-16,1-10-8 0,-1 10 1 0,0 0-5 16,0 0-4-16,0 0 5 0,0 0-1 0,5 22-2 15,-6-11 2-15,1 6 2 0,1-5 4 0,5 5-9 16,-4-6 5-16,5 3-4 0,0-2 5 0,-1-1-1 15,2-1 1-15,1-2 2 0,3-2 5 0,-2 0-7 16,1-3 2-16,6 1-3 0,-5-4 3 0,7-5 1 16,-4 0-3-16,-1 1 5 0,-2-1-4 0,4-3 2 15,-4 1 1-15,-2 0-4 0,0-2 1 0,-1 0 0 16,-1-1-1-16,3-2 1 0,-4 2 5 0,-1 2-9 16,1 1 12-16,-1-2 1 0,-1 6-3 0,-1-1-4 15,-4 4-3-15,5-8 1 0,-5 8-9 0,0 0-2 16,0 0-1-16,10 10 0 0,-9 1 4 0,4 4-2 15,-1 12 7-15,-1 2-3 0,1 2 0 0,-2 3 0 16,0-2 0-16,-4 1 0 0,2-3 2 0,0 2 0 16,0 1 3-16,0-1-1 0,0-2 0 0,0 0-3 15,4-1 0-15,-4-3-2 0,1-1-19 0,1-7-20 16,0 0-28-16,1-1-28 0,-3-1-37 0,0 0-47 16,1-4-41-16,0 0-240 0,-2-1-497 0,-1 1 221 15</inkml:trace>
  <inkml:trace contextRef="#ctx0" brushRef="#br0" timeOffset="33068.81">22390 4141 64 0,'0'-8'202'16,"0"8"-10"-16,0 0-8 0,1-13-4 0,-1 13-9 15,0 0-11-15,0 0 13 0,0 0-12 0,0 0-15 16,0 0-16-16,0 0-9 0,0 0-17 0,0 0-9 16,0 0-11-16,-1-8-13 0,1 8-3 0,0 0-13 15,0 0-8-15,0 0-6 0,0 0-1 16,0 0-6-16,0 0 1 0,0 0-8 0,0 0-1 0,-4 25-5 16,1-15-1-16,2-4 0 0,-1 1 0 0,2-7-4 15,-2 17-2-15,0-9-1 0,-1-1-2 16,1 1 2-16,0 1-3 0,0-3-2 0,2-6 2 0,-1 10-4 15,1-10 0-15,-3 9 2 0,3-9-3 16,-1 7-2-16,1-7 0 0,-2 6 0 0,2-6 0 16,0 0 0-16,-3 8-3 0,3-8 2 0,-2 6 4 0,2-6-5 15,0 0 1-15,-1 10-1 0,1-10-2 0,-1 11 4 16,1-11-2-16,-3 9 1 0,2-3-2 0,1-6 2 16,-1 12-2-16,-1-7 3 0,1 2-2 15,1-7 0-15,0 13-2 0,0-5 3 0,-1 1-2 16,1 1 0-16,-3-1 2 0,3 0-1 0,0 1-4 15,-1-1 8-15,1-9-5 0,-1 16 2 0,1-9-4 16,0 3 1-16,1-3 5 0,-1-7-7 0,-1 14 6 0,1-7-3 16,0-7 3-16,0 0-1 0,2 15 1 15,-2-15-4-15,3 11 3 0,-3-11 0 0,0 0 1 16,1 11 3-16,-1-11-1 0,0 0 4 0,0 0 0 16,0 0 8-16,0 0 11 0,0 0 7 0,0 0-1 15,0 0 0-15,3 5 6 0,-3-5-11 0,0 0 4 16,0 0-2-16,0 0-6 0,0 0-3 0,-2-34 4 0,4 26-10 15,-1-3-3-15,1-1-5 0,2 1 4 0,0 0-6 16,3 1-4-16,3 1-2 0,0 1 1 16,3-2-2-16,-1 6-2 0,1 0-2 0,1 1 1 15,3 3-1-15,-3 3 0 0,1 2-1 0,-3-1 3 16,-1 5-3-16,4 0 2 0,-7 1-2 0,-1 1 4 16,-2 0-3-16,1 1 3 0,-3 0 2 0,-3 0-6 15,-3-1-4-15,1 2-17 0,-3-1-10 0,-6 1-17 0,-3-1-17 16,-2-1-5-16,-2-1-3 0,4-1 9 15,0-4 2-15,2-2 11 0,0-3 3 0,0 0 5 16,12 0 8-16,-17-2 7 0,17 2 0 0,-11-6 9 16,11 6 11-16,-9-5 1 0,9 5-1 0,0 0 0 15,-3-8 1-15,3 8 3 0,0 0 4 0,21-8-7 16,-21 8 12-16,23-2 6 0,-12 0 0 0,8-1 7 16,1 3-1-16,-2-3 3 0,3 2 1 0,6-3-2 15,-4 3 3-15,-2-4 0 0,-1 1-2 0,0 1 2 16,1-2-7-16,-2 0 2 0,-2 1 0 0,-5 1 12 15,-1-1 5-15,-1-2-1 0,-4 0 2 0,2-1-4 16,-3-2 1-16,2 2-5 0,-4-3 3 0,1 1-2 16,-1-3-1-16,-2 4-2 0,-1-2-1 0,0 10-2 15,-3-16-2-15,0 10-1 0,3 6-4 0,-4-6-3 16,4 6-6-16,-13 1 1 0,3 4-1 0,-6 5 9 16,4 1-10-16,-4 3 1 0,2 0-3 0,2 1 7 15,0-1-3-15,3 3-3 0,1 0 4 0,5 1-2 16,3 0-6-16,2-2-24 0,4 1-35 0,1-4-52 15,7-1-48-15,5-2-68 0,5 1-146 0,8-2-410 16,4-3 181-16</inkml:trace>
  <inkml:trace contextRef="#ctx0" brushRef="#br0" timeOffset="33472.49">23393 4646 28 0,'8'-6'318'0,"1"-1"-8"0,-2-2-15 0,1 0-16 15,0-2-14-15,-2 2-15 0,2-7-19 16,1 0-24-16,-2 2-16 0,2-1-17 0,-1-1-19 16,0 0-16-16,1-2-12 0,0 1-10 0,2-7-13 15,-3 6-14-15,-1 0-11 0,-1-1-29 0,-1 1 21 0,-2 3-13 16,0 2-5-16,-2 3-8 0,-1-1-4 0,-2 1-5 16,-2 1-18-16,0 4 12 0,-1-3-7 0,-4 2-4 15,-1 2-5-15,-8 0 5 0,5 3-7 16,-2 1-4-16,2 1-4 0,2-1-1 0,0 2-4 15,11-2-10-15,-13 0-14 0,7 1-6 0,6-1 3 16,0 0 1-16,-6 4 5 0,6-4 3 0,0 0-3 0,14 11 8 16,-3-7-1-16,1-2 5 0,7 1 3 0,4 0-1 15,-4-2-1-15,9 3 1 0,-6 0-3 16,-2-1-1-16,-2-2 4 0,0 4 0 0,-8 0-3 16,2 0 0-16,-1 3 2 0,-2 0-1 0,-3 2 1 15,1 0 3-15,-2 2-2 0,0 3 5 0,-1 0-2 16,0-3 4-16,-1 1-5 0,-2 1 5 0,0 0-1 15,-1 0 2-15,1 1 3 0,3 0-1 0,4 4-4 0,-3-9-24 16,3 0-38-16,-2 0-40 0,4-3-47 16,2 1-42-16,-1-3-46 0,10-2-214 0,-3-1-489 15,1-4 218-15</inkml:trace>
  <inkml:trace contextRef="#ctx0" brushRef="#br0" timeOffset="34466.47">24050 4375 137 0,'-4'-15'227'15,"-1"4"-11"-15,0 0 5 0,0 1-6 0,0 2-8 16,0 2-16-16,1 1-20 0,4 5-19 0,-17-4-11 16,6 6-3-16,-5 6-10 0,1 2-3 0,-3 2-12 15,1-2-4-15,-2 7-11 0,3 2-11 0,3-7-9 16,4 3-5-16,0 0-12 0,0 1-2 16,5-5-8-16,2-2-2 0,0 2-6 0,4 1-3 15,-2-12-4-15,6 12-1 0,0-3 0 0,2-1-2 0,1-2-8 16,0-2 0-16,4-3-5 0,-13-1 2 0,20 0 0 15,-7-3-6-15,-13 3 11 0,20-7-14 0,-8 1 2 16,-3-1-4-16,1-2 3 0,0-4 0 0,-3 3-3 16,-1-2 6-16,2-3-4 0,-4 0 0 0,1-2-1 15,-3 5 5-15,2-1 6 0,-3 5 14 0,1 1-1 16,-1 1-17-16,-1 6 13 0,1-12-8 16,-1 12-6-16,0 0-6 0,0 0-5 0,0 0 4 0,0 0-7 15,0 0 3-15,-6 26 3 0,5-9-3 0,-2-6-1 16,2 4-6-16,-1-2 14 0,0 3-14 0,1-1 0 15,2-2 6-15,1-2 1 0,1 2-2 0,1-1-12 16,2-2 23-16,1 0-4 0,4-3-3 16,-2-1 0-16,1 2 2 0,3-6 4 0,-3 4-4 0,3-6-1 15,-13 0 3-15,21-6 1 0,-10 2-4 16,-1 0 0-16,1-3-3 0,-1-1 1 0,-1-2 0 0,2-3-1 16,-1 0-3-16,1-1 1 0,-5-1-4 15,2-1 4-15,-1-1-1 0,-2-1-8 0,-2 1 4 16,2 1-21-16,-1 5 30 0,-3 1-1 0,1 3 1 0,-1 1-1 15,-1 6-1-15,2-11-10 0,-2 11 1 0,0 0-1 16,0 0-4-16,0 0-1 0,0 0 9 16,0 0 2-16,0 0-11 0,3 31 5 0,-3-31-2 15,-3 24-1-15,3-13 4 0,0 1 0 0,0 1-2 0,2-3 4 16,1 1 0-16,-1-2 3 0,0 2-4 16,3-1 5-16,1-3 0 0,-3-1 2 0,5 0 3 15,-8-6 0-15,13 5-4 0,-4-2 4 0,2-2-1 0,3 0-1 16,-14-1 1-16,30-6-1 0,-19-1-3 0,7 1-1 15,-5-3-4-15,3-1 1 0,-9 2 4 16,1-2-11-16,4-4 11 0,-7 4 2 0,3-7-5 16,-4 1 0-16,3-1-2 0,-4 0 1 0,-3 2-8 0,1 1-2 15,-4 4 8-15,3 10-3 0,0-16 1 16,0 16-12-16,0-12 12 0,0 12-8 0,-1-5 0 16,1 5-3-16,0 0 0 0,0 0 4 0,0 0 0 15,-8 39 6-15,5-24-6 0,1 2 4 0,-1-1 3 16,0 3-2-16,3-3-3 0,0 4 7 0,-1-4 3 15,1 3 4-15,1 0-6 0,3 4 3 0,-1-6-3 0,-2-1 1 16,0-4 0-16,1 0 3 0,-1-2 5 16,-1 0-4-16,0-10 0 0,1 16 6 0,-1-16-8 15,0 9 3-15,0-9 6 0,0 0 1 0,0 0-1 16,0 0 0-16,-5 10-1 0,5-10 0 0,0 0 0 16,0 0-9-16,0 0 4 0,0 0-13 0,0 0 6 15,-5-30-13-15,5 30-1 0,9-18-7 0,-1 7 4 16,6-3-18-16,1 1 13 0,2 1 3 0,4-4 2 15,1-1-2-15,0 2-1 0,-1-2 4 0,1 2 3 16,-5 4-7-16,3-9 4 0,-5 8 0 0,0 2 7 16,-3-3-1-16,-4 5 2 0,1-2 8 0,-1 2 11 15,-2 0-6-15,-3 2 24 0,-1 1 4 0,-2 5-2 16,7-7-3-16,-7 7-6 0,0 0-3 0,0 0-2 16,0 0-3-16,0 0-3 0,-25 14-2 0,11-3 5 15,3 3 7-15,-4-3-14 0,2 3 3 0,2-1 1 16,1 0-3-16,4-3-20 0,1-3-24 0,3 6-17 15,2-4-28-15,4 2-26 0,0-3-28 0,8 6-18 16,0-3-26-16,6-3-17 0,8 2-32 0,1-5-17 16,2 0-173-16,0-2-455 0,-8 0 201 0</inkml:trace>
  <inkml:trace contextRef="#ctx0" brushRef="#br0" timeOffset="34852.54">24941 4520 697 0,'17'-7'-41'0,"-1"-1"35"0,-2-2 19 16,1-2 19-16,-2-1 15 0,0-2 30 0,-3 2 14 15,2 0 7-15,-4-2 21 0,-3 5 16 0,-2-1 10 16,3 0 12-16,-4 3 6 0,-2 0 0 0,2 2 8 15,-2 6-15-15,-2-11-12 0,2 11-16 0,-11-6-12 16,-1 5-8-16,-7 4-5 0,0 2-5 0,-9 4-2 16,2 0-12-16,0 2-4 0,3 3-5 0,5-3-11 15,2-1-5-15,2 1-5 0,2 0-5 0,5 0-6 16,-1-2 6-16,4 2-15 0,3-1 0 0,0-1-11 16,1-9 3-16,5 20-4 0,2-13-1 0,2-1-15 15,3-1-11-15,7-2-8 0,-2 1-8 0,4-5-2 16,0-1-6-16,5-3 1 0,-6-1 1 0,-1-1 2 15,1-2 5-15,-6-3 1 0,3 1-2 16,-4-4 6-16,6-6 0 0,-11 4 4 0,3-6 2 16,-1-2-3-16,-1-1 4 0,-5 0-2 0,5-2 7 0,-1-1 7 15,-2 0 2-15,-3 0 5 0,2 2 9 16,0 0-9-16,-5 9 35 0,0 5 5 0,0 2 8 0,1 3-4 16,1 0-4-16,-2 8-12 0,0-9-11 0,0 9 1 15,0 0-8-15,0 0 0 0,1 25-17 16,-2-5 13-16,-2 6 1 0,-2 3-4 0,2 1-13 15,2 0 19-15,0 0-6 0,0 0-4 0,-1-2-15 16,4-1-9-16,-1 1-28 0,4-3-47 0,0 0-33 0,1-6-50 16,3-2-53-16,3 0-61 0,-3-1-217 15,2-3-544-15,3-3 241 0</inkml:trace>
  <inkml:trace contextRef="#ctx0" brushRef="#br0" timeOffset="35232.5">25619 4295 2005 0,'13'-34'75'0,"-4"3"-13"16,0 3 34-16,-2 1 16 0,-5 11 5 0,2 5 13 16,-2 1-11-16,1 5-26 0,0 0-22 0,-3 5-9 15,4-7-10-15,-4 7-1 0,0 0-11 0,2 21-6 16,-1-4 3-16,-1 8-2 0,0 0-3 0,1 3 2 16,-1 1-1-16,0-3 3 0,-4 2 1 0,7-5-6 15,-3 3 5-15,1-10-5 0,-1 3 0 0,0-2-1 16,3-4 1-16,-3-4-3 0,0 1-8 0,0-10-3 15,0 12-8-15,0-12 4 0,0 0 11 0,0 10 3 16,0-10 3-16,0 0-1 0,0 0 8 0,0 0-11 16,0 0-3-16,0 0-19 0,0 0 16 0,0 0-5 15,0 0-6-15,13-20-19 0,-6 12 4 0,2-1-5 16,2 4-1-16,3-1 0 0,1-2 5 0,-1 4-8 16,-3 3-2-16,0 1 0 0,-1 3-1 0,-2 1 3 15,-1 0 1-15,-3 2 3 0,1 1-3 0,-2 2 4 16,-3-9 2-16,0 20 1 0,-5-10 2 0,-2 4 0 15,-2 0 0-15,-2-5 6 0,1 4-1 0,-4 2 5 16,-1-4-5-16,-2-1 1 0,5-3-19 0,-1 2-30 16,1-5-39-16,1 0-45 0,11-4-68 0,-15 2-67 15,15-2-220-15,0 0-527 0,0 0 232 0</inkml:trace>
  <inkml:trace contextRef="#ctx0" brushRef="#br0" timeOffset="35711.65">26090 4350 194 0,'0'0'259'0,"9"-1"-25"0,-9 1-27 0,0 0-4 16,0 0 4-16,7 8-7 0,-7-8-5 0,-2 13-11 15,2-13-13-15,0 0-17 0,-2 21-15 16,4-11-11-16,-1 0-15 0,0 0-8 0,-1-10-9 16,9 16-8-16,-5-11-9 0,1 0 1 0,-5-5-11 0,12 8-9 15,-6-4-7-15,-6-4-7 0,13 5 5 0,-13-5-2 16,0 0-6-16,19-4-7 0,-19 4 5 0,9-7-6 15,-9 7 2-15,11-8-19 0,-8 3 27 16,-3 5 10-16,6-9 7 0,-6 9 1 0,6-10 1 16,-6 10 9-16,0 0 0 0,7-10-16 0,-7 10-7 15,0 0-8-15,4-6-25 0,-4 6 9 0,0 0-3 16,0 0 1-16,0 0-1 0,3 45-2 0,-5-16 0 0,1 19 0 16,-1 0 3-16,0 2 3 0,2 1 11 15,0 1-23-15,2 1 19 0,0 0-3 0,-6-2 2 16,8-3-8-16,-4-13 4 0,3 12 6 0,-5-12-10 15,2-1-8-15,-1 0 4 0,1-5-3 0,3-1 0 16,0-1-3-16,-6-8-21 0,3-6 22 0,-2-1-1 16,2-12 2-16,-1 15 5 0,1-15 0 0,-4 13-4 0,4-13 7 15,-17-1-5-15,17 1-7 0,-29-19-5 0,8 3-8 16,-4-4-18-16,6-5 16 0,0 1-4 16,-2-3 0-16,9-4-8 0,3 1 2 0,5-4-2 15,0-13-13-15,6 13-11 0,8-1-7 0,1 0 3 16,9-8 0-16,-4 14-11 0,6 1-1 0,-1 5-13 15,4 0-12-15,6 1-32 0,1 3-27 0,14-3-28 0,-14 9-39 16,4 2-44-16,15-2-77 0,-15 4-207 16,14-2-577-16,-14 2 256 0</inkml:trace>
  <inkml:trace contextRef="#ctx0" brushRef="#br0" timeOffset="37428.83">10427 5591 171 0,'0'0'190'0,"-12"-10"-3"0,6 6-15 0,-3 1-7 15,-4 0-8-15,2 3-11 0,-8 2-10 0,-1 0-12 16,0 2-9-16,-1 5-7 0,-2 5-6 0,0 3 0 16,-1 4-9-16,2 2-11 0,2 0-7 0,1 2-7 15,1 3-5-15,5 3-7 0,4-5-5 0,4-3-7 16,0 3 2-16,4-8-11 0,6 7 2 0,-2-7-7 16,7-1 2-16,2 5-9 0,5-8-17 0,-2-3-22 15,8 3-25-15,-2-6-20 0,8 3-11 0,2-3-43 16,1 0-41-16,-2-6-34 0,0-1-138 0,-2-1-355 15,0-3 157-15</inkml:trace>
  <inkml:trace contextRef="#ctx0" brushRef="#br0" timeOffset="37789.67">10641 5542 130 0,'-2'-17'234'0,"1"8"-13"0,1-1-15 0,0 3-24 16,0 7-22-16,-2-8-18 0,2 8-16 0,0 0-11 15,0 0-10-15,3 25 1 0,-1-6-4 0,0 13-1 16,0 0-5-16,-1 14-5 0,1-13-4 16,-1-1-9-16,0 14-6 0,-1-16-6 0,2-1-7 0,-1-4-9 15,1-1-1-15,-3-5-7 0,4-2 1 0,-2-5-4 16,2-1-5-16,-5-2-3 0,4 1-3 0,-2-4-3 16,0-6-1-16,1 11 1 0,-1-11 2 0,0 8 5 15,0-8 4-15,0 0 0 0,0 0-1 0,0 0-7 16,0 0 3-16,0 0-9 0,0 0 0 0,14-25-4 15,-9 11-4-15,3-2 0 0,3-7 0 0,6 3-4 16,-4 5-4-16,3 2-1 0,-2 3-1 0,3 0 1 16,-2 4-5-16,-2 4 0 0,0 0-3 0,1 5-1 15,-1 1 3-15,-1 3-3 0,-3 2 4 16,6 3-1-16,-5 1-1 0,2 2 2 0,-3 0-11 0,3 0-24 16,-4 0-23-16,1 0-27 0,-1 1-18 0,2-1-32 15,0-2-38-15,-1-3-22 0,6-2-27 0,0 2-144 16,4-1-397-16,0-4 175 0</inkml:trace>
  <inkml:trace contextRef="#ctx0" brushRef="#br0" timeOffset="38126.44">11301 5842 69 0,'-5'-24'166'16,"0"5"5"-16,-2 2 4 0,1 1 12 0,-3-1 3 16,-1 4-6-16,0 2-3 0,2 6-12 0,-1-1-17 15,-4 5-11-15,0 2-3 0,-4 6-14 0,-4 10-9 16,-1-2-4-16,1 6-5 0,3 1-9 15,-2-3-10-15,6 1-11 0,6-3-6 0,0 0-2 16,3 0-10-16,2-1-5 0,2-4-5 0,1-1-4 0,1-2-4 16,4 2-4-16,-2-3-6 0,3-1-7 15,2-2-5-15,2 0-9 0,-1-2 3 0,4-2-17 16,-2-2-2-16,2-2 3 0,1 0-3 0,0-7 4 0,3 1-3 16,-3-2 0-16,1-1 3 0,-3 0-1 0,-2-1 1 15,1-1 1-15,-3 3-1 0,-1 2 6 0,-2 0 4 16,0 4 4-16,-2-1-4 0,1 1-3 0,-4 5-3 15,5-6-4-15,-5 6-2 0,0 0 2 0,0 0 8 16,11 11-5-16,-9-1 1 0,3 2 1 0,-1 3-2 16,-1 1 0-16,2 0-7 0,-1 1-28 0,1 1-33 15,-1-4-35-15,3 4-41 0,-3-3-28 0,1 2-43 16,3-2-7-16,1 1-139 0,0-1-389 0,5-5 173 16</inkml:trace>
  <inkml:trace contextRef="#ctx0" brushRef="#br0" timeOffset="38455.61">11487 5874 28 0,'0'-11'243'0,"0"4"-13"15,0 0-19-15,0 7-23 0,2-9-19 0,-2 9-19 16,0 0-12-16,0 0-11 0,0 0 2 0,0 0-5 16,5 24-6-16,-4-12-3 0,1 1-9 15,-1 0-12-15,-1 2-3 0,1-4-12 0,0 1-7 16,1-1-4-16,1-2-11 0,-3 0-5 0,0-9-3 15,0 12-4-15,0-12 1 0,0 7-6 0,0-7 4 0,0 7 0 16,0-7 7-16,0 0-6 0,0 0-5 0,0 0-6 16,0 0-3-16,0 0-3 0,17-23-2 0,-10 11-2 15,3-3-6-15,-1-1-2 0,3 0 1 16,4 2-5-16,2-4-2 0,-6 5 6 0,-1 2-8 16,0 5-5-16,1 1 1 0,-1 1-4 0,0 4-2 0,1 0-1 15,-2 5 0-15,0 2 3 0,-2 3-3 16,3 3 3-16,-3 3 0 0,-3 1-1 0,1 1-4 15,-2 2-28-15,-1-1-26 0,0 0-30 0,2 0-50 16,2-5-44-16,2 1-42 0,-1 0-192 0,-1-4-450 0,3-3 200 16</inkml:trace>
  <inkml:trace contextRef="#ctx0" brushRef="#br0" timeOffset="39068.96">12152 5843 41 0,'-6'-15'251'15,"0"5"1"-15,0 0-2 0,1 1-14 0,-6 2-16 16,4 2-17-16,-2 4-15 0,-1 0-12 0,10 1-19 0,-21 10-8 16,12-3-15-16,-5 6-12 0,3 0-14 0,2 1-11 15,4-2-3-15,-3 4-5 0,6 0-12 16,1-3-14-16,1-1-1 0,2-2-10 0,3 0-4 16,-1-1-20-16,1-2-16 0,2 0 1 0,0-1-10 15,1-3 3-15,-3-1-2 0,4-2 0 0,-9 0 2 16,20-5-2-16,-13 2-1 0,4-4 0 0,-4 0-1 0,0 0 1 15,2 0 1-15,-4-1 5 0,1 0 11 0,-2 2 5 16,-1 3 4-16,-3 3 0 0,7-8-3 0,-7 8-8 16,4-3-6-16,-4 3 1 0,0 0-10 15,0 0 2-15,13 18 8 0,-6-2-6 0,0 7 1 16,0 6 4-16,-1 5-2 0,1 10 2 0,0 3 1 16,0-1-1-16,-1-3 2 0,-2-5-3 0,-1 8-3 15,-1-12 7-15,-2 1 2 0,0-3-7 0,0-1 3 16,-4-2-2-16,2-3 0 0,-3-2 2 0,-1-4-1 15,0-4 0-15,-4-2-7 0,1 0-1 0,-1-6-2 16,-1-1-4-16,-2 0-10 0,-3-4-5 0,3-1-4 0,-6-4-4 16,2-1 0-16,1-4 3 0,-1-1 0 0,7-5 2 15,-3-1 2-15,5-9 1 0,4 4 2 0,4-7-3 16,4-1 4-16,6-2 0 0,3-1 0 16,3 1-2-16,4-1 3 0,11-10 3 0,-8 11 2 15,2 2-3-15,7-9 2 0,3-1 2 0,-10 12 1 16,-2 2-4-16,4-1 6 0,-4 0-2 0,2-2 0 0,-4 3 5 15,-1 1-2-15,-2-1 2 0,-2 3 2 16,-7 1-1-16,-4 3 3 0,-1-3-2 0,0 2 7 16,-4 0 3-16,-2 0-2 0,0 5 13 0,-2 2-3 15,-1 1 1-15,0 2 3 0,-2 2-4 0,0 2-2 16,-1 3-1-16,-5 6-3 0,-4 3 1 0,0 5 5 16,-1 6-2-16,-1-1-5 0,2 2 0 0,5 3 2 15,1 1-4-15,7-6 0 0,0 5-9 0,6-5-35 16,2 0-36-16,5-2-19 0,9 4-30 0,2-4-29 15,7 0-51-15,2-2-44 0,2-4-191 0,3-3-469 16,5-3 207-16</inkml:trace>
  <inkml:trace contextRef="#ctx0" brushRef="#br0" timeOffset="39258.55">12948 5906 239 0,'4'-11'307'0,"-2"1"3"0,0 0 4 16,-2 3-17-16,0 7-24 0,2-9-19 0,-2 9-30 15,2-6-20-15,-2 6-29 0,0 0-13 0,0 0-17 16,0 0-14-16,-4 34-13 0,2-16-12 0,-4 1-9 0,4 7-3 16,-2 2-18-16,4-3-18 0,0 0-35 15,0-4-29-15,2 4-35 0,2-6-39 0,0-2-44 16,0 1-36-16,1-2-53 0,-1-6-42 0,-2 2-200 16,2-3-493-16,-4-9 219 0</inkml:trace>
  <inkml:trace contextRef="#ctx0" brushRef="#br0" timeOffset="39422.56">12860 5518 62 0,'-1'-10'214'0,"-2"4"-53"16,3 6-21-16,0 0-11 0,0 0-17 0,0 0-18 15,21 27-32-15,-10 3-31 0,3 4-25 0,6 14-35 16,0 0-36-16,3 2-89 0,-3 0-165 0,2-5 74 15</inkml:trace>
  <inkml:trace contextRef="#ctx0" brushRef="#br0" timeOffset="39615.47">13196 6083 26 0,'0'0'242'16,"5"-13"-14"-16,-5 13 4 0,0-11-5 0,0-1 3 16,0 2-3-16,-2-3-11 0,4-5-6 0,2 1-15 15,-1-2-3-15,-1 2 0 0,4 1-15 0,1 0-12 16,-2 6-17-16,1-1-13 0,-1 4-16 0,-1 1-15 15,3 2-12-15,-1 2-8 0,-6 2-9 0,14 2-4 16,-9 3-15-16,3 2-2 0,2 0-7 0,-4 1-10 16,1 3-31-16,0 2-32 0,-1 3-47 0,0 1-47 15,-2-2-57-15,0 2-72 0,0-1-275 0,-1-4-568 16,1 0 252-16</inkml:trace>
  <inkml:trace contextRef="#ctx0" brushRef="#br0" timeOffset="40551.71">14299 5911 1789 0,'2'-12'56'0,"0"-1"43"16,-2-3 20-16,0 3-45 0,-2 2-23 0,1 2 19 16,0-1 12-16,1 10-3 0,-1-11-10 0,1 11-2 15,-2-10-5-15,2 10-9 0,0 0-10 0,2-7-6 16,-2 7-5-16,0 0-1 0,0 0-4 0,21 25 1 15,-8-4 4-15,1 2-6 0,-1 0 1 0,3 3-6 16,-4 2 7-16,3-1 2 0,-6 1-3 0,2 0 0 16,-1-2-2-16,-1 0 1 0,-3-7-1 0,3 5 1 15,-2-5-5-15,-1-1 0 0,-1 1-2 0,1-2-2 16,1-1-2-16,0-1 2 0,-4-4-4 0,1 1 1 16,1-3-3-16,-1 1 0 0,-2-5 2 0,2 3 0 15,-1-2-4-15,0-1 4 0,1-1 5 16,-4-4 1-16,0 0-2 0,0 0 3 0,0 0-1 15,11-11 5-15,-9 1 0 0,5-6 4 0,0-2-5 0,2-10 8 16,-1 0-6-16,-3-2 3 0,4-2-4 0,0-1 5 16,-5-2-7-16,3 0 0 0,0 3-1 0,0 0-4 15,0 0-17-15,-3 3 12 0,2 6 10 0,-3 4 0 16,-1 3-12-16,-2 5 0 0,6 2-4 16,-4-1-3-16,0 3-12 0,-1 1-30 0,-1 6-42 0,3-8-24 15,-3 8-20-15,0 0-30 0,0 0-40 0,13 22-42 16,-4-7-45-16,-7 3-163 0,1 6-480 0,1-4 213 15</inkml:trace>
  <inkml:trace contextRef="#ctx0" brushRef="#br0" timeOffset="40768.85">14790 6123 2261 0,'0'0'140'16,"0"0"-28"-16,10-5-55 0,-10 5-13 0,0 0-6 15,0 0-4-15,6-3 7 0,-6 3-1 0,0 0-2 16,0 0 0-16,0 0-2 0,0 0 11 0,5 10 18 15,-5-1 10-15,-2 3-2 0,0-1-7 0,1 6-2 16,-1-2-7-16,-1 2-7 0,-1 0-3 0,2 1-4 16,-1 0 0-16,1-1-4 0,0-1-7 0,0 2-6 15,0-3-20-15,0 1-17 0,1-1-24 0,1-3-33 16,0-1-32-16,0 1-41 0,-2-3-45 0,4 3-30 16,-1-6-43-16,-1-6-174 0,0 0-469 15,2 16 208-15</inkml:trace>
  <inkml:trace contextRef="#ctx0" brushRef="#br0" timeOffset="41133.36">14854 6118 183 0,'7'-18'191'0,"-1"1"-8"0,1 1 1 0,-1 6-10 0,1-1-8 16,3 4-9-16,-2 0-15 0,1 0-9 16,1 4-8-16,-1 1-9 0,2 2-11 0,1 0-12 0,-2 1-4 15,1 0-7-15,2 2-9 0,-3 3-9 0,-1 0-9 16,2 1-3-16,-2-1-6 0,-2 7-2 15,-2-4-5-15,2 1-1 0,-5-3-5 0,1 3-2 16,-3 1-5-16,0 0 1 0,-4 1-5 0,-3-1-7 16,0-1-12-16,1 0-9 0,-1-1-12 0,1-1-8 0,-1-1-14 15,4-2 6-15,1 3 2 0,0-2 0 16,0 2 4-16,2-8-1 0,2 16 2 0,0-9 5 0,3 3 6 16,2-3-3-16,-1 2 2 0,-1-1 0 15,3 2 3-15,-1-3 0 0,2 1 3 0,0 1-2 16,0-1 6-16,2 0-4 0,-4-1 2 0,-2 0 4 15,2 0 2-15,-1 0 1 0,-1-2 8 0,-2 1 7 0,-2 0 9 16,-1-6 1-16,-1 13-1 0,1-13 3 16,-8 11-6-16,2-6 0 0,-2 1-1 0,-2 1-1 15,2-3-6-15,1 1-10 0,-3-2-23 0,4-1-32 0,6-2-30 16,-14 2-45-16,14-2-46 0,0 0-154 0,0 0-356 16,-11-10 158-16</inkml:trace>
  <inkml:trace contextRef="#ctx0" brushRef="#br0" timeOffset="41509.68">15454 6087 34 0,'4'-5'284'0,"2"0"-5"0,-2 1-13 0,-4 4-11 16,3-6-21-16,-3 6-17 0,0 0-21 0,0 0-16 0,0 0-13 16,0 0-12-16,0 0-14 0,0 0-10 0,-36 15-17 15,27-2-14-15,0-4-10 0,1 3-2 16,3-3-4-16,-1 4-13 0,1-5-9 0,3 3-3 15,1-4-13-15,1 3 0 0,3-2-5 0,-1-1-7 16,2-1 1-16,3 1-3 0,-1-3-10 0,4 0 4 0,-1-1-7 16,1-2 0-16,2 0-10 0,-4 1-1 0,-2 0 4 15,-6-2-3-15,14 2 2 0,-14-2-3 0,6 2 1 16,-6-2-2-16,0 0-2 0,8 1 7 16,-8-1-13-16,0 0-1 0,0 0 0 0,0 0 2 15,-24 16-2-15,14-8 4 0,-8 1 5 0,4 3-5 16,1 0-3-16,0-4 7 0,3 3 2 0,-2 0 1 0,6-2 2 15,-1-1-1-15,4 1 0 0,0-1 1 16,3 0 0-16,0-8-1 0,9 15 3 0,-1-10-5 16,10 2 7-16,8-1-5 0,2-1 2 0,6-5-4 15,2 1 1-15,1-2-20 0,0-1-29 0,-3-2-35 16,-1 2-45-16,-6-2-51 0,0 0-56 0,-6 1-67 0,-9-1-181 16,8-1-512-16,-9 1 227 0</inkml:trace>
  <inkml:trace contextRef="#ctx0" brushRef="#br0" timeOffset="44064.25">15868 6351 86 0,'0'0'163'0,"9"6"-16"0,-9-6-14 15,0 0-14-15,0 0-16 0,-11 20-7 0,7-12 4 16,-1 3-15-16,1 1-31 0,0-2-43 0,-1 4-44 15,1-2-51-15,-1 3-80 0,1-3-176 0,0-2 78 16</inkml:trace>
  <inkml:trace contextRef="#ctx0" brushRef="#br0" timeOffset="45016.65">16450 6154 2306 0,'12'-22'-4'0,"-3"6"81"15,-3 4 9-15,-3 1-48 0,0 0-15 0,1 6-5 16,0-2-10-16,-2 3-5 0,-2 4-3 0,5-3 4 16,-5 3 21-16,0 0 6 0,0 0 3 0,7 22 4 15,-5-8 3-15,2 3 1 0,3 1-2 0,0 0-4 16,1-1-3-16,2 6 1 0,-2-5-5 0,2-3-2 16,-1-2-4-16,1 2 0 0,1-3 0 0,4-1-2 15,-5-4 0-15,5-1-1 0,2 1-3 0,-1-2 0 16,3-1 3-16,0-4-1 0,-2-4-5 0,1 0-1 15,-1-4-1-15,-3 2 0 0,1-3-4 0,-3 2-2 16,0-7-6-16,0-1-2 0,-3-1-6 0,1-1-5 16,-6-1-1-16,1 0 6 0,-4-1-4 0,2-2 4 15,0 6-2-15,-1 3 2 0,-1-1 8 0,1 6-5 16,-1-2-3-16,-1 9-3 0,0-10-3 16,0 10 2-16,0 0 1 0,0 0 2 0,0 0-2 0,0 0 0 15,0 0 5-15,2 28 4 0,1-17-4 0,-2 1 0 16,4 2 2-16,1-2 3 0,1 2-1 0,2 0-1 15,1-5 12-15,1 0-6 0,4 0-2 0,-4-2 1 16,6 0 1-16,-2-1 2 0,3-3-2 0,-1-3-7 16,-3 1-3-16,0-2-10 0,0-2-12 0,-1-1-10 15,-2-2-10-15,1-2-3 0,-3 2-10 16,-1-4-1-16,-1-1 1 0,-2-2-1 0,0-2 4 0,-2 4 6 16,-1-6 8-16,0 5 2 0,-2 1 14 0,-2 2 8 15,2-1 5-15,0-1 4 0,0 3 0 0,2-1 2 16,-1 2 5-16,-1 7-4 0,4-12 4 0,1 7-3 15,0-1 2-15,1-2 0 0,5 3-1 0,1-3 6 16,3 1-1-16,2-1 2 0,-1 0 5 0,2 2 9 16,-3-3 7-16,2 2 7 0,-5 0 11 0,0 0 11 15,-1 2-2-15,-2-3-12 0,0 1 2 0,0 0-3 16,-2-1-2-16,-1-2-4 0,-2 2-2 0,-2-3-4 16,1 1 2-16,1 1-2 0,-4-2-4 0,0 0-1 15,0 0 6-15,0 11-2 0,0-13-2 0,0 7-3 16,0 6-7-16,1-8-3 0,-1 8-4 0,0 0-2 15,0 0-2-15,0 0 4 0,-6 37-3 0,3-11 3 16,-1 3 0-16,2 2 0 0,-3 1-5 0,-1 0 6 16,4-2-2-16,-3 3 1 0,1-6 7 0,3 0-7 15,2-3 0-15,-2 1 1 0,2-9-1 0,-1-3 0 16,1-4 0-16,2 1 0 0,-2-1 0 0,-1-4 0 16,0-5 2-16,3 9 0 0,-3-9-1 0,3 3 2 15,-3-3-1-15,0 0 3 0,15-7-4 0,-8 0 1 16,6-4-3-16,-3 3 1 0,3-5-3 0,0 1 2 15,-2 2 0-15,1 2 0 0,-1 1-1 0,-3 3-2 16,2-2-3-16,2 4 8 0,-3 0-6 0,3 2 1 16,-1 2 0-16,-11-2-3 0,23 2 6 0,-14 2-2 15,3-2 1-15,0 0-1 0,-2 3 0 0,3-5 2 16,-3 3 1-16,0-2 2 0,3-1-1 0,-13 0 10 16,22-1-9-16,-15 0 2 0,4-1 8 0,-1-2-11 15,0-5 1-15,-1 3-2 0,-9 6 3 0,10-10 2 16,-2 3-3-16,-3 0 4 0,-1-3-1 0,1 2 10 15,-1-1-5-15,-4 9 2 0,3-12-3 0,-3 12 4 16,3-9-9-16,-3 9 0 0,0 0-6 0,0 0 2 16,0 0-4-16,0 0-1 0,0 0 1 0,0 0-2 15,0 0 1-15,8 28 4 0,-7-16-19 0,0 6-13 16,1-2-30-16,-1 0-24 0,-1 1-41 0,0-5-55 16,3 3-51-16,-2-3-177 0,1-1-441 0,-2-11 196 15</inkml:trace>
  <inkml:trace contextRef="#ctx0" brushRef="#br0" timeOffset="45185.53">17709 5846 205 0,'-4'-8'197'0,"1"4"-26"0,3 4-29 0,-5-3-20 16,5 3-22-16,0 0-51 0,0 0-48 0,0 0-58 15,22 29-98-15,-6-19-169 0,1 2 75 0</inkml:trace>
  <inkml:trace contextRef="#ctx0" brushRef="#br0" timeOffset="45408.98">18184 5957 192 0,'-23'-14'227'0,"14"13"-4"0,-1 1-4 16,-2 0-12-16,-2 1-4 0,-1 6-10 0,-3 0-10 15,3 1-14-15,-2 4-12 0,3 3-13 0,1 1-9 16,3 0-17-16,0 6-9 0,0 2-8 0,7-5-8 16,2-2-12-16,1 0-8 0,4 0-5 0,1-1-5 15,2 0-11-15,4-3-10 0,0-3-34 0,4 0-27 16,2-2-28-16,1-2-25 0,1-1-26 0,2-1-33 16,5-7-34-16,-4 1-15 0,-3-2-22 0,0-3-10 15,0-1-111-15,-4-1-349 0,-1-3 154 0</inkml:trace>
  <inkml:trace contextRef="#ctx0" brushRef="#br0" timeOffset="45696.15">18290 6115 759 0,'6'-26'-48'0,"0"-2"21"0,-3 1 12 0,2-4 16 0,-2 1 15 16,-1 0 18-16,2 0 23 0,-1-1 19 0,0 1 14 16,-3 5 25-16,1 6 12 0,0 0 9 0,-1 9 8 15,1 1-7-15,-1 2-13 0,0 7-22 0,-1-10-10 16,1 10-13-16,0 0 1 0,0 0-3 0,0 36 5 16,-1-6 8-16,-2 3-5 0,-1 1 1 0,2 1-5 15,-1-2-1-15,-1 12-6 0,2-15 1 0,2 4-5 16,4-8-4-16,-3 1-8 0,1-6-4 0,0-4-3 15,0-2-9-15,0-6-3 0,-1-1-2 0,-1-2 1 16,0-6-2-16,3 12-2 0,-3-7 1 0,0-5 2 16,2 5-2-16,-2-5 1 0,0 0-7 0,0 0-1 15,0 0-6-15,18-21 2 0,-13 13-2 16,1-3-4-16,5-4-2 0,-1 3 0 0,-1 2-11 16,1-3 0-16,0 4-11 0,-2 2-3 0,0 1-6 0,-1 3-9 15,-7 3 0-15,16 0 2 0,-16 0 4 0,14 9 2 16,-5-1-4-16,0 0-16 0,-2 3-22 0,2 4-24 15,0-1-35-15,0 0-49 0,-1 0-55 0,2 0-251 16,0 1-510-16,2-4 225 0</inkml:trace>
  <inkml:trace contextRef="#ctx0" brushRef="#br0" timeOffset="46339.42">19394 5995 81 0,'-1'-12'313'16,"-3"-1"-14"-16,-2 2-14 0,2 2-17 0,-3 1-23 16,-2 2-19-16,-1 4-20 0,-1 0-21 15,-7 4-17-15,0 5-13 0,-1 2-13 0,-7 4-16 0,6 5-7 16,-1 0-14-16,5 0-8 0,2-1-9 16,5 0-17-16,0 0-6 0,1-2-6 0,6 2-5 0,-1-1-3 15,4 2-5-15,3-6-4 0,1 3-12 16,4-4-9-16,-1-4-4 0,2 1-3 0,3 0-2 0,-3-4-5 15,3-1-6-15,6-1-1 0,-1-2-3 0,-7-2 1 16,1-1-1-16,5-7 6 0,-7 4-4 16,2-7 0-16,0 0 2 0,-3-4-3 0,5-5 2 0,-5-3 0 15,-5-1-3-15,2-2 1 0,2 0 3 16,-7-1 0-16,2-2-4 0,-3 1 3 0,1-3 0 0,-1 2 4 16,-1-1 0-16,-2 6 8 0,4-3 11 0,-3 10 2 15,3 2 1-15,-3 0 7 0,-1 6 1 16,3 1-2-16,-1 3-8 0,1 7-2 0,-3-10-6 0,3 10-6 15,0 0 2-15,0 0-1 0,4 30 1 0,-5-5-2 16,1 4-8-16,1 4 1 0,-1-1 3 0,0 1 2 16,0 1-3-16,1-2 2 0,1 1-3 0,-2-1 0 15,1-3 5-15,1 0 1 0,4-1-4 0,-3-7-5 16,1-4 7-16,3 0 0 0,2-1-2 16,0-2 2-16,0-1-3 0,1-3 1 0,-1-3 0 0,1 2 1 15,1-2 3-15,2-5-5 0,5 1 4 0,0-5-3 16,2 1 4-16,0-5-6 0,6-4-2 0,-1 0 5 15,-6-1-2-15,-1 1-2 0,2-8 4 0,1 1-7 16,-3-3-3-16,-2-2 5 0,-2 1-2 16,-2 4-2-16,-3-1-1 0,-3 1-6 0,-1 0 12 0,-2 2-6 15,-1 3 2-15,-2-1 1 0,3 3 1 0,-3 1 4 16,-4 2-7-16,4 7 1 0,-5-10-4 0,0 6 5 16,-3 2 0-16,8 2-3 0,-25 8 0 0,7 0-4 15,-4 6-2-15,0 4 3 0,8-5 2 0,0 0 5 16,1 4-3-16,3-1-4 0,2 0-1 0,3 2-16 15,3 1-13-15,4-2-27 0,5 0-26 0,2-1-37 16,6-4-38-16,8 5-55 0,5-5-63 16,0-2-221-16,5-4-544 0,2 0 241 0</inkml:trace>
  <inkml:trace contextRef="#ctx0" brushRef="#br0" timeOffset="46936.18">20215 5951 2435 0,'-3'-13'19'0,"1"-2"55"0,-2 4-15 0,1 1 12 16,-1 3-7-16,0-1-10 0,2 3-3 0,2 5-15 16,-11-5-3-16,11 5-8 0,-20 6 4 15,5 3 2-15,0 3 2 0,-5 7 1 0,1 1-8 16,5 2-4-16,4-5 1 0,-1 0 2 0,3 6-4 0,1 1-3 16,4-7-3-16,3 2 4 0,0-1-1 15,1-5-1-15,4 3-3 0,0-5 1 0,2 3 1 0,1-5-1 16,0 1 1-16,2-4-8 0,2 1 2 15,-1-2 4-15,2-1-2 0,-1-3-4 0,0 0 2 0,4 1 0 16,-3-4 2-16,4-2 2 0,-6 0-5 0,3-4 2 16,1-1-4-16,-2-2-3 0,-1 0 13 0,-4 1-12 15,1-5-4-15,-2 5 4 0,3-6-2 0,-4-1 0 16,3 3 0-16,-1-1-3 0,-2-2 3 0,2 3-3 16,-3 3 0-16,4-1 7 0,-1 2 3 15,-2 2 0-15,0 0 0 0,2 4-2 0,0-1-2 0,-3 2-1 16,-5 3-3-16,13 0-1 0,-13 0-2 0,12 6 2 15,-4 1-4-15,-2 3 0 0,2-2 7 0,-4 3-2 16,2 1 0-16,-1 0 7 0,-1 0-12 0,1 0 5 16,2 4-1-16,-2-1-1 0,2 0 0 15,-1-4 7-15,0-3-2 0,1 0 3 0,1 1 4 0,3-2 4 16,0-1 4-16,3-2-3 0,3-2 2 0,2 0-3 16,-2-2-9-16,2 0 9 0,0-3-4 0,-2-2 2 15,2-1 0-15,-3-1 0 0,0-2 0 16,-2 1-8-16,0-3-2 0,-1-3-5 0,-1-2-8 15,-3 2 0-15,2-2-2 0,-1-2-3 0,-3-6-1 16,-1 7 3-16,-3 0-2 0,1-2 0 0,-2 3-1 0,-1 5 4 16,-1-1-4-16,-1 3 4 0,-1 2 0 0,2 7 0 15,-5-12 0-15,1 10-1 0,4 2-2 16,0 0 6-16,-21 10 2 0,6-1 2 0,-1 4 3 16,2 1-1-16,0 1 1 0,1 0-2 0,3-2 3 15,-2 3 1-15,6 0-1 0,1 1-3 0,3 0-20 0,2-6-36 16,4 1-36-16,3 3-58 0,5-4-67 0,4 1-42 15,2-4-195-15,10 1-495 0,0-5 220 0</inkml:trace>
  <inkml:trace contextRef="#ctx0" brushRef="#br0" timeOffset="48219">21154 5950 2 0,'-4'-5'273'0,"4"5"-14"16,-11-9-14-16,0 7-14 0,1 2-9 15,-5 2-7-15,-2 5-6 0,-8 5-10 0,0 2-17 16,1 0-19-16,9-2-13 0,-2 2-18 0,3 1-13 16,1-2-9-16,3-1-14 0,2 3-12 0,5-4-2 0,0 5-12 15,3-5-2-15,3 1-10 0,0-3-1 0,3 1-11 16,3-3-13-16,1-1-10 0,1-2-13 16,1-2-8-16,2 0-2 0,-1 0-4 0,1-4 4 15,-2-1 3-15,-3-2-3 0,3 0 1 0,-4-2 2 16,-1 1 0-16,0-4-1 0,1 1 0 0,-4-1 5 15,0-2-4-15,0 2 1 0,0-1-1 0,-1-2 6 16,0 3 3-16,1-2 1 0,-1 1 9 0,-3 1 7 16,0 10 6-16,2-14 4 0,-2 14-3 0,3-8-1 15,-3 8-11-15,0 0-2 0,0 0-2 0,0 0-6 16,0 0 8-16,0 0-9 0,0 0-3 0,0 0 0 16,-5 32 1-16,3-21-4 0,1 0 9 0,4 0-2 15,0 0-3-15,3 2 1 0,0-3-2 0,3 0 3 16,2-2 3-16,4 0-5 0,2 0 2 0,1-4-3 15,1-1 0-15,1-2 1 0,-1-1-4 0,-1-1-2 16,-2-3 7-16,0 1-8 0,-5-2 4 0,4-5-2 16,-4 3 8-16,-2-1-6 0,0-3-2 0,-2-3-3 15,-2 2 3-15,-1-4-5 0,0-1 0 0,-3 1 3 16,1-3-7-16,-2 0 2 0,0-1 3 0,-2 2-2 0,-1 1-4 16,0 7-3-16,0-4 1 0,1 4 0 15,-1 1 5-15,1 3-4 0,2 6-7 0,-3-9 4 16,3 9-3-16,0 0 2 0,0 0-1 0,-10 19 3 15,6-7 9-15,-2 5 8 0,2 2-7 0,-1 6-4 16,1-1 7-16,1 5-2 0,1-3 2 0,-1 2 4 16,1-2-6-16,1-3 0 0,2 4 2 0,-1-7-2 0,1-1 0 15,0-4 1-15,2 3 1 0,-2-7 1 16,0 0-3-16,2-3 2 0,-3-8-1 0,1 14 4 16,-1-14-1-16,3 9 4 0,-3-9 2 0,0 0-10 15,0 0 3-15,0 0-4 0,0 0-3 0,0 0-6 0,0 0 0 16,0 0-6-16,0 0-5 0,0 0-12 15,0 0 3-15,-4-36-8 0,8 27-2 0,1-3 2 16,1-2 0-16,3-1 2 0,5 1 3 0,-1-2 2 16,2 6 0-16,7-9-4 0,-1 3 1 0,-4 5 3 15,9-5 0-15,-3 1 2 0,3 2 7 0,-1-1-7 0,1-1 0 16,-2 3 1-16,-1-1 8 0,-5 2 2 16,-3 1 0-16,1-2 2 0,-4 2 9 0,-3 1 3 15,-2 0 9-15,-1 0 6 0,-2 4 9 0,-1-2 6 16,-1 0 5-16,-1 0 1 0,-1 7-6 0,-1-11 0 15,1 11-4-15,-5-7 1 0,5 7-10 0,-9-2-4 16,9 2 2-16,-20 8 2 0,7 1-5 0,-3 2 2 16,1 0 1-16,1 3-1 0,0-3 1 0,1 2-4 15,3-1 0-15,2 0 7 0,0-2-10 0,5 0 10 16,-2 1-7-16,3 0-9 0,2 0 1 0,0-11 5 16,5 17 1-16,0-9-5 0,2 0 4 0,2-2-4 15,2-1-5-15,0-1-1 0,0 0-11 0,3-1 0 16,0-3-7-16,2 1 0 0,-4-2-1 0,2-1 1 0,-2 0 3 15,0-1-1-15,-1-3-3 0,-2 2 6 16,0-3-1-16,0-1 0 0,-2 1 3 0,1-3-2 16,-3 1 2-16,2-4 1 0,0 3 1 0,-2 0 2 15,1-6-2-15,-3 6 2 0,3-2 1 16,-4 1 5-16,1 1-2 0,0 2 4 0,-1 1 5 0,0 1 6 0,-2 6 5 16,1-10 4-16,-1 10 2 0,3-8-8 15,-3 8 3-15,0 0-2 0,0-9-7 0,0 9 1 16,0 0-4-16,0 0 3 0,4-5-2 0,-4 5-5 15,0 0 0-15,0 0 4 0,0 0-2 0,0 0-4 16,0 0 5-16,0 0-4 0,0 0-3 0,0 0 6 16,0 0 1-16,0 0-3 0,0 0 2 0,0 0 0 15,0 0-3-15,0 0 3 0,0 0-1 0,0 0 1 16,0 0 0-16,0 0 2 0,0 0-5 0,0 0 4 16,0 0-2-16,0 0-1 0,0 0 1 0,0 0 1 15,0 0-8-15,0 0 3 0,0 0 4 0,0 0 0 16,0 0 5-16,0 0 0 0,0 0-6 0,0 0-6 15,0 0 6-15,0 0-5 0,0 0 3 0,0 0-2 16,4 19 10-16,-4-19-8 0,0 9-3 0,0-9 13 16,1 10-9-16,-1-3-3 0,1 5 2 0,1-3 4 15,-2-9-4-15,2 25 0 0,-2-12 5 0,3 2-1 16,-2-2-2-16,3 2-1 0,-2 0 2 0,0 0 2 16,1-2-1-16,1-2-1 0,0 1 3 0,-1 0-10 15,1-3 6-15,-1 1 1 0,0-3 2 0,-3-7 2 16,4 13-4-16,-4-13-4 0,2 13 3 0,-2-13 3 15,1 6 2-15,-1-6-5 0,0 0-18 0,-16 12-17 16,4-11-28-16,-1 2-21 0,-7-2-36 0,0 2-52 16,1-3-76-16,-8-3-258 0,6 2-547 0,0-6 242 0</inkml:trace>
  <inkml:trace contextRef="#ctx0" brushRef="#br0" timeOffset="48813.77">23538 5954 81 0,'-11'-16'287'0,"-3"2"-9"0,-6-3-21 0,-6 3-16 16,2 2-10-16,-2 2-14 0,1 5-11 15,3 3-20-15,-7 2-7 0,2 6-20 0,0 7-15 0,3 3-2 16,2 2-10-16,2 3-12 0,-3 2-19 0,10 0-10 16,-1 1-7-16,5 2-8 0,4 0-8 0,1-7-3 15,4 4-9-15,4-4-4 0,-1-2-3 0,5-1-3 16,4-1-9-16,-1-3-3 0,3 0-1 16,2-3-1-16,-4-6-8 0,5 2 2 0,-4-3-1 0,2-1-3 15,-3-1 4-15,0-3-8 0,0-3-5 0,-2 1 3 16,1-2-2-16,0-2-2 0,0-2-1 0,2-2 2 15,-5-2-4-15,2-1 5 0,-1-1-5 16,-3 2-2-16,1 1 5 0,-2-1 9 0,0 4-5 0,-1 1-2 16,-3 6-1-16,1-1-6 0,-2 5-3 0,4-9-8 15,-4 9-4-15,0 0 2 0,0 0-2 0,0 0 4 16,0 0 7-16,13 22-10 0,-9-11 4 0,-1 7 5 16,-1-1-5-16,1 1 1 0,2 1 3 15,0-3 2-15,0 1-12 0,2-4-30 0,3 1-30 0,-3 2-30 16,4-3-25-16,-1-4-48 0,-1-2-63 0,7 1-67 15,1-4-190-15,2-3-531 0,-2-2 236 0</inkml:trace>
  <inkml:trace contextRef="#ctx0" brushRef="#br0" timeOffset="49055.8">23829 5838 2461 0,'1'-28'39'0,"2"1"43"0,-1 8-6 0,-3 2 14 16,2 6 14-16,-1 0-20 0,-1 3-11 0,1 8-16 15,1-10-13-15,-1 10-6 0,0 0 2 0,0 0 18 16,0 0 29-16,3 35 18 0,-3-14 4 0,1 5 4 16,-2 3 4-16,-2-1-7 0,5 3-5 15,-1 1-6-15,-2-4-6 0,2 2-3 0,-1-4-11 16,1 2-4-16,-1 0-4 0,4-2-8 0,-1-1-2 0,-2 0-14 16,0-6-3-16,0-3-18 0,3-3-34 0,-1-1-46 15,-2-4-38-15,0 3-36 0,2-5-31 0,-2 1-39 16,2-2-35-16,-3-5-42 0,2 7-33 0,-2-7-240 15,0 0-593-15,0 0 263 0</inkml:trace>
  <inkml:trace contextRef="#ctx0" brushRef="#br0" timeOffset="49192.63">23707 6000 180 0,'-3'-7'265'16,"-4"3"-20"-16,7 4-18 0,-5-7-14 0,5 7-22 15,0-9-18-15,0 9-18 0,13-10-13 0,-2 4-17 16,10 0-11-16,7 0-17 0,9-2-37 0,15 2-46 15,1-1-52-15,6-2-89 0,-2 5-213 0,-1-3-367 16,2-1 162-16</inkml:trace>
  <inkml:trace contextRef="#ctx0" brushRef="#br0" timeOffset="49947.58">24980 6025 156 0,'0'0'180'15,"0"0"-7"-15,0 0-6 0,0 0-10 0,0 0-9 16,0 0-13-16,0 0-11 0,0 0-2 0,0 0-11 16,0 0-8-16,0 0-4 0,0 0-3 0,-24 3-2 15,24-3-3-15,-9 3-2 0,9-3-3 0,-9 1-4 16,9-1-5-16,-9 2 1 0,9-2-5 0,-7 2-8 16,7-2 3-16,0 0-10 0,0 0-1 0,-9 2-7 15,9-2-6-15,0 0-7 0,0 0 0 0,0 0-4 16,0 0-1-16,0 0-4 0,0 0-1 0,21 6 1 15,-10-6 2-15,9 1 3 0,0-1-3 0,1 0 1 16,1-1 2-16,0 2 7 0,5 0 1 0,-7-1-5 16,-1 1 1-16,-4-2 1 0,-2 1-5 0,0 0-2 15,-3 0-2-15,-1 0 1 0,-2-1 5 0,-7 1-2 0,12 1 11 16,-12-1-1-16,0 0-1 0,10-3 6 16,-10 3-5-16,0 0 13 0,12 1-14 0,-12-1 0 15,0 0-9-15,0 0 2 0,0 0-5 0,0 0-9 16,0 0-13-16,9-1-30 0,-9 1-30 0,0 0-35 15,0 0-41-15,0 0-50 0,0 0-63 0,0 0-45 0,0 0-221 16,0 0-549-16,0 0 244 0</inkml:trace>
  <inkml:trace contextRef="#ctx0" brushRef="#br0" timeOffset="50329.16">25456 5846 228 0,'1'-8'287'0,"-1"8"-23"16,3-13-24-16,3 7-18 0,-2 2-19 0,1-1-12 0,1 1-18 15,4 0-19-15,1 4-13 0,0 4-17 0,5 3-9 16,-1 3-11-16,0 2-8 0,-1 2-6 0,2 1-13 16,0 6-5-16,-7-4-7 0,1 5-6 0,-2-4-3 15,-4 7-7-15,0-9 0 0,-4 1-4 16,-4 2-4-16,-2-1 1 0,-1 0-7 0,-9 2-3 0,5-6-1 15,-4-1-8-15,1-4 4 0,-3-1-3 16,1 1-2-16,4-5-1 0,1-2 2 0,2 2-2 16,9-4-1-16,-13 3 3 0,13-3-1 0,-14 0 5 15,14 0 0-15,0 0 8 0,0 0 2 0,-7-9 3 0,7 9-10 16,0 0 0-16,0 0-2 0,0 0-4 0,0 0-4 16,13-16-4-16,-13 16-4 0,12-2 0 15,-12 2-4-15,0 0 1 0,20 4-4 0,-8-1 1 0,-2 0 0 16,-1 4 3-16,3-3-2 0,-3 2-26 15,2 0-30-15,0 3-36 0,1-4-52 0,3 6-63 0,1-2-64 16,0-2-261-16,-5-2-567 0,7 1 251 0</inkml:trace>
  <inkml:trace contextRef="#ctx0" brushRef="#br0" timeOffset="50500.44">25839 6072 174 0,'0'-8'313'0,"0"8"-5"0,-2-10-4 0,2 10-16 16,0 0-21-16,-2-10-24 0,2 10-27 0,0 0-24 0,2-7-30 16,-2 7-50-16,0 0-50 0,0 0-39 15,0 0-41-15,0 0-43 0,0 0-64 0,0 0-49 0,0 0-54 16,0 0-115-16,0 0-373 0,27 6 165 0</inkml:trace>
  <inkml:trace contextRef="#ctx0" brushRef="#br0" timeOffset="50772.81">25987 5960 23 0,'0'-10'247'0,"2"3"-4"0,-2 7 4 0,1-12-11 0,-1 6 1 16,0 6-15-16,4-8-16 0,-4 8-21 0,2-6-19 15,-2 6-24-15,0 0-10 0,0 0-19 16,0 0-10-16,0 0-6 0,0 0-8 0,0 0-10 16,6 26-6-16,-5-15-2 0,1 1-9 0,5 0-2 0,-5 0-3 15,5 4-7-15,-1-2 1 0,-1-3 0 0,-1 6-8 16,1 0-2-16,0-6-3 0,-1 1-4 0,1-1 0 15,1 1-3-15,-2-2 0 0,4 4 2 0,-4-3-9 16,-2-1-5-16,3-3 0 0,-3 2 1 16,-2-3-3-16,0-6-8 0,0 10-5 0,0-10-6 15,-4 10-19-15,4-10-9 0,-9 7-20 0,1-7-15 0,8 0-21 16,-12 0-19-16,12 0-18 0,-17-6-40 0,17 6-34 16,-11-10-24-16,3 2-22 0,1 0-147 0,0-3-421 15,0-4 188-15</inkml:trace>
  <inkml:trace contextRef="#ctx0" brushRef="#br0" timeOffset="50900.17">25971 5917 89 0,'4'-3'158'0,"2"0"-18"0,5 1-8 0,0-2-4 0,9 1-22 16,3 1-4-16,6-1-16 0,0 1-22 16,1 2-34-16,5 0-26 0,-1-2-35 0,0 4-34 0,1-2-93 15,-3 2-170-15,-1 0 76 0</inkml:trace>
  <inkml:trace contextRef="#ctx0" brushRef="#br0" timeOffset="51434.53">26452 5925 92 0,'0'0'215'0,"0"0"-24"0,0 0-19 16,0 0-17-16,0 0-2 0,0 0-5 0,0 0-5 16,-6 13-3-16,6-13-4 0,0 17-1 0,0-5-1 15,0 0-9-15,2 0-3 0,-2 0-6 0,2 0-2 16,-2 0-10-16,0 0-12 0,-2-1-11 15,2-4 0-15,0 3-9 0,0 0-9 0,0-10-5 0,0 12-4 16,0-12 2-16,-2 10 8 0,2-10 14 0,0 0 29 16,0 0-1-16,0 0-6 0,0 0-4 15,0 0-9-15,0 0-3 0,0 0-11 0,-14-7 6 16,14 7-25-16,-5-12-1 0,1 4-11 0,4 8 7 0,0-16-5 16,0 5 13-16,2 0-24 0,2-2-5 0,3-2 1 15,1 0-10-15,2 0-7 0,1 0-3 16,3 1-5-16,-1 1 2 0,3 4-3 0,-2 1 1 0,2 0-13 15,-3 4 11-15,1 1-8 0,-5 3-5 16,4 2-1-16,-2 3 5 0,0 0 7 0,-2 5-3 0,3 2-4 16,-3-2 3-16,-1 1 4 0,-3 2 3 0,2 0-9 15,0 3 14-15,-5-6-8 0,2 1-3 0,0 0 1 16,-4-1 2-16,1-4-1 0,1 1-5 0,-2-7 10 16,0 9-1-16,0-9 3 0,2 7 7 15,-2-7 4-15,0 0-3 0,0 0 3 0,0 0-6 0,0 0-3 16,0 0 1-16,0 0 0 0,0 0-6 0,0 0-7 15,0-27 8-15,4 18-7 0,2-1 3 0,0-5 5 16,3 2-7-16,-1 3-7 0,6-2 4 0,-3 2-6 16,1 1 15-16,-1 4-9 0,0-2-1 0,1 4 1 15,-3-1 1-15,1 2-4 0,0 2 3 0,-1 3 1 16,-3 1 4-16,1 0-10 0,0 2-1 0,-2 2 0 16,1 2 7-16,1-1-8 0,-1 1 3 0,-4 2-5 15,2-2 8-15,0 2-23 0,-2 0-32 0,-2-1-34 16,2-1-36-16,-2-10-55 0,0 19-57 0,2-13-60 15,-2-6-221-15,0 16-567 0,0-16 252 0</inkml:trace>
  <inkml:trace contextRef="#ctx0" brushRef="#br0" timeOffset="51751.28">27041 5910 199 0,'6'-10'258'0,"0"2"-9"0,0 2-12 16,-4 1-26-16,3 1-22 0,-5 4-15 0,6-1-14 15,-6 1-6-15,9 10-7 0,0-1-4 0,-4 1-7 16,3 6-9-16,-6-3-12 0,7 3-5 0,-3 1-1 16,0-2-8-16,5 0-1 0,-4 2-10 0,0-2-8 15,0 0-2-15,-3 0-6 0,3-4-5 0,-1-2-7 16,1 1-6-16,-2-3-3 0,-1 1-2 16,1-3 17-16,-5-5 6 0,4 9 18 0,-4-9 22 0,0 0 5 15,0 0-6-15,0 0-8 0,0 0-6 0,0 0-8 16,22-19-5-16,-19 9-9 0,3-1-6 0,-2-1-10 15,2-3-5-15,0-2-9 0,1-2-3 0,2 1-4 16,-3-6-11-16,4 6-10 0,-3-1-8 0,-1 2-16 16,2 2-29-16,0 0-12 0,-1 4-28 15,-3 2-35-15,1-3-32 0,-1 7-54 0,-2 0-41 0,3 0-57 16,-5 5-41-16,7-7-248 0,-3 5-629 0,-4 2 280 16</inkml:trace>
  <inkml:trace contextRef="#ctx0" brushRef="#br0" timeOffset="52536.27">27735 5523 22 0,'0'0'200'0,"2"-10"-6"0,-2 10 5 15,0-11-9-15,0 11-5 0,0-9-4 0,0 9-10 16,0 0-19-16,3-7-12 0,-3 7-18 0,0 0-15 15,0 0-13-15,0 0-8 0,0 0-9 0,0 0-7 16,0 0-8-16,0 0-5 0,-8 25-4 0,5-15-4 16,1 1-7-16,0-2 3 0,0 3-9 0,2-1-3 15,0 0-5-15,-2 0-1 0,4-1-3 16,-2-1 2-16,5 0-2 0,-3 0-3 0,3-1-1 0,2-1 0 16,-3-2-3-16,5 2 2 0,2-4 1 0,1 1-4 15,-2-1-3-15,2-3 6 0,-1 0-4 0,2-1-2 16,-1 1 9-16,-4-6 3 0,2 3 1 15,-1-2-2-15,-1-4-2 0,-3 1 2 0,0-3-5 16,-1-1-1-16,1-2 3 0,-7 0-6 0,-1-3-3 0,-2 2-4 16,-1-1 7-16,-3 1-6 0,-2 0-1 0,2 1-6 15,-2 3-1-15,-3-2 0 0,0 5-1 0,2 2-2 16,-1 1-1-16,1 1-3 0,-2 4-13 0,2 1-15 16,-2 2-19-16,-3 2-20 0,-1 4-26 0,5 3-38 15,-1 0-46-15,3 1-43 0,2 3-162 0,-2-1-420 16,4-1 186-16</inkml:trace>
  <inkml:trace contextRef="#ctx0" brushRef="#br0" timeOffset="52948.85">28115 5857 208 0,'3'-6'259'0,"-3"6"-4"16,2-8-12-16,-2 8 2 0,3-6-11 15,-3 6-12-15,0 0-8 0,0-9-20 0,0 9-15 16,0 0-12-16,0 0-27 0,0 0-14 0,-9-4-14 0,9 4-9 16,-21 10-5-16,5-1 2 0,-9 4-4 15,1 1 0-15,-3 1-3 0,6 2 7 0,-4-1-11 16,7 0-2-16,2 0-8 0,4-3 14 0,2 1-29 16,1 0-1-16,2 1-4 0,2-3-9 0,7 4 5 0,1-5-10 15,4 0-2-15,6 3-17 0,6-4-18 0,9 2-32 16,2-5-41-16,5-1-38 0,0-1-38 0,-2 0-39 15,3-4-44-15,-3 1-32 0,-1-6-33 0,-5 4-206 16,0-4-534-16,-4 2 236 0</inkml:trace>
  <inkml:trace contextRef="#ctx0" brushRef="#br0" timeOffset="53126.64">28500 6061 239 0,'9'2'329'0,"-9"-2"-2"0,0 0 9 0,0 0 26 16,0 0 7-16,0 0 0 0,0 0-12 15,0 0-20-15,0 0-28 0,0 0-24 0,0 0-28 0,0 0-27 16,0 0-26-16,0 0-18 0,0 0-20 0,0 0-22 16,0 0-42-16,0 0-56 0,0 0-65 0,0 0-69 15,0 0-83-15,0 0-88 0,0 0-109 16,0 0-308-16,0 0-730 0,0 0 323 0</inkml:trace>
  <inkml:trace contextRef="#ctx0" brushRef="#br0" timeOffset="59085.78">14512 7731 6 0,'-2'-6'266'0,"-3"-3"-26"0,-3 2-23 0,0 1-18 15,-2 0-16-15,-2 1-16 0,0 0-8 0,-5 2-10 0,-5 2-12 16,-6 1-8-16,-1 3-8 0,2-2-11 0,-2 5-6 16,-1 4-7-16,2-1-8 0,-1 4-2 0,2 0-5 15,4 5-10-15,5-7-4 0,3 2-5 16,-1 0-7-16,4 0-6 0,0-1-2 0,6-2-3 0,0 2-5 15,4-1 20-15,2-2-8 0,2 2-5 0,0 0-6 16,2-1-1-16,2-3-3 0,3 0-2 0,-1 2-3 16,8-2-5-16,2-1-1 0,0-1-4 0,4-1 3 15,-4-4-4-15,2 0-2 0,0-4-3 0,10-1 5 16,-10-1-9-16,1-1 2 0,6-5 2 0,-3 1-4 16,-6-1-3-16,2-4-2 0,-7 2 5 0,4-9-4 15,-2 2-1-15,-1-1 0 0,-5-3 0 0,-1 6 1 16,-4-8 0-16,1 0-2 0,2-2-1 0,-4 3-3 15,-1-4 9-15,0-1-10 0,0 3 2 0,-4 0 5 16,2 0 7-16,0 3 5 0,-2 5 25 0,2 2-6 16,-2 2 1-16,2 5 4 0,0 1-2 0,0 2-9 15,-1 3 2-15,1 5-8 0,-2-10-16 0,2 10 2 16,0 0 1-16,0 0 7 0,0 0-23 0,2 28 11 16,-1-4 4-16,3 3-6 0,-4 3 0 0,4 4 2 15,-2-1-3-15,-2 1 0 0,3 2 2 0,3 9-3 16,-3-12 5-16,4-2-5 0,-4 2-16 0,1-4-27 15,0 3-31-15,1-3-27 0,0 1-29 0,-2-5-34 16,4 0-41-16,-4-8-48 0,1 0-51 0,-2-1-186 16,-2-5-524-16,2-1 232 0</inkml:trace>
  <inkml:trace contextRef="#ctx0" brushRef="#br0" timeOffset="59425.99">14705 7684 36 0,'3'-11'281'0,"1"1"-16"0,-3 0-16 0,0 3-15 16,0-1-23-16,-1 8-20 0,2-7-25 0,-2 7-19 15,0 0-18-15,4-6-10 0,-4 6-13 0,0 0-10 16,17 15-10-16,-9-1-4 0,1 0-13 0,-1 2-2 16,2 0-8-16,-1 2-9 0,-1-3-4 0,3 3 6 15,-3-2-13-15,3-1-4 0,1 2-1 0,-3-3-6 16,-3-4-1-16,3 0 0 0,2-1-7 0,-2 0 2 15,-1-2-2-15,1 0 2 0,-3-3-2 0,0 0 7 16,0-3 11-16,-6-1-1 0,0 0-1 0,17-7 2 16,-10 0 0-16,-1-2 3 0,2-6-7 0,-1-2 5 15,-2 0-3-15,0-8-3 0,-1-3-9 0,2 1 1 0,3-5-4 16,-5 6 2-16,2-3-6 0,1 4-4 16,-3 5-1-16,3 4-16 0,-2 1-20 0,-2 4-25 15,-2 2-37-15,0 3-52 0,-1 6-62 0,3-8-41 16,-3 8-21-16,0 0-166 0,0 0-463 0,0 0 206 15</inkml:trace>
  <inkml:trace contextRef="#ctx0" brushRef="#br0" timeOffset="59941.21">15110 7808 5 0,'7'4'265'0,"-7"-4"-17"0,0 0-10 0,4 4-14 15,-4-4-17-15,0 0-18 0,5 5-19 0,-5-5-18 16,0 0-6-16,1 11-11 0,-1-5-3 0,1 3-12 15,2 2-9-15,-2 2-12 0,-2-1-9 16,1-2-7-16,1 2-11 0,-2-2-7 0,2 2-2 16,-1-1-8-16,0 0-5 0,0 0-3 0,0 0-9 0,0-3-4 15,0-1-7-15,0 0-16 0,0-7-12 0,2 11-14 16,-2-11-7-16,0 7 3 0,0-7 1 16,0 0 4-16,0 0-2 0,0 0 4 0,0 0 2 15,0 0-1-15,0 0 4 0,0 0 1 0,-8-25 9 16,9 12-3-16,0-4 5 0,2-2 1 0,0-6 0 0,6 3 3 15,2-4 10-15,-2 2-1 0,1 2 6 0,3 0 5 16,-2 6 6-16,2 0-2 0,-1 3 7 16,-2 7 1-16,0-1 1 0,-3-2-6 0,3 4-2 15,0 0-8-15,1 2-1 0,-2 2-4 0,0-1-1 0,-9 2-4 16,14 5-2-16,-7-1 4 0,2-1-7 16,-3 4 0-16,0 2-1 0,0-1-1 0,-1 0 2 15,-2 2-4-15,-3 0 0 0,1-1-3 0,-1-2 3 0,3 2-1 16,-3-1-4-16,0-8-9 0,-1 14-5 15,1-7-10-15,2-1-8 0,-2-6-3 0,3 10 2 0,1-2-4 16,-4-2 3-16,5 0-1 0,0 0 4 0,0-2 3 16,5 2 1-16,-3 1 0 0,-1-4 4 0,1 4-3 15,-1 1 7-15,-1 1-1 0,-1-4 2 0,0 1 1 16,-3 2 2-16,-1-1 3 0,0 2 3 0,0-9-4 16,-4 16 2-16,-1-7 4 0,-1 0 3 0,-1-2-2 15,0 0 0-15,-2-1-11 0,2-2-10 0,-3 1-14 16,4-1-30-16,-1-1-38 0,7-3-45 15,-10 2-37-15,10-2-48 0,-12 1-127 0,12-1-394 16,0 0 174-16</inkml:trace>
  <inkml:trace contextRef="#ctx0" brushRef="#br0" timeOffset="60279.21">15674 7800 222 0,'4'-4'269'0,"0"0"-16"16,-4 4-18-16,0 0-20 0,0 0-17 0,0 0-16 15,0 0-11-15,0 0-17 0,-20 11-10 0,12-3-14 16,0 2-11-16,0 0-15 0,3-1-11 0,-3 2-9 16,5-2-8-16,0 2-8 0,3-4-4 0,0 1-7 15,0-8-7-15,5 16-4 0,3-7-3 0,-1-3-2 16,1-2 0-16,2 2-16 0,2-4-1 0,-1 1-5 16,1-2-2-16,-2 1-5 0,-2-2 3 0,-1 1-2 15,-7-1 2-15,12 1-4 0,-12-1 2 0,9-1 3 16,-9 1 4-16,0 0 7 0,5-3 1 0,-5 3-8 15,0 0 5-15,0 0-12 0,0 0 3 0,0 0 4 16,0 0-8-16,-22 15 5 0,17-11-8 16,0 4 2-16,-1 0-2 0,2 1-1 0,1-2 1 0,3 0-2 15,0-7 0-15,1 13 1 0,2-6 1 0,2 1-1 16,2-2 2-16,0 2-9 0,5-2-24 0,-2-1-27 16,4-1-38-16,-2 0-47 0,-1 0-56 0,3-3-50 15,-4 2-227-15,-3-2-506 0,-7-1 223 0</inkml:trace>
  <inkml:trace contextRef="#ctx0" brushRef="#br0" timeOffset="60521.32">14705 8220 198 0,'-29'5'258'16,"7"-1"-25"-16,13-1-12 0,2 0-11 0,7-3-10 15,0 0 0-15,41 6-11 0,10-5-7 0,12-1-9 16,38-3-9-16,4 0-8 0,4-4-12 0,-6 3-14 16,0-1-10-16,-6 0-15 0,-5 3-10 0,-30 2-7 15,2-3 1-15,-1 2-26 0,-9-2-21 0,-15 3-37 16,-1 0-32-16,-2 1-33 0,-3 1-35 0,-6-1-48 16,-6-1-58-16,-3 3-55 0,-7-1-159 0,-3 0-447 15,-8-2 198-15</inkml:trace>
  <inkml:trace contextRef="#ctx0" brushRef="#br0" timeOffset="60995.41">15063 8687 224 0,'-12'-1'296'0,"0"0"-21"0,-1-2-24 0,-1 4-18 15,-3-2-12-15,-2 2-18 0,0 2-12 0,-4 1-17 16,-4 3-16-16,0 3-14 0,1 4-11 0,0-2-17 16,2 1-13-16,1 1-10 0,1 2-2 0,7-2-16 15,1-1-7-15,-1-1-6 0,3 2-6 0,3 0-7 16,4-2-4-16,1-2-6 0,4 0-3 0,0-1-2 16,4-3-3-16,3 3 0 0,5-5-10 0,4 1-9 15,3-4-4-15,1 0-2 0,1-3 5 0,4-3-6 0,-4 1 4 16,-2-4-4-16,2 1 1 0,-4-2 0 15,1-3 8-15,-3-1 7 0,-1 0 4 0,-2-4 0 16,-2 0 9-16,0-4 11 0,-2-4-5 0,-3 3 6 0,1-4 5 16,-5-1-5-16,1 0 0 0,-1 0 1 0,-2 2 20 15,1 5 13-15,-4-5 6 0,4 5-1 16,-5 1 4-16,5 4-9 0,-2 3 2 0,2 4-3 16,0 1-2-16,0 7-8 0,-1-12-8 0,1 12-15 0,0 0-4 15,0 0-8-15,0 0-5 0,0 0-1 0,0 0-6 16,3 36 2-16,-3-18-3 0,5 11 2 0,-4-2-6 15,-1 4-14-15,1-2 8 0,1 0 8 16,0-1-6-16,-1 1 0 0,1-1 0 0,0-3-12 0,0 0-28 16,1-6-53-16,-1-1-51 0,2-1-31 0,2-1-43 15,-2-2-43-15,0-4-59 0,-1-2-50 0,-1 0-253 16,0-3-660-16,2 0 291 0</inkml:trace>
  <inkml:trace contextRef="#ctx0" brushRef="#br0" timeOffset="61218.5">15273 8609 33 0,'3'-13'294'0,"1"4"-13"0,-2 4-19 15,0-3-23-15,-2 8-22 0,4-7-25 0,-4 7-7 16,0 0-9-16,0 0 8 0,6 17-4 0,-6-5-6 16,-1 3-19-16,-3 2-6 0,2 4-10 0,1-2-18 15,-2 5-9-15,2-5-16 0,1 1 3 0,0 0-13 16,4-3-8-16,-3-1-8 0,1 1-6 0,3-5-8 15,0-1-11-15,2 0-20 0,-1-1-23 0,3-2-21 16,1-1-37-16,-1 0-39 0,0-3-56 0,-1-2-58 16,1 0-67-16,-9-2-209 0,9 0-526 0,-9 0 234 15</inkml:trace>
  <inkml:trace contextRef="#ctx0" brushRef="#br0" timeOffset="61357.57">15249 8768 2299 0,'-4'-3'57'0,"4"3"-17"0,-8-6-15 15,8 6-17-15,-7-5 1 0,7 5-1 0,0 0-4 16,0 0 1-16,0 0 9 0,17-13-3 0,-2 7-2 16,6 2 5-16,10-5-37 0,9 0-54 0,19-9-82 0,-1 5-215 15,3-5-406-15,1 1 180 0</inkml:trace>
  <inkml:trace contextRef="#ctx0" brushRef="#br0" timeOffset="61531.35">16634 8316 3025 0,'6'-3'111'0,"2"0"-57"0,-8 3-36 15,11-4 10-15,-7 1-21 0,-4 3-1 0,12-3-7 16,-2-1-15-16,-2 1-15 0,2 1-28 0,0 1-42 16,1-1-38-16,0 2-63 0,1 2-53 0,-1 0-153 15,-1 1-441-15,0-1 195 0</inkml:trace>
  <inkml:trace contextRef="#ctx0" brushRef="#br0" timeOffset="61666.33">16724 8414 200 0,'-5'2'247'0,"5"-2"-9"15,-7 6-1-15,7-6 2 0,-8 0 3 0,8 0-9 16,0 0 0-16,0 0-28 0,0 0-18 0,0 0-16 16,0 0-27-16,0 0-23 0,0 0-36 0,0 0-52 15,29-5-54-15,-15 2-73 0,3-4-91 0,4 1-235 16,-2-2-454-16,6 0 202 0</inkml:trace>
  <inkml:trace contextRef="#ctx0" brushRef="#br0" timeOffset="62018.74">18082 7900 233 0,'0'0'243'0,"-8"3"-21"15,8-3-11-15,0 0-16 0,0 0-13 16,0 0-13-16,0 0-14 0,0 0-8 0,0 0-6 16,0 0-8-16,0 0-6 0,0 0-5 0,22 12-2 15,-8-10 14-15,4-1-10 0,2 0-13 0,3 1-14 0,5-2-36 16,2 0-33-16,-1 0-42 0,-1 0-53 16,-6-2-63-16,6-2-69 0,-6 3-226 0,-3 1-459 15,8-6 204-15</inkml:trace>
  <inkml:trace contextRef="#ctx0" brushRef="#br0" timeOffset="62383.64">18777 7732 247 0,'0'0'299'0,"0"-7"-22"16,0 7-23-16,2-6-21 0,-2 6-19 0,4-6-18 15,-4 6-17-15,12 0-12 0,-1 5-16 0,-2-1-9 16,0 3-17-16,3 2-8 0,-1 2-10 0,1 3-12 15,-1 1-10-15,-3 0-2 0,-2 0-12 0,-3 1-7 16,-2 0-3-16,-1 0-7 0,-1 2-6 0,-3-2-1 16,-2-1 0-16,-3-2-9 0,-1 0 2 0,-3-1-7 15,-4 0-3-15,0 0-3 0,0-5-2 0,0 1-7 16,-2-3-1-16,2 1-2 0,1 0-3 0,4-5 10 16,-1-1-8-16,6 2-4 0,-2-4 5 0,9 2-6 15,-13-1-1-15,13 1 3 0,-10-6 3 0,10 6 0 16,-9-2 4-16,9 2 2 0,-7-5-6 0,7 5 1 15,0 0-3-15,0 0-3 0,0 0-4 0,0 0 2 16,0 0 0-16,0 0-3 0,32 6 0 0,-22-3-1 16,1 2 5-16,1 1-7 0,0 2 5 0,5-2-3 15,0 1-34-15,0 3-29 0,0-3-42 0,-2 0-54 16,2 2-64-16,2-5-53 0,-4 3-233 0,-1-4-546 16,-1 0 242-16</inkml:trace>
  <inkml:trace contextRef="#ctx0" brushRef="#br0" timeOffset="62559.89">19093 7968 72 0,'0'0'305'0,"3"-8"-10"0,-3 8-14 0,2-9-17 16,-2 9-20-16,2-5-27 0,-2 5-21 0,0 0-24 16,0 0-22-16,3-8-48 0,-3 8-35 0,0 0-40 15,0 0-52-15,0 0-60 0,0 0-57 0,0 0-58 16,14 10-124-16,-14-10-350 0,8 4 155 0</inkml:trace>
  <inkml:trace contextRef="#ctx0" brushRef="#br0" timeOffset="62786.71">19261 7869 156 0,'-2'-8'258'0,"2"8"3"0,-4-14-6 16,3 9-8-16,1 5-13 0,-2-9-23 0,2 9-24 15,0 0-22-15,-2-8-16 0,2 8-19 0,0 0-15 16,0 0-6-16,0 0-7 0,11 25-10 0,-3-15-6 15,0 6-3-15,2-2-5 0,1 2-3 0,0-3-6 16,-2 3-9-16,-1-1-6 0,4 0-4 0,-6-2-5 0,1-1-4 16,0-2 0-16,-3 0-8 0,0 2-4 15,0-2 10-15,-2-1-11 0,0 0-5 0,-2-3-12 16,0-6-19-16,-7 11-20 0,-2-4-26 0,-1-2-21 16,-1-1-31-16,-3-1-32 0,1-2-32 0,0-2-25 0,-4-3-39 15,3 1-16-15,-3-5-127 0,-1 1-407 16,2-3 180-16</inkml:trace>
  <inkml:trace contextRef="#ctx0" brushRef="#br0" timeOffset="62902.78">19268 7806 11 0,'18'-3'131'0,"1"-3"-7"0,7-1-14 0,4 1-3 16,1 2-10-16,-1 2-11 0,-2-1-43 0,3-1-71 15,-10 4-86-15,9-1-123 0,-3 0 55 0</inkml:trace>
  <inkml:trace contextRef="#ctx0" brushRef="#br0" timeOffset="63421.8">19748 7931 135 0,'0'0'317'0,"0"0"-15"0,0 0-15 0,-1 7-14 15,1-7-10-15,0 0-27 0,0 0-25 16,0 0-14-16,0 0-2 0,4 12-18 0,-4-12-11 0,0 8-16 15,0-8-10-15,2 9-13 0,-2-9-18 0,2 10-4 16,0-6-8-16,-2-4-13 0,0 0-7 0,1 10-9 16,-1-10 23-16,0 0-37 0,0 0 10 0,-1 9-5 15,1-9 3-15,0 0 12 0,0 0 4 16,0 0-7-16,0 0-4 0,0 0-6 0,0 0-4 0,0 0-4 16,0 0-2-16,-4-33-10 0,8 22 0 0,1-3-10 15,2-1-1-15,3 1-7 0,1-2 0 0,5-5-3 16,-2 9-11-16,0-1-2 0,0 2 0 0,4 2 0 15,-3 1-1-15,-2 4-1 0,7 3-9 0,-7 1-2 16,-3 0 8-16,3 5-16 0,-1-1 9 0,0 2 2 16,-3 3-8-16,0 0 1 0,0 4 9 0,-2-3-2 15,-2 2-2-15,-1-1-1 0,-1 0 5 0,0 0 10 16,0-2-10-16,-2-1-3 0,0-2 5 0,0 0-6 16,-1-6 7-16,0 9-7 0,0-9-3 0,3 10 2 15,-3-10-4-15,0 0 1 0,0 0-8 0,0 0-3 16,0 0-6-16,0 0 4 0,0 0-3 0,11-18 2 15,-7 12 8-15,0-4-8 0,3 1 1 0,1-1 1 16,1 2 3-16,-1-1 0 0,7 2-2 0,-3 0 0 16,-3 2 3-16,2 1 0 0,-4 4 7 0,0 0 2 15,-7 0 0-15,16 3 17 0,-10 0 0 0,1 4 1 16,-2 1-1-16,-1 2 6 0,-2-2-7 0,3 1-5 16,-4 1 2-16,3 1-20 0,-4-2-30 0,0 2-24 15,0-1-33-15,0-1-44 0,-1 1-54 0,1 0-70 16,1-3-67-16,-1-7-204 0,-4 10-584 0,4-10 259 15</inkml:trace>
  <inkml:trace contextRef="#ctx0" brushRef="#br0" timeOffset="63728.71">20271 7874 2108 0,'10'-16'108'16,"-1"3"16"-16,-3 1-28 0,0 6-2 0,-2-3 8 15,-1 3-27-15,1 0-15 0,-4 6-5 0,9-3 6 16,-9 3 8-16,9 0 12 0,-9 0-2 0,14 11 2 15,-6-2-1-15,-1 1 0 0,2 3-13 0,1 1 1 16,2 0 7-16,-3 2-3 0,2-1-10 0,-2-1 4 16,3 2 1-16,-1-3-6 0,-2-4-5 15,0 1 3-15,0 0-10 0,-1-3 11 0,2-1-6 0,0-3 14 0,-2 0-1 16,-2 0-1-16,5-6 4 0,-11 3 5 16,18-3 0-16,-9-1-3 0,-1-1-6 0,1-5-4 15,-1 3-1-15,2-8-7 0,2 0-8 0,-3-1-5 16,-1 0-19-16,4-7 14 0,-4 6-4 0,1-2-4 0,-3 4-5 15,3-2-2-15,-2 2-14 0,-4 3-24 0,1 2-30 16,-1-2-47-16,-3 1-51 0,1 4-53 16,-1 7-59-16,-2-10-71 0,2 10-62 0,-4-8-225 15,4 8-665-15,0 0 295 0</inkml:trace>
  <inkml:trace contextRef="#ctx0" brushRef="#br0" timeOffset="66856.03">21309 7365 19 0,'0'0'230'0,"1"-11"-5"15,-1 11-10-15,0 0-9 0,1-9-18 0,-1 9-18 16,0 0-19-16,0 0-19 0,0 0-14 0,0 0-13 16,0 0-17-16,0 0-2 0,0 0-6 0,0 0-3 15,-8 25-8-15,7-17-5 0,1 0-7 0,-1 1-4 16,1 1-5-16,1 0-1 0,0-2-9 0,1 1 4 15,0-2-7-15,2-1 1 0,0 1-5 0,1-4 2 16,0 3-2-16,5-2 3 0,-1-2-1 0,2 1 0 16,0-3 4-16,-3 2 4 0,1-2 1 0,2-2-1 15,-4-1-2-15,2 0-1 0,-3-1-7 0,2-2 4 16,-3-1-4-16,0-2-7 0,-3 0 0 0,1-1-5 16,0 0 2-16,-3-2-5 0,-2 1 0 0,1-1-3 15,-2 3 19-15,1-4 2 0,-2 3-9 0,-1-1-3 16,0 1-1-16,0 3-4 0,0-1-3 0,0 4-6 15,5 4-4-15,-10-7-6 0,3 7-11 0,7 0-10 16,-13 4-11-16,5 3-11 0,-2 2-22 0,1 1-20 16,-1 2-29-16,1 2-32 0,0 2-39 0,4-1-40 15,1 3-185-15,-2-3-446 0,4 1 198 0</inkml:trace>
  <inkml:trace contextRef="#ctx0" brushRef="#br0" timeOffset="67288.85">21502 7838 267 0,'0'0'263'0,"-3"-11"-16"0,1 7-11 0,2 4-14 16,-7-9-18-16,2 6-15 0,5 3-15 0,-13-5-18 15,13 5-10-15,-19 5-8 0,8 0-15 0,-5 4-3 16,-2-1-10-16,3 5-9 0,-3-2-10 0,0 3-4 0,3-2-11 16,5 1-8-16,-2 0-7 0,3 2-2 15,4-4-5-15,2 0-6 0,2-1-6 16,1 2 2-16,3-3-5 0,1 0-3 0,3-2-5 0,9 3-6 16,3-3-12-16,6 1-25 0,6-3-30 0,-2-1-38 15,2-2-52-15,0 0-57 0,-1-2-61 0,-9 0-212 16,-2-2-499-16,-1 0 222 0</inkml:trace>
  <inkml:trace contextRef="#ctx0" brushRef="#br0" timeOffset="67776.37">20997 7442 19 0,'2'-7'279'0,"2"1"-9"0,-1 1-20 0,-3 5-20 16,5-7-23-16,-5 7-24 0,0 0-24 0,0 0-11 15,0 0-5-15,5 22 10 0,-7 2-5 0,-4 6 8 16,-1 1 2-16,-5 2-6 0,-4 13-6 16,-4 1-20-16,2 0-11 0,-3-4-7 0,0-1-16 0,11-8-9 15,-4 8-4-15,3-8-7 0,3-1 2 0,0 3-22 16,2-4-29-16,-2-1-29 0,3 1-38 0,-1-1-37 16,-1-1-38-16,2-4-64 0,1-8-68 15,-1 9-240-15,0-9-531 0,0-2 236 0</inkml:trace>
  <inkml:trace contextRef="#ctx0" brushRef="#br0" timeOffset="68822.42">27541 5589 76 0,'-2'-6'88'0,"2"6"-11"0,-4-10-7 0,1 4 6 15,3 6 0-15,-4-13-7 0,2 8 4 0,2 5-4 0,-4-11-2 16,4 11 2-16,0-10-4 0,0 10-6 0,-3-12 7 16,3 12 6-16,0-11-1 0,0 11 2 0,0-10-1 15,0 10 1-15,0-13 2 0,0 13-2 0,2-12 0 16,-2 6 7-16,0 6 0 0,1-11-1 0,1 5 0 16,-2 6-6-16,2-11-5 0,-2 6-6 0,0 5 7 15,4-11 0-15,-4 11 0 0,4-10-4 0,-4 10 6 16,1-8-1-16,-1 8-7 0,2-7 8 0,-2 7-6 15,0 0-3-15,2-7-1 0,-2 7-1 16,0 0-2-16,2-7-3 0,-2 7-6 0,0 0-1 0,0 0-8 16,0 0-5-16,0 0-7 0,0 0-10 0,0 0-4 15,0 0 2-15,0 0-6 0,4 21 4 0,-5-3-3 16,0 9-3-16,-5 8 3 0,0 14 0 0,-3 2-2 16,-1 1-2-16,-3 3 4 0,-1-1-1 0,-1 2-4 15,-2 2 1-15,-6 19 1 0,10-22 7 0,0 0-12 16,2 1-25-16,-2-2-35 0,4 1-35 0,-1-4-37 15,4 2-31-15,-1-3-42 0,3-3-55 0,-8-1-157 16,5-12-448-16,-3-1 199 0</inkml:trace>
  <inkml:trace contextRef="#ctx0" brushRef="#br0" timeOffset="72847.2">26373 7813 173 0,'0'0'170'0,"0"0"-15"0,0-10-19 16,0 10-11-16,0 0-16 0,0 0-14 0,0 0-5 16,0 0-10-16,0 0-17 0,0 0-4 0,0 0 1 15,0 0-10-15,0 0 4 0,0 29-6 0,-2-15-9 16,2 4 5-16,0 1 2 0,0 6-1 0,0 0 3 16,0-6-7-16,2 9-1 0,-2-2-1 0,4 3 0 15,-4-3 2-15,4 2 0 0,-2 1 2 0,2 0-1 16,-4-2-3-16,4 2-2 0,1 0 0 0,-1 2 1 15,3-1 0-15,0 4 3 0,-2-1-3 0,5 13-1 16,-3-12-4-16,1 0-2 0,-2 1-5 0,0-1 1 16,-1 1 4-16,2 10 0 0,-2 1-1 0,-1-12 0 15,-2-1-2-15,3 2 1 0,-3-3 0 0,-2 2-2 16,2-3-5-16,2 1 1 0,-1-1 0 0,-1-4-4 16,-2 2 8-16,0-1-9 0,2 0 2 0,1 0-3 15,-1 0 0-15,2 1-1 0,-3-3-2 0,-1-1-2 16,2 0 1-16,0 0 5 0,0 0-10 0,2-1 6 0,-2 2-4 15,-1-1 0-15,1 1 4 0,0 0-4 0,2 2 2 16,-1-1 1-16,-3 0 3 0,5 0-7 0,-5 1 5 16,2-2 0-16,-2 1-3 0,4-1 0 0,-2 3 4 15,1-2-2-15,-1-1 12 0,-2 2-13 0,4-2 1 16,-4-6 2-16,4 8-1 0,-4-2 0 0,0 6 2 16,0-2-1-16,1 0 6 0,1-1-4 0,-2 0-2 15,0-1-3-15,-2 0 5 0,4 2-1 0,1 0 1 16,-8 0 0-16,4-1 1 0,2 0-2 0,-1 1-5 15,2-2 3-15,-4-1-2 0,4 1-1 0,1-1 0 16,-3 1 3-16,4-2 0 0,-2 2-2 0,1-2 2 16,-3 1 1-16,2-2-3 0,0 1-3 0,0-6 5 15,-2 5-2-15,4 2 1 0,-1-1-1 0,-1 1 3 16,-2 2 1-16,2-3-3 0,1 1 4 0,-3-2-3 16,0 1-2-16,2 2 2 0,0-2 1 0,-2 1-2 15,3 0 1-15,-3-1 1 0,2 2-2 0,0 1-1 16,0 0 5-16,2-3-3 0,-4 2 0 0,5-3 3 15,-5 2-6-15,4-3-3 0,-2 2 7 0,2 0-5 16,-2-1 6-16,0 3-5 0,2-2 1 0,0 1-8 16,-3-2 10-16,1 1 5 0,0 0-5 0,-2-1-1 15,4 2 5-15,-2 0-4 0,-1-1-5 0,1 1 3 16,0-1 2-16,1-7-5 0,-1 1-1 0,0 1-3 16,-2-2 7-16,2 0-5 0,-2-2-3 0,0 0-1 15,0 2 1-15,3-4-2 0,-3-4 7 0,2 2-7 0,-2 0 6 16,0-4-7-16,2-2 1 0,-2 3-2 15,0-3 2-15,0-7-13 0,0 11-20 0,0-11-25 16,-2 10-17-16,2-10-26 0,-5 7-33 0,1-4-49 16,4-3-49-16,-10 3-52 0,10-3-228 0,-15-1-552 0,6-4 245 15</inkml:trace>
  <inkml:trace contextRef="#ctx0" brushRef="#br0" timeOffset="73787.3">26522 11571 85 0,'-7'1'138'0,"7"-1"-8"0,-13 3 1 0,5-3-1 16,0 3-6-16,1 0-9 0,-5-2-8 0,4 1-8 15,-3 1 2-15,-1-1-8 0,5 1-3 0,-3-1-6 16,1 2-7-16,2-1-6 0,7-3-6 0,-9 3-9 15,2-2 1-15,7-1-6 0,-10 3-11 0,10-3-1 16,0 0-5-16,-6 2-6 0,6-2-4 0,0 0 2 16,0 0-3-16,0 0-3 0,-9 4 3 0,9-4-4 15,0 0 1-15,-4 5 0 0,4-5-9 0,-7 3 4 16,7-3 4-16,-14 4-8 0,4-2 2 0,-4 0 0 16,3 1 2-16,-3 0-5 0,-4 0-2 0,-2-2-2 0,0 2 1 15,-7-1 2-15,4 2-8 0,3-3 8 16,-2-1 6-16,1 3 1 0,1-3 11 0,0-2 0 15,4 1 5-15,3 2 1 0,1 1 9 0,-1-2 2 16,4-2 2-16,-3 1-2 0,12 1 2 0,-13-1-1 0,13 1 0 16,-8 0-7-16,8 0-2 0,0 0-1 0,-10-2-7 15,10 2-4-15,0 0-3 0,0 0-3 0,0 0 0 16,0 0-6-16,0 0 5 0,0 0-2 0,0 0-2 16,29 11 3-16,-12-11-4 0,2 0 2 0,10 3 6 15,3-2-5-15,3-1 0 0,2 0-3 0,14-3 2 16,1 2-3-16,3 1 5 0,-1-3-8 0,3-5 3 15,2 5 2-15,-1 1-1 0,3-1 3 16,4 3 1-16,0-4 3 0,30-1 2 0,-30 3 2 0,27-4 4 16,-27 2 1-16,27 3 0 0,-25-5-3 0,26-1 7 15,5 0 4-15,-2 6-5 0,-5-1-3 0,5-1 2 16,0 1-7-16,0-6 8 0,2 2-5 0,3 2-4 16,-3 1 5-16,2 0-3 0,-1 3 0 0,-3-1-11 15,4-1 4-15,-1-5-1 0,-3 2 0 0,-1 0 2 16,4 3-9-16,-1-4 5 0,4 0-1 0,-3-2-3 15,3 6-5-15,-2-5 0 0,1 5 1 0,-5-3 4 16,6-1-5-16,-4-1 1 0,1 1 0 0,-2 5-5 16,-7-4 5-16,2 1 1 0,-26-2-4 0,27-1 6 15,-29 1-6-15,0 6 5 0,3-4-8 0,-1 3 4 16,-3-3 1-16,0-1 0 0,-3 3 34 0,0-1-7 16,-1 0 1-16,-6-2-9 0,-2 1-2 0,-13-2-1 15,-1 2 6-15,0 0-10 0,-6 1 3 0,-1-1 3 16,1-3-1-16,-12 4-1 0,-1 1 9 0,-2-1 16 15,-4 1 11-15,-3-1-11 0,-2 2 13 0,-1-2-5 0,2 1 2 16,-8 2-6-16,9-3-7 0,-9 3-1 16,0 0-2-16,10 0-11 0,-10 0-2 0,7-2-2 15,-7 2-3-15,0 0-4 0,0 0 0 0,0 0-8 0,8-1-12 16,-8 1-12-16,0 0-26 0,0 0-33 0,0 0-30 16,0 0-28-16,0 0-22 0,0 0-31 15,0 0-38-15,-24-8-50 0,16 5-35 0,-2 1-264 0,1-1-617 16,0 0 273-16</inkml:trace>
  <inkml:trace contextRef="#ctx0" brushRef="#br0" timeOffset="75674.61">31350 11722 30 0,'0'0'282'0,"0"0"-6"16,0 0-12-16,2-8-20 0,-2 8-18 0,0 0-26 15,0 0-19-15,0 0-17 0,0 0-15 0,0 0-11 16,0 0-8-16,14 16-12 0,-7-9-10 0,-1 3-8 16,2 3-5-16,-1 2-9 0,1 0-6 0,-2-4-5 0,2 5-5 15,-1 0-9-15,-2-1-2 0,2-1-5 16,-2-1-7-16,3 2-7 0,-4-4-26 0,0-1 2 16,1 0-1-16,-1-1-1 0,1-3 9 0,-4 1-12 15,2-1 5-15,-1-1-4 0,-2-5 3 0,5 7 4 0,-5-7 8 16,5 3 5-16,-5-3-1 0,9 1 1 15,-9-1-2-15,0 0 1 0,12-9 0 0,-8 4 3 16,0-1-1-16,1-3-4 0,1-2 1 0,2-3 0 16,-2-3-3-16,2 1-1 0,1-3-7 0,-3 1 3 0,4-5-3 15,-2 6-4-15,1-1-1 0,-1 2-4 16,-2 0 7-16,-2 4-10 0,0 1-1 0,1 2-11 16,-4 4-35-16,1-2-30 0,-2 7-23 0,2-10-31 15,-2 10-34-15,0-6-20 0,0 6-21 0,0 0-11 0,0 0-19 16,0 0-8-16,0 0-171 0,9 16-440 0,-4-10 196 15</inkml:trace>
  <inkml:trace contextRef="#ctx0" brushRef="#br0" timeOffset="76156.2">31748 11803 100 0,'0'0'142'0,"7"7"13"0,-5-2 4 16,-2-5-7-16,3 9 2 0,-3-9-2 0,0 9 9 16,1-2-2-16,-1-7 3 0,0 11 0 0,0-11-1 15,0 14-15-15,0-7-7 0,0-7-5 16,-1 13-13-16,1-6-7 0,0-7-9 0,0 13-12 15,0-7-7-15,0-6-6 0,0 12-9 0,0-12-3 0,0 9-3 16,0-9-9-16,0 0-1 0,1 12-6 0,-1-12-7 16,2 5-1-16,-2-5 2 0,0 0-1 0,0 0 7 15,0 0-1-15,0 0-2 0,0 0-11 0,0 0 3 16,0 0-4-16,0 0-7 0,0 0-3 0,-3-27 0 16,3 16-5-16,4 0-1 0,-3-5-4 0,0-3 7 15,3 3-8-15,-1 0 0 0,3-2-4 0,-1 4 0 16,2 0 2-16,-1 3-5 0,2 3 1 0,1-1-1 15,0 2-1-15,-1 2-1 0,3 1 1 0,0 0-5 16,2 2 3-16,-3 1 3 0,-2 2-3 0,3 2-1 16,-2 0-2-16,0 0 5 0,1 1-9 0,-3 0 3 15,1 1 0-15,-5 0 1 0,1 0-1 0,0 1 5 16,0 1-19-16,-3 0-6 0,-1-7-12 0,0 12-13 16,0-12-5-16,-5 13-14 0,3-8-15 0,-1 2-17 15,3-7-7-15,-3 9-18 0,3-9 4 0,-2 11 9 16,2-11 6-16,0 10 7 0,2-3 3 0,1-1 3 15,0 0 11-15,0 0 3 0,4-2 11 0,-2 5 3 16,-3-5 7-16,1 2 3 0,1 1 6 0,0-1 7 16,-2-1 2-16,-2-5 3 0,3 11 13 0,-2-5-1 15,-1-6 4-15,-1 10 3 0,1-10 8 0,-5 10 2 16,5-10 0-16,-7 7-2 0,3-4 2 0,4-3 4 16,-9 4-4-16,9-4-28 0,-11 2-34 0,11-2-44 15,-9 0-41-15,9 0-116 0,0 0-291 0,-12-6 129 16</inkml:trace>
  <inkml:trace contextRef="#ctx0" brushRef="#br0" timeOffset="76510.35">32274 11822 1877 0,'9'-10'73'0,"1"3"68"0,-4-1-48 0,-1 2-31 16,-1 3-22-16,-3-3 5 0,-1 6 6 0,0 0 10 0,0 0 2 15,0 0 7-15,-11-9-6 0,11 9 5 16,-18 6-12-16,6 0-5 0,0-2-2 0,0 2-11 15,3 2 2-15,-2-3-4 0,2 2-4 0,0 1-3 16,1-1-3-16,3 2-2 0,3-2-3 0,0 2-6 0,2-1-6 16,0-8-2-16,4 14-4 0,4-7-3 15,-1-1-7-15,0-2 0 0,3 3-2 0,1-3-3 0,-4 0 3 16,1 0-3-16,-3-2-1 0,1 2 4 16,-6-4-1-16,5 6-2 0,-5-6 3 0,3 5-1 0,-3-5 3 15,0 0 7-15,-8 15-4 0,2-9 8 0,-2-1 3 16,-1 2 4-16,0-1 2 0,0 1-5 0,3-1 1 15,1 0-3-15,-2 0 1 0,2-1-3 0,5-5 3 16,-3 12-3-16,3-12 3 0,2 7 0 16,-2-7 7-16,6 8-9 0,5-4-2 0,-1-1-8 0,4-1-18 15,3-2-21-15,0 1-17 0,0-1-30 0,-3-1-37 16,-1 1-28-16,2-2-33 0,-2-1-46 0,0 1-143 16,-2-2-406-16,1-1 180 0</inkml:trace>
  <inkml:trace contextRef="#ctx0" brushRef="#br0" timeOffset="81772.33">27348 11661 55 0,'-2'6'89'0,"2"-6"0"0,0 0-2 15,0 0-2-15,-4 6-2 0,4-6-3 0,0 0-7 16,0 0-5-16,-10 2 7 0,10-2-4 15,0 0 2-15,0 0-5 0,-9 3 4 0,9-3-9 0,0 0-2 16,0 0-11-16,0 0 10 0,-8 0-14 0,8 0-3 16,0 0-1-16,-9 3 2 0,9-3 2 0,0 0-7 15,0 0-3-15,0 0 4 0,-10 1-8 0,10-1-2 16,0 0-2-16,0 0-4 0,0 0 0 0,0 0 2 16,-8 3-6-16,8-3 0 0,0 0-4 0,0 0 4 15,0 0-9-15,0 0 3 0,0 0-4 0,0 0 0 16,0 0-4-16,0 0 2 0,0 0 9 0,0 0 1 15,0 0 11-15,0 0 2 0,0 0 4 0,0 0 6 16,0 0 5-16,0 0 3 0,0 0 0 0,0 0-1 16,29 0 6-16,-29 0-5 0,15-4 1 0,-3 3-2 15,-3-1 2-15,4-3-3 0,-1 1 2 0,0 0-5 16,5-2-1-16,0 3-1 0,1-2-3 0,1-1 0 16,-4 0-1-16,3 0-2 0,0 0 4 0,0-1-3 15,1-2-2-15,-4 2-2 0,3-3-1 0,0 3-3 16,-2 2 4-16,1-4-6 0,-2 1 3 0,1-1-2 15,-1-1 1-15,2 4-1 0,-1-1-6 0,0-2 1 16,0-1-1-16,1 3 0 0,1-2 1 0,-1 1-2 16,0 0 0-16,1-1-1 0,-2 0-2 0,2 0 15 15,-7 3-5-15,8-4-7 0,-3 1-2 0,-1 1 2 0,2 0-4 16,0-2 0-16,-2 1 6 0,1 0 7 0,-3-1-20 16,3-1 6-16,-5 4-2 0,3-1 0 15,1-2 6-15,-4 3-7 0,1-4 7 0,1 4 8 16,-2-1-14-16,2-2-1 0,-1-1 1 0,-1 3-4 0,1-5 2 15,0 2 2-15,0 0-5 0,0-2 3 16,1 1-2-16,0 1 0 0,3-3 0 0,-4 0 1 16,2 2 0-16,-2-3-4 0,1 0 1 0,2 0-5 0,-3 3 4 15,3-3 0-15,-4 1-2 0,3 1-2 0,-2-1-1 16,0-1 4-16,0 1-5 0,-2 0 4 0,1 0-8 16,0-1 4-16,-3-2 9 0,0 2-9 0,2 1 1 15,-3-2 1-15,1 0 4 0,-1-1-4 16,-3 2 1-16,4-2-3 0,-3 1 2 0,0-2 2 15,-1-2 2-15,3 2-4 0,2-6-3 0,-6 5 15 0,5-4-16 16,-3-3 5-16,3 3-6 0,0-2 0 0,-3 0 0 16,2 0 0-16,1 1 0 0,-2-2 5 0,2 1-5 15,0 1-2-15,-4 5-3 0,6-6 12 16,-3 1-6-16,0 1 0 0,-1 3-2 0,1-5 3 0,2 0-1 16,-3 6-2-16,-1 0 3 0,2-5-2 0,-2 5 6 15,2-7-7-15,-3 7 13 0,5-6-11 0,-5 6 2 16,2 0-4-16,2-5 5 0,-2 7-6 0,5-8-1 15,-6 7 7-15,4-6 4 0,1 0 3 0,-5 5 5 16,3-3-4-16,1 3 2 0,2-7 4 0,-4 9-6 16,0-7 7-16,-1 6-3 0,1-2-1 0,-1 4 3 15,1-8 3-15,3 7-6 0,-6 0-1 0,3-1-1 16,-1 2 5-16,0-1-7 0,2-1 14 0,-2 0-16 16,-1 0 5-16,2 1 2 0,-1-1-4 0,-2-1 6 15,2 2 1-15,-2-2 5 0,0-1-3 0,0 3-2 16,1-2 0-16,0 1 3 0,-1 1-6 0,-2-1 5 15,1 0-1-15,2 0-2 0,-1 2 1 0,0-2 15 16,1 0-10-16,-2 0-5 0,1 0 0 0,0 1 0 16,0 0-4-16,1-2 2 0,-1 1-7 0,1-1 5 15,0 1 3-15,0-1 0 0,-1-6-4 0,-1 7 4 16,2 1-3-16,-3 0-5 0,2 2 14 0,0-1-14 16,0 1 3-16,-2-2 1 0,0 7-4 0,-1-3 3 15,0 1 2-15,2-3 0 0,-2 0-5 0,0 1-1 16,2 0 6-16,-2 2-1 0,2 0-4 0,-2-5 0 0,0 5 1 15,1 0-7-15,-2-2 8 0,2 2 0 16,-1 1 4-16,1-3-8 0,1 0 17 0,-3-2-12 16,2 3 0-16,2-3-3 0,-4 5 4 0,2 0-6 15,1-1-1-15,-2 0 1 0,0 0 1 0,2-1 1 0,-1 3 0 16,0-3 4-16,-1 2-10 0,2 1 2 0,-1-2 3 16,-1-3-3-16,3 5-4 0,-1-1 6 0,-2 3 4 15,0-8-6-15,2 7 5 0,-1-1 0 0,-1 3-1 16,2-3-1-16,0 0 3 0,-3 0-5 0,1-2 5 15,2 3-8-15,-1-2 8 0,0 0-4 0,-2 1 0 16,1 5-2-16,0-7 6 0,0 5-3 0,3-5 1 16,-3 1-2-16,2 1 1 0,-1-1-4 0,1 3 1 15,-2-1 2-15,3-1 4 0,-1 1-4 0,-1 2 1 16,0 1 5-16,-2 6-5 0,2-11-1 0,-2 11 0 16,3-11-10-16,-1 7 9 0,-2 4-4 15,3-11 1-15,1 6 2 0,-4 5 0 0,2-9 2 0,-2 9-3 16,1-8 6-16,-1 8-2 0,3-5-1 0,-3 5 0 15,0 0-1-15,3-10 1 0,-3 10-6 0,2-7 8 16,-2 7-9-16,3-9 5 0,-3 9-3 0,2-6 4 16,-2 6-2-16,3-9-5 0,-1 3-41 0,-2 6-22 15,7-11-25-15,-3 4-24 0,1 0-17 0,2-1-1 16,0-1-22-16,0 0-28 0,0 2-29 0,-1-3-32 16,2 2-43-16,1-1-21 0,-2-1-276 0,-1 2-629 15,0-2 279-15</inkml:trace>
  <inkml:trace contextRef="#ctx0" brushRef="#br0" timeOffset="82450.66">29764 8333 76 0,'-5'-4'218'0,"5"4"1"16,-9-1-6-16,9 1-5 0,0 0-13 0,-12-3-12 15,12 3-17-15,0 0-10 0,0 0-21 0,0 0-15 16,0 0-12-16,14-12-8 0,-4 9-11 0,3-1-11 0,4 1-8 15,2-1-9-15,1-2-1 0,-2 4-5 16,4-1-6-16,0-1 13 0,-2 1-6 0,1 0-6 16,-1-1-6-16,-7 2-8 0,5 0-16 0,-7-1-22 15,-2 0-22-15,0 3-26 0,-3-1-28 0,2-1-22 0,-8 2-17 16,9-2-8-16,-9 2-11 0,0 0-4 0,0 0 8 16,0 0 0-16,0 0 22 0,0 0 10 15,0 0 0-15,0 0 15 0,0 0 11 0,0 0 13 16,-28 0 24-16,28 0 18 0,0 0 23 0,-11-1 20 15,11 1 23-15,-8-2 25 0,8 2 19 0,0 0 17 16,0 0 5-16,-8-1 2 0,8 1-1 0,0 0-4 0,0 0-5 16,0 0-9-16,0 0-11 0,0 0-9 0,0 0-12 15,0 0-6-15,-10 6 0 0,10-6-4 16,0 12-2-16,0-2 2 0,1-1 1 0,-1 5 2 0,0-3 3 16,2 1-6-16,-2 1-4 0,-2 3-3 0,4 4-6 15,-2-2 0-15,-2-1-2 0,4 1-8 0,-2 0-4 16,0-6-2-16,0 1-29 0,0 0-24 0,0-3-36 15,0 3-38-15,1-4-45 0,-1 0-54 0,1-1-45 16,-1-1-161-16,0-7-441 0,1 12 196 0</inkml:trace>
  <inkml:trace contextRef="#ctx0" brushRef="#br0" timeOffset="82622.64">30134 8482 205 0,'5'-3'267'16,"-5"3"-19"-16,8-4-17 0,-8 4-20 0,6-2-19 15,-6 2-14-15,0 0-5 0,0 0-9 0,8 8-6 16,-7-1-13-16,-1-7-11 0,2 13-13 0,-2-4-7 16,1 2-14-16,-1 1-8 0,0 1-10 0,0-1-39 15,-3 4-31-15,3 1-55 0,-2 0-68 0,-1-2-78 16,-2 3-233-16,3-3-456 0,-4 2 202 0</inkml:trace>
  <inkml:trace contextRef="#ctx0" brushRef="#br0" timeOffset="83762.67">26969 11630 36 0,'0'0'76'0,"0"0"-11"15,0 0-4-15,0 0-3 0,0 0-12 0,0 0-4 16,0 0-10-16,-10 6 5 0,10-6-6 0,0 0-7 15,0 0 5-15,0 0-2 0,0 0-2 0,0 0 1 16,0 0-3-16,-2 7-3 0,2-7 13 0,0 0 5 16,0 0-5-16,0 0 4 0,0 0 1 0,0 0 0 15,0 0 9-15,0 0-16 0,0 0 14 0,0 0-9 0,0 0 1 16,0 0-26-16,0 0 22 0,0 0-2 16,0 0-8-16,0 0 1 0,0 0-4 0,8 11 1 15,-8-11-3-15,0 0-1 0,6 2 3 0,-6-2 3 16,0 0-5-16,0 0 2 0,7 3 5 0,-7-3-4 0,0 0-2 15,0 0-3-15,8 4 0 0,-8-4-1 16,0 0-11-16,12 1 16 0,-12-1-6 0,5 0-8 16,-5 0 5-16,0 0-8 0,0 0-14 0,12-1-26 0,-12 1-14 15,0 0-14-15,0 0-8 0,7 1 2 0,-7-1-18 16,0 0 7-16,0 0-4 0,0 0-2 0,0 0-57 16,0 0-157-16,0 0 71 0</inkml:trace>
  <inkml:trace contextRef="#ctx0" brushRef="#br0" timeOffset="87032.78">26969 11596 48 0,'-12'-2'59'0,"12"2"-4"0,-11 0-9 15,11 0-1-15,-9 2-7 0,9-2 0 0,-11 2 2 16,11-2-10-16,-9 2 4 0,9-2 0 0,-9 1 3 16,9-1-7-16,-9 0-1 0,9 0 7 15,0 0-2-15,-11 2-4 0,11-2 6 0,0 0-3 0,-11 1 9 16,11-1 3-16,0 0-4 0,-8 1 5 0,8-1 5 15,0 0 0-15,0 0 2 0,0 0 2 0,0 0 2 16,0 0-9-16,-10-1-2 0,10 1 2 0,0 0-6 16,0 0-4-16,0 0 0 0,0 0-1 0,0 0-6 15,0 0 3-15,0 0 0 0,0 0 0 0,0 0 7 16,0 0-7-16,0 0-6 0,0 0-1 0,0 0 5 16,0 0 2-16,0 0 9 0,0 0-2 0,0 0 2 15,0 0-1-15,0 0-3 0,0 0-5 0,0 0 2 16,29 5-5-16,-23-5-1 0,-6 0-1 0,14 2-3 15,-7 0-1-15,1-2 1 0,-8 0-5 0,15 4 6 16,-7-3-2-16,-3 0-4 0,5 0 4 0,-2-1-2 16,-8 0 5-16,15 1-3 0,-8-1 5 15,3 1-8-15,-10-1 3 0,14 0-5 0,-5 0 6 0,1 0-9 16,-1 0 2-16,-9 0-4 0,14 0 1 0,-8 0-2 16,-6 0-1-16,13 0-1 0,-13 0-3 0,14 0 2 15,-7 1-2-15,-7-1-1 0,13-1 1 0,-13 1 2 16,14 0-2-16,-14 0 0 0,9-1 6 0,-9 1 1 15,10-3 1-15,-10 3 2 0,10-4 3 0,-10 4-4 16,7-3 5-16,-7 3-2 0,11-4-3 0,-5 2 1 16,-6 2 3-16,10-4-7 0,-2 1 5 0,-3-1-3 0,3 2-1 15,-8 2-1-15,14-5 0 0,-5 2 0 16,-4-2-2-16,4 3 1 0,-4-2 7 0,1 0-4 16,1 0 5-16,-7 4-2 0,12-6-4 0,-8 3 7 15,3 0-2-15,-7 3-2 0,6-7-1 0,0 2 2 0,0 3-5 16,-6 2 3-16,10-8-2 0,-9 3-5 0,7 1 3 15,-3-3-2-15,-1 2-3 0,3 2 1 16,-4-3 2-16,3 0-9 0,-2 1 4 0,-1 1 2 16,3 0-4-16,0-1 0 0,-2 0 0 0,-4 5 3 0,9-8 3 15,-3 4 0-15,-2 1 15 0,-4 3-8 0,8-11-4 16,-4 5 0-16,1-1 2 0,-1 1-4 0,1 1-3 16,-1-1 6-16,0 1-5 0,2 1 11 0,-2-3-13 15,-4 7-4-15,8-6 3 0,-6-1-3 0,1 3 4 16,1-1-1-16,-4 5-2 0,10-10 1 0,-8 4-2 15,2 0 5-15,-4 6-6 0,5-9 11 0,-1 4-13 16,1 0 1-16,-1 0 3 0,-4 5 1 0,5-9 2 16,-1 4 6-16,-4 5-5 0,5-10 2 0,-3 5 0 15,-2 5 1-15,6-7-4 0,-4 2 2 0,-2 5-3 16,3-9-3-16,-3 9-2 0,4-7 4 0,2 1-1 16,-6 6 2-16,4-7-2 0,-4 7 3 0,5-8-3 15,-2 4 1-15,-3 4-3 0,5-5 0 0,-5 5 1 16,2-8-3-16,-2 8 0 0,3-6 4 0,-3 6 12 15,0 0-9-15,5-7-8 0,-5 7 6 0,0 0-3 16,0 0 7-16,4-6-3 0,-4 6-1 0,0 0-1 16,5-6-1-16,-5 6 3 0,0 0 1 0,0 0-3 15,2-5 1-15,-2 5-3 0,0 0 5 0,0 0-1 16,4-7 1-16,-4 7-3 0,0 0-4 0,0 0 2 16,2-6-3-16,-2 6 2 0,0 0 1 0,0 0-3 15,0 0 3-15,0 0 3 0,2-6 2 0,-2 6 0 0,0 0-2 16,0 0-9-16,5-5 3 0,-5 5 1 0,0 0 9 15,0 0-9-15,0 0 3 0,0 0-1 16,0 0 6-16,0 0-6 0,0 0 0 0,2-7-2 16,-2 7 8-16,0 0-5 0,0 0-1 0,0 0 4 15,0 0 3-15,0 0-6 0,0 0-1 0,0 0 6 16,5-5-3-16,-5 5 3 0,0 0-5 0,0 0 4 16,0 0-2-16,0 0 0 0,0 0 2 0,5-7-2 15,-5 7-2-15,0 0 6 0,0 0 2 0,0 0-8 0,0 0 4 16,2-9-10-16,-2 9 0 0,0 0 6 0,2-4-1 15,-2 4-6-15,4-6 6 0,-4 6 0 16,0 0-3-16,4-6 1 0,-4 6-3 0,0 0 7 0,3-7-2 16,-3 7 0-16,4-6-2 0,-4 6 3 0,0 0 1 15,0 0-6-15,4-8-7 0,-4 8 10 0,0 0-1 16,0 0-4-16,5-4 6 0,-5 4 0 0,0 0 2 16,0 0-3-16,0 0-1 0,0 0 13 15,3-7-19-15,-3 7 8 0,0 0 2 0,0 0-8 0,2-8 5 16,-2 8-4-16,0 0 2 0,0 0-3 0,0 0 3 15,2-7 3-15,-2 7-1 0,0 0 2 0,0 0 1 16,4-9-6-16,-4 9-1 0,0 0 14 0,0-8-14 16,0 8-2-16,0 0 7 0,0 0 1 0,2-7 3 15,-2 7-7-15,0 0 2 0,1-9 6 0,-1 9-7 16,0 0-9-16,0-10 9 0,0 10-8 0,0 0 5 16,2-10 3-16,-2 10-1 0,0 0 1 0,2-9-1 15,-2 9 6-15,0 0 1 0,0-8-5 0,0 8 1 16,0-7-4-16,0 7 1 0,0 0-1 0,0-12 5 15,0 12-1-15,0-7-1 0,0 7-4 0,0 0 10 16,0-11-12-16,0 11 4 0,0 0-5 0,0-10 6 16,0 10 1-16,0-8-2 0,0 8-3 0,2-9 7 15,-2 9-7-15,0 0 9 0,-2-12-7 0,2 12 4 16,0-9 1-16,0 9-5 0,-2-8 5 0,2 8-2 16,0 0-7-16,0-12-4 0,0 12 10 0,0-9 1 15,0 9-2-15,0 0 5 0,0-13 2 0,0 13-11 16,2-8 5-16,-2 8-2 0,0-9 1 0,0 9-1 15,0-9-4-15,0 9 6 0,0-11 0 0,0 11 1 16,0-9 1-16,0 9 1 0,2-12-2 0,-2 12-3 0,0-11-5 16,0 4 10-16,0 7-5 0,2-12 0 0,-2 5-4 15,0 7 5-15,-2-10-3 0,2 10 3 0,2-13 1 16,-4 5-3-16,2 8 2 0,0-13 4 16,0 6-9-16,0 7 3 0,0-14 6 0,2 6-6 15,-2 8 2-15,-2-13-3 0,2 3 6 0,0 10-3 0,0-14-4 16,0 8 1-16,0 6-4 0,0-13 12 0,0 13-5 15,0-12 5-15,0 12-5 0,-2-13-5 16,4 8 10-16,-2 5-7 0,0 0-4 0,-2-15 7 0,2 15 1 16,0-12-2-16,0 6-3 0,0 6 10 0,0-9-6 15,0 9 2-15,0-12 1 0,0 12-8 0,0-12 3 16,0 5 3-16,0 7-5 0,2-14 2 0,-2 7-2 16,3 1-1-16,-3 6 8 0,1-12-6 0,-1 6 2 15,0 6 1-15,3-9-3 0,-3 9-1 0,0-10 0 16,0 10-1-16,3-10-1 0,-1 3 11 0,-2 7-6 15,0-12-1-15,2 5-5 0,-2 7 13 0,1-10-7 16,-1 2 2-16,0 8 3 0,3-13-4 0,-3 6 0 16,0 7 1-16,3-16-2 0,-3 9-1 0,0-3 6 15,0 3-5-15,2 0-5 0,0-1-3 0,-2-2 8 16,2 3-4-16,-2 7 2 0,1-17 5 0,1 7-3 16,-2-1-4-16,0 0 11 0,2-1-8 0,0 2-1 15,-2 0 1-15,0 2-1 0,2-2 18 0,-2 3-12 16,3-3-4-16,-3 10 7 0,0-16-6 0,0 8 2 15,0 8 2-15,2-15 13 0,-2 9-12 0,0 6 0 16,0-15 3-16,1 10-2 0,-1 5-2 0,0-16 3 16,-1 10-3-16,1 6 2 0,1-13 4 0,-1 7-4 15,0 6 3-15,0-13 1 0,2 7-3 0,-2 6-5 16,0-17 1-16,1 9-2 0,-1 8 3 0,0-15-3 16,1 9 6-16,-1-1 2 0,0-4 1 0,0 11-4 15,0-16 1-15,0 5 6 0,0 2 0 0,2 1-3 16,0-1-5-16,-2 2 3 0,0 7 0 0,0-15 0 15,0 8-5-15,0-4 2 0,0 11-1 0,0-14 1 16,-2 5 5-16,4 3-10 0,-2 6 4 0,-2-14-1 0,2 14 9 16,0-12-10-16,0 4 8 0,0 8-6 0,0-15 4 15,-2 8-1-15,4-3 1 0,-4 3-3 16,2-4 1-16,0 11 0 0,0-12 0 0,-1 2-6 16,0 3 3-16,-1-4 1 0,1 1 0 0,1-1 2 0,-2 2-5 15,2-3 0-15,-3 2-4 0,3-2 3 0,0 0 3 16,-2 0-9-16,2 0 12 0,0 0-2 0,-2-4 6 15,1 1-9-15,-2 2-5 0,2-5 3 0,-3 2 6 16,4-1-4-16,0 2 4 0,-2-1-10 0,2 1-3 16,-2-2 12-16,1 2-7 0,0 1 2 0,-2-2 9 15,1 2-13-15,-3-1 4 0,5-1 3 0,-3 0 1 16,2 4-1-16,-2-4-5 0,1 4 3 0,0 0-3 16,0 1 8-16,-1-6-5 0,2 1-7 0,0 4 9 15,-1 2-7-15,0-3 8 0,2-2-9 0,0 3 16 16,0-9-16-16,0 10 3 0,-4-5-4 0,4 4 7 15,0-5 0-15,0 0 2 0,0 2 11 0,-1-1-13 16,1 4-3-16,0-1 0 0,1-3 2 0,-1 4 0 16,0 0-5-16,0 0 4 0,0-5 3 0,-1 5 0 15,2-4-4-15,-2 4-1 0,1 1-4 0,0-5 4 16,0 4 7-16,0-3 6 0,0 1-7 0,0-1-4 16,1 3 1-16,-1-4-1 0,0 4 1 0,0-4-1 15,0 4 9-15,0 0-10 0,-1 2 2 0,-1-3 10 16,2-3-15-16,0 4 3 0,-3 0 2 0,3 0 2 0,-2 0 13 15,2 0-4-15,-2-1-5 0,2 2-4 0,0-2 3 16,0 2 1-16,0-6-4 0,-2 7 1 16,0-3-1-16,2 1 4 0,-1 2-7 0,1-3 4 15,0 2 5-15,-2-1-4 0,1 2-5 0,0-3 1 0,-1 1-4 16,2 2 10-16,0-1-3 0,-2 2-3 0,2-4 2 16,0 2 2-16,0 0-6 0,0-2 4 15,-2-2 5-15,0 4-1 0,2-2 7 0,0 1-10 16,-1 2-7-16,0 0 10 0,-2-2-4 0,3 2 9 0,-2 0-11 15,-1 1 4-15,3 9 8 0,-2-18-13 0,2 6 0 16,0 6-4-16,-2-3 7 0,1 0 0 0,1 9 0 16,-1-14-2-16,-2 7 0 0,3 7 3 15,-2-14 1-15,0 8-1 0,2 6 1 0,0-12 3 0,0 12-6 16,-2-11-1-16,2 11-1 0,2-12 0 0,-4 7 1 16,2 5 0-16,-2-11 6 0,2 11-4 0,0-10 3 15,0 10-5-15,0-12 4 0,0 12 0 0,-1-12-4 16,0 6 7-16,1 6-3 0,-3-12-5 0,3 12 2 15,0-10-3-15,0 10 7 0,0-12-3 0,0 12 0 16,-2-9-3-16,2 9 4 0,0-10-2 0,0 10-4 16,0 0 3-16,-2-7-2 0,2 7-2 0,0 0-15 15,0 0-20-15,0-11-1 0,0 11-13 0,0 0-4 16,0 0-14-16,0 0-12 0,0 0 8 0,0-10-23 16,0 10-28-16,0 0-30 0,2-7-38 0,-2 7-53 15,6-6-46-15,-6 6-278 0,13-8-620 0,-3 1 275 16</inkml:trace>
  <inkml:trace contextRef="#ctx0" brushRef="#br0" timeOffset="87598.35">27512 7612 56 0,'-15'1'157'0,"1"0"-8"0,1-2 0 15,-4 1-3-15,4 0-5 0,2 0-2 0,-1-1-1 16,4 2-4-16,8-1-3 0,-13 0-6 0,13 0-14 16,-10-1-9-16,10 1-9 0,-8 1-10 0,8-1-10 15,0 0-6-15,0 0-6 0,0 0-8 0,0 0-2 16,0 0-3-16,26-6-8 0,-10 5 0 0,6-2-7 15,-3 1-2-15,8 1-3 0,-6 0-14 0,7-2-21 16,-10 0-21-16,2 0-35 0,-4 3-26 0,-3-3-23 16,-1 1-24-16,-1 0-27 0,-3 2-137 0,-8 0-324 15,12-2 144-15</inkml:trace>
  <inkml:trace contextRef="#ctx0" brushRef="#br0" timeOffset="87796.71">27568 7560 82 0,'-6'-3'176'0,"6"3"-7"0,0 0-16 0,0 0 1 16,0 0-14-16,0 0-9 0,0 0-16 0,0 0 3 16,0 0-2-16,0 0-13 0,0 0-5 0,2 20-3 15,2-10-11-15,-1 0 0 0,-1 4-2 0,-2 0-9 16,2 5-4-16,0-4-6 0,-2 1-6 0,5-1-8 16,-5 2-2-16,4 1-3 0,-3-2 0 0,-1 0-35 15,2 0-32-15,-2-3-36 0,-2 0-49 0,6-2-41 0,-6 0-49 16,0 0-105-16,2-3-329 0,0-2 145 15</inkml:trace>
  <inkml:trace contextRef="#ctx0" brushRef="#br0" timeOffset="88067.66">27740 7774 175 0,'6'-4'207'0,"3"2"-10"0,-3 1-16 0,-6 1-12 16,14-2-20-16,-7 2-14 0,-7 0-11 0,11 5-4 15,-4-1-10-15,-3 2-10 0,0 1-8 0,-1 1-10 16,1-1-4-16,-3-3-7 0,0 8-6 16,1-3-4-16,-4 1-1 0,1-1-4 0,0 1-6 0,-1-1-3 15,0-1-1-15,2-8-3 0,-3 10-3 0,3-10 2 16,-4 10-8-16,4-10 16 0,-1 6-6 0,1-6 1 16,-1 7-9-16,1-7 0 0,0 0-1 0,4 8-4 15,-4-8-1-15,10 4-6 0,-4-4-2 16,6 1-3-16,-1-1-25 0,3 0-28 0,0-1-27 15,-2 0-51-15,8-2-53 0,0 0-50 0,-9 0-171 0,3 1-418 16,-1-2 185-16</inkml:trace>
  <inkml:trace contextRef="#ctx0" brushRef="#br0" timeOffset="88390.36">28008 7657 2128 0,'0'0'42'0,"-2"-12"15"0,2 12-5 0,-2-10-31 16,2 10 2-16,-4-7 6 0,4 7 1 0,0 0 4 16,1-10-4-16,-1 10-3 0,0 0 2 0,-4-7-4 15,4 7-5-15,0 0 0 0,0 0-3 0,0 0 2 16,0 0-1-16,0 0 1 0,21 4-2 0,-21-4 3 16,13 3-3-16,-1 1 3 0,-3 2-3 0,2-1 2 15,0-3-1-15,-4 5-3 0,4-3 0 0,-2-1-2 16,-2 2 0-16,-1-2-3 0,3 4-1 0,-5-3 0 15,4 3-4-15,-4 0 4 0,0-2 2 0,1 4 0 16,-3 1 8-16,-2 0 5 0,3 1 3 0,-3 0-2 16,-1 0 2-16,-1 0-3 0,2 2-1 0,-4 0 1 15,2 0-1-15,-2-4-2 0,1 2-1 0,1 1-26 16,-1-3-21-16,-1 2-36 0,3-6-44 0,1-5-53 16,-2 13-53-16,2-13-216 0,0 0-463 0,3 5 205 15</inkml:trace>
  <inkml:trace contextRef="#ctx0" brushRef="#br0" timeOffset="88780.37">28323 7483 205 0,'0'0'248'0,"7"-4"-24"0,-7 4-21 16,10-2-25-16,-2 2-13 0,4-1-18 0,0 2-16 15,6-1-14-15,-2 2-11 0,4 0-7 0,-3-1-16 16,-2 2-8-16,4-1-21 0,-5-1-17 0,4 1-26 16,-6 1-25-16,2-1-22 0,-3 0-12 0,0 0-32 15,-5-1-18-15,2 0-16 0,-8-1-5 0,10 2-4 16,-10-2 7-16,0 0 5 0,0 0 13 0,0 0 11 16,0 0 10-16,0 0 9 0,0 0 19 0,0 0 23 15,0 0 9-15,0 0 25 0,-22-10 12 0,22 10 21 16,-9-4 19-16,9 4 19 0,-6-3 18 0,6 3 12 15,-7-3 4-15,7 3-1 0,0 0-10 0,0 0-12 0,0 0-10 16,0 0-13-16,0 0-5 0,-9 8 1 0,4 1 3 16,5 5 15-16,-3 0-4 0,1 3 4 0,-2 2-8 15,2 7-8-15,0-7-3 0,1 4-4 16,-2 1-1-16,-1-3-10 0,2-2-1 0,-1 4-26 0,2-5-34 16,1 1-37-16,-1-4-47 0,1-2-56 0,1 0-64 15,-4-4-133-15,3 1-379 0,0-3 167 16</inkml:trace>
  <inkml:trace contextRef="#ctx0" brushRef="#br0" timeOffset="88952.5">28730 7746 267 0,'0'0'238'0,"0"0"-16"0,9 0-17 15,-9 0-13-15,0 0-7 0,5 5-9 0,-5-5-17 0,1 12-18 16,-1-4-6-16,0 2-17 0,0-1-12 0,0 1-28 15,3 1-46-15,-6-3-54 0,3 4-73 0,3-5-66 16,-3-7-169-16,0 16-357 0,-3-7 158 0</inkml:trace>
  <inkml:trace contextRef="#ctx0" brushRef="#br0" timeOffset="89520.92">26461 7871 47 0,'2'-7'228'0,"-2"7"-15"0,0 0-19 15,0 0-19-15,2-8-19 0,-2 8-15 0,0 0-5 16,0 0-21-16,0 0-3 0,-22 24-8 0,11-11-5 16,-4 2-12-16,-6 4-5 0,10-3-11 0,-12 4-7 15,10-4-2-15,-1-2-6 0,3 1-11 16,-3-1-8-16,1-1-20 0,2-1-21 0,2-3-34 0,2 0-33 16,-1-1-47-16,3-2-45 0,0-2-146 0,0 0-333 15,5-4 149-15</inkml:trace>
  <inkml:trace contextRef="#ctx0" brushRef="#br0" timeOffset="89714.26">26391 7919 78 0,'0'0'223'0,"7"-6"-18"0,-7 6-27 16,6-1-19-16,-6 1-11 0,0 0-19 0,0 0-6 15,15 5-11-15,-11-3-12 0,0 6-6 0,3-2-8 16,2 3-12-16,-2-1-7 0,6 6-1 0,-1-4-8 15,-1 3-7-15,0-1-12 0,3-2-33 0,-1 3-27 0,-3-4-39 16,2 2-37-16,-3-2-28 0,1 1-31 0,-6-1-101 16,1 0-277-16,-1-1 123 0</inkml:trace>
  <inkml:trace contextRef="#ctx0" brushRef="#br0" timeOffset="90263.14">25573 8251 62 0,'-12'0'189'0,"12"0"-19"0,-11-1-15 15,11 1-16-15,0 0-12 0,0 0-17 0,0 0-4 0,0 0-12 16,26-8-12-16,-10 7-9 0,-1-4-20 0,2 2-17 15,-1 2-19-15,-3-2-3 0,-2 3-9 16,0-1 5-16,-4-1-2 0,-7 2 3 0,13-1-1 16,-13 1 9-16,9-1 14 0,-9 1-5 0,5-2-4 0,-5 2 9 15,0 0 0-15,0 0 4 0,0 0 5 0,0 0 3 16,0 0-5-16,0 0-6 0,0 0-3 0,0 0-4 16,0 0-6-16,0 0 4 0,4 10-3 0,-4-1 0 15,2 1 7-15,-4 2-3 0,4 3 1 0,-1 3 4 16,1-1 0-16,0-1-7 0,0 0 11 0,0 2-4 15,-2 0-6-15,3-2 4 0,-2 1-6 0,0-2 3 16,-1-3-2-16,3-1-1 0,-6 0-3 0,3-3-1 16,-1-1 0-16,1-7-2 0,-1 14-2 0,0-9 3 15,1-5-1-15,-6 12-5 0,1-7 5 0,1 0-8 16,-5 1 4-16,-2-3-2 0,2 1-3 0,-2-1-1 16,-1-1 3-16,3-2-2 0,-4 1 0 0,2-1-3 15,2 0 1-15,9 0 2 0,-14 1-1 0,14-1-1 16,-9-1 3-16,9 1-3 0,0 0 1 0,-13 0-5 15,13 0 1-15,0 0-3 0,0 0 0 0,0 0 2 16,0 0 4-16,0 0 1 0,0 0 1 0,0 0-3 16,0 0 4-16,38 3-1 0,-25-5-1 0,10 0-2 15,6 2 0-15,-2-2-5 0,4-2-21 0,-3 0-30 16,5-2-44-16,-1 0-40 0,1 3-45 0,-2-5-35 16,-3 1-123-16,-6 3-365 0,-4-1 162 0</inkml:trace>
  <inkml:trace contextRef="#ctx0" brushRef="#br0" timeOffset="90456.68">26081 8424 88 0,'0'0'228'0,"0"0"-7"0,0 0 0 15,-16-5-3-15,16 5-4 0,-17 14 1 0,5-6-12 0,1 6-7 16,-4-1-7-16,1-2-13 0,3 2-17 0,-1-1-12 16,6-2-4-16,-1 0-27 0,1-1-10 15,4 1-13-15,0 0 2 0,4 1-21 0,2-2-7 16,2 0-10-16,1-4-12 0,9 4-33 0,1-5-31 0,4 0-37 15,9 0-21-15,3-4-40 0,-1 0-44 16,5 0-39-16,-3-2-55 0,-2 0-145 0,4 1-433 16,-4-2 192-16</inkml:trace>
  <inkml:trace contextRef="#ctx0" brushRef="#br0" timeOffset="105432.28">7919 11139 67 0,'2'-10'201'0,"-2"3"-2"0,0 7 12 0,1-12-11 15,-1 12-11-15,0-13-19 0,0 13-19 0,1-6-17 16,-1 6-15-16,0 0-14 0,0 0-13 0,0 0-3 15,0 0-16-15,0 0-9 0,5 22 1 0,0-7-10 16,-1 2-9-16,0 7-3 0,0 0 1 0,1 1-6 16,0-6-3-16,-1 2-3 0,2-4-3 0,1 0-4 15,-1 1-4-15,1-3 2 0,-1-1-6 16,4 0 1-16,-4-6-2 0,0-1-1 0,-1 0 0 16,4-2-1-16,-4 0 0 0,1-2 3 0,1 0-2 0,-7-3 2 15,13-3 2-15,-5 1 0 0,1-3 4 0,4-1 0 16,-5-2-1-16,1-1 1 0,0-5-3 0,-1 0-1 15,-1-1 3-15,-1 0-2 0,1 0 0 0,0 1-3 16,-3 3 0-16,-1 1 3 0,-1 3 5 0,1 0-5 16,-3 7-3-16,2-9-3 0,-2 9-6 0,4-4-2 15,-4 4-2-15,0 0 0 0,12 14 5 0,-11-3-4 16,1 6 1-16,1 7 0 0,-3-5 0 0,0 9 0 16,-1-1 1-16,1 2-1 0,-4 0 2 0,4 1-4 15,-4-2 3-15,2-2-13 0,2-5-24 0,-2-1-18 16,1 3-35-16,0-6-63 0,0 1-74 0,-3-1-214 15,0-6-468-15,0-1 208 0</inkml:trace>
  <inkml:trace contextRef="#ctx0" brushRef="#br0" timeOffset="105666.83">8414 11229 16 0,'0'0'228'0,"14"4"-18"0,-10 3-13 16,0 3-11-16,1 2-13 0,-1 4-9 0,-2 3-12 16,2 1-9-16,-3 6-11 0,-1 0-11 0,-1 2-16 15,1-1-4-15,-3-6-14 0,3-1-5 0,-1 5-8 0,-3 0-10 16,-3 0-8-16,0-6-17 0,-5 4-26 16,-1 0-25-16,-4-2-35 0,-2-1-35 0,4-5-37 15,-2-3-21-15,0 1-51 0,-3-5-101 0,1-1-317 16,-2-3 140-16</inkml:trace>
  <inkml:trace contextRef="#ctx0" brushRef="#br0" timeOffset="105863.25">7756 11262 2241 0,'-16'-16'59'0,"2"6"-1"0,2 5-40 0,1 3-4 15,0 4-2-15,-6 7 5 0,0 10 8 16,0 4 6-16,1 5-1 0,0 2 2 0,3 1-2 15,3 3 1-15,1 11-1 0,5-13-4 0,4 0 2 16,4 0-7-16,2-1 3 0,4 0-5 0,4-2-3 0,3-3-19 16,4 2-23-16,3-5-41 0,5 0-54 0,4-6-46 15,3-2-66-15,13 3-125 0,-12-11-388 16,3 0 173-16</inkml:trace>
  <inkml:trace contextRef="#ctx0" brushRef="#br0" timeOffset="107935.85">11158 11255 140 0,'0'-12'195'0,"1"5"-7"16,-1 7-10-16,1-10-7 0,-1 10-13 0,3-7-11 0,-3 7-21 15,0 0-11-15,0 0-13 0,0 0-1 0,0 0-2 16,0 0-2-16,0 0-5 0,5 30-2 15,-4-11-4-15,-1 5-8 0,0 4-5 0,1-2-6 16,-1 3-6-16,0 1-4 0,2-2-3 0,0 3-4 16,1-1-2-16,-1-2-7 0,0-2-3 0,-1-1-2 15,0 0-2-15,1-5-3 0,-5 5-3 0,3-6-4 0,-1-1-3 16,1-1 0-16,0 0-2 0,-2-1-2 16,4-3-2-16,-4-2-1 0,2 2 1 0,-2-5-23 15,2 2-16-15,-1-4-14 0,1-6-23 0,0 12-21 0,0-12-27 16,1 10-24-16,-1-10-25 0,0 0-40 0,0 0-155 15,0 0-383-15,0 0 170 0</inkml:trace>
  <inkml:trace contextRef="#ctx0" brushRef="#br0" timeOffset="108356.05">11206 11371 1632 0,'-4'-28'-2'0,"6"3"37"16,0 5-15-16,0 1-5 0,1 2 11 0,5 0-18 15,2 3 7-15,1 0 3 0,1-2 2 0,9 0 6 16,-3 3 6-16,3-1 1 0,6 3 14 0,0 1 0 16,-7 6-4-16,2 1 0 0,0 1 1 0,1 2-7 15,-5 4-3-15,2-1-2 0,-4 5-2 0,-2-1-4 16,-3 3-2-16,3 2-2 0,-6 2-1 0,-3 1-1 16,-1 1-3-16,-5 0 1 0,-1 1-1 0,-2-2-4 15,-4 4 1-15,-1-2-4 0,-1-1 3 16,-1-3-3-16,-2 2 1 0,3-5-3 0,1-1-1 0,3 2 0 15,1-6-3-15,-2 1 5 0,5-2-4 0,2-4-6 16,-7 7 2-16,7-7 2 0,0 0-3 0,0 0-5 16,7 10 6-16,-7-10-5 0,12 3-1 0,1 0 1 15,1-2 4-15,-5 1-2 0,6 0 2 0,-3 2-3 16,1-2 0-16,1 2 1 0,-3 1-2 0,2-2 4 16,-5 2 0-16,1 1-2 0,-3-2 1 0,-2 0 2 15,4 3 2-15,-7-1 0 0,0 3 1 0,-1-9-4 16,-2 12 9-16,-6-5-1 0,0 2 3 0,-2-4-5 15,-2 2 3-15,-3 0 3 0,0 1-1 0,0 0-2 16,2-5 2-16,0 0-3 0,0-3 1 0,-1 3-18 16,1-3-30-16,1 2-41 0,0 0-47 0,4-2-61 15,-1-3-171-15,9 3-388 0,-15-4 172 0</inkml:trace>
  <inkml:trace contextRef="#ctx0" brushRef="#br0" timeOffset="113001.55">12354 11527 42 0,'0'0'112'0,"0"0"-9"0,0 0-8 16,0 0-12-16,0 0-1 0,0 0-10 0,0 0 0 15,0 0-15-15,0 0 5 0,0 0-5 0,0 0-6 16,0 0-3-16,0 0-1 0,0 0-3 0,0 0-1 16,0 0-1-16,0 0 0 0,0 0 6 0,0 0-7 15,0 0 7-15,0 0-2 0,0 0-5 0,0 0-7 16,0 0 4-16,0 0-7 0,0 0-3 0,0 0-2 15,0 0-3-15,0 0-1 0,0 0-1 0,0 0-3 0,0 0-5 16,0 0 1-16,0 0-8 0,0 0 8 16,0 0-2-16,0 0 0 0,0 0 5 0,0 0 0 15,9 8 3-15,-9-8-3 0,14-2-1 0,-14 2-4 0,13-1 5 16,-4 2-2-16,-2-1 5 0,-7 0 5 0,15 0-6 16,-15 0-1-16,12 0-1 0,-4 0-4 15,-8 0-3-15,9 2 5 0,-9-2-3 0,0 0-1 0,0 0 6 16,12-2-1-16,-12 2 5 0,0 0-1 0,0 0 11 15,7-2 0-15,-7 2 2 0,0 0 2 0,0 0 1 16,0 0-1-16,0 0-2 0,0 0-8 16,0 0-2-16,0 0-1 0,0 0-4 0,0 0 0 0,8-2-4 15,-8 2-19-15,0 0-35 0,0 0-34 0,0 0-37 16,0 0-38-16,6 8-190 0,-6-8-367 0,8 6 164 16</inkml:trace>
  <inkml:trace contextRef="#ctx0" brushRef="#br0" timeOffset="113702.68">13405 11336 26 0,'-5'-8'120'0,"3"3"-11"0,2 5 1 16,-11-6-8-16,4 0-7 0,2 3 8 0,5 3 7 15,-13-7-8-15,7 6-8 0,-2-3 2 0,2 2-9 0,-7 2-3 16,3-2-6-16,-3 2-3 0,-5 4-8 15,5-2 6-15,-6 4 1 0,4 1-5 0,-3 0-1 16,2 1-6-16,0 1-2 0,1 1-7 16,-1 1-4-16,5 0 6 0,2 0 0 0,-1 1-6 0,4-3 4 15,-3 6-6-15,3-1-4 0,0-2-3 0,4 0-5 0,0 0 0 16,2 5-4-16,2-5-2 0,2 2-7 16,0-2 1-16,4 2 0 0,1 1-1 0,1-5-5 15,1 1-4-15,2-1 5 0,5-2-18 0,-1-1-15 0,2 0-24 16,-1-1-24-16,2-2-25 0,-2-1-22 0,3 0-18 15,-2-2-9-15,0 0-15 0,0-2 1 16,0-2-5-16,1-2-101 0,0 0-277 0,-2-3 123 16</inkml:trace>
  <inkml:trace contextRef="#ctx0" brushRef="#br0" timeOffset="114831.25">13522 11531 270 0,'11'-14'23'0,"-2"-2"14"0,0 1-6 16,-1-2 22-16,-3 1 11 0,3 0 12 0,-6 0 1 16,4 2 7-16,-4 1 28 0,0 2-4 15,-1 1-3-15,-1 0 14 0,0 10 5 0,0-12-1 0,2 6-9 16,-2 6-15-16,2-6-9 0,-2 6-9 0,0 0-8 15,2-9-10-15,-2 9-5 0,0 0-10 16,0 0 2-16,0 0-1 0,8 20-4 0,-6-11-2 16,0 4-4-16,2-3 0 0,-2 5-8 0,1-2 0 0,1-1-6 15,3 3 2-15,-3 2 0 0,3-2-5 0,2 1-3 16,2-3-1-16,1-1 1 0,-6-1 1 0,3-2-5 16,3 0 0-16,-1-2-1 0,2 0-1 0,1-2 2 15,-3-3 1-15,3 0-9 0,-4 1 6 16,1-4-2-16,1-1-2 0,-3-5-1 0,4 2 0 0,-1 0-2 15,-1-7-1-15,3 1 5 0,-3-1-1 0,-3-3-3 16,2-1 0-16,-4 2 2 0,1-1-4 0,-1-2 1 16,-3-2-1-16,1 2 1 0,2 0 1 0,-5 1-1 15,2 1 2-15,-3 5 6 0,0-2 6 0,4 4 6 16,-4 0 0-16,0 8-4 0,2-10-4 0,-2 10-4 16,0-7-4-16,0 7-3 0,0 0 5 0,0 0-5 15,0 0 1-15,0 0-2 0,0 27 2 0,0-16-6 16,2 1 3-16,-2 0 0 0,1 1-1 0,1 1 3 15,4 0-2-15,-4 5-3 0,6-5 5 0,-1 1 2 16,-1-1-2-16,3-1-1 0,2-3 1 0,0 1-3 16,3 0 2-16,-1-1-1 0,-2-3 1 0,3-2 1 15,0-4-1-15,0 3 0 0,1-2 0 0,-1-2 2 0,1 0-4 16,-1-3 3-16,-1 0-2 0,5 0 1 16,-1-3-2-16,-3-4 1 0,-4 3-1 0,0-4-1 15,-3 0 2-15,4-3-9 0,-6-1-6 0,0-2 1 16,-1 2 2-16,-2 0 0 0,-2-3 0 0,-2 2-1 15,0-2 3-15,-3 0-2 0,-3 2 1 0,1 0 2 0,-1 2 0 16,0 4 0-16,3-2 9 0,-4 5 0 16,0-2 6-16,2 3-1 0,-1 0-3 0,2 2-3 15,-2 2-1-15,8 2 1 0,-9-4 1 0,9 4-2 16,-6-1 6-16,6 1-8 0,0 0 0 0,0 0 0 0,0 0 2 16,0 0 0-16,17 22 11 0,-5-17-10 0,3 1-3 15,3 0 1-15,0-2-1 0,0 0 2 16,1 0 2-16,-4-2 0 0,3 1-1 0,0-1-2 15,-4 0 0-15,-3 1-3 0,0-2 1 0,-2 1-1 0,-1 0 2 16,-3-2-1-16,2 3-1 0,-7-3-1 0,11 6 3 16,-6-2-5-16,-3 0 0 0,3 3 2 0,-2 0 4 15,-2 1-2-15,3 2 0 0,-4 1-1 16,2-2 2-16,1 3-2 0,-2-1 0 0,0 0-3 0,2 1 5 16,-1-2-1-16,2 1 0 0,-1 2 3 0,1-2 1 15,0-1-6-15,1-2 8 0,2 3-2 0,-2-4-1 16,1 0 0-16,3 0 0 0,-2-3 0 0,2 1 2 15,0 0-1-15,-1-2 2 0,2-2-2 0,-1 1-1 16,1-2 3-16,0-1-2 0,1 0-4 0,-11 1 6 16,16-7-3-16,-9 0 5 0,1 0-5 0,-1 0-1 15,-3-2-1-15,3-3-3 0,-6 1-1 16,1-1-5-16,-2-5-1 0,-3 1 4 0,-2 0-5 0,1 1 3 16,2 0 1-16,-2 2 0 0,3 1 1 0,-3 2 0 15,2-3 2-15,0 5-1 0,2 1-1 0,0 7 7 16,2-14-8-16,2 7-1 0,5 2 1 0,1 0 4 15,1 0-5-15,2 2 3 0,5 1-3 16,2 0 3-16,-2 5 0 0,1 1-1 0,-2 1 2 0,-1 2-1 16,2 1-2-16,-4 1 3 0,-3 1 2 0,0 2-3 15,-2 2-1-15,-1 2 3 0,-3-6 0 0,1 2 3 16,-1 3-3-16,-2-4 3 0,2 2-2 0,-1-3 2 16,0-1 1-16,1 3-2 0,1-2 1 0,-1 2 2 15,3-3-1-15,0 0 0 0,-1-4 3 0,3 0 2 16,1 0 3-16,1-2 1 0,1-2-1 0,0-2-1 15,4-1 0-15,2-2 2 0,-1 0 2 0,-3-4-1 16,2-1-5-16,-1 1 5 0,0-5-1 0,0 3-2 0,-3-2-1 16,-3-3 2-16,0 1-3 0,-3-2 0 15,-1 3-2-15,-3 1 6 0,-2-1-1 0,-1 2 5 16,-1-2-1-16,-1 2 9 0,-1 1 6 0,-1 2 2 16,-1 0-8-16,-1 4-4 0,0 1-5 0,6 3-4 15,-15 0 2-15,4 4-3 0,-2 2-2 0,-2 3-1 0,1 4 1 16,2 0-3-16,4 2-3 0,-2 1-18 15,5 1-34-15,2 0-31 0,2 0-44 0,2 1-38 16,3-2-45-16,0 0-42 0,3 1-146 0,4-2-429 0,0-2 191 16</inkml:trace>
  <inkml:trace contextRef="#ctx0" brushRef="#br0" timeOffset="115035.74">15256 11457 53 0,'3'-12'212'0,"1"-5"11"0,3 2-7 15,-1-1-5-15,1-1-8 0,2 4-1 16,0-1-8-16,-4 6-12 0,3 0-23 0,-1 1-14 16,0 0-16-16,0 5-11 0,1 1-12 0,-8 1-14 0,16 2-8 15,-9 2-6-15,3 3-14 0,-2-1-2 0,-2 1-8 16,1 5-2-16,-2-2-3 0,-3 2-7 16,2 0-26-16,-3 0-24 0,3 3-43 0,0-2-35 15,-4 0-47-15,3 0-47 0,-3-2-56 0,0 1-140 16,2-3-406-16,-2-9 179 0</inkml:trace>
  <inkml:trace contextRef="#ctx0" brushRef="#br0" timeOffset="115262.96">15703 11141 113 0,'0'-12'295'0,"2"1"-14"0,-1 4-19 0,-1 7-28 16,0-10-25-16,0 10-24 0,0 0-7 0,0 0 14 15,0 0-10-15,1 38-8 0,-2-12-10 0,-2 0-18 16,1 3-7-16,-1 0-12 0,1 1-16 0,-2 0-7 16,0 0-12-16,3-1-9 0,1 0 7 0,1 2-25 15,-1-5-25-15,4-5-40 0,-2 2-29 0,0-3-36 16,-2-5-41-16,2 1-49 0,-1 0-37 0,-2-6-48 16,0 0-207-16,1-3-483 0,0-7 213 0</inkml:trace>
  <inkml:trace contextRef="#ctx0" brushRef="#br0" timeOffset="115415.12">15527 11315 221 0,'0'0'220'0,"3"-12"-22"0,0 7-17 0,5 1-19 16,2-1-15-16,3 1-15 0,5 1-17 0,4 0-41 15,3-1-51-15,8 4-60 0,-1-3-71 0,-1 3-114 16,6 0-240-16,14 1 107 0</inkml:trace>
  <inkml:trace contextRef="#ctx0" brushRef="#br0" timeOffset="115927.4">16402 11380 2049 0,'-1'-12'-7'0,"-4"-3"9"16,0 4 20-16,-3-1 8 0,-3 2 0 0,-2 3 13 15,-2-2 0-15,-5 3 1 0,1 2-3 0,0 4 2 16,-1 0 4-16,-8 4 0 0,8 2 2 0,-5 4-5 16,1 6 0-16,3-1-7 0,6-2 1 0,-1 4-6 15,5-2 0-15,3 2-7 0,-1 0 2 16,4 0-3-16,5 1-2 0,2 1-3 0,1-3-1 0,6-2-4 16,0 1 5-16,1-3-6 0,1-2 4 0,-1-6-3 15,3 2 0-15,-1-2-1 0,1-3 2 0,1-1-3 16,-1-2 1-16,1-3 4 0,-2-2-9 0,-2 1 2 15,4-5 0-15,-4-3-3 0,0-1 2 0,-2 0-1 16,0-5-1-16,-2 2-1 0,-1 1 0 0,-1 1 2 16,0-3 7-16,-2 4 5 0,1 6 10 0,-2 0 3 15,0 2-1-15,1 1-2 0,-2 6-9 0,2-7-6 16,-2 7-2-16,0 0 1 0,0 0-3 0,0 0 0 16,3 21-5-16,-2-6 2 0,-1 1 1 0,1 3-9 15,3 7-26-15,-2 0-27 0,1-6-37 0,4 5-45 16,-5-4-46-16,2-2-67 0,0-1-189 0,1-2-474 15,-1-6 211-15</inkml:trace>
  <inkml:trace contextRef="#ctx0" brushRef="#br0" timeOffset="116450.52">16593 11405 117 0,'2'-6'233'0,"0"-1"-23"0,-2 7-19 16,3-6-11-16,-3 6-9 0,0 0-8 15,0 0-11-15,8 18-13 0,-5-8-6 0,2 8-6 0,-3-1-10 16,0 1-7-16,-1 0-10 0,0-3-10 0,-1-3-6 16,3 3-8-16,-3-3-7 0,1-3-6 0,0-1-5 15,-1 0-5-15,0-8 3 0,0 11 10 0,0-11 3 16,0 0-8-16,-4 6 6 0,4-6-9 16,0 0-11-16,0 0-5 0,-15-16-5 0,11 7 1 15,2-2-11-15,-2-7 1 0,1 3-5 0,3-2-1 0,0 0-3 16,4-2-4-16,1-7 1 0,3 2-4 0,7 0 0 15,1 2-4-15,2 2-3 0,-3 7 0 0,3 2 1 16,1 1-3-16,-4 5-3 0,-1 2-3 16,3 5 1-16,2 2 2 0,-3 0-1 0,0 5 0 0,-2 1 0 15,1 0 3-15,-2 4-2 0,0 0-1 0,0 1 0 16,0 1 2-16,-3 1-2 0,-1-1-3 16,1-1 6-16,-1-2-6 0,-1 0 7 0,-6-3-4 15,2 0 10-15,-1-5-9 0,-2 2 4 0,-1-7-1 0,4 8 6 16,-4-8 1-16,2 4-2 0,-2-4-1 0,0 0-1 15,0 0-2-15,0 0 0 0,0 0 1 0,3-24 1 16,-2 13-1-16,0-2-2 0,3 3 4 0,0-6-10 16,2 1-4-16,3-3-3 0,5-4-3 0,-2 7 1 15,1 0-2-15,1 1 4 0,0 3-1 0,0 1 2 16,0 2 6-16,-1 3-7 0,-2 3-2 0,2 2-2 16,-2 3 2-16,0 3 5 0,-1 2-2 0,-2 2 3 15,2 2 0-15,-3 3 2 0,1 1 1 0,-3 3 2 16,0 6-1-16,-2-7-1 0,-2 6-5 0,1-6-22 15,-2 1-37-15,0 1-46 0,0-4-58 0,1 1-49 16,-2 0-225-16,1-6-481 0,1-6 213 0</inkml:trace>
  <inkml:trace contextRef="#ctx0" brushRef="#br0" timeOffset="116679.1">17356 11210 227 0,'-3'-19'285'0,"1"3"-5"0,0 5-6 0,2 2-13 16,-1 3-26-16,1 6-26 0,-1-12-25 16,1 12-22-16,0 0-10 0,0 0-3 0,5 30 2 15,-1-4 5-15,-4 3-10 0,-3-1-19 0,6 4-9 0,-6 4-8 16,2-3-13-16,0 2-9 0,1 12-8 0,-2-12-6 16,2 0-12-16,2-3-6 0,-4-2-26 15,1 2-32-15,1-6-25 0,0 1-29 0,0-2-31 16,-1-6-38-16,-3 1-61 0,1-4-57 0,0-3-256 15,-1-2-538-15,1-5 238 0</inkml:trace>
  <inkml:trace contextRef="#ctx0" brushRef="#br0" timeOffset="116884.64">17434 11362 112 0,'15'-12'242'0,"0"1"-9"0,1 2-8 16,-3 5-12-16,-3 0-12 0,4 2-14 15,-1 2-10-15,1 2-6 0,-3 2-14 0,1 2-11 16,0 1-11-16,-3 1-15 0,-2 3-7 0,0-1-10 0,-3 2-8 16,-3 2-8-16,-2 1-10 0,-1 2-6 15,-5 0-6-15,0 0-20 0,0 0-18 0,-3 0-32 0,-1-3-33 16,-1 0-48-16,-1-3-58 0,4-1-49 16,-4 0-230-16,2-4-458 0,2-3 203 0</inkml:trace>
  <inkml:trace contextRef="#ctx0" brushRef="#br0" timeOffset="117111.17">17753 11149 183 0,'4'-13'296'0,"-3"3"-13"0,3 2-7 0,-3 3-32 16,3-1-25-16,-4 6-24 0,0 0-18 0,0 0-4 15,0 0 6-15,4 19 0 0,-4 0-11 0,-1 8-6 16,0 1-7-16,-3 2-24 0,1 2-6 0,-1-3-15 15,-3 3-16-15,0-4-5 0,1 2-12 0,2 2-3 16,1-5-15-16,1 2-11 0,-1-4-52 0,2-6-35 16,-1-2-41-16,-1-1-51 0,2 0-50 0,2-3-50 15,0-4-51-15,-1-2-176 0,0-7-497 0,7 9 220 16</inkml:trace>
  <inkml:trace contextRef="#ctx0" brushRef="#br0" timeOffset="117282.39">17898 11375 76 0,'5'-11'242'16,"-3"5"-14"-16,1 2-19 0,2-1-18 0,-5 5-3 16,0 0 5-16,0 0-8 0,0 0-3 0,10 9-8 15,-10 1-12-15,1 2-16 0,-1 0-14 0,-1 5-12 16,-1 1-13-16,0 6-7 0,-2-7-16 0,2 2-35 16,-3-8-38-16,2 5-59 0,0-4-57 0,0 2-55 15,0-4-62-15,-3 2-152 0,0-5-406 0,-2 2 180 16</inkml:trace>
  <inkml:trace contextRef="#ctx0" brushRef="#br0" timeOffset="117449.32">17903 11083 8 0,'-5'-8'275'0,"1"1"-27"16,-1 2-25-16,0 1-26 0,5 4-23 0,-13-1-30 0,13 1-36 15,-10 14-46-15,7-4-67 0,2 2-74 16,-1 4-148-16,2 0-243 0,6 1 107 0</inkml:trace>
  <inkml:trace contextRef="#ctx0" brushRef="#br0" timeOffset="117840.68">18344 11136 238 0,'0'0'289'0,"2"-8"-21"0,-2 8-20 0,3-7-19 16,-3 7-22-16,0 0-15 0,0 0-28 0,0 0-14 16,0 0-12-16,0 0 1 0,-10 33-4 0,1-6 4 15,-2 4-7-15,4 3-10 0,-5 1-6 0,2 9 1 16,2-10-11-16,1 16-3 0,0-5-7 0,1-1-3 16,2-11-12-16,1 0-10 0,1-3-4 0,2 3-10 15,0-2 1-15,0-3-8 0,0-1-4 0,1-1-1 16,0-1-5-16,2-7 2 0,-3-2-20 0,1 0-31 15,1-4-25-15,-1-2-29 0,-1-1-30 0,0-3-34 0,0-6-26 16,-3 11-42-16,3-11-37 0,0 0-56 16,-7 3-180-16,7-3-507 0,0 0 224 0</inkml:trace>
  <inkml:trace contextRef="#ctx0" brushRef="#br0" timeOffset="118104.46">18054 11479 67 0,'0'-11'205'0,"1"1"-13"15,4 1-21-15,3-1-8 0,4-1-15 0,5 0-9 16,9-1-8-16,3 1-10 0,3 2-9 0,2 0-18 0,2 1-1 16,1 2-7-16,0-1-9 0,-2 2-4 15,-1 0-10-15,-2 0-4 0,0 2-9 0,-11-1-3 16,7 1-1-16,-10 1-3 0,-6 1 2 0,1 0-3 16,-3-2-1-16,1 3 5 0,-11 0 2 0,11 0-1 0,-11 0-3 15,12-1-6-15,-12 1-2 0,5 4 7 16,-1 0-1-16,-4-4-1 0,4 10 0 0,-3-4 1 15,-1 6 6-15,1-2-12 0,-1 0-4 0,0 3 3 0,-1 3-6 16,1 4 1-16,1-2-10 0,-3-1-33 0,2 0-30 16,0-5-54-16,-3 5-51 0,3-4-64 0,-3 3-204 15,3-4-450-15,-1-2 199 0</inkml:trace>
  <inkml:trace contextRef="#ctx0" brushRef="#br0" timeOffset="118277.35">18557 11126 113 0,'0'0'169'0,"0"0"-35"0,0 0-32 16,0 0-42-16,0 0-50 0,0 0-56 0,22 25-45 15,-6-14-98-15,5 4 44 0</inkml:trace>
  <inkml:trace contextRef="#ctx0" brushRef="#br0" timeOffset="118485.51">19044 11282 42 0,'-6'-7'256'0,"-1"3"3"16,7 4-15-16,-13-6-15 0,1 5-14 0,1 2-11 15,-2 1-8-15,-3 4-9 0,-2 5-7 0,-2 3-8 16,-1 3-17-16,3 4-3 0,3 1-25 0,0-2-14 15,4-3-11-15,4 2-7 0,-2 6-11 0,6-6-8 16,1 5-5-16,3-6-11 0,2-1-22 0,3 1-25 16,0-7-34-16,5 3-48 0,3-3-54 0,0 0-54 15,4-6-49-15,0 2-217 0,3-3-479 0,10-2 212 16</inkml:trace>
  <inkml:trace contextRef="#ctx0" brushRef="#br0" timeOffset="118838.43">19277 11317 115 0,'-7'-9'229'0,"-3"2"-4"16,0 4-5-16,-3 2-14 0,-2 4-6 0,-2 2-8 0,-9 5-11 15,3 5-12-15,-2 1-18 0,2 3-2 0,2 2-21 16,4 0-14-16,6-5-12 0,4 7-9 0,0-7-8 16,5 3-9-16,3-4-6 0,2-1-8 15,2-1 0-15,1-4-11 0,4 2-1 0,2-5-9 0,2 1-5 16,-1-1-5-16,1-4-5 0,-1-1-8 0,-1-4 2 15,1 0 3-15,-3-2-9 0,3-1 1 0,-3 1 0 16,2-5-6-16,-2-4 0 0,0 0-3 0,-3-1 2 16,-1 1-4-16,-1 2 5 0,0-5-5 0,-1 5-1 15,3-5 2-15,-4 6-2 0,2 1 12 16,-3 4 1-16,-1 0-5 0,-1 6-1 0,2-9-6 16,-2 9-1-16,0 0 2 0,0 0 0 0,0 0-1 0,8 18-2 15,-8-8 4-15,0 5 1 0,0 11-2 0,0-9 0 16,-1 3-2-16,2-4 3 0,0 4 0 0,-1 1 1 15,2-4-3-15,0 0-1 0,1 0-28 0,1-3-33 16,1 0-48-16,-3-4-59 0,2-1-53 0,0-3-246 16,0-2-503-16,-4-4 222 0</inkml:trace>
  <inkml:trace contextRef="#ctx0" brushRef="#br0" timeOffset="119075.13">19455 11117 212 0,'2'-10'292'0,"-1"3"-35"16,-1 7-19-16,0 0-10 0,0 0 7 0,0 0 10 15,6 23 23-15,-4-3-19 0,2 6-21 0,-3 2-11 16,0 2-14-16,3-1-20 0,0 2-17 0,-4 0-20 16,2 0-1-16,0 0-20 0,-2-1-5 0,3 0-11 15,0-2-11-15,-3-1-7 0,1-1-15 0,-1-7-18 16,0-1-36-16,2 1-52 0,-2-6-34 0,1-3-33 15,-1 1-37-15,0-2-41 0,-3-2-51 0,3-7-54 16,-4 10-255-16,4-10-578 0,-6 2 256 0</inkml:trace>
  <inkml:trace contextRef="#ctx0" brushRef="#br0" timeOffset="119334.33">19334 11376 111 0,'7'-3'199'0,"3"-3"-2"0,4 1-5 15,4 1-4-15,3-3-12 0,8 1-9 0,0 3-12 16,-1 0-10-16,0-3-11 0,0 3-13 0,-7 3-10 16,0-3-7-16,0 2-7 0,-3 1-7 15,4-1-4-15,-10 1-6 0,2 0-8 0,-2 0-8 0,-1 0-2 16,-3 1-1-16,-2 1 1 0,1 2 7 0,-1 3 1 16,-1-2 4-16,-2 2 11 0,1 1-2 15,0 4 4-15,-3-1-2 0,0 4-6 0,-1-2-7 16,-1 4-7-16,1-1-10 0,-3 1-1 0,2-1-9 0,0-3-21 15,-1 1-32-15,1-3-35 0,0-1-43 16,1 1-58-16,-3-1-72 0,3-1-64 0,-2-1-194 0,2-8-514 16,-3 11 227-16</inkml:trace>
  <inkml:trace contextRef="#ctx0" brushRef="#br0" timeOffset="119492.59">19857 11169 18 0,'0'0'41'0,"0"0"-20"0,0 0-25 0,0 0-9 0,17 22-14 16,-9-12 7-16</inkml:trace>
  <inkml:trace contextRef="#ctx0" brushRef="#br0" timeOffset="119998.13">20041 11355 204 0,'0'0'210'0,"-12"9"3"16,10-5-7-16,-3 3-12 0,0 1-11 0,-1 1-7 15,3 2-2-15,-4-1-30 0,5 3-12 0,-2-2-9 16,3 2-10-16,-1-1-6 0,2-1-12 0,0 4-13 16,0-5 1-16,3-1-10 0,0 1-6 0,3-1-7 15,-2-4-2-15,1 0-1 0,0 0-4 0,0-1-3 16,-5-4-1-16,14 3-6 0,-8-2 0 0,-6-1-4 15,12-1-3-15,-12 1-1 0,15-7-4 0,-11 2-7 16,4-2-3-16,-4 1 5 0,1-4-8 0,0-2-2 0,-1 0-1 16,-1 1-3-16,3-3 8 0,-1-1-9 15,-1 2-3-15,1-2-1 0,1 1-5 0,0-2-1 16,2 5 1-16,-1 0-1 0,-1 3 1 0,1 1 2 16,-1 2 4-16,-1 2-6 0,-5 3 5 0,15 1-2 15,-15-1 0-15,14 11 1 0,-7-2-3 0,-4 2 2 16,5 3 5-16,-3 1 2 0,2 2 1 0,-6 0 0 0,4-3 3 15,-2 3 0-15,-1-3-3 0,-1-4 1 16,2 1 3-16,-3-6-3 0,4 2-5 0,-4-7 6 16,0 10 0-16,0-10 7 0,3 8 21 0,-3-8-12 0,0 0-2 15,0 0-1-15,0 0-11 0,0 0-3 16,0 0 8-16,13-22-4 0,-7 14-4 0,2-3-4 16,3-3 2-16,0 1-4 0,2-2-4 0,-2 1 0 15,5 0 7-15,-2 1-13 0,2 0-1 0,0 4-1 0,-1 0 1 16,-3 5-1-16,-2 1-4 0,1 1 2 0,-4 2 6 15,-7 0 0-15,14 5 1 0,-7-1-1 0,-2 1 2 16,-2 2 1-16,0 4-4 0,-2-2 4 0,0 3-2 16,-3 3 3-16,0 2-3 0,0-6-12 0,-2 6-34 15,-1-6-37-15,0 2-66 0,-3 1-80 0,2 2-73 16,-1-3-199-16,6-1-541 0,2-2 240 0</inkml:trace>
  <inkml:trace contextRef="#ctx0" brushRef="#br0" timeOffset="120430.63">21136 11007 232 0,'-1'-11'266'0,"2"1"-16"15,-2 3-19-15,1 7-23 0,-1-11-23 0,1 11-15 0,0 0-12 16,0 0-6-16,-17 17-3 0,4 9-7 0,3 7-1 15,-7 17-2-15,5-1 0 0,0-1-6 0,1 4-16 16,2-3-10-16,-2-2-2 0,4 2-9 0,2 3-2 16,2-16-6-16,0 9-8 0,1-10-5 0,-2-2-3 15,1 0-8-15,3-2-5 0,-1-2-9 16,1 0 0-16,1-7-4 0,-1 4-7 0,2-8 1 16,-2-1-10-16,1-1-1 0,-1-4-4 0,0-3-8 0,1-1-21 15,-1-1-20-15,0 0-16 0,0-7-17 0,0 9-18 16,0-9-41-16,0 0-72 0,0 0-71 0,0 0-278 15,0 0-580-15,0 0 258 0</inkml:trace>
  <inkml:trace contextRef="#ctx0" brushRef="#br0" timeOffset="120877.31">20818 11496 207 0,'4'-7'195'0,"3"1"-17"0,5 1-19 0,5-1-12 16,13-1-5-16,2 0-12 0,6 2-7 0,19-3-9 15,-2 2-12-15,-2-1-9 0,1 1-11 0,-1 3-6 16,-1-2-7-16,-16 3-5 0,-2-1-7 0,-2-3-5 16,-2 2-7-16,-10 1 6 0,-1 0-1 0,-6 0 7 15,-3 1 8-15,0-3-3 0,-5 3-2 0,-1-2-1 16,-4 4 4-16,3-8-12 0,-3 8 5 0,0 0 0 16,-19-6 0-16,7 6-2 0,-6 2 3 0,2 2-6 0,-11 3 0 15,8 3 4-15,1 1 1 0,-5 4 3 16,7-1-4-16,-2 6 1 0,6-5 0 0,-2-1-9 15,1 1-6-15,3-1 1 0,2 0-10 0,5-3-4 0,1 2-1 16,-1-3 1-16,2-1-2 0,5 1-1 16,-3-3-5-16,3 0-1 0,4-2 1 0,0 1 5 15,0-3-15-15,1-2-3 0,3-1-5 0,2-1-1 16,-4-1-4-16,1-2 5 0,0-1-6 0,-1-1 1 0,1-2-3 16,0-1-8-16,1-2 3 0,-4 1-2 15,0-1 4-15,0-3 2 0,-1 3-11 0,1 0 3 0,-3 1 3 16,-1 5-2-16,1-2-1 0,-3 3-3 15,-2 4 4-15,8-4-3 0,-8 4 3 0,0 0 1 16,10 10 1-16,-6-2 5 0,0 1 2 0,-1 0-5 0,0 3 7 16,4-1 9-16,-2 0-15 0,0 1-23 0,0-1-30 15,-1 0-43-15,1-1-44 0,3-1-42 0,-2 1-50 16,2-3-199-16,-3 0-474 0,8-4 209 16</inkml:trace>
  <inkml:trace contextRef="#ctx0" brushRef="#br0" timeOffset="121090.83">21819 11372 117 0,'-2'-11'263'15,"1"1"-10"-15,-1 1-12 0,-1 3-15 0,3 6-22 16,-6-6-13-16,6 6-5 0,0 0-6 0,-23 13-8 16,11 0-6-16,-1 0-12 0,2 4-11 0,-3 4-8 15,1 2-8-15,4 0-13 0,4 2-10 16,2-7-10-16,3 1-9 0,1 1-10 0,2-2-8 0,2-3-4 15,3-1-28-15,3 1-24 0,2-4-41 0,0 0-35 16,4-3-47-16,0-2-35 0,1-2-52 0,4-1-46 16,0 0-190-16,10-4-471 0,-7-2 208 0</inkml:trace>
  <inkml:trace contextRef="#ctx0" brushRef="#br0" timeOffset="121312.7">22192 11224 178 0,'2'-12'303'0,"-1"1"-9"0,1 3-13 16,-1 1-24-16,-1 7-27 0,1-9-25 0,-1 9-19 16,0 0-8-16,0 0 15 0,0 0-5 0,-4 41-8 15,1-16-10-15,-4 1-6 0,4 2-10 0,-3 1-8 16,0-5-10-16,2 2-13 0,0 2-9 0,-2 1-11 16,4-2-9-16,-2 0-7 0,0-1-13 0,2-2-17 15,1-7-36-15,0 1-40 0,-2-5-38 0,3-2-36 16,-1-2-35-16,1 1-44 0,-1 0-48 0,1-10-44 15,-2 12-33-15,0-9-181 0,2-3-517 0,0 0 228 16</inkml:trace>
  <inkml:trace contextRef="#ctx0" brushRef="#br0" timeOffset="121609.35">22156 11428 152 0,'8'-5'205'0,"-2"0"-8"0,0 1-7 0,3 0-7 16,1 1-10-16,1 3-12 0,-2 0-9 0,2 3-6 15,-1 1-8-15,2 3-12 0,-1 2 1 0,-2-2-5 0,2 2-12 16,-1 5 0-16,-4-5-12 0,3 7-2 16,-4-6-4-16,4 2-3 0,-1-4-12 0,0 3-4 15,3-4-6-15,1 3-1 0,2-2-9 0,4-1-3 16,-1-3-2-16,1-4-3 0,1 0-7 0,-2 2-1 0,-3-4 11 16,-1-1-6-16,1-1-2 0,-4-1 0 0,1-2 16 15,-1 0-15-15,-3-3-2 0,1-4-3 16,-4 2 0-16,0 1-10 0,-3-6 0 0,-1 5-2 15,-4-5-4-15,-1 4-3 0,0-4-6 0,-4 1-8 0,-1 1-11 16,-3 4-17-16,-2-2-19 0,-1 2-15 16,-1 3-24-16,0 4-25 0,-4 2-36 0,1 2-42 15,3 4-49-15,-1 2-262 0,3 2-535 0,0 2 237 0</inkml:trace>
  <inkml:trace contextRef="#ctx0" brushRef="#br0" timeOffset="122015.54">22509 11645 230 0,'7'-3'265'0,"4"-3"-11"0,0 0-6 15,-2-2-9-15,4 1-11 0,-3-1-12 0,4-3-21 16,1-3-15-16,-2 0-16 0,2-3-10 0,2-3-8 16,2-1-12-16,-3 0 8 0,-2 1-28 0,-5 3-8 15,3-7-10-15,-5 6-6 0,-2 2 9 0,-1-5-19 16,-3 4-8-16,0 0-7 0,-2-3-7 0,-1 4-10 15,0 0 3-15,-3 4-3 0,2 2-5 0,0 1-11 16,-4 1-2-16,2 3-6 0,-1-1-4 0,1 1-3 16,-2 2-3-16,7 3 0 0,-15 0 0 0,15 0-8 15,-13 4 2-15,7-1-5 0,0 4 6 0,6-7 11 16,-3 11-14-16,4-3-2 0,3-1 2 0,4 2-2 16,1-2 3-16,6 2-5 0,4 1 3 0,1-1-1 15,10 0 0-15,-2-1 1 0,-1-1-1 0,0 0 3 16,-7-2-4-16,-1 1 0 0,-1-2-6 0,0 2 0 15,-6 0 0-15,-2-2 1 0,0 3 0 0,-2 3 0 16,-2-3 1-16,-2 4-1 0,2 0-1 0,-3 1 4 16,-2 5-3-16,-2 0 7 0,0-5 3 0,-1 5-1 15,0 0-8-15,-3-1 8 0,1-4-17 0,0 0-23 16,1 0-33-16,1-2-29 0,-1 1-52 0,2-1-65 16,1-3-80-16,0-7-240 0,1 11-576 0,-1-11 255 15</inkml:trace>
  <inkml:trace contextRef="#ctx0" brushRef="#br0" timeOffset="122168.9">23212 11578 181 0,'0'0'288'0,"0"0"-20"0,3-5-23 0,-3 5-23 16,0 0-20-16,0 0-23 0,2-8-33 0,-2 8-36 15,0 0-51-15,0 0-59 0,0 0-51 0,0 0-59 16,0 0-181-16,0 0-313 0,0 0 139 0</inkml:trace>
  <inkml:trace contextRef="#ctx0" brushRef="#br0" timeOffset="125731.1">10156 12887 1891 0,'5'-18'-3'0,"0"-1"22"16,-1 2 1-16,-3 2 12 0,2 4-9 0,-2 2 5 15,0-2-4-15,1 5 24 0,-2 6 6 0,2-13 6 16,-2 13-6-16,0-6-9 0,0 6-4 0,0 0-3 16,0 0-2-16,0 0 3 0,0 0 3 0,0 0-2 15,-7 23-1-15,4-5-2 0,-1 1-1 0,1 6-4 16,2-6 0-16,2 6 0 0,-2-2-4 0,4-2-4 15,-3-3 0-15,4 1 2 0,1-3-4 0,2 0-1 16,0 2-2-16,2-6 5 0,-2-2-7 0,3-3 3 16,1 2 3-16,-1-4 0 0,0-2 6 15,0 0 5-15,2-2-2 0,2-2-3 0,-4-2 2 16,3-2-1-16,-3 0-4 0,-1-3 2 0,-1 1-4 0,-2-4-3 16,3-3 3-16,-4 3-1 0,1-5 0 0,-4 6-8 15,1-3 1-15,-1 2 0 0,-1-3-1 0,1 4-6 16,-4-2 0-16,2 0 0 0,-1 1-2 0,-1 2 0 15,2-1-3-15,0 10-6 0,-2-11-1 0,2 11-3 16,0 0-1-16,4-7 0 0,-4 7 1 0,0 0 4 16,0 0-1-16,12 17-3 0,-9-9 2 0,4 1 3 15,2 0 3-15,-2 1-3 0,1-1-2 0,4 3 2 16,-1-4 2-16,2 3 0 0,2-3-1 0,1-1 3 16,-2-3 3-16,2 2-3 0,2-3 2 0,-1 0 3 15,1-3-12-15,-2 0-1 0,-2-3-5 0,-1 0 4 16,0-1-2-16,-3-2-3 0,-1-1-1 0,2-2-9 15,-4-1 1-15,-2 0 2 0,-1-1 0 0,-3 0-2 16,1-6 2-16,-5 1-2 0,0 1 4 0,-2-2 3 16,1 5 0-16,0 3 4 0,1-1-3 15,-2 2 1-15,1-1 1 0,1 3 2 0,-1 1-1 16,4 5 0-16,-2-8-1 0,2 8 0 0,0 0-1 0,0 0-1 16,0 0 2-16,10-10-4 0,3 12-4 0,0-4 0 15,2 1-1-15,2 0 1 0,2 0 1 0,-1-3 0 16,2 2-3-16,2-2 4 0,-2-2 1 0,-1 2 4 15,2-2 1-15,-7-3 0 0,2 2 3 0,-7 1 2 16,2-1 3-16,-2 0 1 0,-4-2-1 0,0 0 2 16,-3-2 3-16,2-2 7 0,-2 3-2 0,0-1 9 15,-2 0-2-15,0-1-2 0,0 3 7 0,0 9 5 16,-1-12-3-16,3 6-1 0,-2 6-10 0,0 0-1 16,0 0-4-16,0 0-3 0,0 0 1 0,0 0 0 15,8 32-2-15,-5-5-2 0,-3 2 3 0,0 0 1 16,-2 4 0-16,0-1 1 0,-1 0-2 0,3-1 1 15,-1 2-4-15,0-5 3 0,-2-2-1 0,2 0-1 16,3-9 2-16,0-1 1 0,-2-7 0 0,0 3-3 16,0-12 3-16,0 12 2 0,0-12-3 0,0 11 9 0,0-11 5 15,0 0 2-15,0 0-5 0,0 0 1 16,14-1-2-16,-14 1-1 0,10-14-3 0,-2 4 3 16,2 2-1-16,1-6-4 0,2 4 1 0,-4 0-2 15,0 3-4-15,0 2 0 0,4 1-3 0,-4 0 2 16,1 0-2-16,1 4 1 0,-3-2 0 0,2 2 3 15,2 3-8-15,-3 0 4 0,2-1 0 0,3 2 5 16,-3-2-1-16,1 1 0 0,1 0-2 0,0-2 6 16,5 0-4-16,0-1-1 0,-4-1 2 0,0-1 1 15,-1 0-4-15,-1-2 2 0,0 1 3 0,-2-4-3 16,0 2 1-16,-2 1 1 0,-2-4-1 0,1 1-2 0,-2-1 5 16,-1-1-3-16,-2 1-4 0,3 2 6 15,-5 6-6-15,3-12 5 0,-2 7-2 0,-1 5 0 16,3-7-8-16,-3 7 2 0,0 0 0 0,0 0 0 15,0 0-2-15,0 0 2 0,0 0-3 0,-4 23 9 16,1-11-3-16,-3 0-14 0,2 3-23 0,0 2-27 16,-1 0-37-16,3-1-54 0,-1-4-39 0,2 1-44 15,1-2-185-15,-2 2-458 0,4-4 203 0</inkml:trace>
  <inkml:trace contextRef="#ctx0" brushRef="#br0" timeOffset="125900.37">11282 12662 183 0,'-4'-9'191'0,"3"3"-22"16,1 6-24-16,-4-8-31 0,4 8-21 0,0 0-32 0,0 0-35 16,0 0-48-16,19 11-53 0,-9-3-73 15,7 0-160-15,2-1 71 0</inkml:trace>
  <inkml:trace contextRef="#ctx0" brushRef="#br0" timeOffset="126112.85">11714 12729 49 0,'0'0'235'0,"0"0"-5"0,0 0-2 0,0 0-9 16,0 0-12-16,-16-14-13 0,16 14-10 0,-14 2-16 16,14-2-10-16,-15 7-4 0,1 2-4 0,0 4-11 15,1-1-10-15,-1 3-11 0,1 1-8 0,-3 4-13 16,5-3-6-16,5-2-8 0,-2 3-14 0,4-1-2 15,2 1-11-15,2-3-4 0,0 2-3 0,2-4-5 16,4-2-8-16,2-1-25 0,3 3-26 0,0-3-35 16,6 1-43-16,-4-7-33 0,6 1-48 0,0-4-42 15,0-2-30-15,-2-4-156 0,-4 2-434 0,3-4 192 16</inkml:trace>
  <inkml:trace contextRef="#ctx0" brushRef="#br0" timeOffset="126432.39">11845 12655 90 0,'3'-19'191'0,"-1"0"10"16,-2 3 14-16,3 6 5 0,-3 0-13 0,0 4-22 16,0 6-23-16,3-7-17 0,-3 7-13 0,0 0-1 15,8 22-6-15,-6-1-3 0,-2 3-1 0,2 6-7 16,-2 3-6-16,0-4-2 0,-2 4-12 0,2-3-10 16,-2-2-6-16,-3 1-6 0,5-8-9 0,-1-2-8 15,1-3-3-15,-1 2-3 0,0-6-8 0,0-2-3 0,1-10 7 16,0 12-5-16,0-12-4 0,0 11-6 15,0-11 2-15,0 0 0 0,0 0-5 0,0 0 6 16,0 0-7-16,0 0-10 0,0 0-3 0,11-19 1 16,-7 8-3-16,2 1-1 0,4-5-1 0,-1-1-2 15,5 1 1-15,0 1-6 0,2 2 1 0,1 1-3 0,-3 2 3 16,-1 5-3-16,-2-1-4 0,0 2-3 16,-2 2 4-16,0 2 4 0,-1 2-2 0,1 2-5 15,-3 4 7-15,0 1-2 0,2-1-5 0,-4 2-24 16,0 2-34-16,-1-1-49 0,1 5-53 0,5 0-64 15,1 0-266-15,7 6-535 0,4-3 237 0</inkml:trace>
  <inkml:trace contextRef="#ctx0" brushRef="#br0" timeOffset="126804.07">12875 12736 230 0,'2'-11'281'15,"0"3"-17"-15,-2-2-4 0,2 4-10 0,-2 6-22 16,2-12-16-16,-2 12-32 0,1-7-22 0,-1 7-18 16,0 0-13-16,0 0-8 0,0 0-18 0,9 23-8 15,-7-7-6-15,-1 2-9 0,1-1-6 0,0 3-12 16,-4-1-2-16,4 4-7 0,-2-4-4 0,2 0-4 16,-2 0-4-16,0-3-8 0,0 2 2 0,0-1-11 15,0-3-23-15,-2-2-28 0,2-1-34 0,-2-1-43 16,2-10-52-16,0 17-55 0,0-9-236 0,0-8-487 15,0 0 215-15</inkml:trace>
  <inkml:trace contextRef="#ctx0" brushRef="#br0" timeOffset="126960.5">12933 12578 2309 0,'-2'-19'3'0,"0"3"2"16,2 3 13-16,0 4-22 0,0 1-13 0,0 8-31 15,0-12-25-15,0 12 0 0,4-5 7 0,-4 5-25 16,9 0-26-16,-9 0-32 0,18 9-135 0,-9 0-305 16,7 0 135-16</inkml:trace>
  <inkml:trace contextRef="#ctx0" brushRef="#br0" timeOffset="127187.86">13138 12891 139 0,'0'0'242'0,"0"0"4"0,-8-11-12 16,8 11-17-16,-2-11-9 0,2 11-11 0,2-16-13 16,4 3-21-16,3 0-15 0,4-3-18 0,-2 3-10 15,5-1-7-15,6-2-15 0,-6 4-11 0,2 4-5 16,-3 1-12-16,4 5-9 0,-8 0-5 0,3 4-8 0,-2 2-6 16,0 1-2-16,-1 2-5 0,-2 3-4 15,3 4-3-15,-3 1-3 0,-3 2-2 0,-2 2-18 16,-4 0-34-16,0-2-38 0,0 3-63 0,0-2-60 15,0 0-65-15,-8-1-146 0,6-6-433 0,-3 2 192 16</inkml:trace>
  <inkml:trace contextRef="#ctx0" brushRef="#br0" timeOffset="127915.48">13787 12698 2298 0,'-2'-17'78'0,"-3"5"-15"0,2 1-6 16,-1 3-24-16,2-2 0 0,-2 5 0 0,-3 1-4 16,7 4 5-16,-12-1 3 0,1 6 10 0,0 1-2 0,-3 6 3 15,1 3 3-15,-3 4 4 0,3 2-9 0,4-3-3 16,2 0-2-16,0 1-1 0,3 0 0 16,4 0-4-16,0 1-2 0,2-1-3 0,5-2 2 15,2 1-6-15,0-6 3 0,-2-1-4 0,6 0 1 16,1 1-2-16,1-2-5 0,-1-2-1 0,6-2 3 0,-4-2-4 15,2-4-5-15,-1 1 2 0,4 1-3 0,-2-4 3 16,-2-1-5-16,3-1 1 0,-2 0-2 16,2-2 1-16,-2-3-3 0,-2-1-2 0,2 1-6 15,-3-2-2-15,-1-2-5 0,-3-2-3 0,0 0-7 0,-1 0 3 16,-3-3-5-16,-1 1 2 0,-4-2-1 0,2 2 6 16,-3-2-4-16,-1 2 2 0,-1 2 4 0,-3 4 0 15,0-5 0-15,0 5 2 0,-3 3-2 0,-1 0 2 16,0 0 1-16,3 3-1 0,-3 3 0 15,3-3-1-15,5 5 0 0,-10-5 1 0,10 5 0 0,0 0 1 16,0 0 0-16,0 0 7 0,0 0 0 0,0 0-1 16,0 0 3-16,21 15 0 0,-8-12-1 0,8-1 1 15,1 1 0-15,-2-3 0 0,7 0 2 0,3 1-1 16,-10 2 0-16,-1-3 0 0,-2 0-2 16,-4 2 3-16,-2-1-1 0,-1 2-6 0,-2-2 5 0,1 5 1 15,-2-2 5-15,-2 3 5 0,1 0-9 0,-1 3 6 16,0 1 4-16,-5 1 5 0,2 2 2 0,0-3 3 15,-6 5-9-15,4-1 7 0,0 1-6 0,0 0-5 16,0-3 1-16,0-3-4 0,-4 3 5 16,8-2-2-16,-4-11-2 0,4 19 2 0,1-10-5 0,1-3 3 15,1 0 0-15,-3 0 0 0,6-1-1 0,3-1 1 16,-2-3 0-16,2 0-1 0,0-2-2 0,2 0 1 16,-3-1 2-16,5-1 0 0,-6-3-4 0,5-1 0 15,-1-1-3-15,1-2-2 0,-2-1-2 0,0-1-1 16,-2-2 0-16,-3 1-4 0,1-4 5 0,-3 2 0 15,-3-4-6-15,-2 6 5 0,-2-4-5 0,0 1 8 16,0 1-9-16,0 4 5 0,0 0 1 0,-2 3-2 16,2 8 1-16,-4-11-1 0,4 11-1 0,-11-1 1 15,11 1-2-15,-15 10 6 0,6-2 0 0,-7 5-3 16,5 3 7-16,-2 0-2 0,0-1 2 0,6 2-2 16,1-3-2-16,-2 2-12 0,6-3-26 0,0 1-33 15,2-2-63-15,4 1-75 0,2-4-81 0,0 0-169 16,3-1-497-16,6-2 221 0</inkml:trace>
  <inkml:trace contextRef="#ctx0" brushRef="#br0" timeOffset="128922.72">14820 12654 286 0,'-13'0'277'0,"13"0"-13"0,-19 10-13 0,4-2-18 15,4 5-16-15,-2-2-11 0,-6 7-16 0,8-2-21 16,0 0-15-16,2 0-14 0,2 1-14 0,4-7-13 16,0 2-14-16,3 0-7 0,1-2-9 0,2 0-10 15,3 0-2-15,-1-2-7 0,4-1-8 16,-2-1-3-16,4-2-7 0,1-1-2 0,-1-1 2 0,0 0-6 16,0-2-9-16,-2-3-2 0,1 0-4 0,0-2 0 15,-3-1-2-15,2 2-2 0,-3-4-5 0,2 1-1 16,-2-2-2-16,-1 0 0 0,-2-1 4 0,-2-3-11 15,4-3 0-15,-2 1-3 0,1-1 1 16,-2 1 3-16,2 3-3 0,-3 2-5 0,0 1 2 0,2 2 0 16,-3 7-5-16,2-10 0 0,-2 10-5 0,0 0 6 15,0 0-3-15,0 0 6 0,0 0-2 0,0 0 4 16,2 33 1-16,-2-22-5 0,-2 3 6 0,2 3 4 16,2-4-1-16,0 0-1 0,1-1 8 0,1 0-5 15,2 0 7-15,2-1-2 0,-2-3-2 0,3 1 1 16,3-4-2-16,-3 1-1 0,6 1 2 15,-1-5 2-15,-1 0-4 0,5-4-2 0,-5 0 3 0,3-1-5 16,-4-1 3-16,-1-1-3 0,2-1 2 0,-4-2 2 16,5 0-6-16,-5-2 3 0,-3 3-6 0,1-4-1 15,-2 0 0-15,2-3-5 0,-4 2-5 0,2-5-3 16,-1 2 1-16,-1 2-3 0,-1 0 5 0,0 4 5 16,0 2 0-16,2-1-2 0,-4 8 2 0,1-9-9 15,-1 9 5-15,0 0 7 0,0 0-7 0,0 0 3 16,0 0 9-16,5 31 4 0,-5-16 0 0,0 2-1 15,0 1-1-15,0 2 1 0,0-1 8 0,2-2-3 16,-2 4-1-16,-2-3 1 0,2 1-1 0,0-1 0 16,0-1 2-16,0-2-3 0,0-5 0 0,0-10-2 15,-1 13 2-15,1-13 0 0,0 11 0 0,0-11-3 16,-2 9 5-16,2-9 5 0,0 0-1 0,0 0-4 16,0 0 0-16,0 0 0 0,8 6-3 0,-8-6-11 15,0 0-3-15,14-16-3 0,-6 9-6 0,2-2-1 16,2-1-11-16,3-2 0 0,-1 0 3 0,0-3-3 15,9-1 2-15,-1-3 2 0,0 0 2 16,-2 0-2-16,-2 1 2 0,-4 4 4 0,0-2 2 0,1 1 1 16,-2 0 3-16,-3 2 1 0,1 0 8 0,-4 3 12 15,-3-1 6-15,0 2 7 0,1 1-6 16,-2 2 8-16,-3 6 1 0,1-9-3 0,4 4-2 0,-5 5-6 16,0 0-2-16,0 0-3 0,0 0-7 0,0 0 2 15,0 0 5-15,-20 20 6 0,11-11-1 0,-2 4 5 16,1 0-2-16,4-2 10 0,-2 0-14 0,1 3-2 15,1-2-1-15,5-2 2 0,-2 0 2 0,3 0 2 16,0-1-8-16,2 1 2 0,3-4-3 0,-1-2 5 16,6 2-1-16,-1-1-5 0,2-1 5 0,3-3-11 15,4 1-7-15,-1-2-12 0,5-2-6 0,-1 1-4 16,5-5-5-16,-6 1 2 0,-3 0-6 0,1-2-6 16,-6 1 4-16,3-3 1 0,-5 1-2 0,-1-1 5 15,0-1-7-15,-1-2 6 0,-2 2 2 0,-2-2 2 16,0 1 2-16,1-1 5 0,-3 3-1 0,-1 2 6 15,2-1 7-15,-3 8 0 0,3-11-1 0,-3 11-3 16,1-7 0-16,-1 7 5 0,0 0 12 0,0 0 14 16,0 0 5-16,0 0 4 0,0 26-1 0,-3-16 6 15,2 1 0-15,-2 1 5 0,1 3 0 0,-1-2 0 16,-2 3-2-16,2-5-3 0,-1 6-1 0,1-5-1 16,1 0-4-16,-3 4 2 0,2-5-15 0,2 1-21 15,-3 0-33-15,-3 0-33 0,2-1-57 0,1 0-61 16,-1 0-77-16,-2-1-240 0,-1 0-555 0,0-3 246 15</inkml:trace>
  <inkml:trace contextRef="#ctx0" brushRef="#br0" timeOffset="129684.12">16862 12719 2035 0,'-10'-14'21'0,"1"-1"-19"0,-1 2 26 16,1 4-4-16,3 1-6 0,-1 3-1 0,3 2-4 0,4 3 17 15,-10 0 11-15,10 0 13 0,-9 10 22 0,3 0 5 16,-1 0-1-16,2 2-2 0,0 3-7 0,2-1 2 15,0 2-8-15,0-1-6 0,2-3-3 0,2 4-2 16,2-4-7-16,0-2 0 0,0 0 1 16,5 1-3-16,0-2-1 0,1 0 1 0,6-1-6 0,0-1 3 15,3-3-2-15,-1 0 2 0,1-2-6 0,2 1-4 16,-7-5-1-16,6 2-3 0,-6-3 2 0,-2 1-11 16,2-1 2-16,-4-2 0 0,0-1-2 15,1 1-3-15,-2-3-1 0,-2 1-4 0,-2-3-1 0,1 1-6 16,-2-2-4-16,-1 0 0 0,0 1 1 0,-1-1 4 15,0 3-3-15,-1 8 1 0,1-11-7 0,-1 11-4 16,0-6 1-16,0 6-2 0,0 0 0 0,0 0 5 16,0 0-3-16,0 0 2 0,0 0-2 0,0 0 11 15,15 19-7-15,-10-14 2 0,1 4-2 0,-1-3 4 16,2 2 0-16,0 0 2 0,3-3 4 0,1 1-2 16,0-2 4-16,3-2 0 0,-1 1 1 0,0-1 0 15,-2-1-1-15,2-2 1 0,1-1-1 0,-1-1 2 16,-2 1-9-16,-2-3-7 0,-1-2-3 0,-3 4-2 15,-1-4 3-15,1-2 1 0,-1-1 2 0,0 0 1 16,-4-2-4-16,-2 1-10 0,0-3 0 0,-1 2 3 16,1-3-2-16,-3 4 4 0,2 1 0 0,1 2 3 15,0 1-5-15,2 7 1 0,-2-9 2 0,2 9-3 16,0 0 5-16,-2-8-4 0,2 8 2 0,0 0 4 16,0 0 2-16,12 0 0 0,-12 0-1 0,19 5 0 15,-5-5-1-15,-1 2 2 0,1-2-3 0,0 0 1 16,4-2 1-16,0 1 3 0,-4-1 2 0,3-2-1 15,-5 1-4-15,1-1 5 0,-1-1 1 0,-1 1 1 16,-2-2-1-16,-1-1 0 0,0 2 8 0,0-3 1 16,0 1 4-16,-3 3 5 0,0 0-2 0,0 0-1 15,2 1 0-15,-7 3-3 0,5-6-7 0,-5 6 2 16,0 0-5-16,0 0 1 0,11 12 0 0,-7-3-1 0,-2 4 1 16,-1 2 0-16,-1-2 1 0,0 4 2 0,-3 0-2 15,-1 3-8-15,1-1-22 0,-1-1-22 16,-2-1-35-16,3-1-45 0,-2-3-60 0,2-3-51 15,1 3-241-15,-1-5-520 0,-1 0 230 0</inkml:trace>
  <inkml:trace contextRef="#ctx0" brushRef="#br0" timeOffset="129851.67">17326 12468 205 0,'0'0'180'0,"0"0"-25"0,4-8-44 16,-4 8-56-16,12-2-53 0,-2 0-69 0,3 1-41 15,5-1-115-15,5 2 52 0</inkml:trace>
  <inkml:trace contextRef="#ctx0" brushRef="#br0" timeOffset="130059.11">17719 12408 24 0,'2'-5'260'0,"-2"5"-15"0,0 0-24 0,7-5-17 16,-7 5-3-16,0 0-1 0,6 19 2 0,-3-7-9 16,0 7-6-16,0 10-4 0,0-2-10 0,-2 4 2 15,-1-1-20-15,0-1-16 0,1 1-10 16,-2-4-11-16,1 3-9 0,0-1-13 0,-1-5-9 0,-1-4-4 16,0-1-7-16,0 1-10 0,2-2-15 0,-1-2-28 15,1-3-30-15,0-5-34 0,0 2-32 16,0-9-36-16,-2 13-37 0,2-13-26 0,0 5-63 15,0-5-235-15,0 0-509 0,0 0 226 0</inkml:trace>
  <inkml:trace contextRef="#ctx0" brushRef="#br0" timeOffset="130422.8">17753 12654 142 0,'9'-11'181'0,"0"-2"-15"0,3-1-6 0,2 1-2 0,-1 2 0 15,2-2 2-15,0 2-9 0,2-1-3 0,-3 1-6 16,1 1 3-16,-5 2-5 0,1 0-2 0,4-2-9 15,-6 2-3-15,1 2 5 0,-4 0 3 0,2-1-1 16,-3 4-5-16,-1-1-14 0,-4 4-16 0,8-4-9 16,-8 4-14-16,0 0-2 0,0 0-12 0,9 11-5 15,-9 2 6-15,0 5-13 0,-3 1 2 0,1 7-10 16,-1-1 1-16,-1 1-6 0,0-7 1 0,3 0-4 16,-1 0-8-16,0 0-1 0,1-6 4 0,1 1-10 15,-1-4 3-15,-1-2-4 0,4-1 3 0,-2-7 1 16,0 11-2-16,2-8-3 0,-2-3 0 0,3 7-1 15,-3-7 2-15,0 0-3 0,15-2 0 0,-15 2-4 16,16-6-1-16,-5 2 5 0,-1-2-4 0,2-1 4 16,0 3-14-16,-1-1 6 0,-1 0-2 0,0 1-3 15,-3 3-4-15,-2-1 0 0,-5 2-4 0,12 0 4 16,-12 0-1-16,8 2 2 0,-8-2-3 0,7 8 3 16,-5-3-1-16,-2-5 1 0,3 10-14 0,-2-3-41 15,0 0-37-15,-1 4-33 0,3 0-40 0,3 0-66 16,6 3-58-16,2-4-213 0,10 3-545 0,7-1 241 15</inkml:trace>
  <inkml:trace contextRef="#ctx0" brushRef="#br0" timeOffset="130704.46">19080 12679 2510 0,'-19'-25'23'0,"3"2"51"0,4 8-20 0,1-1 7 16,4 7 1-16,0 0 0 0,2 2-13 0,1 1-10 15,2 2-9-15,2 4 1 0,0 0-2 0,0 0 6 16,0 0 10-16,-9 22 1 0,6-4 2 0,3 3-5 16,0 3 2-16,0 2 0 0,0 1-6 0,-1-4 4 15,1-3-11-15,1 5-3 0,-2-5-3 0,1 0-1 16,0-3-7-16,4-1 0 0,-4 1-26 0,0-2-23 15,0-1-30-15,-3-3-37 0,6-1-58 0,-3-3-55 16,0-7-46-16,0 12-200 0,0-12-495 0,0 0 220 16</inkml:trace>
  <inkml:trace contextRef="#ctx0" brushRef="#br0" timeOffset="130856.48">18900 12393 163 0,'0'0'184'0,"2"-6"-23"0,-2 6-11 0,0 0-49 16,14 14-40-16,-6 3-42 0,6 8-37 0,-1 0-37 15,1 3-73-15,-1 4-139 0,1-1 62 0</inkml:trace>
  <inkml:trace contextRef="#ctx0" brushRef="#br0" timeOffset="131071.53">19178 12836 249 0,'0'0'251'0,"4"-18"-5"0,1 7-14 0,2-4-11 16,0-1-12-16,7-7-10 0,-1 1-12 0,6 2-11 15,-1-1-9-15,3 4-7 0,-4 6-8 0,4-4-3 16,-3 7-5-16,0 2-15 0,-2 4-13 0,-3 2-10 16,0 2-15-16,-3 5-5 0,0 0-6 0,-2 3-3 15,0 1-12-15,-2 3-11 0,0 2-2 0,-2 0-7 16,-4 2-11-16,0-2-43 0,-2 2-34 0,-3 0-43 15,2-1-61-15,-1 0-74 0,0-5-71 0,2-1-189 16,-2 3-519-16,3-3 230 0</inkml:trace>
  <inkml:trace contextRef="#ctx0" brushRef="#br0" timeOffset="131872.59">19850 12551 1887 0,'2'-7'13'0,"-2"7"33"0,0-11-21 0,0 11-6 15,-4-8 1-15,4 8 12 0,0 0 18 16,-9-3 11-16,9 3 8 0,-12 11 4 0,5 0 6 15,-5 3 10-15,-3 9-5 0,-2 1-1 0,3 1 3 16,-1-2-9-16,3 1-10 0,5-6-5 0,-1 1-3 0,3-1-3 16,2 0-3-16,3-1-3 0,0-2-6 0,3-1-4 15,3-1-1-15,2-1-4 0,1 1-1 16,4-2-1-16,1-1-3 0,0-3-4 0,4 0 2 16,-2-1-5-16,2-3 2 0,-1 0-4 0,-3-2-1 0,0-1 3 15,4-1-6-15,-5-1 1 0,1-1-4 0,-4 0-3 16,3-4 0-16,-4 0-3 0,5-2-3 15,-5-1-10-15,1-3-5 0,2 0-1 0,-2-1-4 16,-4-1 0-16,-1-3-1 0,-2 1 1 0,-2-2 2 16,-2 2 1-16,1-1-2 0,-3 3 4 0,-1 3-2 0,2 1 2 15,-3-1 5-15,-2 2 2 0,5 1 6 0,-2 0-5 16,0 4 2-16,0-1 0 0,4 6-1 0,-5-9-3 16,5 9 3-16,-4-4-4 0,4 4 4 15,0 0 0-15,0 0 0 0,0 0 4 0,0 0-4 16,22-2 0-16,-4 4 3 0,2-2 1 0,0 0-4 0,2 0 3 15,-1 0-2-15,-3 0 1 0,1 0-4 0,-7 0 6 16,1 0-7-16,-2 1 2 0,-1 2-1 0,-1-2 3 16,-1 1-3-16,-1 4-2 0,0 1 3 0,-1 0 4 15,-1 2 2-15,-1 2 3 0,-4 1 3 16,0 0 6-16,-1 5-3 0,-1-1-2 0,0 0-4 0,2 1 3 16,0 0 0-16,0-3 3 0,-3-1-7 0,3-4 1 15,2 3 0-15,0 0 2 0,1-2-3 0,1-1 5 16,-1 0-2-16,-3-9-3 0,7 13 1 0,0-8 4 15,4-1-4-15,-2 0 0 0,2-2-1 0,-1 0 3 16,3-4-1-16,1 0-4 0,-1-1 7 0,1 0-3 16,1-3-4-16,1-1 3 0,-1-2 3 0,0-2 5 15,-2-1-19-15,1 2-10 0,-1-6-2 16,-1 2 1-16,-2-4-3 0,-1-1 1 0,-3 2 4 16,3-7-5-16,-4 6 2 0,-1 1 1 0,-2 2 2 0,-3 2 3 15,2 2-3-15,-1 5 7 0,0-2-4 0,0 8 0 16,-3-8-2-16,3 8 4 0,0 0 2 0,0 0 8 15,-26 17-1-15,16-4 2 0,-3 1-5 0,4 0 7 16,-2 2-4-16,3 0 0 0,0 1 1 0,1 0 0 16,5-2 3-16,1 2-1 0,1-2-13 0,1-2-20 15,2-2-37-15,1 0-48 0,1-1-70 0,4-5-67 16,2 3-228-16,1-4-518 0,1-1 229 0</inkml:trace>
  <inkml:trace contextRef="#ctx0" brushRef="#br0" timeOffset="132696.18">20814 12579 81 0,'-4'-7'274'0,"2"0"-10"0,2 7-10 16,-13-4-19-16,4 5-6 0,-3 2-9 0,-7 7-12 16,1 2-10-16,-5 4-10 0,0 2-13 0,3 0-15 15,6-4-12-15,0-1-11 0,2 2-16 0,5-1-9 16,0-2-11-16,5 0-13 0,-1 0-5 0,2-2-7 15,1 0-9-15,4-1-4 0,2-2-9 0,2 1 0 16,1-2-4-16,2-2-8 0,1-2-2 0,1 2-3 16,0-3-1-16,4-2-10 0,2-1 3 0,-6-1-3 15,1-1-9-15,-2 1 1 0,4-5 4 0,-3-1-4 16,-3 0-4-16,3-1-1 0,-4-1 6 0,-3 2 0 16,7-5-3-16,-6 0-10 0,-2 0 7 0,-1 2-8 15,-2-4 2-15,1 6-2 0,0 0-2 0,-3 0 7 16,3 4-11-16,-3 6 12 0,1-9-5 0,-1 9-2 15,0 0-4-15,0 0 1 0,0 0 6 0,0 0 3 16,0 0 1-16,-9 25 2 0,6-13-5 0,-1 0 2 16,1 0 2-16,1 0-4 0,-1 0 8 15,3-1-5-15,0 4 2 0,0-4 0 0,1-1 4 0,2-1-1 16,1 0-6-16,3-2 1 0,-2-1 9 0,4-1-6 16,0 0-2-16,2-2 3 0,0-2-4 0,-1 0 2 15,4-2 0-15,-2-2-4 0,1 0-12 0,1-1-3 16,-3-2 5-16,1 0-1 0,-3-2-4 0,4-3-7 15,-5 1-8-15,1-3 12 0,-2-1-12 0,-2-5-4 16,-1 0-11-16,1 0-1 0,-3 0 4 0,0-1 3 16,-1 1 0-16,-1 0 5 0,4 3 2 0,-2 4 8 15,-2 3-5-15,0 1 2 0,0 8-2 0,-1-10-7 16,1 10 3-16,0 0 7 0,0 0 0 0,0 0 7 16,0 0 0-16,-4 35 8 0,4-19 2 0,-1 4 2 15,-2-1 13-15,2 6 0 0,-3 0-3 0,4 0 4 16,0-5 5-16,-1-1-5 0,1 0 4 0,-1 0-13 15,1 0 4-15,1-2 3 0,-1 1 2 0,-1-6-6 16,-1-1 5-16,1 1-2 0,0 0-10 0,-2-4 10 16,3-8 5-16,-2 16 4 0,2-16-16 0,-7 9 1 15,2-5 2-15,5-4-7 0,-6 3-3 0,6-3-11 16,0 0-5-16,0 0-3 0,0 0-12 0,0 0-2 16,0 0 7-16,0 0-1 0,0 0-3 0,16-22 3 15,-5 15-2-15,5-3 1 0,3-1-2 0,8-3 9 16,0 0-2-16,0 0 1 0,1-1 5 0,1 0-2 15,-2-1 3-15,0 1-1 0,0-2 3 0,-5 4 4 16,-1-4-1-16,-5 3 8 0,-2 0 6 0,-4 0 5 16,0 1 7-16,-1-2 5 0,-5 5 7 0,0 0 10 15,-1 0 4-15,-3 3 7 0,1 2 1 0,-1 5 1 16,-9-10-8-16,0 7-1 0,-4 5 6 0,-2 1-1 16,-4 5 5-16,1-2-9 0,-2 4-2 0,3 2-3 15,0-1-6-15,2 2-7 0,4 0 3 0,2 2-14 16,3-3-34-16,1 0-39 0,4 0-38 0,2 4-55 15,4-4-68-15,3-2-65 0,8 3-51 0,10-1-197 16,10 2-579-16,19 0 256 0</inkml:trace>
  <inkml:trace contextRef="#ctx0" brushRef="#br0" timeOffset="133014.62">22017 12545 263 0,'2'-4'288'0,"-2"4"-11"0,4-6-17 0,-4 6-21 16,4-5-26-16,-4 5-22 0,0 0-14 0,0 0-13 15,10 11-3-15,-10-1-1 0,4 5 9 0,-2 1-2 0,0 1-13 16,-1 1-19-16,0 0-5 0,-1 0-17 16,2 0-10-16,-4 0-12 0,1 1-7 0,0-2 0 15,1 1-16-15,-2-3-3 0,2-4-25 0,-1 2-28 16,0-1-41-16,-2-2-31 0,1 1-53 0,-2-1-70 16,2-3-68-16,-1-2-278 0,3-5-573 0,-9 7 254 15</inkml:trace>
  <inkml:trace contextRef="#ctx0" brushRef="#br0" timeOffset="133181.84">22009 12439 2086 0,'1'-26'90'0,"-3"9"-31"0,-2 2-23 0,1 3-9 16,3 5-18-16,0-1-1 0,0 8-1 0,3-7-2 15,-3 7-4-15,0 0-1 0,0 0-17 0,6 19-44 16,-3-7-33-16,1 8-34 0,-2-1-43 0,3 8-139 0,-1 0-336 15,4 2 150-15</inkml:trace>
  <inkml:trace contextRef="#ctx0" brushRef="#br0" timeOffset="133423.06">22166 12771 204 0,'0'0'245'0,"0"0"-9"0,0 0-5 15,0 0-9-15,0 0-13 0,0 0-16 0,8-22-15 0,-3 16-13 16,1-3-6-16,2 1-4 0,2-4-10 15,-1 3-10-15,6-7-8 0,0 6-12 0,1-3-5 0,1 0-4 16,2 3-11-16,-4 0-3 0,2 5-9 0,-7 0-7 16,3 3-2-16,-3 2-12 0,-1 1-5 0,1 4-5 15,-3 1-1-15,-3 1-2 0,-1 2-1 0,1 1-3 16,-1 2-11-16,-2 2 2 0,0-1 1 0,-1 4-11 16,-1-1 2-16,0-3-8 0,1-1-35 0,-1 0-42 15,-1 1-46-15,0 0-64 0,0-3-77 0,1 0-84 16,0-3-170-16,-2-1-539 0,3-6 238 15</inkml:trace>
  <inkml:trace contextRef="#ctx0" brushRef="#br0" timeOffset="133686.31">22182 12255 118 0,'-7'2'201'0,"2"2"-35"16,5-4-43-16,-5 7-51 0,5-7-52 0,0 0-66 15,6 14-63-15,-1-6-119 0,4-1 53 0</inkml:trace>
  <inkml:trace contextRef="#ctx0" brushRef="#br0" timeOffset="134616.07">22971 12357 151 0,'2'-11'269'0,"0"1"-11"0,-2 4-26 0,3 0-24 16,-3 6-23-16,1-7-19 0,-1 7-16 0,0 0-3 16,0 0 1-16,5 30-10 0,-5-11-8 0,-1 9-8 15,0 0-10-15,1 1-7 0,0 2-13 0,0 0 20 16,-2-1-4-16,2-1-4 0,-1 0-13 0,0-2-14 15,-2-2-5-15,3 1-4 0,-1-7-11 0,0 0-3 16,-2 0-1-16,0-1-3 0,2-1-16 0,1-2-29 16,-1-3-21-16,1 1-30 0,-1-4-36 0,-1 1-52 15,1-3-55-15,-3 0-45 0,3 0-233 0,1-7-505 16,-5 6 224-16</inkml:trace>
  <inkml:trace contextRef="#ctx0" brushRef="#br0" timeOffset="134775.64">22863 12568 152 0,'7'-4'168'0,"4"2"-4"0,1-1-14 16,10 1-16-16,5 1-13 0,1 2-12 0,1 1-35 16,-1 3-48-16,1 2-51 0,-9-2-56 0,1 4-85 15,-6 0-179-15,3 4 80 0</inkml:trace>
  <inkml:trace contextRef="#ctx0" brushRef="#br0" timeOffset="135044.29">23046 12914 16 0,'0'0'221'0,"0"0"-8"0,0 0-5 16,30-11-4-16,-12 3-17 0,-1 2-11 0,3-4-10 15,6-1-9-15,-1 0-13 0,-2 0-12 0,2-2-8 16,-1-2-9-16,-1 1-9 0,-9 2-6 0,8-4-9 15,-10 2-6-15,2-2-8 0,-2 0-5 0,-2-1-9 16,-4 2-7-16,-2 3-2 0,-1-2-3 0,-3 4-1 16,-1-2-2-16,-1 5-5 0,-4-1-1 0,-2 3-8 15,-2 3 5-15,-2 1-10 0,-5 4 1 0,0 3-3 16,-2 4-6-16,2 2-2 0,-3 3-1 0,6 1-5 16,4-1 3-16,2 0-11 0,0 0-19 0,6 4-34 0,2-3-36 15,6 0-36-15,2 0-71 0,3-3-43 0,2 0-194 16,0-1-461-16,3-1 204 0</inkml:trace>
  <inkml:trace contextRef="#ctx0" brushRef="#br0" timeOffset="135466.26">23517 12885 140 0,'4'-6'241'0,"0"0"-3"0,0-3-1 0,-3 0-3 16,0-1-12-16,0-1-13 0,-1 0-7 0,2 1-17 15,-1-2-13-15,0-2-15 0,3-1-8 0,0 3-17 16,1-4 0-16,0 1-9 0,0-1-15 0,7 1-4 0,-2 0-6 15,0 1-11-15,3 2-6 0,-3 4-6 16,-1-2-6-16,1 2-10 0,2 5-3 0,-3 1-6 16,-9 2 0-16,18 0-12 0,-9 4 2 0,0 3-10 15,-2 2-5-15,2 2 0 0,-2 0-6 0,0 4-1 16,-2 0 4-16,0 1-3 0,0-1-7 0,-2-3 2 16,-2 1 7-16,2-2-12 0,-2 1 4 0,1-3-6 15,-2 1 1-15,0-10 4 0,0 0 2 0,-2 15 0 16,2-15-3-16,0 0 11 0,0 0-5 0,0 0-2 15,0 0 1-15,0 0 3 0,0 0-9 0,0 0 9 16,0 0-6-16,0 0-5 0,0 0-4 0,5-30 1 0,1 18-4 16,2-3-2-16,3 0-2 0,-1-3-3 0,1 1-2 15,5-5-2-15,2 2 5 0,1 4 1 0,-5 3 3 16,-3 3-5-16,3 4-1 0,-3 0 0 0,-1 4-2 16,0 2 0-16,2 2-1 0,-3 0 0 15,1 3 2-15,-3 4-2 0,1-1 3 0,-1 3-1 0,0 1 0 16,-3-1 11-16,1 6-10 0,-1-2 0 0,-2-1 9 15,4 3-5-15,-3-1-3 0,0-4-33 16,-2-1-37-16,3 0-45 0,-1-2-56 0,-1 1-63 16,2-4-75-16,-4-6-187 0,6 11-542 0,1-8 240 15</inkml:trace>
  <inkml:trace contextRef="#ctx0" brushRef="#br0" timeOffset="135732.57">24182 12485 78 0,'10'-27'277'0,"-5"1"7"16,3 8 10-16,-3 2-8 0,-1 5 4 0,-1 0-10 16,1 1-22-16,1 4-31 0,-5 6-31 0,0 0-8 15,0 0 14-15,0 0 14 0,0 0-7 0,7 31 5 16,-6-7-5-16,-2 4-16 0,-1 2-12 16,0 4-13-16,-2-4-16 0,-2 5-7 0,1-4-12 0,2 1-15 15,-3-1-7-15,2-2-9 0,0 0-13 0,1-3-4 16,1 0-11-16,-3 1-9 0,2-8-6 15,2-1-13-15,2 1 4 0,-1-2-20 0,-1-2-34 16,1-3-33-16,0-1-35 0,1-1-45 0,1-1-42 0,-1 1-32 16,-1-3-33-16,0-7-40 0,0 0-42 0,2 14-38 15,-2-14-289-15,0 0-684 0,0 0 304 0</inkml:trace>
  <inkml:trace contextRef="#ctx0" brushRef="#br0" timeOffset="135945.03">24274 12591 11 0,'12'-12'218'0,"2"2"0"0,2 2-2 16,2 4-1-16,1 1 3 0,3 4-4 0,6 3-7 15,-3 6-7-15,1 1-14 0,-11-2-13 0,2 2-8 16,-7 2-12-16,1-2-3 0,-3 0-1 16,-1 4-13-16,-2-3-10 0,-4 1-5 0,-4-2-9 0,0 1-12 15,-8 3-7-15,-3-3-19 0,0 2-13 0,-9-2-30 16,0 2-40-16,4-4-43 0,-7-3-48 0,6 1-65 15,3-3-77-15,-2 0-255 0,3-4-538 16,2-1 238-16</inkml:trace>
  <inkml:trace contextRef="#ctx0" brushRef="#br0" timeOffset="136105.16">24409 12782 3240 0,'10'0'212'0,"-1"0"-43"0,-9 0-48 0,0 0 11 15,18 0 31-15,-13-3 20 0,-5 3 9 16,8 0-5-16,-8 0-24 0,7-3-13 0,-7 3-18 0,0 0-13 15,0 0-11-15,0 0-17 0,11 0-22 0,-11 0-46 16,0 0-56-16,0 0-81 0,0 0-105 0,0 0-105 16,0 0-115-16,0 0-283 0,0 0-780 15,0 0 346-15</inkml:trace>
  <inkml:trace contextRef="#ctx0" brushRef="#br0" timeOffset="150220.24">1205 12381 95 0,'0'0'125'0,"0"0"-3"0,1-8-6 16,-1 8 10-16,0 0-19 0,0 0-4 0,0 0-5 15,0 0 6-15,0 0 3 0,0 0 19 0,14 17-12 16,-11-6-6-16,-1 0-7 0,3 8-3 0,-2-1-11 16,-2 0-2-16,3 1-11 0,0 9-2 0,-3-5-5 15,0-3-6-15,1-1-3 0,-2 0-9 0,2 0-6 16,-4 0-3-16,2-2-2 0,2-1-6 0,-2 3 2 15,-2-3-7-15,0 0-1 0,0-6-25 0,-2 4-19 16,4-5-22-16,-4 3-29 0,-1-2-27 0,1 0-45 16,-1-2-43-16,-4 0-132 0,0-2-343 0,0-1 152 15</inkml:trace>
  <inkml:trace contextRef="#ctx0" brushRef="#br0" timeOffset="150581.09">1182 12333 91 0,'14'-9'147'0,"-1"4"0"0,3 0-12 15,2 2-2-15,0-1-8 0,0 2-10 16,-5 4-12-16,6-1-5 0,-4 2-13 0,-3 2-4 16,0 1-10-16,-1 2-6 0,-1-2-4 0,-4 1-6 15,-1 3-6-15,2-1-6 0,-3 1-3 0,-2 1 6 16,-2 1-14-16,0 0-1 0,-4 0-3 0,3 0-2 15,-3 0-7-15,2-4 0 0,-2 3-3 0,4-11 1 16,0 11-7-16,0-11-3 0,0 11-4 0,0-11 2 0,4 11-9 16,-4-11 5-16,6 10-4 0,2-2 8 0,-2-3-15 15,-6-5 6-15,12 8 0 0,-6-4 6 16,1 3-7-16,0-3 0 0,0 4 1 0,0-1 2 16,1 0 3-16,-8-7-8 0,9 15 6 0,-7-8 2 15,-2-7 5-15,3 13 1 0,-3-6 5 0,0-7-4 16,-2 18 1-16,-3-11 8 0,-2 2-11 0,2 1-4 0,-3-2-10 15,5-3-26-15,-5 2-27 0,8-7-41 16,-11 10-51-16,6-4-110 0,5-6-284 0,-13 4 126 16</inkml:trace>
  <inkml:trace contextRef="#ctx0" brushRef="#br0" timeOffset="150828.37">1657 12543 85 0,'0'0'155'0,"8"-3"-13"0,-8 3-9 0,11-3-16 16,-11 3-14-16,0 0-17 0,0 0-31 0,0 0-30 15,26 4-23-15,-20-1-19 0,-6-3-15 0,9 5-5 16,-9-5-1-16,9 7 4 0,-9-7 8 0,8 7-4 16,-8-7 8-16,4 8 2 0,-4-8 2 0,4 7 14 15,-4-7 1-15,0 0 14 0,4 8-10 16,-4-8 1-16,0 0 4 0,4 8 1 0,-4-8-4 15,0 0-1-15,7 6-17 0,-7-6-13 0,0 0 0 16,20-2-23-16,-8 1-38 0,6-4-97 0,0-2 44 0</inkml:trace>
  <inkml:trace contextRef="#ctx0" brushRef="#br0" timeOffset="151276.64">2154 12316 187 0,'0'0'204'0,"0"0"-13"0,1-15-19 16,-1 15-14-16,0 0-17 0,0 0-17 0,6-9-11 16,-6 9-12-16,9-6-6 0,-9 6-9 0,17-8-8 15,-7 5-13-15,3-3 1 0,-1 0-8 0,6 1-8 16,-9 2-8-16,2-2 1 0,-11 5-5 0,21-7-3 16,-15 3-4-16,-6 4-1 0,14-4 4 0,-14 4 4 15,0 0-1-15,13-5-3 0,-13 5-2 0,0 0-1 16,0 0-5-16,0 0-5 0,13-4-5 0,-13 4-3 15,0 0 4-15,0 0-3 0,2 19 0 0,-2-19-1 16,0 20-1-16,0-7 0 0,0 3 1 0,0 1-1 16,1 0 2-16,2 0 0 0,1 2-4 0,-1-4 2 15,-2 4-5-15,-1-3 1 0,5 1 0 0,-4-5 1 16,1 0 1-16,-1 0-3 0,-1-12 6 0,4 22-2 16,-6-10-7-16,2-2 2 0,0-10 0 0,-1 16 1 15,-3-7 1-15,4-9-3 0,-7 11 1 0,1-5-2 16,6-6-4-16,-10 8-5 0,4-5 2 0,6-3-1 15,-12 5 2-15,12-5 0 0,-10 4 0 0,10-4 3 16,-11 2-4-16,11-2-1 0,0 0 4 16,0 0-2-16,-11 1-2 0,11-1-4 0,0 0 2 0,0 0-1 15,0 0 4-15,0 0-11 0,0 0-2 0,0 0-7 16,0 0-5-16,0 0-18 0,44 4-24 16,-25-6-25-16,-1-1-33 0,2 0-24 0,8-4-19 0,-1 3-141 15,-5-1-337-15,-1-1 149 0</inkml:trace>
  <inkml:trace contextRef="#ctx0" brushRef="#br0" timeOffset="151452.56">2651 12463 43 0,'0'0'115'0,"6"-14"2"16,-6 14 4-16,1-12 5 0,-1 12 2 0,0 0 5 0,0 0 10 15,-8-19-2-15,8 19-5 0,0 0-15 0,0 0-7 16,-13-6-10-16,13 6 2 0,0 0-1 16,-18 17 0-16,12-6 2 0,-3 2-9 0,-1 3 0 0,1 1-9 15,1 1-11-15,1 1-7 0,0-1-7 16,3 0-7-16,3 2-5 0,1-2-3 0,3-1-10 15,1-1-30-15,1-6-35 0,3 4-41 0,5-3-54 16,4-1-71-16,1-2-186 0,1-3-408 0,-1-3 180 16</inkml:trace>
  <inkml:trace contextRef="#ctx0" brushRef="#br0" timeOffset="151646.37">2379 12837 2297 0,'-17'6'162'0,"5"-3"-67"16,3 1-55-16,2-1-21 0,2-1-14 0,5-2 4 16,0 0-5-16,0 0-3 0,0 0 10 0,0 0-4 15,41 3-1-15,-8-7-14 0,3-3-19 0,18-1-1 16,1-4-43-16,2 0-31 0,-5 0-25 0,1 1-23 16,-3 0-14-16,-16 5-13 0,-3-2-124 0,-12 3-325 15,-1 2 144-15</inkml:trace>
  <inkml:trace contextRef="#ctx0" brushRef="#br0" timeOffset="152622.28">2517 12927 126 0,'0'0'180'0,"-10"4"0"0,10-4-3 0,0 0-10 0,0 0-4 16,0 0-8-16,0 0-11 0,0 0-12 15,27 5-16-15,-9-8-12 0,-2 1-10 0,2 1-5 0,-5-1-10 16,2-2-12-16,-4 2-5 0,1-1-5 15,-5 3-12-15,-1-1-5 0,-6 1-11 0,10-2 0 16,-10 2-3-16,0 0-8 0,9 0-2 0,-9 0 2 16,0 0-7-16,0 0-2 0,0 0-2 0,0 0-4 15,-28 14 2-15,28-14-3 0,-11 6 1 0,7-1-1 0,4-5 1 16,-12 12 0-16,8-3 6 0,1 1 3 16,-4 1 0-16,5 4 4 0,-2 1 2 0,3 0 0 15,-2 0-1-15,3 1 3 0,1 2 2 0,-1 0-3 16,3-2-1-16,-1-1 1 0,0 1-1 0,3-2-1 15,0 1-2-15,-3-4 0 0,2 1-3 0,-1-3 3 16,1 1-1-16,-2-2-4 0,0 1 2 0,0-4-3 16,-1 1 2-16,-1 1-2 0,0-8 6 0,-2 11-5 15,-1-4-5-15,-2-3-6 0,1 1-8 0,-2 0-9 16,6-5-10-16,-14 5-6 0,9-2-4 0,-3 0 1 16,2-1-1-16,6-2 1 0,-13 2 15 0,13-2-8 15,0 0 3-15,-12-2 5 0,12 2 5 0,-7 0 4 16,7 0 4-16,0 0 3 0,0 0 4 0,0 0-2 15,0 0-3-15,0 0 0 0,0 0-10 0,0 0-8 16,22-12-6-16,-10 9-6 0,0-2-12 0,2 0-8 16,2 2-3-16,2-5-2 0,0 0 6 0,3 2 10 15,-3-3-4-15,1 2 13 0,-1 0-3 0,-2 0 18 16,-1 0 2-16,-4 0 18 0,0 0 13 0,-1 2 21 16,-2-3 10-16,-3 3 14 0,0 0 10 0,-2-1 6 15,2 1 6-15,-2-1 5 0,-3 6 2 0,3-11 4 16,-3 11-1-16,4-7 0 0,-4 7-7 0,3-5-10 15,-3 5-8-15,0 0-14 0,0 0 6 0,0 0-14 16,0 0-3-16,0 0-3 0,0 0-2 0,13 15-6 16,-8-6 3-16,-3 1-5 0,1 1-5 0,-1 2 0 15,1-3-1-15,0 1-4 0,-1 0-2 0,1-1 1 16,1-1 1-16,-1-1-4 0,-3-8 4 16,5 13-4-16,-5-13-1 0,5 10-1 0,-5-10 4 0,4 9-4 15,-4-9-2-15,3 7 5 0,-3-7-3 0,0 0 3 16,0 0 1-16,6 6-5 0,-6-6 6 0,0 0-6 15,0 0 4-15,0 0-4 0,0 0-3 0,0 0 0 16,0-30 2-16,2 20-7 0,-1-3-2 0,-1-2 2 16,2-4-5-16,1 2-4 0,3-1 3 0,-1-7-2 15,1 6 1-15,0 1 3 0,2 2-1 16,4-9 1-16,-3 10-1 0,-2 6-4 0,2 1 1 16,-2-2-1-16,-7 10-3 0,15-7 0 0,-15 7 5 0,15-4-1 15,-15 4-2-15,0 0 2 0,20 6 3 0,-20-6 3 16,16 4-3-16,-16-4 3 0,10 10-2 0,-10-10 4 15,9 10-2-15,-9-10 1 0,3 14 3 16,-3-14-5-16,0 13 4 0,0-13 1 0,-2 15-1 16,-1-5 2-16,3-10-4 0,-7 13-8 0,4-5-8 15,-2 0-13-15,5-8-12 0,-5 11-5 0,5-11-10 16,0 0-5-16,-7 11-3 0,7-11 12 0,0 0-2 16,0 0 6-16,0 0 6 0,0 0 1 0,10 19 5 15,-10-19 3-15,7 5 13 0,-7-5-8 0,0 0 0 16,13 9 2-16,-13-9 2 0,8 9 7 0,-8-9 2 15,5 8 5-15,-5-8 4 0,4 10 9 0,-4-10 4 16,1 10 6-16,-1-10 0 0,-1 11 2 0,1-11 1 16,-7 13-3-16,2-7 0 0,5-6-2 0,-10 10-2 15,4-5-20-15,6-5-34 0,-15 10-44 0,15-10-70 16,-14 7-207-16,3-4-397 0,11-3 176 0</inkml:trace>
  <inkml:trace contextRef="#ctx0" brushRef="#br0" timeOffset="152783.74">3059 13208 51 0,'0'0'208'0,"0"0"-23"0,0 0-18 0,0 0-18 16,0 0-25-16,0 0-38 0,0 0-46 15,0 0-64-15,0 0-73 0,0 0-52 0,0 0-160 16,0 0 71-16</inkml:trace>
  <inkml:trace contextRef="#ctx0" brushRef="#br0" timeOffset="176147.27">10865 14057 25 0,'0'0'117'0,"-8"0"-2"0,8 0-4 15,-10 2-5-15,10-2-6 0,-7 2 0 0,7-2-2 16,0 0-3-16,-7 2 0 0,7-2-12 0,0 0-8 15,0 0-6-15,-9 3-6 0,9-3-6 0,0 0-12 16,0 0 7-16,0 0-11 0,0 0 5 0,36 6-5 16,-10-6-1-16,4 0 0 0,1-1-2 0,5-4-5 15,1 3-3-15,1 2-5 0,0-1 4 0,1 1-18 16,-2-1 3-16,-3 1-26 0,-3 1-31 0,-2 0-9 16,-1 1-44-16,-7-2-28 0,-2 2-121 0,-6 1-265 15,-2-3 118-15</inkml:trace>
  <inkml:trace contextRef="#ctx0" brushRef="#br0" timeOffset="177267.29">11128 14051 50 0,'0'0'121'0,"-9"0"-5"0,9 0-4 0,0 0 3 0,-7 7-13 15,4-1 5-15,1 5-10 0,0-1 0 0,-4 6 0 16,3 4-16-16,1 4-3 0,-1-5-4 0,1 7-7 16,0 1-6-16,2 1-9 0,-2-3-1 0,2 3-9 15,-1-5 3-15,1 3-3 0,0-7-8 16,0 1-4-16,1 6-5 0,1-8-2 0,1 6 2 0,-2 1-3 16,-1-6-2-16,2 0-2 0,-1 5 0 0,0-5-1 15,0-2-5-15,1-1-3 0,-1-4 0 0,-1 0-1 16,0-3 2-16,1 1-2 0,-2-3 4 15,1-7-4-15,4 11-3 0,-4-11-2 0,-3 9-3 16,3-9 5-16,-4 9-10 0,4-9-5 0,-5 5 6 0,5-5-10 16,-9 0 2-16,9 0-2 0,-12 0 11 15,12 0-9-15,-14-2 2 0,14 2 2 0,-16-5-7 0,6 3 6 16,4 0 1-16,6 2-1 0,-13-4 7 0,6 0 3 16,7 4 4-16,-11-2 6 0,11 2-3 0,-8-2-9 15,8 2 5-15,0 0-4 0,-9-4-1 0,9 4 0 16,0 0 0-16,0 0 5 0,0 0-8 0,0 0 6 15,0 0-4-15,0 0 3 0,0 0-1 0,31-3-1 16,-13-1-4-16,0 5 5 0,1-4-10 16,3 2 0-16,-1-2-11 0,1 3 3 0,-4-3-4 0,4 0-1 15,-7-1 0-15,3 2 3 0,-7 0 6 0,1-3-1 16,-1 2-1-16,-1 0 7 0,-3 0 9 0,0 1-5 16,-3-1 6-16,-4 3 4 0,9-8 1 0,-6 5 2 15,-3 3-8-15,5-6 2 0,-5 6 10 0,5-6 11 16,-5 6-4-16,0 0-2 0,5-6 2 0,-5 6-10 15,0 0 1-15,0 0-3 0,0 0-4 0,0 0 0 16,0 0 4-16,8 11-4 0,-8-11 4 0,1 10 3 16,-1-2 2-16,0-8-5 0,2 14 1 0,-2-5-3 15,1-2 3-15,-1-7-2 0,0 13 0 0,0-7 3 16,0-6-3-16,1 9-2 0,-1-9 5 0,0 8-3 16,0-8 2-16,0 0 7 0,0 0 7 0,1 9 5 15,-1-9-1-15,0 0 2 0,0 0-6 0,0 0 1 16,0 0-3-16,0 0-6 0,0 0 4 0,2-27-1 15,-1 15-8-15,2 2 2 0,0-2-4 0,6-4-1 16,-1-2 1-16,2 1 1 0,4 0 2 0,5-2-6 16,-1 1 0-16,3 2-4 0,-5 3 2 0,0 1-4 15,0 3 2-15,0 0 0 0,-2 3-1 0,-3 2-2 16,2 1 2-16,-3 2 3 0,2 1-4 0,-2 3 1 16,1 1-7-16,-4-1 6 0,2 4 3 0,-2-1-4 15,1 2-1-15,-3 2 4 0,2-2-5 16,-2 2 1-16,-1-1 7 0,-2 0 1 0,-1 1-6 0,2-1 5 15,0 0-2-15,-1-1-2 0,0-2 3 0,1 3 1 16,0-2-1-16,-1-1 1 0,2-2 2 0,-1 2-3 16,-3-6 7-16,10 5-1 0,-6-3 0 0,-4-2 2 15,14 0 0-15,-5 0 4 0,2-5-5 0,1 1 3 16,3-4-2-16,2-2-1 0,-2 0 1 16,5-1-3-16,3-5-7 0,-6 5 2 0,6-8 9 0,-8 6-1 15,3-5-2-15,-4 4-1 0,-2-1-2 0,-2 1 3 16,0-1-5-16,-6 4 3 0,1-1 2 0,-1 2-4 15,-2 3 3-15,-1-2 11 0,0 2-2 0,-1 7 1 16,1-9-6-16,-1 9 3 0,0 0-5 0,0 0-3 16,0 0-3-16,0 0 4 0,0 0-2 0,-26 14-1 15,18-5-1-15,1 2-3 0,3-1 0 0,-3 3-2 16,2 5-6-16,5-9-4 0,-2 4-6 0,2 2 6 16,2-4 3-16,0 2-3 0,3 3 0 0,0-3 2 15,-1-1 4-15,5 2-3 0,-2-5 2 0,0 2-8 16,2 4 11-16,-2-6-2 0,-2 1 1 0,0-1-1 15,1-1 1-15,-3-2-6 0,2 1 2 16,-5 1 9-16,2-4-5 0,-2-4 4 0,-2 13-12 0,-3-9 16 16,1 3-3-16,-1-2-1 0,-5 1-1 0,1-2-7 15,2-1-14-15,-1 0-13 0,-3 2-17 0,1-2-26 16,10-3-14-16,-18 4-32 0,13-2-37 16,-2 0-121-16,7-2-306 0,-15 1 135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37:36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11021 11707 17 0,'0'0'28'0,"0"0"-9"16,0 0-2-16,0 0-8 0,0 0 5 0,0 0 0 16,0 0-6-16,0 0 2 0,0 0-3 0,0 0-4 15,0 0-3-15,0 0 0 0,0 0-1 0,0 0-1 16,0 0-3-16,0 0 0 0,0 0 1 0,0 0-7 16,0 0 2-16,0 0-10 0,0 0-19 0,0 0 9 15</inkml:trace>
  <inkml:trace contextRef="#ctx0" brushRef="#br0" timeOffset="10733.39">26492 8981 12 0,'0'0'44'0,"0"0"1"0,19 16-6 0,-13-10-4 0,-1-2-12 16,1 0-23-16,4 3-33 0,-4-2-36 16,3 1 16-16</inkml:trace>
  <inkml:trace contextRef="#ctx0" brushRef="#br0" timeOffset="11331.33">30596 11737 54 0,'0'0'92'0,"0"0"-14"16,0 0 4-16,0 0-15 0,0 0-5 0,0 0-16 0,0 0 5 15,0 0-14-15,6 4 2 0,-6-4-10 0,0 0-5 16,0 0-5-16,0 0-13 0,0 0-4 16,0 0-19-16,0 0-18 0,0 0-71 0,0 0-116 15,0 0 52-15</inkml:trace>
  <inkml:trace contextRef="#ctx0" brushRef="#br0" timeOffset="15652.28">29898 8651 8 0,'0'0'63'0,"0"0"-8"0,0 0-4 0,0 0-10 15,0 0-12-15,0 0-17 0,0 0-10 0,0 0-23 16,0 0-19-16,0 0-44 0,0 0 20 15</inkml:trace>
  <inkml:trace contextRef="#ctx0" brushRef="#br0" timeOffset="16147.18">30193 8779 60 0,'0'0'96'15,"0"0"-8"-15,0 0-3 0,8 3-10 0,-8-3-5 16,0 0-1-16,0 0-7 0,0 0-3 0,0 0-9 15,0 0-3-15,0 0-7 0,0 0-1 0,0 0 6 16,0 0-7-16,0 0 4 0,0 0-2 0,0 0-4 16,0 0-13-16,0 0 5 0,0 0 3 0,0 0-3 15,0 0-2-15,0 0-6 0,0 0 6 0,0 0-5 16,0 0-5-16,0 0 5 0,0 0-4 0,0 0-6 16,0 0-8-16,0 0 16 0,0 0-8 0,0 0-10 15,0 0 7-15,0 0-3 0,0 0 2 0,0 0-6 16,0 0 3-16,0 0-1 0,0 0 1 0,0 0-6 15,0 0 3-15,0 0-13 0,0 0 8 0,0 0-9 16,0 0 4-16,0 0-10 0,0 0 13 0,0 0-16 16,0 0 6-16,0 0-10 0,0 0-1 0,0 0 3 15,0 0 5-15,0 0 0 0,0 0-2 0,0 0-4 16,0 0 5-16,0 0-8 0,0 0-1 0,0 0-3 16,0 0-2-16,0 0-3 0,0 0 3 0,0 0-5 15,0 0-6-15,0 0 2 0,0 0-7 0,0 0 1 0,0 0-63 16,0 0-122-16,0 0 54 0</inkml:trace>
  <inkml:trace contextRef="#ctx0" brushRef="#br0" timeOffset="20389.2">27066 11598 16 0,'0'0'26'0,"0"0"-4"16,0 0-8-16,0 0-2 0,0 0-10 0,0 0-2 15,0 0-2-15,0 0-3 0,0 0-10 0,0 0-15 0,0 0 8 16</inkml:trace>
  <inkml:trace contextRef="#ctx0" brushRef="#br0" timeOffset="20805.82">27057 11594 10 0,'0'0'20'0,"0"0"7"0,0 0-6 0,0 0-4 0,0 0 2 16,0 0-1-16,0 0-5 0,0 0 2 0,0 0-3 15,0 0 0-15,0 0 1 0,0 0-5 0,0 0 6 16,0 0-6-16,0 0 3 0,0 0 1 0,0 0-3 16,0 0 1-16,0 0-1 0,0 0 1 0,0 0-3 15,0 0 3-15,0 0-7 0,0 0 7 16,0 0-2-16,0 0 3 0,0 0 1 0,0 0 5 0,0 0-9 16,0 0 1-16,0 0 3 0,0 0-7 0,0 0 6 15,0 0 0-15,0 0-4 0,0 0-1 0,0 0-2 16,0 0 3-16,0 0 0 0,0 0-7 0,0 0 4 15,0 0-3-15,0 0 0 0,0 0 1 0,0 0 3 16,0 0-4-16,0 0 4 0,0 0 0 0,0 0-5 16,0 0 1-16,0 0-1 0,0 0 6 0,0 0 5 15,0 0-13-15,0 0 2 0,0 0 0 0,0 0-2 16,0 0 0-16,0 0 2 0,0 0-2 0,15-8 2 16,-15 8-3-16,0 0 1 0,0 0 3 0,0 0-3 15,0 0 5-15,0 0-6 0,0 0 0 0,0 0 0 16,0 0 2-16,0 0 0 0,0 0-5 0,0 0-1 0,0 0-7 15,0 0-2-15,0 0 2 0,0 0-12 0,0 0-1 16,0 0-34-16,0 0-66 0,0 0 30 0</inkml:trace>
  <inkml:trace contextRef="#ctx0" brushRef="#br0" timeOffset="30785.49">23543 10918 16 0,'-4'-6'157'0,"-1"-3"-17"16,0-1-18-16,-1 2-9 0,1-3 3 0,-1 2 14 16,1 1 8-16,1 3-29 0,0-1-111 0,4 6 115 15,-4-10 21-15,4 10 18 0,-5-6-8 0,5 6-14 16,-6-6-10-16,6 6-16 0,-8-3-12 0,8 3-8 16,-13 7-11-16,4-2 0 0,-6 11-17 0,-4 6-3 15,-2 4-6-15,-5 13-2 0,0 4-2 0,-1 5-3 16,2 2 14-16,2-1-3 0,1 2-11 0,7 1-4 15,4 0-3-15,1 2-2 0,5-4 1 0,1-3-4 16,4 3-4-16,5-17-1 0,-1 2-2 0,1-1-1 16,4 0-4-16,-1-5 0 0,3 0-4 0,1-2 5 15,2-4-4-15,-1-2-3 0,1-6 3 0,-3 0-3 16,5-2 0-16,-1 1 0 0,2-3-4 0,0 0-14 16,0 0-1-16,-3-2-18 0,-1-4-22 0,-2 2-27 15,1-2-25-15,-2-3-23 0,-4 2-17 0,1-2-19 16,-1 0-9-16,-6-2-6 0,12 2-16 0,-12-2-116 15,0 0-332-15,11-10 148 0</inkml:trace>
  <inkml:trace contextRef="#ctx0" brushRef="#br0" timeOffset="31254.48">23690 11063 152 0,'-3'-12'154'0,"0"0"1"0,1 2 11 0,1 3-4 16,1 7-6-16,-3-12-12 0,0 6-15 0,3 6-15 0,-3-5-15 15,3 5-11-15,0 0-6 0,0 0 14 0,0 0-2 16,2 37-1-16,-2-10 0 0,3 4-4 16,-3 1-8-16,1 14-10 0,-1-10-3 0,1 1-7 15,1-3-4-15,-1 2-8 0,0-2 0 0,2-2-6 16,-2-2-1-16,3 0-2 0,-2-6-7 0,1-3-1 0,1-3-3 15,-4 0-2-15,0-5-1 0,1 0-4 16,0-2-2-16,-1-3 2 0,0 0-5 0,0-8-1 16,0 11-1-16,0-11 11 0,2 10 6 0,-2-10 13 15,2 5 7-15,-2-5 10 0,0 0 6 0,0 0-5 0,0 0-12 16,0 0-3-16,0 0-5 0,4-20-7 0,0 4-2 16,0-3-3-16,0 2-12 0,-1-2 0 0,5-1-6 15,1-3-5-15,-1 3-2 0,-1 3-1 16,3 1-3-16,-1 1 5 0,-2 6-7 0,2-1 5 15,-3 3-6-15,1 2-3 0,-2 1-2 0,-5 4 1 0,14 1 4 16,-7 2-1-16,-1 1-1 0,0 4-1 0,0 3 3 16,3 5 4-16,-1 3-2 0,-3-2-5 0,4 7 2 15,-4-6 1-15,-1 2-2 0,1-1-18 0,-2 5-20 16,2-5-23-16,-1-2-30 0,-1 3-27 0,1-3-24 16,0 1-29-16,1-1-32 0,0-6-28 0,-1 0-171 15,1-1-439-15,2-4 194 0</inkml:trace>
  <inkml:trace contextRef="#ctx0" brushRef="#br0" timeOffset="31566.41">24114 11092 42 0,'-5'-17'207'0,"1"5"6"0,1 3-2 0,1-1-8 16,-2 5-12-16,3-2-17 0,1 7-19 0,0 0-19 15,-3-10-16-15,3 10-4 0,0 0 5 0,0 0 6 16,-1 33 3-16,1-6-1 0,0 2-1 0,0 6-15 16,-1 1-8-16,1 11-1 0,-2 2-3 0,1-13-15 15,2 11-5-15,-2-1-6 0,2-13-4 0,1-2-9 16,-1 5 0-16,2-3 0 0,-2-1-3 0,0-1-3 16,-1 1-7-16,1-2-2 0,3 0-7 0,-3-2-5 15,2-8 6-15,-1-1-17 0,0 0 2 0,-1-2-6 16,2 0-11-16,-3-5-15 0,1 2-22 0,-1-2-24 15,2-3-23-15,-2 0-23 0,0 1-27 0,-3-4-37 16,3-6-8-16,-2 10-21 0,2-10-40 0,-5 3-202 16,5-3-467-16,0 0 207 0</inkml:trace>
  <inkml:trace contextRef="#ctx0" brushRef="#br0" timeOffset="31990.09">23991 11550 64 0,'5'-9'118'0,"0"0"-5"0,3 3 0 0,1-3-10 16,0 0-10-16,5-1-8 0,1 1-16 0,3-2-5 16,-2 4-9-16,4 0-16 0,-2 1-21 0,1 0-6 15,0 1-22-15,-1 3-3 0,0 0-2 0,-5 2-1 16,1 4-4-16,0-1 12 0,-3-1 0 0,-2 0-1 16,-1 2 4-16,-3 0 13 0,0-1 4 0,-5-3 16 15,9 7-3-15,-5-3 12 0,-4-4 1 0,5 5 18 16,-5-5 4-16,0 0 18 0,7 2 15 0,-7-2 9 15,0 0 8-15,7 3-5 0,-7-3-2 0,0 0-8 16,10-13-3-16,-6 9-4 0,1-6-4 0,-1 3-8 16,1-2-1-16,0-2-8 0,2 0 1 0,-3-1-5 15,0 0-1-15,-1 0-6 0,1 0-3 0,-1 0-1 16,-2 0-3-16,-1 0-4 0,0 1 0 0,-1 0 0 16,-2 0 2-16,1 1-1 0,-1 2-2 0,-2 3 5 15,1-1-3-15,4 6 1 0,-10-8-4 0,5 6-5 16,5 2-1-16,-16 4-1 0,6 2-4 0,3 4-2 15,-1 3-1-15,-1 4-3 0,-1 7-4 0,2-1 3 16,4 1-5-16,2-5 0 0,2 2-2 0,2-2 4 16,2 5-9-16,0-5 1 0,2-3-2 0,2 1-6 0,2-2-16 15,-1-1-20-15,4 1-25 0,-3-7-28 0,2 4-30 16,-1-3-44-16,-1-2-35 0,3-1-42 16,-1 1-210-16,-3-3-480 0,2-1 213 0</inkml:trace>
  <inkml:trace contextRef="#ctx0" brushRef="#br0" timeOffset="32206">24550 10851 143 0,'9'4'220'0,"3"10"14"0,3 10-4 0,-2 9-13 16,3 23-17-16,-5 2-14 0,2 25-24 15,-6-23-17-15,-5 21-14 0,-7-26-12 0,-3 26-13 16,-6-24-4-16,4 0-15 0,-12 23-27 0,-8-5-43 0,8-21-55 16,-14 23-61-16,12-24-55 0,-21 21-191 0,1-4-374 15,7-24 166-15</inkml:trace>
  <inkml:trace contextRef="#ctx0" brushRef="#br0" timeOffset="46554.45">3527 12705 172 0,'-12'-2'179'0,"-1"-1"-10"16,1 1-9-16,-1 0-14 0,0 2-1 0,2 0 3 16,-1-2 0-16,1 1-6 0,3 1-1 0,8 0-8 15,-12-2-3-15,12 2-12 0,-12-1-13 0,12 1-11 16,0 0-9-16,-9-1-11 0,9 1-8 0,0 0-7 16,0 0-3-16,0 0-9 0,0 0-1 0,0 0 1 15,18-17-11-15,-3 10-4 0,2-4-10 0,2 2-25 16,0-1-22-16,0 2-26 0,-1 0-25 0,1 3-35 15,0 0-20-15,1 1-30 0,-3 3-27 0,-3 1-138 16,-3 0-353-16,1 3 156 0</inkml:trace>
  <inkml:trace contextRef="#ctx0" brushRef="#br0" timeOffset="46728.93">3494 12814 90 0,'-8'4'149'15,"8"-4"-3"-15,0 0-10 0,-5 2 4 0,5-2-8 16,0 0-9-16,0 0-9 0,0 0-15 0,0 0-12 16,0 0-4-16,0 0-21 0,0 0-28 0,21-15-22 15,-12 10-31-15,7-5-26 0,-2 2-32 0,4-2-32 16,-3 0-85-16,-3 1-208 0,-1-1 93 16</inkml:trace>
  <inkml:trace contextRef="#ctx0" brushRef="#br0" timeOffset="47006.25">3390 12414 25 0,'1'-11'113'0,"-1"11"-1"16,13-10-10-16,-5 4 0 0,2-3-7 0,8 3-8 0,-3 3-11 15,6-1-3-15,-3 1-7 0,3 5-3 16,1-4-9-16,-3 6 1 0,3 3-7 0,3 3-2 15,-2 7-1-15,-1 0 8 0,-1 5 5 0,-2 4-5 16,-6 1 8-16,-1 2-10 0,-4 1 0 0,-2-1 3 16,-2 2-8-16,-2-1-2 0,-1-2-2 0,-5-1-8 15,3 0 0-15,-2-7-2 0,2 4-5 0,-3-6 1 0,1 0-3 16,0 0-3-16,0-2-4 0,-2 1-33 16,4-5-29-16,0-2-34 0,2 0-27 0,-1-1-28 0,1-1-121 15,-1-8-274-15,6 8 121 0</inkml:trace>
  <inkml:trace contextRef="#ctx0" brushRef="#br0" timeOffset="47744.41">4021 12211 150 0,'-8'-2'216'0,"8"2"-6"0,0 0-7 16,0 0-15-16,-7-4-14 0,7 4-3 16,0 0-14-16,0 0-11 0,-5-4-18 0,5 4-9 15,0 0-16-15,0 0-11 0,0 0-11 0,0 0-9 16,0 0-2-16,0 0-10 0,19-14-7 0,-11 9-3 16,2-2-9-16,7-1-8 0,-2 1-19 0,-1 2-19 0,0-4-14 15,-2 6-20-15,0-3-18 0,-1 1-17 0,-5 3-19 16,2-1-9-16,-8 3 3 0,11-1 4 15,-11 1 8-15,7-4 20 0,-7 4-1 0,0 0 13 16,5-3-6-16,-5 3 11 0,0 0 4 0,0 0 16 0,0 0 16 16,0 0 3-16,-22-2 17 0,22 2 11 0,-13-2 11 15,13 2 6-15,0 0-1 0,-13 2 4 16,13-2 2-16,-7-2-1 0,7 2-2 0,0 0-12 16,0 0 1-16,-10 7 4 0,10-2 17 0,0-5 10 15,1 16 15-15,1-3 5 0,2 2-10 0,1 4-4 0,0-1-4 16,-1 1-9-16,3-1-4 0,3 5 4 0,-4-5-7 15,1 1-1-15,-1-1-4 0,0-1-4 16,3-3-2-16,-2 3-22 0,-1-2 1 0,-1-3 2 16,-1-2-4-16,2 0 4 0,-3-1-2 0,-1 0-6 15,0 1 5-15,-1-1-3 0,-1-2-3 0,0-7-1 0,-5 13 3 16,2-4-8-16,-2-2-5 0,-2 0-4 0,0 0-4 16,-1-1 5-16,0 0-3 0,1-3 4 15,0 0 0-15,1 1 0 0,6-4 7 0,-12 3-3 0,7 0-1 16,5-3 2-16,-7 3 2 0,7-3 0 0,0 0-5 15,-8 1 2-15,8-1-3 0,0 0 4 0,0 0-8 16,0 0 5-16,0 0 2 0,0 0 3 0,0 0 1 16,0 0-2-16,27-15-2 0,-16 12-14 0,-1-5-18 15,2 4-10-15,0-2-17 0,5-3-23 0,-2 1-18 16,2 1-19-16,-1-2-24 0,2 1-9 16,-2-2-8-16,0 3-85 0,-6-1-271 0,4-1 120 15</inkml:trace>
  <inkml:trace contextRef="#ctx0" brushRef="#br0" timeOffset="47954.97">4423 12271 116 0,'-2'-13'123'16,"2"13"9"-16,-1-7 5 0,1 7 10 0,0 0 0 15,-4-10 8-15,4 10-14 0,0 0 2 0,-3-4-12 16,3 4-4-16,0 0-2 0,0 0-2 0,-13 9 0 0,9-2 3 16,0 3 0-16,-1 2 7 0,0-2-17 0,2 6-7 15,-1-3-11-15,3-1-7 0,-1-1-12 16,2 1-3-16,-2-1-7 0,5 0-5 0,-1 1-9 0,1-1-4 15,2 0-4-15,0-2-5 0,1 0-19 16,4-2-34-16,-3-1-25 0,6 1-34 0,-2-4-42 16,2-1-43-16,6-1-38 0,0-2-43 0,0-1-158 0,0-1-426 15,-1-4 188-15</inkml:trace>
  <inkml:trace contextRef="#ctx0" brushRef="#br0" timeOffset="48190.78">4655 12085 108 0,'0'0'212'0,"-9"-2"-8"0,9 2-3 0,0 0-5 16,0 0-12-16,0 0-14 0,0 0-17 0,0 0-16 15,-2-7-7-15,2 7-23 0,0 0-12 0,13-10-17 0,-8 6-23 16,5-3-24-16,-1 2-27 0,1 1-20 15,1-1-27-15,-2 1-43 0,1 0-21 0,1 3-21 16,-3-1-20-16,-8 2-109 0,12 2-277 0,-12-2 123 16</inkml:trace>
  <inkml:trace contextRef="#ctx0" brushRef="#br0" timeOffset="48339.63">4719 12181 153 0,'-2'5'166'0,"2"-5"0"16,0 0 4-16,-3 6-9 0,3-6-12 0,0 0-16 15,0 0-10-15,0 0-14 0,0 0-9 0,0 0-10 16,0 0-5-16,5 9-10 0,-5-9-12 0,14-1-22 16,-6 1-31-16,-8 0-28 0,24-8-39 0,-7 2-42 15,2-1-42-15,-2-1-106 0,0-3-267 0,0 0 118 16</inkml:trace>
  <inkml:trace contextRef="#ctx0" brushRef="#br0" timeOffset="49160.13">5023 11727 86 0,'-5'-3'210'0,"5"3"-4"0,-11-3 4 15,11 3-9-15,-10-3-8 0,10 3-16 0,-9-2-8 16,9 2-17-16,0 0-13 0,-8-2-12 0,8 2-10 15,0 0-8-15,0 0-11 0,0 0-12 0,0 0-6 16,0 0-7-16,0 0-7 0,0 0-9 0,14-17-2 16,-6 10-7-16,3 0-4 0,1 0-4 0,-1 0-4 15,3-4-8-15,-1 3-5 0,-2 1-14 0,0 1-13 16,-2-1-15-16,1 2-16 0,-2-1-17 0,-3 2-24 16,-5 4-18-16,14-7-19 0,-14 7-10 0,9-7-16 15,-9 7-8-15,7-3-2 0,-7 3-4 0,6-2 0 16,-6 2 4-16,0 0 11 0,7-2 12 0,-7 2 13 15,0 0 13-15,0 0 17 0,0 0 11 0,0 0 16 16,0 0 19-16,0 0 18 0,0 0 26 0,0 0 3 16,0 0 18-16,0 0 6 0,0 0 6 0,0 0 4 15,0 0 18-15,-26 11 9 0,26-11-2 0,0 0 10 16,0 0-2-16,0 0-1 0,0 0 3 0,-7 0-4 16,7 0-6-16,0 0-7 0,0 0 0 0,0 0-4 15,0 0-4-15,0 0-1 0,0 0-3 0,0 0-1 16,0 0 1-16,0 0-1 0,0 0-3 15,0 0-1-15,0 0-3 0,0 0 0 0,0 0-2 0,0 0-4 16,0 0 0-16,0 0-2 0,0 0-3 0,0 0-4 16,0 0 3-16,0 0-7 0,0 0-2 0,0 0 4 15,-10 2-8-15,10-2-5 0,0 0-4 0,-8 2 1 16,8-2-3-16,-7 4 2 0,7-4-3 0,-8 4-1 16,8-4-8-16,-9 4-6 0,5-2-8 0,4-2-2 15,-8 7-7-15,4-4 0 0,4-3-9 0,-7 7 6 16,3-3 1-16,4-4 1 0,-8 6-1 0,2-3 7 15,2 2 0-15,4-5 3 0,-9 4 0 0,9-4 2 16,-5 5 7-16,5-5-1 0,0 0 0 0,-5 5-1 16,5-5 8-16,0 0 0 0,-5 3 4 0,5-3 6 15,0 0 5-15,0 0 5 0,-6 5 1 0,6-5-4 16,0 0-7-16,0 0 1 0,0 0 5 0,0 0 1 16,3 12 2-16,-3-12 22 0,5 17 7 0,0 0 23 15,-1 0 13-15,3 2 1 0,0 7 3 0,1 0-13 16,0 0-1-16,-2-1 9 0,4-3-3 0,-1 2-5 15,-4-5-5-15,3-2-5 0,-1 1-4 16,1 0 4-16,-1-1-5 0,-1-1-3 0,0-2-4 0,-1-1-2 16,1-3-8-16,-1 2-1 0,0-1-1 0,-1 0 1 15,0-2-6-15,2 2-4 0,-4-4-1 0,2 3 0 16,0-2-6-16,-1 1-5 0,1-4-1 0,-1 2-27 16,-1-1-15-16,-2-6-24 0,6 9-29 15,-6-9-23-15,4 9-22 0,-3-4-22 0,-1-5-20 0,0 0-2 16,0 0-20-16,0 0-10 0,4 8-30 0,-4-8-151 15,0 0-412-15,0 0 182 0</inkml:trace>
  <inkml:trace contextRef="#ctx0" brushRef="#br0" timeOffset="49545.93">5019 11709 42 0,'0'-17'147'0,"3"1"-2"0,0 1-6 16,1 4-1-16,1-6-9 0,2 6-11 0,1-2-3 15,0 2-10-15,2 2-7 0,-3-1-10 0,4 3-12 16,-2 2-9-16,-2 2-2 0,2-1-9 16,2 2-7-16,-5 0-2 0,-6 2-9 0,16 3 3 0,-9 0 10 15,-1 2 6-15,2 3-7 0,-4 1-1 16,0 1-3-16,-2 1-3 0,1 2-3 0,-6 2-8 0,1 1 0 16,-1-3-6-16,2 0-1 0,-1-2-6 0,1 0-3 15,1 1-8-15,-1-4-9 0,1 2-7 0,1-4 2 16,0 1-4-16,-1-7-7 0,4 12-1 15,-1-7 1-15,1-2-5 0,0 2 2 0,1-1-4 0,3 0 2 16,-1 0 6-16,-2 1-4 0,4 0 3 0,-1-2 4 16,1 1 4-16,-3-1-3 0,3 3 4 0,-3-2-1 15,1-1 1-15,-3 1-3 0,-1 1 4 16,3 0 14-16,-6-5 7 0,3 11 5 0,-3-5 3 16,0 2-3-16,0-8 1 0,-2 16 4 0,-1-9-5 0,-1 2 1 15,1-1 0-15,-5 0-8 0,4 0-5 0,-3 0-18 16,0-1-14-16,1 0-28 0,0-4-32 0,4 4-32 15,2-7-38-15,-9 9-122 0,5-8-300 0,4-1 134 16</inkml:trace>
  <inkml:trace contextRef="#ctx0" brushRef="#br0" timeOffset="50267.97">5338 11485 92 0,'7'-10'161'16,"1"-1"-12"-16,1 1-11 0,4-1-22 0,-2-2-10 0,0 4-12 15,2-2-14-15,-3 4-7 0,-1-2 2 0,1 3-16 16,-4 1-23-16,-1 0-14 0,2 2-19 16,-7 3-10-16,7-6 1 0,-7 6-13 0,0 0-5 15,10-5-1-15,-10 5 10 0,0 0 2 0,0 0 4 16,0 0 1-16,0 0 25 0,0 0-9 0,0 0 6 15,0 0 9-15,0 0 18 0,0 0-8 0,0 0 8 0,0 0-8 16,0 0 5-16,0 0-2 0,-24 12-7 0,24-12 20 16,-4 9 3-16,3-2 7 0,2 2 3 15,-1 3 3-15,2-1 5 0,1 8-6 0,3-3-2 16,-1 3 0-16,2-1-2 0,-2 0 2 0,1-1-3 16,-1 1 0-16,1 0-4 0,4 0 2 0,-3-2-8 0,-2 3-9 15,1-2 0-15,2-3-4 0,-2-2-4 0,-1 0-2 16,-1-1-6-16,1-2 3 0,-2 3-3 15,1-3-1-15,-3 1-1 0,2-1-2 0,-5-1-2 16,2 0 0-16,0-8-5 0,-1 11 0 0,0-4-4 16,1-7-2-16,-4 9-5 0,0-4-1 0,4-5 3 15,-4 5 2-15,4-5-4 0,-6 3 2 0,6-3 0 0,0 0-1 16,-10 2 0-16,10-2-3 0,0 0 3 16,0 0 7-16,0 0-9 0,0 0 1 0,0 0-3 15,-3-14 0-15,3 14-2 0,0 0-1 0,14-17 0 16,-8 12-3-16,4-5-6 0,-2 2-15 0,4-4-19 15,-3 3-9-15,5-2-13 0,-4 4-18 0,3-5-3 0,2 2-14 16,-7 3-5-16,3-2-9 0,0 1 3 0,-1-1-2 16,-1 3 7-16,-3-3 12 0,-1 1 7 15,0 1 13-15,-5 7 7 0,6-14 17 0,-4 7 7 16,-2 7 9-16,0 0 19 0,0-19 21 0,0 19 20 16,-4-16-8-16,4 16 16 0,-1-13 15 0,-2 6 17 15,3 7 12-15,0 0 6 0,-2-16 7 0,2 16-2 16,0 0 3-16,-1-10-9 0,1 10-4 0,0 0-16 15,0 0-10-15,0 0-5 0,0 0 7 0,0 0 4 16,0 0 11-16,0 0 10 0,0 0-3 0,16 33-2 16,-10-17-2-16,2 0-8 0,0 0-3 0,-2-2-5 15,2 3-6-15,1-2-7 0,-3 0 0 0,2-1-8 0,-2 2-18 16,1-6-17-16,-2 2-22 0,-1-2-32 16,2 0-32-16,2-2-23 0,-3 2-17 0,0-4-21 15,-5-6-21-15,6 11-9 0,-6-11-4 0,6 7-116 16,-6-7-325-16,0 0 143 0</inkml:trace>
  <inkml:trace contextRef="#ctx0" brushRef="#br0" timeOffset="50627.96">5776 11462 59 0,'1'-10'173'15,"-1"10"-3"-15,5-12-15 0,-5 12-6 0,7-10-9 16,-7 10-11-16,9-7-1 0,-9 7-9 0,11-6-11 15,-11 6-12-15,9-3 5 0,-1 5-3 0,-8-2-3 0,18 2-3 16,-11 2-6-16,0 0-1 0,-7-4-7 16,13 9 6-16,-10-3-1 0,4 2-6 0,-2-3-7 15,-1 3-7-15,-2 3-1 0,1 2-7 0,-2 2-2 16,2-2-3-16,-2-1-12 0,-1-1-2 0,-1-2-6 16,2 1-14-16,-1-1-20 0,1 1-11 0,1-3-12 0,0-2-8 15,1 2-7-15,-3-7-2 0,5 11-5 16,-1-5 7-16,0 0 4 0,1-2 1 0,1 1-1 15,-1-1 6-15,0 2 5 0,0-2 2 0,1 0-1 16,-1 1 6-16,0 0 0 0,-2-1 4 0,-3-4 2 16,7 10 8-16,-5-5 9 0,-2-5 5 0,4 10-4 15,-4-3 4-15,0 2-1 0,0-9-9 0,-4 19-11 16,2-9-12-16,-2 1-12 0,1 1-24 0,-3 4-13 16,-4-1-29-16,1 0-34 0,0 1-35 0,-4 1-100 15,2-2-294-15,-3 2 131 0</inkml:trace>
  <inkml:trace contextRef="#ctx0" brushRef="#br0" timeOffset="50870.08">5400 12460 230 0,'-5'2'272'0,"5"-2"-25"0,0 0-25 16,0 0-19-16,0 0-22 0,0 0-16 0,23-30-18 15,1 10-12-15,6-2-17 0,11-13-22 0,4 2-36 16,4 1-30-16,0-2-45 0,-2 3-62 0,3-2-50 16,-3 1-51-16,-6 3-108 0,1 5-308 0,-10 6 137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28:16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6988 4056 45 0,'9'-5'181'0,"3"-1"-1"0,2 4-9 0,-1 2-2 15,8 7-7-15,-2 2 5 0,5 5-6 0,-3 5-15 16,-2 3-9-16,-4 0-14 0,0 5-7 0,-4-1-9 16,-2 4-12-16,-2 0-6 0,-3-2-7 0,-3 0-5 15,-1 0-13-15,-5-1-3 0,-4 2-6 0,-2-3-4 16,-2 1-19-16,-4-2-23 0,-2 3-26 0,-3-2-25 15,-2-4-45-15,1-1-49 0,-2-3-56 16,-5-2-143-16,1-3-362 0,-3-3 160 0</inkml:trace>
  <inkml:trace contextRef="#ctx0" brushRef="#br0" timeOffset="185.25">6375 4066 2231 0,'-5'-24'1'0,"0"5"0"0,-1 7-4 0,1 3-4 16,0 4-6-16,5 5 7 0,-13 10 10 0,-1 11 46 0,2 10-5 16,-7 15 3-16,1 5 5 0,3 2-15 0,2 6 0 15,5 0-2-15,6-1-1 0,8 2-2 0,10 22-29 16,-1-29-39-16,7-1-61 0,8-6-74 16,4 0-212-16,1-7-412 0,0-6 182 0</inkml:trace>
  <inkml:trace contextRef="#ctx0" brushRef="#br0" timeOffset="-193272.99">6694 4098 16 0,'-9'-13'126'0,"9"13"-9"0,0 0-4 0,-4-6-1 0,4 6-2 16,0 0-9-16,0 0 3 0,0 0-8 16,-4-5 4-16,4 5-6 0,0 0-7 0,0 0-8 0,0 0 0 15,0 0-8-15,0 0-3 0,0 0-6 0,-8-3-7 16,8 3-2-16,0 0-5 0,0 0-6 0,0 0-9 16,0 0 0-16,-10-3-2 0,10 3-3 0,0 0-11 15,-10-2 4-15,10 2-1 0,-8-2-5 16,8 2 2-16,0 0-5 0,0 0 1 0,0 0 0 15,-10-1-3-15,10 1-2 0,0 0 1 0,0 0-4 0,0 0 1 16,0 0 0-16,0 0 0 0,0 0-5 0,0 0 2 16,0 0 0-16,0 0-3 0,0 0-5 0,0 0 4 15,0 0 2-15,0 0-1 0,0 0-4 0,23-4 0 16,-8 2 4-16,3 0-3 0,5-1-6 16,-1-2-13-16,5 3-9 0,-7-2-16 0,-1 3-14 15,-1 0-23-15,0 1-14 0,-5-1-2 0,0 1-16 0,0 0-7 16,-4 2-2-16,2-2-78 0,-5 1-217 0,-6-1 96 15</inkml:trace>
  <inkml:trace contextRef="#ctx0" brushRef="#br0" timeOffset="-192525.17">6603 4064 63 0,'0'0'111'0,"0"0"-10"0,0 0-7 0,0 0-7 16,0 0 0-16,0 0-5 0,0 0-10 0,0 0-6 0,0 0 0 16,0 0-8-16,0 0-13 0,0 0 1 15,-6-2 3-15,6 2-16 0,0 0 3 0,0 0 2 16,0 0-13-16,0 0-8 0,0 0-1 0,0 0 3 15,0 0-10-15,0 0 5 0,0 0-1 0,0 0-10 16,-8 6 9-16,8-6-1 0,-3 6-5 0,-1-2-2 16,1 3-3-16,-2 3-2 0,-2-3 4 0,2 3 2 15,0 1-2-15,-2 0 3 0,2 0-6 0,-1-1 0 16,2 1 15-16,2 0-18 0,-1-1 2 0,1 1 0 16,-1 0 3-16,3-1 9 0,-3 1-13 0,3-2 4 15,-1-1-4-15,1-8 4 0,0 16 0 0,1-11-1 16,-1-5 13-16,0 11-6 0,0-11-9 0,2 8 0 15,-2-8-6-15,0 0 8 0,0 9-3 0,0-9-1 16,0 0 8-16,1 6-12 0,-1-6 5 0,0 0 10 16,0 0-2-16,0 0 0 0,0 0 1 0,0 0 3 15,0 0-2-15,0 0 1 0,3 5-7 0,-3-5 6 16,0 0-3-16,0 0 4 0,0 0 0 0,0 0-7 16,0 0 4-16,0 0-1 0,0 0-6 0,0 0-1 15,0 0 4-15,0 0 4 0,0 0 2 0,0 0-1 16,0 0-2-16,0 0-2 0,0 0 10 0,0 0-16 15,0 0 7-15,0 0 0 0,0 0 0 0,0 0-3 16,0 0 1-16,0 0 2 0,0 0-1 0,0 0 3 16,6-18-8-16,-6 18 2 0,0 0 13 0,3-9-19 15,-3 9 7-15,3-8-5 0,2 4 2 0,-5 4 1 16,7-8 4-16,-3 4-6 0,-1-1 2 0,3 1-13 16,-1 0 13-16,2-1-3 0,4 1-6 0,-2 1 6 15,1-1 2-15,1 4-5 0,0-3 3 0,1 3 1 16,0-1-3-16,1 3-7 0,1 0 7 0,-3 1 1 15,1 1-2-15,3 3 0 0,-5-1 3 0,2 2-5 16,2 2 3-16,-4-2-2 0,-1 1 6 0,1 2-1 16,-3-2-1-16,0 3 7 0,0-2-3 0,-1 5-1 15,-2-4-5-15,0 0 9 0,-3 2-5 0,-4-2 4 16,1 2-4-16,-6 1 0 0,-3 3-4 0,-10 1-17 16,-3 1-8-16,-3 0-9 0,-2 2-5 0,-4-3-3 15,-1-3-3-15,2-1-11 0,2-4-6 0,-2 0-4 16,1-5-4-16,3-1-65 0,7-3-151 0,0-2 68 15</inkml:trace>
  <inkml:trace contextRef="#ctx0" brushRef="#br0" timeOffset="-159734.98">9475 4123 21 0,'0'0'66'0,"0"0"-6"0,0 0-5 0,0 0-4 16,0 0 0-16,0 0 2 0,0 0 3 0,0 0-7 16,0 0 0-16,0 0 5 0,-23-8 8 0,23 8-10 15,0 0 8-15,-9-1-1 0,9 1 4 0,0 0-6 16,0 0-3-16,-9-2-6 0,9 2-7 0,0 0-5 16,0 0 0-16,0 0-11 0,0 0 4 0,0 0-3 15,0 0 2-15,0 0-6 0,38-2 0 16,-17-1-5-16,8 2 3 0,4-1-3 0,3-1-5 0,-2 0 0 15,2 5-5-15,-3-6-6 0,-1 6-27 0,0-2-24 16,-4 2-19-16,0-1-23 0,-8 0-17 0,-2 2-63 16,-3 1-184-16,-2-2 82 0</inkml:trace>
  <inkml:trace contextRef="#ctx0" brushRef="#br0" timeOffset="-159336.65">9715 4114 46 0,'0'0'77'0,"0"0"-13"15,0 0 5-15,-12 6-6 0,10 2 6 16,-1 1-9-16,1 2 1 0,0 5 8 0,0 3-18 16,-2 0-3-16,0 6-6 0,2-1 3 0,-1-3-2 15,-1 4-11-15,2-6 2 0,-1 2-9 0,2-2 10 16,0 1-10-16,-1-1 2 0,1 0-5 0,1-2 1 15,0 2-6-15,-1-8 5 0,-1 5-6 0,1-4-2 16,1 0-1-16,0-2-1 0,-1 3 3 0,0-3-9 16,1-10-9-16,-3 19 2 0,-1-11-3 0,2 0-6 15,2-8 5-15,-7 11-4 0,7-11-4 0,-9 5 8 16,9-5-4-16,-14 0 4 0,14 0 5 0,-14-3-6 16,14 3-1-16,-15-8 9 0,9 3-1 0,6 5 3 15,-11-9 10-15,11 9-8 0,-9-7 8 0,9 7-1 16,-7-7-1-16,7 7 0 0,0 0-3 0,-8-5-12 15,8 5 8-15,0 0 3 0,0 0-2 0,0 0-1 16,29-9-3-16,-13 8 4 0,4 0-5 0,8-2-10 16,0 3-19-16,3-2-12 0,-2 2-23 0,0-1-14 15,0 1-14-15,-6 0-56 0,6-3-158 0,-8 2 71 16</inkml:trace>
  <inkml:trace contextRef="#ctx0" brushRef="#br0" timeOffset="-159070.9">10189 4172 75 0,'-3'-10'159'0,"2"1"-16"0,-3 3-3 0,-1 0-10 16,5 6-12-16,-2-8-17 0,2 8-7 0,-4-6-13 16,4 6-9-16,0 0-9 0,0 0-5 0,-9 20-6 15,8-4-7-15,-2 2-2 0,0 7-4 16,0 1 0-16,3 1-6 0,-2-1-4 0,0 3 6 15,1-2-10-15,1 1-1 0,0 1-1 0,-2-2-7 0,2 0 2 16,3 0-1-16,-6-1 3 0,2 0-1 0,0 0-4 16,0-1-4-16,-1-5-1 0,2-2-6 0,-2 1-32 15,0-1-19-15,0 1-11 0,-2 0-43 16,0-3-27-16,-2 0-104 0,-4 0-251 0,2-6 111 16</inkml:trace>
  <inkml:trace contextRef="#ctx0" brushRef="#br0" timeOffset="-158897.3">10047 4550 14 0,'18'-7'129'16,"-1"2"-11"-16,2-1-15 0,9-2-4 0,-6 3-13 15,3-1-10-15,3 1-14 0,1 2-10 0,1-1-23 16,-2 1-42-16,4 1-36 0,-1 1-69 0,-9-1-127 15,7-2 55-15</inkml:trace>
  <inkml:trace contextRef="#ctx0" brushRef="#br0" timeOffset="-158763.75">10573 4496 5 0,'0'0'147'0,"0"0"-16"0,-2-26-12 0,2 26-19 16,0 0-45-16,0 0-48 0,0 0-44 0,0 0-52 15,0 0-94-15,0 0 42 0</inkml:trace>
  <inkml:trace contextRef="#ctx0" brushRef="#br0" timeOffset="-156970.62">12176 4232 37 0,'0'0'134'15,"0"0"-23"-15,0 0-12 0,0 0-2 0,0 0-1 16,0 0 10-16,0 0-7 0,-2 36 3 0,-5-11 7 16,1 3-4-16,-1 3-3 0,-1 0-2 0,0 0-6 15,3 5-8-15,1-2-4 0,0-1-8 0,0-3-5 16,1 2-9-16,0-2-9 0,1-4-3 0,0 3-2 15,2-2-2-15,-2-1-5 0,0-1-4 0,1-7-13 16,0-3-23-16,-1 3-27 0,1-2-28 0,1-4-35 16,-2-2-38-16,0 0-28 0,0-1-108 0,-2-4-285 15,1 0 126-15</inkml:trace>
  <inkml:trace contextRef="#ctx0" brushRef="#br0" timeOffset="-156433.97">12102 4525 58 0,'18'-10'98'0,"0"2"14"0,1 1-9 0,0-1-22 15,2 0 4-15,-3 1-6 0,0-1-11 0,2 0 5 16,-5 0 0-16,1 1-10 0,-2-2-18 0,0 1 4 16,-2 0 5-16,1-3-11 0,-1 2 5 15,-5 0 5-15,0-1-2 0,0 1 11 0,-1-3-10 0,-2 3 3 16,-1-1-5-16,-1 5-2 0,0-1 7 0,-2 6-6 15,3-10-12-15,-3 10-4 0,2-6-9 0,-2 6-1 16,0 0 0-16,0 0-7 0,0 0 8 0,-1 34-9 16,-3-17 2-16,-2 10 8 0,-1-1-6 0,0 7 0 15,-2-3-6-15,1-1 5 0,1 2-9 0,3-3 3 16,1-10 2-16,-2 7 0 0,1-6 0 0,2-2-3 16,1-2-1-16,-1-3 1 0,2-3-3 0,0 1 1 15,0-3-2-15,0-7-2 0,0 9 2 0,0-9 2 16,2 6 0-16,-2-6-1 0,0 0-7 15,0 0-12-15,0 0 9 0,21-12-3 0,-10 5 1 16,1 2 5-16,3-3-7 0,1-1-2 0,-1 2 5 0,3 2 2 16,0 0 1-16,-2 2-10 0,1-1 9 0,4 2 1 15,-2-2 8-15,0 1-5 0,2 1 3 0,0-1-1 16,-2-1-1-16,2-2 2 0,-1 1 1 0,-2 0 0 16,2-2 1-16,-3 0 3 0,0-1 0 0,-2-3-1 15,1 4 8-15,-3-5 6 0,-5 3-1 0,0-1 8 16,-4-1-1-16,-3-2 2 0,-1 0-4 0,-3 1-1 15,-1 0-3-15,-3-2 1 0,-2 3-3 0,2 3-4 16,-3 1 0-16,0 1-3 0,-3 2-2 0,0 2-5 16,-1 4 0-16,-2 4-1 0,-2 5 3 0,-5 8 1 15,2 5-4-15,2-2 1 0,3 4-2 0,5 0-7 16,2 1-33-16,7-1-30 0,-2 3-56 0,8-4-61 16,0 2-173-16,3-4-383 0,9-2 170 0</inkml:trace>
  <inkml:trace contextRef="#ctx0" brushRef="#br0" timeOffset="-156088.59">13679 4289 144 0,'0'-11'207'0,"0"-1"-10"0,-2 3-12 0,2 2-12 15,0 7-12-15,-1-11-16 0,1 11-22 0,0 0-15 16,0 0-14-16,0 0-16 0,0 0-1 0,0 0-7 16,11 30-4-16,-10-3-5 0,2 0-3 15,-6 5-2-15,2 0-7 0,-3 4-4 0,0-3-4 0,0 13 0 16,-1-11-4-16,1-3-4 0,-1 1 1 0,0-4-6 15,1-1 0-15,-1-2-4 0,3 0 0 0,-2-9-18 16,0 0-20-16,1-2-26 0,-1-3-15 0,1-2-23 16,-1-1-17-16,1-1-23 0,1-2-12 15,2-6-30-15,-6 6-125 0,6-6-307 0,0 0 137 0</inkml:trace>
  <inkml:trace contextRef="#ctx0" brushRef="#br0" timeOffset="-155490.83">13576 4534 18 0,'6'-2'122'0,"5"0"-7"16,1 2 4-16,6 0 0 0,0 1-4 15,2 2 4-15,2 2-11 0,5 5-6 0,-2-2-8 0,-6 3-5 16,4 1-6-16,-2 5-16 0,-3-5 2 0,-5 2-6 16,-2-2-4-16,3 2-8 0,-5-2-6 15,-5 0 1-15,1 2-9 0,-2-3-2 0,-1 0 0 16,-4-2-2-16,-1 1-4 0,0-2 0 0,-1-3-6 0,-2 0-4 15,1-1-1-15,-5-1-1 0,0-3 2 0,1 0 1 16,9 0-6-16,-14 0-2 0,14 0 7 0,-11-6-5 16,7 1-8-16,2-3 2 0,2 8-1 0,0-13-2 15,4 6 0-15,4-5-3 0,2 3 0 16,5-5 0-16,4-2 2 0,6 2 0 0,-1-1 1 16,5-1-5-16,-2 0-5 0,0 2 8 0,0-2-5 15,-2 1 1-15,2 1 2 0,-3 3-2 0,-4 2 2 0,5-6-3 16,-9 5 3-16,0 0-4 0,-3-1 6 0,-3 4 13 15,1 0 2-15,-5 0 10 0,3 1 2 16,-4 2-4-16,-2-1 3 0,-3 5-5 0,4-8-3 0,-4 8 1 16,2-6-6-16,-2 6-5 0,0 0-1 15,0 0-2-15,0 0 0 0,-27 13-2 0,14 0 4 16,-1 3-2-16,1 0 2 0,-1 5-2 0,1 4-1 0,6-7 0 16,-1-1 3-16,2-1-4 0,2-1 2 15,4-3 0-15,0 0 3 0,0-2-5 0,0 0-3 16,4 0 1-16,1-4 5 0,-1 1-3 0,3-1 0 15,0-2 3-15,-1-2 2 0,1 0-4 0,4-2 3 16,-1-2-1-16,3-1-2 0,1-4 0 0,-6 1-2 16,6-4 4-16,-1 0-4 0,-2 0 0 0,1-5 4 0,-4-1 5 15,2 2 6-15,-3 1 2 0,-1 2 6 0,-2 1 2 16,1 2 7-16,-3 2-5 0,0 1-3 16,-2 5-10-16,5-5-2 0,-5 5-4 0,0 0-6 15,0 0 2-15,0 0 0 0,5 20-1 0,-8-7 10 16,3 5-9-16,-2-1-2 0,2 2 0 0,2-1-14 15,-2 0-28-15,3 1-29 0,2-3-26 0,-3 3-35 0,7-2-42 16,-1-1-24-16,2-2-171 0,0 1-392 16,-1-2 173-16</inkml:trace>
  <inkml:trace contextRef="#ctx0" brushRef="#br0" timeOffset="-154572.02">14463 4714 14 0,'0'0'225'0,"4"-7"0"15,-4 7-8-15,3-6-9 0,-3 6-3 0,2-6-18 16,-2 6-12-16,0 0-12 0,2-7-17 0,-2 7-5 16,0 0-9-16,0 0-10 0,0 0-7 0,2-7-12 15,-2 7-9-15,3-7-7 0,-3 7-3 0,3-8-13 16,0 1-11-16,-1 1-7 0,5-1-4 0,-4 1-5 16,5-6-5-16,-1-3-4 0,3 0-5 0,-1-1-2 15,-1 2-1-15,3-1-4 0,1 1-4 0,1 2-4 16,-3 0 0-16,-1 4-2 0,-1 2-4 0,-4 0-4 15,2 0-5-15,-2 3-1 0,-4 3 0 0,9-2-2 16,-9 2 1-16,10 5 0 0,-10-5 3 0,13 17-6 16,-10-6 3-16,4 3 2 0,-3 4-4 0,-2-3 5 15,1 3 0-15,-1-2-2 0,1 1 1 0,-2-5-3 16,3 0 4-16,-2-2-2 0,0-2 0 0,2-2-3 16,-2 1 4-16,1-1-2 0,3-4-2 0,-6-2 5 15,14 3-4-15,-7-5 2 0,6 0 5 0,-1-1-7 16,5-3-2-16,-1-2-1 0,0 0-4 0,-2-2 3 15,0-1-1-15,-3-2 2 0,0-1-2 0,-3-1-3 16,2 0 0-16,-3 0-1 0,-1-1 7 0,-2 0-3 16,-1-2 1-16,0 2-3 0,-2 4 4 0,-1-4 0 15,0 4-2-15,-1 1 3 0,-1 2-3 0,2 1 1 16,0 8-2-16,-2-8-2 0,2 8 0 0,0 0-2 16,0 0 0-16,0 0 0 0,0 0 4 0,0 0-2 15,0 0 3-15,-8 29 1 0,5-10-1 0,5 5 5 16,-2 1 0-16,3-1 4 0,-3-3-3 0,0-2 0 15,2 5 3-15,-2-5 2 0,5-1-3 0,-5 0-1 16,3-2-2-16,-2-4 7 0,0 1-2 0,0-4 5 16,-1-1-9-16,2 0 0 0,-2-2 4 0,0-6 0 15,2 9 0-15,-2-9 3 0,-2 8 3 0,2-8 1 16,0 0 0-16,0 0 2 0,0 0-7 0,0 0 1 16,0 0 0-16,0 0-5 0,0 0 3 15,0 0-1-15,14-21-4 0,-9 11 3 0,1 1-7 0,2-2 1 16,5-1-5-16,-2-3 5 0,1 2 5 0,6-7-7 15,-4 5 2-15,0 0-1 0,0 2 1 0,-1-1-1 16,0-1 3-16,-1 1-1 0,-2 6 3 0,-3-3 6 16,2 4-7-16,-4-2 5 0,0 3 3 0,-5 6 5 15,8-10-1-15,-8 10 2 0,6-9-2 0,-6 9-1 16,0 0-5-16,4-6-4 0,-4 6-1 0,0 0-1 16,0 0 0-16,0 0 1 0,0 0-1 0,0 0 0 15,0 0 0-15,0 28 2 0,0-28-4 0,0 14 5 16,4-5-2-16,-4-9 3 0,3 19-3 0,-1-9 4 15,2-4-1-15,2 2 0 0,-2-2 2 0,-4-6 3 16,12 8-8-16,-2-6 7 0,0 1 0 0,0-2-1 16,-10-1-2-16,22-5 3 0,-10 2-2 15,0-1 0-15,-1 1 2 0,-3-4-2 0,1 2 1 0,-1-2-1 16,-1-1-2-16,0-1 0 0,-1 1 2 0,-3-3 2 16,1 2-1-16,-2 0-6 0,1 0 2 15,-3 9-2-15,5-14 2 0,-5 14 1 0,5-9-5 0,-5 9 1 16,2-5-7-16,-2 5 1 0,0 0 1 15,0 0-1-15,0 0 2 0,0 0-2 0,2 31 5 16,-2-19 0-16,-2 7 0 0,1 0 3 0,-3 1 0 0,3 4 0 16,-3-5 0-16,2 0-15 0,-1-1-20 0,3 0-25 15,-1 0-44-15,0 0-32 0,2-2-44 16,-1-5-37-16,0 2-153 0,0-13-401 0,0 16 179 16</inkml:trace>
  <inkml:trace contextRef="#ctx0" brushRef="#br0" timeOffset="-154211.86">15536 4225 185 0,'6'-6'245'0,"-2"1"18"16,-4 5-22-16,4-6-27 0,-4 6-28 0,0 0-19 15,0 0-13-15,0 0-16 0,5 22-4 0,-5 3-10 16,-1 2-2-16,-2 6-14 0,-1-1-8 0,-1 4-8 15,-1-1-9-15,3 0-9 0,0 12-1 0,0-16-9 16,3-1-4-16,-1-2-7 0,1 1-7 0,-3-12-21 16,6 3-25-16,-2-4-34 0,-1 0-56 0,-1-5-50 15,1 0-76-15,-3-1-197 0,3-10-445 0,-6 12 198 16</inkml:trace>
  <inkml:trace contextRef="#ctx0" brushRef="#br0" timeOffset="-153901.12">15500 4475 47 0,'9'-6'168'0,"-9"6"-16"0,0 0-13 0,14-2-1 16,-14 2-9-16,12 7-8 0,-2-2-5 16,-1 2 0-16,6 3-12 0,-3 2-8 0,1-2-9 15,-1 0-7-15,0 3-6 0,3-3-7 0,-2-1-4 16,-2-1-8-16,1-3-3 0,1 1-3 0,-1-3-1 15,-1 0-1-15,-1-3 0 0,3 0-2 0,-13 0 4 0,18-3 10 16,-12-1-1-16,-6 4 2 0,15-12-4 16,-8 3 1-16,-2-1 7 0,-1 2-1 0,-2-1-5 15,-2-3-6-15,-2 1-2 0,-1-1-8 0,-2 0-4 16,-1-2-5-16,-2 2-5 0,-1 2 1 0,0 0-9 16,-1 4-5-16,-3-2-18 0,1 3-22 0,0 2-17 15,-2 2-28-15,-3 4-22 0,0 4-36 0,7 2-39 16,-4 1-37-16,3 4-153 0,-1 1-387 0,3 1 171 15</inkml:trace>
  <inkml:trace contextRef="#ctx0" brushRef="#br0" timeOffset="-153604.4">15863 4675 70 0,'12'-4'220'0,"3"-4"-9"15,-1-2-10-15,0 2 4 0,-2-4-8 0,-2 2-18 16,-1 1-10-16,0-6-6 0,2-1-18 0,-5 1-10 15,2-2-12-15,-3 2-14 0,1-3-7 0,-3 2-11 16,0 3-7-16,1-2-9 0,-3 4-9 0,-1-2-7 16,0 13-4-16,-3-21-7 0,3 11-7 0,0 10-4 15,0-10-6-15,-1 3-3 0,1 7-1 0,8-7-10 16,-8 7 3-16,15-4-5 0,-6 2-5 0,-9 2 1 16,21 4-7-16,-10 1 7 0,1 4-6 0,-1 2 1 15,0 2 1-15,-2 2-3 0,0 2 2 0,-2-2-2 16,-1 3 0-16,-2 1 0 0,0 2 1 0,-3-4 1 15,-1 3 0-15,0-4-5 0,1 1-29 16,-1-5-29-16,-1 0-24 0,1-1-37 0,0-11-39 0,5 22-47 16,-1-11-192-16,-4-11-428 0,17 11 190 0</inkml:trace>
  <inkml:trace contextRef="#ctx0" brushRef="#br0" timeOffset="-153058.72">16666 4438 213 0,'-3'-5'239'0,"3"5"-16"0,-6-9-14 0,6 9-13 16,-13 0-5-16,13 0-7 0,-18 9-13 0,10-1-15 0,-2 3-15 15,4-3-10-15,2 4-10 0,0 0-10 16,0 2-10-16,4-3-7 0,0 7-10 0,4-2-7 16,0-2-5-16,1-1-7 0,0-1-7 0,5-3 0 15,-1-2-5-15,5 1-3 0,3-1-5 0,-2-2-3 16,-1-2-8-16,3-3 3 0,-2 0-6 0,-3-1-3 0,1-5-5 15,-3 1-5-15,-1-2-5 0,2-8-7 16,-4 1-3-16,-3 2-9 0,-3-2 10 0,-1-2-9 16,-3-1 1-16,-2-2-8 0,-5-6 3 0,2 8 1 15,-1-2 0-15,0 4 1 0,2 5 3 0,2-1-5 16,-1 4 3-16,1-2-3 0,4 4 3 0,1 5-5 16,-6-7 3-16,6 7-1 0,0 0-3 0,0 0 2 15,0 0 3-15,0 0 4 0,0 0 1 0,20 8 4 16,-2-3 2-16,10-3-4 0,0 2 3 0,3-4-2 15,-1-1 0-15,4-2 3 0,-2-3 0 0,0 2-4 16,-2-3-1-16,-3-2-2 0,0-1 6 0,-10-1-5 16,0-2 1-16,-6 1-4 0,2-4 6 0,1-7-1 15,-7 5-1-15,2-7 0 0,-1 1-1 0,-6 5 5 16,1 1-2-16,-3-2 13 0,1 8 14 0,-1 1 7 16,0-1-4-16,2 6-3 0,-2 6-4 0,-2-11-11 15,2 11-2-15,0 0-1 0,0 0-9 0,-19 38 14 16,6-7 9-16,-2 16 0 0,-3-1 0 0,5 5 5 15,-2-2-3-15,1 1-6 0,2 4 11 0,3-3 7 16,2 0-4-16,-2-1-1 0,3-2-6 0,0-12 0 16,5-2-1-16,2-1-4 0,3 0-1 0,1-5-4 15,1 0-26-15,1-2-25 0,-3-9-29 0,1-2-35 16,0-4-36-16,0-1-51 0,-1-2-45 0,-4-8-59 16,1 8-167-16,-1-8-492 0,0 0 219 0</inkml:trace>
  <inkml:trace contextRef="#ctx0" brushRef="#br0" timeOffset="-152920.72">16924 4608 203 0,'9'-11'184'0,"-2"6"-25"0,5 0-18 0,5 0-39 16,4 1-36-16,12-1-65 0,2-2-80 0,2 4-51 15,18-7-141-15,6 6 64 0</inkml:trace>
  <inkml:trace contextRef="#ctx0" brushRef="#br0" timeOffset="-152572.39">17974 4268 123 0,'2'-7'285'0,"-2"7"-28"0,2-10-26 16,-2 10-28-16,3-5-22 0,-3 5-18 0,0 0-10 15,0 0-9-15,2 23-10 0,0-5-7 16,-4 10-11-16,2-2-9 0,0 6-12 0,-2-3-7 15,-2 3-7-15,1-1-8 0,-2 4-4 0,-1-4-6 16,1 1-7-16,2-4-1 0,-1 1-5 0,-1-10-20 16,3-1-19-16,-1-1-23 0,-2-2-27 0,4-4-35 0,-3-2-29 15,4 0-36-15,0-9-20 0,-3 10-12 16,3-10-31-16,0 0-131 0,0 0-361 0,0 0 160 16</inkml:trace>
  <inkml:trace contextRef="#ctx0" brushRef="#br0" timeOffset="-152074.75">18002 4503 64 0,'9'-10'120'0,"3"0"-15"0,3-3-6 0,-1 0-10 0,3 3 2 16,-3-3 11-16,2 3-2 0,-1-2-3 15,0 1 2-15,-2 1-17 0,1-4 20 0,-7 5 6 16,2 0 8-16,-2-1-1 0,-1 0 6 0,-1 1 4 16,0 0 3-16,-1-1-6 0,-1 3-7 0,-1 1-8 15,2 1-6-15,0-1-10 0,-4 6-8 0,1-8-11 16,-1 8-16-16,0 0-6 0,0 0-10 0,0 0 2 15,0 0-5-15,0 27-5 0,-1-9-2 0,-1 7-4 16,-4 0 1-16,3 1-2 0,-4 3-1 0,2-3-2 16,-3 1-1-16,2 1 0 0,1-2-2 0,1-11 1 15,1 0-8-15,1-2 0 0,1-4-5 0,-1 1-7 16,1-2-8-16,0 0-5 0,1-8-2 0,-3 13 2 16,3-13 0-16,0 6 2 0,0-6 4 0,0 0 0 15,0 0-4-15,0 0 1 0,0 0-2 16,27-10 2-16,-14 8-1 0,0 1 0 0,2-1 1 0,-2 0 3 15,5-1-1-15,-6 1 1 0,1 4 1 0,1-2 0 16,5 2 3-16,-6-1 5 0,6 3 1 0,1-3 1 16,-1 2 3-16,0-2 2 0,9 1-1 0,0-2 1 15,-7 0 4-15,8-3-4 0,-7 0 2 16,-2 0 0-16,-1-2 1 0,-1 0 2 0,1-2 1 0,-3-5-8 16,-2 2 4-16,-5 0 1 0,1 1 2 0,-1-5-3 15,-4 4 0-15,-4-2-2 0,1-1 1 0,-1 2-3 16,-1 11 4-16,-4-22-1 0,-2 13 4 0,2 0-5 15,4 9-3-15,-17-12-4 0,7 9 0 16,10 3-4-16,-26 5 4 0,10 1-3 0,-3 3 2 0,-2 8-3 16,7-3 4-16,0 0-4 0,5 3-19 0,1 2-29 15,5-1-31-15,3 1-36 0,2 0-49 16,10-3-50-16,9 5-201 0,6-8-451 0,6-2 200 0</inkml:trace>
  <inkml:trace contextRef="#ctx0" brushRef="#br0" timeOffset="-151681.85">19498 4423 27 0,'5'-14'285'0,"-3"1"-3"0,0 2-19 0,-4 1-11 16,1 3-24-16,1 7-28 0,-5-9-19 0,1 5-15 0,4 4-22 16,-20 4-13-16,4 5-12 0,6-2-12 0,-4 6-12 15,1-1-5-15,-1 0-12 0,5 1-12 0,3 2-4 16,1-3-3-16,1-3-10 0,2 0-14 15,2 3-10-15,0-12-6 0,2 13-3 0,3-6-8 16,-5-7 0-16,8 9-5 0,-8-9 4 0,10 6-4 16,-10-6 5-16,13 2-3 0,-13-2 3 0,0 0-3 15,15-4 0-15,-15 4-3 0,10-7 3 0,-2 2-5 16,-8 5 3-16,10-7-3 0,-10 7 2 0,8-7-4 16,-8 7 4-16,9-3-10 0,-9 3 2 0,0 0-4 15,0 0 2-15,14 7 1 0,-8 2 1 0,-3 3-1 16,2 13 2-16,-1 2 0 0,-2 3 6 0,-2-1-1 15,-1 3 0-15,-3 0 1 0,3-3-2 0,-3 4 10 16,-4 1-5-16,1-2 1 0,0-2 0 0,-4 1 3 16,1-3 3-16,-2-2-6 0,-3-4 6 0,-2 0-4 15,4-6 1-15,-7 1 3 0,5-5 1 0,-3 0-1 16,2-5-23-16,-1-1-30 0,-1-2-48 0,-2-3-56 16,1-2-77-16,3-2-208 0,-2-2-467 0,6-3 207 15</inkml:trace>
  <inkml:trace contextRef="#ctx0" brushRef="#br0" timeOffset="-151477.25">19700 4433 20 0,'6'-9'278'0,"2"0"-16"0,-4 5-20 16,-1-2-21-16,-3 6-25 0,7-7-25 0,-7 7-17 15,0 0-18-15,0 0-11 0,11 12-8 0,-11-3-9 16,5 6-12-16,-2 3-6 0,0 0-6 0,-1 7-8 15,-1 3-8-15,3-2-8 0,-4-7-26 0,0-2-23 16,0 3-19-16,-2-7-37 0,4 3-46 0,-4 0-38 16,2-5-44-16,2 1-178 0,-2-12-379 0,-5 12 167 15</inkml:trace>
  <inkml:trace contextRef="#ctx0" brushRef="#br0" timeOffset="-151316.25">19720 4257 162 0,'0'0'172'0,"0"-11"-19"0,0 11-19 0,0-8-21 0,0 8-25 15,0 0-25-15,0 0-18 0,0 0-31 0,0 0-27 16,14 17-41-16,-10-7-93 0,0 2-158 16,1 2 71-16</inkml:trace>
  <inkml:trace contextRef="#ctx0" brushRef="#br0" timeOffset="-151032.25">19842 4425 20 0,'0'0'137'0,"6"8"2"0,-6-8-16 16,0 0-2-16,7 8-5 0,-7-8 2 0,6 9 0 15,-4-3-2-15,2 4 5 0,-1 1-10 0,1 5-13 16,-2 2 9-16,1-1-7 0,3 1-7 0,-2-1-10 16,-2-1-10-16,2 0-4 0,0-2-7 0,0-3-8 15,1 0 5-15,0-3-13 0,-1 0-1 0,1-2 5 16,-1 0 17-16,-2-2 18 0,-2-4 11 0,0 0 4 15,17 1-16-15,-17-1 7 0,18-12-5 0,-7 3 2 16,1-1-1-16,-2-2-7 0,3-3 1 0,-4 1 4 16,2-1-21-16,2-2-8 0,-3 0-3 0,4-5-7 15,3 1-10-15,-3 0-18 0,-4 7-15 0,2-1-15 16,1 1-29-16,-6 5-21 0,1-1-32 0,0 2-29 16,-3 1-48-16,-5 7-50 0,10-7-15 0,-10 7 8 15,0 0 12-15,0 0 22 0,14 17-121 16,-13-6-340-16,-1 3 150 0</inkml:trace>
  <inkml:trace contextRef="#ctx0" brushRef="#br0" timeOffset="-150821.12">20171 4542 114 0,'-1'11'52'16,"1"-11"35"-16,4 19 29 0,-4-13 19 0,0-6 14 16,0 0 13-16,4 10 5 0,-4-10 2 0,9 1-7 15,-9-1-2-15,0 0-4 0,17-4 2 0,-17 4-8 16,21-10-12-16,-13 4-6 0,2-2-5 0,1 0-10 16,-2 1 0-16,0-7-9 0,0 5-11 0,-1-3-9 15,-2 3-1-15,1-2-11 0,-2 2-6 0,0 0-1 16,-5 9-3-16,6-12-3 0,-6 12-8 0,3-9-4 15,-3 9-12-15,0 0-8 0,0 0-5 0,0 0-12 16,0 0 18-16,0 0-22 0,-26 15-17 0,16-1-17 16,-1 1-16-16,0-1-24 0,3 4-34 0,3 0-26 15,0-3-30-15,2-3-39 0,5 3-24 0,-2-2-22 16,4-1-160-16,2-4-432 0,-6-8 193 16</inkml:trace>
  <inkml:trace contextRef="#ctx0" brushRef="#br0" timeOffset="-150638.45">20433 4574 92 0,'13'-14'190'0,"-1"0"5"0,-1 2 9 0,-1-1-1 0,1 5-3 15,-1 0-6-15,-3-1-10 0,1 2-8 0,-2 2-14 16,-2 2-22-16,3-1-17 0,-7 4-16 0,10-2-8 16,-10 2-9-16,0 0-10 0,13 10-10 0,-6 0-5 15,-2 0-7-15,2 0 2 0,-3 2-11 0,-2 5-3 0,2 0-30 16,-3-5-36-16,-1 3-59 0,4-2-94 15,-3-1-250-15,1-2-456 0,-2-10 202 0</inkml:trace>
  <inkml:trace contextRef="#ctx0" brushRef="#br0" timeOffset="-150260.78">21339 4366 29 0,'0'-7'263'0,"0"7"-14"0,-4-13-13 0,3 7-15 0,1 6-17 16,-5-7-18-16,5 7-21 0,-6-5-21 0,6 5-11 16,-14 4-18-16,6 2-4 0,-5 5-5 0,2 1-1 15,-3 3-13-15,1 0-6 0,4 1-7 16,-1 1-8-16,3-3-6 0,2 4-4 0,3 1-4 16,0-1-5-16,4 3-6 0,0-3 1 0,5 0-4 15,-1-2-4-15,7 0-6 0,-2-2-5 0,4 0-24 0,6 1-28 16,-2-6-41-16,2-1-48 0,-2-1-52 0,8 0-48 15,1-3-202-15,-7-5-451 0,1-1 200 0</inkml:trace>
  <inkml:trace contextRef="#ctx0" brushRef="#br0" timeOffset="-150052.45">21623 4321 50 0,'0'-12'242'0,"0"1"32"0,-1 1-7 0,1 10-22 16,-2-10-24-16,2 10-25 0,-2-7-25 15,2 7-15-15,0 0-11 0,0 0-2 0,0 0-10 16,0 33-2-16,1-16-19 0,-1 9 6 0,-1 3-6 16,1-3-6-16,-1 3-10 0,1-1-1 0,0 2-11 15,-2-2-8-15,4 1-6 0,-1-2-8 0,0-1-4 16,0-5-39-16,2-3-40 0,-4-1-43 0,-2-2-55 16,1-3-71-16,-1-2-64 0,-1 0-202 0,-3 0-494 15,0-4 219-15</inkml:trace>
  <inkml:trace contextRef="#ctx0" brushRef="#br0" timeOffset="-149803.97">21799 4398 84 0,'6'-9'279'0,"-4"5"-20"0,1-3-17 0,-3 7-25 16,2-8-26-16,-2 8-19 0,0 0-17 0,0 0-17 15,-14-2-15-15,14 2-12 0,-25 9-13 0,9-3-6 16,0 4-10-16,0 1-7 0,2-3-7 0,4 1-10 15,-1-1-3-15,2 0-7 0,2 0-5 16,1-1-5-16,-1-4-5 0,4 5-3 0,0-4-4 16,3-4-4-16,0 0 3 0,1 17-8 0,3-8 0 0,4 0-1 15,-1-1 1-15,6 2 1 0,4 4-7 0,0-6-4 16,9 3-19-16,2-1-22 0,2 0-31 0,2-1-39 16,2-4-71-16,1-1-239 0,-3-3-447 0,0 0 199 15</inkml:trace>
  <inkml:trace contextRef="#ctx0" brushRef="#br0" timeOffset="-149600.29">22208 4313 61 0,'0'-11'284'0,"0"6"-15"0,0 5-20 0,0-9-28 16,0 9-27-16,0 0-20 0,0 0-22 0,0 0-12 15,0 0-12-15,0 0-7 0,4 37-4 16,-4-17-9-16,2 5-9 0,-4-6-9 0,0 7-11 15,0 1-4-15,1-2-7 0,1 0-3 0,-1-6-8 0,1 1-26 16,0 4-29-16,0-7-44 0,1-2-44 0,-2-3-58 16,1-3-55-16,0-9-187 0,0 0-418 0,-1 17 185 15</inkml:trace>
  <inkml:trace contextRef="#ctx0" brushRef="#br0" timeOffset="-149446.46">22206 4442 32 0,'0'0'275'0,"2"-9"-8"0,-2 9-15 0,2-9-16 16,-2 9-23-16,1-9-20 0,-1 9-26 16,0 0-15-16,4-4-25 0,-4 4-33 0,0 0-43 15,0 0-51-15,25 0-77 0,-6 0-95 0,1 0-130 16,9-2-327-16,2-2 144 0</inkml:trace>
  <inkml:trace contextRef="#ctx0" brushRef="#br0" timeOffset="-148765.15">22934 4675 165 0,'-10'-6'276'0,"10"6"-22"0,0 0-11 0,3-14-13 16,3 5-5-16,-2 1-12 0,3-2-17 0,5-2-20 15,-1-3-16-15,2-1-10 0,1 1-31 0,6-5-9 16,-1 2-9-16,1-3-9 0,-1 2-13 0,-1 0-1 15,-5 2-8-15,1-5-6 0,-2 7-4 0,-3-3-7 16,1 2-3-16,-4-1-4 0,-1 1-1 0,-2 4-7 16,-1 2 2-16,0-2 6 0,-1 3-6 0,0 2 5 15,1 1-10-15,-2 6-9 0,0-11-4 0,0 11-8 16,0 0-3-16,0 0-5 0,0 0-3 0,0 0-1 16,0 0 2-16,-15 25 0 0,6-11-8 0,1 2 9 15,-1 3-2-15,1-3-2 0,1 1-2 0,0-2 4 16,3-1 0-16,1-1-3 0,2-2 5 0,1 0-4 15,1 0 4-15,2-1 4 0,2-2-5 0,1-1 3 16,2 1 1-16,2-1-2 0,3-3 0 0,4 2-1 16,1-4 1-16,0-2 1 0,1 0-4 15,-3-1 2-15,2-2 0 0,-6 1 1 0,2-2 2 16,-1 1 0-16,-2-3-4 0,-1-3 0 0,1 1-4 0,-1 0 3 16,-3-1 0-16,5-4-3 0,-6 3-2 0,2 0-9 15,-4-2 7-15,1 2 5 0,0 0-6 0,-4 4 2 16,2 0-3-16,-3 6 2 0,4-8-1 0,-4 8-3 15,2-6-3-15,-2 6 1 0,0 0-3 0,0 0-2 16,0 0 4-16,0 0-1 0,0 0-4 0,0 0 6 16,-6 25 3-16,3-11-2 0,-1 1 5 0,-1 3-5 15,1 0 2-15,-2-1-1 0,1 1 6 16,-1-1-4-16,2 0 4 0,0 0 1 0,0-5 1 0,-1 4-5 16,0-4 5-16,2-1-1 0,1 0 2 0,1-1-7 15,-2 1-14-15,-1-2-25 0,0 0-21 0,2-2-37 16,-2 0-36-16,-4 0-47 0,3-4-49 0,-4 0-218 15,0 1-490-15,-3-2 217 0</inkml:trace>
  <inkml:trace contextRef="#ctx0" brushRef="#br0" timeOffset="-148591.22">23014 4134 33 0,'0'0'222'0,"0"0"-21"16,0-10-20-16,0 10-22 0,5-4-29 0,-5 4-47 16,0 0-39-16,14 3-49 0,-3-1-56 0,2 4-104 15,4 0-178-15,3-1 78 0</inkml:trace>
  <inkml:trace contextRef="#ctx0" brushRef="#br0" timeOffset="-148220.98">24146 4323 1645 0,'8'-16'142'0,"-3"0"-47"0,0 4-3 0,0 2 32 16,-1 1-14-16,-2 2 32 0,2 0-29 0,-1 2-9 15,-3 5-12-15,4-9-8 0,-2 4-7 16,-2 5-14-16,4-6-14 0,-4 6-8 0,0 0-4 0,0 0-3 16,0 0-5-16,1 32-1 0,-6-6 2 15,3-3-6-15,-3 6 2 0,0-3-2 0,0 0-1 0,0 3-3 16,-2-4-2-16,3-6-1 0,-1 7-6 15,1-1 7-15,0-5-2 0,-1 3-2 0,4-4-4 16,-3-3-30-16,1 1-24 0,1-5-29 0,-2-3-31 16,1-1-37-16,3-8-44 0,-4 12-49 0,4-12-192 15,-10 8-460-15,10-8 203 0</inkml:trace>
  <inkml:trace contextRef="#ctx0" brushRef="#br0" timeOffset="-147931.4">24137 4418 63 0,'11'-4'139'0,"2"4"-4"0,-1-2-11 16,-12 2 6-16,24 3 0 0,-14 1-1 0,0 4-7 15,2-2-13-15,-2 1 11 0,-1 3-11 0,6 0-8 16,-6-1-8-16,4 3-7 0,0-2-4 0,-4-1-4 16,1-2-7-16,0 0-1 0,1-2 1 0,-1 0 5 15,0-2 6-15,-1 0 9 0,2-2 8 0,-11-1 1 16,18-3-3-16,-9 0 6 0,1-1 1 0,-2-2-12 15,-1-2-7-15,-2 2-12 0,2-6 0 0,-3 4-8 16,1-3-5-16,-2 1-6 0,-1 0-2 0,1-3-19 16,0 1 14-16,-3 12-8 0,-4-20-4 0,2 11-7 15,0 2-3-15,1 0-13 0,-3-1-33 0,0 4-31 16,-4 0-34-16,-1 4-23 0,9 0-34 0,-27 2-47 16,16 0-57-16,-5 5-194 0,5-2-476 0,-1 0 212 15</inkml:trace>
  <inkml:trace contextRef="#ctx0" brushRef="#br0" timeOffset="-147325.15">24855 4223 29 0,'9'-17'307'0,"-1"0"-18"0,0 5 6 16,-5 0-23-16,2 3 0 0,-2 3-25 0,1-1-35 15,-3 2-14-15,-1 5-27 0,0 0-19 0,0 0-16 16,0 0-20-16,13 25-2 0,-12-6-15 0,0 8-10 15,-1 2-4-15,2-1-8 0,-2 3-4 0,1-5-12 16,-1 3-3-16,1-4-9 0,-1-4-10 16,0-5 2-16,0 3 1 0,-1-7-8 0,1-1-2 15,1 2-2-15,-3-3 11 0,2-10-9 0,1 13-8 0,-1-13-1 16,1 11 5-16,-1-11-1 0,0 0-1 16,-1 14 9-16,1-14-8 0,0 0-2 0,0 0 7 15,0 0-13-15,0 0-11 0,0 0 4 0,0 0 0 16,0 0-10-16,0 0-10 0,8-34-3 0,-2 23-6 15,5 3-3-15,0 0 2 0,-1 2-2 0,4 3-1 16,-3-1-3-16,1 3 3 0,-2 1 2 0,-1 3-10 16,-9-3 11-16,17 11 3 0,-11-2 1 0,-3-1-2 15,-1 1-13-15,-2-9-7 0,-4 20 0 0,-1-7-14 16,-6 2-9-16,-5-2-11 0,5 0-4 0,-3-5-4 16,-2 3 7-16,0-4 3 0,6-4 7 0,3 3 8 15,7-6 5-15,-12 5 8 0,12-5 0 0,-9 3 9 16,9-3 11-16,0 0-10 0,0 0 5 0,0 0 7 15,0 0 1-15,0 0 5 0,0 0 1 0,24-21 2 16,-9 13 5-16,5 1 0 0,1 1 0 0,7-5 3 0,-1 2 2 16,2 2 5-16,-2-3 3 0,1 1-1 15,-2 0 5-15,-1-1 1 0,-3 2 5 0,-5 1 1 16,1-3 0-16,-1 0 2 0,-1 3 6 0,-7-1 7 16,0 2 6-16,1-1 6 0,-4-3-1 0,0 3 10 15,-1-1-11-15,-5 8 1 0,4-13-1 0,-4 13 8 16,2-13-8-16,-2 13-8 0,-2-8-11 0,2 8 2 15,0 0-5-15,-15 1-7 0,15-1-4 0,-23 11 3 16,7-4-5-16,3 4 4 0,4-2-4 0,-2 3-1 16,2 3-3-16,4-4-8 0,1-2-19 0,2 2-23 15,4 1-32-15,0 1-43 0,9 0-55 0,6-3-72 16,9 5-232-16,-4-6-518 0,9 1 230 0</inkml:trace>
  <inkml:trace contextRef="#ctx0" brushRef="#br0" timeOffset="-146778.16">25780 4649 149 0,'0'0'330'0,"14"-6"-7"16,-14 6-16-16,9-10-22 0,-5 5-12 0,-4 5-8 15,9-15-11-15,-5 3-27 0,2 0-13 0,-2 2-24 16,1-3-27-16,3 0-10 0,1-2-10 0,-3 1-17 16,2-2-14-16,1-1-10 0,-1 0-10 15,4-4-15-15,1-1-9 0,-3-3-2 0,-1 2-12 16,-1-1-6-16,-3 6 1 0,-1 1-4 0,1 0-11 0,-4 1 1 15,-1 4-10-15,-1-4-7 0,1 4 13 0,0 3-13 16,-5 1-6-16,1-2-24 0,2 5 15 0,2 5 1 16,-11-9-8-16,6 7 0 0,5 2-9 0,-11-3-8 15,11 3-17-15,0 0-9 0,-13 4-1 0,13-4-3 16,-3 8 0-16,3-8 3 0,2 11 3 16,-2-11 3-16,11 14 0 0,-6-7 6 0,9 0 2 15,1 3 3-15,1 1 0 0,-1-3 0 0,4 4 5 0,-6-3-4 16,1 0 7-16,-5-1-3 0,1 1 2 0,-2 0 3 15,-1 1 4-15,-1 5-2 0,-2-3 5 16,-4 2 0-16,2-2 0 0,0 5 5 0,-1-4-3 16,-1 3 4-16,5 0-3 0,-3-5 5 0,0 0-1 15,2-1 5-15,1 0-3 0,1-1 11 0,1-3 8 16,-1-1 3-16,4 1 9 0,1-2 4 0,3-3-7 16,-3-1 2-16,8-1-4 0,0 0 0 0,-1-4-1 15,-4 1-4-15,6 0 7 0,-4-3 0 0,-1-4 0 16,-1 1-7-16,2-2 1 0,-8 2-1 0,4-3-5 15,-3 2 2-15,-3-3-2 0,1-1-4 0,0 0 0 16,-6 4 7-16,1 1-4 0,-2 10-2 0,0-17-3 16,0 17-2-16,-2-12-3 0,2 12-8 0,-8-6 2 15,8 6-14-15,0 0 14 0,-22 5 0 0,8 0 0 0,5 4-2 16,-4 1 6-16,6 2-6 0,-6 1 3 16,8-2-7-16,1 5-21 0,-1-1-19 0,5-2-27 15,10 1-26-15,-2-1-37 0,8 2-56 0,6-2-64 16,3 0-213-16,-4-6-514 0,10-2 228 0</inkml:trace>
  <inkml:trace contextRef="#ctx0" brushRef="#br0" timeOffset="-146546.31">26611 4278 64 0,'0'-25'259'0,"0"6"13"15,1 2-2-15,-1 5-8 0,2-1 1 0,0 4-8 16,-2 1-16-16,0 8-26 0,0-11-30 0,0 11-25 15,0 0-23-15,0 0-15 0,0 0-7 0,0 0-16 16,-2 36-5-16,-1-9-13 0,3 3-7 0,-4 1-6 16,4 1-3-16,-4 1-9 0,2 1-1 0,-1 12-6 15,-1-13 2-15,1-1-5 0,1 0-5 0,2-1-13 16,-2-4-29-16,-1 0-36 0,1-1-32 0,0-7-30 16,2-1-60-16,0-4-65 0,-2-4-68 0,2 0-155 15,0-10-487-15,0 0 216 0</inkml:trace>
  <inkml:trace contextRef="#ctx0" brushRef="#br0" timeOffset="-146331.48">26708 4340 115 0,'10'-10'235'16,"-4"0"-14"-16,1 1-18 0,-1 4-12 0,1 1-25 15,0 1-14-15,-7 3-11 0,17 3-8 16,-8 1-12-16,1 4-9 0,-1 1-8 0,-1 6-11 15,2-1-2-15,-4 2-13 0,-1-2-12 0,-3 2-2 16,-2 4-8-16,0-4-2 0,-4 0-6 0,1-2-6 0,-3-3-2 16,-2 3-15-16,0-5-23 0,-3 3-33 0,-1-4-49 15,1-1-64-15,0-2-70 0,-7-1-134 0,7-2-376 16,11-2 167-16</inkml:trace>
  <inkml:trace contextRef="#ctx0" brushRef="#br0" timeOffset="-146120.41">26879 4232 75 0,'2'-8'279'0,"0"1"-12"15,1 3-21-15,-3 4-17 0,2-7-28 0,-2 7-20 16,0 0-20-16,0 0-14 0,0 0-10 0,0 0-3 16,2 25 1-16,-2-10-5 0,-2 4-12 0,2-1-10 15,-2 1-13-15,-1 0-4 0,3 0-10 0,-2 0-13 16,0 7-1-16,2-7-5 0,0-2-18 0,0 0-37 15,0 1-43-15,4-2-52 0,-1-3-59 0,-1 0-94 16,-2-13-185-16,4 19-460 0,-4-19 203 0</inkml:trace>
  <inkml:trace contextRef="#ctx0" brushRef="#br0" timeOffset="-145788.72">27155 4327 107 0,'0'0'236'15,"-11"-6"-14"-15,6 5-14 0,5 1-2 0,-27 8-7 16,10 2-13-16,-8 1-14 0,7 0-20 0,-4 3-13 16,5-3-14-16,2 2-14 0,3-2-10 0,6-1-7 15,-1 2-11-15,3-2-3 0,2-1-8 0,2 1-7 16,0-10-11-16,8 13-6 0,-1-5-11 0,2-4-3 16,3-3-10-16,1-1-9 0,3 2-2 15,-3-5-2-15,5 0 0 0,-7-2-1 0,0-2 3 0,1 0 0 16,-1-1-4-16,-1 1-2 0,2-5 0 0,-3 3-1 15,-2-1-2-15,2 0 6 0,-2 1 6 0,-1 0 9 16,-1 2 3-16,-1 1-2 0,-4 6-1 0,6-6-11 16,-6 6-4-16,4-2-5 0,-4 2-1 0,0 0 6 15,0 0-4-15,0 0 4 0,-7 30-4 16,2-19 2-16,-1 1-2 0,1 3 2 0,1 1 0 0,2-1 1 16,-3 1-30-16,1-4-38 0,4 1-48 0,0-13-64 15,4 24-66-15,-1-18-183 0,-3-6-453 0,15 12 202 16</inkml:trace>
  <inkml:trace contextRef="#ctx0" brushRef="#br0" timeOffset="-145410.68">27497 4297 244 0,'2'-10'292'0,"-2"1"-13"0,0 3-22 15,0 6-25-15,0-9-27 0,0 9-25 0,0 0-17 16,0 0-17-16,0 0-14 0,-27 22-14 15,18-8-11-15,0 1-7 0,2 3-13 0,0-1-11 16,1 0-5-16,4 0-4 0,4 0-9 0,-2 1-6 16,6-2-5-16,-1 0-1 0,4-2-2 0,2-1-3 15,5-4-3-15,2 0-2 0,9-1 0 0,2-3-7 0,-9-2-4 16,2 0-4-16,-1-3 2 0,1-3-6 16,-6 1-1-16,2-4-3 0,-5 1 0 0,-4-4 0 15,5-1 1-15,-5-2-10 0,2 0 5 0,-4 2-5 16,2-6 0-16,-4 1-4 0,1-1 1 0,-4-3 2 15,-2 4-4-15,0 2 0 0,-2 2 0 0,2 1 2 16,-2 0-1-16,-1 4 0 0,-1-1-2 0,4 7-4 16,-11-2 2-16,11 2 1 0,-29 8 2 0,10-1 1 15,-1 4 2-15,5-2-3 0,-3 3 4 0,4 2-5 16,1-2 3-16,3 3-1 0,2 1 2 0,4-4-2 16,4 0-12-16,4 0-24 0,5 2-31 0,4-1-41 15,1-1-63-15,15-1-65 0,0 1-218 0,-2-9-491 16,7 0 218-16</inkml:trace>
  <inkml:trace contextRef="#ctx0" brushRef="#br0" timeOffset="-145011.58">28121 4395 121 0,'2'-10'245'16,"0"-2"0"-16,-2-1-3 0,-2 4 5 0,0-2-10 16,-1 2-15-16,-3 1-22 0,1 3-21 0,-2 1-16 15,-4 1-22-15,-1 5-13 0,-5 1-13 0,-1 4-9 16,-2 1-8-16,1 1-13 0,-7 4-7 0,12 0-13 15,-3-2-4-15,7 3-8 0,0 1-3 0,0-2-6 16,8-1-5-16,0-1 3 0,2 2-9 0,7-3-2 16,-1 0-5-16,3-2-6 0,2 0 0 0,3-4-14 15,3 1 0-15,-2-3-6 0,-3-2 2 0,1-2 0 16,2 0 1-16,-3-4 0 0,-1 2-2 0,-1-5 2 16,0 0 2-16,-1-5-2 0,0 0 8 0,-5-1-14 15,5-2 0-15,-4-8-6 0,0 6 14 0,-1 0 6 16,0-7-1-16,1-2-3 0,-1 1 1 0,1 0-4 15,0-1 6-15,-1 0 1 0,-2 2 1 0,2 0 14 16,0 1-2-16,-3 10 21 0,-2 3 3 0,2 3 9 16,1-1-6-16,-2 5-10 0,0 5-6 0,0-10-8 15,0 10-10-15,0 0-3 0,0 0-2 0,-3 25 2 16,-1 0 1-16,0 0-5 0,-2 5 1 0,-4 1 3 16,3-1-17-16,2 2 16 0,-1-2 2 15,0 2-9-15,3-3 2 0,-4 3-21 0,7-6-38 0,-2 1-45 16,2-8-42-16,4 7-28 0,-2-9-62 0,4-2-59 15,4 0-208-15,-1-6-535 0,7 1 238 0</inkml:trace>
  <inkml:trace contextRef="#ctx0" brushRef="#br0" timeOffset="-144602.09">28587 4134 160 0,'1'-11'307'0,"3"0"-16"0,1 1-22 0,-4 4-26 16,-1 6-40-16,3-8-16 0,-3 8-21 0,0 0-19 16,0 0-13-16,9 27-10 0,-7-6-15 0,3 7-5 15,-2 1-12-15,1 2-1 0,3-2-12 16,-3 1-7-16,1 1-7 0,-3-6-2 0,0-5-10 0,1-2 1 16,-3-2-10-16,0-3-1 0,1-1-7 0,-1-1-6 15,0-11 7-15,1 13 0 0,-1-13 1 0,2 10 9 16,-2-10 12-16,0 0-6 0,0 0-6 0,0 0-6 15,0 0 7-15,0 0-14 0,0 0-1 0,0 0-8 16,0 0-1-16,0 0-8 0,1-38-5 0,6 24-9 16,4-1-9-16,-1 1-6 0,4 0 3 0,9-1-4 15,-4 6-3-15,-1 0 1 0,0 3-2 0,0 4 1 16,-1 0-1-16,-4 3-3 0,-2 2 0 0,-2 3 0 16,0 1 3-16,-2 2 7 0,-3 2-4 0,0-1 2 15,-4 3 3-15,-2-2 4 0,-1 0 3 0,-4 4-3 16,-4-1 1-16,1-1 11 0,-2-1-3 0,-2-2 0 15,1 0 1-15,2-2 0 0,-4 0 7 16,2-3-9-16,-4 2-21 0,4-5-38 0,-1 0-51 0,4-1-64 16,10-1-70-16,-19-2-238 0,19 2-518 0,-5-8 230 15</inkml:trace>
  <inkml:trace contextRef="#ctx0" brushRef="#br0" timeOffset="-144092.91">29068 4288 1 0,'6'-3'268'0,"-1"0"-19"0,-5 3-29 0,5-5-21 16,-5 5-24-16,0 0-19 0,0 0-19 0,0 0-11 16,0 0-9-16,6 10-14 0,-3-4-7 0,-3 3-11 15,1 3-5-15,-1-3-9 0,2 1-4 0,0-2-10 16,0 0 0-16,-2-8-4 0,7 10-5 0,-3-6-5 16,-2-1 1-16,-2-3-4 0,8 7-3 0,-8-7 1 15,9 2-7-15,-9-2-1 0,0 0 0 0,14-5 12 16,-9 3 15-16,-5 2 4 0,9-9 1 15,-5 6 14-15,-4 3 0 0,7-6 3 0,-3 2 4 0,-4 4 2 16,5-7 3-16,-5 7-8 0,5-5 0 0,-5 5-15 16,0 0-14-16,7-3-10 0,-7 3-7 0,0 0-7 15,0 0 3-15,2 12-3 0,-2-12 0 16,-1 26-9-16,-2-7 3 0,1 0-8 0,1 8 1 16,-2 0-1-16,-1 4 4 0,-1 4-2 0,0 13-6 15,0-2 1-15,0-11 1 0,-2 10-3 0,4-9 9 0,0 0-6 16,1 10-2-16,2-14-2 0,0-1 2 0,0-3-2 15,2 0 3-15,-1-3-1 0,1-6 1 16,1-2-17-16,0-1 14 0,-2 0 0 0,1-6-2 0,-1-1 12 16,-1-9-3-16,1 11 7 0,-1-11-2 15,0 0 0-15,0 0-10 0,0 0-21 0,-19-5-19 16,4-6-24-16,-8-7 4 0,-2-3-5 0,-3-2-2 16,4 0 0-16,1 0 8 0,5-3 6 0,3 0 2 15,3 2 3-15,5 0 6 0,5 0-4 0,4-1 5 0,5-2 2 16,8 0-1-16,5-1-5 0,5 0 5 15,5 5-6-15,17-11-4 0,5 10-6 0,2 5-9 16,6 2-10-16,-1 2-16 0,-3 5-15 0,2-1-31 16,-5 3-34-16,6 1-40 0,-3 4-46 0,-17 2-133 15,11-9-413-15,-16 6 182 0</inkml:trace>
  <inkml:trace contextRef="#ctx0" brushRef="#br0" timeOffset="-142496.83">9756 5831 1693 0,'2'-8'29'16,"1"-2"31"-16,-2-1-17 0,-1 0-14 0,0 0-28 16,-1-1 15-16,0 0 9 0,-3 1-5 0,-1 0 12 15,-3-4 2-15,0 2 0 0,1 2 2 0,-6-1 1 16,0 1-1-16,-5 3 7 0,2 0-2 0,-3 2-3 15,-1 4-2-15,0 2-7 0,-7 3 1 0,5 3-4 16,-2 4-2-16,-2 7 3 0,0 4 3 0,-3 3-4 16,5 0-1-16,5 3 0 0,0 1 0 0,1-2-2 15,6 1 3-15,5-1 2 0,2-7-12 0,3-1 7 16,2 0-9-16,3 0 1 0,2-2 0 0,3-3 0 16,1 1-1-16,1-4-4 0,1-3 4 0,5 0-2 15,2-3 2-15,1 1-5 0,1-4-7 0,2-4-4 16,6-3-6-16,-1-4-6 0,1 0 3 0,-3-1-1 15,0-3-3-15,-2-2 5 0,-5 4 1 0,0-9-7 16,1 1 7-16,-4 1-8 0,-1-3 14 0,-5 3-4 16,0-4 3-16,-1 5 4 0,-3 1 9 0,-3 3 4 15,2 0 10-15,-1 3 5 0,-2 5-2 0,0 0-7 16,-1 6-4-16,3-7-4 0,-3 7-3 0,0 0 1 16,0 0 4-16,4 21 2 0,-7-5-4 0,2 4-2 15,0-1 2-15,1 1-3 0,1 5 1 0,0 2 0 16,6-2-1-16,-5 0 2 0,3 0-23 0,0-8-21 15,2 1-31-15,-1-1-50 0,3-1-55 0,-1-1-46 16,-3-4-170-16,0-3-418 0,4-1 185 0</inkml:trace>
  <inkml:trace contextRef="#ctx0" brushRef="#br0" timeOffset="-142157.68">9983 5882 15 0,'0'0'199'15,"0"-8"-22"-15,0 8-20 0,0 0-4 0,0 0-4 16,0 0 0-16,0 0-17 0,0 0-11 0,0 0-5 16,7 26-12-16,-5-16-10 0,1 1-6 0,-2-1-11 15,3 0-2-15,-3-1-10 0,2 0-5 0,-2-1-4 16,-1-8-10-16,3 7 5 0,-3-7 7 0,0 8 10 16,0-8 16-16,0 0 10 0,2 7 7 0,-2-7-11 15,0 0-6-15,0 0-6 0,0 0-8 0,8-17-10 16,-4 9-5-16,3-3-5 0,2-5-5 15,2 0-9-15,1 0-3 0,6-7-2 0,1 1-3 0,3 4-5 16,-4-1-1-16,4 4-8 0,-8 3-1 0,2 1 0 16,0 3-2-16,-4 3-6 0,1 1 1 0,1 4-2 15,-2 2-4-15,-2 2 3 0,3 2 1 0,-2 7-6 16,-2-1 3-16,0 4-1 0,-2 0 2 0,-2 3-20 16,-1-1-26-16,-1 1-23 0,-1 0-17 0,-2 6-39 15,1-5-42-15,-1-5-36 0,4 1-26 0,-3-4-164 16,0-2-421-16,0 1 187 0</inkml:trace>
  <inkml:trace contextRef="#ctx0" brushRef="#br0" timeOffset="-141886.86">10494 5932 5 0,'0'0'189'0,"2"-11"17"16,-2 11-4-16,0-10-17 0,0 10-16 0,0-7-21 15,0 7-16-15,0 0-14 0,0 0-8 0,0 0-9 16,0 0-10-16,0 0-15 0,0 0 1 0,14 15-10 15,-9-11-3-15,2 1-10 0,4-1-2 16,-2 0-5-16,3-2 4 0,8 1-13 0,-2-2 0 0,2-3 0 16,-1-4-7-16,2 3 0 0,-5-3 3 0,-2 2 5 15,-2-3 10-15,-1 0 7 0,-2 2 2 0,-2-2-7 16,-1-3-2-16,-2 0-5 0,-4 2-2 0,-1-2-8 16,-2 0-3-16,-2 1 0 0,-1-1-6 15,-5 0-5-15,0 3-12 0,-2 2-19 0,0 1-18 0,-3 4-27 16,-5 0-22-16,3 2-46 0,0 4-34 0,1 0-36 15,1 1-180-15,0 2-405 0,5-3 180 0</inkml:trace>
  <inkml:trace contextRef="#ctx0" brushRef="#br0" timeOffset="-141647.35">10846 5732 264 0,'4'-17'267'0,"-3"5"1"15,3-3-8-15,-2 4-11 0,0 1-4 0,-2 0-11 16,0 10-14-16,0-10-23 0,0 10-25 16,0-9-25-16,0 9-15 0,0 0-13 0,0 0-12 0,0 0-13 15,2 41-6-15,-3-10-8 0,-2 1-9 0,-3 4-4 16,1-1-5-16,1 1-8 0,0-2-8 16,0 2 6-16,2-1-12 0,-1-3-22 0,2-5-24 15,2 2-32-15,0-1-25 0,1 1-43 0,-1-7-52 16,-1-3-52-16,-1-8-54 0,-2-1-188 0,1 1-488 15,2-11 216-15</inkml:trace>
  <inkml:trace contextRef="#ctx0" brushRef="#br0" timeOffset="-140896.89">10877 5849 78 0,'17'-14'155'0,"-1"0"-3"0,6-1-2 0,-7 4-7 0,0-4-3 15,1 3-12-15,-2 0 1 0,-4 3-8 0,3-4-2 16,-6 4-6-16,1-1-4 0,-1 2-5 0,-1 1 4 16,-3-4 2-16,1 8-7 0,-4 3-1 15,6-9-12-15,-6 9-10 0,3-7-10 0,-3 7-10 16,0 0 0-16,0 0-12 0,0 0-3 0,3 23-6 0,-6-5 2 16,0 7-11-16,0 2-1 0,-1-1-2 0,0 1-2 15,-1-1-1-15,3 0-5 0,1-1-1 0,-1-6-3 16,2 0 2-16,0 0-2 0,2 0-2 15,-1-6-3-15,0-2 2 0,0 2-8 0,3-6 4 16,-4-1-11-16,0-6-5 0,0 9 0 0,0-9 2 16,1 10-1-16,-1-10 8 0,0 0-6 0,4 5-1 0,-4-5 3 15,0 0 1-15,0 0-1 0,19-14 0 16,-9 10-1-16,-2-1 2 0,0 2-6 0,2 0 7 16,-2 2-10-16,-8 1-1 0,16-2 2 0,-6 4 6 15,1 0-3-15,-2 1 1 0,2 1 6 0,1-1-4 16,-1 3 4-16,3 0 4 0,-3-2-1 0,5-1 5 0,1 0 1 15,2-3-1-15,4-1 1 0,4-2 1 16,1-4-3-16,1 2-1 0,-3-5 2 0,-1 0-3 16,-7 1 3-16,1-1-2 0,-3 0 7 0,-2 0 3 15,1-1 6-15,-5 3-2 0,0-2 5 0,-2 1 3 16,-1-4-2-16,-3 4 2 0,-1-3-3 0,0 1 0 16,-3 0-2-16,0 1-3 0,-4-2-3 0,3 2-2 15,-2 1-1-15,1 3 1 0,2 6-4 0,-7-10-3 16,1 7-7-16,6 3 5 0,-13 1-6 0,4 7 4 15,-2 0-3-15,-1 6 1 0,4 0-1 0,-4 1 2 16,3 2-4-16,1-1 1 0,4 1 0 0,2-2 0 16,-1-1-2-16,6-4 2 0,0 1 2 0,2 3 2 0,0-3 1 15,1-3 0-15,2 1 2 0,2-1 1 16,-1 0 0-16,2-2 1 0,2-3-3 0,-1-1 2 16,2 0 9-16,-2-2-9 0,7-2-3 0,-8 1 5 15,2-2-3-15,-1-2 1 0,1 1-4 0,-3-1 3 16,1 0-2-16,-1-4 3 0,0 0-2 0,-1 2-1 15,-3-3 1-15,3-3-6 0,0-2-5 0,-2 4 1 0,0-3 2 16,1-1 0-16,0 6-3 0,1-6 1 16,-2 7-3-16,1 0 2 0,-3 2-6 0,-1 2 2 15,1 1 0-15,-5 3-3 0,9-4-2 0,-9 4 2 16,0 0 3-16,13 9-1 0,-10-3 5 0,1 3-2 16,1 2 2-16,-1 1 3 0,0 0-3 0,-2-1 1 15,-1 1 0-15,0-1-17 0,5 2-23 0,-6 3-49 16,0 0-53-16,2-7-77 0,-2 1-224 0,0-10-483 15,0 20 215-15</inkml:trace>
  <inkml:trace contextRef="#ctx0" brushRef="#br0" timeOffset="-140517.36">12805 5683 13 0,'-4'-18'310'0,"0"0"-8"0,-1 3-10 0,4 4-13 15,-3-1-17-15,4 2-5 0,-2 4-19 0,0 0-26 16,2 6-27-16,-2-11-23 0,2 11-22 0,0 0-16 16,0 0-8-16,0 0-17 0,2 33-7 0,-2-6-4 15,-2 7-16-15,-1 14-5 0,-1-13-4 0,0 11-6 16,1-11-4-16,0 13-7 0,-1-16 0 0,2 4-7 16,-1-3-4-16,2 1-2 0,-2-2-1 0,1 1-2 15,-2-4-22-15,4-2-38 0,0-2-29 0,-4-6-38 16,3 0-50-16,-3-5-48 0,1 0-54 0,1-3-248 15,-3-1-536-15,-3 0 238 0</inkml:trace>
  <inkml:trace contextRef="#ctx0" brushRef="#br0" timeOffset="-139936.08">12760 5879 205 0,'10'-3'198'0,"0"3"-16"15,1 0-15-15,-1 3-2 0,3 4 2 0,3 2-7 16,-3 2-15-16,4 2-11 0,-4 2-13 0,-2 1-10 16,1 1-11-16,-2 5-7 0,-1-3-11 0,-4 0-6 15,0-1-6-15,-3 0-6 0,0-1-7 0,-2 0-4 16,-2-1-4-16,-2-5-8 0,1 0 1 0,-4-2-6 16,0 1-2-16,-3-5-4 0,2-3 1 0,3 3-6 15,-3-4 0-15,8-1 1 0,-9 0-4 0,9 0 1 16,-7-10-2-16,7 10-5 0,-5-12-1 0,7 1-3 15,2 0 1-15,0 2-3 0,7-6-2 0,-3 2-2 16,5-3 0-16,6-3-2 0,1 2 0 0,3 3 0 16,2-3-2-16,-1 0-2 0,3 3 8 0,-2-3-25 15,2 2 3-15,-2 2 0 0,-6 1 3 0,-4 3 2 16,0 0 1-16,-3 4-1 0,-6 0 6 0,3 0 4 16,-3 2 6-16,0 0 0 0,0 1-2 0,-6 2 0 15,0 0-1-15,0 0-5 0,0 0 8 0,0 0-4 0,0 0 7 16,-9 22-4-16,4-11 5 0,1 1 1 15,-3 0-3-15,-1 3 4 0,5-4 1 0,-4 1 1 16,5 0-1-16,0-1 2 0,2 2-3 0,0-4 0 16,2 2-4-16,0-4 2 0,5 2 3 0,-2-3-4 15,1 0 4-15,5 0-4 0,-3-4 2 0,3 0-3 16,2-2 2-16,7-2-3 0,-7 0 9 0,6-3-8 16,-6 1-1-16,1-1-1 0,-3-1-1 0,0 1 2 15,-2-2 3-15,0-3-6 0,-3-1 2 0,4-2-6 16,-3 3 7-16,-1 0-3 0,-2 0-3 0,1 0 1 15,0 2 7-15,-5 1 5 0,2 1 2 0,-2 6-2 0,5-8-7 16,-5 8-1-16,0 0-8 0,0 0 2 16,0 0 0-16,0 0 1 0,0 0-1 0,-7 24 0 15,5-12-2-15,-3 2-14 0,4 4-30 0,2-1-33 16,-2-1-59-16,4 1-56 0,0 2-47 0,-1-2-183 16,2-4-457-16,3 1 202 0</inkml:trace>
  <inkml:trace contextRef="#ctx0" brushRef="#br0" timeOffset="-139126.91">13574 6051 125 0,'0'-15'258'0,"-2"-2"-11"0,4 4-7 0,-2-4-16 0,4 1-18 16,0-2-17-16,3-6-17 0,3 7-20 15,2 0-15-15,1 3-15 0,0 1-12 0,2 3-12 16,1 2-10-16,-5 3-12 0,3 3-10 0,-5 2-9 15,4 5-2-15,1 1-11 0,-1 6-3 16,-2 1-6-16,-2 1-1 0,0 2-3 0,-1 0-3 0,-2 0-8 16,2 2 5-16,-3 0-5 0,-1-1-2 0,1-2-1 15,2-1 1-15,-2-2-6 0,1-3 4 0,0 1-1 16,1-3 4-16,3-2-4 0,1 0 1 0,7-3-2 16,0 0-3-16,0-2 0 0,4-5 1 0,-2 0-1 15,1-2-2-15,-2 1-2 0,0-2 4 0,-1-2-4 0,-7 2-1 16,2-2-1-16,1-2 1 0,-5-2 0 15,-3 4-1-15,2-5-4 0,-4 3 3 0,0-6-4 16,-2 2 5-16,1-3-6 0,-3 3 5 0,-1-2-4 16,1 6 4-16,-2-1 7 0,1 3 6 0,0 2 0 15,-1 1-3-15,2 7-2 0,-2-9-6 0,2 9-7 16,0 0 3-16,0 0 0 0,0 0-3 0,-4 23 2 16,3-6 1-16,-2 2-1 0,-1 0 0 0,2 5 0 15,-2-4 0-15,3 6 0 0,-3-1 2 0,4-5-2 16,-4-1 2-16,4-1-1 0,-2-1 3 0,0 0-2 15,2-5 0-15,-1-1 0 0,0-3 1 0,-2-1-4 0,3 0 6 16,0-7-2-16,0 11 4 0,0-11 1 16,0 0-5-16,0 9 0 0,0-9 2 0,0 0-10 15,0 0 2-15,0 0-3 0,17-14-1 0,-8 6 4 16,1-2-7-16,3-3-5 0,3-1 1 0,4-4-1 16,4 0-2-16,-5-1 1 0,0 0-1 0,0 0 0 0,3-2 2 15,-8 1 1-15,0 4 0 0,-1 1 5 16,-3-2 1-16,0 3 0 0,-3 0 3 0,-1 2-1 15,-3 4 10-15,3-1 3 0,-1 2 0 0,-2 2-1 16,-3 5-1-16,4-7-6 0,-4 7-3 0,0 0 3 16,0 0-5-16,0 0 3 0,-2 21 1 0,-3-10 0 15,0 5-1-15,3 0 3 0,0-5 1 0,0 3 1 16,6-3-3-16,-4 2 1 0,0-2 4 0,5-2 0 16,0 2 2-16,-1-2-3 0,2 0 2 0,-1-1-1 15,3 0 4-15,0-2-3 0,3-3 1 0,-2-1-2 16,0-1 5-16,-2-2 0 0,-7 1 0 0,21-4-3 15,-15 1 0-15,3-1-1 0,3-4 1 0,-2 3 1 0,-3-4-7 16,3-1 4-16,-3 0-2 0,1 1 1 16,-2-2 0-16,-1 2-1 0,1-1-1 0,0 2-1 15,-2 0 2-15,-2 3-2 0,-2 5 4 0,5-5-8 16,-5 5 1-16,4-4-6 0,-4 4-2 0,0 0 1 16,0 0 11-16,0 0-9 0,2 16 2 0,-2-7 4 15,-3 2-1-15,-1 2 5 0,0 3-4 0,-3 0-1 16,0 1 8-16,2 0-2 0,-1 0-25 0,-1 0-32 15,-4 7-42-15,6-8-60 0,-1-1-59 0,1-1-244 16,-1-2-496-16,0-2 219 0</inkml:trace>
  <inkml:trace contextRef="#ctx0" brushRef="#br0" timeOffset="-138968.8">14175 5815 2276 0,'-9'-14'30'0,"1"4"-60"0,-2 1-48 0,6 2-44 16,2 2-53-16,2 5-21 0,0-10-15 0,0 10-38 15,8-11-270-15,0 5 119 0</inkml:trace>
  <inkml:trace contextRef="#ctx0" brushRef="#br0" timeOffset="-138729.95">14742 5586 258 0,'4'-5'299'0,"-4"5"-17"0,4-7-26 0,-4 7-20 15,2-5-27-15,-2 5-27 0,0 0-16 0,0 0-2 0,3 27 8 16,-6-2-14-16,1 2-12 0,-2 6-15 16,0 0-11-16,0 0-10 0,-4 0-9 0,5 2-13 15,-3-3-5-15,2-1-2 0,-3 0-12 0,2-3-5 16,3 0-13-16,-2-1-2 0,1-2 1 0,1 0-10 15,-2-6-21-15,1-1-36 0,1-2-35 0,0-5-37 16,0 1-45-16,2-2-47 0,0-10-39 0,-2 14-38 16,2-14-182-16,-6 7-474 0,6-7 209 0</inkml:trace>
  <inkml:trace contextRef="#ctx0" brushRef="#br0" timeOffset="-138417.04">14692 5854 121 0,'4'-3'149'0,"1"-1"-13"0,-5 4 0 16,12-1-10-16,-12 1-12 0,13 4-5 16,-7 2-4-16,5 2-1 0,0 2-4 0,-1 1-5 15,-1 1-14-15,4 1 1 0,-4 1-2 0,2-1-11 16,1-2-2-16,-3-2-2 0,2 3 0 16,-2-4 0-16,7-1 0 0,-3-2 7 0,-2 2-6 0,3-6 3 15,-1 1-3-15,-1-1 6 0,1-2 0 0,-3 1 18 16,3-4-8-16,-3 0-1 0,-1 1-3 0,1-3-6 15,-2-3-7-15,-1 3 2 0,-1-6-3 0,0 2-4 16,-3-1-2-16,-2-2-8 0,0-3-5 0,-2-1-1 16,0 0-10-16,-4 0-1 0,0 1-5 0,0 5-2 15,-2 0-6-15,1 0-12 0,-2 5-16 0,-2-2-18 16,1 6-16-16,-4 0-14 0,-3 6-19 0,-2 4-14 16,0 2-37-16,-3 5-29 0,2 3-32 0,7-1-31 15,1 5-178-15,3-6-429 0,2 2 190 0</inkml:trace>
  <inkml:trace contextRef="#ctx0" brushRef="#br0" timeOffset="-138052.98">15054 6086 152 0,'13'-4'228'0,"-7"0"-3"0,-6 4 0 0,16-10-8 0,-11 3-10 16,2-1-11-16,2-1-18 0,-2-1-9 0,0 0-18 15,-1 0-14-15,0-4-9 0,3-2-14 0,-1 1-12 16,-3-1-3-16,-2 0-12 0,1 0-8 0,1-3-11 15,-6 3-1-15,2 0-8 0,-1 3 1 0,-3 2 6 16,3 0-10-16,-3 3-6 0,-2-1-8 0,4 4-5 16,-3-2-7-16,4 7-1 0,-11-7-6 0,6 5-6 15,5 2-3-15,-12-1 1 0,12 1-6 0,-9 5 0 16,9-5-2-16,-9 4-3 0,9-4 1 0,0 10-2 16,0-10-1-16,0 0 4 0,10 14-2 0,0-10 6 15,7 1-7-15,2-1 4 0,3-1-2 0,7-2 0 16,-1 0-2-16,-1 1 0 0,-5-1 1 0,-6-1-5 15,4 2 0-15,-9-2-1 0,-2 1-3 0,0 0 1 0,-1 2-2 16,-1 4 1-16,0 0 2 0,-1 1 4 16,-3 2 4-16,-1 1 6 0,-1 1 0 0,-2 4 0 15,0-1 1-15,-2 2 0 0,1-1-3 0,-4 0-1 16,2 1-9-16,0 1-27 0,0 0-39 0,4-2-42 16,-4 0-64-16,4-1-60 0,-1-3-244 0,1-12-516 15,2 17 229-15</inkml:trace>
  <inkml:trace contextRef="#ctx0" brushRef="#br0" timeOffset="-135856.39">16377 6037 78 0,'-4'-9'220'16,"-2"3"-14"-16,1-2-5 0,-2 0-8 0,2 4-6 16,-1-1-11-16,-1 1-16 0,7 4-16 0,-11-5-14 15,4 3-17-15,7 2-10 0,-11 5-14 0,5 0-6 16,-2 4-9-16,3 1-9 0,-2 0-3 0,3 2-7 15,1 1-4-15,0 0-6 0,2-1-3 0,2-1-5 16,0 0-2-16,-1-2-1 0,7 1-5 0,-2-1 0 16,1-1-1-16,1 0-5 0,4-3 2 15,-5-2 0-15,2 0-2 0,1-3-1 0,1 0 0 0,1-2-3 16,-2-3-3-16,1 1 0 0,-1-3 1 0,0 1-4 16,-2-4-2-16,0-2-6 0,-1-2-2 0,-3 2 1 15,-2-5-6-15,-2-1-3 0,-2 1 2 0,0 0-3 16,-2 1 0-16,-3-2 5 0,-1 2-3 0,-1 3-3 15,2 2 2-15,0 2-3 0,0 0 2 0,1 2-1 16,0 1 5-16,2 2-6 0,0-1-1 0,5 5-4 16,-6-2 2-16,6 2 2 0,0 0 0 0,0 0-2 15,0 0 2-15,0 0-1 0,0 0 4 0,11 17 0 16,1-12 1-16,6-1 2 0,3-2-3 0,6 2-3 16,5-3 2-16,-1-2-7 0,1-2 2 0,0 0 1 15,-3-4-3-15,0 0 2 0,1-3 1 0,-6 1 2 16,-7-1 2-16,-1 0 3 0,-4-5-1 0,-2 2 5 15,1-2 6-15,-3-1 3 0,-1-1 4 0,-2-1-1 16,1-6 8-16,-5 5-18 0,-2 2 14 0,0 2 5 16,-2-2 0-16,1 5 5 0,0 3 5 0,1 3-5 15,1 6-7-15,-2-9-5 0,2 9-6 0,0 0-1 16,0 0 3-16,-11 24-5 0,2 4 3 0,1 3-2 16,-4 15-1-16,-2 0 1 0,2 3 1 0,0 0 1 15,1-3-1-15,2 3-3 0,3-2 3 0,1-3-3 16,2-8 0-16,3 9 3 0,0-10 1 0,0 1-3 15,3-2 3-15,-1 0-5 0,1-3-20 0,-2-2-35 16,2 0-41-16,-1-5-59 0,0-5-47 0,-1 0-33 16,-2-2-142-16,1-1-404 0,-2-4 179 0</inkml:trace>
  <inkml:trace contextRef="#ctx0" brushRef="#br0" timeOffset="-135700.4">16673 6147 24 0,'9'-9'200'0,"4"-1"-30"0,1-2-36 15,1 4-39-15,6 0-47 0,6 0-34 0,-7 5-46 16,8-1-78-16,2 5-117 0,-2 4 53 0</inkml:trace>
  <inkml:trace contextRef="#ctx0" brushRef="#br0" timeOffset="-135344.98">17280 6277 117 0,'9'-13'215'15,"3"-1"-1"-15,1-2-7 0,2-7-4 0,0 0-13 16,1 1-6-16,2-6-14 0,-3 5-18 0,-1-5-16 16,1 2-7-16,-1-1-12 0,2-1-10 0,-4 1-13 15,4 1-1-15,-7-2-6 0,1 3-4 0,1 2-2 16,-6 3-2-16,-2 5-3 0,0 4 5 0,-1-1-6 15,-1 4-4-15,-1 1-6 0,0 7-11 0,-2-9-8 16,2 9-7-16,0 0-6 0,-19 4-6 0,6 5-1 16,-4 4-4-16,-4 4-8 0,-2 5-7 0,4 1-10 15,3-1-3-15,3 2 1 0,6-2-9 0,3-3-5 16,4 0 2-16,4 0 0 0,2 0 1 0,4-1 0 16,4 4 1-16,4 0-1 0,-5-9-3 0,6 6 0 15,0-2 5-15,-2-3 1 0,-5-2-2 0,-1-3 2 16,-2-1 3-16,-1-1 0 0,-2 0-1 0,2 0 3 15,-3 0 2-15,-3-3-2 0,0 2-5 0,-2-6-3 16,0 0 0-16,-4 12-16 0,-1-7-29 0,-3-1-29 16,-1 1-42-16,1-3-32 0,2 1-30 0,-5-2-187 15,2 1-413-15,9-2 182 0</inkml:trace>
  <inkml:trace contextRef="#ctx0" brushRef="#br0" timeOffset="-135013.28">17832 5934 205 0,'0'-3'243'16,"0"3"-24"-16,0-12-21 0,0 12-20 0,0 0-5 15,0 0-12-15,-21 9-9 0,11-1-6 0,-5 3-12 16,-5 5-13-16,4-5-13 0,0 10-13 0,3-7-5 16,4 2-7-16,3-2-13 0,1 2-5 0,1-4-7 15,1-2-6-15,1-4-3 0,2 7-3 0,2-7-6 16,1 1-1-16,-3-7-2 0,4 9-5 0,-4-9-3 15,0 0 1-15,11 5-6 0,-11-5 1 0,16-4-5 16,-9 3 4-16,0-3-5 0,1-2 3 0,-1 0-1 16,1 1 5-16,-2-1-4 0,2-3 8 0,-3 5-1 15,0-2 7-15,-1 1-5 0,-4 5 4 0,5-7-10 16,-5 7-5-16,4-4-9 0,-4 4-1 0,0 0 1 16,0 0 4-16,0 0-3 0,0 0-10 0,8 17 0 15,-7-7 9-15,-1 2-12 0,-1-1-18 0,1 1-37 16,1 3-37-16,0 2-37 0,-1-6-60 0,5 2-36 15,-4-2-212-15,-1-1-473 0,0-10 211 0</inkml:trace>
  <inkml:trace contextRef="#ctx0" brushRef="#br0" timeOffset="-134330.99">17931 6055 146 0,'0'0'290'0,"0"-12"-27"0,0 12-27 15,-1-9-28-15,1 9-29 0,0 0-14 0,0 0-19 16,0 0-14-16,0 0-14 0,0 0-10 0,2 26-10 16,-3-14-12-16,0-1-5 0,1 2-8 0,-2 0-13 15,2-3 0-15,-1 3-8 0,0-5-3 0,1 2-3 16,0-3-1-16,0-7-7 0,-2 12 2 0,2-12-3 16,0 0 6-16,-1 7 13 0,1-7 1 0,0 0-9 15,0 0 1-15,0 0-6 0,0 0-4 0,0 0-5 16,0 0-9-16,-4-30 3 0,4 18-2 0,3 1-1 15,-1-4-3-15,5 0-3 0,-1-3 2 0,6 3-1 16,-2-2-5-16,3-1 3 0,-4 4-3 0,4 2-4 16,-3 2 0-16,-1 4-4 0,0 0-1 0,0 2-7 0,3 3 0 15,-3 2-1-15,3 2-1 0,-2 2 0 16,-1 0 1-16,-1 5-1 0,2 3 2 0,-2-2-2 16,-1 3 1-16,-3 2 2 0,5 1 3 0,-5-2-4 15,-2-2 3-15,1-2-3 0,-2-2 3 0,0 0-2 16,2-2 0-16,-3-7 3 0,1 9 3 0,-1-9 7 15,0 6 1-15,0-6-1 0,0 0 19 0,3 8 0 16,-3-8 2-16,0 0-6 0,0 0-6 0,0 0 2 16,0 0-4-16,0 0-4 0,0 0 3 0,3-30-2 15,0 22-3-15,5-3-5 0,0 1-8 0,3-5-2 16,1 2-2-16,0-3-3 0,0 2-5 0,3 2 1 16,-4 5-1-16,-1-1 0 0,2 4-2 0,-3 0 3 15,0 2-3-15,0 2-3 0,-9 0 1 0,19 3 2 16,-8 2 1-16,-2 1-1 0,2 1 4 0,-1 6-1 15,2-3 0-15,-2-4 4 0,0 3 1 0,2 2 3 16,2-1 4-16,-5-3-5 0,2-1 6 0,5 1 0 16,-3-5 2-16,7 1 1 0,-1-2 6 0,2-2-6 15,0-2-5-15,9-4 4 0,-6-5-1 0,-6 4-2 16,0 0 3-16,-3 0 0 0,-5 2 0 0,0-4-3 16,0 1 3-16,-2-3-3 0,-1 1 3 0,-1 1-1 15,-1-5 2-15,-2 5 1 0,-2-2 0 0,-1 2 11 16,-1 1-7-16,1 9 1 0,-4-14-5 0,0 10-2 15,-1-2-3-15,5 6-2 0,-19 3-6 0,2 4 3 16,-2 0 5-16,-6 6-9 0,-1 5 4 0,5-3-17 16,6-2-20-16,4 3-24 0,0 2-17 0,5 0-27 15,2 0-41-15,4-3-48 0,8 0-51 0,1 1-207 16,4-5-492-16,3 0 218 0</inkml:trace>
  <inkml:trace contextRef="#ctx0" brushRef="#br0" timeOffset="-134054.78">19208 5767 64 0,'0'-18'295'0,"1"1"-8"16,-1 5 0-16,1 2-27 0,-1 3-13 0,1 2-40 15,-1 5-19-15,0 0-26 0,0 0-15 0,0 0-16 16,0 0-11-16,-11 36-11 0,5-7-3 0,0-3-12 15,-3 6-6-15,3 0-9 0,-4 2-8 0,3-3-9 16,1 1-4-16,0-1-6 0,-1-2-4 0,2 2 6 16,1-2-12-16,2-2-2 0,-2-3-2 0,1 1-10 15,1-10-13-15,1 2-21 0,-1-4-29 0,2-2-25 16,-5-2-30-16,4-3-51 0,1-6-30 0,0 10-27 16,0-10-43-16,-4 4-166 0,4-4-440 0,0 0 195 15</inkml:trace>
  <inkml:trace contextRef="#ctx0" brushRef="#br0" timeOffset="-133647.18">19025 6001 217 0,'0'0'199'0,"0"-9"-10"0,0 9-20 16,5-6-11-16,-5 6-12 0,13-5-10 0,-1 2-5 16,1 1-11-16,8-1-12 0,-1 0-11 0,2 3-6 15,0-1-10-15,-1 1-7 0,1-2-7 0,-1 2-9 16,-2 0-5-16,-6 0-6 0,-3 0-7 0,0 0-5 15,-4 3 0-15,1-3-5 0,-2 4 14 0,0 3 4 16,1-2 4-16,-2 2 8 0,1 3-5 0,-2 0-4 16,-1-1-4-16,2 3-2 0,1-1-3 0,-2 0 0 15,2 3-7-15,0-2 1 0,-1-3 6 0,2 0-14 16,1-1 0-16,-3-2-1 0,2-2-3 0,-6-4 1 0,13 6 0 16,-5-2-4-16,-8-4-1 0,19 1 2 15,-9-1 9-15,-10 0 5 0,20-5 4 0,-11 0 6 16,-2 1 1-16,3-2-5 0,-10 6-2 0,13-12-1 15,-7 4 5-15,3 1-5 0,-3-1 3 0,-1 1 2 16,-1 3 1-16,0-2 0 0,-4 6-2 0,8-7 2 16,-8 7-18-16,5-3-9 0,-5 3 7 0,0 0-20 15,0 0 1-15,0 0 5 0,2 23-5 0,-2-8 5 16,-1 4-2-16,-4 5 1 0,-1 4-2 0,-3 1 2 16,0 0-3-16,0 2-9 0,-3-3-22 0,3 0-19 15,3-1-25-15,-2 1-22 0,-1-1-41 0,0-4-46 16,4-4-44-16,0-3-33 0,1 0-232 0,-1-3-525 15,4-2 232-15</inkml:trace>
  <inkml:trace contextRef="#ctx0" brushRef="#br0" timeOffset="-133377.22">19747 5847 280 0,'1'-16'316'0,"-1"3"-16"0,0 1-20 16,3 5-19-16,-2-1-26 0,-1 8-27 0,1-9-23 16,-1 9-23-16,0 0-20 0,0 0-11 0,0 0-16 15,7 34-7-15,-6-7-9 0,-1 5-5 0,-1 2-12 16,-6 14-3-16,4-14-9 0,0 2-2 0,-2 0-10 16,-2 9-3-16,4-15 3 0,-5 2-12 0,3-1-2 15,0-3 0-15,-2 2-11 0,2-5-3 0,0-1-19 16,4-7-21-16,-3 2-36 0,0-7-34 0,3 4-39 15,-2-4-45-15,1-3-47 0,-1 0-45 0,1-1-196 16,2-8-488-16,-9 8 216 0</inkml:trace>
  <inkml:trace contextRef="#ctx0" brushRef="#br0" timeOffset="-132962.41">19703 6021 131 0,'11'-8'195'0,"-4"1"-1"15,2 3-13-15,0 2-10 0,-1 1-10 0,-8 1-12 16,15 3-11-16,-7 4-13 0,-3 1-9 0,2 0-9 16,-4 3-7-16,2 0-9 0,-2 5-8 0,-3-4-7 15,-1 5-5-15,-1-1-8 0,-3-5-4 0,0 2-4 16,-3 0-7-16,2-2-8 0,-2-3-4 0,1 1-5 16,0-3-3-16,2 0-5 0,1-3 2 0,4-3-2 15,-6 5 0-15,6-5 5 0,-6 3 6 0,6-3-8 16,0 0-1-16,0 0 2 0,0 0-4 0,0 0-1 15,0 0-3-15,25-11-2 0,-6 5-3 0,7 1-2 16,3-5-4-16,1 3 7 0,0 1-1 0,0-1-4 16,-2 1-1-16,0-3-3 0,2 1 2 0,-5-2 1 15,-5 3-1-15,-2-1 0 0,-1-1 0 0,-3 0 2 16,-3 1 1-16,-2-1 11 0,0-5 4 0,-1 5 0 0,-4-2 4 16,1-1 1-16,-2 3 9 0,-3-1 2 15,0 0-5-15,0 3 4 0,0 7-1 0,-2-10-9 16,2 10-1-16,-6-4-10 0,6 4-1 0,0 0 2 15,-21 11-3-15,12-3-3 0,-2 5 0 0,-1 0-1 16,5 4 0-16,-1 0-15 0,2 2-14 0,3-3-22 16,3 2-29-16,3 1-36 0,4-1-38 0,4-2-67 0,0-3-54 15,-2-2-176-15,6 0-472 0,1-3 209 16</inkml:trace>
  <inkml:trace contextRef="#ctx0" brushRef="#br0" timeOffset="-132806.3">20358 6255 137 0,'0'0'273'16,"5"2"-27"-16,-5-2-22 0,0 0-24 0,0 0-22 15,3 7-11-15,-3-7-21 0,2 6-15 0,-2-6-46 16,0 0-61-16,0 0-64 0,-9 16-85 0,9-16-150 16,-8 7-297-16,8-7 131 0</inkml:trace>
  <inkml:trace contextRef="#ctx0" brushRef="#br0" timeOffset="-124976.18">20358 6289 98 0,'0'0'113'0,"0"0"-6"15,0 0-5-15,0 0-10 0,0 0-7 0,0 0-8 16,0-8-8-16,0 8-7 0,0 0 0 0,0 0-3 15,0 0-2-15,0 0-5 0,0 0-1 0,0 0-3 16,0 0-6-16,0 0-3 0,0 0-1 0,0 0 0 16,0 0-12-16,0 0 0 0,0 0-1 0,0 0 2 15,0 0-9-15,0 0 4 0,0 0-3 16,0 0-1-16,0 0-7 0,0 0 3 0,0 0 3 0,0 0-3 16,0 0-5-16,0 0-1 0,0 0 8 0,0 0-8 15,0 0-3-15,0 0 1 0,0 0-1 0,0 0-5 16,0 0-1-16,0 0 2 0,0 0 1 0,0 0-3 15,0 0 2-15,0 0-3 0,0 0-3 0,0 0-5 16,0 0-9-16,0 0-23 0,0 0-15 0,0 0-41 16,0 0-19-16,0 0-90 0,0 0-223 0,0 0 100 15</inkml:trace>
  <inkml:trace contextRef="#ctx0" brushRef="#br0" timeOffset="-124190.42">20771 5904 173 0,'0'-11'197'0,"-3"3"2"0,3 8 3 0,0-15-20 15,0 8-9-15,0 7-5 0,0-11-15 0,0 11-11 16,-1-9-17-16,1 9-13 0,0 0-18 0,0 0-6 16,0 0-17-16,0 0-8 0,0 0-6 0,0 0-3 15,10 24-6-15,-8-6-5 0,2 1-3 0,-2 6-6 16,0 3 0-16,0-3-6 0,-2-1-5 0,1 2 2 16,0-7-2-16,0 5 0 0,-1-3-4 0,0-4-2 15,0-1 0-15,0-4 0 0,-1 1-6 0,0-3 2 16,0-1-4-16,1-1 1 0,0-8 0 0,0 11 4 15,0-11 3-15,-2 9 17 0,2-9 8 16,0 0 9-16,0 0-3 0,-2 5-4 0,2-5 1 0,0 0-5 16,0 0-2-16,0 0-4 0,0 0-2 0,0 0-8 15,0-27-3-15,4 18-1 0,3-2-5 0,5-1-5 16,-1 0-3-16,6 0-4 0,-2 3-1 0,2-1-3 16,-1 5-1-16,2-3 2 0,-6 6-6 0,6-2 9 15,-6 2-14-15,0 5 2 0,1 0-2 0,-4 1 11 16,0 2-11-16,-1 0 2 0,0 0 5 0,-3 6-2 15,-2-3 4-15,-3 6-1 0,-3-5-1 0,-1 2 1 16,-3 2-1-16,-5 0 3 0,2-1 2 0,-3-1 0 16,1-3-4-16,-3 2-12 0,2-2-19 0,1-3-24 15,-5 1-21-15,6-2-21 0,-1-2-39 0,0 1-32 16,3-2-27-16,1-1-28 0,-1-1-130 0,9 0-385 16,0 0 171-16</inkml:trace>
  <inkml:trace contextRef="#ctx0" brushRef="#br0" timeOffset="-123631.6">21087 6046 142 0,'0'0'212'15,"7"-2"-23"-15,-7 2-11 0,0 0-7 0,8 6-5 16,-8-6-21-16,5 11-8 0,-3-2-6 0,1 0-14 16,-1 1-12-16,1 3-3 0,1-1-8 0,0-1-7 15,2 1-7-15,-1-3-4 0,3 2-9 0,-2-1-8 16,1-2-6-16,0-1-2 0,1-1 2 0,3-1-10 15,0-3-1-15,0 2-3 0,-2-2 8 0,3-4-3 16,0-2 2-16,0 2 8 0,-2-2-5 0,1-3 1 16,-1 1-7-16,0-1 3 0,0-2-7 15,1-2 1-15,-1-5-7 0,0 1-1 0,-1 1-3 0,0-1-3 16,-4 4-1-16,0 0 8 0,-1 0 4 0,-1 0 0 16,-1 3-2-16,0 0-4 0,0 4-3 0,-2 4-1 15,2-10-7-15,-2 10-6 0,0 0-3 0,0 0-1 16,0 0-4-16,0 0 1 0,0 0-1 0,0 0-2 15,-1 24-1-15,0-14 0 0,1 2-3 0,1 0 0 16,0 4 3-16,2-6 0 0,3 1 3 0,2 0-5 16,1-1 10-16,1-1 0 0,4 0-5 0,0-1-4 15,3-4 3-15,2 1 1 0,3-3-1 0,-2-3 0 16,-1 2 0-16,2-5 4 0,-2-1-2 0,0 0-2 16,-1-5 4-16,-3 1-3 0,0-5 3 0,1 3-2 15,-1-3-7-15,-3 0 5 0,-2-4-1 0,4-4 1 16,-5-1-4-16,-4 4-1 0,4-5 7 0,-3-1-9 15,-3 1 0-15,-1-1 4 0,0 6-2 0,-2 3-3 16,1 0 1-16,-1 3 5 0,0 4 3 0,0 3 3 16,0 6-5-16,0-9-10 0,0 9-5 0,0 0 2 15,0 0-1-15,0 0 1 0,0 0 3 0,-8 37-2 16,3-12 5-16,-1 1 2 0,0 3 2 0,-1-1 0 16,2 2-4-16,1 0 2 0,0 0 1 0,2-1 1 15,2-1 1-15,-2-2-1 0,6-1 2 0,-3 1-15 16,3-8-19-16,0 0-33 0,-1-3-32 0,1 2-51 15,-3-8-67-15,3 1-45 0,-3 2-197 0,0-3-493 16,-1-9 219-16</inkml:trace>
  <inkml:trace contextRef="#ctx0" brushRef="#br0" timeOffset="-123479.79">21670 5977 152 0,'4'-5'177'0,"3"2"-20"16,2-1-28-16,3 0-44 0,8 2-56 0,0 2-55 16,8 1-92-16,-5-1-126 0,10 4 56 0</inkml:trace>
  <inkml:trace contextRef="#ctx0" brushRef="#br0" timeOffset="-123181.52">22277 6157 2024 0,'0'0'99'0,"16"-3"-21"0,-9-4-21 0,0 0-1 16,-2 2 14-16,4 1 6 0,-3-6-9 0,2 2 2 16,1-1 0-16,-2 0 3 0,2-7-5 0,3 3-7 15,1-3 2-15,-2 2-9 0,-1-2 0 0,2-1-8 16,-2 2-3-16,4-3-7 0,-4 5 5 0,1-2-5 16,-1 2 11-16,-5 3 5 0,-1 1-3 0,1 1 2 15,-2 2-4-15,0 2-4 0,-3 4-9 0,5-6-4 16,-5 6-8-16,5-5-4 0,-5 5-3 0,0 0-1 15,0 0 0-15,0 0-11 0,-13 26 3 0,6-12 0 16,-2 2 2-16,0 1-4 0,3-1 3 0,1 0-6 16,3 1 6-16,1-5-3 0,1 4-1 0,4-5-1 15,1 3-3-15,4-4-17 0,0-1-23 0,4 2-31 16,3-5-29-16,1 1-33 0,3 0-42 0,2-4-51 16,-1-2-54-16,-2-2-157 0,-1-3-475 0,-7 1 209 15</inkml:trace>
  <inkml:trace contextRef="#ctx0" brushRef="#br0" timeOffset="-123032.95">22503 5693 38 0,'-5'-2'149'16,"5"2"-26"-16,0 0-22 0,0 0-31 0,0 0-26 15,0 0-23-15,0 0-30 0,16 15-81 0,-5-11-97 16,11 1 44-16</inkml:trace>
  <inkml:trace contextRef="#ctx0" brushRef="#br0" timeOffset="-122816.7">22970 5650 58 0,'0'-9'241'0,"0"9"-3"0,-3-13-1 0,1 8-3 16,2 5-5-16,-5-9-16 0,5 9-28 15,-4-5-17-15,4 5-23 0,0 0-13 0,-8 18-5 0,1 5 4 16,0 9-3-16,1 0-4 0,-6 14-11 0,0 0-9 15,0 2-13-15,4-13-2 0,1-1-7 0,-1 12-10 16,-1-2-6-16,3-11-4 0,1 1-8 0,-2-1 0 16,5-2-10-16,-3-1-7 0,2-2 2 0,-1 1-25 15,-2-3-32-15,3-6-31 0,1-1-31 0,-4-1-44 16,-1-1-67-16,3-6-51 0,-1 0-227 0,0-4-506 16,-3-1 224-16</inkml:trace>
  <inkml:trace contextRef="#ctx0" brushRef="#br0" timeOffset="-122672.88">22749 6059 2156 0,'8'-10'65'0,"-3"2"3"15,0 1-43-15,-1 2-17 0,1 1-5 0,2 0-12 16,1 0 12-16,5 0-4 0,6-3-4 0,3 4-11 16,7 0-34-16,3-2-44 0,4 1-49 15,1-1-192-15,-2 0-364 0,5 0 162 0</inkml:trace>
  <inkml:trace contextRef="#ctx0" brushRef="#br0" timeOffset="-122457.33">23646 5717 244 0,'3'-10'289'0,"-1"4"-9"16,0 0-29-16,-2 6-23 0,0 0-30 0,2-7-21 15,-2 7-21-15,0 0-1 0,0 0-8 0,-4 33-10 16,2-7-10-16,-5 1-10 0,1 1-13 0,1 3-11 15,1-1-5-15,1-1-13 0,0 0 0 0,-1-2-12 16,2 1-1-16,1-2-9 0,0 0-26 0,1-7-31 16,1 2-27-16,-1-4-31 0,-1 0-39 0,-2-1-36 15,1-5-59-15,-1 0-55 0,1 0-143 0,2-11-428 16,-8 9 190-16</inkml:trace>
  <inkml:trace contextRef="#ctx0" brushRef="#br0" timeOffset="-121577.04">23678 5904 92 0,'17'-13'161'0,"-2"1"-1"0,-2 3 5 15,2-4-4-15,-1 5-2 0,-4-1-2 0,2-3-9 16,-3 3-9-16,-3-1-9 0,2 0-6 0,0 0-1 16,-2 0-4-16,-1 1 2 0,-1 2-6 0,2-3-6 15,-2 4-6-15,-1 2-7 0,-3 4-12 0,5-7-11 16,-5 7-6-16,0 0-10 0,0 0-5 0,0 0-12 15,9 17 6-15,-8-2-12 0,0 6-3 0,1 4 6 16,-2 1-12-16,-2 1 9 0,1-1-11 0,0-1-3 16,-2 0 1-16,1-4-2 0,-2-4 0 0,0-1 0 15,3 1-2-15,-1-6-1 0,0 0-7 0,1-2 8 16,-1-3-5-16,2-6 0 0,0 0 0 16,-2 15 0-16,2-15 0 0,-3 4 2 0,3-4-4 15,0 0 0-15,0 0-5 0,0 0 0 0,0 0-5 16,0 0 3-16,26-17-4 0,-16 11-3 0,-1 2-2 0,1-1 11 15,3 1-11-15,-4 2 1 0,0-1-5 0,2 2 0 16,-3 0-2-16,1 3 6 0,0 0 0 0,4 1-1 16,-3 0 4-16,4-1 6 0,-1 2 4 15,5-1 4-15,-2-2-3 0,2 3 2 0,1-2 2 16,0-1 2-16,1-2-3 0,-2-2-3 0,1 2 0 0,2-6 5 16,-2 2-2-16,-1-1-1 0,-2-3-1 0,0 2-4 15,-1-2 6-15,-5 0-2 0,-1 1 3 0,0 0-4 16,2-3-2-16,-7 2 1 0,2-2-1 0,-3-1 2 15,2 1-6-15,-4-2 3 0,2-4-5 0,-2 6 3 16,0 0-2-16,1 2-1 0,-2 9 2 0,-2-13-4 16,2 13-2-16,0-8-3 0,0 8-1 0,0 0 4 15,0 0-6-15,-20 11 0 0,6 1 1 0,1 2 6 16,-1 0-2-16,-3 5 0 0,5-3-1 0,1 1 1 16,4-4 4-16,0-1-2 0,2-1-2 15,3 1 2-15,2-2 6 0,0-2 0 0,6 0 7 0,-1-1 5 16,3 0 0-16,1-2 1 0,5-3 1 0,-1-1 0 15,6 0-4-15,-2-1 2 0,3-1-4 0,0-4 4 16,-2 2-2-16,0-2-1 0,-2-1 1 0,-4 1-4 16,4-2 0-16,-1 0-4 0,-4 0 4 15,-2-1-4-15,4-2 9 0,-5 2-14 0,0-1 3 0,0 2 1 16,-3 1 2-16,1 3-7 0,-1 0 0 0,-5 3-5 16,6-7-3-16,-6 7 1 0,8-1 1 0,-8 1 1 15,0 0-5-15,7 8 5 0,-7-8 0 0,6 8 2 16,-4-4-2-16,1 2 2 0,-1 0 1 15,-2-6 1-15,8 10 5 0,-2-6 2 0,3 1 1 0,2-4 4 16,-1 1 2-16,1-2 5 0,0-2-3 0,0 2 1 16,-2-1 4-16,1-1 3 0,-2-1-1 0,3-1-4 15,0-1 4-15,-1 1 0 0,-3-1-3 0,0 0 1 16,1-2-6-16,-5 2-2 0,6-1 3 0,-1 0-5 16,-3 2 2-16,0 1-2 0,-5 3 3 0,9-5-13 15,-9 5-2-15,0 0 2 0,12 4-9 0,-12-4 4 16,5 10 1-16,-4 2 5 0,-1 1 5 0,0 3 3 15,-1 4-2-15,-3 3 7 0,-1 4-3 0,-2-1 4 16,0 1-5-16,-1-1-1 0,0 0 0 0,2 1-5 16,-2-4-3-16,5-4-29 0,-1 0-21 0,0 6-33 15,-3-6-45-15,2-3-61 0,1 0-70 0,-2 0-262 16,-3-4-562-16,5 1 249 0</inkml:trace>
  <inkml:trace contextRef="#ctx0" brushRef="#br0" timeOffset="-120628.83">25812 5787 160 0,'-9'-7'234'0,"-7"-3"-18"0,1 3-16 15,0 4-15-15,-2-2-17 0,-12 5-10 0,4 5-8 16,-4 2-22-16,2 6-10 0,-1 3-7 0,-1 3-8 0,6-1-10 15,4 2-11-15,-1 2-7 0,3-2-4 0,3-4-9 16,5 1-6-16,4-3-4 0,1-2-4 16,2 1-5-16,4 3-4 0,0-4 5 0,3-1-8 15,5-2-2-15,-3 0-3 0,4-4-6 0,0 0-2 16,6-3-3-16,-2-1-3 0,3-2 0 0,-1-1-3 0,2-4-1 16,-1 2 2-16,-2-3-6 0,0-4 1 0,-6 6-1 15,7-5 1-15,-4-2-2 0,0 2 3 0,-1-4-5 16,-1 2 7-16,1-3 1 0,-3 0-6 0,1-1 0 15,-5 2-1-15,4 4 9 0,-5 0 5 16,-1 3 0-16,1 1 0 0,-2 1-1 0,-2 5-7 0,4-7-8 16,-4 7 2-16,5-5-4 0,-5 5 2 15,0 0 0-15,4 14-4 0,-4-2 1 0,1 0 2 16,-1 4 0-16,4-4-5 0,-4 4 2 0,3 0 2 16,-1-2 0-16,2-2 3 0,-2 1 0 0,3 1 10 15,1-3-4-15,2 0 4 0,-1 0 2 0,3-3 1 0,-1 1 2 16,5-4 1-16,-1 0 2 0,1-2-1 0,-1 0-2 15,3 0 0-15,-3-3-1 0,-2-2 0 16,1 1-3-16,1-4 2 0,-3 1-3 0,3-1-3 0,-4-2-4 16,2 0 1-16,0-6-1 0,-4 3 0 15,2-5-4-15,0 1-5 0,-4-1-1 0,1 0-2 0,-2-2 0 16,-1 5 4-16,2-4-7 0,-1 3 3 0,1-1 0 16,-5 2 2-16,2 2-2 0,0 1 2 0,-2 3-3 15,2-1-3-15,-2 7-5 0,2-8-2 0,-2 8-1 16,5-5-5-16,-5 5 9 0,0 0-1 15,12 4-5-15,-4 0 5 0,1 4 1 0,5 0-5 0,-5 0 10 16,4 5-9-16,-3 0 7 0,0 1 2 0,1 0 1 16,-3 1-3-16,2 0 4 0,-3-1-7 0,-2-4 7 15,8 4 2-15,-8-3-1 0,3-1 4 16,2-1 2-16,-1-2 2 0,-3 0-2 0,3-1 6 16,3-2 2-16,-1-1 4 0,3-1-2 0,-1-1-2 0,0-1 2 15,1-1 3-15,5-2-3 0,0-4-3 0,-1 1-4 16,-2-1 2-16,0-3 0 0,-1 0 0 0,1-1 0 15,-5-2 0-15,3-2-4 0,-5-2-1 16,-1 1 3-16,1-2-7 0,-3 1-4 0,-2-3-1 16,-4 3 2-16,0-1-1 0,0 3 0 0,-2 3 0 0,0 2-2 15,-2 1 10-15,2 2-10 0,-2 1 2 0,4 6-2 16,-9-4-3-16,9 4 3 0,-20 12-2 16,6-1 4-16,0 1-2 0,-3 7 2 0,5-2 0 15,1 5-1-15,3-4-10 0,3-2-23 0,1 5-20 16,4-4-26-16,0-1-36 0,4 1-44 0,5-1-40 0,0 0-40 15,0-2-151-15,4-3-428 0,0 0 189 0</inkml:trace>
  <inkml:trace contextRef="#ctx0" brushRef="#br0" timeOffset="-120361.98">26838 5979 248 0,'3'-7'259'0,"-1"-2"-8"0,0-1-7 0,-2 2-16 16,1-3-16-16,-1 2-13 0,0-1-9 16,-1 1-10-16,-1-1 3 0,2 10-5 0,0-14-14 15,0 14-7-15,2-13-14 0,1 3-12 0,3 1-14 0,-4 0-19 16,5 1 0-16,-1 0-14 0,2 1-11 16,1 2-11-16,1 0-2 0,0 3-13 0,-1 1-10 0,4 2-2 15,-1 1-4-15,-1 3-4 0,-1 0-4 0,0 2-1 16,-1 1 0-16,0-1-17 0,0 3-14 15,0 1-24-15,0 4-17 0,-5-4-26 0,3-1-39 0,-6 2-49 16,1-2-68-16,2 0-48 0,-4-10-196 16,0 17-513-16,0-17 227 0</inkml:trace>
  <inkml:trace contextRef="#ctx0" brushRef="#br0" timeOffset="-119916.89">27301 5838 69 0,'0'0'243'0,"0"0"-9"16,0 0-9-16,0 0-15 0,0 0-6 0,-13 16-17 15,6-6-13-15,1 0-17 0,-2 1-14 0,4 0-16 16,1 2-9-16,-3-3-14 0,4 2-11 0,2-3-6 16,2-1-7-16,-2 1-9 0,2 1-7 0,2-4-2 15,-1 0-4-15,3-2-4 0,2 1-3 0,1-4-5 16,1 1-2-16,0-2-2 0,3-2 1 0,-4 1-6 15,3-4-1-15,-4 1-4 0,3-2 1 0,-4 0 1 16,-2-4-5-16,3 3-5 0,-5-3 2 0,1-1 4 16,-4-3-4-16,-2 3-3 0,-2-5-14 0,-3-2-11 15,0 1 3-15,-2 2-7 0,-2 0 2 0,2 2-3 16,-1 4-13-16,-2 1-19 0,3 2-17 0,-5 1-22 16,3 3-30-16,-1 1-39 0,-1 0-36 15,7 3-46-15,6-2-180 0,-14 2-443 0,13 2 197 0</inkml:trace>
  <inkml:trace contextRef="#ctx0" brushRef="#br0" timeOffset="-119710.77">27616 5711 1 0,'11'-12'297'0,"-3"-3"-18"16,-5 4-9-16,4 1 8 0,-5 0-7 0,3 3-2 16,-3 1-8-16,0 0-22 0,-2 6-30 0,5-6-23 15,-5 6-19-15,0 0-22 0,0 0 0 0,2 31 2 16,-7-6-14-16,3 2-13 0,-3 3-7 15,-1-1-14-15,1 3-1 0,1-3-7 0,-1-3-10 16,1 4-9-16,3-3-7 0,-2-1-13 0,3 1-28 0,0-8-39 16,1 5-33-16,2-6-48 0,1-3-44 0,-4-2-64 15,2-3-80-15,-2 1-271 0,0-11-600 0,0 0 266 16</inkml:trace>
  <inkml:trace contextRef="#ctx0" brushRef="#br0" timeOffset="-119561.95">27544 5845 205 0,'2'-7'262'0,"-2"7"-23"16,5-9-20-16,-3 3-26 0,3 1-20 0,1 1-20 15,5-1-14-15,5 0-23 0,2 0-33 16,11-1-46-16,5-1-54 0,2 1-58 0,2 1-56 0,0 2-135 16,14-1-289-16,-14 2 128 0</inkml:trace>
  <inkml:trace contextRef="#ctx0" brushRef="#br0" timeOffset="-119371.15">28382 5701 106 0,'6'-6'265'0,"1"-1"3"0,-3 3 2 15,1-1 0-15,-1 2-5 0,-4 3-15 0,9-6-19 16,-9 6-31-16,0 0-20 0,0 0-21 0,0 0-16 16,0 0-9-16,3 19-15 0,-6-5-12 15,1 3-5-15,-5 1-10 0,3 0-10 0,-1 6-4 16,-1-5-11-16,1-2-12 0,3 2-23 0,-2-1-24 0,1-1-31 15,2 1-30-15,0-2-53 0,1-3-55 0,1-3-64 16,0 0-262-16,2-4-525 0,-3-6 233 0</inkml:trace>
  <inkml:trace contextRef="#ctx0" brushRef="#br0" timeOffset="-119209.73">28382 5511 2418 0,'-3'-18'82'0,"1"3"-12"0,1 5-38 16,0-1-30-16,-1 4-32 0,1 1-28 0,1 6-9 16,0 0 11-16,0 0-15 0,0 0-24 0,0 0-45 15,19 13-41-15,-6-1-137 0,10 4-344 0,1 1 152 16</inkml:trace>
  <inkml:trace contextRef="#ctx0" brushRef="#br0" timeOffset="-118632.74">28867 5713 95 0,'0'0'242'0,"0"0"-14"0,0 0-4 0,0 0-3 16,-20-13-15-16,8 13-9 0,-1 1-11 0,-2 3-12 15,-4 0-5-15,-6 5-8 0,1 1-14 0,4-1-16 16,3-1-10-16,1 2-10 0,4 2-16 0,-1 0-5 16,3 0-10-16,1-1-8 0,6 0-6 0,-1-3-4 15,2 3-13-15,0-2-3 0,5 1-1 0,1-2 0 16,2 0-4-16,2 0-3 0,2-2-10 0,2-2 0 15,0-1-7-15,1 1-5 0,0-4 3 16,1-3-5-16,1 0 2 0,-2-1-8 0,-3-2 0 0,7-2 1 16,-7-1-2-16,-1 0-1 0,1-6-3 0,-1-2 4 15,0 0-3-15,-2-2 0 0,4-7 3 0,-2-1 4 16,-2 1 2-16,1 0-3 0,0-1 6 0,1-5-6 16,-1 3 5-16,-1-1-6 0,0 4 33 0,-2 1-11 15,-1 8 17-15,-2 4-1 0,-1 3 9 0,1 3-9 16,0-1 2-16,0 2-14 0,-2 6-6 0,3-6-11 15,-3 6 2-15,0 0 2 0,0 0-9 0,-1 27-2 16,0-2-3-16,-4 1 1 0,0 6 0 0,1 0-5 16,2 0-1-16,-3 1 6 0,4-2-2 0,0-2-6 15,-2-1 4-15,7-1 5 0,0-8-2 0,-2 0-2 16,5-2 4-16,-1 0-1 0,2-1-2 0,0-6 4 16,2 4-7-16,1-3 5 0,2-5 4 0,0-1 11 15,3 0-13-15,-1-5-1 0,4 0 0 0,-2-3-8 16,4-1 1-16,-2 0 2 0,-1-5-1 15,3 1-1-15,2-7-6 0,-11 3-10 0,2-3 5 0,3-4 1 16,-2-2-2-16,-2-1-1 0,-4-1 1 0,-1 5-7 16,-2 0 6-16,-3 0-2 0,-2 4 0 0,-2 2 1 15,-1 1 2-15,0 2 0 0,-2 2 2 0,-2 3 2 16,6 4-5-16,-18 1 2 0,4 3-3 0,-3 5-1 16,-2 1 7-16,-4 6-6 0,2-1 4 0,6 0 4 15,2 0-13-15,2 1-32 0,2 0-31 0,4 1-32 16,2-1-26-16,3 2-45 0,3-4-39 15,5 1-48-15,2-3-32 0,-3-1-155 0,6 0-493 0,2-4 218 16</inkml:trace>
  <inkml:trace contextRef="#ctx0" brushRef="#br0" timeOffset="-118436.04">29312 5857 142 0,'4'-10'212'16,"4"-4"-10"-16,-2-1 2 0,2-1-1 0,0-3-4 15,2-4-10-15,0 5-2 0,-2 1 2 16,1 0-5-16,-1 4-6 0,-2 2-11 0,0 4-10 0,-2 0-16 15,-1 4-6-15,-3 3-27 0,7-6-16 0,-7 6-7 16,0 0-10-16,12 9-8 0,-10-1-7 0,1 3-6 16,-3 2-4-16,0 3-5 0,0 0-4 0,0 1-1 15,-1-1-16-15,-1 0-25 0,2 2-36 0,0-3-37 16,-1-3-51-16,0 0-66 0,2-3-59 16,-2-1-209-16,1-8-497 0,0 0 220 0</inkml:trace>
  <inkml:trace contextRef="#ctx0" brushRef="#br0" timeOffset="-118207.18">29705 5491 292 0,'2'-12'325'0,"1"2"-1"0,-1 1-4 16,0-1-13-16,-1 5-34 0,-1 5-27 0,1-7-39 15,-1 7-20-15,0 0-13 0,0 0-18 0,-2 32-6 16,-2-13-7-16,1 8-13 0,-3 3-16 0,2 0-8 15,0 1-4-15,4 0-12 0,0 1-10 0,-2-1-2 16,-1-3-9-16,5 0-5 0,-4-3-8 0,2-5-37 16,0-1-39-16,0 0-39 0,2-2-44 0,-4-4-50 15,2-2-73-15,2-1-61 0,-1-5-241 0,-1-5-571 16,0 0 253-16</inkml:trace>
  <inkml:trace contextRef="#ctx0" brushRef="#br0" timeOffset="-117964.83">29618 5722 207 0,'0'-11'237'0,"0"11"-18"16,2-10-17-16,4 5-12 0,-1 0-15 0,4 0-6 15,3 0-17-15,4-2-11 0,2 2-15 0,2-1-2 16,7 0-19-16,0 0-10 0,-5 2-10 0,4 0-6 16,-4 2-10-16,-1-1-4 0,-2-1-10 15,-5 4-2-15,0 0-7 0,-3 0-4 0,-2 0-10 0,3 2-2 16,-5 0-4-16,0 6 0 0,0-1 2 0,-3 4 4 15,0-1-1-15,-1 2 4 0,-1 0-2 0,-2 1-3 16,-1 3 0-16,-2 1-1 0,1-2-9 0,1-2-40 16,-2-2-38-16,-2 2-55 0,4-3-63 0,-2 0-79 15,3-10-145-15,-4 16-432 0,4-16 191 0</inkml:trace>
  <inkml:trace contextRef="#ctx0" brushRef="#br0" timeOffset="-117802.97">30080 5499 2325 0,'-5'-19'54'0,"2"2"1"0,-1 5-26 15,1 2-16-15,1 0-14 0,-1 4-11 0,1 1-10 16,2 5-3-16,0 0-15 0,0 0-40 16,-16 11-60-16,14-1-60 0,1 2-126 0,1-12-354 0,11 22 157 15</inkml:trace>
  <inkml:trace contextRef="#ctx0" brushRef="#br0" timeOffset="-117604.86">30366 5602 216 0,'-6'2'276'0,"-1"0"-3"16,-3 4 5-16,-1 1-12 0,-4 5-4 15,0 0-22-15,-4 5-16 0,4-3-15 0,1 1-25 0,4 2-14 16,-1 1-24-16,1-3-11 0,4 2-16 15,1 0-8-15,3-1-16 0,3-3-25 0,3 1-39 16,4 2-31-16,3-3-42 0,3-1-55 0,4-1-67 0,9-5-59 16,1 1-241-16,-2-2-502 0,3-4 223 0</inkml:trace>
  <inkml:trace contextRef="#ctx0" brushRef="#br0" timeOffset="-117249.16">30648 5686 58 0,'0'-10'232'0,"-1"-1"1"15,-3 2 0-15,1 1-7 0,-2 2-15 0,-5 2-12 16,-4 4-19-16,-5 3-6 0,0 2-3 0,-11 6-7 16,2 2-9-16,3 3-20 0,0-2-9 15,5 1-14-15,3-1-9 0,6-1-14 0,2-2-7 16,2-1-14-16,2 2 2 0,3 0-8 0,0 0-7 0,4-2-21 16,2-1-3-16,-1 0-5 0,5-2-7 15,2-3 0-15,2 1-5 0,-1-2-1 0,1-3-2 16,-2-1-2-16,3-1 2 0,-2 0-5 0,0-2 5 15,-1-1-6-15,0 0 11 0,0-4-11 0,0 2 8 16,-3-2 3-16,-1 2 3 0,1-3-2 0,-1 0 9 16,2 2 8-16,-5 0 19 0,1 2-7 0,1 0 16 0,-5 6 3 15,6-6-6-15,-6 6-9 0,2-5-7 0,-2 5-8 16,0 0-2-16,0 0-3 0,0 0-9 16,0 0-1-16,0 0 0 0,1 21 1 0,-2-11-5 15,-1 0 2-15,0-1-1 0,2 2-3 0,2 0 0 16,1-1-24-16,2 0-25 0,3 0-26 0,-1-1-38 0,3 0-40 15,1-2-46-15,6-1-74 0,1-2-72 0,-5-3-172 16,6-1-542-16,-6-1 239 0</inkml:trace>
  <inkml:trace contextRef="#ctx0" brushRef="#br0" timeOffset="-117052.24">30961 5495 179 0,'3'-12'341'0,"-1"7"-6"0,1-1-17 15,-3 6-27-15,1-9-37 0,-1 9-28 16,0 0-22-16,0 0-16 0,0 0-11 0,0 28 10 16,-5-3-8-16,1 2-11 0,2 1-7 0,-1 3-24 15,-2 1-11-15,1 1-10 0,3-1-12 0,-2 0-8 0,3-2-24 16,3-2-49-16,-1 1-71 0,1 0-61 16,-3-1-66-16,1-10-104 0,-3 0-267 0,0-2-590 15,-4-1 261-15</inkml:trace>
  <inkml:trace contextRef="#ctx0" brushRef="#br0" timeOffset="-116293.45">8715 6765 59 0,'-6'-4'258'0,"1"-1"-3"15,-5-1-20-15,1 3-12 0,-2 1-12 16,0 1-19-16,0 4-9 0,-5 6-10 0,1 5 3 15,-4 11-7-15,-7 20 4 0,3 7 5 0,-9 28-5 16,9-1-10-16,8-22-13 0,3 0-10 0,2 0-14 0,4-5-17 16,-2-3-9-16,4 2-6 0,6-5-9 0,-1-11-12 15,3-1-16-15,8 12 4 0,3-3-1 0,-2-12-20 16,6-4-26-16,2 1-30 0,2-2-32 0,4-5-47 16,-1-1-59-16,4-2-73 0,2-3-84 15,-2-1-203-15,0-5-555 0,-2-3 246 0</inkml:trace>
  <inkml:trace contextRef="#ctx0" brushRef="#br0" timeOffset="-116035.02">9217 7131 3057 0,'-8'-38'6'0,"1"8"11"0,0-2 20 0,-1 7 17 16,4 8-2-16,-1 1-5 0,1 7-6 0,2 0-7 15,-1 0-14-15,3 9-7 0,-1-5-3 0,1 5 0 16,0 0-1-16,0 0 6 0,8 47 5 16,-6-19 6-16,1 7 0 0,-1 11-1 0,2-1-2 0,4 0-3 15,-5-9-3-15,0-3-3 0,1 4 4 0,-1-3 0 16,2-1 0-16,-1-2-2 0,-1 0-11 0,2-3-23 16,-1-2-28-16,-1-1-31 0,-3-7-42 0,0 1-46 15,0-8-49-15,-2 0-58 0,-1-1-188 0,-2-4-498 16,0 1 220-16</inkml:trace>
  <inkml:trace contextRef="#ctx0" brushRef="#br0" timeOffset="-114856.77">9228 7243 1 0,'4'-8'181'0,"2"0"-17"0,2-1-16 15,2 0-7-15,-4 0-8 0,2 2-8 0,-1 0-16 0,0 0-5 16,2-1-11-16,-1 1-8 0,0 0-13 15,2 0-3-15,-3 0-4 0,1 2-6 0,0-2-6 16,-2 3 3-16,2-4 2 0,-3 3-1 0,-1 1 7 16,2-4 5-16,-2-1-4 0,1 4 2 0,-2-5-1 15,-1 6 3-15,-2 4 4 0,5-10-2 0,-1 5-4 16,-4 5-7-16,3-6-4 0,-3 6 9 0,4-7-8 16,-4 7-10-16,0 0-5 0,0 0-5 0,0 0-4 15,15 19-2-15,-9-5 6 0,-1 6 3 0,4 3-1 16,0 5-3-16,-4-1-2 0,-1 1-4 0,4-1-2 0,-2 1-2 15,2-2-3-15,-4-2 5 0,1 1-7 16,-1-8-2-16,0 1 1 0,1-2-4 0,-3-5-1 16,2 6-7-16,-4-7-5 0,1-1 1 0,2 0-6 15,-3-2 0-15,0-7-1 0,0 11 2 0,0-11 4 0,0 7-1 16,0-7-3-16,0 0 3 0,0 0-3 0,0 0 0 16,0 0 3-16,0 0 1 0,0 0-3 15,0 0-2-15,9-19-1 0,-9 19 2 0,6-6-3 16,-2 2-2-16,-4 4-1 0,10-5 0 0,-5 4-1 15,-5 1 3-15,15 3-1 0,-5 0-2 0,0 1 3 0,1-1 2 16,3 0-1-16,-2 1 0 0,6 1 2 0,-5 1 0 16,6-4 1-16,-1 1 2 0,1 1 3 0,1-4-1 15,-2-2-2-15,3 2 4 0,0-5-3 0,0 1 1 16,-2-3 3-16,-1 1 0 0,1 0 2 16,0-1-4-16,-5-1 3 0,1-2 0 0,-4 3 0 0,-1-3 0 15,-2 1 6-15,-1 0-3 0,-2-2 5 0,1 1-3 16,-1-1-1-16,-1-2 0 0,2 1 0 0,-4-4 1 15,2 2-5-15,-2-3-1 0,-4 6-1 0,1-2-1 16,0 2-1-16,1 0 5 0,-3 4 5 0,3 7-6 16,-2-12-5-16,2 12 1 0,-7-7-5 0,7 7 0 15,-10 0-2-15,10 0 0 0,-17 12 2 0,5-2 0 16,1 8-1-16,-3-3 0 0,5 3 0 0,0 5-2 16,1-6 0-16,4 1 0 0,0-4 3 0,5 5 5 15,2-7 0-15,4 3 3 0,1-1 12 0,0-3 2 16,7-1 4-16,-2 0 1 0,3-4 7 0,1 3-6 15,3-5 5-15,0 0-7 0,-2-2 3 0,4-2-3 16,-2 0 0-16,3-3-2 0,5 0-3 0,-8-1-1 16,-2 1-3-16,0-5-2 0,0 4 0 0,-7-3-1 15,7-1 0-15,-8 0 1 0,2-4-3 0,-2 1-5 16,3 0 9-16,-4-4-3 0,0-1-7 0,-3 3-3 16,-1-3-4-16,-1 1 0 0,-1-2 1 0,-2 1 1 15,0 6 1-15,-1-6 0 0,-2 4 8 0,1 1-11 16,-1 4 5-16,0-1-3 0,2 8-4 0,-4-10 2 15,1 6 4-15,3 4-9 0,-10-6 2 0,10 6-2 16,0 0 1-16,-15 16-1 0,8-6-2 0,-3 5 6 16,3 1 1-16,0 1-2 0,2-2 0 0,0 2 1 15,0 1 2-15,4-3-6 0,-1-2 8 0,2 2-3 16,2-1 3-16,0 3-1 0,1-6-2 0,2-2 4 16,-2 2 2-16,4-1 0 0,1-3 0 0,1 0 1 15,-1-3 4-15,3 3-4 0,-2-3 2 0,2 0 0 16,1 1 2-16,-1-5-2 0,3 0 4 0,-2 2-8 15,6-4 5-15,-2 0-2 0,1 1-1 0,2-5 4 16,-1 0 3-16,0 0-4 0,0-1-3 0,0-2 0 16,-3-1 1-16,3 1-2 0,-5-5 4 0,1 3 1 15,-1-4 0-15,-2 2-5 0,-1-1 5 0,1-1-5 16,-8 2-2-16,2 0 0 0,-2 2 2 0,1-1 3 16,-2 2 0-16,0-2 9 0,-1 3 0 0,0 0 8 15,0 3-5-15,1-2 1 0,-2 8 3 0,1-8-3 16,-1 8 0-16,-1-9-3 0,1 9-8 0,0 0 1 15,1-7-4-15,-1 7-4 0,0 0 1 0,0 0 1 16,13-2-3-16,-13 2 2 0,11 2-7 0,-11-2 6 16,14 7-2-16,-4-2-2 0,-1 1-4 0,-2 0 0 15,-1 2 9-15,4 1-4 0,-2 0 2 0,-1-3 0 16,-1 6-3-16,3-4 3 0,-4 4-5 0,0-3 3 16,0 2-1-16,-2-1-4 0,2-1 6 0,0 2-6 0,0-3 9 15,-1 2-6-15,0-1 5 0,0-1-4 0,-2 0 4 16,2-2 0-16,2-1 0 0,-3 2-11 15,-1-1-24-15,-2-6-23 0,3 9-27 0,0-5-34 16,-3-4-42-16,0 0-46 0,1 9-48 0,-1-9-39 16,0 0-178-16,0 0-509 0,0 0 225 0</inkml:trace>
  <inkml:trace contextRef="#ctx0" brushRef="#br0" timeOffset="-114681.33">10268 6981 148 0,'-5'-3'277'0,"5"3"-29"0,-5-5-28 0,5 5-22 16,0 0-30-16,0 0-45 0,0 0-64 0,0 0-74 16,0 0-86-16,22 10-121 0,-11-10-239 0,3 0 107 0</inkml:trace>
  <inkml:trace contextRef="#ctx0" brushRef="#br0" timeOffset="-114127.58">11629 6965 6 0,'0'-12'327'0,"0"2"-21"0,0 1-22 0,0 9-26 15,-1-12-31-15,2 5-25 0,-1 7-22 0,0 0-24 16,0 0-10-16,0 0-17 0,6 39-11 0,-4-8-9 16,-2 5-9-16,1 16-10 0,-3-3 0 0,1 3-8 15,-3-3-11-15,6-14-6 0,-2-2-4 0,2-1-9 16,-1-1-3-16,3-5-7 0,-2 0-2 0,0-9-4 16,0-1-3-16,1-5-2 0,-2 0-5 15,0-2 1-15,0-1-2 0,-1-1 1 0,0-7 5 0,2 10 16 16,-2-10 1-16,0 0 6 0,0 0-7 0,0 0 0 15,0 0-2-15,0 0 4 0,0 0-7 0,0 0-2 16,0 0-5-16,-4-35-4 0,12 17 10 0,0-5-15 16,5-3-8-16,2 4-2 0,4-1-10 0,2 0 10 15,1 2-6-15,-2 4-1 0,-1 7-2 0,1 0-3 16,-9 4-7-16,7 2-3 0,-5 2 1 0,0 4 0 16,-1 2-2-16,-1 3-1 0,1 2 6 0,-3 3-2 15,3 2-1-15,-3 2 4 0,-1 0-3 0,-2 1 4 16,-1 1-15-16,-1-1-28 0,-2 0-27 0,0-6-37 15,-4 7-46-15,2-3-57 0,2-6-55 0,-1 4-260 16,-1-2-569-16,0-4 251 0</inkml:trace>
  <inkml:trace contextRef="#ctx0" brushRef="#br0" timeOffset="-113848.92">12268 7169 289 0,'-9'-13'319'0,"5"2"-12"0,-3 1-12 0,3 6-17 0,-1-2-24 16,5 6-20-16,-9-3-25 0,9 3-13 16,-13 13 15-16,3 5-16 0,0 6-8 0,-1 2-13 15,1 3-14-15,3 0-12 0,-1 5-5 0,1-4-3 0,-3 2-27 16,4-2-1-16,1 3-11 0,2-1-8 16,0-2-5-16,-1-2-3 0,-1 4-7 0,2-2-2 0,-1-2-7 15,2-3-7-15,-1 1-7 0,0-7-5 0,2 7 1 16,-3-9-9-16,4 1-5 0,0 0 2 0,0-3-10 15,-2-4-23-15,2-2-11 0,0-1-24 0,0-8-36 16,2 13-39-16,-2-7-33 0,0-6-30 0,-4 8-40 16,4-8-74-16,0 0-71 0,0 0-245 0,0 0-646 15,0 0 286-15</inkml:trace>
  <inkml:trace contextRef="#ctx0" brushRef="#br0" timeOffset="-113707.91">11927 7541 190 0,'6'-8'197'0,"1"4"-19"0,-2 0-20 0,6-1-14 16,1 3-15-16,1-2-13 0,3 0-15 0,4 1-44 15,0 2-57-15,3-1-57 0,3 1-146 0,-5-1-219 16,1 1 98-16</inkml:trace>
  <inkml:trace contextRef="#ctx0" brushRef="#br0" timeOffset="-113426.97">12295 7576 240 0,'0'0'246'0,"0"0"-13"0,16-6-6 16,-9 4-11-16,1-3-7 0,2 1-11 0,1-4-15 15,0 2-13-15,1-3-12 0,3 1-11 0,1-2-4 16,-3-2-12-16,2 3 1 0,-5 1 0 0,-3 0-9 16,-1-1 1-16,2 0-5 0,-2 0-8 0,-3-1-5 15,3 1 6-15,-4-1-9 0,-2 4-2 0,0 6-9 16,-2-14-4-16,2 14-16 0,-6-10-2 0,1 8-10 15,5 2-6-15,-14 3-14 0,1 3 1 0,-1 2-5 16,-3 4-5-16,2 3 1 0,2 0 1 0,-1 0-11 16,8 3-2-16,-2-3-5 0,3 3 4 0,3-3-7 15,4-3-8-15,2 3-24 0,5 1-12 0,3-2-33 16,9-1-23-16,-2-3-28 0,8-1-46 0,4 2-62 16,1-8-68-16,6 1-48 0,-2 0-171 0,16 1-555 15,-12-5 246-15</inkml:trace>
  <inkml:trace contextRef="#ctx0" brushRef="#br0" timeOffset="-113046.58">12787 6942 2654 0,'14'-35'53'0,"-5"6"44"0,-5 2 25 0,3 11-24 16,-3 4-18-16,1 2-12 0,-4-1 21 0,0 5-20 16,0 1-22-16,-1 5-4 0,0 0-7 15,0 0 10-15,0 0 19 0,8 40 41 0,-8-6-1 16,0 23 4-16,-2-1-26 0,0 30 10 0,-5-27-3 0,2 23-9 15,-1-23-2-15,3-3-6 0,-3 1-2 0,1-1 0 16,5-3-11-16,-2-1-3 0,0-7-6 0,6 5-3 16,-4-14-5-16,9 10-5 0,-5-12-4 0,1-1-2 15,2 1-1-15,-2 0-4 0,1-5-32 0,-1 1-13 16,1-2-49-16,-2-2-45 0,0-9-28 0,-2 2-36 16,0-4-47-16,-2-4-63 0,4 1-50 0,-2-4-262 15,-2-2-647-15,0-6 285 0</inkml:trace>
  <inkml:trace contextRef="#ctx0" brushRef="#br0" timeOffset="-112788.45">13088 7387 3012 0,'7'-26'87'15,"-1"2"-27"-15,-4 5-6 0,4 3-18 0,-6 3 3 16,4 4-10-16,-4 3 5 0,0-1-6 0,0 7-2 0,4-10-9 15,-4 10-2-15,0 0 0 0,0 0 7 16,0 0 9-16,9 32 8 0,-5-7 2 0,-4 4 6 16,0 2-2-16,1 0 6 0,-1-3-9 0,0 3 2 15,-1-2-1-15,2-2-5 0,-1 1-6 0,0 0 5 16,0-4-6-16,-1-6-1 0,1 0-15 0,3 0-36 16,0-3-37-16,-3 2-47 0,0 0-56 0,-3-8-64 15,3-2-61-15,-2 2-245 0,2-9-575 0,-3 10 254 16</inkml:trace>
  <inkml:trace contextRef="#ctx0" brushRef="#br0" timeOffset="-112433.05">13117 7274 22 0,'9'-19'274'0,"1"3"-6"0,-1 2-12 0,1 1-15 15,-1 4-10-15,1 1-18 0,7-1-22 16,-7 6-19-16,-1 0-18 0,-1 2-15 0,2 2-13 0,1 1-13 15,-2 2-10-15,2 2-10 0,-2 1-9 16,0 0-8-16,0 4-5 0,-2-1-8 0,-3 2-4 16,-2 4-6-16,-1 0-9 0,-2 2-1 0,-3-1-12 0,-3-1-13 15,-2 1-8-15,2-2-11 0,-1 1-13 16,-2-3-11-16,-1 0-12 0,5-2-16 0,1-3-6 16,-2 0-19-16,3-2-2 0,1 0 2 0,3-6 4 15,0 10 10-15,0-10 10 0,7 10 1 0,0-4 6 0,2 0 5 16,0-1 2-16,2 0 6 0,-2 1 10 0,2 1-6 15,-1 0 7-15,-2 0 3 0,1-1 13 0,-4 2 7 16,1-4 6-16,-1 2 9 0,-4 1 11 0,-1-7 9 16,2 7 6-16,-2-7 8 0,-3 13-5 0,1-7-6 15,-7 1-6-15,2-2-1 0,-2 1-2 0,-3-2-10 16,2 1-35-16,-1-1-36 0,-3 0-67 0,1-1-98 16,-1-2-145-16,1 0-393 0,-1-2 174 15</inkml:trace>
  <inkml:trace contextRef="#ctx0" brushRef="#br0" timeOffset="-111924.46">13807 7607 120 0,'0'0'283'0,"7"-4"-30"0,-7 4-30 0,0 0-22 15,0 0-16-15,0 0-20 0,0 0-19 0,0 0-14 16,-8 22-12-16,0-5-12 0,-3 5-34 0,-1-5-44 0,-5 7-48 16,3-2-61-16,-1-2-52 0,0 2-171 15,3-7-328-15,1 0 146 0</inkml:trace>
  <inkml:trace contextRef="#ctx0" brushRef="#br0" timeOffset="-111080.66">14434 7264 42 0,'0'-14'214'0,"0"7"-2"0,-2 0-2 15,2 7-4-15,-4-13-5 0,1 5-12 0,3 8-3 16,-3-10-15-16,-1 4-12 0,4 6-19 0,-5-7-7 16,5 7-17-16,-8-8-15 0,4 5-10 0,4 3-5 15,-10-4-13-15,10 4-5 0,-7-3-8 0,7 3-9 16,-7-1-4-16,7 1-4 0,0 0-3 0,-11-3-4 15,11 3-2-15,0 0-4 0,0 0-5 0,-9 0 4 16,9 0-5-16,0 0 0 0,0 0 4 0,0 0 0 16,0 0-3-16,0 0 1 0,-5-5 0 0,5 5-5 15,0 0 6-15,0 0-10 0,0 0-2 0,0 0 0 16,0 0-2-16,0 0-4 0,0 0 4 0,14-8-1 16,-14 8-3-16,0 0-1 0,0 0-1 0,0 0 0 0,0 0 0 15,11-3-3-15,-11 3-1 0,0 0 2 16,0 0-4-16,0 0 0 0,0 0 2 0,0 0-3 15,0 0 2-15,0 0-3 0,0 0 0 0,0 0 5 16,-13 20-5-16,4-10 2 0,-2 5-1 0,-7 4 4 0,3 4 0 16,-2 1-4-16,0-2 0 0,0 2 5 0,-1 1-6 15,7-1 1-15,-4-3 10 0,6-2-9 0,0-2 2 16,6 1-3-16,-1-3 3 0,2-1 0 16,4 1-3-16,1-3 2 0,1 1 2 0,6 1-2 15,3-3-2-15,-3-4 6 0,8-1 2 0,-6 0 0 0,8-3-1 16,0-1-5-16,0-1 4 0,-1-1 0 0,-7-1 2 15,9-3-2-15,-4-1-1 0,-3 0 14 16,-3 1-11-16,4-7-1 0,-4 3-2 0,-1-4 1 16,0-4-1-16,-1 0 0 0,-5-1-4 0,4 0 12 0,-7-2-1 15,1-7-12-15,0 7 1 0,-2-1-1 0,0 2 27 16,0 1-3-16,-4 0 5 0,4 4 14 0,0 4 11 16,0 0 0-16,-1 3-4 0,1 6-2 15,0-10-23-15,0 10-2 0,0 0-7 0,0 0 3 0,0 0-1 16,0 0-6-16,-3 38 2 0,3-20-4 0,0 3 1 15,1 2 7-15,-2 3-7 0,1 0-2 0,3-1-5 16,-2-7 5-16,3 6-25 0,2-3-18 0,-2-6-28 16,0 3-33-16,1-4-29 0,-1-2-57 0,0-2-59 15,2-1-48-15,-2 0-221 0,1-3-549 0,-1-3 244 16</inkml:trace>
  <inkml:trace contextRef="#ctx0" brushRef="#br0" timeOffset="-110763.2">14708 7365 91 0,'2'-4'235'16,"-2"4"-19"-16,0 0-8 0,0 0-4 0,0 0-12 15,0 0-4-15,5 17-6 0,-6-6-10 0,0 0-16 16,-2 2-8-16,1 2-12 0,-1 2-10 0,1-5-16 16,2 3-5-16,-2-2-10 0,1-3-12 0,0-4-8 15,1-6-7-15,-1 13-1 0,-1-9-5 0,2-4-2 16,-2 7 5-16,2-7 16 0,0 0-8 0,0 0 4 15,0 0-16-15,0 0-7 0,0 0-1 0,0 0-3 16,7-28-8-16,-3 19-4 0,6-6-2 0,-1-1-8 16,7-4-9-16,-1-3-4 0,7 1-2 0,-4 1-3 15,3 2 1-15,1 4-4 0,-4 3 0 0,-2 2-4 16,-1 3-3-16,-1 2-6 0,-5 2 1 0,0 5-1 16,2 2 0-16,-2 0 1 0,-1 5-2 0,-2 1 4 15,2 3-2-15,-3 0-16 0,1 3-19 0,-3 3-34 16,-1-2-30-16,0-1-52 0,0 0-51 0,3-1-42 15,-2-2-223-15,-1-3-510 0,4-1 225 0</inkml:trace>
  <inkml:trace contextRef="#ctx0" brushRef="#br0" timeOffset="-110360.54">15254 7348 111 0,'-5'-12'260'16,"2"3"-1"-16,-5-3-11 0,3 3-9 0,-4 2-16 15,0 3-20-15,-2 2-16 0,-2 4-14 0,0 0-14 16,-2 7-12-16,-2 3-11 0,2 2-12 0,3 2-12 16,-3 4-10-16,5-5-5 0,1 2-11 0,4-2-7 15,-3 2-12-15,7-2-1 0,-1 1-5 0,2-3-11 0,4-2-4 16,3-1-1-16,2 3-5 0,-2-5-4 16,2-2-11-16,1 1-8 0,3-3-11 0,-1-3-8 15,1 1-6-15,1-5-2 0,3-1-1 0,-1 0-3 16,-3-3 7-16,-2 1-2 0,3-4 2 0,-3-3-1 0,-1-2 1 15,1 0 0-15,-2-4 1 0,1-4 2 16,-2-3 2-16,-4 1 0 0,0-2 4 0,-1-3 6 16,-3-1 0-16,-1-2 2 0,1 3 7 0,-1-1 3 15,-2 4 16-15,-2-1 6 0,4 10 14 0,2 2 19 16,-1 5 5-16,-1 0 3 0,1 5-22 0,0 6-16 0,2-9-3 16,-2 9-10-16,0 0-1 0,0 0 1 15,-3 33-6-15,-1-4 2 0,-1 0-3 0,1 6-4 0,1 0 4 16,2-1-6-16,0 0-22 0,-1-1-32 15,5-1-19-15,4-3-39 0,-1 2-34 0,1 0-31 0,1-6-61 16,4-4-74-16,-5-3-231 0,4-3-568 0,0-3 252 16</inkml:trace>
  <inkml:trace contextRef="#ctx0" brushRef="#br0" timeOffset="-110000.91">15853 7181 2710 0,'13'-24'58'0,"-6"8"67"0,0 6-20 16,-2 0-45-16,0 1-28 0,-3 5-14 16,4-1-8-16,-6 5 0 0,0 0 15 0,0 0 9 0,11 22 8 15,-8-4 6-15,0 8 3 0,0 4-4 0,3 0-1 16,-4 2 2-16,3 0 1 0,-4-3-6 0,3 0-3 16,4-2-1-16,-3 0-3 0,-1-1-6 15,2-10-6-15,-2 0-5 0,0-5 6 0,-1 2-1 0,1-1-2 16,0-1 1-16,-1-3-10 0,-2-2 14 0,1 1 19 15,-2-7 19-15,4 5 8 0,-4-5 5 0,0 0 2 16,0 0-9-16,16-11-4 0,-10 4-7 0,2-7-5 16,-2-2-3-16,6-8-7 0,-5 1 0 0,6-5-8 15,0-3 1-15,-2-1-4 0,7-12-8 0,-5 12-4 16,0-17-2-16,-2 17-4 0,1 0-4 0,2 2 6 16,-3-1-7-16,-2 5-1 0,0 8-3 0,-2 3 0 15,-2 5-3-15,-1 0-15 0,0 3-40 0,-3 2-58 16,-1 5-27-16,6-4-13 0,-6 4-11 0,0 0-26 15,3 20-51-15,-5-1-42 0,2 7-50 0,-6 3-211 16,1 0-584-16,1 0 259 0</inkml:trace>
  <inkml:trace contextRef="#ctx0" brushRef="#br0" timeOffset="-109774.73">16239 7348 189 0,'0'0'287'0,"4"-9"-1"16,-4 9 1-16,6-7-2 0,-6 7-6 0,0 0-20 15,2-5-31-15,-2 5-20 0,0 0-31 0,0 0-10 16,0 0-7-16,2 19 4 0,-4-8-18 0,-1 9-12 16,-1 6-9-16,0-7-9 0,-1 6-8 0,1-2-18 15,3-2 2-15,-4-2-11 0,3 0-2 0,0 7-13 16,-1-7-2-16,3-2-10 0,-1 2-18 0,0-4-50 16,-2-4-30-16,3 2-25 0,0-5-27 0,0 3-28 15,0-4-25-15,0-7-25 0,-1 8-25 0,1-8-30 16,0 0-37-16,0 0-202 0,0 0-506 0,0 0 225 15</inkml:trace>
  <inkml:trace contextRef="#ctx0" brushRef="#br0" timeOffset="-109461.35">16226 7400 166 0,'14'-26'179'0,"3"2"8"16,-1 2 2-16,5 3 5 0,-6 6-1 0,-1 3-3 16,0 1-7-16,-1 2-11 0,-1 4-9 0,1 0-13 0,-1 3-10 15,2 3-13-15,-4 1 2 0,1 3-9 16,1-2-12-16,-1 3-8 0,-2 5-5 0,1-2-8 15,-4 1-3-15,1 2-16 0,-4-3 1 0,0 2-9 16,-2-1-6-16,-3 0-4 0,0 4-3 0,-3-4-3 16,0-1-3-16,-3 0-12 0,-2 4-15 0,3-8-10 0,-2 2-14 15,0 0-12-15,1-2-12 0,2-2-17 16,2 0-24-16,0 0-6 0,4-5-7 0,-4 9 1 16,4-9-4-16,0 0 6 0,9 9 9 0,-3-6 6 15,3 2 4-15,-1-1 4 0,0 0 5 0,-1 0 9 0,1-1 1 16,-2 3 6-16,-2 0 16 0,0 0 17 0,-1 1 6 15,-3 3 12-15,1-2 6 0,-5 2 4 16,0 1 3-16,-3-4-9 0,-1 4-3 0,-2 0-7 16,-2-4-10-16,3 1-24 0,0-1-28 0,-1-1-27 15,4-4-50-15,2 1-59 0,4-3-123 0,-9 2-344 0,9-2 153 16</inkml:trace>
  <inkml:trace contextRef="#ctx0" brushRef="#br0" timeOffset="-109128.78">16733 7370 33 0,'0'0'297'16,"0"0"-23"-16,-7-9-14 0,7 9-8 0,-13 6-3 15,3-2-11-15,0 2-11 0,-7 4-22 0,4-1-16 16,0 2-18-16,1 2-15 0,3-5-19 0,1 2-12 16,0-1-14-16,3 1-12 0,1 0-5 0,3-1-10 15,0-2-9-15,1-7 1 0,2 13-26 0,5-5-12 16,0-3-16-16,1 0-9 0,-2-1-3 15,2-2-4-15,1 0-6 0,1 0 2 0,-2-2-3 0,-8 0 4 16,13 1 0-16,-7 1 1 0,-6-2 10 0,0 0 5 16,10-2 7-16,-10 2 6 0,0 0-4 0,0 0 0 15,4 6-10-15,-4-6 1 0,0 0 11 0,-13 13 11 16,7-6 10-16,-4 3-9 0,2-1 8 0,0 2 3 16,-2 1 5-16,3 4-5 0,1-7-20 0,1 1 0 15,1-2 11-15,3 2-6 0,0 0-2 0,1-2-8 16,4-2-16-16,0 2-37 0,5-2-48 0,2 0-54 15,2-3-70-15,8-3-92 0,-4 0-308 0,4-3-645 16,-2-1 285-16</inkml:trace>
  <inkml:trace contextRef="#ctx0" brushRef="#br0" timeOffset="-100613.03">17528 7189 2 0,'-19'0'151'0,"8"1"-6"0,-1 2-7 0,-2 3-6 16,-1-2 3-16,-3 3-14 0,1 2-5 0,1 1-2 15,1 3-13-15,-1 0-5 0,4 2-4 0,2 1-6 16,1 0-3-16,0 1-7 0,2-1-9 0,0 1 0 16,4 1-6-16,1-1-7 0,4-1-4 0,-1-5-1 15,4-1-6-15,0 1-5 0,1-1 0 0,1-1 1 16,0-2-2-16,4 0-3 0,-1-1-5 0,1-1-5 15,5-2 4-15,-5-2-3 0,1-1-2 0,4-1 1 16,-3 0-1-16,-4-2-1 0,1-1-2 0,0-2 2 16,-1 1 0-16,-1-3 0 0,-1 1 4 0,-2 0 1 15,1-3-1-15,-2-4 0 0,0 2 0 0,-1-3 1 16,0-1 0-16,1-4 0 0,-1 3 13 0,-2-1-1 16,0 1 7-16,0 1 1 0,-1 6 3 0,3-1-5 15,-2 3-3-15,-1 8-2 0,0-11-7 0,0 11-7 16,0-8-7-16,0 8-1 0,0 0-5 0,0 0 2 15,0 0 1-15,0 0-3 0,3 23 2 0,-2-10 2 16,-1-1 1-16,0 6 3 0,0 1-7 0,1 1 1 16,2-2-4-16,-1-1 1 0,1 0 0 0,-1 1-1 15,2-4 2-15,-1 0 1 0,2-5 0 0,3 2-5 16,-5-2 0-16,3 2 1 0,0-3 0 0,2-2 3 16,0 0-5-16,-2-3 1 0,0 0-4 0,1 0 7 0,0 0-2 15,-7-3-1-15,13 1 0 0,-13-1-1 16,10-4-3-16,-5-1 2 0,3 0-1 0,-3 0 3 15,-1-2 1-15,0-2-7 0,1 2 3 0,-1-2-1 16,1 0-2-16,1-1 0 0,-3-1-2 0,1 1 3 16,1 0-2-16,-3 3-7 0,1 1 4 0,4-2-3 0,-4 5-2 15,-3 3-2-15,8-7-1 0,-8 7 4 0,10 3-1 16,-10-3 5-16,14 8 3 0,-8 1 0 0,2-1-3 16,-3 2 1-16,4-1 2 0,-1 0-3 15,-1 0-1-15,4 1 4 0,-1-2 1 0,-1-1-6 0,5 7 11 16,-3-9-5-16,2 1 0 0,4 0-1 15,-4-3 2-15,4 1 2 0,0-1-3 0,2-6 2 16,-1 3-3-16,1-5 5 0,-1 1-2 0,-1-2-2 16,-1-1 0-16,-4 2 16 0,1-2-16 0,-3-1 0 0,3-3-2 15,-2 0 3-15,-4 0 0 0,0-2 4 0,-2 1-3 16,0-5-2-16,-3 1 6 0,-4 0-4 0,2 2-2 16,-3 3 0-16,-1 0 3 0,0 1 3 0,-1 1 1 15,0 2-1-15,-2 3-4 0,0 2 1 16,7 2-5-16,-17 3-3 0,4 3-2 0,0 5 5 0,3 1 0 15,-1 4-19-15,1-3-33 0,0 4-49 16,5 1-64-16,3-5-81 0,1 2-269 0,2 1-556 0,3-5 245 16</inkml:trace>
  <inkml:trace contextRef="#ctx0" brushRef="#br0" timeOffset="-100237.33">18548 7367 3280 0,'4'-6'112'0,"1"-1"-42"0,-1 3-41 16,-4 4-15-16,6-7-14 0,-6 7-1 0,0 0 1 15,7 0-2-15,-7 0 2 0,0 0 0 0,6 15 3 16,-3-6 4-16,-1 0-3 0,2 4-1 0,-1-2-1 16,0 0 7-16,0 0-8 0,0-1-4 0,-2 0 6 15,3-2 1-15,-3-1 3 0,2 0-5 0,-1-1 7 16,-2-6 0-16,4 7 8 0,-4-7 16 15,0 0 21-15,0 0 3 0,0 0-2 0,0 0-2 0,0 0-10 16,0 0 5-16,0 0-21 0,-5-23 5 0,6 13 1 16,-1-2-2-16,3-6 6 0,4-5-10 0,0-1-9 15,2-5 2-15,2 5 8 0,3 3-18 0,-5 4 0 16,3 2 4-16,-2 5-11 0,-2 1-5 0,2 2 1 0,-1 1 2 16,0 2-5-16,2 4-3 0,-1 0 3 15,-1 4 0-15,0 3-6 0,1 2 10 0,-1 0-3 16,-1 5-3-16,2 0 8 0,-2 4 2 0,1 0-8 15,-4-1-29-15,1 0-27 0,-1 1-29 0,1 1-49 0,-3-3-48 16,1 1-67-16,-1-6-65 0,0 0-199 0,-2 0-558 16,0-3 247-16</inkml:trace>
  <inkml:trace contextRef="#ctx0" brushRef="#br0" timeOffset="-99957.28">19066 7370 248 0,'2'-9'280'0,"-2"9"-29"0,0 0-23 0,3-6-27 0,-3 6-11 16,0 0-2-16,0 0-9 0,0 0-14 16,0 0-13-16,6 19-15 0,-2-12-8 0,1 1-17 15,2-1-5-15,-1 1-10 0,4-2-6 0,2-1-8 0,2 2-2 16,2-6 1-16,2 1-7 0,3 0 2 16,-2-4-6-16,-1 1-1 0,0-1 3 0,-5-1 6 15,-1-1 2-15,-2-2 4 0,-2 0 4 0,0-4-11 0,-3 2-1 16,-3-3-7-16,1 0-1 0,-4 2-11 0,-1-2-12 15,-1-1-3-15,-4 0-5 0,-2-1-13 0,0 0-12 16,0 2-16-16,-2 3-17 0,1 2-17 16,-1-1-22-16,-3 3-27 0,-2 2-28 0,2 1-36 15,2 1-38-15,0 2-54 0,5-1-26 0,1 3-241 0,-1 0-551 16,7-4 244-16</inkml:trace>
  <inkml:trace contextRef="#ctx0" brushRef="#br0" timeOffset="-99733.78">19341 7219 2114 0,'14'-13'116'0,"0"0"-42"0,-1-1-16 0,-2-2 3 16,-1 2 7-16,-3-3 6 0,3 4 13 0,-5 3 15 16,1 0 8-16,-2 0 13 0,0 4 18 0,0 0 1 15,-2 0-32-15,-2 6-6 0,8-7-12 16,-8 7-9-16,0 0-23 0,0 0 25 0,8 19 13 0,-6 0 5 16,1 6-3-16,-3 2-4 0,0 1-6 0,1 0-8 15,-1 0-4-15,-1 2-2 0,-1-2-11 0,1-2-8 16,1 1-4-16,1 0-6 0,-1-10-24 0,4 3-38 15,-1-2-39-15,1-3-39 0,-2 2-32 0,2-2-33 16,-1-3-45-16,-1-2-48 0,2 0-52 0,0-2-292 16,-4-2-646-16,0-6 286 0</inkml:trace>
  <inkml:trace contextRef="#ctx0" brushRef="#br0" timeOffset="-99597.36">19383 7232 17 0,'0'-10'195'0,"1"2"-25"16,4 0-19-16,3 1-23 0,1 3-28 0,9-1-36 16,1 1-40-16,8 4-56 0,1 6-105 0,1-2-147 15,-1 5 66-15</inkml:trace>
  <inkml:trace contextRef="#ctx0" brushRef="#br0" timeOffset="-99240.9">19981 7478 241 0,'5'-10'279'16,"5"-1"-3"-16,2-4-17 0,-2 1 0 0,0-1-21 15,4-3-15-15,-2 1-8 0,3-6-20 16,-1-3-22-16,1-1-14 0,1-1-18 0,0-1-15 0,-3-2-12 16,4 3-10-16,-6-1-9 0,0 3-16 0,-3 6-6 15,-1 2-3-15,-3 3-4 0,-1 1-13 0,-3 1-8 16,0 3-1-16,-2 3-8 0,-2 1-4 0,4 6-4 15,-13-4-10-15,-1 5 0 0,-1 6-3 0,-2 2-10 16,-6 7-5-16,0 4-5 0,5-1-9 0,1-1-5 16,5 4-8-16,4-4 3 0,6 1 4 0,3 0 1 15,3-2 3-15,5 8 0 0,4-3 4 0,1-5 0 16,6 3-3-16,-1 0 3 0,4-2 0 0,-9-4 4 16,8 1-4-16,-5-4 1 0,-6 3 1 0,-3-6 2 15,2 3 6-15,-4-2-4 0,0 0 5 0,-1-2 5 16,-5 1-1-16,0-1 2 0,0-7-2 0,-8 10-5 15,0-3-17-15,-3-1-26 0,1 0-28 0,-2 0-48 16,-3 1-44-16,-3-4-58 0,5-1-239 0,-1 2-499 0,3-4 222 16</inkml:trace>
  <inkml:trace contextRef="#ctx0" brushRef="#br0" timeOffset="-98913.18">20560 7212 198 0,'0'0'269'0,"0"0"-25"0,0 0-8 16,-18 20-5-16,5-7-16 0,-1 0-11 0,-1 2-11 15,-4 1-17-15,4 1-13 0,-4 0-15 0,4-2-15 0,2-1-12 16,2-1-14-16,-1-1-9 0,3-2-9 16,3-1-14-16,-1 0-11 0,0 0-16 0,6-3-14 15,-1-1-15-15,2-5-10 0,0 0 2 0,5 13-8 16,-5-13-2-16,9 4-1 0,-9-4-1 0,12-1 1 0,-12 1 4 15,10-6 6-15,-2 3 0 0,1-2 1 16,-3-2 5-16,2 0 5 0,2-3 3 0,-1 0-4 16,0 3 0-16,5-5 5 0,-6 5-1 0,-1 1 0 15,-2 2-1-15,2 1-6 0,-7 3-4 0,9-5-2 16,-9 5-2-16,10 5 1 0,-6-1-3 0,1 6 3 0,-1-2-12 16,1 2-34-16,-1 1-46 0,-1 2-54 15,1-1-51-15,0-1-57 0,0 0-208 0,0 6-490 0,2-2 218 16</inkml:trace>
  <inkml:trace contextRef="#ctx0" brushRef="#br0" timeOffset="-98360.71">20776 7439 197 0,'1'-19'276'0,"-1"-8"-9"15,1 8-3-15,6-5-26 0,-5-1-9 0,1 6-2 0,2 0-12 16,0-1-17-16,3 4-19 0,1-1-16 0,1 1-20 15,0 8-14-15,-1 3-17 0,0 2-15 0,5 1-10 16,-2 5-8-16,-1 3-12 0,3 8-5 16,-2 0-6-16,-1 3-2 0,2 3-5 0,-4 3-2 0,0-5-2 15,-3-1-5-15,-1 1 0 0,-1 0-10 16,-1-1 3-16,-2-6 0 0,0 3-1 0,-1-4-7 0,0-1 3 16,-1 1-2-16,-2-4 2 0,3-6 0 0,-1 9-5 15,1-9-4-15,0 0 6 0,-1 7-4 0,1-7-4 16,0 0-2-16,0 0 4 0,0 0 0 0,0 0 14 15,0 0-30-15,0 0 5 0,0-29-4 16,2 19 5-16,4-1-8 0,-3 0 0 0,6-4-11 16,0 0 3-16,9-6-4 0,-6 7-3 0,2 0-4 0,-2 2-1 15,1 2 1-15,-1 4 2 0,-1 2-6 0,0 1 5 16,-3 3-1-16,3 1 0 0,-2 5 4 16,-2 0-1-16,2 1 2 0,-1 2 7 0,1 3-5 0,0-3 4 15,-2 1 1-15,0-1 1 0,-1 3 1 0,4-5 1 16,-2 2 2-16,1 0 2 0,8-1 4 0,-8-3 8 15,3-1-2-15,2-2 4 0,1 1 0 0,-2-4 4 16,0-2-3-16,0 0-3 0,-1-1 4 0,-2-3 4 16,1 3-6-16,-2-5 6 0,0 0 0 0,-2 0-2 15,-2-2 7-15,-2 2-2 0,0-5-5 0,-3 2 1 16,0-1-6-16,0 0 5 0,-1 2 8 0,-1 3 8 16,2 8-19-16,-1-13-1 0,1 13-7 0,-2-7-8 15,2 7 3-15,0 0-3 0,0 0 8 0,-21 16-8 16,12-7 1-16,-2 5 0 0,2 2-1 0,0-2-12 15,5 2-14-15,-2-1-31 0,3-2-36 0,2-4-40 16,1 4-51-16,3 0-62 0,0-5-66 0,6 2-215 16,0-3-572-16,4-2 254 0</inkml:trace>
  <inkml:trace contextRef="#ctx0" brushRef="#br0" timeOffset="-98126.89">21663 7011 36 0,'7'-15'325'0,"-2"8"-29"0,-1 1-32 0,0 2-26 15,4 4-17-15,2 6-10 0,2 5-8 0,4 11-6 16,-1 7 4-16,5 14-4 0,-2 3-16 0,-3 4-12 16,-4-7-20-16,-5 6 1 0,-1-5-17 0,-3-9-18 15,-4 12-1-15,-1-2-17 0,-1 1 1 0,-1-13-11 16,-1 2-27-16,-7-2-53 0,0 0-37 0,-2-5-49 15,-7 2-64-15,-2-2-65 0,-2-5-76 0,-15 4-218 16,12-10-542-16,-6-2 240 0</inkml:trace>
  <inkml:trace contextRef="#ctx0" brushRef="#br0" timeOffset="-97918.81">21966 7577 152 0,'2'6'349'0,"2"3"-37"0,-5 0-28 16,1 2-33-16,-2-3-39 0,1 3-35 0,-3-4-43 16,0 4-54-16,-3-3-63 0,-1 2-85 0,-2-3-94 15,3 1-128-15,-2-3-314 0,3-2 139 0</inkml:trace>
  <inkml:trace contextRef="#ctx0" brushRef="#br0" timeOffset="-93001.94">23107 7057 9 0,'0'0'202'0,"-13"0"-5"0,13 0-6 0,-10 0-9 16,10 0-10-16,0 0-10 0,-10-1-14 0,10 1-15 16,0 0-9-16,0 0-21 0,0 0-6 0,0 0-5 15,25-10-11-15,-5 6-11 0,11-1-5 0,2-1-4 16,1 0-11-16,0-1-16 0,-2 3-19 0,0 0-16 15,-4-1-21-15,-7 1-21 0,-2 2-9 0,-3-1-17 16,-1 2-9-16,-3-2-7 0,-1 0-16 0,-2 3 5 16,-1-1-1-16,-3-2-2 0,-5 3-2 0,8-2 18 15,-8 2 1-15,0 0 17 0,0 0 6 0,0-11 15 16,0 11 7-16,0 0 12 0,-13-9 15 0,6 7 25 16,7 2 5-16,-13-4 6 0,5 4 7 0,-1-2 9 15,9 2 4-15,-12-2-8 0,12 2-1 0,-12 2-3 16,12-2 8-16,-10 6 4 0,3-4 16 0,4 8 6 15,-3 0 3-15,0 6-1 0,0-1 1 0,1 5 1 16,1-3 3-16,0 9-5 0,1-3-5 0,1-2-3 16,0 4-8-16,2-6-9 0,-1 2-1 0,1-2 17 15,0 0-6-15,0-1-6 0,0-2-5 0,3 0 1 16,-2-1-9-16,0-4 0 0,1 0-6 0,0 0 0 16,0-1-4-16,-2-1-1 0,1-2-1 0,-1-7-5 15,0 12-1-15,0-12-3 0,-1 10-1 0,-2-4-5 16,3-6-9-16,-7 9-11 0,0-5-10 0,-1 0-10 15,2 0 1-15,-4 1-1 0,-2-3 1 0,2-1 0 16,0 0 2-16,-2-1 3 0,2-1 1 0,0 1 6 16,10 0 3-16,-17-2 0 0,11 1 1 0,6 1 2 15,-8-2 6-15,8 2 4 0,0 0 1 0,-11 0 1 16,11 0 1-16,0 0-2 0,0 0 3 0,0 0 5 16,0 0 2-16,0 0 10 0,0 0 3 0,30 2-2 15,-15-1 2-15,4-2-3 0,9 2-1 0,2 0-1 16,0-1-5-16,0 1-7 0,2-2-25 0,0 1-46 15,-1-2-42-15,1 0-48 0,-3 2-44 0,-1 0-128 0,-1-5-353 16,-5 3 157-16</inkml:trace>
  <inkml:trace contextRef="#ctx0" brushRef="#br0" timeOffset="-92818.46">23830 7295 33 0,'-6'-8'247'0,"1"4"-15"0,5 4-4 15,-12-1-21-15,12 1-12 0,-19 7-9 0,7-3-13 16,-5 5-13-16,1 0-14 0,1 1-16 0,1 2-12 16,0 2-11-16,1-3-8 0,0 2-13 0,4-2-9 0,3 3-35 15,1-3-32-15,2 2-40 0,2-1-49 16,1-12-52-16,8 17-51 0,-2-9-161 0,5 2-371 16,7-4 165-16</inkml:trace>
  <inkml:trace contextRef="#ctx0" brushRef="#br0" timeOffset="-92317.19">24460 7186 63 0,'-4'-6'286'0,"4"6"-27"0,-9-6-23 0,9 6-21 0,0 0-15 15,-19 9-9-15,12 1-14 0,-1 3-9 16,0 5-15-16,1-3-13 0,1 2-14 0,4 1-10 15,1 1-13-15,2-3-8 0,0 2-6 0,4-3-9 16,1-2-4-16,2 2-11 0,-1-5-4 0,0 1-4 0,1-2-6 16,4-3-7-16,-2 2 4 0,3-3-9 0,1-2-2 15,-1 0-7-15,-1-1 2 0,-2 0 0 0,1-3 0 16,-2 0-2-16,0-3-5 0,-4 3-2 16,4-6-1-16,-2-2 3 0,0 3-3 0,-1-3-2 15,-2-4-1-15,0 3 0 0,0-4-3 0,-2 6 2 0,2-3 4 16,-3 3 3-16,0 0 0 0,-1 8-2 0,6-10-6 15,-5 5 2-15,-1 5-11 0,4-5-5 16,-4 5 0-16,0 0 1 0,0 0-4 0,0 0 3 16,0 0-2-16,15 11 0 0,-11-6 2 0,2 0 0 15,2 3 0-15,0-1 2 0,4 0 1 0,0-2-4 0,2-2 1 16,1 4 3-16,6-3-3 0,-3 0 0 16,2-2 2-16,-1-2-1 0,0 1 0 0,-1-1-3 15,-2-5 3-15,-4 3-3 0,0-1 5 0,-3-3-2 0,1 2 4 16,-5-1-2-16,0-5 0 0,0 0 1 0,-3 0 2 15,-4-4 6-15,-1-2-10 0,-4 0-2 0,1 0-1 16,-3-1 2-16,-4-5-2 0,2 5 0 0,-3 3 0 16,-1-7-8-16,3 10-16 0,1 2-11 0,1 3-22 15,0 0-32-15,1 3-30 0,-1 3-44 0,-2 0-44 16,12 0-32-16,-11 7-53 0,6-1-147 0,2-1-472 16,3-5 209-16</inkml:trace>
  <inkml:trace contextRef="#ctx0" brushRef="#br0" timeOffset="-92113.28">25037 7186 2275 0,'9'-6'112'0,"1"-1"-28"0,-2 1-13 16,-3-2-11-16,1 0 10 0,-2 3 20 0,-2-1-2 15,2 1 0-15,-4 5 3 0,6-7-5 0,-6 7-6 16,3-6-9-16,-3 6-13 0,0 0-5 0,0 0-8 16,0 0-6-16,10 12-3 0,-10-3-5 15,0 4 6-15,0 0-11 0,0 2 3 0,0 4-2 0,0-3-4 16,0 2-5-16,0 0-1 0,2 0-7 0,-2-5-22 15,1 0-35-15,-1-1-32 0,1 0-30 0,-1 0-45 16,0-2-40-16,2-3-49 0,-1 1-237 0,-1-8-519 16,-1 10 229-16</inkml:trace>
  <inkml:trace contextRef="#ctx0" brushRef="#br0" timeOffset="-91945.38">24932 7002 2293 0,'-8'-14'86'0,"4"3"-12"0,0 3-38 16,2 0-18-16,1 2-17 0,1 6-15 0,-6-10-24 16,6 10 2-16,0 0 0 0,0 0 0 0,0 0-21 15,0 0-42-15,15 24-21 0,-5-15-38 16,5 3-161-16,-2-3-347 0,5 3 154 0</inkml:trace>
  <inkml:trace contextRef="#ctx0" brushRef="#br0" timeOffset="-91754.58">25255 6969 215 0,'7'-12'233'0,"-1"2"-11"0,0 1-2 0,-2-2 2 0,0 3-1 16,-2 3-6-16,0 0-21 0,-2 5-20 0,5-8-23 15,-5 8-14-15,0 0-17 0,6 17 0 0,-4 0-5 16,1 9-11-16,-3 5-5 0,-3 2-6 0,1 2-8 16,2 1-4-16,-2-1-10 0,-2-1-1 0,1 0-8 15,1-6-1-15,2 2-11 0,-2-6-22 16,0-3-29-16,2-3-24 0,0-1-27 0,-3-5-41 0,3 0-53 15,3-3-48-15,-1-2-42 0,0 1-200 0,-2-8-473 16,0 0 209-16</inkml:trace>
  <inkml:trace contextRef="#ctx0" brushRef="#br0" timeOffset="-91575.19">25531 6959 50 0,'4'-10'298'16,"-3"3"-30"-16,-1 2-31 0,0 5-15 0,0 0-5 15,0 0-12-15,0 0 2 0,-13 42-6 0,8-22-15 16,-6 6-14-16,4 2-16 0,0 1-13 0,3 0-14 16,-2 1-10-16,2-1-12 0,2 0-18 0,-3-4-30 15,5 1-39-15,0-6-48 0,-1-1-68 0,5 0-95 16,-2 0-271-16,1-1-500 0,6-3 221 0</inkml:trace>
  <inkml:trace contextRef="#ctx0" brushRef="#br0" timeOffset="-91163.02">26358 7074 161 0,'-2'-7'267'0,"2"7"-14"0,-4-14-14 0,1 8-16 16,-4 3-20-16,7 3-14 0,-15-3-13 0,1 7-12 15,0 5-10-15,-11 5-8 0,-1 4-11 0,4 2-10 16,-1 2-11-16,7 1-12 0,-1 0-10 0,4 2-9 16,5-1-11-16,1-8-5 0,5 2-5 0,0 2-6 15,6-2-5-15,-1-2-3 0,7 1-3 0,0 0-6 16,3-5-24-16,5 5-19 0,0-6-28 0,7-3-34 16,-3 1-33-16,5-4-39 0,-2-2-27 0,4-3-43 15,0-1-48-15,0-3-130 0,-2-4-418 0,-6 3 185 16</inkml:trace>
  <inkml:trace contextRef="#ctx0" brushRef="#br0" timeOffset="-90818.93">26649 6949 200 0,'3'-25'251'0,"-1"6"-1"16,-2 2-4-16,3 5-13 0,-3 1-6 0,4 2-9 16,-4 1-30-16,0 8-28 0,0-10-20 0,0 10-17 15,0 0-14-15,0 0-11 0,0 40-1 0,0-8-5 16,-2 2-9-16,0 17 15 0,-3-5-3 0,2 1-15 15,1 0-8-15,-2-13-5 0,4-1-7 0,0-3-1 0,0-1-10 16,0-4 0-16,2-5-8 0,-4-5-1 16,4 2-5-16,-2-7-1 0,2-1-1 0,-4-1-3 15,2-8 0-15,2 11 1 0,-2-11-2 0,0 9 12 16,0-9-2-16,0 0-1 0,0 0-1 0,0 0-7 16,0 0 4-16,0 0-10 0,12-24-2 0,-8 9-4 15,5-3-5-15,4-4 0 0,3-3-4 0,1 1-10 0,4 2-1 16,0 1 2-16,-8 7 1 0,8-3-1 15,-8 7-5-15,3 1-7 0,-5 4 2 0,1 5 4 16,-2 0-8-16,1 1 5 0,1 6 1 0,1 0 0 0,-3 3 3 16,-1 5 1-16,-1-2-24 0,-1 0-17 0,2 3-33 15,-2-1-32-15,-1 0-40 0,-1 0-43 16,1-5-48-16,6 3-47 0,-5-4-171 0,3-2-496 0,4-4 220 16</inkml:trace>
  <inkml:trace contextRef="#ctx0" brushRef="#br0" timeOffset="-90516.7">27287 7129 171 0,'-6'-8'239'15,"0"0"-13"-15,-2 3-15 0,-3 3-16 0,0 2-6 16,-3 4-17-16,-3 4-7 0,-10 5-13 0,4 3-10 0,8-2-14 16,-1 2-8-16,3-4-15 0,1 2-11 15,-1 0-9-15,6-2-7 0,2 1-11 0,3-1-2 16,1-2-4-16,1 0-8 0,1-2-4 0,1-1-3 15,5 0-12-15,-4-3-7 0,8 2-4 0,-3-3 1 0,4 1-4 16,-1-4-1-16,3-2-1 0,-5 1-1 0,4-3 0 16,-2 0-1-16,-2-1 3 0,0-1 4 15,3-2 1-15,-2 1-3 0,-1-5-1 0,1 3 4 0,-1 1-3 16,-1-1-2-16,1 3 3 0,-7-1-5 16,4 4-1-16,-6 3-12 0,8-5-2 0,-8 5 1 0,0 0-5 15,13 7-21-15,-11-2-20 0,1 4-36 0,-3 3-42 16,5-1-48-16,-3 2-44 0,0-1-223 0,0 2-472 15,1-1 209-15</inkml:trace>
  <inkml:trace contextRef="#ctx0" brushRef="#br0" timeOffset="-90297.05">27539 7270 138 0,'5'-19'259'16,"4"-7"-6"-16,-3 10 0 0,-1 2-10 0,2 2-10 0,-1 2-4 15,-1 1-17-15,0 4-21 0,-1-1-22 0,1 3-18 16,-5 3-19-16,8-3-14 0,-8 3-13 0,0 0-10 16,14 14-7-16,-9-4-4 0,3 5-14 0,-3-1-8 15,-1 1-2-15,1 2-7 0,-2 1-6 16,0-7-21-16,0 6-29 0,1-2-30 0,-1-2-21 16,0-2-49-16,0-1-52 0,-1 0-43 0,4 0-52 0,-2-5-163 15,2 0-447-15,5-2 198 0</inkml:trace>
  <inkml:trace contextRef="#ctx0" brushRef="#br0" timeOffset="-89686.48">28003 7136 290 0,'0'-13'291'0,"0"1"-10"16,-4 1 0-16,-2 1-20 0,1 3-17 0,-1 2-20 16,0 2-17-16,-6 2-17 0,1 2-13 0,-6 6-13 15,0 0-12-15,-3 4-11 0,-3 4-18 0,8-1-7 16,-3 6-18-16,7-6-10 0,3 3-6 0,-1-4-7 15,5 3-12-15,2 0-7 0,2 0-19 0,2-3-13 16,6-3-14-16,-3 0-9 0,5-3-13 0,7 1-5 16,-1-2-1-16,-3-2-2 0,6-4 5 0,-2 0-6 15,1-3 8-15,-1 0 3 0,0-3-1 0,-5 1 2 16,3-3 0-16,-2-1 3 0,-3-1 4 0,0 1 6 16,-1-5-1-16,-1 4 5 0,-2 0 5 0,1 0 8 15,-2 1 11-15,-1 2 6 0,0 2-7 0,0 1-8 16,-4 4-10-16,0 0-4 0,0 0 8 0,0 0-6 15,5 22 6-15,-6 2 1 0,-1 0 6 0,-4 6 2 16,2 1-5-16,-5 15-6 0,6-10-1 0,-2 11 4 16,-3-2 1-16,1 0 4 0,0 0-4 0,1-12-2 15,0 0 10-15,1 4-16 0,2-3 2 0,-1 1 9 16,-1-5 0-16,1-2-7 0,0-5-7 0,-1-3 1 16,-1-2 3-16,1-7 1 0,-2-1-4 0,3-1-4 15,-2 0-1-15,-2-3-10 0,-1-3-3 0,2-3-4 16,7 0-2-16,-23-8-8 0,13 1-3 0,-1-5-1 15,1-1-7-15,0-3 4 0,1-1 4 0,5-7-1 16,-2 0 8-16,6-2-11 0,7-5 4 0,-2 1 4 16,8-1-1-16,9 1 0 0,1 1 7 0,11-8-5 15,4-1 3-15,0 6 2 0,2-4 2 0,3 7-1 16,-1-2 6-16,0 3-3 0,-2 0 6 0,-11 5-2 0,11-6-2 16,-13 7 6-16,-6-1-1 0,-1 4 0 15,-3 2 12-15,-5-1 5 0,1 2 11 0,-4 0 6 16,0 2 7-16,-4 3 5 0,-2 0 16 0,-1 4 11 15,-2 1-3-15,0 6-8 0,0-10-3 0,0 10-8 16,-14 0-9-16,-3 6-7 0,-4 4 4 0,-4 3 5 16,0 5-11-16,4 1-7 0,1-2-1 0,8 0-15 15,-2-2-3-15,5 4-21 0,5-4-25 0,3 4-31 16,6-3-32-16,3-1-39 0,6-1-51 0,9 0-76 16,2-2-303-16,6-3-622 0,4-2 276 0</inkml:trace>
  <inkml:trace contextRef="#ctx0" brushRef="#br0" timeOffset="-89018.29">29107 6916 54 0,'0'0'260'0,"2"-13"-8"0,0 9-8 16,-2 4-10-16,0 0-12 0,1-10-18 0,-1 10-24 15,0 0-25-15,0 0-20 0,0 0-13 0,0 0-8 16,3 25-6-16,-2-1 12 0,-2 3 28 0,-1 7-17 16,1-2-4-16,1 0-18 0,-4 1-7 0,3 0-9 15,1 1-14-15,-2-4-5 0,4 2 2 16,-1-3-17-16,-5-4-4 0,7 2-5 0,-3 0-2 0,1-6-9 16,2 2 2-16,-2-4-10 0,0 0-22 0,1-2-26 15,-4-2-28-15,4 1-31 0,-2-5-32 0,-2 0-48 16,1-1-54-16,0-2-44 0,1-8-215 0,-4 11-506 15,4-11 224-15</inkml:trace>
  <inkml:trace contextRef="#ctx0" brushRef="#br0" timeOffset="-83688.31">29019 7281 93 0,'5'-4'180'0,"0"1"-9"0,-5 3-10 16,7-6-17-16,0 2-8 0,-2 0-9 15,1 0-16-15,4 0-8 0,1-1-6 0,-2 3-9 0,3-1 4 16,0 0-13-16,-2 2-4 0,3-1-9 0,0-2-8 16,0 4-13-16,1-3-15 0,0 2-23 0,2-2-12 15,3 3-29-15,1-2-8 0,1 1-18 16,0-2-4-16,7-2-9 0,-1 0-7 0,-9 2 4 0,-1-1 5 16,0-3 2-16,1-1 17 0,-6 4-10 0,0-2 11 15,-1-4 9-15,-2 2 14 0,-1-1 16 0,-1-3 11 16,-1-1 7-16,1-2 21 0,-3-2 3 0,-4 1 20 15,1-4 3-15,-1 1 0 0,-1 0 8 16,-2 1 8-16,2 0 5 0,-2-1 16 0,1 4 8 0,0 4 4 16,1-2 4-16,0 6-5 0,-3-2-4 0,4 2-16 15,0 7-9-15,0 0-10 0,0 0-7 0,0 0 3 16,0 0 8-16,0 0 7 0,1 45 6 16,-1-19-6-16,-1 3-2 0,2 4-4 0,-2-1-6 0,-2 1-3 15,2-1-3-15,-2 1-3 0,1 1-4 0,1-5-4 16,-1-1-4-16,1-1-5 0,4-1-5 0,-5-7-2 15,4-1-3-15,-4-3 3 0,2-3-7 0,-1 0-2 16,2-4 7-16,-2-1-10 0,1-7-1 0,-1 11 1 16,1-11 6-16,0 9-3 0,0-9-1 0,0 0 0 15,0 0-2-15,0 0-1 0,0 0 1 0,0 0-5 16,0 0 1-16,0 0-7 0,0 0-2 0,1-33 0 16,3 22-2-16,1 0-3 0,3-5 0 0,-3 4 0 15,0 2-3-15,4 0 1 0,-3-1 2 0,-1 4-4 16,2 4-1-16,-1 0-1 0,2-1 1 0,-8 4-2 15,13 2 2-15,-4 0-1 0,-3 4 5 0,5-1 6 16,-2 4-6-16,5 1-1 0,-6-1 0 0,1 0 1 16,1-1 2-16,0 0-14 0,1 2-13 0,-2-3-14 15,1 2-19-15,0 0-10 0,-2-4-19 0,3 3-14 16,-3-2-19-16,1-2-14 0,0 1-9 0,0-3 0 16,-2-1 9-16,0 0 2 0,-7-1 18 0,18-2 16 15,-13-3 7-15,0 1 20 0,1-4 12 0,2-1 18 16,-4 0 11-16,0-4 15 0,-2 4 23 0,0-2 34 15,0-1 16-15,1 1 10 0,-3 0 10 0,2 4 4 16,-2 7 13-16,0-13-4 0,0 13-9 0,2-7-9 16,-2 7-10-16,0 0-10 0,0 0 0 0,0 0-10 0,0 0-5 15,0 0-3-15,0 0 3 0,0 0-7 0,0 0-1 16,0 0-2-16,-6 26-5 0,6-18 0 16,0-8-3-16,6 9-3 0,-4-4 2 0,3 0 3 15,-5-5-4-15,8 6 3 0,-2-4 0 0,-1 1 1 16,-5-3 6-16,12 3 12 0,-12-3 10 0,10-5 2 0,-4 4 9 15,0-3-6-15,-6 4 1 0,5-9-11 0,0 1 3 16,-3 0-13-16,0-3-4 0,-2 0-9 16,1 1 0-16,-1 0-12 0,-1 1-14 0,-1 2-20 15,0-4-20-15,2 11-31 0,-5-11-30 0,2 5-31 0,-1 2-36 16,4 4-33-16,-9-6-28 0,9 6-168 16,-11-4-438-16,11 4 195 0</inkml:trace>
  <inkml:trace contextRef="#ctx0" brushRef="#br0" timeOffset="-83328.91">29969 7180 187 0,'4'-3'257'0,"-4"3"4"16,5-7-1-16,-5 7-13 0,0 0-18 0,8-5-27 15,-8 5-24-15,0 0-22 0,5-4-17 0,-5 4-14 16,0 0-12-16,0 0-11 0,3 18-10 0,-2-10-10 16,0 4-9-16,1-3-9 0,-1 2-5 0,1 2-1 15,2-2-4-15,0 0-4 0,2 0-9 0,1-2-1 16,0-1-1-16,3-1-2 0,-2 0-4 0,1-1-2 15,4 0 0-15,-2-3-1 0,2 0-1 16,0-3-4-16,4-3-2 0,-6 2-3 0,2-3 0 0,-1 0 2 16,-1-2 3-16,-1-1-8 0,1-2 2 0,-3 0-7 15,0-1 2-15,1-1-2 0,-1-4 1 0,-2-1-5 16,-1 5-1-16,0 2-1 0,-1-3 8 16,-1 7 2-16,1-3-1 0,-4 8-4 0,3-9-5 0,-3 9-4 15,0 0-2-15,0 0-4 0,0 0 8 0,0 0-3 16,0 0-9-16,-1 28 10 0,1-15-4 0,-2 3 2 15,0 0 0-15,1 2-1 0,1-1 4 0,3-1-3 16,-3-5-17-16,2 7-25 0,1-3-20 0,2-2-20 16,0-2-32-16,0 0-27 0,0-3-21 0,3 1-29 15,2-4-1-15,2-2-22 0,-2 0-3 0,4 1-145 16,1-4-391-16,-1 0 174 0</inkml:trace>
  <inkml:trace contextRef="#ctx0" brushRef="#br0" timeOffset="-83013.79">30478 7361 442 0,'17'-10'7'0,"-1"0"19"0,-3-4 11 0,1 0 15 16,-4-3 12-16,-1 1 16 0,3-8 12 0,-6 7 10 15,-2 1 29-15,-4 2 19 0,0 4-4 0,-1-3-3 16,-2 5-7-16,-2-3-1 0,0 4-8 0,0 3-9 16,0-1-12-16,5 5-8 0,-18 0-8 0,6 2 0 15,2 4-8-15,-3-1-6 0,4 2-10 0,-1 2-6 16,2-2-5-16,0 2-9 0,4-2-1 0,0 0-6 16,0-2 0-16,3 3-6 0,1-8-4 0,0 11 2 15,0-11 0-15,4 11-7 0,1-9 2 0,-5-2-5 16,9 7 1-16,-3-6 0 0,0 0-2 0,-6-1-1 15,12 2-1-15,-6-2-5 0,-6 0 6 0,17-1-9 16,-17 1-5-16,10 0 2 0,-2 1-5 0,-8-1-2 16,10 6-1-16,-6-3 0 0,2 4-1 0,1 1 0 15,-2 3-1-15,-1-1 4 0,-2 7-1 0,-1 0 0 16,1-2 1-16,-1 3 0 0,0-1-4 0,-2 1 2 16,-2 0 2-16,1 0-1 0,1-2 2 0,-2 1 5 15,-2 0-1-15,0-5 0 0,2-1-19 0,1 0-22 16,-3-1-39-16,-1 2-32 0,1-2-44 0,5-10-57 15,-5 11-237-15,5-11-480 0,-9 9 213 0</inkml:trace>
  <inkml:trace contextRef="#ctx0" brushRef="#br0" timeOffset="-82647.19">30892 6972 250 0,'3'-9'296'0,"-2"2"-34"0,3 2-30 16,-4 5-19-16,0 0-9 0,0 0-17 0,4 22-7 16,-4-4-31-16,0 9-14 0,-3 1-8 0,1 0-10 15,0 3-11-15,0-4-5 0,2 4-8 0,0-5-8 0,0 2-7 16,1-3-4-16,0-6-7 0,1-2-10 16,-2-2-4-16,0-4 7 0,0 0-14 0,0-4-5 15,0 0 1-15,0 1-5 0,0-8 3 0,1 9 6 16,-1-9-2-16,0 0 22 0,1 6 9 0,-1-6-10 15,0 0 1-15,0 0-7 0,0 0-5 0,0 0-4 0,10-20-10 16,-5 10-9-16,1 1-2 0,1-2-8 0,5-2-3 16,-2 5-8-16,-1 1 3 0,0 1-10 15,-2-1-5-15,2 4 2 0,-2 2-5 0,-7 1 1 16,15 1-4-16,-8 2 0 0,0 6 0 0,1-1 5 0,-1 1-4 16,0 0-9-16,-3 1-20 0,0 2-30 0,-2-2-32 15,1 3-22-15,-3 0-52 0,1 0-59 16,3-6-37-16,-2 6-13 0,3-3-168 0,3-1-485 0,4 0 215 15</inkml:trace>
  <inkml:trace contextRef="#ctx0" brushRef="#br0" timeOffset="-81998.9">31544 7165 185 0,'0'-12'295'0,"1"1"-5"0,-2 4-24 0,1 7-27 16,0-12-26-16,0 12-25 0,0 0-25 0,0 0-17 0,0 0-11 15,0 0-14-15,0 0-8 0,-4 27-12 0,5-16-14 16,3 6-5-16,-1-6-6 0,3 5-3 16,3 0-10-16,0-3 2 0,5 0-12 0,-1-2-2 15,2-2-9-15,-5-2-4 0,2-2-1 0,-1-2 5 16,1 1-10-16,-3-3 3 0,0 1 9 0,-9-2 4 0,14-3-5 16,-6-1 0-16,-3 0-4 0,4-1 2 15,-4-1-13-15,0-4 17 0,1 4-14 0,-2-2 27 0,1 3-4 16,-1 1-3-16,-4 4-1 0,5-9-15 15,-1 7-3-15,-4 2-6 0,0 0-9 0,0 0-11 0,0 0 5 16,1 31 6-16,-1-7-6 0,-4 6 1 16,2 5 9-16,-1 11-16 0,2 2-1 0,0-2-3 15,2 2 6-15,0-2 1 0,0 1 5 0,1-15 3 16,-1 2-14-16,0-2 3 0,-1 0 13 0,0-3-14 16,2-1 6-16,-2-2-8 0,0-8 2 0,-4 1-1 0,2-7 4 15,0-1 2-15,-1 0-1 0,-3-2 7 0,0-2-6 16,-2-4-1-16,-1-1 1 0,-4-2-9 0,-3-4-5 15,-4-3-1-15,1-5 4 0,0-2-10 0,-4-7-8 16,3-4-8-16,6 3-6 0,-3-3-5 16,7-3 3-16,2-1-18 0,5 2-3 0,3-2-6 0,6-3-8 15,0 2 3-15,4-1 2 0,6 2 0 0,3 3 0 16,0-5 2-16,5 3 0 0,2 6 7 16,1-4-5-16,2 2 15 0,-1 4 1 0,0 0 9 15,2-1 1-15,-3 2 2 0,-3 2 3 0,-1 0 9 0,-8 4 4 16,3 1-6-16,-6 1 3 0,-1 4 4 0,-2-4-5 15,1 1 10-15,0 3 0 0,-2-2 1 0,0 1 4 16,-4 2-1-16,3-3 0 0,-2 2 2 0,0 1-2 16,-1-2 4-16,-1 3 10 0,-1-2 8 15,-2 7 5-15,3-10 7 0,-3 10 5 0,3-9-5 16,-3 9 2-16,0 0-3 0,3-4-3 0,-3 4-6 0,0 0-1 16,0 0 7-16,0 0-6 0,0 0-10 0,0 0-4 15,0 0 4-15,0 0 1 0,0 0-7 0,0 0-15 16,-7 23-13-16,7-23-12 0,-2 12-27 0,1-7-26 15,-1 3-46-15,2-8-44 0,3 11-25 16,0-2-176-16,0-6-416 0,3-2 184 0</inkml:trace>
  <inkml:trace contextRef="#ctx0" brushRef="#br0" timeOffset="-81588.06">32143 7167 8 0,'0'0'232'0,"0"0"-19"15,0 0-22-15,0 0-13 0,0 0-9 16,0 0 1-16,0 0 3 0,0 0-6 0,-16 26-13 15,9-11-13-15,1 0-6 0,1-3-10 0,0 0-9 16,2-1-17-16,1 5-10 0,-1-3-5 0,4-1-15 0,2-1-2 16,1 0-4-16,3 0-3 0,0-2-4 0,0 0 2 15,4-2 1-15,5-3 4 0,-4 2-4 16,-1-5-5-16,3-1 0 0,3-1 2 0,-6-1-2 0,0-2-2 16,5-3-6-16,-5 1-1 0,0-1-2 15,-2-3-7-15,3-2-3 0,-2-4-2 0,0 2 3 16,-2 1-9-16,-2-5-1 0,3 3 3 0,-4 4 0 0,-1-2 2 15,1 4 20-15,-2 1-15 0,0 2-9 0,1 2-6 16,-4 4 1-16,3-8-6 0,-3 8-8 0,0 0 5 16,0 0-2-16,2 19 2 0,-3-10-7 15,1 2 4-15,0 0-3 0,0 2 7 0,-3 1-6 16,3-1 6-16,0-4 0 0,0 1-4 0,0 0-1 0,3 0 5 16,-2-3 0-16,0 0-6 0,-1-7 0 0,4 11 1 15,-2-6 0-15,-2-5 0 0,1 7-1 0,-1-7 3 16,4 5 2-16,-4-5-5 0,0 0-5 15,0 0-2-15,0 0-12 0,4 6-3 0,-4-6-9 16,0 0-5-16,0 0-13 0,0 0-13 0,0 0-18 16,0 0-31-16,0 0-31 0,0 0-40 0,0 0-51 0,4 6-48 15,-4-6-201-15,0 0-515 0,0 0 228 16</inkml:trace>
  <inkml:trace contextRef="#ctx0" brushRef="#br0" timeOffset="-81170.51">32283 7183 16 0,'0'-10'255'0,"0"10"-13"0,-3-9-23 0,-2 4-17 16,0 0-19-16,-7 2-13 0,2 1-16 0,-5-4-16 15,2 5-14-15,1 1-11 0,-1 4-12 0,-4 1-6 16,0 3-11-16,-1 0-6 0,-5 7 0 0,5-4-13 16,3 2-6-16,-1 0-3 0,3 2-8 0,-1-3-4 15,3 2-3-15,5-3-2 0,1-1-4 0,0 0-17 16,3 1-19-16,0-2-28 0,4 1-31 0,1-2-32 16,3 0-45-16,3-2-35 0,4-1-40 0,-1-2-114 15,1-2-353-15,0-1 156 0</inkml:trace>
  <inkml:trace contextRef="#ctx0" brushRef="#br0" timeOffset="-80836.93">32456 7196 53 0,'-6'-3'115'0,"6"3"7"0,-11-6-24 0,11 6-12 16,-11-1-13-16,11 1-6 0,-9-2-8 0,9 2-4 15,-10-1-3-15,10 1 3 0,-9 0 5 0,9 0 2 16,-11 1 6-16,11-1 1 0,-9 2 1 0,9-2-6 16,-12 0 4-16,12 0-1 0,-10-2-4 0,10 2-2 15,-14-1-2-15,14 1-3 0,-13-1-1 0,13 1-5 16,-13-2 3-16,13 2 2 0,-7-1-1 0,7 1 0 15,-8-2-2-15,8 2-2 0,-8-3-6 16,8 3 0-16,0 0-6 0,-11-1-7 0,11 1-7 0,0 0-15 16,-8-2-29-16,8 2-32 0,0 0-28 0,0 0-31 15,0 0-47-15,-4 9-141 0,4-9-325 0,0 0 144 16</inkml:trace>
  <inkml:trace contextRef="#ctx0" brushRef="#br0" timeOffset="-80475.14">32462 7167 105 0,'0'0'261'0,"5"-3"-2"0,-5 3-14 0,4-4-17 15,-4 4-18-15,0 0-21 0,0 0-25 0,0 0-19 16,0 0-16-16,0 0 9 0,3 22 1 0,-3-11-12 16,-2 2-13-16,2 3-9 0,2 1-17 0,-2 0 0 15,4 1-12-15,-1-6-5 0,0 2-10 16,0-1-1-16,2-3-5 0,0 0-4 0,2 0-14 15,4-2 13-15,-2-1-9 0,3 0 0 0,2-5-5 0,1 1-1 16,-1-3-13-16,-1-2 10 0,-2-1 3 0,2-1-6 16,-1-2 0-16,-12 6-1 0,0 0 6 0,0 0 7 15,42-30-10-15,-42 30 14 0,20-28-8 0,-20 28 0 16,18-19 10-16,-18 19 0 0,0 0 24 16,15-22-11-16,-15 22-4 0,0 0-7 0,0 0-7 15,0 0-2-15,0 0-12 0,0 0 2 0,0 0-9 0,0 0 0 16,0 0 4-16,0 0-3 0,0 0-8 0,0 0-11 15,0 0 9-15,0 0-6 0,8 76-12 16,-8-76-32-16,17 29-34 0,-17-29-50 0,28 28-57 16,-10-15-78-16,-18-13-86 0,37 17-212 0,-37-17-600 15,34 9 266-15</inkml:trace>
  <inkml:trace contextRef="#ctx0" brushRef="#br0" timeOffset="-79704.88">10864 8323 180 0,'-2'-9'272'0,"1"1"-27"0,0 3-30 16,1 5-29-16,-1-11-15 0,1 11-19 0,0 0-11 15,0 0 4-15,1 33 2 0,1-3-10 0,-3 5-9 16,1 15-6-16,-2 5-13 0,-5 2-7 0,5-1-7 15,-2-4-13-15,0-1 0 0,2 0-13 0,-1-4-5 16,3-15-6-16,0 0 1 0,3 3-10 0,-1-5-6 16,2-1-10-16,-1 3-25 0,-1-7-36 0,-1-6-59 15,4-1-60-15,-3-6-42 0,-1-1-42 0,-2 0-171 16,1-4-436-16,0-1 193 0</inkml:trace>
  <inkml:trace contextRef="#ctx0" brushRef="#br0" timeOffset="-78846.56">11016 8650 35 0,'5'-15'246'0,"0"5"-8"0,-2 0-15 0,-1 5-20 15,1-1-22-15,-3 6-16 0,0 0-16 0,0 0-16 16,0 0-11-16,0 0-12 0,-26 10-10 16,7 8-15-16,-3-3-1 0,2 2-11 0,-2 1-7 15,6-5-6-15,-4 5-8 0,4-6-5 0,3 1-7 0,3-5-11 16,2 0-4-16,0 1-9 0,3-4-5 0,-1 1-1 15,3-2 0-15,1 8-4 0,-1-5 5 16,3 3-7-16,2 2 1 0,3-2-2 0,1 0 3 16,4 4-4-16,2-2-2 0,3 0 5 0,6 3 1 0,4-4-4 15,2-4 2-15,2 2 0 0,-1-6 2 0,4 0-2 16,3-3 2-16,-1-2-4 0,2-1 2 16,2-2-4-16,1 0 3 0,-3-1-1 0,-6-1 1 15,0-1-3-15,-10 3 1 0,-1 2 1 0,-2-5-1 0,-3 2-2 16,-3-1 3-16,0 1-1 0,-4-2 2 0,2 1 0 15,-5-6 1-15,0 4 5 0,1-3 0 0,-4-3-3 16,-1 3 8-16,-1 1-4 0,-1-7 2 16,-4 1 4-16,1 4 13 0,-1 1-1 0,0 2 6 0,0 0-4 15,-3 3-3-15,1 1-2 0,0 3-2 0,-1 1-5 16,-1 4-1-16,-3 2-5 0,-2 6 1 0,2 2 0 16,0 6-5-16,0 3 3 0,3 1 1 0,5-3-8 15,2 0 5-15,2-1-3 0,2-1-1 0,4-1-1 16,2 0 5-16,4-5-3 0,2 1 4 0,4-4-2 15,2 1-1-15,4-4-1 0,-1-2 0 0,3-1 2 16,6-2 8-16,-4-3-10 0,1-1 1 0,-1-2-1 16,-7-1-3-16,7-3 4 0,-10 1-2 0,0 2-2 15,-2-5 4-15,-1 2-2 0,-4-6-1 0,0 2 0 16,-1 0 3-16,0-1-4 0,-3-3 5 0,-3 4-3 16,0-2-4-16,0 0-1 0,-3 0 8 15,-2 5-7-15,-1-1 4 0,1 3-2 0,-1 3 6 0,0-1-9 16,3 7 3-16,-9-5 5 0,9 5-11 0,0 0-2 15,-18 17 5-15,9-3-2 0,-2 5 1 0,0 6-1 16,4-2 9-16,2-4-4 0,3-2-1 0,0 2-1 16,2-2 2-16,3 0 8 0,3-2-7 0,1-4-1 15,1-1-1-15,6 2 0 0,-3-4 0 0,3-1-8 0,-1-4-9 16,5-1-13-16,2 0-10 0,2-2-10 16,6-3-7-16,-8-1-3 0,-2-2 0 0,0-3 0 15,1 2 9-15,-2-4 4 0,-4 1 6 0,-1-3 8 16,-1-1 0-16,-2-2 5 0,0 1 7 0,-3-4 7 0,1 1 14 15,-2-11 11-15,1 5 12 0,-4-4 5 0,0 4 12 16,2-4-2-16,-4 2 17 0,-2 0 7 16,4 7 5-16,-2 1 18 0,0 0 6 0,0 5 14 15,0 1 8-15,0 4-2 0,1 3-21 0,-1 5-9 16,-1-12-8-16,1 12-14 0,0 0-4 0,0 0-3 0,-2 32-6 16,1-6 4-16,-2 5-8 0,1 2 2 0,-4 18-8 15,3-2-4-15,-1-3 4 0,0-10-2 0,0 11-10 16,-1-2-5-16,2-9 8 0,-1-4-3 0,1 3-5 15,-1-1-6-15,4-5-23 0,-2-1-30 0,2-3-36 16,-2-4-19-16,2-4-38 0,0 0-50 0,-1 0-57 16,2-7-66-16,-2 1-248 0,1-11-598 0,-4 14 264 15</inkml:trace>
  <inkml:trace contextRef="#ctx0" brushRef="#br0" timeOffset="-78629.88">12008 8728 59 0,'11'-9'247'0,"1"5"-17"0,-1 0-6 16,-1 2-11-16,2 2-10 0,1 2-3 0,-1 2-4 15,1 2-19-15,-4 1-12 0,0 3-13 0,1 2-17 16,-2-2-8-16,-3 3-12 0,2 1-11 16,-5 2-4-16,-2-5-11 0,-5 4-8 0,1-2-7 15,-3 3-7-15,-2-2-12 0,-3-1-21 0,-1-1-22 0,-3 1-30 16,-1-1-43-16,-2-2-50 0,0-1-58 0,0-4-51 15,-10 3-194-15,10-6-448 0,2 2 199 0</inkml:trace>
  <inkml:trace contextRef="#ctx0" brushRef="#br0" timeOffset="-77541.19">13095 8554 2534 0,'-2'-9'20'15,"-3"-3"59"-15,3 3 1 0,-2 0-18 0,2 4-23 16,2 5-12-16,-2-13-5 0,2 13-6 0,8-9-1 0,-1 2-7 15,5 0 3-15,5 1-2 0,1-2 0 16,2 6-6-16,2-4 2 0,4 0 0 0,3 2-1 16,-10 3-13-16,2 0 3 0,-1-3-15 0,-2 3-6 15,0-1-12-15,-9 2-6 0,5-1-7 0,-5 1-5 0,-1 0-2 16,-8 0 6-16,12 0 6 0,-12 0 2 0,9-1 9 16,-9 1-2-16,0 0 6 0,0-8 6 15,0 8 8-15,0 0 10 0,0 0 5 0,-14-9 4 16,14 9 10-16,-9-1-3 0,9 1-1 0,0 0 0 0,-13 4 6 15,11 4 12-15,-6 8 9 0,0 8 11 16,1 4-1-16,-2 3 4 0,0 3 2 0,-2 12 0 16,2-11-5-16,0 9-1 0,4-11-1 0,1 0-3 15,4-4-4-15,-2 2 0 0,0-5-7 0,2-1-2 0,0-7-2 16,2 0 1-16,0-3-6 0,-2 1 0 16,0-4-1-16,0-1 1 0,0-1-1 0,0-3-4 15,0-7-4-15,-4 13-3 0,3-8-8 0,-3 0-5 0,4-5-2 16,-7 4 0-16,0-1-3 0,7-3 3 0,-11-1-2 15,11 1 3-15,-11-6-3 0,2 2 2 0,4-1-2 16,1-1 6-16,-2 2-2 0,3-4 0 0,3 8-1 16,-2-11 0-16,2 11 3 0,5-7-2 15,-5 7 4-15,10-6-1 0,0 2-1 0,3 2 3 0,-2 0-4 16,9 0 2-16,1 1-1 0,1 0 2 0,9-1 2 16,-4-1-18-16,3 0-15 0,3 0-19 0,-4 0-22 15,0-1-16-15,-8 1-7 0,0 0-7 0,-2-1 3 16,0-1 2-16,-2 1 9 0,-5 0 7 0,-1-1 14 15,-2-1 3-15,0-1 15 0,-4 0 12 0,-1-3 27 16,-2 2 14-16,0-3-3 0,-2 1 21 0,0 0 10 16,2-1 16-16,-2 0 18 0,-2 2 8 15,0 2 6-15,2 7 2 0,0-11-4 0,0 11-9 0,0 0-10 16,0-9-5-16,0 9-2 0,0 0 9 0,0 0 7 16,0 0 8-16,-2 41 0 0,2-24 5 0,-2 2-9 15,0 5-1-15,-1-5-2 0,1 0-11 0,2 1-4 16,-5-2-8-16,5-3 2 0,0 3-6 0,0-4-2 15,-2-2-8-15,2-1 3 0,2-2-8 0,-2-2-3 16,0-7-8-16,0 9-1 0,0-9 0 0,0 9-1 16,0-9 0-16,0 0-2 0,0 0-5 0,0 0-2 15,0 0-5-15,0 0 1 0,0 0-3 0,0 0 6 0,0-32-3 16,-2 19 2-16,2-2 8 0,0-2-12 16,2-2 3-16,-2-7-7 0,5-2 2 0,0 1 3 0,1-2-5 15,1 1 3-15,4 1-1 0,-2 2-2 16,-2 7 0-16,1 2 11 0,4 2-5 0,-5 5 3 15,3 0 0-15,0 4-6 0,1 2-5 0,2 3 16 16,-3 2-11-16,1 1 0 0,0 4 3 0,0 1-1 0,2 3-1 16,-1 1 4-16,-3 2-1 0,0 1-2 0,-3 2 5 15,2 0 0-15,-6-2-1 0,0 2 1 16,-2-1-1-16,-2-3-3 0,0-1 5 0,-1 1-6 16,-2-2-10-16,3-2-12 0,-2 1-14 0,2-3-8 0,-1-1-18 15,1 2-12-15,2-8 1 0,-2 9-2 0,2-9 13 16,2 12-3-16,2-9 1 0,-1 1 2 0,-3-4 8 15,14 6 5-15,-10 0 2 0,3-3 7 0,-1 1 2 16,1 0 9-16,2 2 4 0,-4-1 3 16,-1-2 6-16,2 2 4 0,-3 3 15 0,1-4 4 0,-1 2 4 15,-3-6 1-15,2 12 1 0,-2-6-1 0,0-6 1 16,-9 12-3-16,5-6 0 0,-1-1-15 0,-2 0-15 16,-4 0-26-16,2-1-39 0,0 2-39 0,-1-2-42 15,0-1-60-15,-3-3-128 0,13 0-382 0,-14 0 169 16</inkml:trace>
  <inkml:trace contextRef="#ctx0" brushRef="#br0" timeOffset="-77251.08">14294 8758 81 0,'0'0'186'0,"0"0"-25"0,0 0-9 0,2 7-1 16,-2-7-2-16,0 0-2 0,0 0-5 0,-2 11-2 16,2-11-6-16,0 0 4 0,0 0-8 0,-6 8-3 0,6-8-4 15,0 0-4-15,0 0-6 0,0 0-1 16,0 0-12-16,-3 6-7 0,3-6-9 0,0 0-10 16,0 0-5-16,0 0-3 0,0 0-13 0,0 0-3 15,0 0-3-15,0 0-3 0,0 0-10 0,0 0-18 0,0 0-25 16,0 0-22-16,0 0-25 0,0 0-20 0,0 0-35 15,0 0-37-15,0 0-49 0,0 0-205 0,0 0-434 16,0 0 192-16</inkml:trace>
  <inkml:trace contextRef="#ctx0" brushRef="#br0" timeOffset="-76653.86">14614 8608 226 0,'2'-5'262'0,"-2"5"1"0,-2-14-9 0,2 14-9 0,-7-11-4 16,2 7-26-16,5 4-14 0,-16-1-16 0,5 5-12 16,-4 5-10-16,-1 4-10 0,-4 7-12 0,1 2-16 15,-1-2-8-15,5 5-11 0,0-2-11 0,5-6-4 16,6 2-14-16,-1-1-2 0,3-3-15 0,0-2 2 16,4-1-8-16,3-1-5 0,-1-1-2 0,5 3-5 15,0-5-6-15,0-3 1 0,3 0-7 0,2 0-2 16,-3-4-10-16,2-1 2 0,1 2-5 0,-2-5-1 15,-1 1-3-15,-2-1-1 0,0-2 5 0,3-2-6 16,-4-1-1-16,-1-1-5 0,0-2 3 0,0 2 3 16,0-6-2-16,1 0-2 0,-3-2 1 0,-1 3 1 15,4-3-3-15,-6 5 10 0,2 0-16 0,0 3 1 16,-3 1 5-16,2 2-9 0,-2-1-1 0,-1 7 0 16,2-7-4-16,-2 7 4 0,0 0 0 0,0 0 3 15,0 0-3-15,6 23 3 0,-8-10 0 0,4 1-1 16,-6 0 0-16,4-3 5 0,0 1 2 0,2-1-4 15,0 0 2-15,0-1 2 0,3-1-3 0,2-1 0 16,-2-2 7-16,4-2-5 0,2-2 3 0,0 0 3 0,0-4-5 16,3 2-7-16,-1-3-5 0,-1-2 17 0,1 1-10 15,-2-6-9-15,3 1 2 0,-1-1 12 16,-2 1-14-16,-1-4 2 0,-1 0 0 0,0-2-3 16,-1 0 7-16,-3 1-1 0,-1 1 4 0,1-4-3 0,-3 6 0 15,0-1-2-15,0 3 3 0,2-1 3 0,-3 2-2 16,-1 8 2-16,2-9-1 0,-2 9-5 0,3-3-7 15,-3 3 7-15,0 0 0 0,0 0 0 16,0 0 10-16,-5 32-5 0,0-17 4 0,1 2 5 0,2-2 8 16,-2 2-9-16,1 1-6 0,1 0 19 0,-1 1-18 15,1-2-1-15,0-1 5 0,0 0 4 0,0-5-8 16,0 1 1-16,2 1 3 0,0-2-7 16,0-1-9-16,0 1-28 0,-2-1-28 0,0-4-41 0,1 1-41 15,-3 0-60-15,4-7-64 0,-9 12-239 0,0-6-555 16,-1 0 245-16</inkml:trace>
  <inkml:trace contextRef="#ctx0" brushRef="#br0" timeOffset="-75397.24">15746 8571 50 0,'0'0'276'0,"-4"-13"-19"0,-1 9-14 16,-3-2-14-16,0 5-19 0,8 1-14 0,-18 0-11 15,2 6-15-15,-1 2-7 0,-5 10-6 0,2 6-7 0,2 1-11 16,-1 1-9-16,1 1-12 0,4 1-15 16,1-1-5-16,3-2-14 0,5 0-1 0,2-5-7 15,2-1-8-15,4-1-11 0,0-3 9 0,0 2-13 16,4-6-8-16,1 0-13 0,4 0-16 0,-1-4-18 0,3 3-20 15,0-6-19-15,-1 0-12 0,6-1-16 16,-1 0-17-16,0-5-14 0,-1-2 0 0,2 0 4 16,-6 0 1-16,3-2 8 0,-2-4 16 0,0 1 1 15,1-4 6-15,-4-1 5 0,-2-1 10 0,1-1 16 0,-1-1 15 16,-3-1 16-16,1 1 16 0,-2 0 0 0,-1-2 19 16,-2 1 10-16,1 3 21 0,-3 3 7 15,4 3 12-15,-4 2 7 0,0 7-8 0,1-10-11 16,-1 10-10-16,0 0-8 0,0 0-2 0,0 0-2 0,0 0 5 15,0 0 13-15,-6 28 0 0,3-11 3 0,1 2-4 16,0-1-12-16,1-1 3 0,0 1 0 0,1 0-1 16,2-1-4-16,1-2 1 0,-1 2-2 0,3-6-3 15,2-2-4-15,-1 3-5 0,2-3 4 0,3-3 0 16,0 2-5-16,0-3-3 0,2 1-1 0,0-3-3 16,6 0-3-16,-2-3-2 0,3-2-1 0,-2 1 0 15,-4-2-2-15,1-2-2 0,-2 0-2 0,2-2-1 16,-5 1 0-16,0-1 2 0,-3-3-3 0,0 1 1 15,-2-2-8-15,-2 1-4 0,0-6 11 0,-2 2-21 16,-2-2 10-16,-2-1-13 0,1-2-14 0,-4 2 7 16,1 0 1-16,1 2 6 0,-1-1-5 0,1 4-2 15,1 3 2-15,-1-1-1 0,2 3 6 0,-2 0 9 16,4 7-18-16,-5-10 2 0,5 4 1 0,0 6-6 16,0 0 3-16,10-8-1 0,-2 7 0 0,3 4 2 15,2 4-5-15,2 0 13 0,2 3-8 0,0 0 4 0,-1 4 9 16,0-2-15-16,-1 2 5 0,-2 1 1 15,-1-1 3-15,-1 1-4 0,-4-1 5 0,2 0 13 16,-3-3-15-16,-3 0 2 0,1-2 4 0,-3 1-4 16,1 0 6-16,-2-5 1 0,0-5 6 0,-3 12-1 15,3-12 5-15,-5 6 2 0,5-6 4 0,-8 5-1 16,8-5-8-16,-6 1 8 0,6-1 1 0,0 0 0 16,-10-8-2-16,10 8-6 0,-3-12 3 0,2 3-4 15,1-2 4-15,4-6 2 0,1 0-8 0,1 0 16 0,5-7-15 16,4 2 0-16,1-2-4 0,2 0-16 0,0 3 13 15,-1 2 2-15,-1 6-5 0,0 1 10 16,-4 6-10-16,-1 1-5 0,0 2 2 0,-1 3 8 16,1 3-11-16,1 5-3 0,0 2 5 0,-3 0 1 0,2 4 3 15,-2 1-2-15,-1 1 8 0,2 0-7 0,-1 0 0 16,-1 0 4-16,0 0 5 0,0-2-7 0,1-1 11 16,-1-3 6-16,1-1-1 0,0 0-3 15,0-2 15-15,0-1-7 0,2-1 1 0,-1-3 2 0,1 1-2 16,3-3-1-16,-1-1-4 0,1-3 1 0,1-3 2 15,-4 2 3-15,1-2-4 0,0-5 0 16,-1 5-5-16,-1-5-7 0,-1-4 5 0,0-3-9 0,-3 4 13 16,1-4-1-16,-1-4-6 0,-1 5-2 0,0-1 1 15,-1-1 5-15,-1 3-11 0,-1-1 14 0,2-1-6 16,-4 8-10-16,2 1-4 0,-2 1 6 0,0 9-6 16,-2-13 1-16,2 13 20 0,0 0-18 0,-4-4-4 15,4 4-1-15,0 0-1 0,-19 23 4 0,12-10-2 16,-1 2 0-16,-1 1 1 0,4 2 2 0,1-2-1 15,1 2 1-15,5 0-1 0,-1 0-7 0,4-2 9 16,0 0 2-16,4-2-1 0,-1 0-4 0,0-1 3 16,0-2 0-16,3 2 5 0,-5-2-1 0,2-2 6 15,-1 2-9-15,0-3-3 0,-2 2 17 0,1-2-11 16,0 0-3-16,-4-2 1 0,-1 0-7 0,2 1 1 16,-3-7-14-16,1 11-10 0,-1-11-12 0,-9 11-22 0,3-8-13 15,1 2-26-15,-2-2-20 0,-2 1-46 0,2 0-41 16,7-4-56-16,-13 2-284 0,13-2-596 15,-12-4 265-15</inkml:trace>
  <inkml:trace contextRef="#ctx0" brushRef="#br0" timeOffset="-75138.84">17010 8360 190 0,'0'-11'308'0,"1"-2"-1"0,-1 6-26 0,0 0-24 0,0 7-15 15,1-9-37-15,-1 9-16 0,0 0 14 0,0 0 15 16,0 0 21-16,-5 46-8 0,1-15 1 16,0 1-18-16,2 3-4 0,-6 0-14 0,0 10-12 0,3 2-13 15,0-13-14-15,0-2-19 0,0 3-10 0,1-2-11 16,-2 1-15-16,1-4-10 0,-2 3-8 0,3-5-2 16,2-2-11-16,-5-2-11 0,6-6-28 0,-3-1-42 15,3-1-35-15,0-5-60 0,1-1-40 0,0-2-34 16,0-8-43-16,-1 10-45 0,1-10-54 0,0 0-320 15,0 0-695-15,0 0 307 0</inkml:trace>
  <inkml:trace contextRef="#ctx0" brushRef="#br0" timeOffset="-74686.86">16815 8695 233 0,'0'0'232'15,"12"-9"-18"-15,0 6-9 0,1 1-10 0,5-1-9 16,1 0-11-16,2 2-11 0,7-2-13 0,3 0-9 15,2 0-15-15,1 2-12 0,2-2-14 0,1 0-6 16,-1-1-8-16,-3-1-13 0,0 1-5 0,-3 0-7 16,-2-2-7-16,-11 2-1 0,0 0 1 0,-4 0 3 15,-1 1-3-15,-2-2 11 0,-4 3-4 0,1-3 5 16,-1 1 2-16,-2 0 2 0,-2-3-2 0,-2 7-7 16,4-7-4-16,-4 7-6 0,0 0 10 0,0 0-15 15,-15-9 7-15,5 11 2 0,-3 3 4 0,-4 4-7 16,1 2 9-16,-5 7-11 0,1-1 13 0,-1 2 4 15,2 0-5-15,5-4-8 0,-4 2 3 0,5-3-7 16,2 1-11-16,3-1-3 0,4-3 6 0,1 0-11 16,1-3 5-16,4 3-3 0,-1-1-3 0,1-3-3 0,4-3-11 15,1 2-2-15,3-2-4 0,1 0-13 16,0-4-7-16,3-2-5 0,-1 1-2 0,2 0-2 16,-2-3 5-16,-1-2 0 0,-1 2 1 0,1-3-4 15,-3-1 7-15,1 0 0 0,-1-2 2 0,-1 0-3 0,4-3 27 16,-5 4-29-16,-2 0 6 0,1 2 0 0,-3 0-5 15,2 3 3-15,-1 0-4 0,-4 4 5 16,6-7-6-16,-6 7 2 0,0 0-3 0,0 0 3 16,0 0 4-16,9 15 0 0,-8-8-2 0,1 3 2 0,-1 0-32 15,-1 0-36-15,0 2-38 0,0-1-41 0,0 0-49 16,-1 1-51-16,-1 0-35 0,2 0-16 0,2 0-180 16,-2-3-524-16,1 1 232 0</inkml:trace>
  <inkml:trace contextRef="#ctx0" brushRef="#br0" timeOffset="-74486.19">17449 8848 152 0,'5'-15'199'0,"0"-1"-15"0,2-1-1 16,0-7 7-16,2 0-7 0,2-2-7 0,0 0-2 15,3 5 3-15,-2 3-2 0,3-2-3 0,-5 7-5 16,4 4-8-16,-4 0-13 0,2 5-14 0,-1 1-15 16,-4 3-10-16,4 3-10 0,-2 1-6 0,0 6-3 15,-2 2 6-15,-1 3-11 0,-2 1 2 0,-2 2-10 16,0 1-11-16,-4-1-1 0,0 2-3 0,-3 3-5 15,0-3-36-15,-2-2-29 0,2 0-45 0,-1-4-53 16,-2 1-71-16,6-6-77 0,-4-1-255 0,2 2-551 16,4-10 244-16</inkml:trace>
  <inkml:trace contextRef="#ctx0" brushRef="#br0" timeOffset="-74251.86">17900 8512 2815 0,'2'-19'78'0,"-4"1"57"16,4 7-45-16,-4 2-39 0,2 3-12 0,0 6-7 16,0 0-6-16,0 0 31 0,0 0 29 0,0 0 27 15,-13 29 17-15,7-4 9 0,-3 4 0 0,1 4 8 0,-2 1-12 16,1-1-9-16,0 2-10 0,2-5-9 16,0 5-12-16,0-3-10 0,2-1-5 0,-1 0-10 15,4-3-3-15,-1-1-16 0,2-2-29 0,0-8-46 16,-1 2-29-16,1-6-39 0,2-3-50 0,1 2-46 0,-1-3-60 15,-1-3-63-15,0-6-55 0,0 11-236 16,0-11-651-16,0 0 289 0</inkml:trace>
  <inkml:trace contextRef="#ctx0" brushRef="#br0" timeOffset="-74105.01">17747 8771 15 0,'6'-4'270'0,"1"1"-31"0,-7 3-30 0,11-6-21 0,-2 3-20 15,6 2-11-15,5-2-26 0,0 1-28 0,8-4-49 16,0 2-48-16,2 1-48 0,3 2-46 0,-1-3-48 16,-3-1-77-16,1 2-230 0,-1-1 102 15</inkml:trace>
  <inkml:trace contextRef="#ctx0" brushRef="#br0" timeOffset="-74003.08">18212 8742 99 0,'9'3'221'0,"-9"-3"-16"15,4 4-3-15,-4-4-16 0,0 0-15 0,1 8-18 16,-1-8-11-16,0 0-15 0,0 0-31 0,0 0-48 15,-4 11-70-15,4-11-77 0,0 0-157 0,-10 5-275 16,10-5 122-16</inkml:trace>
  <inkml:trace contextRef="#ctx0" brushRef="#br0" timeOffset="-70413.92">19457 8528 125 0,'0'0'211'0,"-2"-9"-4"0,2 9-7 0,0 0-20 15,-5-9-12-15,5 9-17 0,-10-3-14 0,10 3-11 16,-10 3-14-16,1 4-6 0,-5 4 0 0,-3 8-9 15,-3 5-4-15,-2 5-5 0,3 3-5 0,0-1-7 16,-4 11-5-16,10-12-7 0,-2 0-2 0,5 0-9 16,3-3 1-16,2 1-11 0,0 0-4 0,2-3-1 15,1-1-5-15,3-4-4 0,0-2-1 0,7-2-1 16,-4 0-2-16,2-2-14 0,1 1-19 0,0 0-21 16,2-5-18-16,-2-1-39 0,-1 2-51 0,2-4-37 15,1 1-63-15,-3-1-118 0,-2-4-383 0,-4-3 170 16</inkml:trace>
  <inkml:trace contextRef="#ctx0" brushRef="#br0" timeOffset="-70186.86">19407 8586 183 0,'8'-7'184'15,"3"3"-16"-15,2 3-7 0,5 4-4 0,-1 1 5 16,0 6-5-16,5 7-4 0,-4 4-6 0,1 5-9 15,-6 1-6-15,0 5-14 0,-6 1-10 0,1 1-10 16,-2 2-4-16,1-3-9 0,-5-2-10 0,-3-1-5 16,0 1-6-16,-3 0-10 0,0-4 0 0,0-1-6 15,2-6-8-15,-3-2-22 0,-1 1-23 0,1-3-38 16,-5 2-41-16,1-6-42 0,1-2-43 0,-2 0-205 16,-5-1-405-16,-3-7 180 0</inkml:trace>
  <inkml:trace contextRef="#ctx0" brushRef="#br0" timeOffset="-70031.99">19263 8884 228 0,'-2'-6'205'0,"2"6"-15"0,4-11-20 15,-4 11-17-15,9-7-12 0,3 2-12 0,7 4-10 16,2-2-13-16,11 1-5 0,3 3-9 0,-1 3-14 16,3-3-5-16,16 7-24 0,-15 0-39 0,15 3-47 15,-1-4-54-15,0 4-49 0,-14-2-123 0,1-3-285 16,-1 1 127-16</inkml:trace>
  <inkml:trace contextRef="#ctx0" brushRef="#br0" timeOffset="-69818.19">20211 8800 271 0,'-1'-16'258'0,"-1"5"-13"16,2-2 1-16,0 5-4 0,0 8-16 0,-1-11-25 15,1 11-24-15,-3-10-25 0,3 10-14 0,0 0-8 16,0 0-12-16,0 0 0 0,-2 36-9 0,2-19-12 15,-1 9-7-15,-2 1-10 0,0 3-8 0,3-4-7 16,-2 3-9-16,2-5 1 0,1 5-4 0,-1-5-8 16,0 1-9-16,1 0-7 0,-1 0-18 0,2-8-22 15,-1 2-31-15,2-3-29 0,-1 0-30 0,-2-3-32 16,0-1-44-16,1-1-41 0,-1-4-211 0,0-7-463 0,-2 11 205 16</inkml:trace>
  <inkml:trace contextRef="#ctx0" brushRef="#br0" timeOffset="-69616.9">20184 8711 165 0,'14'-12'184'0,"0"3"-8"16,3 0-11-16,-2 5-15 0,-4 1-8 0,1 4-13 16,0 3-7-16,0 3 2 0,1 2-10 0,-3 5-10 0,-2 2-7 15,-2 2-7-15,-3 2-9 0,-3 4-2 0,0 1-13 16,-4-6-2-16,-2 5-7 0,-2-4-2 15,-2 4-13-15,1-9-24 0,0 2-38 0,1-3-47 16,1-1-54-16,0-4-29 0,2-1-161 0,0-2-338 0,4-2 150 16</inkml:trace>
  <inkml:trace contextRef="#ctx0" brushRef="#br0" timeOffset="-69409.92">20629 8599 22 0,'6'-10'270'0,"1"3"-25"0,-4 2-27 0,1-1-27 0,-4 6-17 16,0 0-9-16,0 0 0 0,9 15 4 0,-9-5-1 16,-1 8-4-16,1 1-18 0,-3 9-9 0,3 3-12 15,-5-2-10-15,1 2-11 0,2-1-9 0,-2-2-3 16,0 1-14-16,-1 0-9 0,4-1-7 16,-2-2-18-16,2-7-24 0,-2 4-38 0,1-4-36 15,-2-2-51-15,4-3-64 0,-1-4-54 0,-2 1-189 0,-1-3-446 16,-1 0 197-16</inkml:trace>
  <inkml:trace contextRef="#ctx0" brushRef="#br0" timeOffset="-69269.06">20534 8822 110 0,'1'-7'199'0,"3"2"-20"0,-4 5-19 15,4-7-16-15,1 3-13 0,-5 4-18 0,14-2-29 16,-2 2-50-16,4 2-70 0,2 2-151 0,1-1-202 15,9 0 90-15</inkml:trace>
  <inkml:trace contextRef="#ctx0" brushRef="#br0" timeOffset="-69117.98">21421 8799 98 0,'4'-6'262'0,"-4"6"-34"0,2-6-19 0,-2 6-23 15,2-8-37-15,-2 8-60 0,0 0-79 0,0 0-61 16,6-5-60-16,-6 5-68 0,0 0-193 0,0 0 86 16</inkml:trace>
  <inkml:trace contextRef="#ctx0" brushRef="#br0" timeOffset="-68457.23">21830 8723 27 0,'0'-7'263'0,"0"7"-19"0,0 0-13 16,0 0-7-16,0 0-8 0,-15 19-11 0,8-3-6 16,2 0-12-16,-1 1-15 0,2 9-18 15,-1-7-13-15,4 0-11 0,-1 0-13 0,2 6-12 0,5-8-9 16,0 0-7-16,3-1-10 0,0-2-7 16,2-1-2-16,0-1-6 0,5-3-7 0,-3-2-6 15,4 1-2-15,-3-3-3 0,6-2-8 0,-6-2 0 0,2-1-6 16,2-1 0-16,-5 1-5 0,-2-6 1 0,2 2-1 15,-3-5-6-15,-2 2 1 0,1-2-2 16,-2-4-4-16,2-1-2 0,-3-1-1 0,-1-3-3 16,0 0-1-16,-3 0 2 0,2 1-3 0,-2 2 8 0,-1 2-11 15,1 4 0-15,2 3 2 0,-2-1-14 0,-1 7 1 16,0 0 0-16,0 0-2 0,0 0 11 0,0 0-12 16,0 0 1-16,0 0 3 0,6 28-1 0,-3-16 1 15,0 2 0-15,-1-1-1 0,6 1 4 0,-2 0 2 16,2 1 1-16,1-1 2 0,0-6-4 0,1 3 2 15,0-5 3-15,4 4 0 0,-1-6 1 0,2 4 0 16,-2-4-1-16,5-2 1 0,-5-2 1 0,2 0 3 16,-3 0-3-16,-2-2-3 0,0-2 3 0,-4 1-2 15,1-2 1-15,-2 0 3 0,-1-3-2 0,0 1-8 16,-3-5-12-16,-2 1 0 0,-2-2 5 0,1-5-8 16,-4 4 2-16,3 1 5 0,-3-1-6 0,3 2-1 15,-1 2 8-15,-1 1-1 0,2 5 9 0,1-2-8 16,2 6-3-16,-3-12 2 0,3 12-6 0,-1-7 2 0,1 7 3 15,0 0 1-15,9-3-2 0,3 0 6 16,0 2-1-16,10 0 1 0,4-3-2 0,4 3 3 16,-1-3 2-16,1 0-4 0,-10 1 2 0,1-2 7 0,-1 4-7 15,-3-4 3-15,0-2-1 0,-5 3 6 16,-3-2 8-16,2 0 13 0,-4 0 8 0,-2 2 10 16,2 0 5-16,-4-2 9 0,2 3 5 0,-5 3 6 15,7-8-5-15,-5 3-6 0,-2 5-7 0,0 0-10 0,5-3-10 16,-5 3-3-16,0 0 1 0,2 16-2 0,-2-3-1 15,-3-1-6-15,1 5-1 0,-2 1-2 0,0 3 4 16,1-4-8-16,1 2-26 0,-2 0-29 16,0 1-30-16,2-4-32 0,-1 1-35 0,2-1-41 0,-1-4-36 15,1-1-25-15,1-3-38 0,-1 2-198 0,0-4-520 16,1-6 231-16</inkml:trace>
  <inkml:trace contextRef="#ctx0" brushRef="#br0" timeOffset="-68097.02">22367 8697 2286 0,'0'-26'61'0,"-1"-3"30"0,-1 12-6 0,1 6-21 15,0 1-22-15,1 3-13 0,0 7-13 0,-2-11-1 16,2 11-10-16,2-8-2 0,-2 8-3 0,0 0-7 16,0 0-14-16,0 0-20 0,19 12-28 0,-10-5-27 15,1 2-19-15,5-1-21 0,2 1-18 0,1 1-7 16,1-2-9-16,-1 0-1 0,1-2-89 0,0-1 231 15,0-2-71-15,2-2 17 0,-3-1 23 0,-3-3 24 16,-2 2 26-16,0-5 21 0,-3 1 22 0,-2-2 18 16,2-2 9-16,-3-1 12 0,0 0 6 0,1-6 11 15,-2 2 3-15,2 2-3 0,-5 1 10 0,3-1 6 16,-3 3 6-16,3 1 7 0,-4 2-10 0,2 0-12 16,-4 6-13-16,5-6-13 0,-5 6-3 0,0 0 7 15,10 16 5-15,-5 2 12 0,1 6 7 0,1 5-3 16,-3 2 1-16,-2 1 6 0,0 2-14 0,0-3-9 15,0-2-8-15,-2 2-9 0,1-4-6 0,-1 1-5 16,0-8-6-16,-1 4-25 0,2-5-29 0,1-3-45 16,0 1-60-16,0-6-58 0,1-3-62 0,-2-2-255 15,1 1-530-15,-2-7 234 0</inkml:trace>
  <inkml:trace contextRef="#ctx0" brushRef="#br0" timeOffset="-67906.76">22911 8610 14 0,'4'-11'287'0,"-4"1"-32"16,3 4-22-16,-2 1-28 0,-1 5-14 0,0 0 7 16,0 0 3-16,0 0 0 0,0 0-3 15,-4 36 0-15,-2-9 3 0,-1 1-27 0,1 0-13 0,0-1-4 16,0 3-27-16,1-2-11 0,-1 0-22 0,-2 1 3 16,3-1-36-16,1-4-38 0,2 1-49 15,2 1-47-15,-2-7-63 0,2-2-78 0,0 2-82 16,2-3-154-16,0-6-484 0,5 5 214 0</inkml:trace>
  <inkml:trace contextRef="#ctx0" brushRef="#br0" timeOffset="-67536.2">23534 8687 158 0,'2'-9'302'16,"0"4"-23"-16,1 0-19 0,-3 5-21 0,3-8-22 0,-3 8-20 15,0 0-19-15,0 0-14 0,0 0-2 0,-22 19-6 16,4-1-9-16,2 6-11 0,-5-2-11 0,3 3-12 16,3-2-20-16,0-2-4 0,6-4-13 0,4 1-5 15,1 0-5-15,2-1-7 0,5 0-4 0,1-1-5 16,4-2-7-16,3 2-11 0,3-3-31 0,5-2-28 16,-1-2-41-16,9 1-25 0,-7-4-42 0,6 0-36 15,2-3-35-15,-9-3-28 0,2-3-189 0,-5 0-458 16,4-2 204-16</inkml:trace>
  <inkml:trace contextRef="#ctx0" brushRef="#br0" timeOffset="-67200.16">23824 8661 175 0,'5'-29'184'0,"0"0"14"0,-2-1 8 0,0 11-2 16,-1 1-8-16,-1 4 4 0,0 4-18 0,-1 4-18 16,2-1-26-16,-2 7-7 0,0 0-20 0,0 0-4 15,0 0-7-15,-4 43 3 0,0-14-12 0,1 4-6 16,-4 15-5-16,3-13-1 0,-3 13-3 0,2-15-4 15,1-1-8-15,2-1-4 0,1 1-7 0,-2-6-5 16,3-7 1-16,1 0-12 0,-2-2-4 0,1-6-3 0,0-1-1 16,0-1 2-16,0-2 0 0,0-7 3 15,-1 9 11-15,1-9 4 0,0 0-10 0,0 0 2 16,0 0-1-16,0 0-10 0,0 0 7 0,0 0-11 16,1-36-1-16,4 19-4 0,2-1-5 0,4-8-7 15,2 0 2-15,0 0-3 0,4 0-11 0,1 4 7 16,-1 3 0-16,-2 6 8 0,-2 3-16 0,2 2 0 0,-4 4-1 15,-1 3 2-15,3 2-5 0,-3 5 4 16,-1 1-2-16,2 6 3 0,0 1-5 0,-4 3 15 0,1 1-8 16,1 5-5-16,-7-5-17 0,4 2-27 0,-4 1-23 15,2 5-29-15,0-9-49 0,-2 2-51 0,5-3-50 16,-6-4-232-16,3-1-522 0,1-2 231 0</inkml:trace>
  <inkml:trace contextRef="#ctx0" brushRef="#br0" timeOffset="-66879.84">24343 8774 120 0,'-5'-16'265'0,"-1"4"-11"15,0 2-14-15,-2 0-16 0,-2 6-15 0,1 3-15 16,-2 2-11-16,-6 8-11 0,-3 2-12 0,0 6-16 16,0 1-12-16,2-2-14 0,4 1-1 0,4-2-20 15,0-1-8-15,5 2-12 0,-1-2-8 16,4 2-7-16,1-4-4 0,3 0 7 0,2-2-16 0,0-1-8 15,7 5-5-15,-3-9-13 0,2 2-3 0,3-3-7 16,1-1-2-16,0-3-7 0,-1-1-1 0,-2-1 4 16,3-2-3-16,-3-1 0 0,1-2 4 0,0 0-5 15,-4-3 2-15,2 0-3 0,-1 1 3 0,0 2-3 16,-3-1 2-16,0 2 3 0,-2 0 3 0,0 2-3 16,-4 4-5-16,7-7-6 0,-7 7 3 0,6-1 1 15,-6 1-2-15,0 0-2 0,7 15 5 0,-4-6-5 16,-2 3-4-16,1-2-29 0,-1 2-38 0,0 4-35 15,0-1-34-15,2-2-56 0,1 3-40 0,1-4-176 16,1-2-450-16,3 1 200 0</inkml:trace>
  <inkml:trace contextRef="#ctx0" brushRef="#br0" timeOffset="-66669.45">24574 8994 139 0,'3'-16'243'0,"-1"-1"-20"0,2 0-12 0,1-1 3 16,2-2-11-16,-1 1-5 0,3-5-4 0,-2 9-8 15,1 4-5-15,0-2-9 0,-2 4-19 16,3 1-17-16,-5 4-15 0,4 1-6 0,-1 2-13 0,-7 1-9 16,22 7-8-16,-13-1-7 0,-1 2-11 0,3 5-9 15,-1 1 0-15,-6 0 0 0,3 2-10 16,-4-2-8-16,1 3-18 0,1 0-24 0,-1 0-30 0,-3-4-28 16,3 3-40-16,-2-1-47 0,2-4-47 0,3-1-48 15,0-2-196-15,4 0-473 0,0-5 211 0</inkml:trace>
  <inkml:trace contextRef="#ctx0" brushRef="#br0" timeOffset="-66075.03">25118 8771 93 0,'-1'-12'287'0,"-3"2"-18"0,1 0-5 16,-1 3-20-16,0 1-20 0,4 6-15 0,-19-1-9 15,7 5-20-15,-3 3-12 0,-4 6-8 0,-6 1-23 16,7 2-14-16,3-2-12 0,2 2-12 0,2-1-12 15,3 0 0-15,2 0-13 0,3 0-8 0,2-2-6 16,3 2-9-16,2-6-14 0,1 1-7 0,2-3-9 16,3 1-9-16,0-2-4 0,0-2-5 0,2-3 0 15,-3-1 1-15,-1 0-1 0,2-3-3 0,-4 0 8 16,-6 3-7-16,14-10 3 0,-7 3-3 0,-1-2 0 16,-1 0-1-16,0-1 3 0,-1 2 1 0,0-2 1 15,0 2 6-15,-3 1 4 0,2 3 10 0,-3 4-13 16,6-7-6-16,-6 7-2 0,0 0 0 0,0 0 1 15,0 0-1-15,4 25 4 0,-8-6-5 0,-2 9 4 16,-2 3 5-16,3 4 5 0,-8 12 2 0,-1 5-3 16,4-1 7-16,-2-1-3 0,-2 2 1 0,4-6 0 0,-4 2 3 15,5-2-6-15,-5 1 3 0,4-16-4 0,1 3 0 16,0-3 2-16,-3-2-7 0,1-1 0 16,-3-8 2-16,2-2-3 0,-1-5 4 0,1 0 0 15,-2-3-5-15,2-6 12 0,1-1-10 0,-1-1-6 0,-2-3-6 16,4-4 3-16,-4-6-20 0,4-3-1 15,3-4-2-15,6-8-2 0,5-4 1 0,7-3-5 16,11-12 0-16,7 1 1 0,7-1 0 0,4-1 1 0,3 1 2 16,21-15 1-16,-20 19 2 0,4 1-1 0,-2-1 1 15,1 3 1-15,-4 0 3 0,2 0 2 0,-5 0 1 16,-4 1 1-16,-2 1-2 0,-11 9 7 0,-3-1 0 16,-4 3 6-16,0-3 8 0,-8 11 9 0,-1-2-2 15,-5 4 17-15,0-1 6 0,-2 5-2 0,-4 2-5 16,-1 1 2-16,-3 4 1 0,-6 3-4 0,-5 4 6 15,-7 7-2-15,-3 6 18 0,0 4-1 0,0 1-2 16,4 1-4-16,5 3-4 0,0-2-6 0,6 2-11 16,4-3 3-16,9-1-21 0,1-2-39 0,6 1-30 15,6 2-42-15,4-2-49 0,8-3-70 0,3-2-66 16,0-4-248-16,5-1-584 0,1-1 259 0</inkml:trace>
  <inkml:trace contextRef="#ctx0" brushRef="#br0" timeOffset="-65930.88">25742 9033 101 0,'0'0'329'0,"9"-5"-19"0,-6 3-7 0,-3 2-3 16,6-5-5-16,-6 5-8 0,5-4-22 0,-5 4-34 15,0 0-28-15,7-3-24 0,-7 3-49 0,0 0-52 16,0 0-43-16,0 0-55 0,0 0-64 0,0 0-93 16,0 0-97-16,13 2-142 0,-13-2-450 0,0 0 200 0</inkml:trace>
  <inkml:trace contextRef="#ctx0" brushRef="#br0" timeOffset="-24358.45">9542 9955 132 0,'-4'-14'208'16,"1"2"-1"-16,-1 2-6 0,0-2-1 0,2 2-5 15,-1 0-7-15,0 1-12 0,0 0-7 0,1-1-7 16,2 10-9-16,-2-10-7 0,0 3-11 16,2 7-10-16,0 0-12 0,-2-9-16 0,2 9-13 0,0 0-8 15,-3-6-11-15,3 6-9 0,0 0-2 0,0 0-7 16,0 0-3-16,1 29-6 0,1-12 1 0,-1 9-6 16,-2 3-1-16,2 1-2 0,-2 0-3 0,-1 1-3 15,2-1 8-15,-1 0-15 0,0-1 0 0,-3-1 1 16,2-3-7-16,-1 1 4 0,2 3-5 0,-2-4-10 15,1-6-15-15,-2 7-15 0,1-5-27 0,1-4-29 16,-2 1-36-16,-1-2-32 0,1-3-31 0,0-2-35 16,2-1-199-16,-4-1-451 0,5-3 199 0</inkml:trace>
  <inkml:trace contextRef="#ctx0" brushRef="#br0" timeOffset="-23918.66">9522 9904 21 0,'-1'-12'244'0,"-1"2"-17"16,1 2-13-16,1 1-9 0,0 7-17 15,-1-9-14-15,1 9-20 0,0 0-16 0,0-11-17 0,0 11-10 16,0 0-14-16,0 0-9 0,0 0-9 0,16 7-3 16,-7 0-12-16,4 3-5 0,1 2-9 0,-1 2-2 15,5 6-4-15,-1 2-4 0,-5-6-8 0,2 6 1 16,0 0-5-16,-3-6 1 0,-1 1-8 0,3 0 1 15,-4-2-5-15,1-1 2 0,0-1 0 0,1 0-1 16,-3-3-3-16,2-4 1 0,-1 1-1 0,2-1-2 16,1-3 1-16,-1-3 0 0,1-1-4 0,2-5 0 15,2-1 1-15,2-4-1 0,3-4-5 0,-3-3 3 16,1-4-1-16,1-1 0 0,-5-1-1 0,2 0 6 16,-1-2-6-16,-4 0-2 0,-2 0 2 0,-1-3 5 15,1 7 0-15,-1 5 9 0,-4-2 8 0,1 3 4 16,-3 6 7-16,2 0-3 0,-2 3-5 0,-1 1-8 15,-2 6-6-15,7-3-1 0,-7 3-1 0,0 0-4 16,11 18-3-16,-6 0 5 0,2 10-2 0,-2 4 5 16,-4 13 6-16,3 3-8 0,-3-2-2 15,-1-12-1-15,1 1 0 0,2 0-3 0,-2 0-2 0,3-4 5 16,0 1-2-16,1-2-26 0,3-1-23 0,1-2-27 16,-5-1-50-16,2-2-45 0,-2-9-46 0,1 1-44 15,-1-4-156-15,-2-2-442 0,1-1 195 0</inkml:trace>
  <inkml:trace contextRef="#ctx0" brushRef="#br0" timeOffset="-23625.13">10316 10312 104 0,'11'-11'197'0,"6"-2"-4"0,-3 0-12 0,4 0-5 15,-2 2-15-15,5-7-11 0,-5 6-12 0,5-8-11 16,2 1-10-16,-2 2-10 0,-3-2-7 0,2-1-1 15,-6-2-9-15,1 1-1 0,-5 5-5 0,-3-1-3 16,-1 0-2-16,-4 1-1 0,0 4-12 0,-5 0-2 16,-1-4-3-16,-3 4-5 0,-1 6 8 0,-1-1-11 0,-4 4-3 15,-1 4-6-15,-5 2-6 0,-5 8 0 16,-1 6-5-16,3 2-1 0,-1 3-5 0,5 2 0 16,-3-2 1-16,7 2-4 0,0 2-6 0,6-8 2 15,4 1-6-15,3 1-1 0,1-1-6 0,4-2-21 16,1 0-9-16,6-2-19 0,4-4-30 0,1 3-31 15,7-3-40-15,-1-3-34 0,5-2-24 0,4-5-22 16,-6 1-132-16,5-3-386 0,0-1 171 0</inkml:trace>
  <inkml:trace contextRef="#ctx0" brushRef="#br0" timeOffset="-23293.07">10963 10046 104 0,'-2'-9'229'0,"2"9"-13"0,-8-11-7 0,1 11-7 16,7 0-3-16,-26 5-6 0,7 3-10 0,-4 7-7 15,-3 2-13-15,4 1-16 0,1 1-17 16,3 2-8-16,1 2-13 0,6-7-11 0,3 2-10 16,1-1-4-16,3-1-14 0,2 0-4 0,1-2-8 0,4-3-3 15,1 0-5-15,5-3-5 0,-3 1-5 0,4-3-6 16,0 0-2-16,4-3-10 0,3-2-1 0,2-2-4 16,-1-3-1-16,-1-2-4 0,1-1-1 15,-1-2-2-15,1-1 4 0,-1-3-5 0,-3 1-2 0,0-2-2 16,-2 0 5-16,4-8-3 0,-3 1 1 0,-4 2-5 15,0-4 2-15,-1 5 4 0,-3 8 9 0,1-1 6 16,-1 3 10-16,-2 1-10 0,-1 3-5 0,-2 4-5 16,0 0 0-16,0 0-6 0,0 0 4 0,8 18 0 15,-8-6-4-15,0 5 1 0,-3 1 1 0,3 0-5 16,0 8-12-16,0-9-26 0,0 9-32 0,0 1-37 16,3-3-37-16,-2 1-13 0,3-1-24 0,5-8-45 15,-4 3-207-15,3-4-464 0,2-1 205 0</inkml:trace>
  <inkml:trace contextRef="#ctx0" brushRef="#br0" timeOffset="-22739.19">11231 10144 101 0,'1'-12'319'0,"-1"2"-16"16,1 2-13-16,0 0-42 0,-1 8-28 0,2-10-26 15,-2 10-6-15,0 0-25 0,0 0-14 0,0 0-10 16,13 26-8-16,-8-11-10 0,-1 2-12 0,-1 2-9 0,0-1 1 15,-1 0-10-15,1-1-18 0,-1 0-7 16,-2 1-5-16,2-4-2 0,-2-2 6 0,1-3-23 16,0-1 1-16,-1-2-1 0,0-6 1 0,2 9-6 15,-2-9-6-15,0 0 1 0,0 0 11 0,0 0-22 0,0 0 2 16,0 0 5-16,0 0-13 0,-8-31-1 16,8 18-4-16,0-5-10 0,0 0 11 0,4-8-17 15,-2-2-5-15,2 1-4 0,3-2-3 0,3-1-3 16,0 0 7-16,5 4-1 0,0 6-1 0,-4 7 2 15,3 0-2-15,-3 7 4 0,1 3-1 0,1 1-3 16,1 4 5-16,1 4-4 0,-2 4 0 0,1 3 5 16,-1-1 2-16,-1 5 0 0,1 5 4 0,-4-5-1 15,1 1 1-15,1-1 1 0,0-1 1 0,1-2 2 16,1-3 0-16,0-1 7 0,-5-3 2 0,4 1-1 16,-1-3 2-16,-1-4 7 0,3 1-8 0,-1-4-5 15,1 0 5-15,-1-3-1 0,6-2 2 0,-6 0-3 16,-5-3-1-16,2 1-5 0,-5-3 3 0,4 0 4 15,-4-2-3-15,-1-1-2 0,3-2 13 0,-6 0-18 0,0 0 4 16,-4-2 0-16,4 0 2 0,-3 9-5 0,3 0 3 16,-2 1-6-16,0 2 1 0,2 7-5 15,0 0-2-15,0 0 7 0,0 0-4 0,0 0 4 16,0 0 0-16,4 38 8 0,-4-21-6 0,0 12 3 0,0-3 1 16,3-1 3-16,-2 1 0 0,-1-3 7 0,-1 4-7 15,2-3 2-15,-1-7 1 0,0 7-3 0,1-9 1 16,-2 2 14-16,0-4-14 0,1 1-1 0,0-3-22 15,-2 1-23-15,1 1-24 0,-3-4-43 0,2 2-47 16,-3-3-51-16,2-2-53 0,1 1-215 0,2-7-510 16,0 0 226-16</inkml:trace>
  <inkml:trace contextRef="#ctx0" brushRef="#br0" timeOffset="-22180.85">12343 10079 2494 0,'17'-19'113'0,"-3"5"5"15,-7 5-46-15,-3 3-16 0,0 1 18 0,-3-2-20 16,-1 7 7-16,0 0 8 0,0 0 2 0,0 0 19 16,0 0 8-16,-36 16 0 0,25-3 1 0,-1 0-4 15,1 3-15-15,2 1 1 0,0-1-12 0,4 2-4 16,1-2-4-16,2-1-5 0,4 1-1 0,3 1-6 16,2-6-2-16,0 0 5 0,3-3-14 0,4 3 11 15,0-3-2-15,4-2-9 0,1-2-9 0,0-4 3 16,3-2-2-16,0-2-3 0,-2-1-14 0,-1-2-7 15,-2-4-4-15,0 2 1 0,-2-3-10 0,-6-2-14 16,0-2-12-16,-2 0-4 0,-5-3-10 0,-2-7-2 0,-5 0 6 16,-3 7 5-16,-2-5 1 0,-3 1 4 15,-5 1-3-15,5 7 9 0,-1 3-6 0,3 4 8 16,0 2-4-16,-1 4 4 0,-1 2 3 0,4 2 2 16,4 2 0-16,-4 2 2 0,0 1 5 0,6 3-5 0,3-1 4 15,2 1 4-15,6 1 2 0,5-3 1 16,4 4-1-16,9-3 3 0,6-2 10 0,6-2-14 15,-2-3-5-15,20-3-2 0,-4-3-3 0,-1-3-4 16,-14 0 0-16,-2 0 5 0,1-4-4 0,-4-4 3 0,-3-1 2 16,-6 0 4-16,-4-2 0 0,-3 2 3 0,-5 1 1 15,1-10 11-15,-8 8 10 0,-3-2 1 16,-4-7 8-16,-2 8 5 0,3 1 7 0,-3 1 4 0,1 4 16 16,2 2 3-16,0 3 0 0,-1 1-7 15,3 6-4-15,0 0 0 0,0 0 6 0,0 0-4 0,-16 35 6 16,8-5 7-16,-1 17-13 0,0 8 16 0,-3 3-4 15,1-1 2-15,0 22-4 0,4-22-2 0,-2-5-5 16,-1 6-4-16,0-6 1 0,5-3-5 16,1 0 0-16,6-1-4 0,-2-13-2 0,0 12-14 0,0-13 9 15,2 1-7-15,1-2-32 0,-1-2-28 0,0-3-32 16,2-2-41-16,-4-7-32 0,0-4-54 0,3 3-45 16,-3-7-81-16,-3-2-338 0,3-9-713 0,-8 12 316 15</inkml:trace>
  <inkml:trace contextRef="#ctx0" brushRef="#br0" timeOffset="-22008.47">12780 10405 213 0,'0'-9'299'16,"0"9"-32"-16,0-9-27 0,0 9-21 0,5-6-24 15,2 3-20-15,4 0-21 0,9-5-27 0,7 2-42 16,6 1-50-16,6-1-69 0,13 2-47 0,6-1-26 15,5 3-59-15,2 0-105 0,34-2-292 0,-4 0 129 16</inkml:trace>
  <inkml:trace contextRef="#ctx0" brushRef="#br0" timeOffset="-21556.85">14409 10142 2411 0,'13'-24'16'0,"-3"-3"20"16,-6 8 16-16,-1 5 33 0,-1 1-8 0,-4 3-4 15,-3 1-11-15,-2-2-5 0,0 6 2 0,-2-4 2 16,-5 8 2-16,-5 2 2 0,0 3-2 0,-8 5 4 15,-2 6-3-15,3 4 9 0,-1 5-20 16,0 1-2-16,4 1-6 0,3 1-5 0,7 1-4 0,0 1-2 16,5-3-8-16,4-7-7 0,5 0 9 0,0-3-7 15,3 2 1-15,4-6-3 0,2 0 3 0,-1-2-4 16,3-3-4-16,1-2-2 0,1-1-5 0,1-3-3 16,2-1-3-16,0-3-6 0,3-2 5 0,-5-2-3 15,0-2 1-15,-2-1 12 0,1-3-3 0,-2-2-10 16,-2-2 0-16,2 0-2 0,-4-1-1 0,5-5 6 15,-6 5 0-15,0 2 0 0,2 2-3 0,-2-1 0 0,-2 5-1 16,-1 4-3-16,1 2-1 0,-5 4 1 16,8 0 0-16,-8 0 4 0,14 10-4 0,-8 2-1 15,-1 5 6-15,3 2-1 0,-1 5 0 0,0 3-11 16,0-1-33-16,0-2-24 0,-1 1-49 0,-4-6-62 16,6-2-66-16,-6 0-269 0,5-5-560 0,-1-1 249 15</inkml:trace>
  <inkml:trace contextRef="#ctx0" brushRef="#br0" timeOffset="-21333.9">14963 10145 2407 0,'3'-30'42'0,"-5"4"67"0,-4 1-7 16,1 6 2-16,-2 2 0 0,-2 3 3 0,-2 0 2 16,4 7-3-16,-2-1-5 0,0 5-1 0,-5 3 2 15,-1 8 1-15,-8 6-6 0,2 4-14 0,4 3 24 16,-2 4-23-16,4 3 0 0,3-1-7 0,6 2-10 15,2 1-5-15,4 1 0 0,4-4-6 0,5 1-8 0,1-3-6 16,4 0-5-16,5-2-36 0,0-4-33 0,3-1-36 16,0-5-27-16,5-1-41 0,-8-4-41 0,8 0-46 15,-6-5-64-15,2 0-295 0,-2-6-629 0,-2 1 280 16</inkml:trace>
  <inkml:trace contextRef="#ctx0" brushRef="#br0" timeOffset="-20847.5">15251 9878 177 0,'0'-26'272'0,"-2"10"2"16,2 2-3-16,-1 3-8 0,1 3-24 0,-1 1-25 15,1 7-27-15,0 0-14 0,0 0-8 0,0 0-7 16,-2 29 0-16,-1 0-9 0,-1 5-14 0,3 13-3 16,-2 3-14-16,3-4-6 0,-4 0-12 0,1-1 0 15,0-11-12-15,3 0-13 0,0-3 1 0,0-1-14 16,0-2 1-16,0-3-10 0,0-9 0 0,0 0-7 15,0-4-2-15,0-2-12 0,0-3 7 0,0-1-3 16,0-6-3-16,0 8 1 0,0-8-7 0,0 0-2 16,0 0 0-16,0 0-19 0,0 0-9 0,0 0-3 15,13-25-4-15,-8 13-1 0,1-4-1 0,5 0-5 16,0-1-2-16,-1 3-1 0,4 0 1 0,-1 3 2 16,-1 6 0-16,-1-2 0 0,-1 2 5 0,1 4 5 15,3 1 6-15,-1 4-1 0,0-1 0 0,2 6 4 16,4-2 3-16,-4 1 15 0,3-3-1 0,-3 1-13 15,4 1 0-15,-1-2-2 0,-1 0 4 0,2-1 2 16,-2-3-3-16,1 0 6 0,-7-1-5 0,3-4-1 16,-4 2 6-16,2-3-7 0,0 1 7 0,-2-4-3 15,-3 1 0-15,2-3-1 0,-2 1 4 0,-2-2-7 16,-3-1 2-16,1 0 1 0,0-1 14 0,-3 3-13 16,1-3-4-16,-1-3 0 0,1 3 3 0,-1 3 3 15,0 5-6-15,0 5 18 0,0-12-24 0,0 12 0 16,0 0-6-16,0 0 5 0,0 0-2 0,0 0 5 15,0 0 20-15,-2 34-22 0,-1-16-2 0,2-1 0 16,-1 0-16-16,0 0-34 0,2 1-37 0,-2 0-32 0,1 1-47 16,0-2-62-16,2-2-69 0,-2-4-262 0,1-1-607 15,-1 0 268-15</inkml:trace>
  <inkml:trace contextRef="#ctx0" brushRef="#br0" timeOffset="-20667.34">15620 9855 309 0,'-14'-9'287'0,"3"5"-29"0,0-1-23 16,5 3-38-16,1-2-33 0,5 4-27 0,0 0-35 16,-13 5-44-16,13-5-55 0,0 0-70 0,12 18-82 15,-2-11-107-15,4 5-277 0,5 0 123 0</inkml:trace>
  <inkml:trace contextRef="#ctx0" brushRef="#br0" timeOffset="-20215.75">15936 10272 81 0,'0'0'251'16,"0"0"-10"-16,0 0-14 0,0 0-16 0,0 0-8 0,0 0-16 15,0 0-10-15,0 0-13 0,0 0-5 0,0 0-8 16,41-4-13-16,-22 0-11 0,8-3-11 15,1 0-6-15,3-3-14 0,-5 1-10 0,1-1-7 16,-1-2-6-16,-2 0-8 0,-6 2 3 0,-1 0-15 0,-5-3-4 16,0 1-2-16,-3-1-8 0,-3-3-5 0,-2 4-4 15,-3 2-2-15,-3-1 2 0,-3 0-10 16,-2 1 1-16,-4-3-5 0,1 7-3 0,-8 2-1 16,1 0 0-16,-2 5-1 0,-2 4-6 0,-4 5 7 0,-2 3 0 15,0 3 0-15,2 4-2 0,4 1 7 0,5-2-5 16,-1 5-2-16,5-1 1 0,5-4 2 0,5 0-3 15,2 0-3-15,2 1 6 0,3-1 0 16,4 0-2-16,6 1 1 0,-1-6-16 0,8 4-28 0,1-4-32 16,0-2-50-16,-4-5-51 0,3 0-68 0,-3-1-55 15,-1-3-164-15,1-2-487 0,-1-1 215 0</inkml:trace>
  <inkml:trace contextRef="#ctx0" brushRef="#br0" timeOffset="-19762.97">16402 10103 157 0,'2'-6'223'16,"-2"6"-20"-16,0 0-1 0,9 0 6 0,-9 0 0 15,7 17 1-15,-2-2-14 0,6 11-15 0,-5-1-11 16,2 2 2-16,-2-1-21 0,3 2-12 0,-3-3-11 16,3-1-5-16,-2-5-14 0,3 0-4 0,-1-2-8 15,1 0-4-15,2-3-9 0,-3 0-6 0,-2-4-10 16,0-2-6-16,-1-1-2 0,-1-3 4 0,-1 1 15 15,0-2 9-15,-4-3-4 0,8 2-12 0,-8-2-4 16,12-7-5-16,-5 0-9 0,0-2-6 0,5-4-2 16,-2-1 2-16,0-4-12 0,3-5-4 0,0-3-3 15,0 1 7-15,3-1-12 0,2 3-3 0,0-2-2 16,0 2-5-16,0 3-3 0,-4 3 13 0,-1 3-17 16,2 1 4-16,-6 0 1 0,4 2-5 0,-6 2 0 15,2 2-5-15,-2 0 6 0,-1 0 3 0,0 2-2 16,-2 2 16-16,-4 3-1 0,7-6-3 0,-7 6 3 15,5-5 0-15,-5 5-2 0,4-4 2 0,-4 4-3 16,0 0-10-16,0 0 2 0,6-4-4 0,-6 4-7 0,0 0 8 16,0 0-4-16,0 0 0 0,5 21 0 0,-9-11 4 15,4 5 5-15,-1-3 0 0,0 5 9 16,0 1 4-16,-3-1 4 0,2 0-7 0,0 1-2 0,1-2-2 16,1 1-1-16,1 0-5 0,-2 0 0 0,-3-1-20 15,1-4-29-15,3 1-35 0,0-2-41 0,-1 1-35 16,1-2-35-16,-3 1-60 0,2 0-56 0,0-2-63 15,-4-2-212-15,1-2-619 0,-1 1 274 0</inkml:trace>
  <inkml:trace contextRef="#ctx0" brushRef="#br0" timeOffset="-19600.77">16815 9881 28 0,'0'0'83'0,"5"-7"-40"0,-5 7-31 16,12 1-28-16,-12-1-9 0,13 13-28 0,-2 0 13 15</inkml:trace>
  <inkml:trace contextRef="#ctx0" brushRef="#br0" timeOffset="-19355.95">17041 10332 162 0,'0'0'266'0,"7"-23"-2"0,-5 11-13 16,0 1-4-16,3-4-16 0,0-3-11 0,1-2-24 0,7-3-9 15,1-2-12-15,3 3-9 0,-2 3-11 16,5 2-10-16,-3 5-14 0,0 3-10 0,-2-1-17 16,4 5-3-16,-1 3-13 0,-5 0-5 0,6 5-12 15,-5 4-11-15,3 5-7 0,-4 1-2 0,-2 4-7 16,-1 0 1-16,-1 8-1 0,-5 1-9 0,1-2-4 15,-5 0-4-15,0-4-26 0,-1 5-35 0,0-6-35 0,-2-2-43 16,0-2-51-16,2-2-53 0,0-2-45 0,1-1-223 16,2-1-523-16,1 0 231 0</inkml:trace>
  <inkml:trace contextRef="#ctx0" brushRef="#br0" timeOffset="-18907.5">17646 10173 246 0,'0'-12'257'0,"-1"1"-8"0,-1 1-11 16,-2 1-10-16,1 3-14 0,3 6-18 0,-14-3-14 16,3 6-12-16,-1 3-13 0,0 2-18 0,-2 3-10 15,-5 7-17-15,2 2-10 0,7-3-8 0,1 0-6 16,3-2-14-16,-1 0-4 0,5-2-8 0,2 3-4 16,2-4-9-16,2-1-8 0,1-1-12 0,2-1-6 15,2-3-7-15,2-2-3 0,1 0-9 0,0-2-8 16,4-2-2-16,0-3-3 0,-2-1 4 0,-1 1 0 15,-1-4 3-15,-2-1-3 0,3-1-1 0,-1-2 3 16,-5 0-2-16,-2 2 4 0,1-6 1 0,1 6 2 16,-4-4 5-16,0 5 20 0,2 0 8 0,-3 2 8 15,-2 6 15-15,2-10-19 0,-2 10-4 0,0 0-4 16,0 0 2-16,0 0 7 0,0 0 2 0,-15 44 7 16,5-15 7-16,1 5-6 0,-7 14 16 0,3 2-13 15,3 1 5-15,-2 2 3 0,4 2 5 0,1 2 3 16,0-1-3-16,-1-1-1 0,4 2-8 0,-1-6-1 15,-1-1-1-15,3 0-6 0,-3-4-2 0,1-12-13 0,3-1 0 16,-4-3 6-16,2 0-9 0,-4-1 0 16,-2-5-9-16,3-7 1 0,-4-2 5 0,1-3-6 15,-4 0-1-15,-1-4-2 0,2-3 1 0,-5-2 8 0,0-5-17 16,-2-2-3-16,-7-4-25 0,1-2-15 0,-1-2-17 16,-2-8-27-16,1-2-26 0,-9-10-31 0,9 6-31 15,-6-12-47-15,5-1-41 0,2-1-50 0,1-2-288 16,4-6-639-16,4 2 282 0</inkml:trace>
  <inkml:trace contextRef="#ctx0" brushRef="#br0" timeOffset="-18710.65">17071 9751 139 0,'-4'-8'357'0,"1"1"-35"0,3 7-39 0,-2-10-21 0,2 10-43 16,-1-6-28-16,1 6-34 0,0 0-35 0,-3-7-37 16,3 7-34-16,0 0-50 0,0 0-61 15,0 0-68-15,0 0-206 0,22 10-362 0,-13-7 161 16</inkml:trace>
  <inkml:trace contextRef="#ctx0" brushRef="#br0" timeOffset="-8890.25">23826 7368 31 0,'0'0'81'0,"0"0"-9"0,0 0-3 0,0 0 6 15,0 0-2-15,0 0-12 0,0 0 4 0,0 0 6 16,0 0-9-16,-7-5-2 0,7 5 8 0,0 0-9 15,0 0 3-15,0 0 4 0,0 0-11 0,0 0 4 16,0 0-8-16,-4-6 12 0,4 6 1 0,0 0-5 16,0 0 2-16,0 0-1 0,0 0-4 0,0 0-8 15,0 0-1-15,0 0 5 0,0 0-4 0,-4-7 1 16,4 7-2-16,0 0 1 0,0 0-1 0,0 0-3 16,0 0-4-16,-3-8 0 0,3 8-2 0,0 0 3 15,0 0-3-15,0 0-1 0,0 0-5 0,-2-7 1 16,2 7-8-16,0 0-4 0,0 0 0 0,0-8-4 15,0 8 2-15,0 0-5 0,0 0 1 0,0 0-1 16,0 0-2-16,0 0 1 0,-3-8-2 0,3 8 2 16,0 0-5-16,0 0 1 0,0 0-1 0,0 0-4 15,0 0 3-15,0 0-3 0,0 0 3 0,0 0-2 16,0 0-3-16,0 0-1 0,0 0 0 0,0 0-10 0,0 0 0 16,0 0 2-16,0 0-7 0,0 0 1 15,0 0 0-15,0 0 2 0,0 0 0 0,0 0-3 16,0 0-3-16,0 0 0 0,7-8-3 0,-7 8 7 15,0 0-8-15,6-5 5 0,-6 5 2 0,5-3-1 16,-5 3-2-16,8-3 8 0,-8 3-1 0,0 0 1 16,5-3-2-16,-5 3 2 0,0 0 4 0,0 0-2 15,0 0 5-15,6-2-1 0,-6 2 4 0,0 0-2 16,0 0 2-16,0 0 7 0,0 0-1 0,0 0 0 16,0 0 4-16,0 0-2 0,0 0-2 0,0 0-1 15,0 0 4-15,0 0-2 0,0 0 2 0,0 0-2 16,0 0-2-16,0 0 5 0,0 0-4 0,0 0 2 15,-21 9 2-15,14-5-3 0,1-2 2 0,-1 2 3 0,2 0-6 16,5-4 3-16,-14 5 2 0,8 0 0 0,1-1 0 16,-7 2 2-16,3 3 9 0,-1-2-6 15,2 0 4-15,-2 0-3 0,3-1-3 0,-1 2-2 16,-1 1-1-16,3 0-1 0,-2 0 0 0,0-1-7 0,1-1 3 16,0 2 2-16,3 0 2 0,1-3 3 0,-1 1-3 15,1 1 1-15,3-1-3 0,0-7 7 0,1 15 2 16,3-7 1-16,-1-1 0 0,3 0 1 15,1 1 3-15,3-1-5 0,3-2 2 0,3 3 9 0,1-5-2 16,1 1 0-16,2-4-1 0,-2 2 4 0,2-1-6 16,-2-2 3-16,4 2-4 0,-3-1-4 15,-5 0 0-15,0-1-2 0,3-1-1 0,-3-1 2 0,-2 2-6 16,-6 1 3-16,5 0-5 0,-11 0 1 0,12-3 0 16,-12 3-10-16,9 0-6 0,-9 0-9 0,0 0-15 15,10 0-13-15,-10 0-25 0,5-4-24 0,-5 4-33 16,0 0-33-16,0 0-35 0,7-9-22 0,-7 9-153 15,0 0-397-15,-2-9 176 0</inkml:trace>
  <inkml:trace contextRef="#ctx0" brushRef="#br0" timeOffset="-8390.89">23907 7302 140 0,'0'0'155'0,"-9"-7"-8"0,9 7-2 15,0 0-13-15,-10-4-6 0,10 4-8 0,-13 0-6 16,4 2-12-16,9-2-6 0,-19 3-9 0,7 0-2 16,1 2-6-16,-2 0-4 0,1 1 1 0,-3 2-12 15,2 2 0-15,3-1-4 0,-4 1-2 0,2 3-10 16,0-4 0-16,3 3-5 0,2-3-7 0,2 2 0 16,-1-2-4-16,1 1-1 0,1 0-4 0,3 1-6 15,1-3-8-15,2 1-12 0,1-2-23 0,3 2-31 16,4-2-33-16,2-2-45 0,4 0-53 0,-3-2-103 15,8-1-311-15,-3-2 138 0</inkml:trace>
  <inkml:trace contextRef="#ctx0" brushRef="#br0" timeOffset="2215.71">18829 10650 9 0,'-6'4'128'0,"0"-2"-12"16,-1 1 1-16,2 2 2 0,-3-4-3 15,8-1 4-15,-12 4-1 0,6-2 4 0,6-2 9 16,-7 2 2-16,7-2-3 0,0 0 0 0,0 0-3 0,-13 0 8 16,13 0-12-16,0 0-14 0,-5-9-15 0,5 9-9 15,2-15-10-15,2 2-6 0,5-3-11 0,1-1-6 16,6-7-7-16,3-2-7 0,-1-1-6 16,5-2-9-16,0 1-1 0,8-11-7 0,-10 10-1 0,9-10-2 15,-5 0-2-15,-6 9-4 0,0 1 0 0,-2 0 0 16,-2 1-2-16,-2 1 0 0,-4 5 1 0,3-1-3 15,-8 5 2-15,-2 4 1 0,-1 1 3 0,-1 2-1 16,-2 0-4-16,-3 3 2 0,0 3-5 0,-5-1-1 16,-2 3 1-16,-5 2-2 0,-1 2 1 0,-2 3 2 15,-5 7-3-15,1 0 0 0,1 3 1 0,0 3-7 16,3 0 2-16,7-2 6 0,2-1-5 16,3 1 2-16,3 1 2 0,5-4-5 0,3 3 2 0,4 0 0 15,5 0 0-15,0 1 3 0,13 2 3 0,3-4-6 16,2 0 0-16,2 0 6 0,-1 0-3 0,1 0-3 15,-1-1 2-15,-1-2-4 0,-2 5 2 0,-3-6 4 16,-1 2-2-16,-10-2 0 0,-1 0 0 0,1 2 1 16,-6-3-3-16,-2 1-2 0,-1-1 0 0,-2 3 4 15,-3-1 1-15,-5 0-3 0,-2 6 0 0,-4-3-3 16,-3-1-3-16,-2 1-3 0,-7 2-6 0,0-2-14 16,5-4-6-16,-1-1-18 0,3-1-21 0,3-3-31 15,1 0-32-15,3-3-31 0,2 0-163 0,7-2-360 16,0 0 159-16</inkml:trace>
  <inkml:trace contextRef="#ctx0" brushRef="#br0" timeOffset="2468.02">19429 10028 169 0,'0'-10'233'0,"0"10"-9"0,1-15-11 0,-1 15-13 16,1-13-22-16,-1 13-16 0,0 0-21 0,0-9-14 15,0 9-14-15,0 0-2 0,0 0-3 0,2 32-6 16,0-13-2-16,-1 7-9 0,1 6-6 0,-1 0-10 16,0 0-1-16,-1-1-8 0,2 1-9 0,0-2 0 15,1 0-8-15,-3-2-5 0,2-2-3 0,1 1-4 16,-1-8 0-16,1-2-6 0,1 2-6 0,-1-2-1 16,3 0-24-16,0-2-23 0,-1-2-32 0,-1-3-37 15,-2 1-43-15,1-2-43 0,1 0-40 0,-3-4-162 16,-1-5-409-16,0 0 181 0</inkml:trace>
  <inkml:trace contextRef="#ctx0" brushRef="#br0" timeOffset="2930.24">19191 10364 56 0,'-3'-6'197'15,"3"6"-27"-15,13-7-12 0,1 2-17 0,16-2-12 16,-1-6-13-16,7 1-8 0,16-2-11 0,-2-1-1 15,6 2-8-15,-3-1-14 0,-3-1-9 0,1 3-6 16,-13 2-2-16,11-4-7 0,-14 6-5 0,0 1-5 16,-6-2 2-16,-7 4-9 0,-4 2-1 0,-5-1-2 15,-2 1 2-15,1 0 6 0,-6 1 6 0,0 2 5 16,-6 0-1-16,9-2 2 0,-9 2-9 0,0 0-5 16,0 0-1-16,0 0-4 0,0 0 1 0,-29 27 2 15,8-6-3-15,-1 3 3 0,-3-2 4 0,1 5-5 16,1 0-2-16,4-3 3 0,0-2-9 0,6 1-2 0,6-7-4 15,2 0 2-15,3-3-2 0,2 0-5 16,0-2 4-16,4 0-5 0,1-2 2 0,2-1-1 16,1-2-1-16,5 1-2 0,-2-3-3 0,5-2 9 15,0-2-8-15,3 0 1 0,-6 0-6 0,5-7 2 16,-2 1-2-16,0 0 0 0,-4-2-1 0,2-1 1 16,-3-4 0-16,1 0-7 0,0 0 0 0,-3-3 1 15,-1-1 2-15,1 0-3 0,-4-1 1 0,-1 3 2 16,0 3-3-16,-3 1 5 0,2 2-2 0,-2 2-3 15,0 1-4-15,-1 6 1 0,0 0-3 0,2-8 0 0,-2 8-2 16,0 0 5-16,0 0 4 0,0 0-4 0,7 30 0 16,-4-17 3-16,-1 2-1 0,5 2 0 0,-4 0 1 15,3-1-22-15,-1 1-40 0,2-3-27 16,0 3-52-16,-2-6-47 0,4 2-180 0,-3-1-401 16,3-5 177-16</inkml:trace>
  <inkml:trace contextRef="#ctx0" brushRef="#br0" timeOffset="3338.04">20202 9988 222 0,'0'-6'236'0,"0"6"-26"0,-1-10-18 15,1 10-17-15,0 0-7 0,0 0-6 16,3 24-9-16,-4-1-2 0,1 4-13 0,0 5-12 0,-1 1-11 15,1 1-12-15,0-1-10 0,1-4-10 0,0 0-9 16,-1-4-3-16,3-5-9 0,0-4-7 0,-2 0-3 16,0-3-2-16,-2-4-8 0,2-2-3 0,-1 0-7 15,3-1 4-15,-3-6-5 0,1 9 1 0,-1-9 7 16,1 5 5-16,-1-5-1 0,0 0 1 0,0 0-13 16,0 0-2-16,14-18-4 0,-9 9-4 15,3-6-12-15,3 1-4 0,6-8-5 0,-3 8-1 0,6-5 7 16,-5 8-13-16,1 1-1 0,0 1 3 0,-1 4 0 15,-1 3-2-15,-1 2 0 0,-3 3 0 0,0 1 1 16,1 4 2-16,-5 2-4 0,3-1 5 0,-3 7-3 16,-3-1 3-16,-2 0 0 0,0 2 1 0,-2 0 2 15,-3-1-3-15,0 0 1 0,-2 0 2 0,-4 0-1 16,0-1 4-16,-2-2-3 0,-1 0-9 0,2-1-14 16,3-2-21-16,-7 1-26 0,1-3-20 0,2-3-32 15,7-1-47-15,-1-2-61 0,6-2-164 0,-15 2-425 16,15-2 189-16</inkml:trace>
  <inkml:trace contextRef="#ctx0" brushRef="#br0" timeOffset="3540.86">20502 10191 2345 0,'8'-13'-3'0,"-2"3"20"16,-1 1-4-16,-2 4-3 0,2 0-5 0,-1 0-3 15,-4 5-4-15,5-5 8 0,-5 5 22 0,0 0 14 16,0 0 11-16,12 10 2 0,-9-1 3 0,2 4-1 15,2-1-7-15,-2 4-4 0,1 1-4 0,0 0-2 16,-3 1-4-16,4-1-5 0,-5 0 0 0,2-2-8 16,-3 0-13-16,1-4-18 0,0 2-37 0,-2-1-35 15,0 1-53-15,0-4-64 0,0 2-225 0,-1-3-458 16,1-8 203-16</inkml:trace>
  <inkml:trace contextRef="#ctx0" brushRef="#br0" timeOffset="3699.96">20511 10010 189 0,'0'0'171'0,"-4"-10"-32"16,4 10-45-16,0 0-27 0,0 0-35 16,0 0-37-16,0 0-31 0,8-5-73 0,-8 5-118 15,0 0 53-15</inkml:trace>
  <inkml:trace contextRef="#ctx0" brushRef="#br0" timeOffset="3899.07">20814 9940 67 0,'0'0'230'16,"0"0"-1"-16,0 0-10 0,3-7-15 0,-3 7-19 0,0 0-23 16,0 0-17-16,0 0-5 0,7 20 3 15,-4-5-9-15,-1 3 5 0,0 6-22 0,3 3-7 16,-4 1-10-16,-2 1-10 0,-2-1-9 0,3-1-6 15,0-1-7-15,0 0-9 0,0-5-3 0,0-2-11 16,3 0-28-16,-2 0-32 0,-1 6-40 0,-1-7-57 0,2-4-55 16,-1 1-47-16,0-1-162 0,-1-6-406 0,1-8 179 15</inkml:trace>
  <inkml:trace contextRef="#ctx0" brushRef="#br0" timeOffset="4091.13">20948 10240 1777 0,'7'-16'122'0,"0"1"13"0,-4 3-28 15,-2 2-7-15,0 3-17 0,2 2-13 0,-3 5-12 16,4-10-16-16,-4 10-6 0,0 0 16 16,0 0 16-16,0 0 16 0,0 0 3 0,6 23 6 0,-4-6-14 15,-1 1-8-15,-1 0-5 0,0 1-7 0,0 0-9 16,0 7-1-16,0-2-6 0,-1-5-8 0,2-3-23 16,-1 1-20-16,0-2-34 0,0-3-39 15,1 0-57-15,-1-3-60 0,0 2-54 0,0-4-192 16,0-7-480-16,0 0 213 0</inkml:trace>
  <inkml:trace contextRef="#ctx0" brushRef="#br0" timeOffset="4242.01">21004 9961 73 0,'-1'-6'222'0,"1"6"-29"0,-1-9-24 16,1 9-37-16,0 0-37 0,0 0-30 0,0 0-42 15,0 0-51-15,0 0-130 0,0 0-170 0,0 0 75 16</inkml:trace>
  <inkml:trace contextRef="#ctx0" brushRef="#br0" timeOffset="4470.29">21283 9878 135 0,'4'-7'255'0,"-4"7"0"0,3-6-13 0,-3 6-18 15,0 0-24-15,0 0-20 0,0 0-20 0,0 0-4 16,0 0 8-16,7 21-7 0,-4-3-8 0,2 7-1 16,0 5-8-16,-1 1-6 0,-2-2-9 0,0 1-13 15,0-2-15-15,0-1-5 0,0 0-13 0,-1-2-7 16,2 1-2-16,-1-7-7 0,-2-1-14 0,3 0-15 16,-3-2-27-16,1 0-32 0,0-3-38 0,-1 0-36 15,2-3-59-15,-2 0-44 0,0 1-42 0,0-2-208 16,0-9-488-16,-3 11 216 0</inkml:trace>
  <inkml:trace contextRef="#ctx0" brushRef="#br0" timeOffset="5036.83">21274 10151 22 0,'5'-9'200'0,"0"2"-16"0,3-2-4 15,1 1 2-15,0-2-3 0,0 3-10 0,6-3-10 0,-3 3-14 16,3 0-11-16,-3 2-16 0,0 0-11 15,0 2-9-15,-3 0-8 0,1 2-14 0,0-1-4 16,0 2-8-16,-10 0-8 0,16 2-6 0,-9-1-1 16,0 3-7-16,-1-2-5 0,1 3-4 0,1 0-3 0,2 0 0 15,-1-2-3-15,1 1-2 0,0-1 0 0,2 1-3 16,1 0 2-16,5-1-7 0,0 0 0 16,0-2-2-16,-1-1 0 0,-2 1 0 0,-2-1-1 15,-3-1-2-15,3 0 1 0,-3-2-2 0,-1 0 4 16,1 0-1-16,-3 0 14 0,-2-1 8 0,1-3 2 15,-1 2 1-15,0-1 3 0,-2-1 3 0,-2 0 9 16,-1 7 5-16,3-12-3 0,-3 5-2 0,0 7 2 0,-2-13-4 16,2 13 8-16,0-11-9 0,0 11-8 15,0 0-10-15,0 0-4 0,0 0 3 0,0 0-5 16,0 0-6-16,-7 24 14 0,1-5-13 0,-2 7-2 0,1 4-3 16,0 3 4-16,-3 12-3 0,2-11-4 15,-1 11-1-15,-1-1 2 0,5-11-7 0,-1 0 5 0,0 0-2 16,1 0 0-16,1 3-4 0,0-1 0 0,4 11-2 15,0-11 3-15,3-1 4 0,-1 2-8 0,1-4 6 16,-2-1-4-16,0-2-3 0,2-3 14 0,-2-8-12 16,-1-1 1-16,3-2-6 0,-3-2 5 0,0-3-2 15,-1 1 1-15,-3-4 2 0,1 0-6 0,-3-2 0 16,-4 0-5-16,-2-3-11 0,-7 2-1 0,1-4-3 16,-4-1 1-16,-3-8-8 0,1-1 5 0,2-6-3 15,3-4-4-15,-1-3-2 0,6-3-4 0,5-6-7 16,-1-2 2-16,9 0-2 0,2-11 0 0,3 13 5 15,6-1-1-15,4 0 3 0,2 2 6 0,4 3-8 16,3-2-13-16,0 3-17 0,3 0-20 0,0 3-34 16,1 3-38-16,5 1-32 0,3 1-21 15,-3 3-32-15,-2 1-132 0,4 3-405 0,-4 3 180 16</inkml:trace>
  <inkml:trace contextRef="#ctx0" brushRef="#br0" timeOffset="32192.99">4553 9751 23 0,'-5'-3'129'15,"-1"-2"-15"-15,2 1 3 0,0-3 3 0,-1 3-5 16,0-1-7-16,5 5-5 0,-9-11-7 0,2 6-1 16,4 2-1-16,-3-2-3 0,6 5-4 0,-7-9-3 15,3 5 2-15,4 4 3 0,-9-9 3 0,5 6-5 16,4 3 2-16,-8-7-2 0,8 7 4 0,-5-7-2 16,5 7-2-16,0 0-8 0,-6-5-8 0,6 5-9 15,0 0-6-15,-4-4-10 0,4 4-25 0,0 0-5 0,0 0-2 16,0 0-2-16,0 0-3 0,0 0-1 15,0 0-1-15,0 0-2 0,14 28 1 0,-9-17 2 16,2 3-2-16,4 1 0 0,-3 2 0 0,1-2 1 16,0 3-2-16,0 7 1 0,-3-8-2 0,1 1-2 15,1 7-10-15,-1-6-9 0,-3-1-14 0,2 7-23 0,-1-6-19 16,3 6-23-16,-5-6-31 0,3 2-35 16,-4-3-34-16,1-1-117 0,-2-6-337 0,0 1 150 15</inkml:trace>
  <inkml:trace contextRef="#ctx0" brushRef="#br0" timeOffset="32559.57">4490 9633 163 0,'-1'-11'177'0,"1"2"-13"0,3-1-8 0,1-1-13 15,-1 2-5-15,5-1-9 0,1 2-12 0,0 1-10 16,0 3-9-16,4-3-10 0,-3 4-6 0,1 1-9 0,3 2-8 15,-2 0-13-15,2 2-5 0,-3 0-6 16,-1 3-17-16,1 2 1 0,-3 2-5 0,-3 1-3 16,0 5-3-16,-3 0-15 0,0 1-13 0,-2 1-5 15,0 0-4-15,-2-2-3 0,2-4-13 0,2 0 0 16,-1-1-3-16,3-2 2 0,0 0 0 0,-1 0-13 16,1-4 0-16,1 1 7 0,1 0 10 0,1-2 0 15,2-2-2-15,0 2 8 0,1-1-4 0,0 1 15 16,-2-2 9-16,0 2 3 0,-2-3 4 0,2 4 10 15,-3-1-2-15,0 1 5 0,-1 1-3 0,1-1-2 16,-5-4 3-16,5 9 1 0,-5-9-4 0,3 12-2 16,-6-5 3-16,3-7-3 0,-1 16 5 0,-2-11-3 15,2 4-4-15,0 1-10 0,-2 0-19 0,1-2-24 16,-1-1-34-16,1 0-32 0,2-7-63 0,0 0-194 16,-6 12 86-16</inkml:trace>
  <inkml:trace contextRef="#ctx0" brushRef="#br0" timeOffset="32732.04">4982 9631 92 0,'4'-5'259'0,"-1"0"-25"0,-3 5-23 0,5-8-25 16,-5 8-17-16,5-6-17 0,-5 6-10 0,8-8-30 16,-2 5-28-16,0-1-23 0,4-1-40 0,2 0-27 15,1 1-28-15,1 3-33 0,3-2-38 0,-6 0-4 16,5 3-16-16,-4 2-89 0,1-1-230 0,-3 2 102 15</inkml:trace>
  <inkml:trace contextRef="#ctx0" brushRef="#br0" timeOffset="32836.93">5178 9588 295 0,'5'6'28'0,"-5"-6"30"0,0 0 23 16,4 5-2-16,-4-5-2 0,0 0 1 0,0 0-1 15,0 8-8-15,0-8-1 0,0 0-6 0,0 0-6 16,0 0-3-16,0 0-10 0,4 8 2 0,-4-8-6 16,0 0 1-16,0 0-7 0,10 1-14 0,-10-1-49 15,18-5-65-15,-7 1-102 0,5-6-211 0,5-6 94 16</inkml:trace>
  <inkml:trace contextRef="#ctx0" brushRef="#br0" timeOffset="33261.95">5492 9158 178 0,'3'-10'245'0,"2"-1"-29"0,1 0-16 16,2-5-20-16,1 2-20 0,1 0-11 0,0 0-15 15,1 1-16-15,-1 5-12 0,-2-1-9 0,1 0-13 16,-6 3-7-16,4 1-9 0,-2 1-11 0,-1-1-9 16,-4 5-6-16,9-4-5 0,-9 4-3 0,5-4-3 15,-5 4-4-15,0 0-5 0,0 0-1 0,11 8-2 16,-8 1-5-16,-1 2-2 0,2 5 2 0,0 0 0 16,0 1-5-16,1 2 1 0,3 7-2 0,-1-1 1 15,1-1-2-15,1-2 2 0,0 3 1 0,-3-7-5 16,2 0 1-16,-2 0 2 0,4-1-2 0,-3-2-3 15,-2-1 1-15,0 2 3 0,7-2-2 0,-6-4-1 16,-2 0 1-16,-2-1 0 0,-2-1 2 0,-1-1 1 16,-1 1-1-16,-1 1-3 0,-3-1 0 0,-3-2 2 0,1-1 0 15,-2 1-2-15,0-4 1 0,2 0-1 0,-1-2-1 16,9 0 1-16,-17-3 0 0,11 2 5 16,6 1-8-16,-9-7-3 0,5 3 0 0,4 4-7 15,-2-10 1-15,2 10-3 0,0 0-5 0,9-17-11 0,-3 10-12 16,4-1 2-16,6 0-25 0,0-3-10 15,10-2-24-15,-1-1-14 0,3 0-12 0,2-1-11 16,-2 0-15-16,1 1 1 0,-2 0-114 0,1-1-281 16,0-2 126-16</inkml:trace>
  <inkml:trace contextRef="#ctx0" brushRef="#br0" timeOffset="33436.75">6011 9200 902 0,'26'-16'-81'15,"-5"0"35"-15,-5 4 20 0,-1-2 23 0,-6 0 16 0,1 1 19 16,-1-1 15-16,-5 3 19 0,0 2 40 16,-3-1 18-16,1 0-5 0,-4 1-2 0,0 0 10 15,2 9 4-15,-4-12 0 0,0 7-4 0,-2 0-3 16,1 1-12-16,5 4-10 0,-12-1-12 0,3 6-2 0,0 2-8 15,0 5-3-15,-1 3 0 0,1 2-2 0,-1 1-5 16,1 5-5-16,4-7-6 0,0 3-1 16,5-2-9-16,2-1-6 0,4-1-4 0,2-5-5 15,4 4 2-15,4-5-19 0,2-1-29 0,4-4-26 0,9-3-30 16,1-2-58-16,1-1-32 0,1-5-47 0,0 0-224 16,-5 0-465-16,0-2 205 0</inkml:trace>
  <inkml:trace contextRef="#ctx0" brushRef="#br0" timeOffset="33620.58">5937 9506 224 0,'-15'9'214'0,"7"-2"-16"0,3-3-12 16,4-1-2-16,1-3-9 0,0 0-11 0,0 0-14 15,43-22-16-15,-10 4-8 0,17-11-17 0,5-3-14 16,23-9-21-16,-24 12-18 0,-1 3-34 0,-3 1-38 15,-1 1-61-15,-4 4-60 0,-12 11-177 0,-5-3-340 16,-6 9 151-16</inkml:trace>
  <inkml:trace contextRef="#ctx0" brushRef="#br0" timeOffset="34271.28">6140 9623 2221 0,'-10'9'129'0,"2"-2"-78"16,3-4-33-16,4 0-8 0,1-3-3 0,0 0-4 15,19-10 4-15,0-1 14 0,6-6-5 0,3-2 1 16,0-1 0-16,5 1 0 0,-2-4-2 0,1 3-1 16,-2 1 1-16,-3 1-9 0,-1 3-12 0,-3 2-27 15,-9 4-29-15,-3 3-25 0,-2 0-5 0,-2 3-1 16,-3 0 5-16,-4 3-3 0,0 0 2 0,0 0 7 16,0 0 4-16,0 0 8 0,-22 12 7 0,9-6 17 15,0 3 1-15,-3-2 13 0,3 3 8 0,3-4 21 16,-2 1 10-16,2 3 9 0,2-4 2 0,-2 4 16 15,4 0 10-15,1 1 9 0,1 2 10 0,1 1 8 16,0-1 1-16,3 4 12 0,2 0 3 0,-1 0-13 16,3 0 1-16,0 2-1 0,1-3 5 0,4 0 0 15,0-2-7-15,-2 2-7 0,2-3-2 0,0-2-7 16,-1 0-6-16,2 1 1 0,2 1-6 0,-6-2-4 16,1-2-6-16,-1 1-4 0,-2-1-5 0,1-1 0 15,-1 3-2-15,-6-3-13 0,0 3-18 0,-2-3-11 16,-1 1-4-16,-1 5-4 0,-1-4-3 0,-3-3-4 15,1 0 1-15,0-2 2 0,0 1 5 0,-1-3 2 16,2-1 1-16,2-1 2 0,6-1 5 0,-13 0-1 16,13 0 2-16,0 0 1 0,-10-3-1 0,10 3 2 15,0 0 2-15,-1-8 0 0,1 8-1 0,0 0 5 16,19-13 2-16,-10 8 8 0,2 0-8 0,2 1-2 16,4-5-3-16,0 1-14 0,10-2-14 0,-9 1-22 15,6-4-13-15,3 2-13 0,-1 0-3 0,-9 1-4 16,2 0 4-16,0 1 3 0,-1-2 7 0,-2 2 7 15,-2-1 15-15,-5 1 9 0,0 1 20 0,-1-1 28 16,-2 1 20-16,-1 1 11 0,-2-1 27 0,-2-1 18 16,-1-2-3-16,0 3 8 0,0-3 9 0,-2 1 8 15,-1 1 5-15,2 3 5 0,1 6 4 0,-3-14-2 16,3 14-7-16,-2-7-11 0,2 7-15 0,0 0-8 16,0 0-11-16,0 0 2 0,0 0-2 0,0 0-4 15,10 18-4-15,-5-8-2 0,0 1-4 0,0 1-4 16,3 2-1-16,-3 1-8 0,3 0 0 0,-2-5-4 15,-2 2-23-15,1-2-28 0,2 2-13 0,-1-4-24 16,1 3-27-16,0-4-33 0,-2 0-46 0,0-2-37 0,-2 0-44 16,-3-5-191-16,4 7-474 0,-4-7 210 15</inkml:trace>
  <inkml:trace contextRef="#ctx0" brushRef="#br0" timeOffset="34599.75">6721 9604 9 0,'5'-16'237'15,"-3"3"1"-15,4-1-3 0,0 3-3 0,3-2-10 16,-2 3-14-16,2 3-20 0,-1 1-12 0,1-1-17 16,2 3-14-16,-2 1-13 0,3 0-10 0,-1 0-14 0,1 3-11 15,-3 3-10-15,2 1-9 0,-2 1-8 16,-2 4-6-16,-1-1-4 0,-1 4-3 0,-4-1-9 16,-1 4-10-16,-1 2-20 0,-4 1-8 0,-3-1-14 15,1-2-12-15,-1-1-9 0,0 2-9 0,3-3-17 16,3-5-12-16,-1 0-13 0,3-2-10 0,0-6 7 0,4 11 10 15,1-8 8-15,4-1 7 0,5-2 4 0,4 0 6 16,0-2 4-16,2 2 12 0,1-2 10 16,-2 2 9-16,0 0 8 0,0 0 5 0,-2 2 6 0,-4-2-2 15,-2 3 7-15,-3 0 14 0,-2-1 0 16,-2 2 7-16,0 3 3 0,-4 0 2 0,-4 3-5 0,-5 2 1 16,-3 2-5-16,-3 0-3 0,-5 3-4 0,-3-2-7 15,0 2-30-15,-3 0-37 0,-1-2-46 16,1-1-60-16,-1 2-230 0,-1-3-417 0,-1 1 186 15</inkml:trace>
  <inkml:trace contextRef="#ctx0" brushRef="#br0" timeOffset="35303.07">6642 10149 34 0,'0'0'128'0,"-11"1"-2"0,5 0-6 16,6-1-4-16,-11 1-7 0,11-1 1 15,-12 4 7-15,5-2-4 0,1-1-2 0,-4 3-2 0,-3 2-2 16,1-2-8-16,-4 3-3 0,0 0-2 0,1 0-3 16,0 2 11-16,2-2-4 0,4-2-7 0,1 1-8 15,1-3-9-15,-1-1-8 0,4 3-8 0,4-5-6 16,-6 6-3-16,6-6 9 0,0 0 3 0,0 0 4 15,27 2-2-15,-6-8-5 0,14-5 0 0,16-11-4 16,4-3-9-16,1 1 0 0,3-5-2 0,-3 3-6 16,22-16-1-16,-25 14-4 0,-4-2 1 0,0 5-4 15,-4 1-2-15,-15 8-4 0,0 0 4 0,-6 1-4 16,0 0 4-16,-6 5-1 0,-1 3 8 0,-6 0 4 16,0 2 10-16,-2-1 0 0,1 0 4 0,-4 2 2 15,1 1-2-15,-4-2-5 0,3 1 2 16,-3-1 4-16,-3 5-7 0,8-5 11 0,-8 5-7 15,4-4 1-15,-4 4-5 0,0 0 2 0,5-5-10 0,-5 5-2 16,0 0-1-16,0 0-10 0,0 0-26 0,0 0-26 16,0 0-26-16,0 0-23 0,0 0-24 15,-24 5-34-15,15 0-42 0,-3 1-37 0,2 1-38 16,-5 1-41-16,-3 2-177 0,-6 3-506 0,0 1 224 0</inkml:trace>
  <inkml:trace contextRef="#ctx0" brushRef="#br0" timeOffset="35545.04">6655 10167 113 0,'-5'2'144'0,"5"-2"-6"0,-6 4-10 16,6-4-13-16,-5 4-3 0,5-4 3 0,0 0 9 15,0 0 4-15,28-18-2 0,-3 5-7 0,6-4-9 16,14-9-12-16,3-8-7 0,5 2-10 0,4 2-7 16,-3-1-6-16,-7 5-12 0,0 0-23 0,-13 7-33 15,-5 4-50-15,-1 2-43 0,-3-3-34 0,-6 9-158 16,-3-2-307-16,-4 4 137 0</inkml:trace>
  <inkml:trace contextRef="#ctx0" brushRef="#br0" timeOffset="40130.96">4640 10147 70 0,'-6'5'62'0,"6"-5"-3"0,-5 4-8 0,5-4 2 0,-6 3 1 15,6-3-13-15,0 0-1 0,-5 4-1 16,5-4 0-16,0 0-3 0,0 0-8 0,0 0-9 0,0 0 8 15,0 0-5-15,0 0-3 0,0 0-1 0,0 0-5 16,0 0 4-16,0 0-1 0,27-9 2 0,-17 2 0 16,4 2-1-16,0-2-2 0,3-2-1 0,-2 0 3 15,2-1 7-15,-2 0-13 0,2 0 4 0,-2 4 2 16,0-2 0-16,-3 2-3 0,0 1 9 0,-1-1-15 16,-2 1 2-16,0 2 1 0,-1 1-4 0,-3-1-5 15,-5 3 5-15,9-8-2 0,-5 6 3 16,-4 2 10-16,0 0 2 0,7-2 12 0,-7 2 12 0,0 0-8 15,0 0 7-15,0 0-8 0,0 0 1 0,0 0-3 16,0 0-9-16,0 0 1 0,0 0-5 0,0 0 1 16,0 0-2-16,0 0-3 0,-20 11 2 0,20-11-10 15,-5 4 5-15,5-4-6 0,-9 3 1 0,9-3-1 16,-8 5-2-16,8-5 3 0,0 0-5 16,-6 4-3-16,6-4 6 0,0 0 1 0,-6 3-3 15,6-3-1-15,0 0-2 0,0 0 1 0,0 0 3 0,0 0-5 16,-7 3 3-16,7-3-7 0,0 0-17 0,0 0-15 15,0 0-11-15,0 0-16 0,0 0-27 0,0 0-15 16,0 0-90-16,0 0-210 0,0 0 94 0</inkml:trace>
  <inkml:trace contextRef="#ctx0" brushRef="#br0" timeOffset="40689.75">5964 9128 63 0,'0'0'98'0,"0"0"-3"0,0 0-7 16,0 0-5-16,0 0-14 0,-8 1-6 0,8-1 1 16,0 0-2-16,0 0-15 0,0 0-6 0,0 0-1 15,0 0-8-15,0 0-16 0,0 0-18 0,0 0-14 16,0 0-28-16,-3 8-90 0,3-8-144 0,-6 5 64 16</inkml:trace>
  <inkml:trace contextRef="#ctx0" brushRef="#br0" timeOffset="45510.83">4657 10197 25 0,'0'0'61'15,"0"0"-4"-15,0 0 1 0,-8 3-8 0,8-3 0 16,0 0-2-16,0 0 3 0,0 0 7 0,-9 1-21 16,9-1 2-16,0 0-2 0,0 0-2 0,-9 2-14 15,9-2 2-15,0 0-7 0,-8 2 7 0,8-2-4 16,0 0-4-16,-10 2-6 0,10-2 5 0,0 0-2 16,-5 3 1-16,5-3 1 0,0 0-12 0,-9 5 10 15,9-5-12-15,-5 3 2 0,5-3 2 0,0 0-4 16,0 0 5-16,-6 5-2 0,6-5-2 0,0 0-1 15,0 0-6-15,0 0 8 0,0 0-5 0,0 0 4 16,0 0 1-16,0 0 3 0,28-12-15 16,-17 5 10-16,6-3 5 0,-1-1-6 0,4 1 8 0,4-5-9 15,0-1 13-15,-2 0-9 0,0 1-1 0,-1 0-2 16,1 1 30-16,-8 4-27 0,-5 3-5 0,1 2 3 16,-1 0 5-16,-2 0-7 0,-1 1 4 0,-2 1 0 15,-4 3 0-15,9-4-12 0,-9 4 9 0,3-4-2 16,-3 4 5-16,0 0-6 0,0 0 9 0,0 0-3 15,0 0 2-15,0 0-3 0,0 0-2 0,0 0-4 16,0 0 2-16,-21 19 2 0,11-11-3 0,-4 3 6 16,-2 1-5-16,-5 4 0 0,3-4 2 0,1 1 2 15,-5 3 3-15,7-6-9 0,-3 1 8 0,3-1 3 16,-1 0-5-16,6-3-3 0,-1 0 6 0,4-4 10 16,1 2-4-16,2-1 3 0,-1 0-10 0,5-4-6 15,-9 3 2-15,9-3 8 0,0 0 0 0,0 0-10 16,0 0 6-16,0 0 0 0,20-17-6 0,-9 9 17 15,4-3-19-15,2-2 8 0,0 0-12 0,6-2-18 16,-6 4-16-16,6-4-27 0,-4 6-58 0,-5-1-139 16,2 0 62-16</inkml:trace>
  <inkml:trace contextRef="#ctx0" brushRef="#br0" timeOffset="46501.16">6588 9814 2 0,'0'0'52'0,"0"0"-12"0,0 0-3 0,0 0-1 15,0 0-14-15,0 0-11 0,0 0-11 0,0 0-34 16,0 0-36-16,-6 5 17 0</inkml:trace>
  <inkml:trace contextRef="#ctx0" brushRef="#br0" timeOffset="47445.2">6648 9874 11 0,'0'0'26'15,"0"0"6"-15,0 0 0 0,0 0-4 0,0 0-6 16,0 0 1-16,0 0-2 0,0 0 0 0,0 0 0 15,0 0-2-15,0 0 1 0,0 0-1 0,0 0-14 16,0 0 5-16,0 0 5 0,0 0-2 0,0 0 3 16,0 0-1-16,0 0 4 0,0 0-8 0,0 0-3 15,0 0 4-15,0 0 1 0,0 0-3 0,0 0 1 16,0 0 3-16,0 0-1 0,0 0 6 0,0 0-5 16,0 0-2-16,0 0-1 0,0 0 4 0,0 0-3 15,0 0-4-15,0 0 5 0,0 0-6 0,0 0-2 16,0 0 2-16,0 0-6 0,0 0 6 0,0 0-3 15,0 0-4-15,0 0 9 0,0 0-3 0,0 0-1 16,0 0 0-16,0 0-5 0,0 0-2 0,0 0 3 16,0 0-4-16,0 0-3 0,0 0 4 0,0 0 4 15,0 0-7-15,0 0-1 0,0 0-6 0,0 0-1 16,0 0-7-16,0 0-1 0,0 0-9 0,0 0-3 16,0 0-12-16,0 0-30 0,0 0-80 0,-18 9 36 15</inkml:trace>
  <inkml:trace contextRef="#ctx0" brushRef="#br0" timeOffset="66895.8">20603 9878 42 0,'0'0'56'0,"0"0"-7"15,0 0-4-15,0-7-2 0,0 7-2 0,0 0 1 16,0 0-4-16,0 0-3 0,0-10 8 0,0 10-2 0,0 0-8 16,0 0 2-16,0 0-12 0,0 0-1 15,-4-9 8-15,4 9-9 0,0 0-5 0,0 0-1 0,0 0-6 16,0 0 4-16,0 0-7 0,0 0 0 15,0 0 2-15,0 0 2 0,0 0 7 0,0 0-5 0,0 0 0 16,0 0-6-16,-15 13-4 0,15-13 3 0,-2 8 0 16,2-8 8-16,-4 8-1 0,4-8 4 0,-5 6-5 15,5-6 2-15,-3 5-15 0,3-5 11 0,0 0 4 16,-3 7-12-16,3-7 2 0,0 0 2 0,0 0 1 16,0 0 2-16,0 0-13 0,0 0 7 0,0 0 3 15,0 0-4-15,0 0-1 0,0 0 3 0,0 0-1 16,0 0 6-16,7 8-8 0,-7-8 9 0,0 0-4 15,0 0-4-15,0 0 8 0,0 0-11 0,0 0 6 16,0 0 3-16,16-7 1 0,-16 7-1 0,0 0-4 16,0 0 2-16,0 0 2 0,0 0-4 0,0 0 3 15,0 0-3-15,3-8-1 0,-3 8-5 0,0 0-2 16,0 0 8-16,0 0-6 0,0 0 14 0,0 0-2 16,0 0-4-16,0 0-5 0,0 0 8 0,0 0-2 15,0 0-2-15,0 0-5 0,0 0 4 0,0 0-3 16,0 0 10-16,0 0-2 0,0 0 6 0,-24 5-11 15,24-5 3-15,-4 8 6 0,4-8-6 0,-3 8 4 16,3-8-7-16,0 0 6 0,0 9-3 0,0-9 5 16,0 0-4-16,0 0 3 0,5 7-7 0,-5-7 11 15,0 0-10-15,0 0 1 0,7 2 2 0,-7-2-12 16,0 0 19-16,0 0-7 0,0 0 3 0,0 0-12 16,0 0 10-16,0 0-4 0,0 0 0 0,0 0-1 15,0 0 1-15,0 0-5 0,0 0 4 0,0 0 4 16,0 0-7-16,0 0 7 0,0 0-5 0,0 0 3 0,-11-20-4 15,11 20-3-15,0 0 5 0,0 0 11 16,0 0-12-16,-16 8 1 0,16-8 4 0,-6 4-4 16,6-4 1-16,-8 8-3 0,8-8 4 0,-4 4-3 15,4-4 2-15,0 0-10 0,-5 6 9 0,5-6-4 0,0 0 7 16,0 0-3-16,1 10-5 0,-1-10 4 0,0 0 3 16,0 0-1-16,0 0-4 0,9 3 8 0,-9-3-2 15,0 0-3-15,0 0-1 0,0 0-4 16,0 0 7-16,0 0-4 0,0 0 4 0,0 0-2 0,0 0 4 15,0 0-6-15,0 0-8 0,0 0-10 0,0 0-7 16,0 0-12-16,0 0-26 0,10 0-12 0,-10 0-27 16,0 0-69-16,-5 14-183 0,5-14 81 0</inkml:trace>
  <inkml:trace contextRef="#ctx0" brushRef="#br0" timeOffset="104898.17">22090 10213 207 0,'0'0'224'16,"1"-13"-7"-16,-1 13-12 0,-1-8-14 0,1 8-11 16,0 0-10-16,0-10-16 0,0 10-10 15,0 0-15-15,0 0-14 0,-3-7-13 0,3 7-14 0,0 0-10 16,0 0-8-16,0 0-7 0,0 0-7 0,0 0-4 15,0 0-17-15,0 0-24 0,0 0-29 0,-6 19-34 16,4-12-37-16,0 3-30 0,0-3-25 0,2 3-14 16,2-1-15-16,-2 3-117 0,-2-3-314 0,5 1 139 15</inkml:trace>
  <inkml:trace contextRef="#ctx0" brushRef="#br0" timeOffset="105054.57">22160 10521 130 0,'0'0'123'0,"-3"8"5"0,3-8-4 16,0 0-5-16,0 0-8 0,0 8-14 0,0-8-8 16,0 0-4-16,0 0-10 0,0 0-9 0,0 9-28 15,0-9-27-15,0 0-29 0,0 0-25 0,0 0-21 16,8 3-19-16,-8-3-82 0,0 0-179 0,15-7 79 16</inkml:trace>
  <inkml:trace contextRef="#ctx0" brushRef="#br0" timeOffset="105213.08">22341 10415 101 0,'0'0'184'0,"0"0"-11"16,0 0-11-16,4-6-3 0,-4 6-4 0,0 0-4 0,0 0-11 15,0 0-13-15,0 0-16 0,3-6-14 0,-3 6-8 16,0 0-15-16,0 0-11 0,0 0-25 16,0 0-19-16,0 0-44 0,0 0-21 0,0 0-37 15,0 0-38-15,-10 26-34 0,2-19-81 0,1-1-255 16,1 2 113-16</inkml:trace>
  <inkml:trace contextRef="#ctx0" brushRef="#br0" timeOffset="106345.11">8315 11889 39 0,'-28'-5'65'0,"2"-1"-2"0,4 1 4 16,3 0-8-16,0-1-1 0,2 3-4 0,0-3-1 16,4 2 12-16,-1 0-9 0,3-1-2 0,-1 1 3 15,2 0 9-15,4 1 1 0,-1 0-1 0,1-1-7 16,0 0 0-16,6 4-5 0,-9-6-2 0,9 6-7 16,-5-5-7-16,5 5-4 0,0 0 1 0,0 0-3 15,0 0-3-15,7-12-6 0,3 8 4 0,2 2-2 16,3 0-1-16,8-2 3 0,7-2-3 0,2 0-5 15,6 0 6-15,18-2 1 0,0-2-1 0,6-1-8 16,2 1-1-16,26-7 1 0,-26 7-2 0,28-4-1 16,-28 4 1-16,27-1-6 0,-26 2 3 0,29-3 2 15,-1-1 0-15,4-3 3 0,1 2 1 0,1 1-5 16,2-1-1-16,-2 3 6 0,3 0 0 0,0 1-4 16,2-1 0-16,5-1 0 0,7-2 7 0,4 3-4 15,-1-1 2-15,4 0-8 0,6 1 2 0,8-1-1 16,5-4 8-16,11-1 0 0,2-2-3 0,-3 3-1 15,8 0-1-15,3-2 1 0,9 0-2 0,-2 0 0 0,-1 0 1 16,1 0 1-16,6-1-1 0,2 1 9 16,4 1-8-16,-2 2-1 0,0-1 0 0,0-2 2 15,7 0 0-15,-6 2 1 0,6 2-4 0,-3-3 5 16,9 0-2-16,1 3 2 0,1-3 0 0,5 0-7 16,-2 0 2-16,6-1 0 0,-3 1 1 0,5 2-2 0,5-3-1 15,-3 0 5-15,-2 1-5 0,2-1-1 0,2 3 6 16,-2 0-5-16,-4-1 1 0,6 2-5 15,-4-3 1-15,1 7 1 0,2-3 2 0,-3-1-7 16,4 2 4-16,-1 1-3 0,0-3 0 0,-1 3-4 16,-2 2 4-16,3-1 2 0,-3-2-3 0,1 5-3 0,-14-3 15 15,3 1-13-15,-2 4-1 0,-6-3-3 16,-4 3 3-16,-4-1 8 0,1-2-3 0,-4 6 2 16,-5 0 3-16,-4 1 1 0,-7-5 1 0,-7 4-1 15,-5 1-5-15,-7 2 8 0,-8 1-7 0,-4-2 4 16,-15 2-4-16,1 0-1 0,-8 1 0 0,-3-3 1 0,-10 2-3 15,-3-1 8-15,-28-1-8 0,0 0 2 0,2 2 0 16,-3 0 2-16,-4-2 1 0,-1-2 3 16,-6 0 0-16,-12 1-1 0,-4-1 0 0,-3 2 5 15,-4-3-3-15,-9 1-1 0,0 3 2 0,-8-1 6 0,-1-1 2 16,-2 1 1-16,-3-2 0 0,-6 2-7 0,8-6-2 16,-8 6-17-16,0-7-23 0,0 7-33 15,-18-12-39-15,-8 5-40 0,-7-3-49 0,-19 0-56 16,-42-2-158-16,0-1-429 0,-10 3 191 0</inkml:trace>
  <inkml:trace contextRef="#ctx0" brushRef="#br0" timeOffset="107037.11">14322 11707 139 0,'-3'-7'143'0,"3"7"-3"15,-6-10-11-15,6 10-10 0,-7-5-9 0,7 5 5 16,-12 2-13-16,4 5-1 0,-6 8-3 0,-4 6 6 16,-1 9-11-16,-12 11-5 0,2 4 1 0,-7 3-9 15,-14 21-4-15,13-23-8 0,-20 21-4 0,17-20-2 16,-18 24-3-16,1-9-6 0,17-17-2 0,0 3 0 16,-3-4-7-16,2 2-5 0,2-3 11 0,3-3-3 15,-1-1-6-15,5-3 0 0,3-11-4 0,5-1-4 16,2-1-2-16,3-3-6 0,0-1 0 0,5-3-2 15,1-4-3-15,1 0-3 0,7-4-2 0,-3-1-2 16,3-1-5-16,1 0-13 0,2-2-20 0,-2 1-20 16,4-5-22-16,0 0-24 0,0 0-28 0,0 0-38 15,10 6-29-15,1-7-139 0,6-6-352 0,4 2 156 16</inkml:trace>
  <inkml:trace contextRef="#ctx0" brushRef="#br0" timeOffset="107545.23">17799 11369 17 0,'-5'-4'207'0,"5"4"-24"0,0 0-10 16,0 0-24-16,13-7-7 0,0 7-11 0,3 0-11 15,14 4-14-15,2 2 6 0,2 1-7 0,17 8-5 0,3 2-7 16,0 2-5-16,-1 4-9 0,5 1-7 0,2 1-2 16,-3 4-7-16,26 9-6 0,-25-11-5 15,25 11 3-15,-25-14-5 0,28 17-2 0,-4-1-5 0,0-3-2 16,-23-9-1-16,29 13 2 0,-6-5-6 0,-3 0-4 16,-21-10-2-16,25 7-1 0,-3-1-2 0,-21-9 0 15,28 8-3-15,-28-8-4 0,26 8 0 0,-25-10-1 16,2 2-1-16,-1 0-2 0,-5-1-6 0,1 0 3 15,-6-1 1-15,-5-1-4 0,-9-6-3 0,-4 0 6 16,-4 1-5-16,-2-4-3 0,-9-1-6 0,-1-5-18 16,-6 2-22-16,-2-1-18 0,-5 1-19 0,0-2-22 15,-4-5-28-15,0 0-44 0,-21 11-42 0,0-9-120 16,-11-1-363-16,-3 3 161 0</inkml:trace>
  <inkml:trace contextRef="#ctx0" brushRef="#br0" timeOffset="109085.15">9296 13601 39 0,'0'-11'138'15,"0"11"1"-15,-2-8 2 0,2 8-15 0,-1-10 2 16,1 10-25-16,-4-9-3 0,4 9-6 0,-5-10-3 16,3 6-7-16,-3-1-9 0,-1 0-8 0,0 0-1 15,-2 1-9-15,-2 2-1 0,-7 2-8 0,-2 0-3 16,-7 5-4-16,-4 3-7 0,1 1 6 0,-3 5-6 15,-3 1-13-15,2 4-1 0,-11 6 0 0,10-5 0 16,-7 6-5-16,12-6 4 0,-1 2-1 0,9-1 0 16,3 1-6-16,7-7-6 0,5-4 7 0,4 4 1 15,0-2-1-15,5-2 0 0,4 0 2 0,4 3 1 16,2-3-8-16,3 0 4 0,10 2-4 0,0 1 1 16,1-3-2-16,2-3 0 0,0 1-4 0,-2-3 5 15,-7 1 0-15,10-1 1 0,-10 0-5 0,-2-2 0 16,1 4 0-16,-2-1-2 0,-6-1 1 0,-2 2-4 15,-1-2 4-15,-3 0-3 0,0 1 4 0,-5 4-1 16,-6 0 0-16,-2 3 0 0,-6 0 2 0,-8 6-2 16,-3 2-1-16,-2-1 2 0,-2-2-1 0,-3-2 3 15,0-1-3-15,0 0 4 0,0-1-5 0,1-4-2 16,2 2 4-16,2-4-1 0,7-1 0 0,3-3-4 16,5 0-7-16,2-2-27 0,1 0-34 0,3-3-36 15,6 0-45-15,0 0-149 0,0 0-321 0,0 0 142 16</inkml:trace>
  <inkml:trace contextRef="#ctx0" brushRef="#br0" timeOffset="109344.83">9363 13598 172 0,'2'-7'199'0,"-1"2"-2"0,-1 5-12 16,4-10-18-16,-4 10-16 0,1-7-18 0,-1 7-12 15,0 0-10-15,0 0-2 0,0 0-4 16,14 21-9-16,-13-3-5 0,2 0-7 0,-3 7-9 16,0 4-5-16,-1-1-2 0,-1 1-9 0,4 0-6 15,-2-2-5-15,1-1 4 0,0 2-11 0,-1-3-7 0,3-1-1 16,-1-5 4-16,0 0-11 0,2 1-2 16,-2-3-8-16,2 1-17 0,-4-3-24 0,4 1-25 15,-3-2-24-15,0-4-34 0,0 1-43 0,1-2-29 16,-1 0-148-16,-1-2-356 0,0-7 158 0</inkml:trace>
  <inkml:trace contextRef="#ctx0" brushRef="#br0" timeOffset="109823.59">9270 13831 102 0,'0'0'150'0,"0"0"-14"0,0 0-3 0,7-14-1 16,6 10-11-16,4-2-9 0,10-4-10 0,6 0-12 0,2 2-5 15,-1 2-12-15,5-3-6 0,11 0-6 0,-11 3-13 16,11-4 1-16,-14 2-2 0,1 0-9 16,-4 0-3-16,0 1 2 0,-5-2-9 0,2 1-9 15,-12 2 0-15,-6 3 5 0,0 0-7 0,-6 1-3 16,-6 2 4-16,11-2-5 0,-11 2 5 0,0 0 1 16,0 0-1-16,0 0 5 0,0 0 4 0,0 0 7 0,-45 20-3 15,22-7 1-15,0 4 10 0,0 1-4 16,0 1 1-16,2 1-7 0,3 0 3 0,4-4-3 15,5 0-3-15,0 0 1 0,4-4-4 0,0 1-5 16,4 2 0-16,1-3-1 0,3-1 0 0,3 0-1 16,0-1-5-16,2-1 6 0,1-3-7 0,1 0 2 15,0-1-4-15,2-2 2 0,1 1-4 0,0-4 3 0,-1 1-1 16,0-2 0-16,-1-1 0 0,1-1-3 16,-3-2 2-16,1-3 4 0,-1 2-2 0,-3-3-7 15,1-1 0-15,-2-1-1 0,-1-1-3 0,1 0-3 16,-2 0 2-16,-1 1-4 0,-1-1-2 0,0 2 5 15,2 0-2-15,-3 10-2 0,0 0-1 0,1-15 2 16,-1 15-3-16,0 0 3 0,0 0-4 0,0 0 3 16,0 0-1-16,0 0 4 0,9 31-3 0,-7-18 2 15,3 1 1-15,0 2 3 0,-3-5-6 0,5 3-14 16,-4-1-25-16,5-3-24 0,-3 2-33 0,4-2-37 16,-1 0-29-16,0-1-161 0,0 0-353 0,-1-2 157 15</inkml:trace>
  <inkml:trace contextRef="#ctx0" brushRef="#br0" timeOffset="110194.99">10069 13596 8 0,'0'-11'185'0,"0"11"-12"15,0 0-5-15,0 0 1 0,0 0-22 0,1 34-13 16,0-16-8-16,-1-1-5 0,2 2-16 0,-1 0-7 15,0 0-8-15,1 1-3 0,-1-1-15 0,1 0-4 16,0-3-6-16,-1-4-4 0,0 0-10 0,-1-3-2 16,0-9-7-16,3 18 0 0,-3-18-6 0,1 11-1 15,-1-11-5-15,0 0 3 0,3 10-4 0,-3-10 0 16,0 0-5-16,0 0 0 0,0 0-4 0,10 0-6 16,-10 0-1-16,19-10-1 0,-9 3 0 15,3 1-4-15,4-2 0 0,-3 5 1 0,0-1-3 0,-3 2-3 16,4 3 3-16,-2 0-6 0,-1 1 4 0,1 3 1 15,-4 2 0-15,-2 1 2 0,0 3-2 16,-4 0-3-16,-1 2 3 0,-5 1-2 0,-1 5 3 0,-4-3-4 16,-3 0 3-16,2 1 2 0,-3-3-4 0,0-1-1 15,-1 0 1-15,0 0-9 0,4-4-19 0,-2-1-19 16,-1 0-30-16,6-1-31 0,-4-3-26 0,10-4-41 16,-10 4-122-16,10-4-320 0,-9 2 143 15</inkml:trace>
  <inkml:trace contextRef="#ctx0" brushRef="#br0" timeOffset="110371.92">10331 13714 57 0,'6'-10'166'0,"-6"10"1"16,0 0-3-16,0 0-10 0,0 0-5 0,0 0-11 16,18 11-10-16,-14-3-12 0,1 5-12 15,-2-2-6-15,0 1-11 0,0 5-8 0,1 0-8 16,0 1-5-16,-2-2-20 0,0 4-30 0,1-4-54 15,0-2-43-15,1 2-42 0,-3-4-138 0,-2 0-283 16,1-2 125-16</inkml:trace>
  <inkml:trace contextRef="#ctx0" brushRef="#br0" timeOffset="110534.83">10207 13579 67 0,'0'0'79'0,"0"0"-26"0,0 0-36 0,0 0-30 15,0 0-22-15,23 17-35 0,-12-13 15 0</inkml:trace>
  <inkml:trace contextRef="#ctx0" brushRef="#br0" timeOffset="110735.03">10465 13471 81 0,'1'-10'201'0,"2"2"-3"0,-3 8-10 0,1-13-18 16,-1 13-17-16,4-3-13 0,-4 3-14 0,0 0 10 15,15 14-12-15,-7 1-10 0,-2 4-4 0,3 5-12 16,1 6-8-16,-2 0-8 0,-5 1-7 0,2 1-7 0,-4-2-7 16,2 0-6-16,-1-2 4 0,1 1-15 15,1-3-2-15,-3-7-16 0,0 6-25 0,-1-7-37 16,0 0-48-16,3 0-46 0,-3-1-43 0,-2 1-164 15,1-3-365-15,1-6 163 0</inkml:trace>
  <inkml:trace contextRef="#ctx0" brushRef="#br0" timeOffset="110918.65">10663 13711 67 0,'0'0'224'15,"3"-10"-19"-15,-3 10-23 0,0 0-14 0,4-10-9 16,-4 10-10-16,0 0-10 0,0 0-12 0,0 0-10 15,14 20 1-15,-12-9-20 0,-1 3-9 0,2 1-8 16,-2 2-8-16,1 1-6 0,-2-2-4 0,1 1-6 16,0 0-33-16,0 0-27 0,-1-1-31 0,0 1-32 15,3-3-50-15,-2 1-37 0,-1-3-154 0,-2 1-330 16,3-4 146-16</inkml:trace>
  <inkml:trace contextRef="#ctx0" brushRef="#br0" timeOffset="111080.54">10682 13547 53 0,'-5'-4'142'0,"5"4"-18"0,0 0-27 16,0 0-26-16,0 0-36 0,0 0-36 0,0 0-87 15,13 19-93-15,-4-15 42 0</inkml:trace>
  <inkml:trace contextRef="#ctx0" brushRef="#br0" timeOffset="111380.18">10868 13617 144 0,'0'0'186'0,"0"0"-1"0,0 0-9 0,0 0-12 15,30-16-12-15,-17 15-16 0,-1 1-12 0,-1 0-12 0,1 4-14 16,1-1-10-16,-5 2-6 0,0 4-3 0,0-3-12 15,-5 6 0-15,0-2-9 0,-2 3-5 16,-2 4-8-16,-3-4 0 0,0 4-9 0,-2-1-3 16,0 0-4-16,-3-2 2 0,-2 0-8 0,0 1 2 15,3-6-5-15,-1 6-3 0,3-7-3 0,1 1-2 0,0-1 0 16,1-2-2-16,1 2 1 0,1-1-5 16,0-1 0-16,2-6 7 0,2 11-3 0,0-5-2 15,3-2 1-15,3 0-5 0,2-3-10 0,2 2-6 16,1-2-16-16,6-1-11 0,-1 0-31 0,1-2-11 15,3-1-30-15,3-3-26 0,2-4-20 0,0 4-16 0,0-4-90 16,-3-2-285-16,3 1 127 0</inkml:trace>
  <inkml:trace contextRef="#ctx0" brushRef="#br0" timeOffset="111719.15">11347 13590 143 0,'-5'-5'159'0,"-3"-1"6"16,3 0-7-16,-1 2-9 0,6 4-8 0,-17 0-6 0,7 4 2 15,-2 2-6-15,2 4-6 0,-2 2-9 16,-1 2-10-16,2 2-9 0,1 1-10 0,1-2-10 16,1 2-10-16,5 0-3 0,1-1-8 0,2-1-1 15,0-2-7-15,0-3-6 0,4 1-5 0,0-2-11 16,2-1-2-16,3-1-8 0,-2-2-9 0,3-3-2 0,-1 2-4 16,0-4-2-16,1-2-1 0,0-1 1 15,-2 1-3-15,1-4 4 0,-1-2 1 0,-2 0-4 0,0 1 5 16,1-4-6-16,-1 2 4 0,-3-2 4 15,-1-1 0-15,1 3 4 0,-3-2 1 0,1 4 20 16,0 0 6-16,-1 7 3 0,3-12-4 0,-3 12-6 16,0-9-6-16,0 9-7 0,0 0-1 0,0 0 0 0,0 0-5 15,0 0 5-15,0 0-3 0,9 19-1 16,-7-7-1-16,1-1 2 0,0 2-4 0,-1-1-5 0,1-1-19 16,2 5-26-16,0 0-42 0,2-2-42 15,-1-2-31-15,-3 0-27 0,1-2-161 0,-1 0-374 16,3-1 165-16</inkml:trace>
  <inkml:trace contextRef="#ctx0" brushRef="#br0" timeOffset="111954.98">11527 13404 33 0,'-5'-25'240'15,"2"6"2"-15,0 3-3 0,0 5-9 0,2 2-23 0,-1 0-22 16,2 9-18-16,0 0-19 0,0 0-12 15,0 0-6-15,13 19-9 0,-5 6-3 0,2 3-7 0,-6 5-8 16,5 2-7-16,-6 1-8 0,0 0-8 16,0-1-9-16,2-2-8 0,-3 2-7 0,1-3 5 15,2 3-13-15,-2-5-6 0,-1 1-21 0,1-2-24 16,0-2-16-16,0-2-28 0,2-6-26 0,-5 0-26 16,2-1-47-16,-1-2-51 0,-4-1-46 0,0-2-126 15,-1-3-398-15,1-2 176 0</inkml:trace>
  <inkml:trace contextRef="#ctx0" brushRef="#br0" timeOffset="112230.7">11459 13682 73 0,'8'-2'162'0,"0"1"-21"0,-1-1-6 0,4 1-14 15,4 0-12-15,3-2-9 0,0-1-11 0,1 2-9 16,3-2-6-16,1 2-9 0,-2-1-4 0,5-3-3 15,-7 3-8-15,0-1 6 0,-1 1-20 0,-4 1 9 16,-1 0-9-16,-4-1-1 0,-2 3-4 0,-7 0 0 16,13 0 2-16,-13 0 3 0,9 0 10 0,-9 0 4 15,10 2-1-15,-6 3 2 0,0-2 2 0,1 3 7 16,-1 1-9-16,-1-2-2 0,1 4-10 0,-1 0 4 16,1 0-6-16,-3 0-3 0,1 1-1 0,-2-10-5 15,2 18-8-15,0-7-30 0,0-1-29 0,-2 0-40 16,0-10-41-16,-2 19-52 0,0-6-142 0,0-4-339 15,-3 0 150-15</inkml:trace>
  <inkml:trace contextRef="#ctx0" brushRef="#br0" timeOffset="112896.77">11948 13615 197 0,'0'0'216'0,"-1"9"-12"16,1-9-13-16,-2 10-13 0,2-10-19 0,0 14-15 15,2-4-15-15,-2-3-8 0,2 3-18 0,0 0-6 16,3 0-12-16,-3-4-4 0,2 0-11 0,2 1-6 16,-1 0-7-16,3-1-2 0,-3-1-9 15,1 0 3-15,1-1-7 0,-2 0-4 0,1-2-2 0,-6-2-2 16,5 3-3-16,-5-3-2 0,0 0 1 0,16-6-1 15,-14 1-9-15,-2 5 0 0,7-9-5 0,-5 1 2 16,-1 1-5-16,2-3 2 0,-1-1-4 16,0-1 0-16,-2 2-2 0,1-3-8 0,0 1 5 15,2 1-2-15,2-1-3 0,-1 2-2 0,0 1 3 0,-1 4 0 16,1-1-1-16,-4 6-4 0,7-5 0 0,-7 5-1 16,12-3-2-16,-12 3 2 0,15 8 4 0,-8-1 5 15,2 1 2-15,-2 0 2 0,1 2 2 0,-2 3 0 16,2-3-2-16,-4 2 1 0,3-1-1 0,-3 0 1 15,1-1-1-15,-1-3 0 0,1 0-1 0,-2-1 1 16,-1-2 0-16,-2-4 3 0,6 8 1 0,-6-8 14 16,4 5 3-16,-4-5 5 0,0 0-3 0,0 0-3 15,0 0 2-15,7-13-4 0,-4 6-3 0,2-5 0 16,1 2-5-16,1-4 1 0,0 2-5 0,4-4-1 16,-2 1-1-16,0 1-6 0,-3 4 1 0,3 2-3 15,-2 2 3-15,0 1-3 0,-3 2-3 0,3 2-1 16,-7 1 2-16,0 0 2 0,18 1-4 0,-13 3 4 15,-2 1-5-15,5 4 3 0,-4-1-6 0,1 2-13 16,-1 0-13-16,-2 2-23 0,1 1-35 0,1-1-49 16,-2 4-66-16,-2 0-230 0,-2 1-467 0,-2 1 207 15</inkml:trace>
  <inkml:trace contextRef="#ctx0" brushRef="#br0" timeOffset="113271.38">12525 13301 74 0,'0'0'185'0,"0"-6"-19"0,0 6-1 0,0 0 7 16,0 0-5-16,13 24-7 0,-9 0 4 0,0 4-14 16,2 2-5-16,-4 1-16 0,2 0-10 0,-2 4-15 15,3-3-11-15,-3 1-8 0,5 0-7 0,-1-3-7 16,0-1-6-16,4 0-7 0,-1-4-5 0,3 0-6 15,-6-6 3-15,1-3-18 0,1 0-19 0,0-2-27 16,-4-4-40-16,3 0-45 0,-3-2-47 0,-2-1-62 16,1 0-130-16,-3-7-365 0,0 0 161 0</inkml:trace>
  <inkml:trace contextRef="#ctx0" brushRef="#br0" timeOffset="113410.29">12437 13615 28 0,'0'0'147'0,"9"-8"-19"16,-1 5-15-16,4 0-44 0,1 0-39 0,4-1-46 15,-4 3-68-15,1 1-90 0,5 0 41 0</inkml:trace>
  <inkml:trace contextRef="#ctx0" brushRef="#br0" timeOffset="113693.64">12764 13818 4 0,'10'-5'210'0,"-3"-6"0"0,4 0-11 0,3-3-6 15,-2 1-8-15,2-2-19 0,4-8-16 0,-4 2-10 16,3 0-14-16,-1-1-14 0,-2-3-24 0,0 2-10 16,-4-1-5-16,-3 7-3 0,-5 1-9 0,2-1-6 15,-4 4-2-15,0 0-4 0,-4 4-7 0,-2-2-4 16,-1 3-5-16,-1 2 1 0,-5 1-9 0,1 3 2 15,-3 4-3-15,-2 0-6 0,-1 6 1 0,1 2 6 16,-4 7-5-16,2 1-6 0,8-1-2 0,1-1 3 16,0 2-4-16,5 1 4 0,5 0-3 0,0-2-1 15,7 1-1-15,1-1 1 0,3-1-20 0,7 4-30 16,-3-7-35-16,1 1-51 0,10-1-36 0,1-3-53 16,-8-3-122-16,12-5-364 0,1-4 161 0</inkml:trace>
  <inkml:trace contextRef="#ctx0" brushRef="#br0" timeOffset="113899.12">13250 13518 73 0,'-7'-4'224'0,"-2"1"-3"16,0 0-9-16,-2 3-6 0,11 0-16 0,-21 6-7 16,10 1-17-16,1 0-15 0,-7 6-13 15,7 1-11-15,1 2-14 0,-1-1-11 0,4 1-12 0,3 0-7 16,3 0-9-16,0 0-6 0,5 0-4 0,1 0-7 15,2-1-12-15,3-3-26 0,-3-3-35 16,6 7-30-16,-3-11-35 0,0 3-21 0,8-6-44 0,1 3-27 16,-2-5-31-16,-2 0-103 0,3-3-332 0,-5 1 148 15</inkml:trace>
  <inkml:trace contextRef="#ctx0" brushRef="#br0" timeOffset="114215">13411 13341 16 0,'0'-26'198'0,"0"7"22"0,-2 4-5 0,0 3-9 16,2 3-16-16,0 2-23 0,0 7-16 0,0 0-18 16,0 0-8-16,0 0 2 0,-2 35-6 0,0-5 0 15,1 14-10-15,-3-8-6 0,-2 13-10 0,3-14-9 16,3-1-10-16,1 0-3 0,-1-5-10 16,2-1-5-16,0-3-6 0,2-9-7 0,0 1-1 15,-4-5-4-15,3 0-4 0,-1-2-1 0,-2-2 4 0,2-2-4 16,-2-6 0-16,5 9 0 0,-5-9 1 0,3 4 3 15,-3-4-3-15,0 0-10 0,0 0 2 0,13-19-3 16,-3 10-7-16,-2-4 1 0,1-1-2 0,2 0-5 16,2 0-1-16,0 1 3 0,-8 5-7 0,5-2 0 15,-2 3-1-15,-3 2-4 0,3 1-3 16,0 2 1-16,-2 1-6 0,-6 1-6 0,11 3-13 0,-6 1-15 16,2 1-21-16,-2 3-28 0,1 2-38 0,-2 1-33 15,-1-2-42-15,3 6-31 0,-2-4-167 0,2 0-434 16,0 1 192-16</inkml:trace>
  <inkml:trace contextRef="#ctx0" brushRef="#br0" timeOffset="114574.42">13683 13692 127 0,'0'-12'196'0,"-4"0"-7"0,2-3-6 0,4-1-11 16,-2 1 0-16,0-2-11 0,4 5-12 0,0 0-3 15,0 0-17-15,2 2-9 0,-1 1-17 0,-1 3-8 16,2 1-12-16,-1 2-4 0,-5 3-8 0,14 0-8 15,-14 0-3-15,15 9-5 0,-7-4-5 0,0 4-1 16,-3 1-4-16,3 0-5 0,2 0-4 16,-4 1-2-16,1-2-3 0,2 0 0 0,0 0-6 0,0-2 0 15,0 2 0-15,1-4 0 0,0 0-1 0,1-3-4 16,1-2 4-16,-3 0-8 0,4-4 2 0,-2 1-1 16,0-2-1-16,-2-2-1 0,1 1-2 0,-3-2 0 15,-3-1-1-15,2 0-1 0,-3-2-2 16,-1-1 4-16,0 0-7 0,-2 0 2 0,0 0 0 0,-2 0-1 15,0 1 1-15,1 0 18 0,-3 0-1 0,4 4 5 16,0 7-5-16,-4-10-5 0,4 10-3 0,0 0-6 16,0 0-2-16,0 0-1 0,0 0-2 0,0 0 1 15,0 0-2-15,-4 28 0 0,6-17-5 0,-2 2-21 16,0-1-26-16,0 5-25 0,2-2-33 16,0-3-56-16,0 1-47 0,-2-2-51 0,0-1-133 15,0-3-423-15,0-7 187 0</inkml:trace>
  <inkml:trace contextRef="#ctx0" brushRef="#br0" timeOffset="114740.55">13825 13290 152 0,'-6'-8'211'0,"1"5"-23"0,-2-3-26 0,7 6-41 16,-9-2-38-16,9 2-43 0,0 0-49 0,0 0-58 15,-4 12-81-15,4-12-158 0,12 12 70 0</inkml:trace>
  <inkml:trace contextRef="#ctx0" brushRef="#br0" timeOffset="116025.21">14352 13495 47 0,'-6'-12'243'0,"2"8"-26"0,0 0-8 0,-4-2-11 0,0 1-15 16,-1 2-17-16,-3 3-12 0,1 1-15 16,0 3-8-16,-1 3-11 0,-1 3-12 0,-3 5-2 15,7 1-15-15,-6 4-7 0,5-4-6 0,2 3-9 16,3-2-3-16,-1 2-8 0,6-2-6 0,0-5-6 0,0 0-4 16,4 0-3-16,0-2-2 0,1 1-3 15,-1-6-2-15,2 1-3 0,0-1-5 0,2-2-1 16,-3-2-3-16,3 1-8 0,-8-2-3 0,19-4 0 15,-10-2-1-15,-1-1-3 0,0-2 1 0,-2-1-2 16,-1-2 9-16,1-4-2 0,1 2 0 0,-2-2-10 0,-5 4-1 16,0-1 5-16,2 0-2 0,-2 3 2 0,0 1 2 15,1 3-2-15,-1 6-4 0,0-11-2 16,0 11-2-16,0 0 0 0,0 0 0 0,0 0 1 16,8 22 4-16,-5-4 4 0,-2 2 0 0,0 8-1 15,1-2 6-15,2 3 1 0,-4-1-9 0,2 2 6 0,3-1-4 16,-2-2 1-16,-1-8 4 0,-2-1-6 15,4 0 4-15,-4-3-4 0,4-4 3 0,-3-1-2 16,0 0 1-16,2-5 1 0,-3 1 0 0,4 0 2 16,-4-6 5-16,5 6 0 0,-5-6 2 0,7 3 1 15,-7-3-3-15,0 0-2 0,15-12 1 0,-8 5-1 0,2-3-3 16,0-5-1-16,0-1 4 0,3 0-7 16,-1-9 1-16,2 1-11 0,1-2-3 0,-1-1-3 0,1 1-4 15,-1-1-3-15,1 3 2 0,-4 3 2 16,0-3 0-16,-4 7 2 0,3-1 4 0,-4 2-3 15,1 0 2-15,-4 3 13 0,1 2 6 0,1-1-1 0,-2 3 5 16,-2 2 6-16,4 1 5 0,-3-1 1 0,-1 7 4 16,3-10-1-16,-3 10-3 0,2-9-2 0,-2 9 1 15,2-7-5-15,-2 7-2 0,0 0-8 16,0 0-1-16,0 0-4 0,0 0 1 0,0 0 3 16,0 0-4-16,6 27 1 0,-3-15 5 0,-3 1-9 15,2 2 6-15,1 3-1 0,-1-2 1 0,1 1 0 0,1-1-2 16,-2-4-1-16,3 0-4 0,1 2 12 15,0-2-12-15,-1-4 4 0,6 3 4 0,-4-4-6 0,0 1 5 16,4-3-2-16,-2-1 2 0,-2-3-6 16,4-1-6-16,3-2 4 0,-3-1-3 0,2-2 3 0,-2-1 9 15,5-3-8-15,-6 0 4 0,0-4-15 0,-1-2 4 16,0 1-1-16,-4-2-7 0,2-2-1 16,-3 1-1-16,-2 1 3 0,4-1 4 0,-2 1-3 0,-2 5 1 15,0 2 1-15,1 1 2 0,-3 8-3 0,0-10-1 16,0 10 0-16,0 0 2 0,0 0 0 15,0 0-4-15,0 0 5 0,11 20 2 0,-8-8 5 0,1 0-9 16,0 2 2-16,3 2 4 0,-3-5 2 0,2-1 3 16,1 1-3-16,3-4 5 0,-2 2 0 0,1-2 0 15,3-1 1-15,1-1 3 0,1-3 3 16,1 0 2-16,-2-2-1 0,1-3-2 0,-1 0-1 16,5-3 12-16,-8-1-10 0,2 0-2 0,-2-1 1 0,-1-2 2 15,1-3-2-15,-2 0 0 0,-3-1-7 0,1-2 7 16,-3-2-3-16,-1 1 4 0,-2 1-5 0,0 1-2 15,-1-2-1-15,-1 4 3 0,-2 3-5 0,2 0 5 16,1 1-6-16,-1 3 2 0,2 6-3 16,-8-5-3-16,8 5 3 0,0 0-5 0,-14 10 0 0,7 0 4 15,0 4 2-15,-1 3-1 0,3 0 0 0,3 0 0 16,0-1 0-16,4 0 1 0,-1 0-1 0,2-4-1 16,4-2 0-16,0 1 9 0,1-4-6 15,4-1-1-15,1 0 0 0,3-3-2 0,5-1-1 16,-4-4-6-16,4-1-4 0,-1-3-1 0,6-4 3 0,-12 3 0 15,5-5-1-15,-1 2 5 0,-4-2 2 0,0-2 1 16,-2 0-3-16,-5 1 9 0,-1-4-8 0,1 0 5 16,0 6 0-16,-4-4-4 0,0 3 0 0,-2 2 7 15,1 0-1-15,0 2 5 0,-2 8 1 16,1-11-4-16,-1 11-10 0,0 0 2 0,0 0 3 0,0 0-1 16,0 0 4-16,0 0 3 0,9 27 2 0,-9-15-2 15,0 5 1-15,-1-2 12 0,1 1-15 16,-1-1 3-16,0 2-4 0,-1-1 3 0,1-3 1 15,1 1-3-15,0-2 1 0,1 2 5 0,-1-2-14 0,2-1-24 16,-2 0-22-16,0-1-38 0,-2 1-51 0,4-2-55 16,-4 3-58-16,-4-3-159 0,2 0-449 0,-2-1 199 15</inkml:trace>
  <inkml:trace contextRef="#ctx0" brushRef="#br0" timeOffset="116850.51">20171 13001 179 0,'-5'-3'192'0,"-3"-1"-12"0,-3-1-9 16,-1 3-7-16,-2 1-9 0,2 1-9 15,-6 2-10-15,-2 4-1 0,1 3-4 0,-4 6-17 16,2 4-1-16,-1 2 10 0,-1 2-8 0,5 3-6 16,-1 0-6-16,5 2-8 0,0-3-10 0,6 0-8 15,4-5-8-15,3 4-21 0,1-4-5 0,5-4-7 16,1 1-2-16,2 0 0 0,4-2-5 0,2-4-4 16,2 0-5-16,4-4-18 0,8 0-26 0,-2-2-24 15,1-4-32-15,4-1-36 0,3-3-35 0,-2-4-32 16,-3 0-13-16,4 0-149 0,-3-3-372 0,-1-4 164 15</inkml:trace>
  <inkml:trace contextRef="#ctx0" brushRef="#br0" timeOffset="117569.27">20426 13123 95 0,'0'0'172'0,"-2"-12"6"16,4 5-11-16,-2 7-11 0,0-8-19 0,0 8-8 16,0 0 8-16,0 0 4 0,0 0-3 0,0 0 5 15,-13 31-5-15,10-14-8 0,-3 2-7 0,-3 4-10 16,5 2-8-16,-1-6-13 0,4 0-7 0,-1 0-6 15,1 1 2-15,4-3-14 0,-1 0-5 0,2-2-2 16,3-1-5-16,1-3-9 0,-1 0 5 0,0-2-10 16,4 0-7-16,1-2 0 0,-1-2-2 0,1 0-4 15,-1-2-2-15,2 0-4 0,0-3-4 0,-1-1-1 16,1-1-3-16,-3-1-9 0,-2-2-5 0,-1-3-9 16,1 2-1-16,-3-4-3 0,-2-2-5 0,-2-4 3 15,-2-1 0-15,-2 0-1 0,-2-2-2 0,-1 0 0 16,-2-5 5-16,-2 2-9 0,1 5 4 0,0-1 5 15,1 2-2-15,2 0 2 0,1 3-1 0,-2-3 6 16,4 6-10-16,-1 1 9 0,1 2 1 0,3-1-4 16,0 8 4-16,4-11 1 0,1 6-1 0,5 2 0 15,2 0 10-15,3 3-8 0,3 0-4 0,4 1 3 16,-2 4-1-16,-1 4-1 0,2-2 4 0,-5 3 0 16,2 2-3-16,-4-1 7 0,2 2 0 0,-5 0-1 15,-1 0 2-15,2 1-3 0,-4 0 1 0,-3-3 9 16,1 1-4-16,-3-2 3 0,-1 1 6 0,1-5-5 15,-1 1-3-15,0-1 4 0,-2-6 1 0,3 9 14 16,-3-9 9-16,3 7 11 0,-3-7 0 0,0 0 0 16,0 0-5-16,0 0-3 0,0 0-3 0,0 0-5 15,0 0-1-15,-15-22-2 0,15 12-2 0,-2-4-4 16,5-3-5-16,-1-8 1 0,2 7-6 0,8-7-5 16,-1-1-2-16,5 2 3 0,1 5-2 0,-2 4 4 15,1 3-5-15,-2 1-1 0,-1 4-4 0,-1 2 0 16,-1 3-2-16,0 4 3 0,0 0 1 0,3 3-4 15,-5 2 13-15,1 1-11 0,-2 1 2 0,2 1 0 16,0 2 2-16,-3-1-2 0,0-2 2 0,-2 3 1 16,0-3-5-16,-1 1 5 0,0-1-3 0,-3-3 3 15,2 0-2-15,-3-6 4 0,4 7-1 0,-4-7 0 16,5 8 3-16,-5-8-2 0,2 6 1 0,-2-6 1 0,0 0 3 16,0 0-5-16,0 0-2 0,0 0-8 15,8-16-3-15,-4 7 4 0,1-3-10 0,3-2 4 16,-1-2-5-16,2 1 4 0,0 1 0 15,5 0 1-15,-2 3-1 0,-1-2 1 0,1 6-1 0,-3 1 6 16,-2 0-9-16,-7 6 2 0,14 0 0 0,-14 0 5 16,15 9-3-16,-9 0-1 0,1 3 2 0,-3 0 6 15,0 6-1-15,-2-2 0 0,-1 3-21 0,0-2-20 16,0 0-25-16,-1 1-27 0,0 0-55 0,3-3-28 16,0 2-62-16,-2 0-122 0,3-6-397 0,1-1 175 15</inkml:trace>
  <inkml:trace contextRef="#ctx0" brushRef="#br0" timeOffset="117816.14">21445 12839 78 0,'0'-17'259'0,"-1"6"-7"0,1-2-15 0,0 4-27 15,0 9-24-15,1-7-20 0,-1 7-14 0,0 0 3 16,0 0 1-16,8 35-11 0,-7-9-17 0,1 6-7 15,-1 2-9-15,-1 16-8 0,1-2-11 0,-2-12-9 16,2 10-8-16,0-13-4 0,-2 1-9 0,2-1-8 16,2-1-3-16,0 0-7 0,-1-2 4 0,2-1-20 15,-1-2-14-15,-1-8-14 0,1 5-21 0,0-5-37 16,-1 0-32-16,-2-2-36 0,0-1-33 0,1-5-40 16,-2 0-210-16,-1-4-442 0,-1 1 195 0</inkml:trace>
  <inkml:trace contextRef="#ctx0" brushRef="#br0" timeOffset="118249.15">21519 13065 59 0,'13'-10'180'0,"0"4"-16"0,-3 1 6 16,2 2-9-16,0 1-15 0,-1 3-14 0,-2 0-13 15,2 4-8-15,-6 2-8 0,0 2-12 0,-3 2-2 16,-4 5-13-16,-5 0-6 0,-1 0-11 0,-7 6-15 15,-1-2-21-15,-3 0-14 0,2 0-18 0,-3-2-5 16,6-6-19-16,0 0-3 0,1-2 0 0,3-1 0 16,1-4 16-16,0-1-3 0,3 2 9 0,2-4-3 15,4-2 1-15,-8 5 11 0,8-5 5 0,0 0-4 16,0 0 14-16,0 0 7 0,0 0-4 0,0 0 8 16,0 0-1-16,30-15-5 0,-19 12 10 0,8-6 2 15,1 2 1-15,5-2-2 0,2-3 5 0,0 3-3 16,0-4-8-16,-1-1 8 0,0-2-2 0,0-1 5 15,-1 0 3-15,1 2 2 0,-6-4-6 0,-1 2 5 16,1-1 8-16,-8 4-2 0,0-2-1 0,-3-1 6 16,-1 1 1-16,-5 1 1 0,6 0 2 0,-8 0 3 15,1 1-7-15,-2 3-4 0,-3 1 6 0,2 0 9 16,-3 1-7-16,-2 6-6 0,-1-1-3 0,-2 0-2 16,-3 5-3-16,1 4-6 0,-4 4 7 0,-2 3-11 0,-3 5-3 15,1 4-1-15,1 0 0 0,4 3-4 16,4 0-5-16,2 1-24 0,0-2-33 0,6-4-40 15,0 2-49-15,5-2-54 0,1 0-50 0,0-1-148 16,2-1-418-16,4-3 185 0</inkml:trace>
  <inkml:trace contextRef="#ctx0" brushRef="#br0" timeOffset="118658.68">21985 13194 153 0,'2'-13'201'0,"1"1"5"0,-1-2-12 0,6-4-10 16,-4 2 1-16,2-1-6 0,-1-2-14 0,-1 0-13 15,8-4-16-15,-5 5-12 0,1 0-12 0,-2 2-9 16,5 2-6-16,-5 5-8 0,-1-2-7 0,2 4-6 16,0 0-14-16,1 5-9 0,-2 0-8 0,-6 2 0 15,14 4-5-15,-7-1-6 0,3 4-5 0,-1 2 8 16,-3 1-13-16,1 1-1 0,0 4-1 0,0-5 3 16,0 5-8-16,1 1-3 0,-2-7-3 0,1 2 3 15,-1-2-2-15,1-1 1 0,2-3 0 0,-1 0 0 16,3 0-1-16,0-2 2 0,3-3-6 0,-1-2-1 15,0-1 1-15,2-4 1 0,2 1 1 0,-3-3-1 16,-3 2-1-16,-2-2 0 0,-2-1-1 0,2-4-3 16,0 1 1-16,-4-3 2 0,0 1-1 0,-3 0 7 15,1-1-10-15,0 0 1 0,-3 4-2 0,1 2 0 16,0-1-2-16,-1 3 2 0,0 8-3 0,0-14 1 16,0 14-9-16,0 0 5 0,0 0-2 0,0 0-1 15,0 0-1-15,0 0-1 0,0 0 3 0,4 36 7 16,-4-20-4-16,2 10 11 0,-4-6-10 0,2 6 2 15,-1-8 0-15,-2 8-2 0,1 1 3 0,-1-7 2 16,0 5 0-16,1-6-8 0,-3 2-21 0,-3-4-23 16,-2 8-37-16,1-7-47 0,2-3-56 0,1-4-59 15,-7 2-145-15,6-4-425 0,0-2 188 0</inkml:trace>
  <inkml:trace contextRef="#ctx0" brushRef="#br0" timeOffset="119024.64">22770 12862 90 0,'0'0'268'0,"-2"-9"-20"16,2 9-13-16,-6-8-8 0,6 8-18 0,-14 1-8 16,2 3-13-16,-1 2-9 0,-4 4-12 0,0 2-14 15,-5 4-14-15,8-1-13 0,-4 4-14 0,5-4-7 16,-1 6-12-16,8-4-9 0,1-2-7 0,1-3-8 15,-1 1-7-15,5-3-6 0,1 2-10 0,4-4-5 16,-1 3-8-16,1-4-11 0,2 1-3 0,-1-4-4 16,3-3-5-16,-1-1-1 0,-8 0-2 0,16 0 0 15,-7-3-2-15,-1-1 1 0,0-4-3 0,2 1 10 16,-4-2-7-16,1 1-3 0,-1-3 2 0,-1 1-4 16,3 0 5-16,-3-2-6 0,-1 3 1 0,1 1 0 15,-3 2 0-15,-2 6-4 0,6-8-4 0,-6 8 0 16,3-3-1-16,-3 3 3 0,0 0-2 0,0 0 2 15,0 0 1-15,13 20 3 0,-10-10 0 0,-2 1-8 16,0 1-27-16,2 0-27 0,-3 0-38 0,2 0-47 16,1-2-50-16,0-2-57 0,-3-8-160 0,3 16-451 0,-3-16 200 15</inkml:trace>
  <inkml:trace contextRef="#ctx0" brushRef="#br0" timeOffset="119279.01">23007 12679 37 0,'0'-15'295'0,"0"6"-21"15,0 4-27-15,0 5-24 0,0-10-21 0,0 10-19 16,0 0-9-16,0 0-2 0,0 0-4 0,0 39-12 16,-1-20-9-16,1 9-9 0,0 0-10 0,1 0-13 15,0-2-7-15,-1 2-9 0,2-1-15 0,0 1-5 16,1 0-8-16,-1 0-5 0,1-2-11 0,1-1-4 15,-2 0-1-15,1-5-12 0,-1-3-18 0,0-1-24 16,-1-1-30-16,0 1-22 0,1-1-16 0,-2-5-30 16,-2 2-42-16,2-12-54 0,-2 13-44 15,2-6-180-15,0-7-456 0,-6 11 202 0</inkml:trace>
  <inkml:trace contextRef="#ctx0" brushRef="#br0" timeOffset="119560.92">22971 13017 1934 0,'-5'-12'37'0,"-1"2"59"0,0 2-9 0,6 8-33 16,-7-14-14-16,4 10 0 0,2-2 1 0,1 6 5 16,-4-8 2-16,4 8-2 0,0 0-4 0,2-12-6 15,-2 12-2-15,10-7-2 0,1 2 2 0,6-2-10 16,3 1-1-16,10-1-6 0,-1-1 0 0,1-1-1 16,0 1 5-16,-3 1-7 0,-6 3-3 0,7-5 4 15,-12 7-8-15,-4 0-3 0,-3 1 1 0,0-1-8 16,-3 1 4-16,-6 1-2 0,14 3 2 0,-9-1-2 15,2 3 2-15,-2 0 2 0,-3 3 2 0,3 2 1 16,-2 0 7-16,0 1-2 0,-2 1-3 0,1 0 1 16,0-1 2-16,-1 5-2 0,-1-3 2 0,0 2-2 15,0-1-1-15,0 2-2 0,-1-5-15 0,-1 3-22 16,1-2-31-16,0-1-48 0,1-1-74 0,-1 0-238 16,-5 1-458-16,3-4 203 0</inkml:trace>
  <inkml:trace contextRef="#ctx0" brushRef="#br0" timeOffset="119737.65">23325 12781 1959 0,'0'-12'45'0,"2"3"-8"0,-2 2-29 15,0 7-21-15,1-10-41 0,-1 10 6 0,6-6-6 16,-6 6 1-16,11-1-35 0,-11 1-29 0,17 1-40 15,-6 1-88-15,5-1-264 0,3 0 117 0</inkml:trace>
  <inkml:trace contextRef="#ctx0" brushRef="#br0" timeOffset="120243.08">23628 12823 11 0,'0'0'223'0,"-11"4"7"0,6-1-3 16,-2 1-9-16,1-1-13 0,1 3-10 15,-2 2-8-15,2-1-17 0,-1 1-12 0,1 2-9 16,0 0-15-16,2-1-17 0,-1 3-7 0,2-3-12 16,2 2-9-16,-2-3-10 0,4 2-9 0,-1-3 0 0,1-1-12 15,2 0-1-15,0-1-7 0,0 1 2 0,2-2-6 16,1-1-6-16,-2 2-4 0,-5-5-4 16,11 2 0-16,-3-2-10 0,-8 0-7 0,13-1-5 15,-8-4-8-15,-5 5 0 0,11-10-6 0,-4 5-7 0,-2-3 4 16,0-2-3-16,2 3-1 0,-4-5-3 0,2 3-1 15,2-2-5-15,-3-1-2 0,-1 3 1 16,3-1 0-16,0 2 1 0,0-1 2 0,2 2 3 16,-4 2-3-16,-2 0 4 0,5 3-3 0,-7 2 6 15,12 0 9-15,-12 0 11 0,12 9 2 0,-8-5-1 16,1 5 4-16,0 0 3 0,-2-1 5 0,0 3 0 16,0-2-5-16,-2-1-1 0,1-2-2 0,0 0 1 0,-2-6-2 15,3 8 3-15,-3-8 1 0,1 8 3 16,-1-8 5-16,4 7 6 0,-4-7 12 0,0 0-10 0,0 0-1 15,0 0-6-15,0 0-5 0,13-15 2 16,-7 7-3-16,0-1-7 0,2-1 0 0,4-3-6 0,0 0-7 16,2-1-2-16,-1 3-1 0,0-1 3 0,-2 3-3 15,0 2-3-15,-2 0 1 0,0 2 0 0,-3 1-2 16,0 2-2-16,1 0-1 0,-7 2 7 0,14 4 3 16,-9-2 5-16,-1 5 1 0,1-2 0 0,0 4-2 15,-2 0 3-15,2 1-4 0,-5 0 2 0,1 1-16 16,-1-1-26-16,-1 0-43 0,-1 2-58 0,-1-2-74 15,1-1-280-15,-3-1-532 0,5-8 236 0</inkml:trace>
  <inkml:trace contextRef="#ctx0" brushRef="#br0" timeOffset="121052.38">24399 12668 1437 0,'4'-27'0'0,"-2"0"21"16,2 2 97-16,-1 5-18 0,-5 5-20 0,5-2-1 15,-3 5 3-15,2 2 3 0,0 3-4 0,-1 0-5 16,-1 7-5-16,3-9-15 0,-3 9-5 16,0 0 2-16,0 0 5 0,0 0 3 0,7 31 20 0,-7-11-2 15,0 8-3-15,0 0-3 0,0 3-6 0,3-1 2 16,-2 1-15-16,2 0 0 0,-2-2-8 0,0 1-5 15,3-3-3-15,1-2-5 0,2-1-4 0,-4 0 1 16,1-6-2-16,0 0-2 0,1-2-5 0,-1 4-6 16,0-4-16-16,-1 0-18 0,0-1-16 0,0-2-33 15,-1-2-43-15,1 1-45 0,0-2-46 16,-2-3-53-16,-1 2-166 0,0-9-455 0,0 0 202 0</inkml:trace>
  <inkml:trace contextRef="#ctx0" brushRef="#br0" timeOffset="121211.01">24385 12789 129 0,'25'-10'115'0,"5"3"-12"16,3 0-9-16,-1 2-23 0,-4 1-26 0,1 3-44 15,-3 2-40-15,-6 3-48 0,-3 2-93 0,-2 0 41 16</inkml:trace>
  <inkml:trace contextRef="#ctx0" brushRef="#br0" timeOffset="121493.08">24646 13005 151 0,'0'0'189'0,"0"0"-6"0,3 4-20 16,-3-4-10-16,0 0-4 0,14-13-6 15,-4 5-2-15,5-1-6 0,-1-6-8 0,7-2-6 0,-1 0-8 16,0-2-7-16,0-2-3 0,0 0-5 0,-2 1-3 15,-4-3-14-15,1 1-9 0,-5 5-5 0,-2 1-7 16,1-2-2-16,-4 2 4 0,-4 1-6 16,1 2-8-16,-4 2 2 0,1 2-1 0,-4 2-5 0,0 1-7 15,-4-1-3-15,1 6-5 0,-5-1-5 0,-1 5 0 16,-2 5-2-16,-6 6-3 0,-3 2-4 0,3 4 0 16,2 2-2-16,3 4 1 0,1-1-3 0,4-4 1 15,4 3-4-15,5-6-2 0,3 2-15 16,2-3-25-16,3 1-29 0,6 4-31 0,2-5-44 0,2-5-48 15,7 1-59-15,-4-2-144 0,9-4-421 0,2-2 187 16</inkml:trace>
  <inkml:trace contextRef="#ctx0" brushRef="#br0" timeOffset="121707.55">25209 12758 11 0,'-4'-10'248'0,"-2"5"-12"0,1 1-13 0,-7-1-8 15,2 4-11-15,-1 4-15 0,0 2-8 0,-4 3-10 16,2 3-14-16,2 0-12 0,0 2-14 0,2 1-10 16,-1 1-15-16,7-1-9 0,0-1-8 0,3 3-12 15,0-6-3-15,4 6-9 0,2-6-7 0,0-2-19 16,5 6-35-16,0-5-27 0,3-1-36 0,-5-3-48 16,5-1-36-16,3-1-38 0,1 1-46 15,-7-4-124-15,3-1-379 0,-1 0 169 0</inkml:trace>
  <inkml:trace contextRef="#ctx0" brushRef="#br0" timeOffset="122038.61">25374 12507 164 0,'3'-11'271'0,"-3"11"-31"16,2-11-24-16,-1 8-17 0,-1 3-14 0,0 0 4 15,7 27-10-15,-7 0-8 0,-2 0-10 0,4 7-6 16,-6 0-5-16,3 1-12 0,-1-3-17 0,0-1-2 15,2-1-18-15,1 1-8 0,-2-4-7 16,1-8-7-16,2-1-12 0,0-6 2 0,-1 1-10 0,3-2-8 16,-4-3-3-16,0-8-3 0,2 13-3 0,-2-13 0 15,0 10 2-15,0-10 5 0,0 0 11 0,0 0-10 16,0 0-7-16,0 0-4 0,0 0-3 0,0 0-8 16,0 0 1-16,14-26-3 0,-5 12-2 0,0-1-5 15,0 4-2-15,0 1-1 0,-4-1-5 0,3 3-9 16,2 2-1-16,-6 0 4 0,0 3-4 0,1 0 3 15,-5 3-4-15,11 0-2 0,-11 0 4 0,12 6-3 16,-6-2 0-16,0 4-13 0,-3 2-32 0,2-1-32 16,-5 2-46-16,2-1-52 0,-1 3-69 0,3 3-80 15,-6-6-164-15,2-10-530 0,-1 25 234 16</inkml:trace>
  <inkml:trace contextRef="#ctx0" brushRef="#br0" timeOffset="122458.67">25686 12912 206 0,'0'-12'306'0,"2"1"-19"15,-2-3-18-15,0-3-21 0,2 0-21 0,3 1-17 16,-3-1-18-16,5 0-20 0,-2-1-14 0,1 3-20 16,3 0-15-16,1 2-12 0,1 1-15 0,-1 3-11 15,2 3-8-15,-3 1-11 0,0 3-8 0,2 2-4 16,-2 4-4-16,0 1-8 0,1 3-6 0,-1 1 0 15,-3 0-7-15,3 6-3 0,-2-3-2 0,0 1-4 16,-3-2-1-16,2 3-4 0,1-3 1 0,-2 0 0 16,2-1-2-16,0-1-1 0,-1 0 0 0,1-4 3 15,4 0 1-15,-4 1 5 0,2-2-12 16,-1-2 1-16,2-2-1 0,-10 0 3 0,17-5-3 0,-7 1 5 16,1 0-7-16,-3-4 0 0,0 1 4 0,1-3 2 15,0-2-11-15,-1 2 5 0,0-7-5 0,-2 2-2 16,-1-2 3-16,3-1 0 0,-6 0-3 0,1 0 9 15,2 2-3-15,-1 0 12 0,-2 5 2 0,1 2 5 16,-3 2 2-16,2 1-3 0,-2 6-2 0,2-10-10 16,-2 10-2-16,0 0-2 0,0 0 0 0,0 0-1 15,0 0-1-15,4 28 0 0,-4-17-2 0,2 2 7 16,-4 3-3-16,2 1-4 0,-2-1-9 0,2-1-28 16,2 2-33-16,0-1-36 0,-2-4-47 0,0 0-66 15,3 0-72-15,-3-12-222 0,2 15-550 0,-2-15 244 16</inkml:trace>
  <inkml:trace contextRef="#ctx0" brushRef="#br0" timeOffset="122627.2">26073 12563 2055 0,'-10'-26'-1'0,"4"9"48"15,1 2-20-15,-1 5-17 0,1 1-4 0,-2 2-8 16,1 3-4-16,6 4-7 0,-7-2-13 0,7 2-19 15,0 0-30-15,-7 13-53 0,8-3-52 0,-1 1-99 16,8 3-301-16,1 2 134 0</inkml:trace>
  <inkml:trace contextRef="#ctx0" brushRef="#br0" timeOffset="123029.01">26407 12633 7 0,'0'0'213'0,"-3"-12"13"0,3 12 6 16,-8-8 2-16,3 3-3 0,1 1-6 0,-6 1-19 15,4 1-14-15,-3 1-8 0,-4 2-9 0,3 3-3 16,-3 1-18-16,-1 3-9 0,-1 2-7 0,-1 0-12 16,5 4-16-16,0-2-7 0,2 2-2 0,2-3-20 15,3 0-9-15,-1 0-12 0,1 2 4 16,4-3-6-16,2 1-10 0,0-3-5 0,3 1-10 0,-1-2-2 16,1-1-8-16,6 0-9 0,-4-3-4 0,1 0-2 15,4-3-4-15,-1 0 1 0,0 0-4 0,3-3 3 16,-5 0-1-16,-3 0 3 0,3-1-4 0,-1-1 1 15,0 0-5-15,-3 2 5 0,1-2 1 0,-2 1-3 16,-4 4-3-16,10-4-3 0,-10 4-6 0,0 0 3 16,9 0 0-16,-9 0-1 0,6 10 1 0,-5 0 3 15,1 3 6-15,0 3 4 0,-2 3-3 0,-3 7 3 16,-1 3 2-16,-2 0 1 0,-1-1 5 0,1 1-6 16,0 1 4-16,0-2-1 0,-1-1-3 0,5-2 4 15,-2-6 0-15,2-2-6 0,-3 0 6 0,5-5-3 16,0-1 2-16,-3-1-7 0,1 0 5 0,2-2 3 15,0-8 1-15,0 11-18 0,-2-6-7 0,2-5-8 16,0 9-15-16,0-9-24 0,0 0-28 0,0 0-33 16,0 0-44-16,0 0-63 0,0 0-58 0,0 0-188 15,0 0-512-15,0 0 226 0</inkml:trace>
  <inkml:trace contextRef="#ctx0" brushRef="#br0" timeOffset="123755.11">26486 12698 116 0,'6'-17'240'0,"1"0"-6"0,-2 5 5 16,-1 3 7-16,1-1-9 0,-3 4-20 0,2 1-27 15,-4 5-20-15,5-5-16 0,-5 5-7 0,0 0 2 16,0 0-10-16,10 16-6 0,-6-8-2 0,-2 3-5 16,0-1-7-16,-2 1-13 0,2 1-9 0,0-2-4 15,-1 2-3-15,3-1-9 0,0 1-6 0,0-2-16 16,-3 0-2-16,6-1 0 0,0 0-9 0,-3-1-3 15,2-2-4-15,-1-1 9 0,4-1-7 0,-2 0-2 16,2-1-19-16,-1-1 0 0,0-1 8 0,-8-1-9 16,15-3 2-16,-3 0-4 0,-6-2-3 0,5-1-5 0,-2-1 6 15,5-7-10-15,-3 1-1 0,-1 2 0 16,-2-3 1-16,-3 3 0 0,3 2 1 0,-3 0-2 16,0 1-1-16,-1 2 0 0,-2 1-3 0,1 0 6 15,-3 5-6-15,6-6-11 0,-6 6-2 16,0 0-2-16,0 0 5 0,0 0 3 0,11 13-4 0,-5-6 6 0,0-3 6 15,1 4-7-15,1-1 9 0,0-1-6 16,5 0 8-16,0-1 2 0,3-1 0 0,1 0-6 16,2-1 6-16,4-4-2 0,4 1 2 0,-10-1-12 15,6-4 11-15,-12 3 3 0,3-4 1 0,-2 0 1 0,-3 1-4 16,3-4 0-16,-5 1 5 0,3 0-9 16,-2-3 5-16,-1 0-9 0,-3-3 3 0,-4 1 7 15,2-3-12-15,0 4 1 0,1-6 4 0,-3 2-3 16,0 3-2-16,0 13 3 0,-3-19-1 0,3 19 2 15,3-11-7-15,-3 11-1 0,0 0-7 0,-3-9-4 0,3 9 4 16,0 0 8-16,0 0-6 0,-15 28 10 16,6-13-9-16,0 2 4 0,2-1 0 0,-1 2 2 15,2-3-2-15,0 0 1 0,6-1 2 0,-1-3 2 16,2 0-4-16,3-1 16 0,3-1-15 0,2 0 10 16,0-5-6-16,7 3-3 0,-3-6-1 0,8 2-5 0,0-4-10 15,7-3 5-15,-1-4-2 0,0 2-2 0,-2-4-3 16,-5 2 4-16,-2-1 2 0,-2-2-6 15,-1-2 0-15,1 0-7 0,-5-2 1 0,0 0 1 16,-1-2-4-16,-2 0 3 0,-1-2-1 0,3 0 0 16,-6 2 2-16,2 1 0 0,-3 7 4 0,-1-1-4 0,0 4 0 15,0 2-3-15,-2 4 3 0,0 0 1 16,0 0 4-16,0 0 1 0,0 0 13 0,5 19 6 16,-5-2 3-16,-1 0 4 0,-3 2 3 0,2 7 0 15,-1-2-1-15,-5 1 3 0,4-1-4 0,-4-5 1 16,4 5-1-16,-3-5-28 0,1 5-31 0,2-5-28 0,-7 3-33 15,-1 3-38-15,3-2-30 0,-5-1-28 16,1-1-41-16,-3 1-198 0,-11-1-483 0,1 0 213 16</inkml:trace>
  <inkml:trace contextRef="#ctx0" brushRef="#br0" timeOffset="125359.23">19895 13902 55 0,'-18'3'72'0,"0"-3"-5"16,1 4 5-16,4-2-3 0,-3-1 1 16,5 0-2-16,1 3 8 0,-2-3-9 0,4 0 10 0,1-1-4 15,7 0 14-15,-13 2 0 0,13-2-3 0,-9 1-6 16,9-1-6-16,0 0-6 0,0 0-5 15,0 0-6-15,0 0-2 0,0 0-7 0,26-8 8 16,4 2 2-16,7-4 6 0,22-3-7 0,3-3-2 0,30-3-4 16,3 0-1-16,3-4 0 0,0 7 3 0,9-4-6 15,6-1-1-15,2 1-7 0,1 0-4 16,5 3-3-16,11-2-3 0,2 1 3 0,10 2-6 0,8-2 2 16,1 3-7-16,10 1 1 0,1 1-1 15,4 1-1-15,1 2-1 0,2 0-4 0,-2-3-2 0,-5 5 4 16,-2-1-5-16,-1 4 0 0,-4 0 1 0,-1-3-6 15,-5 4 2-15,0 1 2 0,-4-1-3 0,-1 0-2 16,-4 0-3-16,-3 1 2 0,-1-1 2 16,-3 0-3-16,3-1 0 0,-1 1-1 0,-6-3 1 0,-9 3-1 15,-3-4 1-15,-8-2 1 0,-1 3-3 0,-10-4 1 16,-2-1-2-16,-8 5-1 0,-27-2-4 0,2 1-2 16,-2 1 3-16,-7 0 1 0,1-1 4 15,0 1-6-15,-5-2 3 0,-2 2-2 0,-10 2 10 0,12-2-8 16,-14 0-2-16,0 4 2 0,-3-4 1 15,-1 2-3-15,3 0 7 0,-8 0-4 0,-3 2-1 0,-8-1 2 16,1 2-2-16,-4 0 9 0,-4 2-8 0,-1-2 2 16,0-2 1-16,-1 2-3 0,3 0 4 15,1 1-2-15,-1-1 0 0,1 0-2 0,2 0 2 0,4 2 3 16,-5-2-6-16,-1 1 0 0,5 0 1 16,-5 1-4-16,0 1-8 0,1-1-2 0,1 1-6 0,-3-1-12 15,1 2-7-15,-1-1-18 0,-12-1-12 0,18 0-35 16,-12 0-29-16,-2 1-21 0,-4-1-12 0,0 0-91 15,0 0-282-15,0 0 125 0</inkml:trace>
  <inkml:trace contextRef="#ctx0" brushRef="#br0" timeOffset="132994.81">20631 14279 47 0,'0'-12'123'0,"0"12"-1"0,2-7-9 0,-2 7-6 15,0 0-19-15,1-7-14 0,-1 7-5 0,0 0-3 16,0 0-1-16,0 0 1 0,0 0 2 0,11 20 0 16,-8-7 2-16,1 2-3 0,-3 1-8 0,-2 1 6 15,2 2-11-15,-2 0-2 0,1 0-5 0,0-1-7 16,0 0 2-16,-4-1-7 0,3-5-3 0,1-1-3 15,-3 1-3-15,3-2-3 0,-1 0-2 0,0-2-1 16,-1-2-3-16,2-6 4 0,-1 9 7 0,1-9 8 16,0 0 9-16,0 9 4 0,0-9-2 0,0 0-3 15,0 0-3-15,0 0-5 0,0 0-4 0,-15-13-7 16,11 3 3-16,0-1 0 0,2-5-5 0,0-2-3 16,2-1-3-16,4-7 2 0,0 0-6 0,2-2-1 15,1 1-3-15,4-2 0 0,3 0 0 0,-1 0 0 16,3 3 0-16,0 3-4 0,0-2-1 15,1 4 2-15,-2 9-2 0,0-1 1 0,1 4-4 0,-4 3 0 16,2 3-1-16,-2 3 0 0,1 4-3 0,4 5-3 16,-3 2 6-16,1 2 2 0,-3 2-3 0,0 2 0 15,0 4 4-15,2 2-3 0,-8-4 1 0,1-3-1 16,-3 3 2-16,1-3 1 0,-3-4-3 0,1-1 1 16,-1 1-3-16,0-2 0 0,-1-3-3 0,0-1 7 15,-1-6-1-15,0 11 3 0,0-11 1 0,0 8 2 16,0-8-1-16,0 0 0 0,0 0-1 0,0 0-11 15,0 0-5-15,0 0-3 0,0 0 1 0,0 0-1 16,4-35-6-16,1 18 0 0,0 1 7 0,2 0-1 16,3-2-2-16,-1 3 3 0,3-1 1 0,-1 1-2 15,-1 0 8-15,-1 7-7 0,0 2-2 0,-4 3 6 16,2 1-7-16,0 2 10 0,-7 0-2 0,13 8 2 16,-7-1 0-16,2 7 1 0,-4-3-3 0,1 4 8 15,-1 1-3-15,1 2-3 0,-1-1 5 0,-2 2-15 16,1-3-25-16,-1 0-20 0,1 0-9 15,1 0-43-15,1-2-39 0,3-3-17 0,-3-1-86 16,5-3-276-16,3-1 122 0</inkml:trace>
  <inkml:trace contextRef="#ctx0" brushRef="#br0" timeOffset="133551.51">21371 14164 62 0,'-18'8'166'0,"4"2"-14"0,-3 2-6 16,2 1-3-16,0 3-9 0,4 0-14 0,0-1-10 16,2 1-13-16,2 0-9 0,5 1-8 0,2-2-13 15,3 1-2-15,0-3-3 0,5 0-9 16,0-4 1-16,1-1-11 0,1 0-2 0,2-3-4 16,-1-1 2-16,2-1-8 0,0-2 0 0,-2-2-2 15,3-2-3-15,-2 1 3 0,-1-1-3 0,-2-2-6 0,-1-2-2 16,1 2-2-16,-3-3 0 0,-2 0-4 0,0-1 2 15,-3-1-3-15,1 0 0 0,-2 1 2 16,0 9 2-16,-2-13 0 0,0 7 8 0,2 6-1 16,-3-8 1-16,3 8-10 0,0 0 2 0,-2-9-2 15,2 9-6-15,0 0 6 0,0 0-5 0,0 0 0 0,0 0 5 16,0 0-5-16,3 29-3 0,1-22 3 0,1 3 0 16,1-2-1-16,1-1 4 0,3 1-3 15,2-2-1-15,1-1-1 0,2 2 3 0,3-4-4 0,0-3 0 16,0 1 0-16,-2-2-2 0,2-2-1 15,1-2 3-15,-2-3 3 0,-4 3-4 0,0-6-2 16,-4 3 2-16,3-4-1 0,-5 1 3 0,-2 0-3 0,-1-1 0 16,-2-4 2-16,1 0-5 0,-3-1 0 0,-1-2 0 15,-3-1 2-15,0 1 0 0,0-5 2 0,0 5 2 16,0 4-6-16,-1-4-3 0,1 8 5 16,2-1 5-16,-1 2 10 0,1 2-2 0,0 3-5 15,2 5-2-15,-3-8-5 0,3 8 2 0,0 0 0 16,0 0 0-16,0 0 8 0,3 39-2 0,-3-14 1 15,3 2-3-15,-3 0 3 0,0 1-3 0,0 0-2 16,1 0-1-16,1-1 4 0,-1-1-2 0,3-1 0 16,1 1 6-16,-1-7-13 0,-1-2 2 0,3 2-23 15,-1 0-23-15,-3-2-30 0,1-2-39 0,1 1-37 16,-1-4-36-16,0 0-152 0,-3-1-365 0,0-11 163 0</inkml:trace>
  <inkml:trace contextRef="#ctx0" brushRef="#br0" timeOffset="134155.01">21886 14188 116 0,'0'0'158'0,"0"0"-13"16,0 0-7-16,-14 0-20 0,14 0 3 16,-15 10-15-16,4-3-13 0,-4 5-8 0,0 0-9 15,0 2-8-15,-1-4-8 0,5 3-5 0,-1 0-8 16,2-6-6-16,1 2 0 0,3-1-7 15,1 0-1-15,2-2 0 0,-2-1-6 0,3 0-3 0,2-5-2 16,-2 12-3-16,2-12 1 0,4 8-3 0,2-2-1 0,-1 0-3 16,3-2-3-16,0 2-4 0,3-2-2 15,0 2-2-15,0 1 4 0,6 0 1 0,-1-1-5 16,1-1 6-16,1 2-7 0,0-3 6 0,2-2 1 16,-1 0-2-16,2-3-1 0,-1 1-1 0,1-3 1 15,0 0 2-15,5-9-1 0,-1 4-6 0,-7 1 1 16,3-3-4-16,-2 1 7 0,-2-3 3 0,-3 2-6 15,-2-2 0-15,0-2 6 0,-2 5-8 0,-3-2-2 16,0 2 4-16,-3-1-1 0,-1-1 0 0,-2 2-11 16,-1 0 2-16,0 9 1 0,-4-13 3 0,0 7-4 15,4 6 3-15,-10-7-4 0,10 7 6 0,-16-2-2 16,16 2-3-16,-20 8 4 0,10-2 1 0,-3 6 4 16,-2 1-4-16,5 2 4 0,1 1 5 0,0 0-4 15,2-1 1-15,2 2 2 0,4-4-2 0,2-2-2 16,4 4 6-16,2-4-3 0,2-2-4 0,1 0 3 15,4-1-9-15,3-2 2 0,0-2 0 0,2-3-5 16,-2-2-2-16,2-3 0 0,1-2-1 0,0 1 2 16,-1-6 0-16,-1 1 7 0,0-3-1 0,-3 2-8 15,-1-4 13-15,-1 3-5 0,-4-4-2 0,1 1 6 16,-2-1 8-16,-3 3 6 0,-1-4 3 0,0 6 1 16,-2 1 3-16,2 1 18 0,-1 2 8 0,-1 1-2 15,-2 6-15-15,4-10 1 0,-4 10-4 0,0 0-2 16,0 0 1-16,0 0-1 0,0 0-4 0,0 0-6 15,-5 28 3-15,4-17 0 0,1 7-8 0,-3-5-4 16,7 2 0-16,-1 2-8 0,-1-1-21 0,3 1-22 16,0 0-21-16,3-5-43 0,2 3-33 0,2-1-141 15,-7-3-307-15,5-2 136 0</inkml:trace>
  <inkml:trace contextRef="#ctx0" brushRef="#br0" timeOffset="134958.81">22751 14109 12 0,'0'0'218'0,"0"-14"-21"15,0 14-13-15,0 0-28 0,0-6-9 0,0 6-11 16,0 0-10-16,0 0-8 0,0 0-11 0,-1 31-10 16,1-18-10-16,1 3-6 0,2-1-12 0,1-3-5 15,4 2-9-15,-2 1 0 0,0-4-10 16,2-2 2-16,1 0-3 0,0-2-4 0,6 1-8 0,3-3-3 15,-6-2 0-15,1-1-4 0,7-4-3 0,-2 0 0 16,-7 0 1-16,1-2-3 0,4-2-2 0,-5 0-1 16,0-1-5-16,-1-1-1 0,-2-2 0 0,1-4 1 15,0 2-1-15,-3-5-2 0,-1 1-1 16,-1-1-6-16,-1 1 6 0,1-2-1 0,-3 3 1 0,1 1-6 16,-2 2 7-16,2 1-6 0,-2 11 0 0,-2-16 0 15,4 10-6-15,-2 6 2 0,0 0-2 0,0 0-2 16,0 0 4-16,0 0 1 0,0 0 3 0,-17 35 2 15,11-16-3-15,3 0-2 0,1-2 3 16,0 9-1-16,2-7-4 0,2-3 5 0,0 1-4 16,2-1 2-16,2-2 2 0,0-1 5 0,2-3-5 0,1-4-6 15,3 1 11-15,-1-2-2 0,5-2-3 16,3-1 2-16,-2-4-2 0,3-1-7 0,0-3 0 0,-2-1-3 16,3-2 4-16,-3-2-1 0,0 0 4 15,-1-3-4-15,-4-1-6 0,-2 0 5 0,0 0 0 16,-3-1 3-16,-2-2 0 0,-1 2 1 0,-2 0-1 15,-1-1-2-15,2 2-4 0,-4 3 6 0,1 1-4 0,-1 2 1 16,0 2 6-16,0 7-5 0,-1-9-4 0,1 9 1 16,0 0 3-16,0 0 3 0,0 0 1 15,0 0 6-15,-4 36-1 0,2-19-3 0,3 2 4 16,0 6 1-16,-1-6 0 0,4 5-1 0,-4 1 0 16,0-6-3-16,0 1 2 0,1-1-6 0,-1-2 5 0,2-2-3 15,-2-2 4-15,1-4-4 0,1 0 3 16,-2 2 2-16,2-6 0 0,-2-5-1 0,2 10 1 15,-2-10-2-15,3 7-2 0,-3-7 4 0,6 3-3 16,-6-3 3-16,14-3-7 0,-14 3 1 0,14-6 2 16,-3 0-4-16,0-1-12 0,5-3-1 0,-3 0-7 15,2 0 0-15,0-2-1 0,7-4-4 0,-1 0-2 0,1-2 4 16,-7 7-1-16,-1-3-1 0,1-2 10 0,2-3 1 16,-6 2-2-16,-1 1 3 0,-3 0-2 0,1 1 8 15,-3 4 1-15,-1 0 4 0,-3-1-5 0,-1 3 1 16,0 9 7-16,0-13 6 0,0 13 5 15,-3-12-1-15,3 12 3 0,0 0-6 0,-7-8 1 16,7 8 2-16,-11 7 3 0,2-3 0 0,0 8 4 0,-2 1-2 16,0 2-5-16,1 2-3 0,1 1 6 0,1 0 0 15,2 1-2-15,2-1-1 0,3-2 1 16,-1 2 1-16,2-4-6 0,3-3 4 0,2 0-17 16,4-1-15-16,-1-2-29 0,3 1-36 0,2-4-49 15,5 2-58-15,-5-4-112 0,5 0-332 0,1-3 147 16</inkml:trace>
  <inkml:trace contextRef="#ctx0" brushRef="#br0" timeOffset="136018.7">24059 14159 144 0,'-3'-9'194'0,"3"9"-9"0,-3-6-23 0,3 6-17 15,0 0-9-15,0 0-7 0,0 0-3 0,0 0-11 16,-13 23-5-16,11-11-19 0,2-1-7 0,2 3-7 16,0 3-4-16,2-6-11 0,3 2 0 0,0 2-5 15,5-2-7-15,0 0-5 0,4-1-3 0,0-5-9 16,2 0-1-16,2-1-1 0,0-2-2 0,0-1-3 16,-2-1-3-16,1-1-2 0,-4-2-1 0,-4 0-4 15,-1-2-3-15,-3 1-8 0,-1-2-2 0,-6 4-24 16,6-9-22-16,-7 2 18 0,1 7-12 0,-9-15 2 15,2 6 1-15,-8-4 5 0,-1 0 0 0,-3 2 1 16,1 1 3-16,-1 2 1 0,1-3 4 0,-1 4-4 16,1-1 5-16,7 5 5 0,-1 0 3 15,-1 2-3-15,6 0-10 0,7 1 12 0,-10 0 3 0,10 0 2 16,0 0 0-16,0 0 1 0,0 0 4 0,23 10 2 16,-4-7 0-16,3-2 2 0,6-2-5 0,2 1 1 15,2 0 7-15,-2-5-6 0,1 1-4 0,-3-2 2 16,-2 1-1-16,1-4 2 0,-9 3 2 0,-2-3-3 15,-1 2 6-15,-1-3-2 0,-3 1-1 0,-4 0 1 16,-2-1-2-16,-1-1 11 0,0 0-2 0,-4 0 8 16,0-2 4-16,-1 2 8 0,0 2 2 0,-1-3 3 15,0 3-1-15,0 2 3 0,2 7-5 0,-5-9-6 16,5 9-1-16,0 0 3 0,0 0-1 0,0 0 5 16,-4 31 0-16,3-7-2 0,0 5-3 0,2 3 6 15,0-2-6-15,-2 5 1 0,4-1-1 0,-1 0-3 16,1-1 0-16,-1-2-3 0,2 1-3 0,0-1 1 15,-1-3-1-15,3 3-3 0,-1-2-11 0,-1-3-25 16,5 1-32-16,-6-3-41 0,-2-7-47 0,4-2-50 16,-4 3-142-16,0-1-362 0,2-6 160 0</inkml:trace>
  <inkml:trace contextRef="#ctx0" brushRef="#br0" timeOffset="136176.71">24455 14311 96 0,'12'-6'89'0,"2"2"-33"0,5-2-50 16,0 1-48-16,8-1-44 0,4-1 19 0</inkml:trace>
  <inkml:trace contextRef="#ctx0" brushRef="#br0" timeOffset="136405.81">25043 13953 13 0,'0'-9'233'0,"0"9"-9"0,-3-13-22 16,3 7-16-16,0 6-21 0,0 0-7 0,0 0-10 16,0 0 6-16,0 0 3 0,3 34-18 0,-4-9-10 15,-1 2-8-15,1-1-7 0,-3 5-9 16,2 0-14-16,-2 0-8 0,1-4-9 0,1 2-5 15,-3-3-7-15,2-2 0 0,1-3-11 0,2-1-2 0,-2-2-11 16,2-1-19-16,0 1-34 0,0-1-37 0,0-2-27 16,-2-4-54-16,2 1-38 0,0-2-57 0,-3 0-134 15,2 0-391-15,1-10 173 0</inkml:trace>
  <inkml:trace contextRef="#ctx0" brushRef="#br0" timeOffset="136795.07">25122 14411 135 0,'16'-9'135'15,"-4"4"4"-15,-1-3-12 0,0-2-6 0,7-3-9 16,-5 0 6-16,1-3-3 0,2-3-11 0,1-3-11 16,-7 5 0-16,5-5-12 0,-4-1 1 0,-2-2-6 15,-3 9 9-15,-3 0-2 0,-3-2-6 0,0 3 5 16,0 2 5-16,-3 4 4 0,-1 1-13 0,2 2-6 15,-5 0-11-15,7 6-5 0,-11-1-11 0,11 1 2 16,-18 11-10-16,3-1-2 0,1 4-2 0,3 3-5 16,2 0-18-16,2 7-32 0,2-4-30 0,2-2-25 15,4 8-35-15,3-7-29 0,3-1-53 0,0 0-130 16,5-3-350-16,2 0 155 0</inkml:trace>
  <inkml:trace contextRef="#ctx0" brushRef="#br0" timeOffset="137171.64">25448 14327 8 0,'0'-15'169'0,"0"-3"-5"0,0 0 4 16,2 0-7-16,0-1-1 0,-2-2-13 0,4 4-8 15,-2-3-14-15,4 2-6 0,0 0-13 0,3 3-7 16,-4 5-8-16,4 1-5 0,0-1-10 0,0 7-8 16,3-3-7-16,0 4-4 0,1 2-7 0,0 2 1 15,-2 4-8-15,2-3 2 0,-2 5 0 0,3-1-6 16,-5 2-2-16,0-1-3 0,0 0 4 0,0 1-6 15,-2-1-6-15,-1 0-2 0,-3-2-2 0,-1-1-7 16,-2-5 2-16,7 9-1 0,-5-6 2 0,-2-3 1 16,2 7-1-16,-2-7-3 0,0 0 1 0,0 0-3 15,0 0 0-15,0 0-1 0,0 0 0 0,0 0-4 16,0 0-4-16,0 0 1 0,0 0-4 0,0 0 3 16,-2-32-6-16,2 20-1 0,4 1-8 0,1-4 3 15,1 0 5-15,-2 4-5 0,3 3 2 0,0-2 0 16,2 0-3-16,-4 4-1 0,1 3 0 0,0 1 1 15,-6 2 2-15,11 1 3 0,-11-1-5 0,11 9 3 16,-5-1 3-16,1 2-3 0,-4 5 2 0,1-4-1 16,0 0 0-16,-2-1-2 0,3 4-26 0,-3-2-28 15,0-1-43-15,1 2-31 0,1-3-57 0,-1 1-147 16,-3-1-367-16,4-3 164 0</inkml:trace>
  <inkml:trace contextRef="#ctx0" brushRef="#br0" timeOffset="137421.44">25929 13818 92 0,'2'-11'240'0,"-2"-1"-14"0,2 7-23 0,0 0-28 0,-2 5-14 16,0 0-8-16,0 0 3 0,0 0-6 0,7 31-5 15,-3-2 3-15,-1 3-10 0,-3 2-8 0,0 13-16 16,0-1-8-16,0-11-13 0,-5 1-5 0,5-3-12 15,0 2-6-15,0-6-8 0,-2 1-7 0,4-1-5 16,0-2-1-16,-2-3-6 0,3 2-13 0,-2-9-25 16,-1-2-21-16,4-1-26 0,-4-2-36 15,0 1-26-15,2-2-44 0,0-3-35 0,0-1-32 0,-2 1-147 16,0-8-393-16,2 8 174 0</inkml:trace>
  <inkml:trace contextRef="#ctx0" brushRef="#br0" timeOffset="137624.94">26014 14027 66 0,'11'-6'180'0,"2"2"1"0,1 2-6 16,-3 2-6-16,1 0-15 0,-3 3-10 0,-1 3-14 16,2 0-9-16,-1 1-5 0,-3 3-15 0,-1 1-4 15,-3-1-9-15,0 3-5 0,-4-1-10 16,-2 0-5-16,-1 4-6 0,-3 0-9 0,-2 0-14 0,-1-2-24 15,-7 5-41-15,4-4-44 0,-2-5-60 0,-1 2-186 16,-6 0-340-16,6-2 151 0</inkml:trace>
  <inkml:trace contextRef="#ctx0" brushRef="#br0" timeOffset="137874.74">24741 14269 118 0,'0'0'193'0,"-6"-3"-20"15,6 3-16-15,0 0-31 0,0 0-15 0,15-16 2 16,-6 11-18-16,9 0-10 0,-1-1-12 0,4 1-34 15,8 1-33-15,1 1-49 0,1-2-52 16,-4 4-98-16,-1-1-207 0,2-3 92 0</inkml:trace>
  <inkml:trace contextRef="#ctx0" brushRef="#br0" timeOffset="138836.99">26760 14192 180 0,'0'0'237'0,"-11"-2"-10"0,11 2-15 0,0 0-18 15,-5-7-17-15,5 7-19 0,0 0-12 0,11-19-15 16,-2 7-12-16,4-4-11 0,4-4-7 0,3-4-12 16,0 1-6-16,0-2-10 0,1-1 0 0,0-2-13 0,-2 0-7 15,1 0-4-15,-4-1-2 0,-2 0-7 16,-3 3-5-16,-3 3 0 0,-3-2-6 0,-5 8 1 16,0 0-1-16,-3 2-7 0,-3-1-6 0,-1 7-2 15,-4 2-1-15,-2 3-2 0,-3 2-3 0,-6 5-3 16,-6 2 1-16,-1 6-4 0,2 5 1 0,2 0 0 15,4 3-1-15,4 3-1 0,6 1 4 0,2 1-7 16,7 1-1-16,9 1-3 0,4 3 1 0,6-3-4 16,2 0 1-16,8-1-1 0,9 5-1 0,-7-9 6 15,4-1-1-15,-1-1-5 0,-1 0 4 0,-2-3-3 16,1-2 3-16,-5 0 0 0,-8-3-1 0,-3 0-1 16,-5-2 2-16,1 0-1 0,-4 1 7 0,-4-2-6 15,-2 1 1-15,-7 0 4 0,-2 0-1 0,-6 1-1 16,0 1-3-16,-4-2-3 0,-1-2-1 0,-1-3-2 15,4 1-2-15,3-2 1 0,5 1 1 0,0-2 1 16,3-1 1-16,6-1-10 0,-10 0-5 0,10 0-13 16,0 0-3-16,0 0 3 0,0 0-4 0,20-21 5 0,-6 10 1 15,6-5 3-15,7-1-2 0,-2-2 2 16,-1-1-1-16,7 1 10 0,-3-3-3 0,-1-2 7 16,12-4 0-16,-13 5 5 0,-1-1-1 0,1 0 8 15,-7-2-12-15,-1 0 20 0,-2 4-4 0,-5 0 14 16,-7 7-2-16,0-2 6 0,-4 1-1 0,0 5 4 15,-4-5-1-15,1 3-3 0,-3 3 14 0,0-2 1 0,-2 6-4 16,-1-2-1-16,1 2-1 0,-3 3-5 0,11 3 0 16,-21 3 6-16,11 3-1 0,-5 5-2 15,2 2-1-15,3 5-2 0,-3 2 2 0,3-1-8 16,-4 8-2-16,12-3 3 0,-1 4 1 0,5-3-3 16,0 1-25-16,1-6-37 0,5 4-33 0,-2-6-36 0,3 0-32 15,1-3-34-15,2 2-119 0,1-4-330 16,3-3 146-16</inkml:trace>
  <inkml:trace contextRef="#ctx0" brushRef="#br0" timeOffset="139236.2">27453 14018 94 0,'4'-16'141'0,"2"0"-4"0,1 1 1 0,-1 1-4 15,1 3-13-15,4-3-7 0,-2 0-5 0,0 5-5 16,1 1-14-16,-1 3-4 0,-1 3-6 0,2 2 7 15,-1 1-9-15,-1 2-5 0,1 3-1 0,2-1-6 16,-4-1-2-16,0 4-5 0,1 1-5 0,-2-2-2 16,2 2-7-16,-3-1 0 0,3 0-5 0,0-2-1 15,0 2-7-15,-1-2 1 0,2-4-4 0,3 1-1 16,0-1 0-16,-2-1-3 0,-1-2-5 0,2-2 0 16,-2-1-1-16,3 3-2 0,-1-4-6 0,-3-2 2 15,2 1 4-15,-1-2-7 0,-5-1 2 0,4 0-2 16,-6-2-1-16,2-1-1 0,-4 2 2 0,0-4-4 15,0 3-4-15,-2-5 6 0,-1 5 0 0,1-1-9 16,-1 2 6-16,1-2 0 0,0 7 3 0,2 5-3 16,0-13-1-16,0 13-5 0,-2-6 0 0,2 6 3 15,0 0 0-15,0 0 5 0,0 0 5 0,2 37-3 16,-2-18 5-16,2 6-5 0,-4-6 11 0,0 6-10 16,2 0-1-16,-1-7-1 0,1 2 1 0,-1-1 0 15,2 0 0-15,-1 0-9 0,0-2-3 0,0 0-31 16,0 0-34-16,0-7-36 0,0 1-42 0,3-6-32 15,1 1-176-15,-1-2-382 0,-3-4 170 0</inkml:trace>
  <inkml:trace contextRef="#ctx0" brushRef="#br0" timeOffset="139421.04">27934 13793 19 0,'0'0'196'16,"0"0"-22"-16,0 0-17 0,0 0 4 0,0 0-1 15,0 0-2-15,0 0-11 0,9 21-14 0,-7-7-14 16,-2 2-10-16,0 0-10 0,-2 1-5 0,2 1-14 16,0-1-8-16,-4 1-13 0,4-2-31 0,-2 0-34 15,-1 3-46-15,3-8-59 0,-4 2-52 0,2 3-110 16,0-6-294-16,-1-1 130 0</inkml:trace>
  <inkml:trace contextRef="#ctx0" brushRef="#br0" timeOffset="139774.27">28043 13568 25 0,'4'-2'172'0,"-4"2"4"0,0 0 9 16,0 0 5-16,13 17-9 0,-8-7-9 16,-1 8-6-16,4 0-10 0,-4 7-3 0,-2 0-10 0,2 3-10 15,0-1-5-15,-4 1-15 0,-2-3-14 0,2 2-9 16,-4-2-5-16,-1 1-9 0,3-3-6 0,-1-6-9 15,-1 2-3-15,0-2-13 0,2-1-24 0,1-5-25 16,-3 0-32-16,2-1-32 0,2-1-53 0,-2-3-44 16,2-6-31-16,-2 13-156 0,2-13-380 15,-9 7 168-15</inkml:trace>
  <inkml:trace contextRef="#ctx0" brushRef="#br0" timeOffset="140000.68">27964 13840 47 0,'11'-4'118'0,"2"-2"-4"0,-1 1 0 16,2-1 6-16,1 1-6 0,3-1-6 0,-5 5-11 15,5-5-8-15,-7 6 4 0,1 0-1 16,1 1 1-16,-4 2-5 0,3 3 5 0,-1-1 2 0,-2 9-6 16,-3-5-5-16,3-1-6 0,-4 7-7 15,0-5-5-15,-2 3-6 0,-1-3-2 0,1 4-7 16,0-2-5-16,-1-2-10 0,2 3-19 0,-3-2-28 0,1-1-26 15,0 2-36-15,2-4-35 0,-2 2-41 16,0-4-144-16,-1 0-316 0,-1-6 140 0</inkml:trace>
  <inkml:trace contextRef="#ctx0" brushRef="#br0" timeOffset="140530.57">28207 13662 111 0,'8'6'112'0,"1"1"-3"0,3 2 3 16,0 5 0-16,-1 1 3 0,0 0-6 0,-3 2-6 16,3 6 3-16,-4-5-11 0,0 0-6 0,-2 0-4 15,0-4-9-15,-2 3-5 0,4-1-9 0,-4-3 1 16,1-2-8-16,-2 0-9 0,2-2-2 0,-1 0-7 15,1-1 2-15,-2-1-4 0,1-1-3 0,0-1-6 16,-3-5 4-16,3 7-1 0,-3-7-2 0,0 0 1 0,0 0-9 16,6 3 5-16,-6-3 0 0,0 0-5 15,8-12-3-15,-1 3 1 0,-3 2-2 0,4-5-6 16,0-2 3-16,2-2-6 0,2-3-3 0,0 5 3 16,1 0-4-16,-3 3 5 0,-2 2-4 0,3 1 0 15,-2 3-2-15,0-1 1 0,-3 5 9 0,0-1-3 16,-6 2-5-16,13 0 8 0,-6 0 0 0,-7 0-4 15,16 2 4-15,-10 1 1 0,1 0-1 0,0-2-1 16,5-1 0-16,-12 0 1 0,14 0 2 0,-5-3 2 16,0 0 3-16,0-2 0 0,1 1 1 0,1-3-3 15,-2 0 1-15,-1-3-2 0,-3 2 2 0,3 0 7 16,-3-2 0-16,-1-1-4 0,-2 1-7 0,-2-1 5 0,3 1-6 16,-3 3-1-16,0 7-4 0,-3-14 4 15,3 14-6-15,-5-11-3 0,0 10 1 0,5 1-4 16,-13-3 3-16,13 3-2 0,-18 10 0 0,4 1 4 15,3 4-5-15,-2 2-1 0,3 1 2 0,2 0-9 16,2 1-10-16,0-2-15 0,4 2-18 0,2 0-26 16,5-2-33-16,0-2-31 0,7-2-30 0,4 0-153 15,12-1-350-15,7-2 155 0</inkml:trace>
  <inkml:trace contextRef="#ctx0" brushRef="#br0" timeOffset="141134.94">29436 13630 153 0,'-15'-16'239'0,"2"4"-12"0,-4 0-10 15,0 1-6-15,-4 3-14 0,1 3-15 0,2 3-18 16,-4 2-13-16,3 2-14 0,0 7-11 0,-5 2-11 16,1 4-10-16,5 3-9 0,-1 0-9 0,6-2-10 15,0-1-9-15,4 2-2 0,4-1-12 0,4-2-1 16,1 3-5-16,0-2-5 0,2-3 0 0,2 0-8 15,1-3-5-15,2 2-3 0,2-2 7 0,1-2-3 16,0-3-10-16,3-1-5 0,-2-1 0 0,5-1-3 16,-5-4-6-16,2 0-2 0,2-4-6 0,-1-3 2 15,0 0 0-15,-2-2-1 0,-1-2-9 0,-2 0 1 16,-2-2 4-16,3-7-8 0,1 0 1 0,-5 3-1 16,1-5-1-16,-2-4 3 0,2 0-2 0,-2 0 3 15,-3 1 1-15,1-3 0 0,0 2 0 0,-2 0 11 16,1 4-7-16,0 6 2 0,-1 2 5 0,0 7 19 15,1-2 0-15,-1 3-5 0,-1 1-3 16,0 8-5-16,0 0 0 0,0 0-2 0,0 0 1 0,-8 22 4 16,3 2-2-16,0 6 3 0,-2-2-2 0,2 4 3 15,2-1-3-15,-1-1-2 0,1-1 2 0,3-2 0 16,3 0-2-16,1-8 2 0,3-1-2 0,1-2 1 16,5 7-4-16,-3-8 5 0,1-1-2 0,2-4-1 15,1 3 1-15,2-5 0 0,-4-2-1 0,1-2 0 16,1 0-2-16,4-3-3 0,0-1-6 0,0-3-4 15,-4-1-2-15,4-3 2 0,-3-4-6 0,-1 0-5 16,0 0-1-16,-4-5-4 0,-1 1-4 0,-1-3-8 16,1 0 7-16,0-7-1 0,-6 1-1 0,-3 8 8 15,1-1 1-15,0-1 2 0,-2 7 7 0,-2-1 3 16,-2 2 2-16,1 4 3 0,-1 3-3 0,-1 0 2 16,6 3-2-16,-19 3 5 0,6 6 4 0,-2 2-2 15,4 1 0-15,-1 1 2 0,4 2-2 0,3 0 3 16,0 0 1-16,2 2-2 0,6-1 5 0,0 0-13 15,4-1-27-15,3-1-22 0,4-3-41 0,0 1-47 16,3 0-34-16,-1-5-52 0,2 0-141 0,0-2-399 16,0-1 177-16</inkml:trace>
  <inkml:trace contextRef="#ctx0" brushRef="#br0" timeOffset="141514.81">29912 13536 69 0,'0'0'189'0,"0"0"5"0,14 7-7 0,-10-3-8 0,0 6-12 16,-2 2-9-16,2-2-12 0,-1 5-11 0,-1-2-3 15,1 3-13-15,0-5-9 0,0 2-10 0,0-1-8 16,0 0-8-16,1-1-8 0,1-3-7 0,1 0-1 16,-1-5-8-16,1 1-8 0,-1 2 0 0,2-6 0 15,-7 0-4-15,10 0 3 0,-10 0 0 0,14-4-9 16,-9-2-1-16,0 3-3 0,2-5-4 0,0 0 2 15,-1-1-7-15,0-1-6 0,-1 2-2 16,0-6 0-16,1-2-7 0,0 0 4 0,2 2-8 16,1-2 1-16,3 1-3 0,-5 1-2 0,4 0 2 0,-1 1-1 15,-4 4-3-15,1 2-1 0,-4 1-2 0,1 3-1 16,-4 3-5-16,7-4 1 0,-7 4 0 0,0 0 5 16,9 10 1-16,-7-3 1 0,-2 0 0 0,1 5 2 15,-1-1 0-15,-2 0-3 0,1 1 2 0,-1 3-2 16,0-4 1-16,2 4 0 0,-2 1-1 0,0 0 7 15,2-5-14-15,-1 1-21 0,1 0-23 16,-2-2-34-16,2 0-38 0,0-10-51 0,0 19-50 0,2-12-173 16,-2-7-428-16,0 0 190 0</inkml:trace>
  <inkml:trace contextRef="#ctx0" brushRef="#br0" timeOffset="141670.23">30047 13314 107 0,'-5'-5'67'0,"5"5"-23"0,0 0-37 0,0 0-45 0,14 22-41 16,-6-14 19-16</inkml:trace>
  <inkml:trace contextRef="#ctx0" brushRef="#br0" timeOffset="142286.51">30482 13491 96 0,'-4'2'230'0,"4"-2"-7"0,-10 12-7 0,2-5-16 16,-1 2-8-16,-1 0-12 0,1 1-8 0,0 0-15 0,0-1-12 16,2 1-12-16,0 0-12 0,2 2-10 15,2-2-11-15,1 1-6 0,3-1-8 0,0-2-9 16,3 2-8-16,1-2-5 0,4-1-6 0,3 0-3 15,-1-3-7-15,2-2-3 0,0 1-3 0,5-1 0 16,0-3-8-16,-6 0 2 0,3-2-7 0,2 0-4 16,-5-2-3-16,-1 0-5 0,2-2-2 0,-1 0 1 0,-3-2-5 15,2-2-9-15,-1-3-4 0,-2 0-7 16,0 3 2-16,-2-5-2 0,-2 0 1 0,0 0-6 16,-2 1 5-16,1-2 0 0,-2 6 4 0,-1-1-2 15,0 1 2-15,0 4 0 0,0-3 4 0,0 10-4 16,0-8 0-16,0 8-3 0,-8-4 4 0,8 4 5 15,-14 8 6-15,2 4 0 0,-3 2 1 0,-1 6-2 16,-2-1 5-16,7-3-4 0,0 0 3 0,2 0-4 16,4 0 4-16,3 1-4 0,2-5 5 0,2 1-7 15,5 1 7-15,-1-3-5 0,6 0 2 0,3 0-1 16,0-4 0-16,7 0 0 0,6-6 0 0,-6 1-1 16,8-2 1-16,-4-2 1 0,2-1-2 0,-7-1 0 15,0-1 0-15,-4-1-4 0,2-5-2 0,-3 3 1 0,0-1-4 16,-2-3-2-16,1-3-5 0,-3 2-5 15,1 0 0-15,-4-2-5 0,0-1 4 0,1-1-4 16,-3-2 2-16,1 4-5 0,-3-2 6 0,1 6 2 16,-3 1 5-16,4 0 2 0,-5 4 0 0,-1 0-3 15,-1 6-1-15,3-9-4 0,-3 9 6 0,0 0 4 0,0 0 8 16,0 0 1-16,-8 27 3 0,1-11 0 16,0 1 7-16,0-2-2 0,-1 3 5 0,-2 0 2 15,2-1-4-15,0 1 6 0,2 0-9 0,-2-3-2 16,3 0 2-16,1-3-1 0,2 0 0 0,-2-1-2 15,3-1 10-15,-3 1-11 0,1-2-1 0,2 0 0 16,0-3 1-16,-1 1 0 0,-1 0-15 0,3-7-19 0,-4 14-29 16,1-9-26-16,3-5-47 0,-7 16-67 15,1-11-47-15,-1 0-167 0,7-5-445 0,-13 6 197 16</inkml:trace>
  <inkml:trace contextRef="#ctx0" brushRef="#br0" timeOffset="165956.56">22185 15141 34 0,'-5'-4'137'0,"-2"-2"-9"0,1 3-10 16,-4-4-13-16,5 4 7 0,-1-3-15 15,1 2-2-15,-1-1-7 0,1 0-9 0,0 0-3 16,5 5-2-16,-6-7-1 0,6 7-5 0,-5-4 4 16,5 4-15-16,-7-5-6 0,7 5-7 0,0 0-8 15,0 0-2-15,0 0-6 0,0 0-4 0,0 0 1 16,0 0 3-16,0 0-3 0,0 24-4 0,3-13 4 15,1 6-3-15,1 1-2 0,0 8 0 16,0 1-4-16,1 3-1 0,-2-1-1 0,0 2 4 0,-1 0-5 16,-1-2-2-16,2 1 9 0,-1-1-16 0,2-1 6 15,0-1-1-15,-1 0-2 0,0 0 24 0,-2-2-5 16,1-1-17-16,-1 0-8 0,0-4-21 0,-1-1-34 16,3-2-39-16,-1-3-40 0,0-2-35 0,-3 0-91 15,0-5-280-15,0-1 123 0</inkml:trace>
  <inkml:trace contextRef="#ctx0" brushRef="#br0" timeOffset="166830.99">22160 15383 20 0,'0'0'109'0,"11"-13"-2"0,-2 5-18 0,4-4-4 15,0 2-10-15,0-1-9 0,-1 0 1 0,-3 2-7 16,3-5-4-16,-2 2 3 0,-1 2-9 0,-3 0 12 16,2-1-10-16,-2 0 1 0,-2-2-5 15,0 2-5-15,-1-2 17 0,-2 2 4 0,-1-6-6 0,-1 1-4 16,1-1-9-16,-2 2-5 0,1 3-4 0,0 1 2 16,1 1-6-16,-1 4-1 0,1 6-9 0,-3-7-2 15,3 7-4-15,0 0 3 0,0 0 3 0,0 0 5 16,17 27 3-16,-9-4 3 0,0 5 0 0,-1 6 3 15,-2-1 2-15,1 15-6 0,-3-14 0 16,-1 0-4-16,-2-2-4 0,4 1 1 0,-3-6-3 16,2-1-6-16,-1-6 0 0,0-3-2 0,2-2 0 0,-2-2 2 15,1-2-7-15,-2-1 3 0,3-4-2 0,-3 1 1 16,-1-7 1-16,3 10 2 0,-3-10 0 16,1 6 1-16,-1-6-3 0,0 0 1 0,0 0-5 15,0 0-7-15,0 0-2 0,-1-28-3 0,-1 13-6 16,2-3-9-16,2 1 2 0,1 2 2 0,0 2 1 15,2 2 0-15,-1 1-3 0,1 5 4 0,1 0-2 16,3 0 5-16,-1 5 0 0,2 0 4 0,2 3 1 0,1 3 4 16,-2-2 9-16,4 3-8 0,2 2-1 0,-2-2 4 15,1 4-8-15,0-3 4 0,3-1 3 16,-2-1-4-16,4-3 6 0,-1 0 0 0,1-2 5 16,1-2-1-16,7-2 2 0,-1-3-3 0,0 1-1 15,0-3 13-15,-3-3-13 0,-1-1 2 0,-4 2-4 16,-2-2 0-16,-3-1 0 0,2 0-1 0,-3-1 4 15,-4-2-3-15,1-1 1 0,-3-1 0 0,-3 1-2 16,-1-1 0-16,-2-1-2 0,-2-1 1 0,0 3 4 16,-3-1-3-16,-1 2 0 0,0 4 2 0,-1 1-3 15,1 0 7-15,-2 3 0 0,0 1-4 0,6 7 1 16,-12-7-3-16,12 7 0 0,-14-3 3 0,14 3 3 16,0 0 1-16,-22 13-4 0,16-4 2 0,-6 3 2 15,3 5-3-15,0 0 2 0,3 7-2 0,2-5-4 16,3 2 1-16,0-4 0 0,2 2-3 0,0-1 6 15,4 0-1-15,0-2 5 0,2-6-9 0,0 5 0 16,1-4 3-16,1-3 2 0,3-1-6 0,-2 0 4 16,3-3-3-16,3-1-5 0,-2-1-3 0,3-3-9 15,1 0 0-15,-2-3-8 0,4-3 6 16,-9 2-5-16,6-5 8 0,-7 3-10 0,1-2 9 0,-2-1-4 16,-2 1 11-16,-1-4-4 0,2 3-6 0,-3-7 3 15,-3 2-6-15,2 0 6 0,-1-3-3 0,-2 5 4 16,-1 1 1-16,4 2 2 0,-3-1 0 0,-1 5 2 15,4-1-4-15,-4 7 1 0,8-9 6 0,-5 6 4 16,-3 3-4-16,12 0-2 0,-12 0 10 0,18 10 13 16,-9-4-3-16,0 3-1 0,1 5 0 15,-1-1 2-15,-1 3-2 0,-1 1 3 0,2-2-3 0,-4 1 1 16,3 0 0-16,-1 0 0 0,1-1-14 0,-3-2-20 16,1-2-22-16,-3 0-34 0,4-1-38 0,-1-1-47 15,-1-2-120-15,-2 0-306 0,1-3 135 0</inkml:trace>
  <inkml:trace contextRef="#ctx0" brushRef="#br0" timeOffset="167734.37">23367 15277 133 0,'0'0'179'0,"0"0"-8"0,0 0-16 15,0 0-11-15,17 19-14 0,-17-19-8 0,8 11-11 16,-4-5-6-16,-2 1-12 0,1-1-7 0,-2-1-3 15,-1-5-4-15,3 9-9 0,-3-9 1 0,2 7-1 16,-2-7 5-16,0 0 5 0,1 7 7 16,-1-7 0-16,0 0-5 0,0 0-5 0,0 0-11 15,0 0-7-15,0 0-4 0,0 0-7 0,0 0-1 16,0 0-6-16,-11-25-6 0,7 17-7 0,0-1 0 0,2-1-6 16,-1-2-12-16,3-1-13 0,0 2-3 15,2-1 1-15,1-1-5 0,1 2 0 0,2 0-2 0,2 1-2 16,1 3 3-16,2 3 2 0,1-1 2 15,-2 5-3-15,3 1 0 0,-1 2 3 0,0 0 2 16,4 5-2-16,-6-1-2 0,1 3 5 0,-3-1 1 16,2 4 1-16,-1 1-2 0,-1 1-1 0,0 0 2 0,-4-6-3 15,2 0 1-15,-4 4 2 0,2-5 1 16,0 2 1-16,-4-10-2 0,5 10 6 0,-4-6-3 16,-1-4 0-16,3 11 4 0,-3-11-1 0,0 0 4 15,0 0-4-15,0 0 0 0,0 0-10 0,0 0-4 16,0 0-7-16,0 0-3 0,0 0-5 0,10-26-1 15,-5 15-9-15,-1-1 3 0,3-4-4 0,2 2 4 16,2-1-1-16,-5 3 6 0,3 3-2 0,-1 0 8 16,3 2-3-16,-3 3 0 0,2 0 3 0,-10 4 6 15,13-2-1-15,-13 2 13 0,0 0 0 0,22 7 1 16,-13-4 3-16,-1 0 2 0,1 3 0 0,2 1 5 16,-3-3 0-16,2 1 4 0,1 1 2 0,-2-1-1 15,3-2-1-15,1 0 0 0,-1-3-2 0,4-1 5 16,-4-1-4-16,8-1-1 0,-5-1 1 0,3-1 0 15,-3-3-4-15,0-1 4 0,-5 2-3 0,1 0 4 16,-2-2-5-16,-1-1 2 0,-2-1-2 0,-1 0 1 16,-1-1-3-16,0 0 1 0,-2-3-4 0,0-1 4 15,-4 5-2-15,4 0 3 0,-4 2 4 0,1 1 9 16,1 8 0-16,0-10-1 0,0 10-7 0,0 0-3 16,0 0 2-16,0 0 2 0,0 0 1 0,0 0 0 15,0 0-4-15,0 0 2 0,-4 27-4 16,7-16 1-16,-2 0 2 0,2 2-2 0,-2-3-3 0,3 2 1 15,1 0-3-15,-1-3 2 0,2 1 1 0,2-2 2 16,-2-1-1-16,4-1 0 0,3-3 1 0,-1 0-1 16,1-2 0-16,6-2 2 0,-3-1 0 0,3-1 2 15,-2-4-5-15,0-1 2 0,-1 0 1 0,-3-2 1 16,1 1-4-16,-1-2 3 0,-3 2-5 0,1-4 0 16,-4 3-1-16,-1-1 2 0,1-6-2 15,-5 2-2-15,2 4 2 0,-1-2-1 0,-2 2 6 0,-1 0-7 16,1 4 4-16,0 0-5 0,-1 7-2 0,2-9-7 15,-2 9 4-15,0 0 0 0,0 0 2 0,0 0 1 16,0 0-1-16,11 22 1 0,-8-10 0 0,1 2-1 16,1 4 3-16,-3 2-3 0,5-2 2 15,-6 1 0-15,4-2 1 0,0 2-3 0,-3-1 3 16,0 2 0-16,-1-5 0 0,1 4 1 0,1 0 1 0,-1-4-1 16,-4-3 0-16,0 4-1 0,1-6 1 0,-2 1-9 15,1-1-14-15,-2-2-14 0,0 0-24 0,4-8-23 16,-9 7-44-16,9-7-39 0,-12 7-40 0,12-7-119 15,-15 0-350-15,15 0 155 0</inkml:trace>
  <inkml:trace contextRef="#ctx0" brushRef="#br0" timeOffset="167906.14">23971 14977 58 0,'0'0'117'0,"0"0"-15"0,0 0-13 0,0 0-14 16,0 0-34-16,0 0-36 0,21 12-36 0,-9-8-45 15,7 2-83-15,0-2 37 0</inkml:trace>
  <inkml:trace contextRef="#ctx0" brushRef="#br0" timeOffset="168328.28">24511 14951 159 0,'0'0'206'0,"0"-13"-15"0,0 13-3 0,0-11 0 16,0 11-8-16,0 0-9 0,0 0-13 0,-1-12-16 16,1 12-13-16,-4-7-13 0,4 7-13 0,0 0-9 15,0 0-6-15,0 0-17 0,1-10-5 0,-1 10-3 16,0 0-8-16,0 0-8 0,0 0-2 0,0 0-8 15,0 0-4-15,0 0-1 0,0 0-4 0,0 0-4 16,0 0-2-16,0 0-3 0,0 0 0 0,-2-5 0 16,2 5-5-16,0 0 1 0,0 0-3 0,0 0 1 15,0 0-1-15,0 0-4 0,0 0 2 16,0 0-2-16,0 0 1 0,0 0-3 0,0 0-2 0,0 0-5 16,0 0-1-16,0 0-2 0,0 0 1 0,0 0 6 15,0 0 10-15,8 23 1 0,-6-13-5 0,3 4 1 16,0 3 3-16,2-1 2 0,-1 8 5 0,-1-5 0 15,0 6-1-15,-1-6 3 0,0 3-2 16,-1 3-2-16,4-2 1 0,-3-5-3 0,-1 1 2 16,-2-3 1-16,2 1-4 0,-2 0-4 0,-1-6 1 15,1 6-2-15,3-3-1 0,-4 0-3 0,1-4-21 0,1 2-24 16,-2-12-22-16,0 17-21 0,0-17-31 0,0 0-38 16,1 18-16-16,-1-18-38 0,0 0-177 15,0 0-415-15,0 0 184 0</inkml:trace>
  <inkml:trace contextRef="#ctx0" brushRef="#br0" timeOffset="168687.12">24534 15129 22 0,'0'0'145'0,"0"0"-3"0,0 0-1 16,9-14-10-16,-9 14-13 0,16-7-3 15,-4 6-11-15,3-2-9 0,2 1-10 0,1-1-8 16,0 1-8-16,1 0-15 0,-2 2 0 0,-2 2-4 15,1 3-6-15,-4-3-1 0,-1 2-6 0,-2 3-5 16,-2 1-2-16,2 0-1 0,0 2-5 0,-4-1-4 16,-1 1 5-16,4 0-7 0,-3 1 5 0,0-3 0 15,-3 2 0-15,5-2 1 0,-1 0-5 0,1-1 3 16,-2 1-5-16,4-3 2 0,-9-5-2 0,14 6 2 16,-5-4 1-16,0-2-1 0,1-2 8 0,2 1 0 15,-2-2 7-15,1-3 5 0,-1 1 9 0,-1-2 0 16,-1 1-2-16,0-3 5 0,-6 2-2 0,1-5-2 15,-3 3-4-15,-3-5-5 0,-1 2-7 0,-3-1-1 16,2 2-3-16,-7-3-5 0,3 1-5 0,-2 4-10 16,1 3-11-16,0-2-10 0,-1 1-13 0,2 4-14 15,-4 1-19-15,13 2-12 0,0 0-15 0,-22 11-24 16,17-3-23-16,3 2-30 0,-2 2-19 0,1 5-98 16,-2-1-304-16,8 0 135 0</inkml:trace>
  <inkml:trace contextRef="#ctx0" brushRef="#br0" timeOffset="168984.16">25035 15262 32 0,'4'-8'180'0,"-1"-2"-15"0,-2 0-16 16,0-2-11-16,1-1-15 0,0 2-2 0,-2-2-14 16,-2-3-5-16,0-1-8 0,1 2-8 0,1 3-9 15,-1-2-7-15,-1 2-1 0,2 2 1 16,0 0-6-16,0 1-6 0,0 9-4 0,3-13-6 15,2 7-6-15,0 0-8 0,4 1 0 0,-2 1-2 0,3 2-5 16,2 2-2-16,-3 0-7 0,4 1 4 0,1 2-5 16,-3 3-7-16,1 0 5 0,-1 2-4 0,-2 0-2 15,2 1-1-15,-2 4 4 0,-4-3-4 0,0 1 3 16,0-1-2-16,2 5-4 0,-5-4 5 16,1 0-2-16,-1-1-1 0,0 0 2 0,-2-10-3 15,3 17 2-15,-1-10-8 0,-2-7-3 0,1 13-42 16,-1-13-45-16,5 12-43 0,-5-12-56 0,8 9-102 0,-8-9-315 15,0 0 139-15</inkml:trace>
  <inkml:trace contextRef="#ctx0" brushRef="#br0" timeOffset="172933.16">25751 15244 18 0,'0'-7'164'0,"0"7"-17"0,0 0-11 16,0 0-7-16,0 0-10 0,-24 17-8 0,13-4-7 16,2 3-9-16,-1 0-13 0,-1 10 1 0,-2-2-12 15,2-1-9-15,0 1-21 0,1 0-27 0,1 0-30 16,0 0-33-16,3-6-43 0,1 1-112 0,-5 6-220 16,4-7 98-16</inkml:trace>
  <inkml:trace contextRef="#ctx0" brushRef="#br0" timeOffset="173577.42">26113 15108 39 0,'-11'-5'186'15,"1"1"-6"-15,-1 3-5 0,1 0-12 0,-2 1-11 16,-1 1-13-16,3 4-8 0,1 0-18 0,-1 4-5 0,0 1-13 16,1 0-5-16,3 3-6 0,-1 3-12 0,1 0-11 15,3 0-3-15,3-1-7 0,3-2-2 0,-1-2-6 16,2 2-5-16,3-4 1 0,3 5-5 16,-2-6-2-16,3-2-4 0,4 2-5 0,3-5 1 15,-1-3-4-15,0 0-1 0,1-4-2 0,0-3 0 16,0 0-3-16,0-1-2 0,-2-1-1 0,-1-1 0 0,-3-3-5 15,-1-2 2-15,-2-1 1 0,-2 0-2 16,0-1 1-16,-5-3-4 0,2 2 3 0,0-8-2 16,-8 0-1-16,4 0 1 0,-2 0-3 0,4-5-2 15,-6 1 2-15,6 2 0 0,-4 0-2 0,2 1-1 16,0 7-2-16,0 1 4 0,0 3 1 0,0 4-2 16,0 1 3-16,0 3-4 0,0 8-4 0,0-12 1 0,0 12 2 15,0 0-2-15,0 0 8 0,0 0 2 16,15 24 4-16,-8-5 12 0,-7 9-7 0,5 2 3 15,-5 0-1-15,4 1-1 0,-2 0-1 0,5 0-1 16,-5-2-3-16,3-1 1 0,4-3 2 0,-2-1-4 16,-1-8-3-16,8 0 2 0,-9-1-2 0,7-2 0 15,3-1-3-15,-5-6 4 0,3-1 2 0,6 1 0 16,-5-2-7-16,1-2 3 0,3-2 0 0,-5-2 6 16,2-1-5-16,-4-1-3 0,4-4-3 0,-1-2 0 15,-6 2-1-15,3-5 1 0,-1 0-2 0,-3-2-2 16,-1 1-1-16,0-2 0 0,-5 7 3 0,4-3-1 15,-5 4-1-15,2 1 3 0,0-1 3 0,-2 8-5 16,0-10-2-16,0 10 1 0,0 0-2 0,0 0 5 16,0 0-3-16,0 0 3 0,0 0 0 0,0 0-1 15,0 26 2-15,2-18 0 0,-2 4 1 0,3-2 0 16,1-1-7-16,0 3-6 0,-2-3-32 0,3 1-35 16,0-2-43-16,4 1-35 0,-3-3-38 0,-1-1-146 15,-1-1-367-15,3-1 163 0</inkml:trace>
  <inkml:trace contextRef="#ctx0" brushRef="#br0" timeOffset="173979.19">26816 15107 45 0,'0'0'158'0,"4"6"-11"16,-4-6 2-16,5 4-12 0,-5-4-8 0,8 1-11 15,-8-1-3-15,12-1-10 0,-12 1-1 0,14-5-6 16,-6 1-4-16,2-1-6 0,-4-1-2 0,3-1 5 0,-5 2-2 16,-1-1-8-16,2-1-7 0,-3 1-6 0,-2-4-3 15,0 10-4-15,-4-16-9 0,-1 7-7 0,0 1-4 16,-1 3-6-16,1 2-2 0,1-1-7 0,4 4-4 16,-10-4-14-16,10 4-16 0,0 0-23 15,-13 4-18-15,13-4-32 0,-6 5-28 0,6-5-28 16,0 0-30-16,0 0-130 0,8 18-322 0,-1-16 142 0</inkml:trace>
  <inkml:trace contextRef="#ctx0" brushRef="#br0" timeOffset="174483.24">27164 14963 110 0,'0'0'197'0,"-8"-12"-6"0,8 12 1 0,-12-2-11 15,12 2-5-15,-16 2-16 0,7 2-8 0,-2 2-12 16,2-1-16-16,0 4-7 0,0-1-14 0,4 1-7 15,-1 0-8-15,3 1-8 0,-1-2-6 0,2 3-7 16,2-3-9-16,-2 2-5 0,2-10-7 0,2 16 0 16,0-8-6-16,1-4-3 0,1 3-3 0,2-4-3 15,-1-1-2-15,4 0 1 0,-9-2-2 0,11 0-5 16,-11 0 1-16,13-6-4 0,-5 1-4 0,1-4 0 16,-3 1 0-16,1-3-3 0,2-4 0 0,-2-3 1 15,-3 3-6-15,3-4 4 0,-1-6-3 0,-1 0 1 16,0-4-3-16,-1 3 0 0,0-3-3 0,-2 2 1 15,1-2-2-15,-1 4 1 0,-2 6-2 0,4 2 6 16,-6 2 3-16,6 5 6 0,-2 0-6 0,-2 10-3 16,0-9-5-16,0 9 1 0,0 0-2 0,0 0 2 15,8 19 5-15,-8-1 1 0,5 9 1 0,-1 3-3 16,0-1 2-16,1 2 2 0,0-1-2 0,1-2 1 16,3-4-2-16,0 0 1 0,5-3-4 0,-5-2 2 15,3-5 0-15,0-1-2 0,4 1 3 0,0-6-9 16,-1 2 13-16,4-4-2 0,1-3-1 0,0-2-1 15,2-2-2-15,-1-2 0 0,-2-4 0 0,0 0 3 16,-4-1-5-16,2-2-2 0,-3 0-2 0,0-1 6 16,-5-4-7-16,-2-1 3 0,0 0 0 0,-2 2 2 15,-3-4-2-15,-2 5-2 0,0 2 0 0,0 1 1 16,-2 2 2-16,2 8-2 0,0-13-12 0,0 13 5 16,0 0 2-16,0 0 0 0,-7-1-2 0,7 1 4 15,-8 16-12-15,4-7-20 0,0 5-29 0,2 1-26 16,0 1-35-16,1-1-49 0,1 0-41 0,3 2-203 15,-1-6-451-15,5 0 200 0</inkml:trace>
  <inkml:trace contextRef="#ctx0" brushRef="#br0" timeOffset="174639.73">27895 14985 142 0,'4'-1'236'0,"-4"1"-5"0,10-1-15 0,-10 1-17 0,0 0-14 15,7-1-12-15,-7 1-9 0,0 0-10 0,0 0-14 16,0 0-15-16,-2 13-9 0,2-13-13 15,-9 16-10-15,5-10-8 0,-1 4-25 0,-1-2-36 0,-1 4-47 16,0-2-65-16,-1-1-74 0,1 1-201 16,-5 2-392-16,5-3 174 0</inkml:trace>
  <inkml:trace contextRef="#ctx0" brushRef="#br0" timeOffset="175410.96">28386 14599 113 0,'-4'-13'148'0,"1"8"-11"0,3 5-6 15,-1-12-5-15,1 12-9 0,-1-9-10 16,1 9-9-16,-2-7-8 0,2 7-14 0,0 0 3 0,0 0-7 15,-3-8-13-15,3 8-4 0,0 0-1 0,0 0-9 16,0 0 5-16,0 0-14 0,0 0-5 0,-4-8-6 16,4 8 1-16,0 0-6 0,0 0 5 0,0 0-8 15,0 0-3-15,0 0 1 0,0 0-5 16,0 0 0-16,0 0 0 0,0 0 1 0,0 0-5 0,0 0 0 16,0 0 2-16,0 0-5 0,0 0 1 0,0 0 4 15,0 0 0-15,0 0-4 0,0 0 2 0,0 0 0 16,0 0 0-16,0 0 9 0,0 0-12 0,0 0 2 15,0 0 0-15,0 0 2 0,0 0-5 16,0 0 8-16,0 0-1 0,0 0 0 0,0 0 8 0,0 0 0 16,0 0 10-16,0 0 5 0,4 35-2 15,-4-18-2-15,0-2-6 0,0 2 9 0,0-1-3 0,0 4 0 16,0-1 2-16,0 5-4 0,0 1 0 0,0 0 1 16,1 1-5-16,1 0 1 0,0-1-1 15,3-5-1-15,-5 5 23 0,4 1-1 0,-3-6-4 0,2-2-3 16,-2 0-2-16,1 0-8 0,0 1 1 15,-2-2-4-15,0-2 0 0,2 2-3 0,0-4-2 0,-2 0-3 16,1-2-7-16,-2 1-13 0,-1 0-30 0,0-4-23 16,-1 2-29-16,-1-1-34 0,2-3-37 0,-2 1-31 15,0-1-161-15,4-6-379 0,0 0 168 0</inkml:trace>
  <inkml:trace contextRef="#ctx0" brushRef="#br0" timeOffset="177306">28114 14862 44 0,'0'0'100'0,"0"0"-13"0,0 0-6 0,0 0-6 16,0 0-9-16,36-5-4 0,-25 1 0 0,9 1-13 16,1-2-6-16,-3 3-2 0,2-5 3 0,1 4-11 15,-4-1 0-15,1 0-4 0,-1 1-6 0,-3 1-12 16,-1-1-8-16,-2 2-4 0,0-1-5 0,-11 2 2 16,14-3-6-16,-14 3 4 0,12 0-2 0,-12 0-3 15,0 0 8-15,12-4 7 0,-12 4 4 0,0 0 1 16,0 0-6-16,8-3 19 0,-8 3 1 0,0 0 15 15,0 0 0-15,0 0 6 0,0 0 7 0,0 0 9 16,-5-18 1-16,5 18-4 0,0 0 2 0,0 0-18 16,0 0 0-16,0-5-8 0,0 5 1 0,0 0-2 15,0 0 10-15,0 0 10 0,19 18-4 0,-12-12 1 16,1 5 2-16,2 0-6 0,1 5 12 0,-1-1-10 16,-1 0 1-16,-1 2-9 0,0-2 1 0,0 1-4 15,0-1-1-15,-3-3-2 0,-1 0-5 0,1-2-1 16,-3 2-1-16,1-3-4 0,-2-2 2 0,0 0-4 15,-1-7-5-15,0 12 2 0,0-6 1 0,0-6-2 16,-2 9 1-16,2-9-4 0,0 0 1 0,-5 5 1 16,5-5-4-16,0 0-1 0,-9 0-2 0,9 0-4 15,0 0-3-15,-7-11 0 0,7 11-3 16,-1-13-2-16,1 13-1 0,4-15-2 0,0 5-1 0,1 1-3 16,3-4 2-16,0 0 4 0,4-3-2 0,1 4-1 15,2-2 1-15,3-3 4 0,-4 5-1 0,0-2-2 16,1 1 3-16,-3 2-1 0,2 0 1 0,-2 0 3 15,-1 0-5-15,0 2-1 0,-2 1 6 0,-2 3 1 16,-2-1 2-16,-5 6 6 0,13-10 2 16,-9 7 1-16,-4 3 4 0,0 0 3 0,7-8 0 15,-7 8-2-15,0 0-5 0,0 0-1 0,0 0 0 0,4-1 1 16,-4 1 4-16,0 0 6 0,0 0 0 0,-10 28-4 16,3-16 7-16,2-2-5 0,-2 5 2 15,0 2 0-15,3-6 1 0,-2 3-3 0,1-3-1 0,3 3-2 16,0-4-5-16,1 0 1 0,1-1-2 15,0-1 2-15,1-1-3 0,1-1 1 0,-2-6 1 16,4 10-3-16,0-5 2 0,-4-5-3 0,5 3 3 16,-5-3-2-16,12 0 4 0,-12 0-6 0,14-4 2 0,-5-4-1 15,-1 2-2-15,1-2 2 0,0-2 3 16,0 0-8-16,2-3 5 0,-5-3-1 0,1 2 0 16,-3-1-2-16,1-1-4 0,1 0 5 0,-2 5-4 15,-2-1-1-15,0 3-1 0,2 2 6 0,-4 7-7 16,5-11-2-16,-5 11-3 0,0 0 4 0,0 0 0 15,0 0 12-15,0 0-4 0,0 0 0 0,6 27 5 16,-8-8-4-16,2-3-4 0,0 2 4 0,2 0 1 0,-4-1-1 16,2 2 0-16,0-1-4 0,2-1-14 15,1-1-26-15,0-1-44 0,3-2-33 0,-4-3-36 16,5 1-31-16,-4-3-28 0,4 1-163 0,-1-4-403 16,0 1 178-16</inkml:trace>
  <inkml:trace contextRef="#ctx0" brushRef="#br0" timeOffset="178082.08">28975 14980 126 0,'0'-14'169'0,"0"14"12"0,-1-13-10 16,-1 4-12-16,1 2-12 0,1-3 3 0,-5 1-8 15,8-1-16-15,-3 0-8 0,0 1-11 0,0-1-6 16,0 0-4-16,1-1-11 0,0 1-6 0,2-1-10 16,1 1-7-16,-2 1-4 0,2 2-7 0,-1 1-2 15,-3 6-5-15,2-10-5 0,0 5-9 0,-2 5 0 16,6-5-1-16,-6 5-2 0,0 0-2 0,0 0-1 15,16 7-3-15,-10-4 2 0,2 4-2 0,0-1-1 16,0 1-2-16,1 0 1 0,-2-3-2 0,0 3 3 16,2-1-8-16,-1 0 2 0,2-1-3 0,-4 0 2 15,-1-2-3-15,2 0-1 0,-1-1 3 0,-6-2 5 16,11 3-5-16,-11-3-3 0,11-3-4 0,-11 3 3 16,7-6-3-16,-2 0 1 0,-1-1-1 15,0 0 3-15,-1-3-4 0,-1 1-1 0,-2-2-3 0,2-1-1 16,-2 0 4-16,0 1-2 0,1 1 0 0,-1 1 2 15,-4 1-3-15,4 8 1 0,0-12-5 0,0 12 0 16,1-7 0-16,-1 7-5 0,0 0 8 0,0 0 5 16,0 0 0-16,12 21 3 0,-10-11 1 0,1 6 1 15,-1 3 1-15,-2 0 1 0,-1 0-1 0,2-1 1 16,-1 0-2-16,0 1 3 0,0-3-4 16,0 0 0-16,2-6-1 0,-2 0-1 0,0 0-2 15,0-3 4-15,0-7-2 0,1 10 0 0,-1-10 1 16,0 9 2-16,0-9 4 0,0 0-2 0,0 0-2 0,0 0-3 15,0 0-1-15,0 0-3 0,0 0 0 0,18-14-7 16,-9 4-1-16,2-2-9 0,1 0 4 16,1-1 1-16,-1 0-3 0,1 0 4 0,-3 2 1 15,2-2-1-15,1 1 2 0,-4-1 2 0,-2 3 2 16,1 1-4-16,-2 2 1 0,-1-2 0 0,-1 3 1 0,0 1 6 16,0 0 6-16,-4 5 1 0,5-7-4 0,-5 7 1 15,3-7-6-15,-3 7 2 0,0 0-4 16,0 0 2-16,0 0 2 0,0 0 0 0,0 0-2 15,0 0 0-15,-8 30-2 0,7-21 2 0,-1 1 1 16,2-2-4-16,2-1 4 0,-1 1 1 0,0-2-4 16,3 1 2-16,-1-1 3 0,2-2 1 0,-5-4-1 15,9 6-2-15,-3-3 1 0,2-3 2 0,-8 0-5 0,19-4 5 16,-11-1-2-16,2 1 2 0,-1-2-1 16,-2-2 1-16,1 2-1 0,1-4-1 0,-3 1 0 15,1-1-1-15,1-3-1 0,0-2-2 0,-3 5 3 16,2-3-2-16,-1 2 2 0,-2 2-3 0,0 3 4 15,0 0-6-15,-2 1-2 0,-2 5-1 0,4-8-1 16,-4 8 0-16,0 0 0 0,0 0 2 0,0 0 4 0,12 19 2 16,-14-7-5-16,5 0 1 0,-3-1 1 15,1 7 0-15,1-3 1 0,-1 2 1 0,-2-2-1 16,2 1 1-16,-1-3-18 0,0 1-24 0,0-3-32 16,-1 1-34-16,2-2-41 0,0-1-35 0,-2-1-50 15,0 2-128-15,1-10-392 0,-4 10 174 0</inkml:trace>
  <inkml:trace contextRef="#ctx0" brushRef="#br0" timeOffset="178236.92">29351 14622 10 0,'6'-4'9'0,"6"3"-13"15,-1-1-3-15,-11 2 2 0</inkml:trace>
  <inkml:trace contextRef="#ctx0" brushRef="#br0" timeOffset="178439.98">29610 14515 140 0,'9'-6'199'16,"-9"6"-23"-16,0 0-16 0,0 0-5 15,0 0 0-15,0 0 9 0,12 15 1 0,-10 2 1 0,1 1 5 16,1 7-1-16,-3 2-14 0,-2-1-13 15,2 3-4-15,-4-3-11 0,2 2-12 0,-1-1-19 16,2-2 8-16,-3 1-18 0,-1-1-7 0,-1-5-11 16,2 4-5-16,1-6-5 0,-1-1-12 0,2-1-31 0,-3-4-19 15,1-1-33-15,1-1-26 0,2-2-35 16,0-8-33-16,-4 14-42 0,3-8-33 0,1-6-33 16,-5 4-126-16,5-4-395 0,0 0 175 0</inkml:trace>
  <inkml:trace contextRef="#ctx0" brushRef="#br0" timeOffset="178687.07">29638 14805 162 0,'0'0'154'0,"0"0"14"15,0 0-7-15,0 0 2 0,0 0-8 0,16 16-9 16,-15-11-9-16,-1-5-12 0,5 11-11 0,-4-5-9 16,2-2-12-16,1 0-3 0,2 0-7 0,-6-4 1 15,9 6-3-15,-5-4 2 0,-4-2-2 0,13 0-7 16,-13 0-2-16,14-5-3 0,-5-2 0 0,-3 3 7 15,-2-2-6-15,1 0-6 0,-2-4-7 0,-1 2-9 16,1-4-3-16,-3 12-5 0,-2-19-18 0,-1 9-19 16,-4 0-11-16,4-2-18 0,-3 5-13 0,4-3-17 15,2 10-39-15,-9-10-28 0,9 10-18 0,-13-2-7 16,13 2-2-16,0 0-4 0,-15 14-13 0,8-4-132 16,0 4-321-16,0 0 142 0</inkml:trace>
  <inkml:trace contextRef="#ctx0" brushRef="#br0" timeOffset="179135.27">29780 14898 59 0,'8'-8'194'16,"1"3"-5"-16,-2-7-11 0,4 5-6 0,-7-5-13 15,2 2-15-15,2-1-5 0,-2-5-11 0,-2 1-8 16,0-1-15-16,-3 0-5 0,0-2-16 0,2 1-3 16,-2 0-8-16,2 1-9 0,-2 6-4 15,1-1-1-15,-2 11-2 0,4-13-2 0,-4 13-10 16,2-11-5-16,-2 11-5 0,0 0-7 0,7-7 1 0,0 4-5 15,-7 3 1-15,14 5-7 0,-4-1 3 0,-1 2-1 16,2 2-2-16,2 3 2 0,-5 0-4 0,1-1-2 16,0-1-2-16,-2 2 0 0,1 0 1 0,-2-3-2 15,1 3-2-15,-1-1 4 0,-3-4-3 0,2 1 2 16,0-3-1-16,0 2 1 0,1-1 4 0,1-3 5 16,1 0-4-16,3-3 2 0,1-1 1 15,-1-3-2-15,7-4 1 0,0 1-2 0,-3-4 3 0,-1 3-3 16,3-4-6-16,-4-1 5 0,1 0-2 0,-3-2-4 15,2 0 4-15,-3-3-6 0,-1-6 0 0,0-1 1 16,-4 8 2-16,-2 2 0 0,-1 1 7 16,2 2 6-16,-4 4 8 0,1 3-2 0,1-4-2 15,-2 10-8-15,0-9-6 0,0 9-2 0,0 0-3 16,0 0 4-16,0 0-3 0,0 0 0 0,-12 34 1 16,8-17-5-16,-2 7 2 0,4-4 2 0,-1 0-3 0,2-3 0 15,-2 3 0-15,3-2-3 0,-1 1 3 16,1 0-3-16,0-2 2 0,0-1-2 0,-1 1-3 15,-1-1-16-15,1-5-30 0,0 0-25 0,-2 1-38 16,0-2-62-16,2-1-54 0,0 0-219 0,-3-4-479 16,0 0 212-16</inkml:trace>
  <inkml:trace contextRef="#ctx0" brushRef="#br0" timeOffset="179299.51">30515 14831 73 0,'0'0'267'0,"8"-1"-5"16,-8 1-9-16,0 0-19 0,0 0-23 0,10 0-21 16,-10 0-22-16,0 0-25 0,0 0-38 0,0 0-48 15,0 0-52-15,0 0-70 0,-40 6-80 0,29-3-148 16,-7-2-318-16,0-1 140 0</inkml:trace>
  <inkml:trace contextRef="#ctx0" brushRef="#br0" timeOffset="189820.28">11500 14104 109 0,'0'0'135'0,"0"0"-2"16,0 0 1-16,0 0-4 0,-11 24-2 0,6-8-3 15,-4 0-17-15,0 3-2 0,-3 3-12 0,1 1-3 16,-2 4 0-16,0 1-9 0,-1 1 1 0,3 0-7 0,-5 0-9 15,4 0-6-15,-5 2-4 0,7 1-3 16,-6-1-3-16,-3 1-3 0,1-3-5 0,3-2-5 16,-3-2-4-16,7-2-3 0,-2-1-1 0,3-6-4 15,2 0-4-15,1-4-7 0,-1 2-5 0,3-4-14 16,-1-2-20-16,2 0-27 0,-3 2-24 0,2-3-36 16,0-3-21-16,1-1-18 0,4-3-128 0,-10 8-301 0,10-8 134 15</inkml:trace>
  <inkml:trace contextRef="#ctx0" brushRef="#br0" timeOffset="190084.93">11062 14488 147 0,'-5'-6'128'0,"5"6"-5"16,0 0 4-16,0 0 2 0,0 0 1 0,0 0-5 15,-5 27-2-15,2-10-4 0,0-2-15 0,1 5-13 16,-3 6-4-16,5-6-7 0,-2-1-6 0,0-1-9 15,0 7-6-15,2-8-4 0,1-1-8 0,-1-3-4 16,1-1-5-16,2 0 0 0,-2-1-4 0,3 0-4 16,-2-2-5-16,2-3-5 0,3 4 1 0,-1-3-3 15,5 1 1-15,-2-5-1 0,4 1-1 0,6-1-3 16,-1-2 0-16,10-2-10 0,-1-2-14 0,0-1-18 16,-5-2-22-16,6 1-28 0,0-2-16 0,1-3-25 15,0 1-33-15,-5-1-121 0,-8 3-295 0,2-4 130 16</inkml:trace>
  <inkml:trace contextRef="#ctx0" brushRef="#br0" timeOffset="190907.2">8272 15729 65 0,'0'0'168'0,"8"28"-7"15,-6-18-9-15,1 7-10 0,-1-1-12 0,1 1-11 16,-3 0-9-16,1 0-9 0,2-1 0 0,-2 0-17 16,-1-5-8-16,1 0 0 0,1-3-3 0,-4-1 4 15,2-7 3-15,3 9 7 0,-3-9-1 16,0 0 6-16,-1 9-4 0,1-9-8 0,0 0-9 15,0 0-3-15,0 0-14 0,0 0-2 0,0 0-8 16,-14-20 1-16,10 8-7 0,2 2-4 0,1-6-7 0,1-1-1 16,-1-8-5-16,2-1-6 0,3 0-5 0,2 1 0 15,6 1-4-15,2 0-3 0,0 3 0 16,1 6-1-16,-2 2 1 0,1 3-3 0,0 3 1 16,-1 3 1-16,1 1 0 0,0 4-3 0,-1 2-2 15,0 2 3-15,-1 0-1 0,0 3 1 0,2 3 2 16,-2 0-4-16,0 0-24 0,-3-1 2 0,-1-2 3 15,0 0 2-15,-3-2-1 0,-3-1 8 0,2 0-1 16,0 1 2-16,-4-6 2 0,5 5 6 0,-5-5-1 16,4 5 3-16,-4-5 2 0,0 0-1 0,0 0 0 15,0 0-1-15,0 0-5 0,0 0 8 0,4-16-6 16,-3 4 1-16,0-1-1 0,1-4-4 0,1-1-3 16,1 0 1-16,2 2-3 0,4-1 3 0,-1 3-4 15,2-2 5-15,0 3-3 0,1 0 1 0,-1 6 0 16,0 3 1-16,3 2 0 0,-3 4 0 0,2 1 1 15,4 7 5-15,-4 3-3 0,-1 3 0 0,1 6 0 16,0 2-12-16,-3-1-13 0,-1 1-21 0,1-1-15 16,-2-5-32-16,2-2-20 0,0-1-35 0,3-1-142 15,-1-1-322-15,-1-6 142 0</inkml:trace>
  <inkml:trace contextRef="#ctx0" brushRef="#br0" timeOffset="191451.08">9045 15572 28 0,'-24'7'189'0,"6"0"-5"0,4 3-15 15,-1 1-13-15,2 3-12 0,5 1-14 0,-2 2-4 0,4 0-17 16,2 1-10-16,2-1-8 0,2 1-7 0,6-1-11 16,-1-1-7-16,4 0 0 0,0-4-12 0,0-2-4 15,4-1-4-15,-1-1-4 0,0-2-2 16,2-4-6-16,-3 0-3 0,3-2-1 0,-2-3-6 15,-2-2 0-15,0 0-1 0,-1 0-1 0,-4-1-2 16,2-5-4-16,-5 1 2 0,2 0-7 0,-2-2 3 16,-3 1-7-16,0-3 5 0,0 2-4 0,-4 0 1 15,5 2 8-15,-3 4 5 0,3 6 1 0,-2-12 0 16,2 12-6-16,-4-7-3 0,4 7-2 0,0 0-4 16,0 0 3-16,0 0 1 0,0 0-5 0,-3 24 1 15,4-12-2-15,3 0 5 0,0 4-5 0,0-3 2 16,2-2-3-16,1-2 1 0,2 1 1 0,0-1-1 15,2-2-1-15,1-1 3 0,0-3-4 0,0-2 1 16,1-1 1-16,1-1 3 0,4-3-8 0,-1-2 0 16,0-5 6-16,-3 1-3 0,0-4 3 0,-1-3-3 15,0-5-1-15,-1-1 5 0,-5 0-6 0,-2 4 2 16,-1-7-4-16,-7 1 3 0,2-2-1 16,0 1 3-16,-3 2-4 0,-1-2 0 0,2 8 0 0,-3 0 3 15,3 6 7-15,-2 0 16 0,5 12 7 0,-4-18-7 16,4 18-3-16,-3-10-5 0,3 10-4 0,0 0-2 15,0 0 6-15,0 0 2 0,0 0 2 0,11 52 3 16,-7-22-2-16,2 2-4 0,1 13-3 0,-2-10-2 16,-3-3-2-16,4 1 0 0,2 0-2 15,-3-2 0-15,-1-2-2 0,3-3-1 0,-1 0-1 0,-1-3-24 16,2-5-16-16,-2-1-29 0,-1 0-30 16,-2-7-28-16,2 2-42 0,1-4-40 0,-2 1-180 15,-3-9-415-15,1 10 184 0</inkml:trace>
  <inkml:trace contextRef="#ctx0" brushRef="#br0" timeOffset="192058.06">9482 15554 19 0,'0'0'169'0,"0"0"0"0,0 0 1 16,0 0-8-16,0 0-9 0,-15 29-16 0,7-11-12 15,-2 7-11-15,-3 0-14 0,3 0-9 0,0 1-8 16,-3-2-7-16,7-7-9 0,1-2-5 0,-2 0-8 15,2-4-2-15,0 0-8 0,1-2-5 0,0-2-7 16,3-1 0-16,-2-1-6 0,3-5-5 0,0 0 3 16,0 10-5-16,0-10 1 0,0 0-8 0,13 4 3 15,-6-2-5-15,-7-2-1 0,19 2-7 0,-8-2 5 16,2 1-2-16,1 1 0 0,3-1 3 16,1 2-4-16,0-2 1 0,1 1 5 0,2-2-3 0,-1-2 0 15,1-2-1-15,1 1 0 0,-3-4 1 0,2-1-3 16,-1 0 2-16,-2-2-4 0,6-1-1 15,-10 0 1-15,0 0 2 0,-2-1-1 0,-1-1 3 16,-2-2-1-16,-4 1 2 0,-1-2-2 0,0 5 1 16,-4-2 2-16,0 2-2 0,-2-1-1 0,-1 1 1 15,-2-1 0-15,2 3 4 0,-2-1 2 0,-2 3-5 0,7 7 3 16,-8-7-6-16,4 4 3 0,4 3 0 0,0 0 0 16,-14 13 1-16,6-4-3 0,1 6 4 15,0 3-6-15,3 0 4 0,3 1-4 0,-1-2 2 0,2 1-3 16,2 0 1-16,1-3-3 0,3-1 2 15,3-1 0-15,0-2-3 0,1-4 3 0,1 0 0 16,1-2-1-16,4 0 0 0,-4-4-2 0,1-1 2 16,0 0-6-16,1-4-2 0,0-2 2 0,-1-1-1 15,0-4-2-15,-1 0 5 0,1-2-6 0,-4 1 5 16,0-3-2-16,-3-1-1 0,2-2 2 0,-4 1 0 16,0 1 4-16,-2-1 0 0,0 3-1 0,-1 3 2 15,1 2-2-15,-2 9 6 0,2-14-5 0,-2 14 3 16,1-9-7-16,-1 9 1 0,0 0 1 0,0 0 4 15,0 0 10-15,0 0 5 0,8 27-1 0,-6-12 1 16,1 3-4-16,-1 0 0 0,1 1-2 0,1 5-3 16,2-4-3-16,-3-3-11 0,3 2-15 0,-2-3-19 15,0 0-30-15,2-1-29 0,-1-3-21 0,0-3-30 16,4-2-19-16,-1 1-118 0,1-3-311 16,-9-5 139-16</inkml:trace>
  <inkml:trace contextRef="#ctx0" brushRef="#br0" timeOffset="192822.64">10233 15545 133 0,'0'0'182'0,"0"-11"-16"15,0 11-25-15,0 0-9 0,0 0-4 16,0 0 22-16,0 0-1 0,0 0-4 0,15 28-16 0,-10-11-5 16,1-2-10-16,0 4-8 0,-1 0-5 15,1 0-16-15,0-2-8 0,2-1-5 16,-2-2-10-16,5-1-3 0,-4-3-6 0,1-2-3 0,3-2-5 15,0-1-2-15,0 0-2 0,3-3-4 0,-2-4-5 16,-1 1 0-16,2-3-4 0,-3-2-3 0,2-1-1 0,-1-4 0 16,1-1-5-16,-1-3-2 0,-3 1 6 15,-2 0-7-15,1-3-4 0,-2 2-1 0,-1-5-2 16,-2 3 2-16,-1-2-6 0,1 1-1 0,-1 1-2 16,0 1 3-16,1 7-5 0,-2 9 1 0,1-15-7 15,-1 15 1-15,2-7-4 0,-2 7 5 0,0 0-3 16,0 0 7-16,0 0 3 0,13 27 3 0,-9-15-2 15,1 5 2-15,-1-2-1 0,0 2 3 0,-2-2-4 16,4 2 5-16,-1-3-10 0,0-4 6 0,0 3-1 16,1-5-3-16,1-2 6 0,-1 0-1 0,4-1 0 15,0-2 4-15,-10-3-3 0,21-1-1 0,-10-2 0 16,0-3-4-16,0-2-3 0,-1 1-3 0,4-5 0 16,-2-4-4-16,-3 2-1 0,0-2 2 0,-3 0-6 15,-1-2-3-15,-2-1-5 0,-1 3 3 0,-2 0 3 16,-2 1-4-16,2 5 2 0,-3 0 3 0,3 10 5 15,-1-18-4-15,1 18-5 0,-1-8 2 16,1 8 1-16,0 0 6 0,0 0-2 0,0 0 7 16,0 0 5-16,11 36 5 0,-6-20 2 0,4 9-1 0,0 0 0 15,-1 2 0-15,1-1 2 0,0 1 1 0,-3-2-2 16,-1-6 2-16,2 0 1 0,2 5-3 0,-6-8 0 16,1-1 0-16,0-4-1 0,-1-2-2 0,-1-3 4 15,-2-6-2-15,3 11 1 0,-3-11 8 16,0 0-7-16,4 10 0 0,-4-10-12 0,0 0-4 15,0 0-5-15,0 0-5 0,15-28-1 0,-7 14-3 16,2-3-8-16,-3-1-7 0,8-5-9 0,0 1-3 16,0-2-1-16,1 1-5 0,0-4-2 0,4 2 4 15,-4 0 0-15,3-1 8 0,-1 0 10 0,-1 2-4 0,-6 3 1 16,-3 3 8-16,1 0 10 0,-4 4 8 16,-1 2 3-16,-3-1 12 0,-1 13 14 0,0-19 7 15,0 19 7-15,-2-14 1 0,2 14-1 0,-9-10-3 16,9 10 0-16,0 0-1 0,-17 0 3 0,17 0 0 15,0 0-3-15,-23 29 11 0,13-16-6 0,2 2 2 16,0-1-4-16,3 3 3 0,0-1-2 0,5-1 2 16,-4 3 3-16,3-7-10 0,2 1-3 0,1-3-2 15,1 4-3-15,1-4 2 0,1 1-4 16,2-4 0-16,0 3-22 0,2-1-31 0,0-4-37 16,0-2-51-16,4 2-54 0,-3-1-55 0,-10-3-132 0,22 2-396 15,-22-2 176-15</inkml:trace>
  <inkml:trace contextRef="#ctx0" brushRef="#br0" timeOffset="193488.76">11397 15391 82 0,'0'0'192'0,"0"0"9"0,0 0-4 0,0 0 1 15,10 10-10-15,-6 1-9 0,-2 5-9 0,0 0-14 16,0-1-18-16,2 3-9 0,-1-1-11 0,2 1-13 15,0-3-8-15,0-4-7 0,2-1-8 0,0 0-6 16,-1-2-8-16,3-2-9 0,1-1 1 0,-1-3-6 16,3-1-4-16,-1-2-3 0,0 1-4 0,-1-4-2 15,0-1-6-15,-1-3-4 0,-1 1-3 0,-1-3 0 16,-2 1-5-16,-3-2-3 0,-1 1-3 0,-1-7-8 16,-3 2-5-16,-4-2-8 0,-2 3 3 0,-4-8-4 15,-1 7 0-15,-3-4 0 0,4 6-4 0,0 0 7 16,4 4-6-16,0 1 2 0,2 2-4 0,7 6-3 15,-8-8 2-15,8 8 2 0,0 0 1 0,-6 1 1 16,6-1 0-16,0 0 3 0,0 0 3 16,19 18-2-16,-10-14 1 0,2-1 1 0,0-1 1 0,7-1-3 15,0-2 2-15,0 0 2 0,3-2-2 0,6-6 2 16,-1 0-3-16,-9-1 3 0,1 0-1 0,-3 0-2 16,-4-3 2-16,3 0 1 0,-7 1 0 0,1-2 1 15,-1-2-4-15,-4 2 3 0,-1-2 4 0,-2 1 7 16,0-2 8-16,-2 5 2 0,2-3-4 0,-3 4-1 15,2-2-1-15,-3 5 2 0,4 8-5 16,0 0-2-16,-1-14-2 0,1 14-6 0,0 0 9 0,0 0 5 16,0 0 16-16,16 53 16 0,-8-24 0 0,-4 5-9 15,6 14 18-15,-1 0-10 0,-5-2-6 0,0-9 1 16,3 8-4-16,-4-12 0 0,3-1-5 16,2 2-14-16,-2-5 11 0,-2 2-5 0,1-6 1 0,4 2-9 15,-6-7 4-15,1-1-16 0,-2-8-32 0,2 2-35 16,0-4-31-16,-4 3-43 0,0-12-47 0,2 13-62 15,-2-7-251-15,0-6-536 0,0 0 237 16</inkml:trace>
  <inkml:trace contextRef="#ctx0" brushRef="#br0" timeOffset="193642.53">11742 15590 1818 0,'0'0'51'15,"-4"-11"-28"-15,4 11-12 0,-5-9-10 0,5 9 7 16,0 0 0-16,0 0 6 0,0 0 14 0,6-16-3 15,-6 16-5-15,11-10 1 0,-3 4-3 0,1 2-1 16,2-4-17-16,4-1-33 0,0 0-51 0,7 0-54 16,-6 0-164-16,2-4-326 0,4-2 144 0</inkml:trace>
  <inkml:trace contextRef="#ctx0" brushRef="#br0" timeOffset="197350.95">12270 15651 45 0,'5'-11'157'0,"-3"2"-13"0,3 0-12 16,-1 0 0-16,3-2-4 0,-1-3-11 0,4-1-4 15,-1 0 3-15,-2 0-4 0,-1-2-8 0,2-1-2 16,2-4-1-16,-6 4-6 0,1 1-8 0,-1-1 2 16,1-2-9-16,-4 2-5 0,1 2-3 0,-2-1 1 15,-2-1-8-15,-2 0 1 0,0 1-5 16,-3 3-10-16,3 3-4 0,-4-1-2 0,-2 3-5 0,3 0-5 16,-3 5-2-16,1-2-2 0,-1 3-7 0,-1-1 2 15,-1 4-6-15,2 0 0 0,10 0-4 0,-16 4 2 16,6-2-9-16,4 2 2 0,1 3-1 15,2-2-4-15,1 2 2 0,2-7-3 0,0 14-1 16,2-8 5-16,4 1-4 0,2-2 3 0,5 2-2 16,4 3 0-16,-1-7 0 0,4 0-3 0,0 0-1 15,1-1-4-15,-2-3 0 0,2 0 0 0,-2 3 1 16,-2-2-1-16,-3 2-4 0,-1 0 1 0,-3 2 1 0,2 1-1 16,-1 4 3-16,-1 4-4 0,-1 2 3 15,-3 2 0-15,-3 1 0 0,1 0 1 0,0 2 0 16,1 4-1-16,-5-4 1 0,1-2 2 0,3-2-2 15,0 1-5-15,1-2 3 0,-1-4 3 0,4-2 0 16,0 0 0-16,1-4 2 0,1 1 4 0,2-2-5 16,1-2 1-16,6-5-1 0,0 0 4 0,2-4-4 15,-2 0 2-15,4-5 0 0,2 0-1 0,-4-4-3 16,-6 5 3-16,6-7-2 0,-8 4 2 0,3-7-2 0,-8 6 0 16,-3-2 3-16,3 1-2 0,-6-2 0 15,-2 2 0-15,0 0 1 0,-1 3-1 0,-3-4-1 16,1 5 1-16,-3 2 0 0,1 3 1 0,-3-2-5 15,5 3 2-15,-3 2 1 0,6 4-2 0,-14-3-4 16,14 3 3-16,-15 6-2 0,7 1 4 0,-3 5-7 16,2 2 7-16,0 1-1 0,5 1 3 0,-1 1-3 15,5-2 1-15,0 2 1 0,0-4 1 0,5 1-2 16,1-1 3-16,1-4-2 0,2 0 6 0,0-2-8 16,3 0 0-16,-4-2-4 0,5-1 2 0,1-3-6 15,-3-1-5-15,1 0 0 0,-1-1 0 0,0-5 0 16,1 1-6-16,-4-1 0 0,3-2 4 0,-1-2 0 15,-3 0-3-15,1-2 0 0,-5 1 4 0,1-1 5 16,-2-1-4-16,3-3 3 0,-5-1-1 0,0 7 0 16,0-3 6-16,0 4-1 0,0-1 1 0,0 10-1 15,0-12 0-15,0 12 4 0,2-7-3 0,-2 7 4 16,0 0 1-16,0 0 6 0,0 0 10 0,3 22-3 16,-1-6 0-16,0 3-3 0,-2 2 3 0,2-2-3 15,0 6 1-15,-2-8 0 0,2 1-4 0,-2 0 1 16,3-5 1-16,-1 0-1 0,0-3 1 0,0 1 2 15,0-3-4-15,0 0-1 0,-2-2-1 16,0-6 2-16,8 8-3 0,-6-5 5 0,-2-3-3 0,0 0 3 16,9 3-1-16,-9-3 1 0,0 0 2 0,18-12-5 15,-9 4-3-15,0-2 0 0,2-3 0 16,0 0 0-16,-2-2-7 0,3-1-1 0,-1-3-2 0,-2 5 2 16,2-2-1-16,-4 0 5 0,0-1-1 0,1 4 1 15,-4 3 3-15,2 1-5 0,-2 3 9 16,0-1-3-16,-1 1 0 0,-3 6-8 0,4-6 3 15,-4 6 3-15,0 0 2 0,0 0 9 0,0 0 3 0,14 12 0 16,-10-5 1-16,-1 3 1 0,3 1 6 16,-2 0-6-16,1-1 1 0,4 0-4 0,-4 0 3 0,3-1-1 15,-3-2 2-15,4 1-4 0,0-2 0 16,-2-1 0-16,1-2 0 0,0-2 4 0,1 0-10 16,2-1 4-16,0-1-2 0,-2 0-1 0,0-3 0 15,0-1 0-15,0-1 1 0,-2-1-5 0,1 0-1 16,-3-2-11-16,-1-1 1 0,2 1-1 0,-2-4 0 15,-2 4 1-15,0 3 3 0,-2-5 2 0,0 0-3 16,2 4 0-16,-2 7 1 0,0-11 0 0,0 5-5 16,0 6 1-16,0 0-2 0,0 0 3 0,0 0 1 15,0 0 5-15,0 0 1 0,9 26-1 0,-7-15 3 16,-2 0-2-16,0 5-1 0,2 0 5 0,2-1-2 16,0 2-1-16,-2-1 2 0,-2-4-6 0,4-1-18 15,-1 1-18-15,-1-1-37 0,2 1-25 0,-2-2-56 16,0-3-29-16,-2 0-132 0,0-7-347 0,2 13 153 15</inkml:trace>
  <inkml:trace contextRef="#ctx0" brushRef="#br0" timeOffset="197504.01">13048 15240 4 0,'7'-6'45'0,"-7"6"-38"16,17 0-17-16,1-4-10 0,1 2 5 0</inkml:trace>
  <inkml:trace contextRef="#ctx0" brushRef="#br0" timeOffset="197724.93">13477 15097 186 0,'0'0'213'0,"0"0"-22"15,0 0-10-15,0 0 1 0,0 0 8 0,11 19-2 16,-7-8-19-16,-1 3-9 0,1 5-5 0,0-2-13 16,4 8-10-16,-2 0-6 0,-3 0-9 0,3-1-9 0,-4-2-10 15,2 1-11-15,0-3-8 0,0 0-7 16,-2-1-7-16,2-1-5 0,-1-1-4 0,-1-1-10 0,-2-3-8 16,0-2-22-16,0 1-22 0,2-2-27 15,-4-1-32-15,2-1-34 0,0-8-46 0,0 13-39 16,0-8-42-16,0-5-158 0,0 0-415 0,-11 9 185 15</inkml:trace>
  <inkml:trace contextRef="#ctx0" brushRef="#br0" timeOffset="197962.99">13417 15422 64 0,'0'0'130'0,"0"0"-15"0,6-14 4 16,1 7-10-16,3 0-6 0,2 0-5 0,3-1-6 15,2-1-16-15,0 0-3 0,2-2-2 0,-1 4-4 16,-1-2 6-16,2 1-7 0,-2 0-4 15,1 2 1-15,-5 1-3 0,-1 0-4 0,-1 1-5 0,-4 2-9 16,2 1-5-16,-9 1 8 0,13 3 5 16,-8-2 10-16,1 2 5 0,2 4 3 0,-2 4-7 15,-1-1 1-15,1 4-4 0,-1-4 0 0,2 6-8 0,-3-1-6 16,-1 1-3-16,3-2-6 0,-2 2-4 0,1-3-17 16,-3-3-21-16,2 2-27 0,0-2-35 0,0-3-48 15,0 1-43-15,-2-1-171 0,0-2-358 16,-2-5 159-16</inkml:trace>
  <inkml:trace contextRef="#ctx0" brushRef="#br0" timeOffset="198538.98">13857 15287 48 0,'6'17'161'0,"6"-3"-10"0,-4 1-12 0,-1-4-11 0,2-2-10 16,1 5 9-16,0-1-3 0,-3-3-14 0,-1-1-6 15,4-1-19-15,-5-3 2 0,1 1-9 0,-2-3-9 16,1 0-2-16,-5-3 6 0,9 7 0 0,-9-7 3 16,4 4 9-16,-4-4 5 0,0 0-3 0,0 0-7 15,0 0-7-15,0 0-8 0,0 0-7 0,13-13-4 16,-10 6-6-16,-3-3-9 0,4-1-5 16,2 0-6-16,-2 0-4 0,2 0-7 0,1-3-2 0,-1 4-2 15,2 2-2-15,-2 4-2 0,-1-3-3 0,3 4 1 16,-3 1-2-16,5 1-2 0,-10 1 0 0,13-3-2 15,-5 3 1-15,2 6 6 0,-1-6-10 0,0 0 5 16,0 1 3-16,2-1-3 0,-11 0 1 0,23-1-1 16,-13-5 3-16,2 1 1 0,3-3-3 0,-4 1 0 15,-1 1 2-15,-1-2-7 0,-5-2 4 16,3 1 2-16,-3 0-2 0,1-1 2 0,-2 1-2 0,-1-1 2 16,-3 1-2-16,1 9-4 0,-3-18 2 0,2 12-1 15,-4 1-1-15,5 5 2 0,-8-9-4 0,8 9 0 16,-11-1-4-16,11 1 3 0,-15 7 2 15,7 1-1-15,1 4 0 0,-3 2-2 0,4 2 2 16,1 4 3-16,1-1 1 0,0 0-3 0,4 0 1 0,2-1-3 16,2 0-15-16,1-2-37 0,2 0-41 15,0-5-67-15,4-2-60 0,2 3-135 0,5-7-390 0,3 1 173 16</inkml:trace>
  <inkml:trace contextRef="#ctx0" brushRef="#br0" timeOffset="199049.16">14775 14894 197 0,'2'-6'204'0,"-2"6"-12"0,0 0 7 0,0 0-6 16,0 0-7-16,24 20-10 0,-16-3-4 0,5 8-7 16,-1 4-14-16,1-1-16 0,-4 0-11 0,1 0-14 15,-2 2-8-15,1-4-8 0,-3 0-6 0,3-2-7 16,-4-7-9-16,-1-1-7 0,0-5-2 0,-1 1-9 15,-1-3 0-15,1 0-3 0,-2-2-6 0,3-1-1 16,-4-6 1-16,1 7 3 0,-1-7 8 0,1 7-1 16,-1-7-6-16,0 0-3 0,0 0-8 0,0 0-2 15,0 0-8-15,0 0 3 0,0 0-8 0,15-20-10 16,-7 11-7-16,2-1-6 0,-1 1 0 0,7 2-1 16,-2-3-2-16,1 4 1 0,1 2-5 0,-4 2 0 15,0 2-1-15,-2 1-1 0,0 4 1 0,0 0 1 16,-1 2 1-16,-7-1 0 0,5 4 5 15,-3 0 1-15,-4 3-4 0,0-1 1 0,-4 6 4 0,-3 0-4 16,0-3 4-16,-3 0-2 0,-4-2-2 0,2 0-4 16,-1 1-11-16,-2-3-26 0,1 1-25 0,4-5-31 15,-1-3-40-15,0 2-38 0,5-5-53 0,-2-1-208 16,8 0-473-16,-10-4 210 0</inkml:trace>
  <inkml:trace contextRef="#ctx0" brushRef="#br0" timeOffset="199219.8">15121 15137 2039 0,'6'-9'105'0,"-2"4"-52"0,1 0-32 0,-1 0-14 16,-4 5 1-16,0 0 16 0,8-1 25 0,-8 1 5 15,7 9 12-15,-4-4 3 0,-2 1-6 0,5 2-4 16,-1 2-4-16,-2-1-5 0,-1 3-4 16,4-1-5-16,-3 5-5 0,1-5-7 0,1 5-34 15,-2 0-40-15,1-5-46 0,0-1-55 0,-2 1-56 0,-1-1-196 16,-1-10-431-16,0 12 191 0</inkml:trace>
  <inkml:trace contextRef="#ctx0" brushRef="#br0" timeOffset="199374.4">15099 14944 27 0,'0'0'166'0,"0"0"-27"0,0 0-27 0,0 0-24 0,0 0-46 15,15 15-45-15,-5-8-29 0,6 2-59 16,7 4-96-16,0-4 43 0</inkml:trace>
  <inkml:trace contextRef="#ctx0" brushRef="#br0" timeOffset="199894.92">15503 15023 92 0,'0'0'209'0,"0"0"-2"15,0 0-5-15,0 0-7 0,0 0-7 0,0 0-12 16,-30 9-9-16,23-3-10 0,-2 3-5 0,0-2-3 15,0 3-11-15,0 6 0 0,2-6-15 0,0 5-10 16,2-3-10-16,2 0-11 0,1 0-4 0,0-1-7 16,4 0-9-16,-2 1-6 0,5-3-6 0,1 0-4 15,0-2-3-15,0-2-4 0,0-1-3 0,0 0 0 16,3-2-7-16,-1-2-8 0,2-2 0 0,-10 2 0 16,19-6-4-16,-8 1-1 0,-1-3-5 0,-1-1 1 15,-3 0-2-15,2-1-2 0,-3 0-3 0,2-3 0 16,-3-1-7-16,-1-2 0 0,-2 0 4 0,1 4-3 15,-2 0 0-15,1 1-5 0,-1 2 3 0,0 1-5 16,0 8-2-16,-1-11-4 0,1 11-1 0,0 0 0 16,0 0-2-16,0 0 2 0,0 0-3 0,0 0 2 15,5 28 0-15,-3-15 4 0,1 2-4 0,-1-2 4 16,6 2 1-16,-4-4 0 0,1 1 1 0,1-3 1 16,0 2 0-16,2-1 3 0,1-1-3 0,0-5 4 15,4 0-5-15,-4-2 1 0,1-1-5 16,2-3-3-16,-2 1-5 0,0-4-5 0,2-1-4 15,-3 0 3-15,-2-3 4 0,1 0-9 0,0-1 8 0,-1-4 0 16,-2-2 3-16,1 1 1 0,-4 0-1 0,-2-2 2 16,0 1 0-16,0 3 2 0,-1-3-13 0,0 6 18 15,-2 0-3-15,3 3 0 0,0 7-5 16,-1-10-3-16,1 10 5 0,0 0-3 0,0 0 4 0,0 0 5 16,0 0 3-16,6 27 7 0,-2-12-4 0,1 2 4 15,-3 2-2-15,1 1 1 0,0-1-1 0,1-2-1 16,-2 2 0-16,2-3 4 0,-3 1 1 0,3-2-6 15,2 2 5-15,-3-1-1 0,-1-6-8 16,0 3-29-16,0-2-38 0,-2-11-53 0,3 15-72 16,-2-10-70-16,-1-5-175 0,0 0-474 0,0 0 210 0</inkml:trace>
  <inkml:trace contextRef="#ctx0" brushRef="#br0" timeOffset="200084.57">15871 14985 247 0,'10'0'248'16,"-10"0"-1"-16,8 7-11 0,-8-7-9 0,7 13-18 15,-1-2-17-15,-4 2-17 0,3-4-20 0,-4 4-12 16,3 2-15-16,-3 4-9 0,1-7-20 0,0 4-33 0,-2-3-37 16,0 2-40-16,-1-3-45 0,0-2-60 0,1-2-54 15,-2 1-192-15,2-9-391 0,-2 13 174 0</inkml:trace>
  <inkml:trace contextRef="#ctx0" brushRef="#br0" timeOffset="200239.09">15789 14839 1571 0,'-3'-17'-23'0,"0"0"29"0,0 8-62 15,2 3-40-15,1 6 50 0,0 0-10 0,0 0 3 16,0 0 5-16,16 18-4 0,-4-2-18 0,3 7-19 15,2 0-76-15,-2 5-179 0,2 0 79 0</inkml:trace>
  <inkml:trace contextRef="#ctx0" brushRef="#br0" timeOffset="200449.5">16060 15154 206 0,'0'0'196'15,"0"0"-10"-15,0 0-7 0,0 0-6 0,-5-27-12 16,5 16-6-16,4 0-9 0,2 0-6 0,-2 1 1 15,1-1-3-15,0 2-5 0,2 3-11 0,-2 1-11 16,1 0-10-16,0 4-10 0,2-1-9 0,-8 2-5 16,20 2-6-16,-11 4-7 0,0-1-8 0,1 3-6 15,-2-1-5-15,0 2-4 0,2-1-3 0,-2 1-22 16,-2 0-30-16,1 1-26 0,0-1-36 0,1-2-45 16,0 0-56-16,1-1-48 0,1-1-153 0,-1-3-409 15,2 0 181-15</inkml:trace>
  <inkml:trace contextRef="#ctx0" brushRef="#br0" timeOffset="200942.81">16502 14935 225 0,'-5'-5'255'0,"-1"0"-10"0,6 5-11 0,-13-2-11 0,13 2-17 16,-19 7-11-16,10-1-11 0,-4 5-15 15,3-3-19-15,1 3-10 0,2-2-21 0,0 2-6 16,2 0-9-16,-2-1-13 0,3 0-10 0,2-1-5 15,1 1-9-15,1-2-5 0,0-8-16 0,3 10 4 0,0-5-7 16,-3-5-8-16,6 8-6 0,-1-5 1 0,-5-3-5 16,0 0 2-16,12 0-2 0,-12 0-5 0,9-6-4 15,-4 2 1-15,1 1 0 0,-1-1-5 16,1-2 4-16,-1 3-7 0,-5 3-1 0,7-8-3 16,-2 6-4-16,-5 2-1 0,9-3 1 0,-9 3-2 15,9 4-5-15,-3 1 1 0,1 2-1 0,-2 4 3 0,2 4 6 16,-1 3 2-16,-1 7 3 0,3 6 3 15,-2-3 12-15,2 1 8 0,-2 2-2 0,1 4 4 16,1-3 2-16,-1 1-1 0,-2-1 1 0,2-1 5 16,-2-3 9-16,3 1-6 0,-4-1 9 0,0-6-13 15,-3-3 0-15,-1-3-2 0,-1-2-1 0,0 2 2 16,-2-4-5-16,-3-2 4 0,-2 1 0 0,-2-3-6 0,0-1 4 16,-3-2 2-16,0 1-7 0,-6-4-7 0,1-2 7 15,-3-2-13-15,0-4 5 0,-3-4-18 0,-2-1-1 16,1-5-15-16,0-3-13 0,5-7-12 15,5 1-6-15,3-5-9 0,5-1 3 0,5-2-1 16,10-3 10-16,5-11-3 0,3 15 6 0,12-13 0 16,2 5 0-16,2 4-1 0,-5 9 0 0,1 2-7 15,0 0-8-15,0 2-10 0,0 4-17 0,-1 2-15 0,-3 3-21 16,-7 4-29-16,-1 1-28 0,1 4-41 16,-4 0-43-16,-4 3-165 0,-2 1-457 0,-7 1 202 15</inkml:trace>
  <inkml:trace contextRef="#ctx0" brushRef="#br0" timeOffset="201579.86">9765 16647 135 0,'-13'-3'188'0,"2"0"-9"0,-6 5-18 0,3 0-9 16,1 2-6-16,-2 8-9 0,2 2-2 0,-4 5-6 15,8-1-11-15,-1 5-11 0,4 4-7 16,2 0-8-16,3-1-2 0,2-1-11 0,3 0-6 16,1-9-8-16,4 2-6 0,2-4 24 0,3 1-4 0,2-3-8 15,2-3-15-15,7 3 4 0,-6-7-6 0,4-1-12 16,5-3-21-16,2-1-25 0,-1-4-30 0,1 1-29 16,-5-4-45-16,1-5-40 0,-8 4-47 0,-1-3-149 15,-1 1-372-15,0-3 165 0</inkml:trace>
  <inkml:trace contextRef="#ctx0" brushRef="#br0" timeOffset="201809.01">10059 16529 61 0,'0'0'235'0,"-2"-14"-8"0,2 14-3 15,-1-12-22-15,1 12-23 0,0 0-21 0,0 0-12 16,0 0-11-16,0 0-4 0,0 0-6 0,0 0-10 15,15 35-15-15,-9-11 1 0,-3 4-10 0,4 0-9 16,-1-3-7-16,1 3-6 0,-1 1-7 0,0-3-8 16,2 3 1-16,1-3-10 0,-3 2-7 0,-3-10-26 15,3 7-20-15,-1-6-32 0,-1-3-34 16,1 0-28-16,0-4-57 0,1-2-45 0,-4 0-153 0,-2-10-385 16,5 13 172-16</inkml:trace>
  <inkml:trace contextRef="#ctx0" brushRef="#br0" timeOffset="202075.04">10318 16551 154 0,'-10'-8'195'0,"10"8"-12"16,0 0-15-16,0 0-11 0,-28 22-15 0,14-10-15 16,2 1-11-16,-3 3-11 0,2 0-11 0,3 0-6 15,-3-3-13-15,2 2-10 0,3 0-3 0,0-6-9 16,3 1 1-16,0-3-12 0,5-7-2 0,-8 12-2 15,8-12-4-15,-4 8-10 0,4-8 4 0,0 0-5 16,0 0-1-16,0 0-5 0,7 14 1 0,-7-14-3 16,14 7 0-16,-4-3-6 0,-1 2 2 0,3-2-2 15,3 5 1-15,-5-3-2 0,4 1-2 0,0 0 2 16,3 3 0-16,-4 0-19 0,3-2-36 16,-3 0-19-16,0-1-62 0,-2-2-66 0,1 3-103 15,1-4-320-15,-13-4 141 0</inkml:trace>
  <inkml:trace contextRef="#ctx0" brushRef="#br0" timeOffset="202300.83">10487 16440 61 0,'-5'-9'262'0,"5"9"-29"0,-7-12-24 0,7 12-19 15,0 0-13-15,0 0-3 0,0 0-6 0,0 0-8 16,8 55-8-16,-2-27-13 0,-3 2-9 0,1 3-15 15,0 1-9-15,1-2-12 0,-1-2-10 0,-1-1-4 16,4 0-11-16,-5-4-10 0,5 2-2 0,-3-8-14 16,-1-1-18-16,1-1-25 0,0-5-31 0,2 0-28 15,-3-7-35-15,-3-5-46 0,6 16-44 0,-3-13-35 16,-3-3-125-16,0 0-371 0,0 0 164 0</inkml:trace>
  <inkml:trace contextRef="#ctx0" brushRef="#br0" timeOffset="202417.98">10500 16553 78 0,'-2'-13'113'0,"2"13"-23"0,0 0-23 0,5-13-49 15,-5 13-48-15,0 0-26 0,18 4-61 0,-18-4 26 16</inkml:trace>
  <inkml:trace contextRef="#ctx0" brushRef="#br0" timeOffset="202772.87">10728 16797 153 0,'9'-8'221'15,"0"-2"-7"-15,3-4-19 0,2-2-7 0,0-6-7 16,2 1-16-16,-1-2-13 0,0-2-9 16,0 2-15-16,0-4-13 0,-2-1-8 0,-2 2-7 15,-1 1-9-15,-6-1-8 0,1 9-2 0,-3-2-7 16,-2 4-6-16,0 15-2 0,-7-19 5 0,1 10-8 15,1 4-17-15,5 5 2 0,-14-7-5 0,14 7-8 16,0 0-1-16,-24 18-5 0,15-7-2 0,0 7-6 16,3-4-3-16,-2 3-2 0,6 1 1 0,2 0-3 15,1-1 0-15,4 0-6 0,2-1 4 0,1 1-3 16,1-4-2-16,3 2-4 0,-2-1 3 0,4-2-6 0,-3-1 3 16,2-2-1-16,-4-1 5 0,1 3-5 15,-1-4 1-15,-1 2 0 0,1-2-1 0,-2 3-3 16,-3-3 2-16,-1 3 2 0,-3-10-2 0,3 15-5 15,-5-6 2-15,2-9-16 0,-8 19-11 0,1-10-15 16,-2-1-25-16,1-1-25 0,-2 2-28 0,-1-3-45 16,-3 2-58-16,2 0-162 0,-5-2-419 0,1 1 187 15</inkml:trace>
  <inkml:trace contextRef="#ctx0" brushRef="#br0" timeOffset="202940.17">10441 16698 2292 0,'-14'-14'16'0,"4"5"17"16,1 1-11-16,2 4-11 0,7 4-5 0,-10-9 7 16,10 9-2-16,-1-9 4 0,1 9 5 0,0 0-2 0,18-15-2 15,-7 8 1-15,7-1-1 0,2-1-11 16,7-2-31-16,1 3-38 0,1-2-59 0,1 1-71 16,2-3-157-16,-1-1-380 0,2 1 168 0</inkml:trace>
  <inkml:trace contextRef="#ctx0" brushRef="#br0" timeOffset="203100.56">11219 16490 255 0,'0'0'291'0,"0"0"-32"16,0 0-16-16,0 0-27 0,0 0-19 0,0 0-41 15,13-4-55-15,-13 4-46 0,0 0-67 16,0 0-83-16,0 0-183 0,0 0-301 0,0 0 133 15</inkml:trace>
  <inkml:trace contextRef="#ctx0" brushRef="#br0" timeOffset="-205040.03">6253 9993 22 0,'0'0'83'16,"0"0"-2"-16,0 0-12 0,0 0-9 0,0 0-1 15,0 0-5-15,0 0-22 0,0 0 2 0,0 0-5 16,0 0-18-16,0 0-11 0,0 0-11 0,0 0-9 16,0 0-11-16,0 0-6 0,0 0-36 0,0 0-79 15,0 0 36-15</inkml:trace>
  <inkml:trace contextRef="#ctx0" brushRef="#br0" timeOffset="-202604.67">6508 9937 45 0,'0'0'140'0,"0"0"-6"0,0 0-12 16,0 0-9-16,0 0-17 0,0 0 5 0,0 0-17 0,0 0-7 15,0 0-10-15,0 0-5 0,0 0-11 16,0 0-6-16,2-21-10 0,-2 21 0 0,0 0-19 15,0 0-6-15,0 0-26 0,0 0-7 0,0 0-13 16,0 0-13-16,0 0-10 0,0 0-14 0,0 0-24 0,0 0-50 16,0 0-159-16,0 0 70 0</inkml:trace>
  <inkml:trace contextRef="#ctx0" brushRef="#br0" timeOffset="-201519.17">6212 8847 84 0,'5'4'84'15,"-5"-4"-5"-15,0 0-4 0,4 4 2 0,-4-4 16 0,5 8-8 16,-5-8-8-16,5 4-2 0,-5-4-6 15,6 5 5-15,-6-5-17 0,5 5 5 0,-5-5 1 16,4 5 0-16,-4-5 2 0,0 0-4 0,7 3-2 16,-7-3-3-16,4 5-4 0,-4-5 4 0,0 0-4 0,9 3-3 15,-9-3-1-15,8 3-1 0,-8-3 0 16,7 4 1-16,-7-4-4 0,8 0 0 0,-8 0 0 16,11-1 0-16,-11 1-4 0,17-7-2 0,-7 1-2 15,7-3-5-15,7-8-19 0,1-4-36 0,2-4-42 16,17-15-51-16,2-2-55 0,16-21-114 0,7-2-308 0,-2-7 136 15</inkml:trace>
  <inkml:trace contextRef="#ctx0" brushRef="#br0" timeOffset="-129580.68">11518 12608 24 0,'-6'-5'66'0,"-1"-1"-2"0,-3 0-10 15,1 0 0-15,1-1-1 0,-4 1-2 0,-3-2-12 16,-5 1-2-16,4 0 2 0,-4 1-10 0,0-1 0 16,-5 2-3-16,-4-1 0 0,1 1-3 0,-1 1-1 15,-2 0-1-15,-2-1-3 0,0 2 0 0,-6 1-2 16,1-1 1-16,-2 1-8 0,-11-1 7 0,12 4-8 15,-16-2 8-15,2 1 0 0,2 3 1 0,-2-3-4 16,-1 3-4-16,-1 0 2 0,2 2 7 0,-3 1-5 16,1 0 9-16,0 1-10 0,0 2-2 0,-2-2-2 15,1 2 5-15,-3 2-10 0,-1 1 5 0,1 2 3 16,2-1-5-16,-5 2 0 0,3-2 0 0,-2 5-1 16,-3-1 3-16,-20 7-8 0,22-5 1 0,-26 6 0 15,26-8 9-15,-25 11-9 0,27-9 6 0,-26 11-8 16,25-8 5-16,-26 10-1 0,26-10 3 0,-24 10-3 15,-1 4 5-15,26-10-1 0,-28 15-8 0,8 1 6 16,22-12-4-16,-20 10 1 0,21-12 4 0,-20 15 0 16,23-12-4-16,-1 4 5 0,-19 10 6 0,22-10-5 15,1 1-13-15,-21 11 2 0,22-12-2 0,-20 13 11 16,25-14-4-16,-3 3-3 0,-5 1 5 0,3-1-2 16,-13 20 7-16,15-17-10 0,1-1 5 0,0 2-9 15,1 0 3-15,2 4 0 0,2-2-4 0,0 2-5 16,2-4 7-16,6-1 0 0,1 3 2 0,4-4-5 15,0 2 3-15,9-10 5 0,2 1 2 0,1 0-8 16,4 0 5-16,1 1-5 0,3 2-4 0,2 0 11 16,5-2-3-16,2 14 8 0,-2-11 3 0,6 0-3 15,0 9 5-15,5 2-8 0,1-3 2 0,0 2 11 16,-2-12-9-16,5 10-5 0,-4-9 3 0,4 8 2 16,2 0-1-16,-2-9-2 0,5 9-3 0,-5-10-13 15,0 0 21-15,4 14-4 0,4-2-5 0,-5-2 5 16,0-10-4-16,8 8-1 0,-8-8-1 15,9 6-2-15,-2 3-4 0,5-4 1 0,-11-6 1 0,8 10 8 16,2-3-5-16,2 0 3 0,-10-9-6 0,12 7-2 16,-9-8-4-16,2 0 2 0,7 7 25 0,-8-8-2 15,10 9 4-15,-8-11-2 0,10 9-6 0,-2-1-2 16,0 0 2-16,2 1-4 0,-8-10 0 0,10 8-1 16,-10-6 0-16,6 6 0 0,-6-6 1 0,10 6-1 15,-9-8 3-15,10 5-10 0,1 2 10 0,-10-8-4 16,3-1 15-16,6 5-17 0,5-3 1 15,0 4 6-15,-10-8-4 0,12 4-17 0,-2-1 2 0,2-1-2 16,4-3 5-16,-14-3-5 0,14 1 1 0,-2 4 7 16,4-7 3-16,-2 5-7 0,1-5-1 0,-2 0-2 15,2 1 1-15,-13-6 2 0,14 7 7 0,-1-3-5 16,1 0 0-16,4 0 1 0,-2-2 9 0,-3-1 2 16,2-1-5-16,4 5 0 0,-3-2-9 0,3 0 4 15,1-1 7-15,0 2-2 0,0-1-5 0,1 1 0 16,2-5 3-16,-3 3-6 0,2-6 8 0,5 5 8 15,0 3-8-15,-2-6-9 0,1 4 8 0,3-3 4 16,23 8-4-16,-28-13 0 0,4 4-4 0,-2-4-3 16,26 5 14-16,-27-8-5 0,27 7 2 0,-26-6-4 15,-1 1-1-15,5 0 5 0,23 3-5 0,-27-3-2 16,29 4 5-16,-27-4-4 0,0 2 4 0,1-2 3 16,26 3-1-16,-28-6-9 0,2 3 21 15,26-1-34-15,-24 0 27 0,28-4-4 0,-3 4 4 0,-28-2-4 16,33-7 9-16,-4 7-8 0,-4-6-6 0,0 2 4 15,-25 1-3-15,31-6 11 0,-1 2-5 16,-3 0 4-16,2-2-3 0,-2 4-6 0,3-5-2 0,-6 4 5 16,3-3 2-16,-27 2 1 0,30 2-12 0,-1-5 7 15,-2 3 3-15,-2-2 3 0,0 2 0 16,0 0-6-16,0-1 7 0,-25 4-9 0,25-6 4 0,2 3 2 16,-30 3 2-16,27-7-3 0,4-1 6 0,-2 10-4 15,1-8 2-15,0 3-1 0,-2 0-2 0,-25-1 1 16,32 1-2-16,-2-5 1 0,0-2 7 0,-3 1-3 15,-2 1-5-15,6 0-3 0,0 2 4 16,-3-2-2-16,-3-1 0 0,1-1-6 0,0-3 5 16,3 1-5-16,-4 0 6 0,0 4-3 0,-26-2 2 15,28-3-3-15,2-1-1 0,-4 5 0 0,-1-9-5 16,-25 8 6-16,29 0 5 0,-1-10-4 0,-2 1 6 0,-26 5-7 16,25-8 3-16,-1-3-9 0,0 2 9 15,1-2-7-15,-1 3 3 0,-6-8 0 0,-20 13-2 16,28-18 0-16,-5 4-4 0,3-3 14 0,-6-1-23 15,-23 14 11-15,29-14-11 0,-9 2 1 0,-22 6 6 16,0 5-9-16,-2-7 7 0,1 1-4 0,-2-2 6 16,-7 3 2-16,2-4-14 0,-3-2 10 0,-8 1-4 15,1-1 7-15,-2-1-1 0,-7 2 3 0,1-4-3 16,-2 4 1-16,-10 4 1 0,0 0 2 0,3-10 5 16,-5 8-12-16,0-12 10 0,3 2-4 0,-10 11 3 15,4-15-3-15,-2 1 10 0,-6-3-11 0,2 2 4 16,1-1-2-16,-3-1 6 0,-4 0-4 0,0-2 2 15,-2 2 0-15,-4 1-4 0,-3-1-10 0,-2 3 11 16,-8 0-4-16,3 14-7 0,-9-15-9 0,-4 5 8 16,-2 0-3-16,-5 2-3 0,-4 2 2 0,0 1 2 15,-3-1 8-15,-1 1 0 0,0-1 12 0,-6 1 12 16,4 0-10-16,-5 0 8 0,-3-1-1 0,-15-16 7 16,16 21-6-16,0-4 5 0,2 1 2 0,-3 2-4 15,-21-11-2-15,21 12 2 0,-22-11 5 0,17 16 1 16,1-4-9-16,-23-8 7 0,23 13-8 0,-26-10-2 15,-1 2-1-15,23 11 6 0,-27-14-8 0,5 3-5 16,22 14 11-16,-27-16-8 0,4 2-2 0,1 0 3 16,22 12-4-16,-25-9 8 0,2 0 8 0,2-2-11 15,20 14-2-15,-28-14 4 0,3 6-7 0,0 1-3 16,-2 0 11-16,2 6-3 0,0-6 6 0,0 1-8 16,-4 3 9-16,1-2-7 0,-2 3-1 0,-2-1 2 15,-4 3-1-15,1 1-4 0,0 2 3 0,-1 2 7 16,-6 2-8-16,5-2 3 0,-4 2 1 0,-3 2-4 15,4 2-2-15,-4-1 6 0,3 3-10 0,1-8 6 16,0 3 1-16,-5 2 3 0,5-1 1 16,1 0-3-16,-1 1-2 0,-5 1 5 0,7-1-3 15,-6 5 2-15,1-4 4 0,1 1-4 0,-1 1 2 0,1 5-5 16,-5-1 1-16,-4 2 0 0,1 2-2 0,-2 0 2 16,0 4-2-16,-9 1-2 0,-3 2 3 15,-3 5-4-15,-6 1 1 0,3 1 0 0,0 2-1 16,-3-1 2-16,-8 6-2 0,2-2 1 0,2-2-3 15,-2 2 2-15,-3 3 1 0,3-3-4 0,-5 1-1 16,2-1-1-16,-3 3 0 0,6 0 0 0,-5-2 0 16,0 0-9-16,0 2-4 0,2 0-13 0,-4 4-25 0,-5 3-37 15,-3 1-51-15,-11 8-143 0,-4 1-306 0,-4-3 135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4T09:45:40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26427 7706 19 0,'0'0'28'0,"0"0"-14"15,14-1-20-15,-14 1-4 0,9 1-9 0,-9-1 4 16</inkml:trace>
  <inkml:trace contextRef="#ctx0" brushRef="#br0" timeOffset="508.04">28713 7874 36 0,'0'0'49'0,"0"0"-17"0,0 0-29 0,0 0-23 16,0 0-22-16,0 0 9 0</inkml:trace>
  <inkml:trace contextRef="#ctx0" brushRef="#br0" timeOffset="8582.99">18094 9038 55 0,'0'0'121'0,"0"0"-9"16,0 0-7-16,-14-16-16 0,14 16-8 0,0 0-6 0,0 0-12 15,0 0-5-15,0 0-12 0,0 0-6 0,0 0-22 16,0 0-17-16,0 0-6 0,0 0-1 15,0 0-21-15,0 0-17 0,0 0-20 0,0 0-56 0,0 0-130 16,0 0 58-16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41:03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5413 3230 28 0,'7'-7'138'0,"-7"7"5"0,3-6-13 15,-3 6-1-15,4-6-7 0,-4 6-4 0,2-7-11 0,-2 7-4 16,2-7-3-16,-2 7-5 0,1-10-3 0,-1 10-3 16,0 0-6-16,0-9-3 0,0 9-2 15,0 0-3-15,0 0-5 0,-2-12-1 0,2 12-2 16,-5-6-4-16,5 6-2 0,-7-5-4 0,7 5-6 16,-9-6-7-16,3 2 3 0,6 4-6 0,-12 1-3 15,5-4-3-15,-2 2-4 0,-4 2-1 16,3 1 0-16,-4 0 1 0,-3 2-10 0,1 2 3 0,-2 1-3 15,-2 2 0-15,-2 3-1 0,3 1-1 0,2-1-5 16,0-2 6-16,-1 1-5 0,4 1 0 0,1 1-3 16,2 0-4-16,2-4-2 0,3 2 0 0,-2 2 4 15,5-2-6-15,1 3 1 0,0-4 7 0,4 2-6 16,-1 2-4-16,3-3-1 0,4 3 5 0,0 1-4 16,1-1 3-16,3-1-2 0,1-1 0 0,-1-1-2 15,1 2 4-15,3-1-3 0,-4-1 1 0,0-2-3 16,-2-1 4-16,-1 0-5 0,2 1 4 0,-3 1-3 15,-1-4 3-15,-1 3-6 0,-1-4 1 0,-4 2-3 16,2-1 1-16,-2 1 4 0,-1-7 0 0,-6 15 0 16,-1-7 2-16,-2-1 0 0,-1 0 1 0,-6 2-7 15,-2-1 4-15,-1-3 2 0,-1 1-1 16,0 0 1-16,-1-1 1 0,1-1-6 0,2-2-11 16,-1 3-11-16,1-2-14 0,4-3-20 0,-3 0-38 0,6 2-35 15,11-2-40-15,-19-2-200 0,9-1-403 16,10 3 178-16</inkml:trace>
  <inkml:trace contextRef="#ctx0" brushRef="#br0" timeOffset="315.95">5670 3274 25 0,'-4'-15'247'0,"-1"4"-9"0,2 1-1 16,0 0-4-16,0 3-13 0,-2-2-7 0,3 3-16 16,-1 0-18-16,3 6-20 0,-3-7-21 0,3 7-14 15,0 0-15-15,0 0-15 0,0 0-5 0,0 0-8 16,8 28-9-16,-3-10-8 0,0 12-8 0,-1-1-3 16,0 3 1-16,0 1 0 0,-3 1-9 0,-1-1 1 15,1 0-13-15,-2-1 1 0,2-3-6 0,1-1-3 16,-2-3-2-16,0 0-2 0,-2 0 2 0,2-6 1 15,-1-2-10-15,1-1-19 0,0 1-16 0,0-6-19 16,-1 0-24-16,-1 1-14 0,2-12-28 0,-1 13-27 16,1-13-28-16,0 12-26 0,0-12-43 0,0 0-142 15,0 0-402-15,0 0 179 0</inkml:trace>
  <inkml:trace contextRef="#ctx0" brushRef="#br0" timeOffset="819.07">5555 3370 106 0,'0'0'160'0,"0"0"-20"0,0 0-9 15,18-1-15-15,-7 4-9 0,10 0-8 0,8 4-4 0,4-4-13 16,1 1-5-16,4 1-4 0,0-3-4 0,2-1-12 16,12 3-1-16,-13-2-3 0,-4-2-1 0,4-1-11 15,-5 2-4-15,0-2 1 0,-4-2-5 16,-2 2-7-16,-6 0 1 0,-3 1-3 0,-6-2 0 15,-1 2 1-15,-4-1 9 0,0-1 9 0,-8 2 8 16,12 0 14-16,-12 0 3 0,9-1-1 0,-9 1-6 16,0 0 0-16,0 0-7 0,0 0-3 0,0 0-4 15,0 0-1-15,-44 4-7 0,26 4 3 0,-5 5-6 16,-1 1 2-16,2 3 0 0,2 2 2 0,-1 0-8 16,5-2-2-16,2 0-4 0,2-2-1 0,2 1-5 15,2 0-1-15,2-1-2 0,2-5 2 0,3 1-6 16,1 0-2-16,0-4 3 0,4 1-3 0,1 1 3 15,1-4-2-15,3-1 1 0,3 1-2 0,-2-3 1 16,4-2-2-16,0 0-1 0,0-3 0 0,3-1-1 16,0 0-5-16,-5-1-2 0,6-2 4 0,-7-2-5 15,3-1 0-15,-1-3 3 0,-2 0-2 0,0 0-3 16,-1-2 2-16,-3 1-2 0,-1 0 3 0,2 0 1 16,-5 4-3-16,3 2 8 0,-5 2-7 0,1 0-3 15,-2 6 1-15,4-7-8 0,-4 7 0 0,0 0 2 16,0 0 2-16,0 0 0 0,5 20 1 0,-3-8 3 15,-2-1 2-15,1 2-3 0,3 3 1 0,-2 1 1 16,2 0-13-16,2-3-27 0,1 1-19 0,1 0-24 16,2-1-31-16,1 0-35 0,3-4-33 0,-1 1-38 15,0 1-122-15,2-5-371 0,1-1 163 0</inkml:trace>
  <inkml:trace contextRef="#ctx0" brushRef="#br0" timeOffset="1229.58">6471 3298 110 0,'0'-17'245'0,"-1"6"-2"15,1 3-18-15,0-1-21 0,-1 2-25 0,1 7-20 16,0 0-18-16,0 0-17 0,0 0-12 0,0 0-9 16,5 28-11-16,-2-4-5 0,-1 5-7 0,-1-1-9 0,3 2-6 15,-3 0-6-15,3 0-7 0,-3-2-2 16,1-3-5-16,-2-6 3 0,2-2-9 0,-2 2-4 15,2-7-5-15,-2 4 1 0,1-6-5 0,-2 0-3 16,1-3 2-16,0-7-2 0,0 11-1 0,0-11 2 16,0 9 3-16,0-9 11 0,0 0 3 0,-2 6 0 15,2-6-3-15,0 0-6 0,0 0-3 0,0 0-2 16,12-24-6-16,-6 15-3 0,7-5-3 0,-1 0 3 16,8-3-10-16,-6 8 0 0,5 0-2 0,-1 4 0 0,-1 0-5 15,0 2-3-15,-4 3-2 0,-2 3 4 16,1 0-4-16,-3 2-1 0,3 2 10 0,-6 2-8 15,-1 1 1-15,0 1-1 0,-3 1 6 0,-1 1-4 16,-1-2 2-16,-4 4 4 0,-1 0-4 0,0-4 6 16,-5 2-6-16,2-3-4 0,-5 1-8 0,-1 0-10 15,0-1-8-15,0-1-15 0,4-3-17 16,-2-2-21-16,0 2-28 0,3-4-25 0,9-2-34 0,-16 2-35 16,16-2-19-16,0 0-120 0,-13-9-370 0,13 9 164 15</inkml:trace>
  <inkml:trace contextRef="#ctx0" brushRef="#br0" timeOffset="1414.47">6811 3432 51 0,'4'-4'186'0,"0"0"-16"0,-4 4-14 0,0 0-10 16,0 0 2-16,17 6-3 0,-16 2 1 16,4 0 2-16,-1 8-1 0,-3-3-7 0,0 4-6 15,1 2-11-15,-2-1-14 0,0 1-9 0,1 0-6 16,1 7-7-16,-2-9-11 0,-2 0-20 0,2-1-34 0,0-4-39 15,-1 1-42-15,1-2-47 0,0-11-58 16,1 19-176-16,-1-19-368 0,0 0 163 0</inkml:trace>
  <inkml:trace contextRef="#ctx0" brushRef="#br0" timeOffset="1579.16">6792 3253 2376 0,'-5'-19'5'0,"3"9"21"0,0-2-23 16,1 5-14-16,-2 0-22 0,3 7-7 0,-2-7 8 16,2 7-6-16,0 0-4 0,0 0-24 0,0 0-36 15,0 0-33-15,1 26-44 0,3-14-110 0,-1-3-313 16,7 6 139-16</inkml:trace>
  <inkml:trace contextRef="#ctx0" brushRef="#br0" timeOffset="1795.61">7067 3250 188 0,'4'-9'217'0,"-2"-2"10"0,-1 2 5 16,-1 2 2-16,0 7-2 0,2-12-13 0,-1 7-23 15,-1 5-22-15,0 0-21 0,5-6-18 0,-5 6-17 16,0 0-8-16,4 26-9 0,-1-2-4 0,-3 8-1 16,1 2-14-16,-4 1-7 0,2 1-5 15,-2-4-1-15,2 0-11 0,0-3-5 0,-2-2-5 16,2 0-6-16,0-2-2 0,-1 2-1 0,2-8-24 0,-1-2-21 15,1-2-36-15,-1 1-33 0,0-3-45 16,-3-4-65-16,4 3-55 0,0-12-202 0,-8 17-480 16,7-10 213-16</inkml:trace>
  <inkml:trace contextRef="#ctx0" brushRef="#br0" timeOffset="2004.16">7262 3434 177 0,'6'-6'203'0,"-6"6"-7"0,0 0-4 16,0 0-6-16,5 21-5 0,-4-10-7 0,-2 0-14 15,1 6-13-15,0-1-17 0,-2-1-9 0,1-1-11 16,0 1-10-16,0 1-11 0,1-1-6 0,0-2-9 16,0 1-8-16,0-5-28 0,0 3-28 0,0-12-39 15,0 22-47-15,1-14-47 0,-1-8-55 0,-1 18-161 16,1-18-366-16,-3 10 161 0</inkml:trace>
  <inkml:trace contextRef="#ctx0" brushRef="#br0" timeOffset="2183.25">7335 3206 101 0,'-2'-5'262'0,"2"5"-28"0,-4-9-20 0,1 4-26 15,3 5-19-15,0 0-16 0,-10-2-30 0,10 2-36 16,0 0-33-16,-11 10-49 0,11-10-63 0,-6 9-54 16,5-3-125-16,1-6-257 0,0 0 114 15</inkml:trace>
  <inkml:trace contextRef="#ctx0" brushRef="#br0" timeOffset="4827.96">7532 3379 18 0,'0'0'196'0,"0"0"-18"16,-9-2-15-16,9 2-20 0,0 0-11 0,0 0-13 15,0 0-7-15,0 0-16 0,28-2 0 0,-19 2-18 16,4-1-2-16,-1 2-7 0,1 2-7 0,-2-3-1 15,0 1-5-15,-1 2-10 0,-1 0-3 16,-2 0-10-16,-1 3 3 0,0-1-9 0,-2 1-1 16,0 4 0-16,-1-1 2 0,-1 4-3 0,-4 1 3 0,-1 1 2 15,-2 1 1-15,-4 0-1 0,0-2-2 0,0 2 0 16,-2-2 0-16,-2-1 6 0,0-1-5 16,6-2-2-16,-5 2-3 0,6-5-1 0,0-1 0 15,0 0-3-15,2-3 0 0,4-3-4 0,-7 9 0 0,7-9-4 16,-3 7-1-16,3-7 2 0,0 0-2 15,-2 5 0-15,2-5-3 0,0 0 3 0,10 4 1 0,-10-4-4 16,19 1-13-16,-2-2-9 0,2-3 2 0,1 0-37 16,-1-1-21-16,10-1-25 0,1 0-32 0,0-2-29 15,-1 1-17-15,0-1-123 0,1 1-321 16,0-1 141-16</inkml:trace>
  <inkml:trace contextRef="#ctx0" brushRef="#br0" timeOffset="5188.05">8176 3405 180 0,'-9'-1'177'0,"2"0"-2"0,-4 1-1 16,11 0-8-16,-23 4 0 0,9 2-6 15,-2-2-12-15,-3 2-13 0,0 4-7 0,3-1-13 16,1 0-13-16,2-1-14 0,3-1-3 0,-1 5-9 16,3-2-12-16,0 0-4 0,4-1-4 0,1-1-6 15,2 4-4-15,2-5-5 0,-1-7-6 0,6 13-4 16,-1-8-9-16,2-1-12 0,5 3-3 0,-3-4-10 15,4 2 0-15,-1-5-4 0,1 2-3 0,1-3 0 16,-1 0 3-16,1-3-1 0,-1 0 0 0,-2-2 5 16,-1 2 5-16,1-3 2 0,-2-1 3 0,0 0 3 15,-3-1 1-15,-1 0 6 0,0-1 14 0,0 3 17 16,-2 1 2-16,2 0 2 0,-3 1 5 0,-2 5-5 16,2-8-5-16,-2 8-13 0,0 0 1 0,5-6-11 15,-5 6 2-15,0 0-6 0,0 0-2 0,0 0-2 16,3 21 3-16,-2-11-5 0,0 1-2 0,0 0-3 15,1 2 4-15,0-2-7 0,3 4-15 0,0-2-23 16,0 1-30-16,1-5-35 0,0 2-55 0,0-3-40 16,5 2-37-16,-4-1-155 0,1-3-415 0,2-1 185 15</inkml:trace>
  <inkml:trace contextRef="#ctx0" brushRef="#br0" timeOffset="5431.64">8530 3306 2030 0,'3'-33'-19'0,"-3"6"102"16,1-2 8-16,-2 12 16 0,2 6 9 16,-2 4 5-16,2-2-15 0,-2 1-16 0,1 8-18 0,-2-10-13 15,2 10-12-15,0 0-1 0,0 0-6 16,0 0 4-16,0 0 7 0,4 43 10 0,-4-13-2 16,0 4 5-16,-1 2-1 0,2-2-7 0,-1 0-3 15,2 11 0-15,-2-14-7 0,-2 1-7 0,1-2-4 16,1-4 4-16,0-1-6 0,0 1 8 0,1-9-14 15,1 2-24-15,-1-3-34 0,0-3-33 0,-1-3-32 0,3 0-30 16,-3-10-38-16,2 16-43 0,-2-16-38 0,4 9-35 16,-4-9-145-16,0 0-458 0,0 0 203 15</inkml:trace>
  <inkml:trace contextRef="#ctx0" brushRef="#br0" timeOffset="5712.29">8430 3360 107 0,'-2'-5'209'0,"2"5"-21"0,0 0-24 16,0 0-16-16,0 0-10 0,0 0-14 0,0 0-10 16,17-2-11-16,-3 5-9 0,4 1-8 0,10-1-4 15,1 0-8-15,2 0-8 0,-2 0-3 0,2-3-2 16,1 1-10-16,1-1-1 0,-2 0-3 0,-5 0-3 16,-5 0-5-16,-3 5-2 0,-4-5-2 0,-1 1 2 15,-1-1-2-15,-1 3-4 0,-4-1-6 0,1-1 0 16,1-1 4-16,-5 6-1 0,1-1 14 0,-1 1 9 15,0-1 1-15,-2 5 9 0,1 0 2 0,-3 0-4 16,2 2-3-16,-2-2-7 0,0 0-2 0,0 3-4 16,0-3-4-16,0 2-5 0,0-2-15 0,0 1-34 15,3-2-35-15,-6 3-46 0,3-12-69 0,3 19-65 16,-3-11-170-16,0-8-431 0,0 11 191 0</inkml:trace>
  <inkml:trace contextRef="#ctx0" brushRef="#br0" timeOffset="5876.63">8875 3256 2832 0,'-4'-9'4'0,"-3"0"-7"0,3 4-37 0,1-1-77 16,-2-1-44-16,5 7-9 0,0 0 1 15,0 0-7-15,0 0-19 0,0 0-107 0,0 0-325 16,0 0 145-16</inkml:trace>
  <inkml:trace contextRef="#ctx0" brushRef="#br0" timeOffset="6410.18">9078 3369 75 0,'-5'6'231'0,"5"-6"-16"0,-6 7-16 0,5-1-13 16,-4 1-11-16,1 0-11 0,0 0-13 0,-1 3-7 15,1 1-20-15,1 0-10 0,-2 1-11 0,3-1-10 16,2 0-9-16,-1-1-7 0,2 3-7 0,1-4-5 16,2 1-5-16,-1 0 0 0,3-3-10 0,-1 2-7 15,3-3-1-15,-3 0-5 0,5-2-5 0,0 1-2 16,1-3-1-16,0 1-2 0,-3-2-3 0,-8-1-8 16,13 0-2-16,-5-3 0 0,-1 0-4 0,-1-2-2 15,2-1-3-15,0-2-1 0,-2-1-2 0,-1-2-3 16,-2 0-1-16,-2-2-4 0,2-3 0 0,-1-1 1 15,1 0-2-15,-2-1-2 0,4 1 0 0,-4 5 4 16,4 0-5-16,-2 2 1 0,0 1 3 0,0 2-3 16,0 4-1-16,2-3 6 0,-5 6 5 0,10 0 2 15,-10 0 1-15,16 9 0 0,-10-2 1 0,3 2-1 16,0 4 4-16,0 1-6 0,-4-2 4 0,2 4 0 16,-1-2-3-16,-2-2 6 0,1 0-5 0,-1-2 0 15,-2 0 0-15,1-5 3 0,0 1-1 16,0 0 2-16,-3-6 1 0,2 7 8 0,-2-7 10 15,3 6 2-15,-3-6-2 0,0 0-2 0,0 0-1 0,0 0-4 16,10-14-1-16,-6 4-5 0,3 0-2 16,3-6 2-16,0 0 0 0,3-2-6 0,2-3 0 0,3-1 1 15,0 3-3-15,0 6 1 0,-3 2 0 16,2 2-2-16,-2 1-4 0,-2 4 4 0,0 3 1 16,-1 2 0-16,-1 1 1 0,0 4 1 0,1 1 5 15,-2 7 3-15,-1 1-1 0,-3 2 0 0,0-2-2 16,0 3-2-16,-2-3-16 0,-2 4-13 0,1-3-35 0,-2 3-48 15,0-2-54-15,1-3-76 0,-1 3-207 16,0-7-473-16,0 1 211 0</inkml:trace>
  <inkml:trace contextRef="#ctx0" brushRef="#br0" timeOffset="6672.89">9941 3106 136 0,'-1'-10'315'16,"2"-1"-28"-16,-2 4-30 0,1 7-31 0,1-12-22 15,-1 12-26-15,0 0-16 0,0 0-16 0,1 28-8 16,-2-11-8-16,2 11-7 0,-1 1-4 0,-1 3-9 16,-2 4 5-16,2-2-14 0,0-1-11 0,0 0-5 15,1-3-7-15,0 0-5 0,1-3-11 0,0 1 4 16,-1-3-16-16,3-6-12 0,-3 0-2 0,0-2-36 15,5 0-29-15,-3-6-35 0,1 1-35 0,0-2-44 16,-1-3-41-16,-2-7-43 0,3 13-204 0,-3-13-464 16,0 0 205-16</inkml:trace>
  <inkml:trace contextRef="#ctx0" brushRef="#br0" timeOffset="6811.38">9908 3256 81 0,'0'0'147'0,"14"-6"-14"0,-3 4-39 0,-11 2-37 0,24 4-43 16,-7 0-44-16,0 2-53 0,-2 1-90 0,1-1 41 15</inkml:trace>
  <inkml:trace contextRef="#ctx0" brushRef="#br0" timeOffset="7110.44">10060 3525 45 0,'13'6'197'0,"-7"-7"-14"0,-6 1-11 0,19-5-6 16,-6 1-13-16,0 0-8 0,4-3-20 15,0-1-11-15,0 1-9 0,0-1-9 0,-2-1-11 16,3-3-7-16,-2-1-7 0,-2 1-9 16,1 1-4-16,-1-4-9 0,-3 1-3 0,-1-2-3 0,-5 6-4 15,-2 0-7-15,0-3-3 0,-2 3-2 0,-2 0-4 16,1 10-3-16,-6-13 1 0,0 5 0 0,-2 5-2 15,-1 1 5-15,-1 2-8 0,-2 1 2 0,-5 6-5 16,2 0 3-16,-2 5-1 0,2 2 3 0,0 2-6 16,2-1 8-16,1-1-10 0,2 0 1 0,0 1-6 15,7-2 4-15,2 0-2 0,2 3 3 0,3-4-2 16,1-2-20-16,6 3-25 0,2 0-38 0,2-5-33 16,3 0-35-16,3-2-40 0,7-1-130 0,-8-2-340 15,7-3 151-15</inkml:trace>
  <inkml:trace contextRef="#ctx0" brushRef="#br0" timeOffset="7318.57">10652 3330 243 0,'-4'-7'265'16,"0"1"-15"-16,-5-1-17 0,0 5-11 0,-2 1-15 16,-3 1-14-16,-4 3-16 0,-3 2-15 0,2 3-10 15,1 2-16-15,0 3-12 0,-1 4-13 16,4-3-13-16,3 3-9 0,1-2-18 0,3 0 4 15,4-2-8-15,2 2-5 0,2-1-6 0,2-1-8 0,2 0-26 16,5 1-25-16,2-5-38 0,2 1-24 16,4-1-60-16,1-1-52 0,2-3-57 0,1 0-169 0,-2-4-438 15,0-1 194-15</inkml:trace>
  <inkml:trace contextRef="#ctx0" brushRef="#br0" timeOffset="7657.94">10776 3267 2123 0,'2'-25'48'0,"1"-2"0"16,-2 10 36-16,0 1-3 0,-2 4 14 0,1 2 5 16,0 1-5-16,0 9-19 0,-1-12-21 0,1 12-12 15,1-7-7-15,-1 7-5 0,0 0 2 0,3 23-2 16,-2-4-6-16,-1 5 0 0,0 6 4 0,0 2-5 16,1-1-2-16,-1 1-1 0,0-4 1 0,0 1-9 15,3-3 4-15,2-7 0 0,-4-1-4 0,0-2 2 16,2-2 0-16,-2-5-3 0,2 1-6 0,-3-4 5 15,0-6 4-15,0 12 1 0,0-12 6 0,1 7 5 16,-1-7 14-16,0 0 24 0,0 0-23 0,0 0-5 16,0 0-1-16,0 0-2 0,0 0-7 0,0 0-5 15,6-26-4-15,-2 10-6 0,1 4 2 0,2 1-7 16,0-3 1-16,-1 3 0 0,-1 0-6 0,-1 5 1 16,2-1-6-16,0 2-5 0,-2 2 2 0,-4 3-1 15,0 0 6-15,0 0-11 0,13 7-2 0,-13-7-15 16,8 11-9-16,-2-3-36 0,-1 1-28 0,-1 1-41 15,0 1-54-15,1-2-47 0,0 2-230 16,0 0-514-16,1-2 227 0</inkml:trace>
  <inkml:trace contextRef="#ctx0" brushRef="#br0" timeOffset="8111">11116 3534 2629 0,'1'-10'57'0,"-1"10"-23"0,0-10 22 0,0 10 25 15,-1-10 25-15,1 10 10 0,0-12-18 0,0 12 8 16,-2-13-16-16,2 13 2 0,0-13 5 0,0 13-8 16,0-13-7-16,0 13-6 0,3-18-10 0,1 8-9 0,2 0-7 15,2-1 0-15,-2 1-8 0,7-5-6 0,0 2-18 16,1 4-6-16,-3 1-3 0,6 2-4 0,-6 2-7 16,3 3-6-16,-2 0 6 0,1 3 1 15,-3 2 1-15,-2 2-1 0,1 1-1 0,-2 3 0 16,-2 1-1-16,3 3-3 0,-3 0 5 0,0 1 1 15,2 0-1-15,-4-3-1 0,1 0 3 0,2-2-3 16,-1-1-4-16,-2 0 4 0,4-1 2 0,-2-3 2 16,0 1 4-16,1-3-3 0,1 0 4 0,5-1-3 15,1-2 1-15,1-2-5 0,3-3 7 0,-3 0-3 16,1-2-4-16,2-3-6 0,-2 1 6 0,-1-1-20 16,-5-4 30-16,0 2-8 0,-1-5-7 0,-2 7 8 15,1-7-4-15,-2 1 0 0,0-1 3 0,-5 0-7 16,3 3 3-16,-3 2 3 0,1 2-3 0,0 0-1 15,-2 2 7-15,1 8-14 0,1-10 1 0,-1 10-10 16,0 0 13-16,0 0-1 0,0 0-13 0,0 0 15 16,-13 26 4-16,8-11-17 0,1 1 14 0,-2 0 6 15,2 1-2-15,0 0-3 0,0-1-9 0,4 0-30 16,2 0-37-16,-1-4-39 0,2-1-37 16,1-1-40-16,-1-1-54 0,4 0-50 0,-3-2-181 0,-4-7-520 15,11 6 230-15</inkml:trace>
  <inkml:trace contextRef="#ctx0" brushRef="#br0" timeOffset="8280.79">11445 3130 2703 0,'-11'-14'20'16,"1"1"40"-16,2 2-36 0,-1 1-9 0,3 5-10 15,2-3-14-15,0 4-19 0,4 4-16 16,-7-5-3-16,7 5-9 0,0 0-16 0,0 0-37 0,0 0-52 15,7 25-60-15,2-16-126 0,10 2-376 16,9 1 167-16</inkml:trace>
  <inkml:trace contextRef="#ctx0" brushRef="#br0" timeOffset="9551.34">12056 3219 228 0,'-4'-5'227'0,"0"0"-18"0,-2-2-11 0,1 5-18 0,-3-1-8 15,8 3-14-15,-17 0-12 0,5 1-11 0,-5 7-12 16,-2 3-7-16,-2 5-12 0,-2 3-11 0,1 1-9 16,11-4-6-16,-5 6-9 0,4-5-7 15,3-2-9-15,3 2 1 0,3-2-9 0,1-4-2 16,-1 1-5-16,6-3-4 0,-3 1-4 0,5 1-1 16,-1-5-5-16,4 0 3 0,2 0-5 0,-1-4 2 0,1 2 1 15,0-3-8-15,3-1 2 0,-1-1-2 0,-1-1-2 16,3-1 2-16,-1-2 0 0,-3-2-2 0,0-2-3 15,-2 0-7-15,5-3 7 0,-6 2 0 0,2-4-2 16,-1-3-1-16,-2 6-4 0,2-3 3 0,-5 3-3 16,0-2 5-16,2 5 2 0,-3 2 1 15,-1 0-2-15,-1 6-6 0,4-10-1 0,-4 10-2 0,0 0-4 16,0 0 1-16,5 18-1 0,-5 0 2 0,0 9 2 16,0 4 2-16,-5-2-1 0,1 3 4 0,3 3 2 15,-3-3-4-15,-2 0 3 0,1-1-2 0,3-5-3 16,-4 3 2-16,4-10 1 0,0-1-1 0,0-1 0 15,2 0 1-15,-2-6-3 0,2 1 3 16,0-2-4-16,0-10 4 0,2 14-1 0,-2-14-3 16,0 10 4-16,0-10 2 0,0 0 1 0,0 0 4 15,0 11 0-15,0-11-9 0,0 0 8 0,0 0-1 0,0 0-3 16,20-18 3-16,-13 8-4 0,5-5 1 0,-3-1 1 16,1-1-3-16,7-5-1 0,-4-2-1 15,3 0-4-15,-3-2 3 0,1 2 0 0,-1-1-2 16,0 0 2-16,3 3-1 0,-5 0-7 0,-1 5 5 15,-3 1-1-15,1 1 0 0,-2 4 1 0,2 0 0 16,-4 3 7-16,1-2 14 0,-1 4 5 0,-4 1 13 16,2-1-3-16,-2 6-2 0,4-9 3 0,-4 9 1 0,3-8-5 15,-3 8-2-15,2-5-4 0,-2 5-1 0,0 0-7 16,0 0-1-16,4-5 3 0,-4 5-12 16,0 0 7-16,0 0-15 0,0 0-1 0,0 0 5 15,0 0-2-15,0 0-3 0,0 20 0 0,-2-11 8 16,2 3-7-16,-2 0 3 0,2-1-5 0,0 4 3 15,0 2-2-15,-2-5-2 0,4-1 4 0,-2 2-3 16,2-3 0-16,-2 2 2 0,2-1-2 0,2-3 1 16,-3 2 3-16,4-1-1 0,-3-4 0 0,3 2 1 15,1-4-2-15,-2 2 2 0,4-2 8 0,-2 0-9 16,3-3-6-16,2 0 7 0,1-3-10 0,1 0-1 16,-1-1 2-16,1 0 3 0,1-7-1 0,-1 5 3 15,0-5-4-15,1-1 1 0,-5 0-1 0,1 0-1 16,0-3 1-16,-1 1 3 0,-5 3-3 0,3 0 2 15,-4 2-10-15,2-1 10 0,-1 4-2 0,-2 2 2 16,-2 4-5-16,4-6-5 0,-4 6 0 0,0 0-6 16,0 0 8-16,0 0 1 0,11 14 0 0,-6-7-1 15,-4 1 6-15,1 3-5 0,4-1 2 0,-3 0 2 16,3 1 1-16,-2-1 0 0,3 1 1 0,0-3 4 16,2 1 3-16,-1-2 0 0,9 2 3 15,-2-2-3-15,5-4-2 0,1-2 2 0,-1 1 0 0,0-5 3 16,1 0-1-16,-4-1-2 0,1-2-4 0,0 0-9 15,-2 0 10-15,-5-2 2 0,-1-1 1 16,3-4-6-16,-7 4 1 0,1-5-4 0,0 0 3 0,-5-3-6 16,-1 1 2-16,-1-1-1 0,-1 2-1 0,0-1 1 15,-2 5-1-15,-2 3 5 0,0 0-3 0,5 2 0 16,-4-1-6-16,4 7 2 0,-8-3 0 0,8 3-2 16,-17 10-2-16,6 2 6 0,0 3-2 15,-2 0-5-15,4 3 10 0,0 0 0 0,0-1 1 16,4 1 2-16,1 1-2 0,4-2-9 0,0-2-16 15,4 1-18-15,3-1-21 0,5-1-27 0,0-2-30 0,5-4-38 16,2 1-43-16,8-1-47 0,0-1-145 0,0-5-431 16,3 1 192-16</inkml:trace>
  <inkml:trace contextRef="#ctx0" brushRef="#br0" timeOffset="9717.94">13145 3347 203 0,'0'0'200'0,"0"0"-18"0,-5-4-16 0,5 4-13 16,0 0-15-16,0 0-11 0,-12 17-13 0,10-9-12 15,-2 1-9-15,2 2-7 0,0 2-26 0,2-3-48 16,-1 2-57-16,4-2-59 0,1 2-145 0,-2-1-268 16,2-3 120-16</inkml:trace>
  <inkml:trace contextRef="#ctx0" brushRef="#br0" timeOffset="9860.74">13162 3678 9 0,'-2'7'249'15,"2"-7"-3"-15,-2 6-16 0,2-6-18 0,0 0-21 16,0 0-20-16,0 0-37 0,0 0-47 0,0 0-54 16,0 0-80-16,0 0-71 0,0 0-116 0,24-22-252 15,-11 12 113-15</inkml:trace>
  <inkml:trace contextRef="#ctx0" brushRef="#br0" timeOffset="10014.92">13546 3515 104 0,'5'0'244'0,"-5"0"-7"16,0 0-16-16,9 0-17 0,-9 0-20 0,0 0-19 16,0 0-16-16,0 0-13 0,0 0-18 0,0 0-24 15,0 0-42-15,0 0-42 0,0 0-51 16,0 0-57-16,0 0-63 0,0 0-109 0,0 0-292 0,0 0 129 15</inkml:trace>
  <inkml:trace contextRef="#ctx0" brushRef="#br0" timeOffset="10966.04">4962 3741 53 0,'-13'2'103'15,"1"1"14"-15,-1-3-11 0,2 1-1 0,3 1-10 16,8-2-7-16,-12 0 0 0,12 0-13 0,-10 1-3 15,10-1-6-15,-8 2 2 0,8-2-20 0,0 0-1 16,0 0-3-16,0 0-2 0,0 0 0 0,1 10-1 16,-1-10-3-16,20 7 9 0,-3-2 1 0,4-1 5 15,10 1-4-15,1 1-5 0,8-2 3 0,12 1 0 16,5 1-11-16,3 1 3 0,3-3-1 0,1-2-1 16,2 2-3-16,31-2-1 0,-5 2-3 0,0-4 1 15,4 1 0-15,-4-5-3 0,5 4 0 0,5-3-4 16,0-1-3-16,1 8 2 0,-1 0-3 0,2-4-1 15,0 4 1-15,1-2-1 0,5 4-4 0,0-6-1 16,3 5 3-16,0 3-3 0,-1-6 2 0,5 3-1 16,1 1 2-16,4 1-3 0,-3-3 5 0,1 3-7 15,2 1-1-15,-3-2 3 0,2-1-4 0,1-3 1 16,-1 2 7-16,3-2-1 0,0 1 3 0,-1 3-4 16,4 0-4-16,-3-2 6 0,4 1-1 0,4-1 0 15,-1 2 3-15,2 1-6 0,0-3 2 16,0 0 1-16,-4-4 3 0,8 6-1 0,0-6-2 15,-2 7 3-15,10-3-1 0,-11 1 1 0,-8-2 2 0,3-2-4 16,-1 5 3-16,-1 1-6 0,-1-5 1 0,-3 1-1 16,-3 2-1-16,-3-2 1 0,-4 3-2 0,-2 0 1 15,2-4-3-15,-5 0 0 0,-3 0 1 16,-8-1-4-16,-5 1 0 0,4 0-2 0,-31 1 5 16,27-1-2-16,-29-4 5 0,30 4 2 0,-29-1 2 0,5 0 1 15,-4-1 2-15,-4 2 4 0,-3-1-3 0,-3 2-4 16,-3-1 1-16,-16 1 8 0,4-1 2 0,-3-2-14 15,-4 3 4-15,-3-1-5 0,-11 0-2 0,2-1-1 16,-8 1-1-16,3 0-1 0,-5 0 2 16,1-2-7-16,-4 0-4 0,-1 0-7 0,-7 0-22 15,10 2-18-15,-10-2-34 0,0 0-40 0,0 0-33 0,0 0-47 16,0 0-38-16,0 0-161 0,0 0-431 0,-41 1 191 16</inkml:trace>
  <inkml:trace contextRef="#ctx0" brushRef="#br0" timeOffset="28719.21">7448 4411 77 0,'-8'-4'122'0,"8"4"-12"16,-10-3-4-16,3 1-8 0,7 2 5 15,-11-2-7-15,5 0 1 0,6 2-1 0,-12-3-5 16,12 3-6-16,-9-2 10 0,9 2-16 0,-6-1 0 0,6 1-14 15,0 0-6-15,0 0-4 0,-10-3-8 0,10 3-8 16,0 0 1-16,0 0-4 0,0 0-2 16,25-1-6-16,-5 0-3 0,1-1-1 0,10-1 2 15,4 0-9-15,0 2-13 0,-2-1-19 0,2 1-17 16,-5 1-40-16,0-1-24 0,-2 0-39 0,-9 2-113 16,-4 1-268-16,-3 0 119 0</inkml:trace>
  <inkml:trace contextRef="#ctx0" brushRef="#br0" timeOffset="29128.77">7573 4389 168 0,'0'0'206'0,"0"0"-27"0,0 0-18 15,0 0-19-15,0 0-13 0,0 0-10 0,3 20-10 16,4-4-6-16,0 1-14 0,-1 1-4 0,0 6-5 15,1 3-9-15,-3 3-3 0,2-1-8 0,-1-2 1 16,0-3-6-16,0 2-9 0,-2-7 0 0,-2-2-7 16,2-2-5-16,-2-1-3 0,0-2 3 0,3-2-9 15,-3 2 0-15,1-3-3 0,0-1-4 0,-2-1 3 16,0-7-1-16,3 12 0 0,-1-8-3 0,-2-4-2 16,1 7 4-16,-1-7 0 0,0 0-2 0,0 0 6 15,0 0-14-15,-7 8 0 0,7-8-4 0,0 0-5 16,-15-2 1-16,4 1-2 0,11 1-2 0,-14-6 12 15,8 5-9-15,6 1 1 0,-14-3-6 0,8 1 3 16,6 2-5-16,-9-2-3 0,9 2 8 0,-10-1-3 16,10 1 0-16,0 0 4 0,0 0-2 0,-12-1-1 15,12 1-2-15,0 0 3 0,0 0-2 0,0 0 2 16,0 0-5-16,0 0-4 0,0 0-3 0,0 0-9 16,0 0-13-16,37 2-16 0,-23-2-20 15,5-2-27-15,0-1-26 0,3-1-14 0,0 2-32 0,-2-2-93 16,1 0-285-16,-1 0 126 0</inkml:trace>
  <inkml:trace contextRef="#ctx0" brushRef="#br0" timeOffset="29432.08">7924 4698 5 0,'0'0'90'16,"0"0"2"-16,11 3 2 0,-11-3 4 0,2 8-1 16,-2-8 9-16,4 8-4 0,-4-8-6 0,1 8 5 15,2-2-8-15,-3-6 2 0,1 9-13 0,-1-9-8 16,1 7 2-16,-1-7-10 0,2 6 0 0,-2-6-4 15,0 0 8-15,0 0-5 0,0 0 0 16,1 7 5-16,-1-7 6 0,0 0 1 0,0 0 2 0,0 0 9 16,0 0-10-16,0 0-1 0,0 0-7 15,0 0-5-15,0 0-11 0,10-14-5 0,-2 4-11 0,0 2-4 16,2-6-9-16,2 0-1 0,3-1-8 16,1 1 0-16,5-5-12 0,-5 6 4 0,7-2-5 0,-5 7 1 15,0 1-5-15,1 3 5 0,-3 1-8 0,0 5 1 16,3 0 0-16,-2 3 1 0,-3 4-3 0,0-1 2 15,-1 4 0-15,-5-1-3 0,3 2-29 16,-7-1-29-16,0 0-40 0,2 4-34 0,-2-5-31 0,-3 2-31 16,2 2-119-16,-3-3-347 0,2-3 154 15</inkml:trace>
  <inkml:trace contextRef="#ctx0" brushRef="#br0" timeOffset="29752.03">8882 4553 8 0,'0'0'240'0,"5"-3"-27"0,-5 3-22 0,0 0-17 15,0 0-20-15,-3 23-4 0,-2-13-19 0,1 3-5 16,-1-1-12-16,0 3-12 0,1-3-10 16,2 0-9-16,0 0-10 0,4 0-5 0,-2 0-7 15,2-2-4-15,1-1-3 0,2 0-5 0,3-2-6 0,-2 0-3 16,3-1-2-16,0 0-7 0,2-6-4 0,7 1 5 15,0-2-4-15,-4 0 0 0,4-2-3 16,-1-5 1-16,-1 0-4 0,-6 5 12 0,1-5 11 16,-4 0-2-16,-2-1-5 0,-1-1 2 0,-2-1-13 15,-4-2 2-15,-3 0-3 0,0-1-2 0,-6 0-6 16,-2 1-1-16,-5 3-4 0,1 1-9 0,-3 2-11 0,-2 4-14 16,-6-3-22-16,10 8-19 0,-1 2-37 15,0 2-49-15,3 3-24 0,4 2-31 0,-1 2-145 0,1 1-376 16,7-1 167-16</inkml:trace>
  <inkml:trace contextRef="#ctx0" brushRef="#br0" timeOffset="30112.35">9113 4827 93 0,'8'-12'214'0,"-3"6"-1"15,-4-4-6-15,4 0-22 0,-4-2-11 0,2-2-9 16,1-3-3-16,-3 2-10 0,2-2-1 0,-2 1-15 15,0-9-11-15,0 5-12 0,-1 4-6 0,3-1-15 16,0-1-4-16,-3 1-9 0,0 5 0 0,0 2-7 0,0-2-5 16,0 4-7-16,1 1-7 0,-1 7-6 15,1-9-3-15,-1 9-5 0,-1-10-4 0,1 10-4 16,0 0-1-16,0 0-6 0,0-11-6 0,0 11-7 16,0 0-14-16,0 0-10 0,0 0 4 0,0 0-4 15,0 0-2-15,0 0 3 0,20 1 2 0,-20-1 2 16,23 6 0-16,-10-4 0 0,7 2 0 0,-1-2-1 15,2 4-2-15,1-2 2 0,-3-1 2 0,0 0-1 16,0 1 2-16,-6 1-4 0,-1 0-1 0,-1 4 3 16,1 1-2-16,-3-1 5 0,-1 1-3 0,3 5 1 15,-3-1 2-15,-5-2 1 0,4 3 4 0,-4 1-3 16,0 0 2-16,0 2-18 0,-3-2-31 0,0-2-31 16,0 2-40-16,1-6-52 0,-1 2-50 0,1-2-139 15,-1-10-392-15,4 16 173 0</inkml:trace>
  <inkml:trace contextRef="#ctx0" brushRef="#br0" timeOffset="30889.2">9890 4631 124 0,'-8'-8'246'0,"1"3"-12"0,-1 1-16 0,-2 0-16 15,-3 3-13-15,-1 1-16 0,1 0-11 0,-6 4-14 16,1 3-18-16,0-2-9 0,2 5-12 0,0 0-14 15,1 0-8-15,3 4-8 0,2-1-12 0,0 0-3 16,4-2-8-16,2 0-4 0,1 0-3 0,3-1-6 16,1 2-2-16,2-3-7 0,2-2 2 0,3 1-5 15,-1-1-2-15,2 0-2 0,2-3-3 0,1 0-2 16,5-2-6-16,-3-2 1 0,5-5-4 0,-1 1 1 16,1-2-2-16,-2-2 0 0,-1-1 0 0,-3-4 1 15,1 2-4-15,-2-2 2 0,-3-2-2 0,0-10-2 16,-2 2-1-16,1-4 0 0,1-1 2 0,-5-1-7 15,0 6 7-15,-2-6-5 0,-1 1 1 0,1 0 0 16,-4 9 5-16,4 1 5 0,-2 2 11 0,-2 6 9 16,2-1 2-16,0 2-3 0,0 9-7 0,0-12-6 15,0 12-6-15,0 0-4 0,0 0 0 0,0 0-1 16,0 0-3-16,0 0-1 0,3 45 0 0,-2-16 3 16,-1 2-2-16,-1 2-1 0,2-4-2 15,-1 4 0-15,0-4 0 0,0-3 0 0,4-3 3 0,3 2-2 16,-3-7 2-16,3 0-3 0,-1 0 2 0,2-4 3 15,1 0-2-15,3-3-2 0,-3-3 10 0,5-2-13 16,-3 1 2-16,2-3 10 0,3 1-14 0,1-3 1 16,2-3 2-16,-2 0-8 0,2-4 0 0,0-2 6 15,-2-1-9-15,1-2-7 0,-4 0 1 0,1-5-4 16,-3 2 5-16,-2-3-2 0,3-7-5 0,-7 8 3 16,-1-2 0-16,0 0 1 0,0 0 3 0,-2 1 2 15,-3 4-2-15,1 3 3 0,-1-3 11 0,-1 6-3 16,1 6 3-16,-1-11-2 0,1 11-7 0,-3-6-1 15,3 6 0-15,0 0 10 0,0 0-11 0,0 0 5 16,-24 28 1-16,14-12-3 0,2 1 4 16,0-1 1-16,0 0-2 0,2 4 0 0,1-4 2 0,4 1 0 15,-2-2 1-15,5-2 1 0,-1-1 2 16,1-1-2-16,2 1 0 0,1-4 2 0,0 1-1 16,1-2 3-16,-1-1 0 0,2-2 0 0,1-1 0 0,2-1-1 15,2-1 0-15,3-2 2 0,-3-1-1 0,4-3-2 16,0-4-2-16,-4 5-4 0,0-3 2 15,3-2-4-15,-1-3 2 0,0-1-3 0,-1 0 1 0,0 0-1 16,-2-2-3-16,1 2 3 0,-4 2 2 0,2 4 1 16,-4-2-5-16,0 0 4 0,-2 5 0 15,1 1-8-15,-5 3 1 0,9-4 2 0,-9 4 0 16,0 0 0-16,14 11 4 0,-11-5 7 0,2 4-2 16,0-2-3-16,-1 4 2 0,0 0 1 0,-3-3-2 15,3 4 1-15,-1-2-27 0,-2 1-28 0,-1-1-39 16,1 0-48-16,3-2-51 0,-1-1-211 0,-1 2-440 15,-2-10 195-15</inkml:trace>
  <inkml:trace contextRef="#ctx0" brushRef="#br0" timeOffset="31263.74">11352 4414 88 0,'1'-4'252'0,"-1"4"-14"0,3-8-15 15,-3 8-21-15,0 0-21 0,1-7-19 16,-1 7-20-16,0 0-17 0,0 0-12 0,0 0-9 15,4 19 4-15,-4 0 6 0,0 4-2 0,0 6-5 16,0 0-5-16,0 0-8 0,0 0-5 0,-3-2 4 16,3-1-20-16,0 0-7 0,0-7-5 0,0 0-5 15,0 1-6-15,0-4-3 0,3-3-3 0,-3-1-7 16,0 1 0-16,0-3-8 0,-3-1 2 0,6-2-10 16,-3-7-11-16,0 11-22 0,0-5-20 0,0-6-18 15,0 0-20-15,-3 12-28 0,3-12-21 0,0 0-43 16,-7 6-37-16,7-6-21 0,0 0-156 0,0 0-405 15,-19-5 180-15</inkml:trace>
  <inkml:trace contextRef="#ctx0" brushRef="#br0" timeOffset="31629.69">11213 4647 95 0,'0'0'153'0,"0"0"-18"0,15-12-5 0,-5 10-5 16,4 0 2-16,5 1-8 0,10 2-10 0,-8-2-5 15,9 1-12-15,-5 1-10 0,3 0-4 0,1 1-8 16,-8 3-11-16,-2-3-8 0,-1 3-3 0,-1 2-6 16,-2 0-5-16,1 3-7 0,-9-3 1 15,1 1 4-15,-3 0-8 0,1 1-5 0,-1 3 3 0,1-5-6 16,-3 3 2-16,1 0-4 0,-2-4-3 0,0 0 3 16,1 1 0-16,1-1-3 0,-1-2 0 0,1 1 0 15,1-1 1-15,-5-4 7 0,13 5 5 0,-5-4 6 16,-8-1 4-16,22-2 4 0,-11 0-2 0,2-2 2 15,3-3 4-15,0 1 1 0,-6-3 0 0,4 4 2 16,-5-5 3-16,0 3 8 0,-4-5 6 0,-1 3-4 16,-2-3-7-16,1 3 5 0,-3-4-5 0,0 1 4 15,0 12-10-15,-9-17-5 0,4 7-3 0,-1 3-5 16,-2 0-6-16,0 0-5 0,-3 3 2 0,-2 1-11 16,-1 3-6-16,14 0-24 0,-23 3-27 15,9 1-26-15,-1 1-34 0,2 2-52 0,2 0-61 0,-3 5-210 16,6-5-460-16,0 0 204 0</inkml:trace>
  <inkml:trace contextRef="#ctx0" brushRef="#br0" timeOffset="32903.71">12835 4627 169 0,'0'-9'243'0,"0"9"-15"16,-2-10-19-16,2 10-18 0,-5-6-17 0,5 6-14 15,-10-3-14-15,10 3-11 0,-15 5-8 0,3 2-7 16,-5 3-4-16,-4 9-10 0,-1-2-8 0,-2 4-9 15,3 2-5-15,1 1-7 0,2 1-26 0,4-1-4 16,1 0-10-16,5-1-1 0,2-5-2 0,6-2-3 16,0 1-6-16,2-1-6 0,4-2-12 0,2-2-18 15,3-1-9-15,5-1-13 0,2-2-7 0,9 0-8 16,4-5-10-16,1 0-9 0,1-4-12 0,1-3 0 16,3-1-2-16,-4-2 5 0,-1-2 9 15,1-2 11-15,-6-1 3 0,-3-1 2 0,-8 0 7 0,1-1 20 16,-6-1 5-16,2-7 6 0,-4 4-1 0,-4 0 9 15,3-7 19-15,-3 2 16 0,-5 4 10 0,0 1 9 16,2 3 12-16,-2 5 10 0,-2-1 9 0,2 5 1 16,0 6-8-16,0-11-9 0,0 11-13 0,-4-7-9 15,4 7 1-15,0 0-7 0,0 0-8 0,-7 20 1 16,1-3-1-16,3 2-6 0,-2 0 4 0,1 2-4 16,1-2-6-16,5-1 1 0,-1 0 1 0,1-1-10 15,2 1 9-15,4-3-5 0,-2 0 4 0,1-3-4 16,-1-3-3-16,2 0-2 0,0-3-2 0,-1 0-1 15,2-1-1-15,2-2-5 0,-2-1 1 16,2 0-10-16,1-2 6 0,-1-4-10 0,-1-1-10 0,3 0-5 16,-3-2-6-16,4-4 2 0,-3-2-3 0,-2 1 4 15,0-2 3-15,-2-4-2 0,-3 1-3 0,1-1 5 16,-3-1 0-16,2-1 2 0,-1 1 4 0,-1 2 3 16,-2 1-2-16,3 6 10 0,-1-2 6 15,0 5 3-15,-2 7 0 0,0-12-2 0,0 12-2 0,0 0-1 16,0 0 1-16,5-7-1 0,-5 7 2 0,0 0 0 15,12 19 3-15,-7-10 0 0,3 7 4 0,2 0-6 16,-3-2 4-16,3 2 0 0,-6-4 4 0,5 2 2 16,-3-1 5-16,1-1-7 0,0-2 4 0,0-1 1 15,-1 1 2-15,-2-3-4 0,1-2 0 0,-5 2 1 16,0-7 1-16,4 7 0 0,-4-7 10 0,6 6 3 16,-6-6 11-16,4 4-2 0,-4-4 4 0,0 0-5 15,0 0-3-15,0 0 3 0,0 0-7 0,0 0-1 16,0 0 0-16,0 0-2 0,-7-27-3 0,9 18-3 15,-2 0-6-15,0 9 6 0,7-18-6 0,0 7-3 16,1 4-3-16,2-1-2 0,-1 1 1 16,2 3-1-16,2 1-1 0,0 2-3 0,2 1 4 0,-4 5-2 15,-1-2 3-15,2 3 2 0,-1 0 2 0,-2 1-3 16,1-1 2-16,-4 3-1 0,1-3-1 0,1 1 0 16,-2-2 1-16,-4 1 0 0,4-1 1 15,-1-1 1-15,-5-4 1 0,6 7 0 0,-6-7 0 0,4 5 3 16,-4-5 6-16,0 0 11 0,0 0 1 0,0 0 4 15,0 0-7-15,0 0 4 0,0 0-12 0,0 0-1 16,5-15 0-16,-5 15-2 0,5-14 0 0,0 5-5 16,-1 0 0-16,2-4-3 0,1 4 4 0,5-4-5 15,-2 4-5-15,1 1 2 0,1 3 0 16,-1 1-1-16,1 2-3 0,-3 2 0 0,2 1-4 16,-5 3 6-16,2 1 0 0,-2 2 0 0,1 1 0 15,-1 3-1-15,-1 0-3 0,0-1-7 0,-1 3-17 0,-4-1-19 16,2 0-28-16,-2 1-30 0,0-3-39 0,2 1-36 15,-2 2-42-15,1-5-115 0,-1-8-368 0,2 14 163 16</inkml:trace>
  <inkml:trace contextRef="#ctx0" brushRef="#br0" timeOffset="33143.92">14078 4491 242 0,'0'-9'226'0,"1"2"-22"0,-1 7-30 16,0 0-19-16,0 0-19 0,0 0-8 0,0 0-9 16,-1 32-7-16,-1-5 2 0,0 5-10 0,-4 0-5 15,2 13-12-15,-4-10-5 0,6-1-6 0,-5 0-4 16,3 1-6-16,4 1-8 0,-2-6-5 0,0 2-5 0,1-5-3 16,1 0-3-16,1-3-4 0,1-4-12 15,0-2-29-15,0-3-20 0,-2-4-28 0,0 1-25 16,2-3-41-16,-2-9-30 0,-2 11-14 0,2-11-161 15,0 0-348-15,-4 12 155 0</inkml:trace>
  <inkml:trace contextRef="#ctx0" brushRef="#br0" timeOffset="33335.83">14177 4679 37 0,'12'-2'165'16,"-1"3"-20"-16,-11-1 0 0,23 7-4 0,-12 0-8 15,-5-1-11-15,4 5-13 0,-6-3-6 0,0 2-7 16,-2 5-6-16,-4 0-8 0,2 1-4 0,-8 0-5 16,-2 0-11-16,1-1-3 0,-4-1-14 0,-3 1-30 15,3-1-31-15,-3-4-47 0,1-1-35 0,0 0-44 16,1-1-89-16,4-5-249 0,3 0 111 0</inkml:trace>
  <inkml:trace contextRef="#ctx0" brushRef="#br0" timeOffset="34074.67">14642 4692 2356 0,'10'-7'61'0,"-3"4"-15"0,-3-2-33 15,-4 5-1-15,2-6-6 0,-2 6 10 0,0 0 2 16,0 0 2-16,-20 2 2 0,6 2 12 0,-3 4 3 16,-3 2 2-16,-6 4-1 0,2 0 0 0,2 3-3 15,1-1-5-15,5-2-4 0,1 0-1 0,6 1-3 16,0-1-4-16,4-3 0 0,1-1 0 0,3 0-5 15,2 1 4-15,3-2-2 0,1-1 4 16,-1-2-7-16,6-1 0 0,0 0-5 0,1 0-1 16,7-1 1-16,-6-2 6 0,5-2-11 0,-1-4 2 0,4-2-1 15,-1 0 0-15,-2 1 0 0,-2-5-4 0,-1 1 1 16,-1-4 3-16,-2 1-1 0,-3-1 1 0,-2 1 5 16,0-4-8-16,0 1 0 0,-2-2-1 0,-3 2 0 15,3 2 9-15,-4 3 8 0,0 2 5 16,0 2 5-16,0 6-2 0,4-11 6 0,-4 11-14 15,0-7-5-15,0 7-8 0,0 0 0 0,0 0-1 0,0 0-1 16,0 0 5-16,0 26-7 0,0-12 13 0,0 3-9 16,1 0-4-16,-1 1 2 0,1-2 1 0,2 0 1 15,2 1-1-15,-3-5 1 0,7 1 3 0,-2-1 4 16,-1-2-9-16,3-2 3 0,-1 1 2 0,2-3-4 16,0 1 6-16,3-2-2 0,-2-3 0 15,5 0-1-15,-1-2 3 0,-1 0-1 0,-3-2 0 0,1 0-1 16,1-4 1-16,-4 0 1 0,2 0-1 15,-2-3-4-15,-1-1 1 0,-3-1-5 0,3 0-3 0,-4-5-3 16,2 0-2-16,-1 1 1 0,0 3-1 0,-1-5 0 16,1 7 2-16,-1-4-3 0,1 5 2 0,-1-1-2 15,1 3 4-15,0-1-6 0,-2 1-1 0,4 4 0 16,-7 3 2-16,12-1-2 0,-12 1 1 0,18 4-1 16,-12 1 2-16,1 3-1 0,-1-1 1 0,0 4 0 15,1-3 4-15,-2 4-1 0,0 0 3 0,0-3 2 16,-2 3-1-16,2-1 2 0,2-1-1 0,0 1 2 15,-1-3 0-15,1 0 1 0,-1-1 4 16,4 0 0-16,-1-3 0 0,2 0 7 0,1 0-6 0,1-3-1 16,7-2 1-16,-2-1-1 0,3-4 0 15,-2 1 0-15,-2-3 0 0,0 0-1 0,0-1 3 0,0-2-4 16,-6-1 9-16,1 0-12 0,-2-3 1 16,-2 0 2-16,-1-3-6 0,-3 4 2 0,-3 2 2 15,0 1 0-15,-3 1 2 0,0 1-1 0,0 2 2 16,2 7-3-16,-6-9 8 0,6 9-11 0,-10-1-2 15,10 1 1-15,-21 9 3 0,8-1-1 0,-1 4-2 16,-1 2 4-16,2-1-5 0,-2 0-22 0,4 1-29 0,3 2-25 16,3-1-43-16,1 1-36 0,5-4-39 0,4-1-31 15,3 1-158-15,2-4-421 0,4 4 186 16</inkml:trace>
  <inkml:trace contextRef="#ctx0" brushRef="#br0" timeOffset="34455.67">15859 4596 2260 0,'11'-27'20'0,"-1"1"-3"15,0 1 5-15,-4 9 7 0,0 3 9 0,-3 5-17 16,2-3-10-16,-2 7-7 0,-3 4-4 0,6-3 1 16,-6 3-1-16,9 11 8 0,-2 4 13 0,0 11 13 15,-4 3 14-15,-1 1 15 0,0 2 0 0,0 2-6 16,-3-1 2-16,-3-4-4 0,0 3 0 0,-1-3-3 15,0 1 0-15,3-2-9 0,-2-2-2 0,0 0-4 16,1-10-3-16,-1 0-2 0,3-3-5 0,-1-1-13 16,-1-2-24-16,2-1-28 0,-2-1-24 0,2 1-35 15,0-4-54-15,1-5-57 0,-1 8-45 0,1-8-148 16,-4 8-432-16,4-8 192 0</inkml:trace>
  <inkml:trace contextRef="#ctx0" brushRef="#br0" timeOffset="35003.97">15849 4766 53 0,'8'-10'190'0,"5"-1"-20"0,2-1-18 15,0-2-16-15,3 1-5 0,4-2-19 0,-2-1-17 16,3 2 9-16,-5 3-11 0,-3 0-2 0,2 0-6 16,-2-2-4-16,2 3-2 0,-5 0 1 0,-1-2-1 15,-2 3 4-15,0 1-8 0,-4 3 6 0,0 0-7 16,-1 2-1-16,-4 3-10 0,8-7-5 0,-8 7-9 15,6-4-8-15,-6 4-7 0,0 0-2 0,0 0-8 16,1 15 3-16,-2 2-4 0,0 4-2 0,-7 5-4 16,2 4 3-16,1 1-1 0,-1 1-2 0,1-1-4 15,0-3-1-15,1-1-2 0,1 0 3 0,1-1-2 16,2-9 0-16,-2 0-2 0,2-2 0 0,0-3 1 16,0-3 2-16,1 1-4 0,0-5-2 0,-1-5 2 15,-1 9 1-15,1-9-3 0,0 0-1 0,6 6 3 16,-6-6-5-16,0 0 0 0,18-7-6 0,-4-4 1 15,2 0 1-15,0 1-5 0,7-5-2 0,3 1 1 16,-2 1 0-16,2 2-1 0,-5 3 2 0,-3 2-1 16,1 2 0-16,-2 2-1 0,2 0 2 0,-6 1-1 15,0 0 1-15,0 3 1 0,-1 0 2 0,6 0 3 16,-4 1 1-16,3 1 2 0,-1-1 1 16,1 1 1-16,1-2 0 0,-4 0 5 0,0-2 5 0,3 0 6 15,-3-1 2-15,-1 0 0 0,-1-2 6 0,1 0-1 16,-2-1 3-16,-1-1-5 0,0-1-1 0,-4-2-4 15,1 1-1-15,-1-2-1 0,-2 1-1 0,-2 0-3 16,-2-2 0-16,0 0-2 0,0-1-4 0,-2 4 0 16,2 7-4-16,-3-12-2 0,-2 9-3 0,5 3 5 15,-7-4-8-15,7 4-2 0,-17 9 0 16,4 0 1-16,0 4 1 0,-6 6 8 0,8-4-10 0,2 2-1 16,-1-1-15-16,3 4-24 0,3-2-23 0,3-2-39 15,2 2-45-15,4-6-34 0,4 3-29 0,7-2-154 16,8-1-400-16,3-1 177 0</inkml:trace>
  <inkml:trace contextRef="#ctx0" brushRef="#br0" timeOffset="35406.21">17562 4592 1829 0,'3'-19'-1'0,"0"-1"49"0,1 1-8 0,0 2 1 16,-2 0 29-16,-2 6 9 0,1 0 5 0,1 3-4 15,-1 1-12-15,0 0-4 0,-1 7-8 0,3-8-6 16,-3 8-11-16,0 0-8 0,0 0-1 0,0 0-3 16,0 0 6-16,5 41 24 0,-4-6 9 0,-1 11-9 15,-1 2 0-15,-2 0 0 0,1 0-3 0,1-12-4 16,-5 12-1-16,5-14-5 0,-3 0-7 0,3-1 1 16,-3-1-6-16,2-3-1 0,0-2 0 0,2-2 0 15,-2 0-6-15,3-7-16 0,-3 0-21 0,0-5-17 16,2 0-24-16,0-2-33 0,0-1-40 0,-1-3-47 15,1-7-48-15,-1 12-43 0,-2-7-142 0,3-5-438 16,0 0 194-16</inkml:trace>
  <inkml:trace contextRef="#ctx0" brushRef="#br0" timeOffset="36044.53">17592 4704 2097 0,'14'-12'42'0,"-1"-1"-43"0,-4 7-12 0,2 1 21 15,0 3-20-15,0 2 4 0,2 0 1 0,2 5 8 16,2 2-2-16,-7 2-5 0,4 2 5 0,-5 2 2 16,0 1 1-16,0-1-2 0,-5 4 1 0,-3 1 4 15,0-2-2-15,-3 2 2 16,-2-2-3-16,-1 0 2 0,-4-2-8 0,1-3-4 0,-2 3-2 0,-1-7-2 16,0 4-14-16,2-5-1 0,-1 0-7 0,0-1 2 15,0-3 5-15,1 3 2 0,1-4 8 0,3 1 4 16,5-2-4-16,-10 2 9 0,10-2 2 0,-9 0-6 15,9 0 6-15,0 0-7 0,0 0 4 0,0 0 0 16,0 0 1-16,18 9 1 0,-5-8 5 0,6 1 3 16,0-1 3-16,3 1 2 0,7-4-3 0,2 2 6 15,1-1-1-15,0-2 6 0,1-1 5 0,-2-2-1 16,1 2 1-16,-1-3-3 0,0-1 2 0,-3-1-3 16,-1 0 3-16,-8 1 2 0,-3-1 1 15,1 2 2-15,-4-3 3 0,-3 3 4 0,-1-3 1 0,-1-1-6 16,-3-4 0-16,-1 0-4 0,0 3 4 0,-8-4-5 15,4 2 3-15,-4-1 3 0,0 5 1 0,-1 0-2 16,0 1 11-16,-1-4-11 0,-3 6 0 0,0 0-7 16,1 0 2-16,-2 3-7 0,0 1-3 0,-1 4-1 15,0 3-2-15,1 1-3 0,1 5 1 0,-5 3 1 16,4 3-2-16,-1 1-2 0,1 6 4 0,4-3 0 16,3-1-1-16,2-1 2 0,0 2-4 0,4-4 0 15,0 0 4-15,1 0-1 0,5-1 3 0,-2-2-5 16,1-3 3-16,2-3-1 0,3 0 0 0,-1-1 1 15,4 0 2-15,2-3-8 0,-5-2 4 16,4-2-8-16,-4-1 3 0,-1 0-5 0,6-3-2 0,-4-2 1 16,4-2 0-16,-3 0 2 0,0-1-1 0,0-3 1 15,-1 0-3-15,-3-2 5 0,3 2-3 0,0-1 4 16,-5 5-7-16,1 0-1 0,1 3 2 0,-2 1-3 16,-4 0 3-16,1 3-2 0,-6 2 0 15,0 0 1-15,14 5 4 0,-10-1 0 0,0 3 2 16,1 3 4-16,-1-1-2 0,-2 2-1 0,1 2 5 0,2 1-3 15,-2-1 1-15,-1-1-16 0,2 0-26 0,-1 0-51 16,0-1-62-16,2-3-212 0,-3 3-394 0,3-4 175 16</inkml:trace>
  <inkml:trace contextRef="#ctx0" brushRef="#br0" timeOffset="36310.3">18723 4642 2351 0,'-4'-24'-1'0,"0"7"59"16,3-1 3-16,-1 8-5 0,-2 0 2 16,3 3-1-16,1 7-19 0,-3-12-9 0,3 12-11 15,0 0-4-15,0 0 4 0,-11 16 11 0,-1 7 9 16,-1 4 3-16,4 3 3 0,-5 3 3 0,2-1-6 0,0 3 0 16,3-1-2-16,0-1-3 0,4 1-8 0,1-2 1 15,2 0-1-15,-2-4-5 0,4 0 0 16,-3 0 1-16,3-3-5 0,-2-6 2 0,2-1-4 15,-2-2 3-15,1 0-13 0,0 0-20 0,1-6-28 16,0 0-25-16,-3-2-18 0,-1 2-37 0,4-10-34 0,-3 8-50 16,0-4-39-16,3-4-161 0,0 0-437 0,0 0 195 15</inkml:trace>
  <inkml:trace contextRef="#ctx0" brushRef="#br0" timeOffset="36666.08">18471 4870 51 0,'8'-4'174'0,"0"2"-14"16,-2 1-18-16,7-1-11 0,4 1-7 0,2 1-9 16,2 0-15-16,-1-1 0 0,0-1-12 15,0 0-8-15,0 2-5 0,0-2-9 0,-1 2-7 16,-6 0-2-16,2 0-9 0,-4-2 3 0,-4 2-4 16,1-1-8-16,-8 1 2 0,14 0-7 0,-14 0 2 15,9 1-7-15,-9-1-6 0,8 2 6 0,-8-2-3 16,2 7 5-16,2-3 6 0,-4-4 5 0,0 16-1 15,1-7-5-15,1 3-3 0,-2-2-2 0,0 2 0 16,1 0-3-16,0-1-5 0,2-1 2 0,2-2-8 16,-1 1 6-16,0-5-1 0,1 1-1 0,1-2-3 15,-6-3 3-15,13 6 1 0,-5-6 4 0,-8 0 5 16,17-3 7-16,-8-2 4 0,0 0 2 0,0-2-4 16,-1 2 5-16,-2-4 2 0,-2-1-4 0,0 0-4 15,0-3-6-15,-4 2-8 0,-3 0-14 0,1-6-19 16,-1 5-10-16,-2 2-26 0,-1-2-19 0,-1 4-21 15,1-1-32-15,-3 2-32 0,2 5-21 0,1 1-20 0,6 1-10 16,-19 8-111-16,9-2-334 0,2 2 148 16</inkml:trace>
  <inkml:trace contextRef="#ctx0" brushRef="#br0" timeOffset="36932.06">18985 4985 183 0,'9'-9'173'0,"-4"1"-5"0,0-3 1 16,2-3-15-16,-6 3-12 0,2-7 0 0,-2 3-14 16,-1-2-3-16,0-1-11 0,0 3-5 0,0 4-6 15,0-2-11-15,0 2-10 0,2 2-1 0,0-1-10 16,-2 10-7-16,-2-12-7 0,2 12-2 0,0-9-16 16,0 9-5-16,0 0-5 0,7-4-5 0,-7 4 0 15,0 0-3-15,14 13-4 0,-6-5 0 0,0 3-5 16,1 4 0-16,-1-1 1 0,0 1-3 0,-2 2 3 15,-1-2-5-15,0 2-1 0,1-3 1 0,-4-2-13 16,2 1-24-16,1-1-30 0,-2-1-42 16,0-2-27-16,1 1-41 0,1-1-167 0,-3 1-362 0,-2-10 161 15</inkml:trace>
  <inkml:trace contextRef="#ctx0" brushRef="#br0" timeOffset="37478.31">19296 4887 51 0,'0'0'234'0,"0"-9"-30"16,0 9-16-16,0 0-24 0,1-9-20 0,-1 9-12 16,0 0-12-16,0 0 0 0,0 0-8 0,3 24-5 15,-5-13-8-15,4-1-5 0,-2 0-7 0,0 1-10 16,1 0-2-16,-1-1-9 0,1 0-2 0,-1-10-13 16,0 11 1-16,0-5-5 0,0-6 2 0,0 0 7 15,0 10 13-15,0-10 10 0,1 6 2 0,-1-6 12 16,0 0 4-16,0 0-9 0,0 0-9 0,0 0-8 15,0 0-5-15,0 0-13 0,0 0-2 0,0 0-7 16,3-31-6-16,1 20-7 0,2-5-4 0,1-1-12 16,3 1-3-16,5-7-10 0,6 4 1 0,2 2-10 15,-9 5 2-15,4 3-1 0,-3 4 0 0,1 0-5 16,-4 1 0-16,1 4-2 0,-4 3 2 16,1 1-3-16,-2 3 11 0,-1 3-6 0,-2 1-2 15,1 3 0-15,-3-3 0 0,0 4 4 0,1 1 0 0,-3-3 4 16,0-1 2-16,-1-3-5 0,2 1 4 0,-2-2-3 15,0-8 7-15,-2 12 0 0,2-12-1 16,0 9 1-16,0-9 5 0,0 7-2 0,0-7 5 16,0 0 4-16,0 0-4 0,0 0-1 0,0 0-5 0,0 0 1 15,0 0 3-15,0 0-5 0,12-25-5 0,-6 15-2 16,2-5-4-16,3-2-2 0,1 1 1 0,3-4-1 16,3 1-7-16,-5 3-2 0,4 3 4 15,-5 2-1-15,5 2 2 0,-7 4 0 0,0 2-2 16,-2 0 2-16,1 3 1 0,-1 3-1 0,2 0 1 15,-4 3 3-15,1 2 0 0,-2 1 1 0,-1 1 1 16,2 1 2-16,-4 0-3 0,1 2 4 0,1-2 0 0,-3 3 2 16,2-2-3-16,-1-1-26 0,0 2-24 0,2-4-31 15,-2 1-31-15,4-1-23 0,-2-4-18 0,1 1-28 16,3-1 0-16,5 1 2 0,-2-2 19 16,8-1 3-16,2-3-96 0,1-2-282 0,6 1 125 0</inkml:trace>
  <inkml:trace contextRef="#ctx0" brushRef="#br0" timeOffset="37735.15">20008 4974 650 0,'16'-8'-39'0,"0"-4"30"0,-2 1 16 0,0 0 20 0,-3-3 12 15,-3-2 18-15,-2 6 15 0,1 0 20 0,-4 1 14 16,-1-1 5-16,0 0 13 0,-2 4 7 0,0 6-7 16,0 0 5-16,-5-9-15 0,5 9-2 0,-18 1-7 15,7 3 4-15,-2 2-2 0,-4 4 0 0,-6 4-16 16,7-4-7-16,-1 2-9 0,4 1-7 16,-2-1-5-16,6-4-8 0,1 2 1 0,1-2-12 15,2-1-3-15,2 0-3 0,1-1-4 0,2-6-3 0,1 10 1 16,-1-10-4-16,5 9-2 0,1-7-6 15,2-1 1-15,2 0-4 0,1-2 1 0,1 1-6 16,0-3 2-16,-2 1-1 0,3 0-2 0,0-2-4 16,1 1-7-16,-2-1 1 0,1 2 0 0,-3-2-2 15,-3 1-12-15,-7 3 0 0,14 2-8 0,-8 1 0 16,-6-3-15-16,10 7-17 0,-8-3-26 0,-2-4-28 0,2 12-31 16,-2-12-42-16,-1 17-30 0,0-8-174 15,-4 3-416-15,5-12 184 0</inkml:trace>
  <inkml:trace contextRef="#ctx0" brushRef="#br0" timeOffset="37943.61">20239 4964 131 0,'13'-12'207'0,"-6"1"-8"0,1 2 1 0,1 0-3 16,-1 2-5-16,-3 0-10 0,0 3-20 15,0 1-8-15,2 0-21 0,-7 3-16 0,13 0-9 16,-5 3-15-16,-3 0-5 0,3 3-10 0,-2 3-8 15,-1-2-5-15,-2 0-6 0,1 1-4 0,-2-1-12 16,2 3-25-16,-1-1-31 0,-1 0-31 0,3-1-26 0,-2 2-37 16,2-1-16-16,-5-9-28 0,9 10-34 15,-2-6-125-15,0-1-335 0,2 0 147 0</inkml:trace>
  <inkml:trace contextRef="#ctx0" brushRef="#br0" timeOffset="38281.65">20674 4806 233 0,'2'-11'232'0,"-2"5"-6"0,0 6-19 16,1-10-23-16,-1 10-18 0,0 0-16 0,0 0-15 15,0 0-12-15,0 0-6 0,-29 24-9 0,16-9-4 16,0 1-18-16,2 0-3 0,-1-2-9 0,3 4-6 16,1-1-9-16,2-2-4 0,5 1-7 0,2 0 2 15,2-5-5-15,3 5-3 0,7-4-5 0,-1 1 0 16,5-2-3-16,8-2-4 0,0-2-1 0,5-4-2 15,-2 0-3-15,3-5-3 0,-3 0-3 0,-7-1 1 16,1-2-2-16,-3 0 3 0,2-3-3 0,-6 0-1 16,0-3-1-16,-2-1-1 0,1-3-1 0,-4 2-4 15,-2-3-1-15,1 0 1 0,-7 5-2 0,1 0 0 16,-2 3 1-16,-1 1 4 0,0 7 1 0,-4-12-3 16,4 12-2-16,-7-3-4 0,7 3 2 0,-18 6-1 15,8 2 0-15,-7-2-2 0,4 6 3 0,-2-1-9 16,3 1-29-16,2 2-31 0,5-4-40 0,3 1-38 15,3-1-47-15,-1-10-34 0,15 22-171 0,3-12-424 16,12 2 189-16</inkml:trace>
  <inkml:trace contextRef="#ctx0" brushRef="#br0" timeOffset="38856.11">21484 4870 190 0,'1'-6'305'0,"0"1"-15"15,-1 5-20-15,4-8-27 0,-4 8-32 16,3-5-20-16,-3 5-22 0,0 0-7 0,0 0-12 0,0 0-16 16,-19 22-11-16,12-11-15 0,3-1-7 0,0 2-10 15,2 0-8-15,-1-2-11 0,2 2-7 0,2-1 1 16,2 0-7-16,-1 0-3 0,5-3-8 16,1 1 6-16,3 1-13 0,2-6 0 0,-2 1-8 0,3 0-3 15,-2-4-4-15,2 1-3 0,-5-3-9 0,1-1 7 16,0-1-15-16,-2-4-8 0,0 1-4 0,-4-2-5 15,-3-3-9-15,0-2-2 0,-1 2 6 0,-4-5-5 16,-1-2 2-16,0 1 2 0,-2 1 1 0,-1-1 3 16,3 7 15-16,1 0-1 0,0 0 3 15,1 4 2-15,1 0-1 0,2 6 0 0,-4-9-4 16,4 9 0-16,0 0-3 0,-3-8 6 0,3 8-6 16,0 0 0-16,0 0 2 0,13-1 0 0,-13 1-1 0,24 3 4 15,-4-4 2-15,8 1 5 0,0 0-7 0,-1-1-6 16,3-1 6-16,-2-1 1 0,-8-1-3 0,-1-1 8 15,-3-2-8-15,0-1 4 0,-1-1 1 0,-2-1-3 16,0-2-1-16,-4 2 3 0,1-4-5 16,1 0 4-16,-4 0-2 0,-3-3-2 0,-1 0 7 15,0 6 6-15,1 0 4 0,-3 2 5 0,-1 9 7 0,3-14 2 16,-3 14-4-16,2-10-7 0,-2 10-9 0,0 0-1 16,0 0 0-16,0 0-2 0,0 0 1 0,-11 34-4 15,2-8 1-15,-2 3 9 0,1 4-1 0,0 2-4 16,1 0-4-16,-4 10 7 0,6-9-3 15,-1-2-2-15,-1-1-1 0,1 0 1 0,7 2 1 16,-4-2 1-16,4-2-4 0,-2-2 2 0,2-2 1 0,1-1-1 16,1-1 3-16,2-8-5 0,1 1-9 15,-2-7-22-15,1 0-15 0,-3-1-25 0,0-10-28 0,4 17-25 16,-4-17-16-16,0 0-38 0,1 14-40 16,-1-14-42-16,0 0-191 0,0 0-480 0,0 0 212 15</inkml:trace>
  <inkml:trace contextRef="#ctx0" brushRef="#br0" timeOffset="39020.78">21739 5055 165 0,'0'0'243'0,"5"-4"-17"0,-5 4-14 0,0 0-24 16,8-3-20-16,-8 3-13 0,17-3-16 0,-7-1-16 15,8-3-8-15,0 4-28 0,10-4-34 0,-6 4-36 16,6-3-60-16,5-2-63 0,-1 3-62 0,-4-4-95 15,0 1-284-15,1-1 126 0</inkml:trace>
  <inkml:trace contextRef="#ctx0" brushRef="#br0" timeOffset="39569.05">22828 5082 219 0,'13'-13'228'0,"-2"-1"-9"15,2-3-25-15,5-4-18 0,0-3-9 0,3-1-2 16,1-2-13-16,0 1-6 0,0-2-5 0,1-2-15 16,0 3-10-16,-1-3-9 0,-6 0-4 0,3 2-1 15,-3 1 9-15,-1 5-14 0,-7 6-5 0,-2 0-1 16,-1 6-12-16,0 1-3 0,-2 1-11 0,-3 2-6 15,0 6-8-15,0 0-10 0,-10-8-5 0,10 8-5 16,-21 5 0-16,2 3 2 0,-5 5-16 0,-3 2-1 16,5 1-5-16,1 5-7 0,3-2-9 0,7-2-4 15,4-1-2-15,2 1-5 0,3 1 6 0,5 0-1 16,2-1-3-16,4 0 8 0,6 3-8 0,2-2 3 16,6-2 0-16,-3 1 0 0,2-4 0 0,1 1-2 15,0 2 3-15,-9-3 2 0,1-2-2 0,-2-1 2 16,-5 1 0-16,1-1 2 0,-4 1-2 0,-1-1 3 15,-3 0 5-15,-2-2 0 0,-4 0-3 0,0 2-3 16,-3-3-9-16,-1 1-14 0,-1-1-15 0,2 1-23 16,-3-2-31-16,0-2-43 0,5 0-27 0,-3-3-46 15,9-1-170-15,-10-1-415 0,10 1 183 0</inkml:trace>
  <inkml:trace contextRef="#ctx0" brushRef="#br0" timeOffset="39807.51">23462 4668 259 0,'4'-7'272'0,"-2"2"-25"0,2 1-29 0,-4 4-27 15,6-3-21-15,-6 3-17 0,0 0-5 0,8 14 4 16,-5-2 2-16,-2 5-7 0,0 1-3 0,1 6-3 16,-1 1-11-16,0 0-7 0,-1 0-13 0,0-6-9 15,-1 6-9-15,0-5-8 0,1-1-9 0,0-1-6 16,0-1-9-16,0-2-3 0,0 0-10 0,-2-2-29 15,4-1-30-15,-2-2-24 0,0 0-35 0,0-3-19 16,0-1-29-16,0-6-36 0,0 13-24 0,0-13-30 16,2 6-21-16,-2-6-148 0,0 0-408 0,0 0 182 15</inkml:trace>
  <inkml:trace contextRef="#ctx0" brushRef="#br0" timeOffset="40220.05">23426 4855 157 0,'-4'-6'203'16,"4"6"-9"-16,-5-8-25 0,5 8-17 0,-2-9-15 15,2 9-13-15,0 0-15 0,16-9-9 0,-3 5-9 16,8 0-10-16,9-1-10 0,4 2-4 0,3-2-8 16,2-2-5-16,2 4-6 0,-3 0-3 0,0 0-8 15,-5 3-4-15,-2-2-2 0,-10 1 2 0,-3 1-7 16,-6-1-4-16,-3 1-1 0,-1-1-3 16,-8 1-5-16,11-2 0 0,-11 2-1 0,5 4 4 0,-5-4 7 15,0 0 8-15,0 0 9 0,-16 22 10 16,6-14 9-16,-3 4-11 0,-1-1-4 0,4-3-4 15,-3 1-1-15,5 1-5 0,0-1-4 0,0 1-3 16,2 0 0-16,3-1-2 0,-1-4-5 0,4-5-1 0,0 14-2 16,0-14-1-16,7 11 2 0,-4-8-7 0,4 1 5 15,-2 0-7-15,4 0-4 0,0-3-8 0,0-1 6 16,1-2-1-16,-1 0-3 0,-9 2 2 16,15-6 2-16,-6 1-1 0,0-3-2 0,0 0 4 0,-2 0-6 15,-1-1 3-15,2 1 2 0,-5 2 10 0,1 1 6 16,-1 0 1-16,-3 5-1 0,4-6-4 0,-4 6-3 15,0 0-5-15,6-5-4 0,-6 5 0 0,0 0 0 16,0 0-1-16,9 14-1 0,-8-7 2 0,2 1-1 16,-1 3-2-16,2-1 4 0,3-1 2 0,-1 1-18 15,4-1-26-15,3 2-22 0,4-1-29 0,-1 0-37 16,5-4-35-16,-2 0-38 0,8 0-175 0,-7-4-406 16,3 0 180-16</inkml:trace>
  <inkml:trace contextRef="#ctx0" brushRef="#br0" timeOffset="40584.49">24289 4666 178 0,'0'-9'214'0,"0"9"-22"0,0-11-21 16,0 5-19-16,0 6-18 0,0 0-15 16,0 0-12-16,0 0 0 0,2 23 1 0,-2-5-5 15,0 2-8-15,-1 6 1 0,0 0-10 0,0 0-6 16,-1 0-1-16,1-1-8 0,1-8-7 0,0 2-5 0,0-3-4 15,0-3-5-15,0-3-5 0,0 0-5 16,0-4 0-16,0-6-7 0,0 13 5 0,0-13-7 0,-4 9 0 16,4-9 0-16,4 7 1 0,-4-7-1 15,0 0-2-15,0 0-4 0,3 4-2 0,-3-4-2 16,0 0 5-16,18-13-15 0,-8 7-3 0,3-1 3 0,2 0-6 16,4 0-7-16,-1 1 0 0,0 2 0 0,-4 2-2 15,-3 2-2-15,2 0 0 0,-3 2-2 0,-3 0 0 16,2 3 4-16,-3 0-5 0,-2 2 2 15,0 0 1-15,-3 0-7 0,-1 1 12 0,-1 1 1 16,-4 3 0-16,-4-2 0 0,-1-1 3 0,-2 1-2 16,-1 1-2-16,2-3-17 0,-1-1-27 0,2 0-29 0,3-1-32 15,0-3-43-15,1 1-33 0,6-4-32 16,-7 4-114-16,7-4-356 0,0 0 158 0</inkml:trace>
  <inkml:trace contextRef="#ctx0" brushRef="#br0" timeOffset="40758.35">24578 4849 114 0,'5'-8'246'0,"-2"1"-9"0,0 1-23 16,-3 6-17-16,6-7-23 0,-6 7-19 0,2-4-20 15,-2 4-14-15,0 0-14 0,0 0-6 0,0 0-8 16,8 17-9-16,-5-5-4 0,-3-1-6 0,2 5-6 16,-2-1-5-16,1-1-6 0,-1-2-7 0,0 1-29 15,-3 1-34-15,3-1-41 0,0-1-54 0,-2-2-58 0,2-1-176 16,0-9-370-16,-4 17 164 0</inkml:trace>
  <inkml:trace contextRef="#ctx0" brushRef="#br0" timeOffset="40922.97">24482 4656 2 0,'0'0'249'0,"-4"-9"-39"15,4 9-56-15,0 0-45 0,0 0-45 0,0 0-46 16,0 0-50-16,0 0-41 0,0 0-45 0,0 0-126 16,0 0 56-16</inkml:trace>
  <inkml:trace contextRef="#ctx0" brushRef="#br0" timeOffset="41123.61">24654 4597 109 0,'2'-9'245'0,"-2"9"-21"15,0 0-23-15,0 0-24 0,0 0-20 0,0 0-21 16,0 0-13-16,0 0-5 0,0 0-3 0,4 30 2 16,-7-6 2-16,2 5-5 0,-1-2-8 0,-3 4-6 15,4 3-9-15,-3-6-9 0,2 1-6 0,0-2-3 16,2 3-10-16,-1-11-6 0,1 6-1 0,-1-6-10 16,0 0-33-16,1-2-37 0,-2-5-37 0,0-1-47 15,0-1-49-15,0-4-47 0,2 3-157 0,0-9-391 16,0 0 173-16</inkml:trace>
  <inkml:trace contextRef="#ctx0" brushRef="#br0" timeOffset="41305.33">24782 4801 140 0,'4'-5'211'16,"-4"5"-28"-16,6-7-21 0,-6 7-14 0,0 0-9 15,0 0 9-15,9 16-4 0,-7-6-8 0,-2 3-7 16,1 5-14-16,-1-1-13 0,-1 2-4 0,1 1-12 15,-4-1-2-15,4-1-15 0,-1 0-12 0,1 0-18 16,0-4-41-16,0-1-50 0,1-3-54 0,-1 1-66 16,-1-3-138-16,1-1-335 0,0-7 147 0</inkml:trace>
  <inkml:trace contextRef="#ctx0" brushRef="#br0" timeOffset="41447.61">24768 4671 141 0,'0'0'98'0,"0"0"-49"0,0 0-46 15,0 0-52-15,0 0-53 0,0 0 25 0</inkml:trace>
  <inkml:trace contextRef="#ctx0" brushRef="#br0" timeOffset="41724.46">25006 4811 108 0,'0'0'191'0,"0"0"-20"0,8 4-13 0,-8-4-8 15,5 8-1-15,-3-3-10 0,3 1 0 0,-3 3-10 16,0-2-8-16,-1 3-13 0,-1 2-6 16,0 1-12-16,-1-1-6 0,-3 4-11 0,-3-2-5 15,0-2-3-15,2-1-5 0,-3 3-7 0,0-5-7 16,2-3-5-16,1 0-3 0,0 0-3 0,4-1-4 15,-3 1-4-15,4-6 7 0,-5 7-13 0,2-2-2 16,3-5-5-16,0 0-3 0,-4 7 1 0,4-7-1 16,0 0 2-16,0 0-1 0,12 7-3 0,-2-6-13 15,7-1-16-15,2 0-23 0,13-2-29 0,-1-1-34 0,1 0-19 16,1-4-25-16,-1 0-15 0,-3 2-11 0,2-2-103 16,-4-3-301-16,-8 3 133 0</inkml:trace>
  <inkml:trace contextRef="#ctx0" brushRef="#br0" timeOffset="41879.81">25364 4921 323 0,'12'-12'28'0,"-3"-2"14"0,-1-3 12 0,-2 2 20 0,-2-2 13 15,0 3 8-15,-3 2 15 0,-1 2 17 16,0 2 11-16,0 1 0 0,0 7-4 0,4-12-12 0,-4 12-15 16,0-8-16-16,0 8-10 0,0 0-5 0,0 0-5 15,0 0-1-15,-11 27-3 0,7-12-7 0,0 2-4 16,-2 0 0-16,-1 2-5 0,4 0-6 0,-2 1-3 16,0-2-5-16,1-2-4 0,1 1-22 15,-1 0-27-15,4-5-38 0,-1 1-46 0,0-4-55 16,1 1-196-16,0-10-379 0,1 12 169 0</inkml:trace>
  <inkml:trace contextRef="#ctx0" brushRef="#br0" timeOffset="42035.86">25356 4704 2014 0,'0'-19'16'15,"-1"2"-15"-15,-2 1-7 0,2 4 13 0,1 3-4 0,-2-1-9 16,2 10-36-16,0 0-53 0,-2-12-7 15,2 12-13-15,0 0-14 0,0 0-12 0,18 12-94 16,-13 1-253-16,12 6 112 0</inkml:trace>
  <inkml:trace contextRef="#ctx0" brushRef="#br0" timeOffset="42259.92">25567 4966 99 0,'0'0'213'0,"0"0"-20"0,0 0-10 0,0 0-10 15,0 0 4-15,8-21-24 0,-2 13-10 0,0-2-9 16,1 1-14-16,4-5-13 0,3 2-5 0,-1 0-14 16,5 6-7-16,-4-2-10 0,-1 5-5 0,0 3-8 15,-1-2-7-15,1 4-4 0,-4 3-8 0,3 1-4 16,-3 2 3-16,-1 2-10 0,-1 0-3 16,0 6-3-16,-2-6-2 0,-1 5-6 0,0-1-21 0,-2-1-29 15,1 0-19-15,-1-1-30 0,0-2-50 0,1-1-17 16,1-2-28-16,1 1-125 0,0-4-331 0,5 0 146 15</inkml:trace>
  <inkml:trace contextRef="#ctx0" brushRef="#br0" timeOffset="42710.32">25996 4861 79 0,'4'-11'228'16,"-4"0"-13"-16,0 2-8 0,0 2-1 0,0 7-19 15,-2-12-16-15,2 12-17 0,-4-6-13 0,4 6-18 16,-11 1-9-16,11-1-11 0,-21 12-9 0,8-2-7 15,-1 3-8-15,1-1-10 0,-1 1-4 0,8 1-8 16,-1-2-7-16,3-2-7 0,4 2-4 0,2-2-4 16,-2-2-8-16,4 0-9 0,3-1 1 0,0-1-5 15,2-2-2-15,0 0 1 0,-2-1-2 0,1-1-2 16,-2 0 8-16,-6-2-12 0,13-2 6 0,-13 2-6 16,12-3 10-16,-6 0-4 0,-6 3 9 0,9-3 3 15,-9 3 0-15,0 0-2 0,10-1-3 0,-10 1-11 16,0 0-3-16,0 0 0 0,5 5 1 0,-5-5-3 15,0 18 1-15,-3-1 0 0,-1 8-2 0,2 1 3 16,0 4 4-16,-2 2-1 0,1 1 3 0,-1-1-3 16,-3 14 9-16,4-12-10 0,-1 0 5 0,-1-1-3 15,3-3 1-15,0 0 5 0,0-3-8 0,2 2 5 16,-2-5 0-16,0-6-1 0,-2 0 1 0,3-2 3 16,-2-6-3-16,1 1 2 0,-2-2 5 0,-1 0 14 15,-3-2 1-15,-6-3 2 0,3-1-2 0,-10-2 0 16,0-4-10-16,0-1 1 0,-2-2-3 0,-2-3-1 15,1-4 0-15,0-1-2 0,3-2-9 0,8 1-1 16,-4-6-2-16,7-3-12 0,1 0-11 0,4-3-10 16,2-1-16-16,6-1-25 0,6-1-13 0,2 2-29 15,3-2-25-15,12-11-42 0,9 6-37 0,3 4-23 16,2 3-142-16,8 2-410 0,1 0 181 0</inkml:trace>
  <inkml:trace contextRef="#ctx0" brushRef="#br0" timeOffset="43139.93">26978 4615 129 0,'4'-11'295'0,"-2"3"-32"0,-2 1-19 0,0 7-24 16,4-7-21-16,-4 7-23 0,3-8-24 0,-3 8-20 16,0 0-14-16,0 0-11 0,2 22-5 0,-4-3-5 15,-3 9-3-15,1 3 1 0,0 1-7 0,-3 0-9 16,1 3-6-16,-2-2-16 0,2-1-4 16,1-2-3-16,-1-1-6 0,3-1 0 0,-1-7-7 0,4-1-20 15,-3-3-28-15,1-1-32 0,2-1-35 0,0 2-36 16,0-8-55-16,-2-2-58 0,2 1-161 0,0-8-419 15,-5 11 186-15</inkml:trace>
  <inkml:trace contextRef="#ctx0" brushRef="#br0" timeOffset="43292.67">26762 4897 2181 0,'2'-17'-4'0,"0"9"-1"15,-2 0-9-15,0 8 12 0,5-9 4 0,-3 3-6 16,2 3 4-16,8-2-5 0,-1-2 4 0,7 4-5 15,2-1-17-15,1 2-28 0,8 2-32 0,2-2-42 16,-4 6-50-16,-8 0-107 0,7 1-304 0,-6 3 136 16</inkml:trace>
  <inkml:trace contextRef="#ctx0" brushRef="#br0" timeOffset="43570.01">27072 5079 163 0,'7'3'217'15,"-7"-3"-12"-15,14-3-14 0,-14 3-7 0,17-9-6 16,-5 3-8-16,-1-1-9 0,5-2-13 0,1-1-12 16,0-3-14-16,4-1-15 0,-2-5-7 0,-4 4-12 15,3-3-6-15,3-1-12 0,-10-3-8 0,2 1-5 16,-2 6-5-16,-4-1-7 0,-2 5-4 0,-4 2-6 16,1-3-6-16,-4 5 1 0,-2 0-6 0,0 1-1 15,-3 1 2-15,-2 3-11 0,9 2-2 0,-20 2-3 16,4 4-1-16,3 3 0 0,-3 1-3 0,2 2 6 15,-2 2-5-15,7-1 0 0,-1 1 2 0,0 1-2 16,8-2-1-16,-2 3-2 0,8-1-13 0,-2-4-23 16,4 1-26-16,2 2-38 0,5-2-50 0,3-3-36 15,2-1-204-15,0 1-418 0,13-1 186 0</inkml:trace>
  <inkml:trace contextRef="#ctx0" brushRef="#br0" timeOffset="43802.1">27665 4885 250 0,'0'0'258'0,"-7"-11"-12"16,3 5-21-16,0 2-18 0,-3 1-12 0,7 3-16 15,-19 0-9-15,8 2-3 0,-3 1-17 0,-3 4-10 16,1 2-1-16,3 1-12 0,-1 3-15 0,5-3-8 16,0 3-10-16,0 1-11 0,5-3-9 0,-1 0-6 15,5 1-9-15,0 1-4 0,5-3 0 0,-1 0-7 16,5-1-7-16,4 2-16 0,6 0-19 0,0-4-23 15,9-1-31-15,3 1-21 0,-2-3-28 0,2-3-43 16,-3 1-35-16,-1-3-26 0,-4 0-38 16,-4-3-144-16,-1 3-412 0,0-4 182 0</inkml:trace>
  <inkml:trace contextRef="#ctx0" brushRef="#br0" timeOffset="44138.65">27937 4700 40 0,'2'-17'242'0,"-2"2"-17"0,-2 4 1 15,2 3-13-15,0 0-11 0,0 8-14 0,0-9-27 16,0 9-19-16,0-11-20 0,0 11-12 0,0 0-10 16,0 0-11-16,6 45-4 0,-6-19-1 0,-2 3-12 15,2 1-4-15,-2 2-5 0,0-1-4 16,2 1 0-16,-1-4-6 0,0-3 2 0,1-6-9 0,-1 1 0 16,2-1-6-16,-2-7-1 0,-1 0-4 0,4 0-2 15,-2-3-5-15,0-1 0 0,1-1-2 0,-1-7 2 16,-1 10-3-16,1-10 2 0,0 0 9 0,0 9-9 15,0-9 1-15,0 0-2 0,0 0-5 0,0 0 0 16,0 0-7-16,0 0 3 0,12-21-3 0,-7 12-4 16,2-1-6-16,1 1 8 0,1-1-9 0,4-1-1 15,-4 4-2-15,2 1-3 0,-1 0 0 0,-2 5-4 16,-1-2 2-16,-7 3-4 0,14 2 2 0,-9 0 1 16,-1 3 0-16,-4-5-11 0,7 11-22 0,-5-4-26 15,0 0-21-15,2 3-26 0,-1-2-51 0,0 1-37 16,-3-2-32-16,2 3-157 0,-1-2-422 0,2-3 186 15</inkml:trace>
  <inkml:trace contextRef="#ctx0" brushRef="#br0" timeOffset="44513.18">28221 5005 88 0,'6'-10'224'0,"1"-2"-13"0,-3 2-12 15,6-6-12-15,-5 8-5 0,3-2-5 0,-2 1-7 16,0 0-15-16,-1 2-6 0,3 1-16 0,-2 0-15 15,1 5-13-15,-7 1-10 0,13 0-13 0,-13 0-9 16,13 4-8-16,-8 1-6 0,1 3 2 0,-1-1-12 16,0 2-6-16,0 0-4 0,-1 1-3 15,1 0-5-15,3 0-1 0,-3-1 2 0,1 0-5 16,3-2-1-16,-2 2-3 0,1-4 1 0,2 0 1 16,-1-3-1-16,2 0-4 0,1-2-3 0,1 2 1 0,-1-4-3 15,2 0 0-15,-1-2 1 0,0 1-1 0,-4-3-2 16,-1 0-1-16,2-1-3 0,-4-1-6 0,3-6 7 15,-2 4-6-15,-3-1 4 0,0 0-3 0,1 0-3 16,-2 1 5-16,1 0-3 0,-2 1 4 0,0 3 9 16,-2 6-2-16,1-11-3 0,-1 11-5 15,1-7-5-15,-1 7-3 0,0 0 3 0,0 0 0 0,0 0 0 16,0 0 1-16,-13 27-3 0,11-15 2 0,-5-2 0 16,5 3-2-16,-2-1-8 0,0-2-22 15,1 2-35-15,0 0-31 0,2 0-33 0,-1-1-43 0,2-3-35 16,-1 2-211-16,1-10-451 0,-4 12 200 15</inkml:trace>
  <inkml:trace contextRef="#ctx0" brushRef="#br0" timeOffset="44663.09">28426 4799 1848 0,'-7'-17'-8'0,"5"1"29"0,-4 0-21 16,3 6 1-16,0 4 1 0,1-1-3 0,-1 1-10 15,3 6-23-15,0 0-32 0,0 0-23 0,-5-7-40 0,5 7-127 16,0 0-277-16,0 0 123 0</inkml:trace>
  <inkml:trace contextRef="#ctx0" brushRef="#br0" timeOffset="45831.65">28790 4895 8 0,'0'0'246'0,"0"0"-21"0,0 0-17 16,0 0-13-16,-22 2-9 0,13 3-6 0,-7 4-9 16,0 1-14-16,2 2-8 0,1 0-18 0,-1-1-10 15,4-1-12-15,0 1-10 0,0 4-9 0,5-3-9 16,1-2-9-16,1 0-3 0,3 0-9 0,4 1-4 16,1-3-6-16,4 0-11 0,0 0-7 0,3-2-4 15,4 2-5-15,1-3-12 0,1-4-1 0,-1 2-6 16,0-2 1-16,-3-2 2 0,-6 1-3 0,5-3 4 15,-1-1-4-15,-1 1 2 0,-2-4-1 0,2 1 3 16,-1-2-3-16,-2 0-1 0,1-2-1 0,-3 0-2 16,4-4 3-16,-3 6 2 0,-3-1-2 0,2 3 8 15,-1 2-3-15,-2-1 1 0,-3 5-8 0,5-5 3 16,-5 5-5-16,0 0-2 0,0 0 1 0,6 13 2 16,-3-1 1-16,-4 0 2 0,-1 5 2 0,0 0-1 15,-1 0 0-15,-1 2 4 0,0 7 6 0,-3-7-1 16,1-2-1-16,3 2 5 0,-2-3-5 0,0 2 1 0,2-2-3 15,0-5 3-15,2-1 0 0,1-10-2 16,0 16-1-16,0-16 0 0,-5 11 1 0,5-11 0 16,-1 9 6-16,1-9-3 0,0 0 1 0,0 0 4 15,6 9-8-15,-6-9 9 0,0 0-5 0,21-8 2 16,-21 8 5-16,21-12-1 0,-12 3-10 0,8-5 3 16,2-5-7-16,-5 5 0 0,3-5-5 0,-1-2 3 15,4 0 0-15,-4-1-1 0,2-3-2 0,-2 1 0 16,1-1-5-16,-2 1-1 0,0-3 1 0,0 1 8 15,-1 2-4-15,-6 6 2 0,2 2-3 0,-1 0 15 16,-1 6 10-16,-3 1 2 0,-1 4 5 0,0-1 1 16,-1 0-2-16,2 3-10 0,-5 3-6 0,3-7-6 15,-3 7-6-15,0 0 5 0,0 0-4 0,0 0-2 16,4 24 4-16,-6-9-3 0,0 1 0 0,-2 3-2 16,3-3 4-16,-2 1-7 0,0-1 2 0,1 0 4 15,0 0 0-15,2-3-6 0,-2 3 3 0,2-6 7 16,2 3-6-16,-1-6-1 0,2 4 3 0,-1-3 3 15,2 1-2-15,0-4 0 0,1 0 1 0,2 1-2 16,0-3 3-16,4-1-2 0,-4-2 0 0,3 1-4 16,1-2 0-16,0-1 4 0,-1-4-6 0,1 2 6 15,0-2-3-15,-2-3-3 0,5-2-1 0,-4-3-9 16,0-2-5-16,1 2 7 0,0 0-10 0,-2-3-1 16,-2 6 4-16,1 1-1 0,-3 1 2 15,-1 1 3-15,1-1 2 0,-2 4-4 0,-3 5-3 0,6-7-2 16,-6 7 0-16,0 0 2 0,0 0-4 0,0 0 16 15,0 0-9-15,0 0 5 0,0 24-3 0,-4-16 2 16,4 2 0-16,0 0 1 0,0-10-1 0,3 15 3 16,-2-5 2-16,2-1 4 0,3-1 2 0,0 1 1 15,3-3 1-15,3-1 4 0,-2 0 0 0,4-1-4 16,4-1 0-16,0-2 3 0,-1 0 1 0,2-3-5 16,-3-1 12-16,2 0-13 0,-7 1 1 0,5-7 1 15,-4 3 2-15,0-4 0 0,2 1 0 0,-7-1-3 16,4-2-1-16,-3-2-2 0,-2-3-3 0,1-1-1 15,-1 1 3-15,-3 6-1 0,-1-1-3 0,-1 2 5 16,2-1-2-16,-3 5-2 0,0 6-2 0,1-11-4 16,-1 11-1-16,0 0-3 0,0 0 6 0,-16 5-4 15,7 4 4-15,-4 1 0 0,-2 4 2 0,1-1-1 16,-2-1-2-16,6 0 7 0,2 2-1 0,2-2-4 16,0-2 1-16,3 1 7 0,2-1-4 15,5 1 4-15,0-2-3 0,4 0 5 0,1-1-4 0,3-2 3 16,4 0-1-16,4 0-10 0,-2-5-6 0,1 1-4 15,0-2-3-15,1-2-4 0,1 1-3 0,-3-3-3 16,-1-1-4-16,-1-2 8 0,0 0-10 0,-1-3-5 16,-4 3 3-16,1-7 2 0,-2 3 4 0,0-4 3 15,-4 0-1-15,2-2 1 0,-4 7 3 16,1 0 5-16,1 4 3 0,-2 0 0 0,0 1-2 0,-4 5 0 16,3-5-5-16,-3 5 7 0,0 0 5 0,0 0 7 15,0 0 5-15,-8 27 6 0,3-16 5 0,-4 6 6 16,-3-2 2-16,3 2 3 0,-6 2-5 0,5-3 5 15,-7 3-2-15,6-3 1 0,-2 0-5 0,1-2 0 16,1-1-1-16,1 0 0 0,2-2 0 0,-4 3 0 16,4-4-15-16,-1-1-20 0,-4 1-25 0,0 1-25 15,-1-2-41-15,-1-2-46 0,1-2-52 0,-7 1-165 16,-6-3-406-16,6 1 180 0</inkml:trace>
  <inkml:trace contextRef="#ctx0" brushRef="#br0" timeOffset="57557.48">7466 5606 97 0,'0'0'153'0,"-3"-11"2"0,3 11-10 0,0-9-3 16,0 9-10-16,-4-11-5 0,3 5-11 0,1 6 1 15,-1-10-9-15,-3 5-2 0,4 5-4 0,-3-7-9 16,3 7-9-16,0 0-10 0,-2-7-11 15,2 7-5-15,0 0-6 0,0 0-8 0,0 0 1 0,0 0-11 16,0 0-1-16,-4 23 0 0,2-12-9 0,2 0-1 16,0 6-1-16,-1 0-5 0,-1 1 0 0,-1-2-2 15,6 1 1-15,-3-1-1 0,0 1-5 0,0-3-1 16,2-2 4-16,-1 1-3 0,3-2-1 0,-1 0-2 16,1 0-1-16,0-4-1 0,-2 3-2 0,2-3 2 15,0-4-3-15,1 3-2 0,0-1 4 0,0-2 1 16,0 0-2-16,-5-3 3 0,9 2 1 0,-2 1-2 15,-7-3 0-15,0 0 6 0,10-1 0 16,-10 1-6-16,8-5-3 0,-8 5 1 0,7-7 2 16,-3 1 0-16,-1 0-2 0,-1-1 3 0,1 0-3 0,-2 0-2 15,-1 7 3-15,3-12-1 0,-3 12 0 0,2-7 0 16,-2 7 1-16,0 0-8 0,1-9-1 0,-1 9-3 16,0 0 4-16,0 0-2 0,0 0 2 0,0 0-1 15,0 0-2-15,17 14 3 0,-12-5 3 16,0-3 0-16,2 4 1 0,-1-2 0 0,2 0-2 0,-2 2 1 15,2-2-2-15,-1 0 1 0,2-2 1 0,0-2-3 16,-2 0 5-16,-1 0-1 0,3-2 1 0,1 0-1 16,-2-1-10-16,3-1 0 0,0-1 0 0,2-1 4 15,-1-3-3-15,-2 1 3 0,2-1 2 0,-1-1 1 16,0-4-1-16,-2 2 3 0,-1-3 8 0,1-2 10 16,1-1 0-16,-3 0-3 0,-2-4-3 0,2 0 0 15,-5-1-2-15,3-6-1 0,-3 7 2 0,1 0-1 16,0 1-3-16,1 1-3 0,-2 6 1 0,-2 1-1 15,0-1-10-15,0 10-25 0,2-8-35 0,-2 8-51 16,0 0-34-16,1-7-8 0,-1 7-5 0,0 0-128 16,0 0-316-16,8 18 140 0</inkml:trace>
  <inkml:trace contextRef="#ctx0" brushRef="#br0" timeOffset="57835.94">8011 5847 84 0,'13'-1'163'0,"-3"-3"-5"0,1 0-5 16,0-1-6-16,-1-1-2 0,1 0-2 0,0-1-3 15,-1-2-8-15,-2 1-8 0,2 0-7 0,-2-2-8 16,-3 1-12-16,3-1 1 0,-5-1 2 0,-1 1-5 16,0 0-4-16,-3 3-8 0,1 7-10 0,-5-14-2 15,1 8-13-15,-1 2-7 0,0-1-5 0,-5 1-5 16,-1 6-6-16,1 0-1 0,-4 4-8 0,-3 3 0 15,-2 1-6-15,-2 6 3 0,0 0-6 16,6-2 0-16,3 1-3 0,1 1-9 0,2-1-18 16,4-1-12-16,2 4-13 0,4-1-24 0,2-1-11 0,5 0-24 15,6-5-31-15,1 1-17 0,11 2-14 16,6-4-10-16,6-1-136 0,16 1-330 0,6-7 146 0</inkml:trace>
  <inkml:trace contextRef="#ctx0" brushRef="#br0" timeOffset="58555.46">9306 5921 43 0,'-1'-10'224'0,"-1"-1"-6"0,0 0-8 16,-1 0-23-16,-2 0-17 0,-1 1-17 0,-2 3-13 16,0-2-11-16,-2 3-6 0,0 2-19 0,-4 1-10 15,0 2-14-15,-4 1-5 0,-2 5-9 16,0 1-9-16,-5 7-1 0,2 2-6 0,-1 0-5 16,3 3-4-16,6-4-7 0,-4 7-1 0,7-8-6 15,4 1 2-15,2 1 3 0,0-3-14 0,4-1 0 0,1-2-2 16,1 0-2-16,0-9 0 0,4 11-3 0,1-5 0 15,0-2-1-15,3-1 2 0,1-1-5 0,3-1-1 16,3-3-5-16,1-4 7 0,3-2-2 0,0 1 2 16,-1-5-3-16,3-4 3 0,-1-1-5 15,-3-2 2-15,-2-6-4 0,1 0 4 0,-5-3-7 0,-1 1 6 16,1-4-4-16,-3 1 7 0,0-5 3 0,-5 3 2 16,-1-3-1-16,-2-1 1 0,0 1-4 15,-1 0 3-15,1 4 14 0,-3 4 10 0,2 7 4 16,0 2 1-16,0 6-2 0,1 3-4 0,0 0-7 15,0 9-8-15,-2-10-7 0,2 10 1 0,0 0-8 0,0 0 4 16,0 0 1-16,3 45-2 0,-1-16-3 0,1 2 3 16,-2 5 0-16,1 10-2 0,0 4-1 15,-3-15 0-15,2-3-6 0,2 0 3 0,-1 0 0 16,3-5 1-16,2 2 0 0,4-5 3 0,-4-5-3 16,7 3 2-16,-5-5 0 0,3-3 2 0,2 0-4 15,-1-3-3-15,5 0-7 0,-1-3-3 0,-2 0 10 0,-1-3-14 16,3-4-1-16,2 2-2 0,-1-6-5 0,2-1-7 15,1 0 3-15,-3-7 4 0,6 1-1 16,-1-5 1-16,-9 1-2 0,4-5 0 0,-5-2-3 16,-1-1 8-16,-1-1-3 0,-6 5 7 0,-3-1-2 15,-2 2 4-15,0 2 5 0,-2 3 18 0,-1 0 7 0,2 3 0 16,-2 1-4-16,1 2-4 0,2 6-3 16,-5-10-1-16,5 10-5 0,0 0 1 0,-14 4 2 15,6 3 1-15,-1 3-4 0,-2 2 3 0,2 3 0 0,-2 0-3 16,4 1 2-16,4 2-2 0,3-2-3 15,0-3-14-15,4 2-14 0,2 1-24 0,3-2-25 16,3-3-28-16,4 1-24 0,2-3-19 0,3-1-31 0,7-2-19 16,1 0-104-16,3-4-329 0,1-2 145 0</inkml:trace>
  <inkml:trace contextRef="#ctx0" brushRef="#br0" timeOffset="58927.25">9988 5742 61 0,'0'0'206'0,"0"-11"-15"0,0 11-30 0,0 0-19 16,-2-6-11-16,2 6-1 0,0 0-8 16,-5 28-6-16,1-9-2 0,-3 5-1 0,2 1-15 15,2 4-11-15,-5-1-4 0,3-1-9 0,1-1-6 16,1-7-8-16,1 1-3 0,-1-1-4 0,1 1-2 16,2-1-7-16,0-2-5 0,-2 1-2 0,4-6-4 15,-1-1-3-15,0-1-4 0,-1-2-4 0,0-8 1 16,0 11 4-16,0-5 8 0,0-6 15 0,0 0 12 15,0 0 5-15,0 0-10 0,0 0-3 0,0 0-8 16,0 0-1-16,0 0-9 0,-6-28 0 0,5 12-6 16,1-2-1-16,1-9-4 0,-1 0-1 0,5-4-10 0,-1 2 1 15,1-3-5-15,1-2 1 0,1-2-10 16,4-11 1-16,-1 1-8 0,-2 2 2 0,1 10-3 16,-1 3 2-16,1 4 0 0,-3 1-1 0,2 8 1 15,-2 0 2-15,-2 6-2 0,2 1 0 0,-2 3-3 16,-2 3-14-16,5 0-9 0,-2 3-1 0,-5 2-3 15,13 1-8-15,0 2-13 0,-3 5-9 0,3 3-24 16,-1 3-53-16,-1 1-9 0,-2 2-18 0,1 7-13 16,-4-1-147-16,-4 2-357 0,-2-6 159 0</inkml:trace>
  <inkml:trace contextRef="#ctx0" brushRef="#br0" timeOffset="59217.09">9899 5946 137 0,'0'0'150'16,"0"0"-15"-16,0 0-11 0,47-6-3 0,-26 0-14 15,4-1-5-15,3 1-9 0,2-1-15 0,-1 0 1 16,2 2-9-16,-3-1-8 0,1 2 3 0,-1-2-17 0,-7 3-1 16,-3-1-2-16,0 2-10 0,-7 1-1 15,1 1-2-15,-2-1 0 0,-10 1-11 0,13 0-4 16,-6 1-4-16,-7-1-5 0,9 3 5 0,-4 0 18 15,-1 2 10-15,0 1-5 0,0-2 4 0,-2 4 6 16,1-2-4-16,-1 4 3 0,0 0-7 0,-1 0 0 0,-1 0-4 16,0 6-5-16,0-6-5 0,-1 1 5 15,2 0-13-15,-1-11-33 0,1 16-26 0,1-7-48 16,-2-9-39-16,1 10-35 0,-1-10-121 0,2 11-308 16,-2-11 136-16</inkml:trace>
  <inkml:trace contextRef="#ctx0" brushRef="#br0" timeOffset="59376.02">10307 5646 42 0,'14'7'45'0,"-5"-1"-20"0,5 5-19 0,-1 5-26 0,4 5-22 16,-4 1 11-16</inkml:trace>
  <inkml:trace contextRef="#ctx0" brushRef="#br0" timeOffset="59795.23">10554 6036 157 0,'0'0'205'0,"0"0"-10"16,0 0-7-16,0 0 2 0,0 0-5 0,0 0-16 15,6-25-13-15,-4 16-8 0,2-2-10 0,0-4-16 16,2 0-7-16,2 1-14 0,1-2-8 0,-3 6-10 15,1-1-9-15,3 3-8 0,-2 1-8 0,-2 1-7 16,0 3-11-16,2 2-5 0,-8 1-3 0,0 0-8 16,17 7 1-16,-11 0-4 0,3 1 0 0,-3 2-5 15,1 1 5-15,-2 3-6 0,4 1 0 0,-3-2-4 16,-1-1 3-16,-1-1 6 0,3 1-9 0,-1-2-1 16,3 0 0-16,-1-1-3 0,1-5-1 0,1 1-7 15,1-3 0-15,2-1 2 0,6-2-2 0,-1-2-2 16,1-1 3-16,0-2-3 0,1-1-1 0,-3-3 0 15,3 1 2-15,-4-1-4 0,-2 0 5 0,0-3-4 16,0 1 0-16,-3-2-1 0,-4-1-1 0,1 1 0 16,-2-2 1-16,-3 5 2 0,-1-2-5 15,1 2 6-15,-2 1 4 0,-1 3-6 0,0 7 6 0,-1-12-3 16,1 12-2-16,-4-9-1 0,4 9 1 0,-10-1-1 16,10 1-1-16,-17 14-3 0,2-2 4 0,2 4 2 15,-6 3 0-15,8-2 0 0,-2 4 0 0,4-3 11 16,1-2-10-16,4 2 2 0,3-1-7 0,1 1-19 15,5-3-31-15,2 1-20 0,4-4-20 0,2 1-37 16,1-4-31-16,4 1-23 0,7 0-141 16,-4-4-356-16,5 0 158 0</inkml:trace>
  <inkml:trace contextRef="#ctx0" brushRef="#br0" timeOffset="60034.75">11375 6000 169 0,'3'-4'228'0,"-3"4"-6"0,5-10-2 0,-4 5-15 16,-1 5-6-16,2-12-9 0,-2 12-9 0,0-10-10 15,0 10-16-15,-2-11-12 0,2 11-16 0,-1-12-16 16,1 12-6-16,-5-8-14 0,5 8-9 16,-3-7-7-16,3 7-5 0,0 0-10 0,-1-9-6 0,1 9-8 15,0 0-5-15,0 0-4 0,-4-5-7 0,4 5-21 16,0 0-26-16,0 0-31 0,0 0-28 0,0 0-29 15,0 0-43-15,0 0-75 0,0 0-178 0,0 0-435 16,-9 18 193-16</inkml:trace>
  <inkml:trace contextRef="#ctx0" brushRef="#br0" timeOffset="60625.89">12176 5846 253 0,'-6'-12'249'16,"3"6"-24"-16,-1-1-10 0,-2 4-20 0,-4-4-19 15,1 2-15-15,-4 5-15 0,-1 2-14 0,-3 1-16 16,0 5-8-16,-5 7-9 0,0 2-13 0,1 2-6 15,1 2-5-15,2-1-7 0,2 3-8 0,6-7-6 16,1-1-7-16,3 2-4 0,2 0 2 0,2-2-9 16,2-4-4-16,4 2 1 0,1-1-5 0,-1-2 0 15,4 0-4-15,2-5 0 0,0 2-4 0,0-2 2 16,2-3-2-16,2 0-2 0,5-2-2 0,-5-2 0 16,1-2-2-16,-1 1-2 0,2-6-1 15,0 2-1-15,-3-5-3 0,1 1 2 0,-5-1-4 0,1-2 2 16,0-1 2-16,-6-1-2 0,3 2 1 0,-3-3 0 15,1 2 9-15,-3 4 12 0,0 1 9 0,1 1 4 16,-3 1 1-16,3 3-9 0,-3 5-4 16,1-8-6-16,-1 8-7 0,0 0 5 0,0 0-13 15,0 0 8-15,0 0-9 0,1 26 2 0,-1-10-3 0,0-1 0 16,0 4 6-16,0-1-5 0,2 1-2 0,0-1-12 16,0 3-28-16,0-3-27 0,2-2-44 15,1 4-64-15,4-2-37 0,1-3-53 0,1 2-174 0,11-1-470 16,3-1 208-16</inkml:trace>
  <inkml:trace contextRef="#ctx0" brushRef="#br0" timeOffset="61076.8">13212 6350 100 0,'6'-10'255'16,"4"-6"-26"-16,-1-2-25 0,2-4-12 0,5-2-17 15,3-4-4-15,-5 5-10 0,1-5-11 0,0 1-11 16,0-3-7-16,-1 2-16 0,-1-4-11 0,3 5-5 0,-3-4-8 16,-4 4-3-16,1-1-7 0,-4 4-5 15,-2 6-7-15,-1 0-6 0,1 5-1 0,0 3-5 16,-2 1-7-16,-2 3-4 0,4 0-8 0,-4 6-7 15,0-9-9-15,0 9 0 0,0 0-2 0,0 0-3 16,0 0-1-16,0 0-3 0,-27 16-2 0,13-2-4 16,3-1-4-16,-1 1-4 0,1 1-8 0,4 0-1 15,3 1-2-15,2 0-3 0,2 0 1 0,4 0 4 16,1 0-5-16,3-1 2 0,2 2 1 0,1-3 0 0,9 5 1 16,-2 0 4-16,2 0-3 0,-4-6 2 0,0-1 1 15,-3 0 1-15,-1 2 0 0,-1-3 1 16,-1-2-3-16,-2 0 2 0,-4 0 1 0,1-1 6 15,-3 0-6-15,0 2 4 0,-2-2-1 0,0 2 3 16,-2-1 2-16,-3-4-1 0,-3 3-2 0,-2-1-16 16,1 0-23-16,-5-1-26 0,5 0-34 0,-3-2-50 0,2 0-48 15,1 0-205-15,0-3-433 0,3-1 192 16</inkml:trace>
  <inkml:trace contextRef="#ctx0" brushRef="#br0" timeOffset="61313.77">13715 5969 2727 0,'9'-27'-9'0,"-4"8"11"0,-1 0 20 16,0 1 33-16,-1 6-13 0,1 1 8 15,-2 2-3-15,-2 2-10 0,0 7-9 0,2-10-8 0,-2 10-9 16,2-5-1-16,-2 5 1 0,0 0 5 16,0 0 15-16,4 32 8 0,-4-13 0 0,-4 9-1 0,4 1 4 15,-4 1-4-15,0 1-4 0,-1-1-1 16,1-2-4-16,-2 0-1 0,3 1 1 0,-4-3-5 15,0-2 0-15,7 1-2 0,-2-7 1 0,2-3-19 0,0 2-23 16,2-3-20-16,0-2-33 0,-2-2-30 0,2-3-53 16,-2 0-43-16,1-1-45 0,-1-6-210 0,4 8-491 15,-4-8 217-15</inkml:trace>
  <inkml:trace contextRef="#ctx0" brushRef="#br0" timeOffset="61762.07">13547 6074 126 0,'15'-10'206'0,"-1"9"-19"16,8 1-18-16,10-3-13 0,2-1-17 15,4 2-13-15,2-3-15 0,12 2-8 0,0 1-7 0,-15-1-13 16,1-2-10-16,0 1-6 0,1 0-6 0,-3 1-5 16,0 0-8-16,-5 1-1 0,-3 1-8 15,-11 1-4-15,-3-1-1 0,-3 0 0 0,2-1-5 16,-6 2 8-16,2 0-4 0,-9 0 4 0,11-1 1 15,-11 1-4-15,0 0 6 0,0 0 0 0,0 0 5 0,0 0-1 16,-26 23 5-16,7-11 3 0,-4 2 0 16,-1 5 0-16,2-2-6 0,4-5-3 0,3 2-7 0,1-1 0 15,3 0-7-15,2 3-1 0,3-6-3 16,0 1-3-16,4-2-2 0,2 0 2 0,2 0-9 16,0-2 3-16,3-1-2 0,2-2-2 0,2 2 1 0,1-1-6 15,4-1 2-15,0-3 0 0,4-1-5 0,0-2-3 16,-4-1 0-16,-1 0-1 0,3-5 0 0,-4 3 2 15,-2-1-3-15,1-3-1 0,0-4 0 0,-4-1-3 16,2-3 7-16,-2 3 3 0,-3-3-4 16,1 1 1-16,-3 0 2 0,0 7 0 0,-2-1 6 0,2 6 2 15,-2 4-9-15,6-10-2 0,-6 10-5 0,0 0 0 16,3-4 11-16,-3 4-4 0,0 0 3 0,0 21-4 16,-1-10-3-16,1 7 1 0,-2-3-5 15,1 3-29-15,2 0-27 0,1-1-43 0,-1 1-55 16,0-5-35-16,3 1-26 0,1 2-156 0,-1-6-406 0,6 3 179 15</inkml:trace>
  <inkml:trace contextRef="#ctx0" brushRef="#br0" timeOffset="62161.49">14564 5995 2007 0,'9'-31'7'0,"2"4"66"0,-4 2 1 16,-1 8 18-16,-3 7 1 0,-1-1-7 15,3 3-17-15,-4 1-19 0,2 2-14 0,-3 5-7 0,0 0-8 16,0 0 2-16,0 0-7 0,1 22 5 16,-6-3-1-16,0 10 1 0,1 2-4 0,-3 0 3 15,1 3-3-15,0 0 1 0,0-2-4 0,3-2 4 0,-3-4-3 16,2-8 0-16,2 1-1 0,0-2 0 0,-1-6 3 16,0 1-4-16,3-2-1 0,-2-5 0 0,1 2 1 15,1-7 0-15,-1 9 6 0,1-9 5 16,0 0 7-16,-3 7 5 0,3-7-4 0,0 0-5 15,0 0 0-15,0 0-2 0,16-17-5 0,-9 8-8 0,4-7-8 16,3 3-6-16,4-6-4 0,7 4-2 0,-9 4 3 16,7-2-2-16,-6 6-4 0,-2-1 3 0,-1 7-4 15,-3-2-1-15,1 6-2 0,-2 2 4 0,0 0-1 16,-3 3 2-16,1 0 1 0,-4 4 1 16,-3 0-2-16,1 1 3 0,-2-2 1 0,-2 4 0 0,-2 0 1 15,-1 1 2-15,-4 0 5 0,0-3 1 0,0-1-4 16,-3 2-13-16,2-6-22 0,1 1-28 0,-1-2-33 15,3 1-38-15,1-3-38 0,1-2-38 0,-1-1-179 16,6-2-422-16,0 0 187 0</inkml:trace>
  <inkml:trace contextRef="#ctx0" brushRef="#br0" timeOffset="62347.48">15004 6044 152 0,'0'0'219'0,"0"0"-21"0,9 9-5 0,-9-9-14 0,-1 13-8 16,0-1-9-16,-4 3-17 0,3 1-7 0,-2 3-9 16,1-1-11-16,-1 0-15 0,0-3-6 0,1 2-11 15,2-4-6-15,-3 3-17 0,2-3-25 16,2-3-36-16,0 1-42 0,0-11-64 0,0 15-49 16,0-8-177-16,0-7-357 0,0 0 158 0</inkml:trace>
  <inkml:trace contextRef="#ctx0" brushRef="#br0" timeOffset="62521.86">14898 5838 225 0,'0'0'272'0,"-5"-6"-35"0,5 6-23 0,-6-7-31 0,6 7-33 15,0 0-26-15,0 0-31 0,0 0-33 16,0 0-43-16,0 0-41 0,0 0-47 0,21 25-36 15,-7-15-123-15,1-1-247 0,10-1 110 0</inkml:trace>
  <inkml:trace contextRef="#ctx0" brushRef="#br0" timeOffset="62715.82">15241 5871 73 0,'-3'-12'236'0,"3"12"4"0,3-9 2 0,-3 9-6 15,0 0-7-15,0-10-21 0,0 10-21 0,0 0-22 0,0 0-21 16,0 0-14-16,0 0-18 0,0 0-9 0,0 0-11 15,2 33-6-15,0-15-9 0,-4 9-3 0,6 0-10 16,-4 1-3-16,-1 0-5 0,2 0-8 0,-2-1-4 16,2 2-2-16,-1-1-7 0,1-3-5 15,-1-6-33-15,0 1-28 0,-1-1-34 0,1-2-47 0,0-3-58 16,0 1-50-16,0-3-183 0,0-1-435 0,0-11 193 16</inkml:trace>
  <inkml:trace contextRef="#ctx0" brushRef="#br0" timeOffset="62900.5">15376 6086 39 0,'3'-4'273'0,"-3"-1"-25"0,0 5-26 15,6-7-19-15,-6 7-23 0,0 0-16 0,5-4-4 16,-5 4-8-16,0 0-19 0,3 19-9 16,-3-5-9-16,0 2-10 0,0 2-12 0,-2-1-7 15,-1 1-13-15,3 1-1 0,-3-1-8 0,-3 1-25 16,6-2-29-16,-1-1-47 0,-1 0-46 0,2-5-73 15,0-2-63-15,-2 3-125 0,2-12-371 0,0 0 164 0</inkml:trace>
  <inkml:trace contextRef="#ctx0" brushRef="#br0" timeOffset="63062.28">15444 5885 124 0,'-6'-6'265'0,"-1"4"-28"0,2-1-25 0,5 3-26 16,-10-3-36-16,10 3-46 0,0 0-51 0,-16 6-59 16,14-2-72-16,2-4-131 0,-3 8-224 15,3-8 100-15</inkml:trace>
  <inkml:trace contextRef="#ctx0" brushRef="#br0" timeOffset="63296.33">15688 5873 2 0,'6'-5'274'0,"-6"5"-18"0,0 0-20 0,7-4-21 16,-7 4-24-16,0 0-18 0,0 0 2 0,0 0 9 15,7 19-11-15,-5 0 6 0,-1 6 2 0,-1 1 1 0,-1 2-18 16,-2 2-13-16,1 1-17 0,-1-1-16 16,0 0-10-16,-2-1-7 0,0-3-10 0,3 3-12 15,2-4-3-15,-3-5-12 0,2-1 0 0,1 0-6 16,0-2-10-16,1 0-30 0,-1-1-28 0,-1 0-29 15,1-5-19-15,0-1-27 0,0 0-44 0,0-1-55 0,1-2-43 16,-1-7-53-16,0 0-168 0,-1 9-484 16,1-9 214-16</inkml:trace>
  <inkml:trace contextRef="#ctx0" brushRef="#br0" timeOffset="63884.65">15728 6141 93 0,'0'0'209'0,"5"-6"-22"15,-5 6-9-15,7-7-8 0,-4 4-2 0,-3 3-12 16,11-4-8-16,-4 2-12 0,-7 2-10 0,13-4-12 16,-7 3-9-16,3 1-12 0,1-1-7 0,-2-1-10 15,-8 2-7-15,19 2-4 0,-10 0-8 0,-1 1-9 16,0-3 1-16,3 3-6 0,-3 1-4 16,0 2-5-16,-3-3-1 0,3 5-6 0,-1 1-1 15,4-3 1-15,-3 5-3 0,-2-2 0 0,2 0-5 0,1 0 2 16,-4 0-5-16,1-2 2 0,3 1 0 0,0-2-1 15,-1 1 0-15,-2-3 0 0,3 0-1 0,-1-2 1 16,-1 1 4-16,2-3-1 0,3-2 1 0,-2 1 5 16,-1-1 10-16,0-4 2 0,0 3 1 0,-1-3 4 15,-3 0 3-15,0 1 3 0,0 1 4 16,3-5-2-16,-5 0 2 0,-3 9-7 0,8-14 8 0,-8 14 4 16,5-9 1-16,-5 9-2 0,4-8-15 0,-4 8-3 15,0 0-7-15,0 0-10 0,0 0-3 16,0 0-3-16,0 0 2 0,1 25-4 0,-6-1-2 15,-1 4 2-15,-1 4 4 0,-5 16-6 0,-1 0 3 16,-5-1-1-16,4-3 3 0,-1 3-6 0,3-13-1 0,-2 10 0 16,3-11-5-16,2 13 0 0,0-12 1 0,1-1-2 15,3 0 0-15,1-2 2 0,-1-1 2 16,4 1-3-16,2-3 2 0,-4-3-6 0,1-6 4 0,1-1 1 16,-1-1 1-16,1-2 0 0,-4-4 0 0,4-2 8 15,-2 1-1-15,3-10 0 0,-8 10 4 0,8-10-10 16,-15 3-5-16,5-3 3 0,10 0 5 0,-28-12-13 15,11 2-5-15,-5-5-8 0,1-7-1 0,1 1 2 16,1-1-1-16,4-3 2 0,0-2 4 0,3 0-8 16,2-3 1-16,6-1-4 0,4 0-3 0,4 0-10 15,2-3-7-15,6 4-4 0,6-1-7 0,1-1-2 16,12-4 0-16,3 2-2 0,7 5-3 0,-12 9-7 16,15-6-21-16,2 5-20 0,2 0-19 0,2 3-28 15,0 0-36-15,5 4-18 0,1 0-27 16,2 0-157-16,-1 2-423 0,5-1 186 0</inkml:trace>
  <inkml:trace contextRef="#ctx0" brushRef="#br0" timeOffset="64321.23">17246 6039 2133 0,'23'-22'86'0,"-3"-3"-9"0,0 3-30 0,-8-1 5 0,-3 7 4 16,-1-2-11-16,-4 1-27 0,0 2 4 0,-4 0 0 15,0 2 14-15,-2 3 6 0,1 1 7 0,-2-1 1 16,1 4-8-16,-2-2-5 0,4 8-7 0,-6-8-5 16,6 8-3-16,0 0-2 0,-22 14-3 0,10 3 0 15,-4 10 6-15,-2 6 0 0,-3 16 2 0,0 0-1 16,5 4 1-16,2 2-2 0,1-4 0 0,3 1 1 16,3-1-5-16,2-3-3 0,-1-2 2 0,4-11 5 15,1-1-8-15,-2-1-1 0,2-1-6 0,-3-2 2 16,5-3 1-16,-3-1 11 0,2-7-13 0,-3-2 0 15,3-6-2-15,-1 2-10 0,0-1-16 0,-1-1-9 16,2-1-12-16,-1-3-15 0,1-7-14 0,-4 10-22 16,4-10-32-16,0 0-51 0,-10 3-27 0,10-3-40 15,0 0-138-15,-18-16-410 0,10 7 181 0</inkml:trace>
  <inkml:trace contextRef="#ctx0" brushRef="#br0" timeOffset="64765.49">17013 6261 165 0,'13'-4'149'0,"4"1"-20"16,3 0-7-16,7-1-9 0,4 0-13 0,-2 2-4 15,4-1-10-15,2 1-7 0,-2 0-2 0,3 0-9 16,-3 1-2-16,3-2-9 0,-4-1-5 0,-2 2-7 16,-3-2 0-16,-6 0-11 0,-1 2 1 0,-8 0-5 15,2 1 15-15,-7-1 7 0,-7 2 15 0,13-1 10 16,-8 0 1-16,-5 1-2 0,9-4 5 0,-5-1-6 15,-4 5-11-15,0 0-5 0,4-7-10 0,-4 7-5 16,0 0-6-16,0 0-2 0,0 0-4 0,0 0 2 16,-31 8-6-16,21 2 2 0,-4 2-4 0,1 3 1 15,-1 1-8-15,4-1-1 0,1 1 2 0,-1-1-4 16,3-1-2-16,1-3-1 0,2 0-1 0,1-1-1 16,2-1-1-16,1-1-2 0,0-8 2 0,3 11-1 15,-1-7-4-15,2 0 1 0,3-2-6 0,-7-2 1 16,12 0-4-16,-12 0-3 0,14-3 0 0,-5-2 0 15,1-3 0-15,-2 3 1 0,1-4 2 0,-2 0 0 16,1-1-1-16,4-3 2 0,-5 1-1 0,-1 2 1 16,0-2 0-16,-1 4-1 0,-1-1 0 0,0 5-1 15,0-2-1-15,1 2-5 0,-5 4-2 0,6-3 5 16,-6 3-1-16,0 0-2 0,0 0 3 0,12 15 1 16,-10-4-1-16,2-1 1 0,-1 3 3 0,1 2-3 15,1-1-21-15,0 2-37 0,-3-4-31 0,6 2-48 16,0 0-52-16,-1-3-150 0,-3-4-373 0,6 1 165 15</inkml:trace>
  <inkml:trace contextRef="#ctx0" brushRef="#br0" timeOffset="64995.87">17976 6154 46 0,'-4'-8'253'0,"-1"0"-14"0,0 4-27 15,5 4-22-15,-8-2-15 0,8 2-11 0,-17 6-7 16,7 2-10-16,-3 6-13 0,-3 5-6 0,4-2-15 16,-1 5-13-16,3 1-5 0,5-5-12 0,0 6-9 15,4-6-7-15,1 1-4 0,1 2-5 0,3-3-2 16,3-2-7-16,5 1-21 0,-1-3-26 0,4 1-29 16,1-1-33-16,8-3-37 0,-3-3-38 0,7-5-32 15,-1 4-37-15,0-5-121 0,-8-4-350 0,-1-2 155 16</inkml:trace>
  <inkml:trace contextRef="#ctx0" brushRef="#br0" timeOffset="65217.78">18319 6028 101 0,'4'-11'267'0,"-2"-1"-8"0,0 3-11 16,1 1-21-16,-2 3-23 0,-1 5-28 0,3-9-22 15,-3 9-16-15,0 0-16 0,0 0-14 0,0 0 1 16,-3 32-7-16,-2-4-2 0,1 1-8 0,0 1-3 15,-4 1-13-15,2 1-2 0,1-1-11 16,1 0-4-16,0-1-6 0,-1 0 6 0,0-2-9 16,0-2-7-16,2-2-9 0,0 0-3 0,5-5-26 0,-4-3-33 15,2-4-31-15,-2 1-33 0,1-1-36 0,1-3-32 16,1-1-31-16,-1-8-26 0,-1 10-145 0,-3-6-391 16,4-4 173-16</inkml:trace>
  <inkml:trace contextRef="#ctx0" brushRef="#br0" timeOffset="65685.28">18174 6211 42 0,'6'-1'135'0,"-6"1"3"0,17-5-11 0,-7 7-5 16,-1-3-5-16,5 4-10 0,-2-3-9 0,1 3-12 15,0 0-5-15,0 1-3 0,0 1-4 0,1 3-4 16,3 1-6-16,-6-3-6 0,6 1-3 0,-2 0-7 15,-2-1-6-15,-2 0 2 0,2 2-8 0,0 0 0 16,-3-1-7-16,3-1 1 0,-3 0-5 0,3-1-1 16,-2-3 1-16,0 3 2 0,0-4 2 0,-2 3 4 15,1-4 20-15,0 2 6 0,-2-4 1 0,-8 2 7 16,14-3 7-16,-6 0 4 0,-3-2-3 0,-1 1-6 16,1-3-4-16,-4 1 4 0,0-3 1 0,-1 9-3 15,-1-18-5-15,-1 8-2 0,-4 0-5 0,3 1-4 16,-5 0-9-16,2 2-3 0,-1 0-5 0,-1 0-6 15,1 2-2-15,-2 3-5 0,1 0-1 0,-1-1-1 16,-3 3-6-16,3 3-2 0,0-3-2 0,-3 3-10 16,3 2-4-16,0-2-17 0,2 2-9 0,2 0-3 15,-3 3-11-15,3-5-3 0,1 4-2 0,0-2-6 16,4-5 2-16,-6 7 7 0,4-1 4 0,2-6 6 16,0 0-3-16,0 10 12 0,0-10-3 0,0 0 3 15,0 8 7-15,0-8 11 0,0 0 13 0,0 0 0 16,0 0 1-16,0 0-1 0,0 0-3 0,0 0 9 15,0 0-8-15,0 0 1 0,0 0-1 0,0 0 1 16,0 0-2-16,0 0-23 0,0 0-27 0,0 0-37 16,0 0-47-16,0 0-40 0,0 0-178 0,0 0-379 15,0 0 168-15</inkml:trace>
  <inkml:trace contextRef="#ctx0" brushRef="#br0" timeOffset="66238.78">18714 6363 64 0,'-7'11'225'0,"4"-6"-17"16,3-5-17-16,-5 12-16 0,1-6-10 0,3-1-12 15,-2 3-11-15,3-8-13 0,-2 11-13 0,2-11-9 16,-2 13-11-16,2-13-8 0,2 8 3 0,0-3 0 15,-2-5 2-15,8 5 5 0,-3-3-2 0,5-2-3 16,-10 0-6-16,22-4-5 0,-11 1 0 0,2-2 4 16,3 0-10-16,-5-1-7 0,2-4-6 0,-2 3 3 15,2-5-7-15,-1 1-3 0,-5-1-5 0,1-3-6 16,-1-2 0-16,0 1-2 0,-1-9-12 0,1 2-3 16,-2-3-2-16,-4 1 0 0,1 6 5 0,-5-7-10 15,2 7-4-15,-3 2 1 0,0 0 7 0,0 4-11 16,0 3-2-16,-1 1-2 0,2 0-3 0,-3 2 0 15,1 1-5-15,1 1 1 0,-5 0-1 0,9 5-3 16,-11 0 0-16,11 0 0 0,-12 2-4 0,1 1 3 16,7 1-2-16,-1-1 4 0,5-3-5 0,-6 9 5 15,4-3-6-15,2-6 3 0,-1 12 1 0,1-12-3 16,6 12 2-16,1-5 3 0,3-1 2 0,5 1-5 16,3 1 0-16,2-3 2 0,1-2-1 0,5 6-5 15,-3-8 3-15,-3 2 2 0,1 1-2 0,-2-1 0 16,-3 1-4-16,-2 1 4 0,-2-3-1 0,0 3 2 15,-2 3-4-15,-1-3 0 0,1 4-1 0,-1 3 2 16,1 1 1-16,-4 1-1 0,0-1 0 0,0 2 5 16,-2 0-1-16,0 1 5 0,-2-1-1 0,-1 1 1 15,1 0-3-15,-1-1 2 0,-1-3-1 0,0 1-3 16,0-1-15-16,1-3-26 0,1 1-27 0,-2-1-37 16,1-2-41-16,1 0-61 0,2-4-50 0,0 4-181 15,-4-7-474-15,15 3 209 0</inkml:trace>
  <inkml:trace contextRef="#ctx0" brushRef="#br0" timeOffset="66387.48">19407 6435 312 0,'0'0'298'16,"0"0"-19"-16,8-1-5 0,-8 1-1 0,0 0-29 16,0 0-25-16,0 0-21 0,0 0-16 0,0 0-29 15,9-6-32-15,-9 6-59 0,0 0-69 0,0 0-93 16,0 0-121-16,0 0-161 0,0 0-412 0,0 0 182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42:55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16704 8897 59 0,'0'-10'159'15,"-1"1"2"-15,0-2-10 0,1 2 1 0,-2 1 1 16,2 8 0-16,0-13-6 0,0 13-9 0,-1-9-18 15,1 9-14-15,0 0-10 0,0-10-12 0,0 10-4 16,0 0-15-16,0 0-11 0,0 0-4 0,0 0-5 16,0 0-6-16,0 0-1 0,1 28-5 0,-1-19-2 15,0 8 0-15,-1-4-5 0,0 5-1 0,-1-3-4 16,2 2 2-16,-2-1-5 0,2 0-2 0,-1 0-4 16,-1-2 1-16,1 2 0 0,0-5 0 0,1 3-3 15,-3 0 2-15,3 2-5 0,-1-3 6 0,2-1-9 16,0 0 1-16,-1 0 1 0,0 0-3 0,2 0-8 15,-2-3-22-15,0 2-31 0,0-1-27 0,1-2-5 16,-1-1-17-16,0-7-14 0,0 13-19 0,1-9-15 16,-1-4-112-16,0 0-288 0,-5 6 128 0</inkml:trace>
  <inkml:trace contextRef="#ctx0" brushRef="#br0" timeOffset="396.47">16690 8911 48 0,'4'-11'128'0,"1"-5"-5"0,5 1-1 0,-1 1-12 16,-3 4 4-16,6-4-2 0,-1 1-10 0,1 2-7 0,2 0-6 15,-5 5-12-15,3 2-9 0,-1 0-9 16,-2 1-5-16,-1 2-7 0,-8 1-5 0,16 3-12 16,-8-2 8-16,-3 5-4 0,1 2-2 0,1-1 3 0,-5 3-15 15,-1 1 1-15,-1 0-2 0,-2 4-1 16,1-2 0-16,-3 1-12 0,-1 0 11 0,-3 1-2 15,2-1-3-15,-2 1 0 0,1-6 1 0,-1 1-6 16,1 0 1-16,1-3-3 0,2 2 5 0,0-3-10 0,3 0-12 16,1-6 3-16,-2 12-1 0,2-12 0 0,0 9 2 15,0-9 5-15,8 6-8 0,-3-2 6 16,-5-4-4-16,12 5-1 0,-3-1 6 0,2-1 1 16,-2-2-2-16,-1 2 1 0,0 0-6 0,1 1 4 0,-3 0 3 15,-1 0 1-15,2 0-6 0,-1 1 5 0,-5 1-1 16,-1-6-4-16,4 10 5 0,-4-2-4 0,0-8 5 15,-6 14 4-15,1-5 0 0,-4-1 4 0,0 2 2 16,-4 1 0-16,1-3-3 0,-2 0-1 0,0 2 4 16,0-1 1-16,-1 0-10 0,-1-1-18 0,4-2-25 15,3 0-25-15,0-3-38 0,1 2-129 0,1-2-255 16,1 0 113-16</inkml:trace>
  <inkml:trace contextRef="#ctx0" brushRef="#br0" timeOffset="563.63">17010 9193 65 0,'0'0'154'0,"0"0"-13"0,0 0-9 0,0 0-5 16,-20 11-16-16,11-9-6 0,2 3-13 0,-1-1-17 16,-1 3-2-16,0 0-25 0,0 1-25 0,0 1-40 15,0 1-54-15,3-1-106 0,1 1-191 0,-2-3 85 16</inkml:trace>
  <inkml:trace contextRef="#ctx0" brushRef="#br0" timeOffset="948.28">17177 9039 1656 0,'8'-26'40'15,"-1"1"12"-15,0 0 39 0,0 7 1 0,-3 0-16 16,1 1 4-16,-2 6-10 0,-1-2 2 0,2 4-9 15,-1 1-10-15,-1 2-5 0,-2 6-9 0,5-8-3 16,-5 8-1-16,9 0-4 0,-9 0-1 0,11 10-5 16,-4-2 3-16,3 2-5 0,-1 3-2 0,0 0 1 15,4 3 0-15,-4-2-7 0,-2-3 2 0,3 2-2 16,-1 1 1-16,0-1-3 0,-3-2-2 0,3-1 1 16,-1 3-4-16,-2-2 4 0,0-3-4 0,1 0 0 15,-2 0-2-15,-3-2 5 0,2 0-4 0,0-1-1 16,-4-5 4-16,5 6-2 0,-5-6 3 0,4 5 1 15,-4-5 4-15,0 0-1 0,11-3-6 0,-11 3 0 16,11-13-2-16,-3 2-1 0,3-4-2 0,3-7 2 16,0-2 4-16,1-2-8 0,-1 0-2 0,-1 1 4 15,1-1-2-15,3 2-2 0,-4 1 3 0,-2 7 3 16,-3 0-4-16,-2 5-4 0,-1 1 2 0,0 4-20 0,-1 0-25 16,-1 1-33-16,-3 5-19 0,0 0-18 0,0 0-9 15,0 0-26-15,0 0-27 0,-13 30-26 0,-2-11-131 16,-3 1-362-16,0 1 161 0</inkml:trace>
  <inkml:trace contextRef="#ctx0" brushRef="#br0" timeOffset="1512.38">16735 9101 28 0,'0'0'46'16,"-5"-4"2"-16,5 4 1 0,-6-6 5 0,6 6 5 15,-3-4-1-15,3 4-2 0,0 0 1 0,-3-9-9 16,3 9 0-16,0 0 9 0,-3-10-2 0,3 10-6 15,-2-9 2-15,2 9 8 0,-1-5 1 0,1 5-10 16,0 0 5-16,-2-9 2 0,2 9 0 0,0 0-6 16,0 0-7-16,0 0-4 0,0 0-7 0,0 0-15 15,0 0 14-15,0 0-3 0,0 0-7 0,0 0-11 16,0 0 17-16,0 0 7 0,-1 26-2 0,1-15 4 16,-1 4-3-16,-2-3 4 0,3 3-3 0,-2 2 12 15,1-2-9-15,-1-3-3 0,1 1 0 0,0 2 2 16,1 0-2-16,-2-3-3 0,1 1 2 0,0-2-6 15,1 0-2-15,-1-1-6 0,-1 2 1 0,1-2-2 16,1 0 0-16,0 0 0 0,-3-1-9 0,2 1-22 16,-2-1-27-16,2 0-29 0,0-2-31 0,1-7-47 15,-1 15-140-15,-1-10-309 0,2-5 137 0</inkml:trace>
  <inkml:trace contextRef="#ctx0" brushRef="#br0" timeOffset="2336.01">17763 9007 146 0,'-3'-10'205'0,"3"10"-7"0,0 0-7 0,0 0-17 16,-2-7-18-16,2 7-15 0,0 0-16 0,0 0-14 16,0 0-10-16,0 0-12 0,0 0-11 0,0 0-3 15,0 0-6-15,-12 20-11 0,8-11 5 0,-1 3-7 16,-1-1-2-16,1 1-5 0,-1-2-6 0,1 2-3 16,1 0-1-16,2 0-7 0,-1-2 0 15,-2 3-5-15,2-4 4 0,1 4-10 0,2-4 2 0,-4 1-1 16,1-1-2-16,3-1-5 0,0-8-2 0,-2 11 0 15,-1-6-1-15,3-5-3 0,0 9 3 0,0-9-4 16,0 0 2-16,2 9 1 0,-2-9 1 0,0 0-2 0,0 0 2 16,-3 7 9-16,3-7 11 0,0 0 6 0,0 0 1 15,0 0-2-15,0 0-3 0,0 0-5 0,0 0 4 16,0 0-11-16,-1-30-1 0,2 20-2 16,0-1-2-16,2-2-3 0,-1-3-1 0,5 0-2 0,-1 0-5 15,-1-3 0-15,2 2 2 0,-1 0-1 0,3 0 9 16,0 1-13-16,-1 2-1 0,2 0 1 0,-1-1 1 15,-2 5-5-15,1 2 4 0,0 1-3 16,-2 0-4-16,-1 3 2 0,-1 1-2 0,-4 3 1 0,14-3-2 16,-14 3 0-16,10 2 0 0,-10-2 1 0,9 4-1 15,-5 0-2-15,1 1 6 0,0 1-4 0,-2 1-3 16,1 1 1-16,-3-2 0 0,-1-6-5 0,0 15-2 16,-1-5-7-16,-1-1-8 0,2-9-6 0,0 14-5 15,-1-5-10-15,0-2-3 0,1-7-6 0,0 15 8 16,0-4-10-16,1-6-2 0,0 1 0 0,2 2 5 15,0-3-1-15,-3-5 6 0,7 11 5 0,-2-5 5 16,2-1 6-16,-2 0 4 0,1-1-1 0,-1 1 0 16,-1 1 8-16,1 0 0 0,2 1 8 0,-4-2-2 15,1 0 2-15,-1 2 8 0,-2-1 1 0,-1-6-2 16,-1 11 3-16,1-11-1 0,-4 13 7 16,0-4-4-16,-3-2 2 0,0 0 5 0,-2 0-1 0,2 1 4 15,-4-2-5-15,2-1 0 0,2 0-22 0,-2 0-28 16,1 0-18-16,2-2-24 0,-2 0-35 0,8-3-122 15,-9 4-269-15,9-4 120 0</inkml:trace>
  <inkml:trace contextRef="#ctx0" brushRef="#br0" timeOffset="2713.06">18180 9015 140 0,'0'0'175'0,"-9"-10"-14"15,9 10 0-15,0 0-8 0,0 0-6 16,-23 11-6-16,15-4-9 0,-1-1-15 0,1 1-6 16,0 2-12-16,3 0-11 0,1 0-7 0,0 0-11 0,1 1-3 15,3 1-8-15,0-1-3 0,3 0-6 0,1 0-6 16,2-4-8-16,1 2-16 0,2-2-2 16,0 0-6-16,0-1-3 0,2-1-6 0,-2 1 0 15,0-3 3-15,-3 0 3 0,2-1-1 0,-8-1 2 0,10 0 0 16,-10 0 4-16,0 0-1 0,0 0 8 0,9-3-7 15,-9 3 6-15,0 0-4 0,0 0-3 0,0 0-1 16,0 0 0-16,0 0-1 0,-28 2-1 16,18 2 1-16,0-1 6 0,-4 4 4 0,1 2-1 0,0-3 0 15,-1 4 3-15,-1 2-1 0,6-3 0 0,0 0-2 16,-3 4-1-16,6-4-1 0,1 2 1 0,1 0-3 16,1-1-2-16,3 0-1 0,-1 0-2 15,4 1 0-15,0-3-4 0,3 2-15 0,4-2-29 0,0-1-31 16,2 0-46-16,7-3-46 0,1-1-48 0,1-4-136 15,11-1-372-15,-2-3 165 0</inkml:trace>
  <inkml:trace contextRef="#ctx0" brushRef="#br0" timeOffset="2890.18">18561 9137 78 0,'0'0'264'0,"4"-6"-16"0,-4 6-18 0,2-5-21 15,-2 5-22-15,8-7-16 0,-2 2-20 0,5 1-15 16,1 0-14-16,6-3-22 0,-1 4-28 0,2 0-39 16,-2 0-44-16,2 0-37 0,-6 2-36 0,1-2-39 15,-3 3-28-15,2 0-113 0,-3 0-286 0,-10 0 126 16</inkml:trace>
  <inkml:trace contextRef="#ctx0" brushRef="#br0" timeOffset="3054.71">18603 9242 67 0,'0'0'174'0,"-5"4"3"16,5-4-8-16,0 0-7 0,-6 4-7 0,6-4-14 15,0 0-14-15,0 0-12 0,0 0-7 0,0 0-9 16,15 4-10-16,-4-4-17 0,6 0-38 0,2-2-29 0,-1 0-34 16,5-2-41-16,5 0-43 0,2 1-134 15,0-7-269-15,5 3 119 0</inkml:trace>
  <inkml:trace contextRef="#ctx0" brushRef="#br0" timeOffset="4164.66">19348 8942 228 0,'-9'-6'248'0,"-1"-1"-13"16,0 3-18-16,0 1-18 0,-1 0-23 0,0 3-12 0,1 3-16 15,-2 1-13-15,-1 2-7 0,0 4-16 16,0 3-4-16,-2 0-11 0,3 1-7 0,1 3-7 0,1 0-13 16,0 0-8-16,4 1 0 0,2 0 2 0,0-3-17 15,1 2-3-15,3 1-3 0,0-1-5 0,3 0 0 16,-1-2-6-16,2-2-4 0,3-2-12 16,0 0-19-16,1-3-24 0,1 3-16 0,1-6-13 0,3 3-14 15,2-2-9-15,-2-3-12 0,0-1 0 0,0 1-14 16,-1-3 1-16,8-3-5 0,-4 1 1 0,1-3 13 15,0-1 0-15,2-1 15 0,-3-4 2 16,1 0 14-16,6-3 4 0,-6 2 14 0,-4-1 12 0,-1-2 13 16,-2 2 24-16,0 0 22 0,-3 2 21 0,-2 1 19 15,0 0 25-15,-2 3 11 0,2-1 9 0,-5 2 0 16,0 6-3-16,2-9-7 0,-2 9-9 0,2-8-5 16,-2 8-10-16,0 0-3 0,-13-1-5 15,13 1-2-15,-14 9-6 0,6-4-4 0,-5 3-5 0,6 0 1 16,-2 1-7-16,0 3-2 0,1-4-6 0,2 3 1 15,1 1-6-15,-2-1-1 0,6 0-7 0,-2-2-1 16,5 1 2-16,-1-1-7 0,4 1 5 0,0 0-2 16,2-2 5-16,0-2-9 0,2 0-1 0,1-1 0 15,1-1-2-15,1 0-1 0,0-4 6 0,1 0-7 16,-1-2-3-16,0 0 4 0,1-2-6 0,-2 0-5 16,1-1-5-16,-1-2-4 0,-1 1 4 0,-1-3 0 15,2 1-7-15,-5-2-2 0,2-5 0 0,-3 4 2 16,-3 0 2-16,0-5 1 0,1 5 0 0,0-1 1 15,-3 1 6-15,2 2-6 0,-2-3 1 0,0 5-1 16,2-1 3-16,-2 8 1 0,2-12-1 0,0 7 5 16,-2 5-5-16,5-9 1 0,-1 7 1 0,-4 2 0 15,11-5 3-15,-3 5-2 0,-8 0 2 0,17 2-1 16,-6 5 1-16,-2-2-1 0,-1 5-2 0,-1-2 3 16,1 1-1-16,-2 0 2 0,-1 3 1 0,-1-4-2 15,-1 6 4-15,-1-5 1 0,2 3-5 0,-1-2-1 16,-2-1 3-16,1-1-1 0,0-2 2 0,-2-6 1 15,1 10-3-15,-1-10 3 0,1 8 1 0,-1-8 3 16,2 5 4-16,-2-5 16 0,0 0 2 0,0 0 7 16,0 0 0-16,0 0-7 0,0 0 7 0,0 0-11 15,0 0-4-15,7-20 2 0,-3 11-7 0,1-2 6 16,0-1-15-16,4-3 2 0,0-2-7 0,4 2-3 16,-1-1-6-16,2 2 5 0,0 2-1 0,-3 1-1 15,1 2-2-15,-5 1 4 0,1 4-7 0,-2 0 2 0,1 1-4 16,-7 3 2-16,13 2 0 0,-13-2-3 0,9 7 6 15,-6-1 0-15,4 1-2 0,-4 3 3 16,1-2-4-16,0 3 0 0,0 0 4 0,-1 1 2 16,1-3 3-16,-1 1 0 0,2 0 2 0,0 0 8 0,-1-1-2 15,3-1 6-15,-1 1-3 0,2-4 6 0,-1-1 1 16,2 1-5-16,0-1 2 0,3-3 0 16,-2-3 0-16,2-3 10 0,5 0-13 0,-5 1 2 15,3-4-2-15,-1-1-4 0,2 0 1 0,-3-2-5 16,3-2 3-16,-3 0-3 0,1-2-5 0,-3-1-4 0,1 2 4 15,-1-1-8-15,-2-1 1 0,-1 5 2 0,-4 0-1 16,2 0 0-16,-2 2-3 0,-3 2 4 16,2 1-4-16,-3 6 1 0,1-10-3 0,-1 10 0 0,0 0 2 15,0 0-6-15,0 0 4 0,0 0 2 0,0 0 2 16,-23 20-1-16,19-8-5 0,1-2 6 0,-1 0-2 16,0 6 2-16,1-3 0 0,1-1 0 0,-1 4 0 15,2-1 1-15,2-2-2 0,-1 2 6 0,0 1-2 16,3 0 2-16,-3 1-2 0,1-3-1 0,2-3 7 15,-2 0-7-15,0-2 0 0,-1 3 2 0,0-6 2 16,0 4 4-16,0-10-5 0,-4 14 7 0,3-6-8 16,-4-3-13-16,-1 1-10 0,-1 0-14 0,1-1-20 15,-2 0-14-15,-1-2-23 0,3 0-16 0,1 1-23 16,5-4-26-16,-9 0-43 0,9 0-35 0,0 0-129 16,0 0-398-16,-13-5 176 0</inkml:trace>
  <inkml:trace contextRef="#ctx0" brushRef="#br0" timeOffset="4404.89">20436 8885 185 0,'5'-11'250'0,"-1"4"-8"0,-2-2-14 16,0 5-16-16,-2 4-22 0,1-9-21 0,-1 9-21 0,0 0-14 16,0 0-2-16,0 0 2 0,8 20-7 15,-8-4 0-15,-2 0-1 0,2 3-1 0,-2 2-7 16,-1-3-13-16,1 2-7 0,-1-3-11 0,2 2-7 15,-2-2 0-15,1-2-9 0,-2 5 4 0,-1-2-17 0,2-4-5 16,1 0-7-16,0 1 1 0,1-2-6 0,-3 3-6 16,2-5-25-16,0-2-24 0,1 0-28 15,0-1-32-15,-2 2-47 0,2-4-50 0,1-6-46 16,-1 9-45-16,1-9-177 0,0 0-475 0,0 0 209 0</inkml:trace>
  <inkml:trace contextRef="#ctx0" brushRef="#br0" timeOffset="4572.09">20481 9071 2124 0,'0'0'69'16,"0"0"-25"-16,1-10-21 0,-1 10-16 0,0 0 7 15,0 0 11-15,1-7 9 0,-1 7-1 0,0 0-10 16,0 0 0-16,5-4-5 0,-5 4 0 16,13-3-2-16,-4 2-20 0,1 2-23 0,3-1-34 0,-2-1-33 15,7 1-44-15,0 1-22 0,4 1-23 0,6 1-118 16,0 2-326-16,-9-2 145 0</inkml:trace>
  <inkml:trace contextRef="#ctx0" brushRef="#br0" timeOffset="4698.1">20779 9101 104 0,'4'2'196'0,"-4"-2"8"16,6 7-2-16,-6-7 3 0,5 2 1 0,-5-2 5 15,0 0 2-15,0 0 1 0,6 5-1 0,-6-5 3 16,0 0-7-16,0 0-10 0,0 0-24 0,0 0-11 16,0 0-25-16,0 0 4 0,0 0-61 0,5-14-49 15,-5 14-57-15,0 0-91 0,-2-10-117 0,-3 0-262 16,2 4-533-16,3 6 237 0</inkml:trace>
  <inkml:trace contextRef="#ctx0" brushRef="#br0" timeOffset="18408.91">15803 8949 53 0,'0'0'106'0,"-4"-7"-12"0,4 7-7 16,0 0-4-16,0 0-8 0,0 0-5 0,0 0-5 15,0 0-3-15,0 0-12 0,0 0-15 0,0 0 10 16,0 0-12-16,0 0-1 0,0 0-16 0,0 0 5 16,0 0-1-16,0 0-8 0,0 0 15 0,0 0 0 15,0 0-8-15,0 0 12 0,0 0 2 0,0 0-6 16,0 0-7-16,0 0 8 0,0 0-6 0,-6-5 0 15,6 5 8-15,0 0 1 0,0 0 1 0,0 0-7 16,0 0 4-16,-4-5 2 0,4 5 5 0,0 0-7 16,0 0 6-16,0 0-6 0,0 0 1 0,-3-7 0 15,3 7 5-15,0 0-1 0,0 0 2 0,0 0-6 16,-3-7 9-16,3 7 3 0,0 0-1 0,0 0 7 16,0 0 1-16,0 0-2 0,0 0 0 0,-3-9-5 0,3 9-3 15,0 0-5-15,0 0-6 0,0 0-1 16,0 0-6-16,0 0-4 0,0 0-3 0,0 0 1 15,0 0 1-15,0 0-5 0,0 0 1 0,0 0-1 16,-2 26-3-16,0-16 0 0,1 1 1 0,0 0-2 16,-1 2 0-16,1 3 2 0,-1-5-6 0,-1 5 5 15,0-4 3-15,3 2-2 0,-2-3 3 0,0 5 2 0,0-4 6 16,2 0-2-16,0-2 0 0,-1 3-1 16,1-3-5-16,0 0-1 0,0 0 1 0,-2-2-3 0,2 2 3 15,0-10-4-15,0 13 2 0,0-7-3 16,0-6-1-16,0 13 2 0,0-13-2 0,0 10-2 15,0-10 3-15,0 7-4 0,0-7 1 0,0 0 0 0,0 11 3 16,0-11-1-16,0 0-3 0,-2 6-10 0,2-6-9 16,0 0-7-16,0 0-13 0,0 0-8 0,2 8-14 15,-2-8-17-15,0 0-26 0,0 0-38 0,0 0-13 16,0 0-16-16,0 0-135 0,0 0-327 0,-11-23 144 16</inkml:trace>
  <inkml:trace contextRef="#ctx0" brushRef="#br0" timeOffset="18884.93">15756 8964 102 0,'1'-6'146'0,"-1"6"6"0,0-17-8 16,2 7-13-16,1 1-4 0,1-2-6 0,1 3-11 16,2-4 0-16,3 3-9 0,-1-1-11 0,2 1-4 15,6-1-6-15,-3 0-6 0,2 3-4 0,0 0-5 16,-2 4-5-16,-1-1-2 0,1 4-7 0,-4 0-1 15,1 3-7-15,2 1-3 0,-3-2-6 0,-2 4-2 16,1 0-6-16,-1 2-1 0,-3 2-4 0,-1-2 0 0,0 2-1 16,-2 0-3-16,-2 2 1 0,0-2 3 15,-2 4 0-15,-4 0 0 0,0 1-4 0,-2-2 0 16,1-2 0-16,-1-1-3 0,-2 3 2 0,2-3-6 16,0-2 0-16,2-1-1 0,-2 2 1 0,3-3-3 15,-4 0-1-15,4-1 2 0,1 0-4 0,4-5-2 16,-6 6 1-16,2-2-3 0,4-4 3 0,-5 4 0 15,5-4-3-15,0 0 2 0,0 0-1 0,0 0 1 16,0 0-2-16,0 0 3 0,8 11-4 0,-8-11 3 0,10 4-3 16,-1-3 4-16,0 3-3 0,0-2-1 15,0 4-1-15,0-4 3 0,1 3-2 0,-2 1 2 16,3-1-3-16,-2 1 2 0,0 0 0 0,-3 1 2 16,2-2-2-16,-3 2-7 0,0 1 3 0,-1-1 4 0,-1-2 1 15,-3-5-3-15,0 14 4 0,-3-6-1 16,-2 1-1-16,-2-2 0 0,0 2 2 0,-2-2-4 15,-1 0-5-15,-1 0 0 0,0-1-6 0,1-1-15 16,-2-1-8-16,1-1-3 0,2 1-17 0,0-2-8 0,-3-1-19 16,3-1-26-16,9 0-22 0,-14 0-37 0,14 0-117 15,-11-3-307-15,11 3 137 0</inkml:trace>
  <inkml:trace contextRef="#ctx0" brushRef="#br0" timeOffset="19260.48">16117 9015 208 0,'0'-9'205'0,"0"9"-17"0,0 0-13 0,-9-9-17 16,9 9-15-16,-10 0-8 0,10 0-9 0,0 0-7 16,-18 12-4-16,9-4-10 0,2 1-6 0,-3 0-13 15,1 3-4-15,1-1-8 0,3 0-3 0,-2 1-9 16,4 0-5-16,1-2-2 0,0 0-7 0,3 0-3 15,-1-1 1-15,4 2-7 0,-2-4-2 0,6 3-2 16,0-3 0-16,-2-1-2 0,4-1-3 0,2-1-2 16,-1-3-3-16,2-1 0 0,1 0 0 0,-1 0-4 15,5-6 4-15,-5 3 2 0,1-2 2 0,-4 0 1 16,3-3 4-16,-2-2-4 0,-2 1 5 0,1 0 10 16,-3-1 0-16,-2-1-9 0,-4-1 2 0,3 1-5 0,-5-2-4 15,-1 2 3-15,-1 0-10 0,-3-2-5 16,1 1-5-16,-2 2 1 0,0 0 0 0,0 2-5 15,-2 0-7-15,-1 2-13 0,1 1-13 0,-3 2-19 16,-2 0-16-16,1 3-26 0,-1 2-10 0,3 2-24 0,-6 1-19 16,7 0-28-16,-1 1-20 0,1 0-23 0,4 1-148 15,-2 1-386-15,2-1 171 0</inkml:trace>
  <inkml:trace contextRef="#ctx0" brushRef="#br0" timeOffset="19755.23">15822 8922 132 0,'0'0'193'0,"1"-8"-9"0,-1 8-4 16,-1-11-5-16,1 11-3 0,0 0-15 0,0-11-6 15,0 11-10-15,0 0-9 0,0 0-11 0,0-9-10 16,0 9-14-16,0 0-8 0,0 0-13 0,0 0-8 15,1-8-6-15,-1 8-10 0,0 0-8 0,0 0-2 16,0 0-3-16,2 28-5 0,-2-17-3 0,0 6-3 16,-2-1 2-16,0 4 2 0,-1-1-2 0,-2 6-4 15,3-7-4-15,-2 7 2 0,-1-1 1 0,2-5 3 16,1-2-4-16,-2 1-3 0,1-1-4 0,2-1 4 16,0-3-5-16,1-2-2 0,0 0-3 0,-2-2 6 15,2 2-6-15,0-2-1 0,0-9 1 0,-1 13-1 16,1-8-2-16,0-5 1 0,0 11-3 0,0-11-1 0,0 0-2 15,0 9-7-15,0-9-13 0,0 0-7 16,0 0-17-16,0 0-25 0,-4 6-35 0,4-6-32 16,0 0-19-16,0 0-37 0,0 0-181 0,-10-17-399 15,10 17 177-15</inkml:trace>
  <inkml:trace contextRef="#ctx0" brushRef="#br0" timeOffset="20310.97">15779 8889 103 0,'0'0'161'0,"1"-12"-11"0,2 6-2 16,-3 6-18-16,5-13-16 0,-3 8-10 0,2 0-11 15,1-2-10-15,2 2-7 0,0 0-5 0,3 0-4 16,1 1-10-16,-1 2-3 0,1 1-7 15,0 0-3-15,1 0-1 0,-1 3 4 0,0 1-5 0,1 3 0 16,-3-2-5-16,0 3 1 0,1 1-4 0,-3-2-8 16,0 1 0-16,-1 0 0 0,1 1-6 0,0 0 3 15,-3-4-10-15,1 5-1 0,0-2 2 0,-3 0 0 16,-1-1 1-16,0 3-8 0,-1-2 5 0,-1 3 1 16,-3-1 2-16,-1 1-2 0,-3-2-3 0,3 0 2 15,-2-3-2-15,0 0-1 0,1 2-10 0,-2-1 10 16,-2-1-1-16,2-1-2 0,2 0 0 0,1-2-3 15,5-2 7-15,-12 4-3 0,12-4 0 0,-6 3 5 16,6-3-3-16,-5 4 0 0,5-4-1 0,0 0 0 16,-7 3 4-16,7-3-10 0,0 0 1 0,0 0-1 15,0 0-2-15,0 0-2 0,0 0 4 0,0 0 1 16,27-3-5-16,-17 3 2 0,1-2 5 0,0 4-2 16,1-2 3-16,-2 2-7 0,1 2 3 0,1-1-9 15,-2 1 6-15,0 0-1 0,-1 3-3 0,-2 0 5 16,-1-1 5-16,-1 2-3 0,-1-3-4 0,-3 2-2 15,-1 0 3-15,0 3 1 0,-4 0 1 0,-1 0 3 16,0-1 0-16,-1 1 0 0,-3-1 1 0,-3-3-1 16,3 4 1-16,-1-3 2 0,-1-1-1 0,0 0 0 15,0 1-2-15,-1-3-1 0,1 2-7 0,1-3-4 16,-2 2-4-16,1-4-6 0,2 3-14 0,-3-4-15 16,4 1-8-16,8-1-27 0,-11 1-23 0,11-1-33 15,-13-2-154-15,13 2-315 0,-9-5 139 0</inkml:trace>
  <inkml:trace contextRef="#ctx0" brushRef="#br0" timeOffset="20480.93">16000 9153 64 0,'0'0'149'0,"0"0"-18"16,0 0-14-16,0 0-27 0,0 0-28 0,0 0-23 15,0 0-49-15,0 0-39 0,0 0-51 0,0 0-106 16,0 0 47-16</inkml:trace>
  <inkml:trace contextRef="#ctx0" brushRef="#br0" timeOffset="45556.65">19036 12186 22 0,'2'-9'170'0,"-2"9"-16"0,0-10-13 15,0 10-24-15,-2-11 11 0,1 4-11 0,1 7 5 16,-4-10 2-16,4 10-11 0,-1-12-2 0,1 12-3 0,-3-6-7 16,3 6-12-16,-2-7-6 0,2 7-9 15,0 0-3-15,-3-7-10 0,3 7-8 0,0 0-6 16,0 0-7-16,0 0-4 0,0 0-4 0,0 0-7 16,0 0 1-16,0 0-4 0,0 0 1 0,-1 28-5 15,1-17 3-15,0 5-5 0,0 1-1 0,-1 2-3 0,-1-3 1 16,0 2-2-16,1 0 1 0,1 0 0 15,-2 6-2-15,0-7-4 0,2-5 2 0,-3 4-3 16,5-1 2-16,-4 1-1 0,1-5 11 0,0 0 8 0,1 2-10 16,-2-3 0-16,2 1-1 0,0-2-4 0,-1 1 1 15,0-2-1-15,1-8-7 0,1 14-11 0,-2-7-15 16,1-7-16-16,-1 12-18 0,1-12-21 16,-3 10-23-16,2-6-26 0,1-4-24 0,-3 6-29 0,3-6-110 15,-9 3-314-15,9-3 139 0</inkml:trace>
  <inkml:trace contextRef="#ctx0" brushRef="#br0" timeOffset="45954.93">19050 12065 46 0,'9'-15'134'0,"0"1"4"0,4 2-5 0,-3-1 1 0,-1 5-10 16,0-1-8-16,1 0-10 0,-1 2-10 15,0 4-6-15,1 0-15 0,1 2-4 0,-5-1-13 0,-6 2 10 16,14 4-18-16,-10-1-6 0,0 2-7 0,-4-5-1 16,5 13-1-16,-4-2-5 0,-1-2-8 0,-2 3 2 15,-2-2-2-15,-1 4 3 0,-3 2-2 0,-1-1-12 16,0-2 1-16,0 0 1 0,2-1 1 16,0-4-6-16,2 1 3 0,1-2-4 0,0 0 3 0,2 2-6 15,-1-3 5-15,3 2-1 0,0-8-3 16,3 9-5-16,-1-4 1 0,2 2-5 0,1-1 2 15,2-2 5-15,2 1-3 0,1 0-3 0,-1 0 8 0,0 1-6 16,-2 1-1-16,0-2 3 0,1 1-4 0,-2 1 3 16,2-3-3-16,-5-1 10 0,1 3-8 0,-1 0 1 15,-3-6 1-15,5 11-4 0,-4-6 4 0,-1-5-3 16,-1 10 2-16,1-10 0 0,-6 10 3 0,2-4 1 16,0 0-6-16,-1-1-1 0,-2 0-5 15,2 1-12-15,-1-3-19 0,-1 2-20 0,2 0-28 0,-1-1-27 16,1 0-29-16,5-4-87 0,-7 8-248 0,5-2 110 15</inkml:trace>
  <inkml:trace contextRef="#ctx0" brushRef="#br0" timeOffset="46269.85">19471 12377 113 0,'0'0'144'0,"0"0"-7"15,0 0-13-15,0 0-12 0,-3 17 0 0,-2-8-10 16,0 0-15-16,0 1 1 0,-3 0-11 0,-2 4-8 16,2-1-24-16,-3 1-29 0,3-3-41 0,1 3-42 15,-4-1-45-15,-3-1-59 0,5-2-185 0,0-2 83 16</inkml:trace>
  <inkml:trace contextRef="#ctx0" brushRef="#br0" timeOffset="47550.99">19870 12177 171 0,'-8'-5'171'16,"8"5"-4"-16,0 0-13 0,-4-5-12 0,4 5-17 15,0 0-8-15,0 0-16 0,-5-4-9 0,5 4-8 16,0 0-4-16,0 0-9 0,0 0-9 0,0 0-6 16,29 2-5-16,-16-2-3 0,1 0-6 0,4 2-2 15,2-4-4-15,1 2-7 0,1 0-2 0,-2 2-14 16,-2-1-14-16,-3-2-16 0,-2 1-18 0,0 0-13 15,-3-2-5-15,-2 4-6 0,2-4-14 0,-10 2-1 16,10 2 12-16,-10-2 1 0,8 0 9 0,-8 0 0 16,0 0 9-16,0 0 2 0,9-2 9 0,-9 2 0 0,0 0 0 15,0 0 4-15,0 0 7 0,0 0 2 16,0 0 11-16,-17-12 6 0,17 12 7 0,-7-4 4 16,7 4 12-16,0 0-5 0,-12-1-1 0,12 1 0 15,0 0 4-15,0 0 1 0,-10 5 5 0,10-5 3 16,-3 10 17-16,3-2 4 0,2 3 2 0,-1 1-4 0,-1 7 12 15,2-2 2-15,0 3-6 0,-2-1-5 16,0 1-5-16,0-4 1 0,1 3-5 0,2 0-8 16,-3-2-1-16,1 0-6 0,0-1 1 0,-1-2 2 0,2-3-9 15,-2-3-1-15,0 3 0 0,-2-2-1 0,4-2-5 16,-2 2-1-16,0-9 0 0,0 10-3 0,0-10 1 16,0 9-1-16,0-9-1 0,0 6 5 15,0-6-1-15,0 0-4 0,0 0 4 0,0 9-2 16,0-9-1-16,0 0 0 0,0 0-4 0,0 0-2 0,-15-1-4 15,15 1-3-15,-12-6-4 0,12 6 3 0,-12-4-4 16,4 1-3-16,2 2 4 0,-2-1-3 0,8 2 4 16,-10-4 3-16,10 4-5 0,-8-3-1 0,8 3 5 15,-6-3-3-15,6 3 2 0,0 0-3 0,0 0 2 16,0 0 3-16,0 0 0 0,0 0 4 0,0 0-3 16,0 0-3-16,0 0 5 0,0 0-1 0,0 0-2 15,32 10-6-15,-20-10-11 0,-2 2-12 0,5-4-12 16,3 4-19-16,2-4-9 0,1 2-21 0,-3-2-13 15,1 0-7-15,0-2-9 0,0 0-3 0,2 0-70 16,-3 1-213-16,1-1 94 0,0 1 824 0,-1-1-580 16,-4-1 16-16,1 0 10 0,-2-1 9 0,-1 2 15 15,-1 1 7-15,0-1 16 0,-3-3 14 16,-1 4 24-16,-3-1 9 0,-4 4 18 0,8-5 7 16,-5 0-16-16,-3 5 0 0,0 0 2 0,2-10 8 0,-2 10 9 15,0 0-4-15,-6-9 2 0,6 9-6 0,0 0 4 16,-11-2-8-16,11 2 2 0,0 0-1 0,-15 6 9 15,10-1-6-15,-3 2 0 0,4 1-8 16,-4 0-7-16,0 3-5 0,-1-3-2 0,3 3 1 16,1-1-12-16,2 1-3 0,1 0-3 0,0 1 1 0,4-2-7 15,-1 0-1-15,0-2-20 0,2 0-16 0,-1-1-23 16,4 2-25-16,-1-3-27 0,2-3-25 0,2 2-21 16,2-1 0-16,1-3-17 0,-2 0-100 0,3-1-271 15,0-2 120-15</inkml:trace>
  <inkml:trace contextRef="#ctx0" brushRef="#br0" timeOffset="47751.01">20550 12426 67 0,'0'-7'115'0,"0"7"15"0,0-11 8 0,0 11 4 15,0-10-8-15,0 10-6 0,1-7-22 0,-1 7-5 16,0 0-5-16,0 0-2 0,0 0 6 0,0 0-2 16,0 0-4-16,-1 27-8 0,-1-16-7 0,2 3-8 15,-1-3-9-15,1 0-3 0,-1 3-7 0,2-2-7 16,-2 4-2-16,2-5-3 0,-1 1-5 0,1-2-2 15,2 0-16-15,-1-3-17 0,0 1-21 0,-1 0-22 16,-1-8-26-16,4 9-18 0,-4-9-24 0,0 8-9 16,0-8-18-16,0 0-125 0,0 0-285 0,0 0 127 15</inkml:trace>
  <inkml:trace contextRef="#ctx0" brushRef="#br0" timeOffset="48072.74">20555 12372 98 0,'3'-12'113'0,"1"1"-3"0,0-1 1 15,0 7 0-15,0-4-7 0,4 2-3 0,-3 4 3 16,3-1-6-16,1 2 0 0,2 0-3 0,3 1-3 16,-3 2-10-16,2 1-4 0,-4 2-10 0,1-1-4 15,2 2-9-15,-3 0-6 0,0 1-5 0,-3 1-3 16,2 1-5-16,-5-3-5 0,0 3-3 0,-2-2 0 16,1-1-3-16,-2-5 0 0,2 16-3 0,-2-12-3 15,0-4-8-15,-1 11-12 0,1-11-15 0,-1 8-6 16,1-8-8-16,0 0 1 0,0 11-15 0,0-11-3 15,5 7-1-15,-1-4 13 0,-4-3-7 0,10 6 9 16,-6-2-2-16,-4-4 8 0,10 7-3 0,-6-4 3 16,-2 2 7-16,-2-5 15 0,4 9 0 0,-3-3 9 15,1 0-2-15,-2-6 5 0,-5 14 10 0,1-5 0 0,-3-3-1 16,2 3 3-16,-6-1-3 0,2 1-1 16,-2-2-2-16,4 1 1 0,-5 0-5 0,5-3-13 15,-2 1-22-15,2-1-25 0,0-1-31 0,2-2-31 16,5-2-107-16,-10 4-238 0,10-4 106 0</inkml:trace>
  <inkml:trace contextRef="#ctx0" brushRef="#br0" timeOffset="48337.45">20840 12456 106 0,'6'7'155'0,"-6"-7"-4"0,4 9-6 0,-2-4-13 0,2 0-13 16,0-1-6-16,0 0-7 0,2 1-1 15,-6-5-5-15,12 6 4 0,-6-4 1 0,6-2 2 16,-12 0-3-16,18-2-2 0,-8-1-7 0,-1-3-2 16,1 0-5-16,1 1 1 0,-3-1-5 0,-1-2-5 15,-2 1-8-15,0-3-9 0,-3 1-3 0,0-1-8 16,-4 0-1-16,1 0-9 0,-3 0-5 0,0 0-5 16,-1 1-6-16,0 0-5 0,0 2-11 0,-3 1-16 15,2 1-18-15,6 5-17 0,-13-2-18 0,7 1-29 0,6 1-26 16,-17 6-37-16,11-4-34 0,-1 3-158 0,-1-1-372 15,0 3 165-15</inkml:trace>
  <inkml:trace contextRef="#ctx0" brushRef="#br0" timeOffset="48533.01">21174 12387 2 0,'0'0'240'0,"5"-2"-9"0,-5 2-17 0,0 0-17 16,6-4-19-16,-6 4-20 0,0 0-15 0,0 0-16 0,10-4-13 16,-10 4-21-16,6-1-25 0,-6 1-27 15,0 0-35-15,0 0-33 0,0 0-46 0,16 0-35 0,-16 0-37 16,5 3-99-16,-5-3-263 0,0 0 117 16</inkml:trace>
  <inkml:trace contextRef="#ctx0" brushRef="#br0" timeOffset="48676.18">21126 12490 27 0,'-4'8'168'0,"4"-8"0"0,-4 5-8 16,4-5-1-16,0 0-7 0,0 0-7 15,0 0-7-15,-1 8-9 0,1-8-7 0,0 0-13 0,0 0-12 16,17 0-15-16,-17 0-52 0,21-7-63 16,-4 1-68-16,3 0-158 0,6-4-280 0,7-1 123 15</inkml:trace>
  <inkml:trace contextRef="#ctx0" brushRef="#br0" timeOffset="49953.45">21620 12141 44 0,'0'0'187'0,"-12"-5"-4"0,12 5-4 0,-18 10-17 15,6-5-8-15,-6 6-6 0,3 0-6 0,-5 10-4 16,-1-2-11-16,3 0-5 0,2 3-8 0,3-1-12 15,-1-1-12-15,6-4-10 0,3 1-8 0,2-2-5 16,1 1-5-16,2 0-4 0,1-4-9 0,2-1 2 16,1 1-10-16,2-4-1 0,4 1-3 0,4 1 11 15,2-4-6-15,2 0-14 0,1-2-15 0,-1-3-17 16,2-1-16-16,-2 0-16 0,2-4-9 0,-1 0 2 16,-2-1-2-16,1-1 3 0,-3-3 4 0,1 1 6 15,-6 1 1-15,4-3 2 0,-5 2 4 0,-1-2 4 16,-2 0 1-16,2-1 4 0,-5 2 3 0,3-1 10 15,-4 3 5-15,1 1 5 0,1 0 2 0,-1 0 6 16,-3 6 1-16,3-7 0 0,-3 7-4 0,0 0-4 16,0 0 3-16,0 0 9 0,0 0 6 0,0 0-1 15,0 0 2-15,-8 32 1 0,6-21-2 0,2 1 0 16,-2 5-2-16,1-5-3 0,1 0-2 0,0-1 0 16,1 1-3-16,1 1-3 0,0-2 0 0,1-2 0 0,2 1-2 15,3-1 8-15,-3-1-7 0,2-2 1 0,0-2-1 16,4-1-1-16,-4-2 0 0,3 0 0 15,1-2-1-15,0-2 2 0,-4 3-2 0,2-3 1 16,1-3-3-16,-3 0 3 0,-1-1-3 0,-2 1 0 0,0-2-1 16,1 1-3-16,-3-2 0 0,0-1-1 0,-1-3 1 15,0 2-1-15,-1 0 0 0,-1 0-3 16,0-1 0-16,-1 0 1 0,1 1-1 0,-1 0 3 16,0 1 8-16,-1 3-15 0,3 7 4 0,-3-13-1 15,2 9 4-15,1 4-1 0,-1-10-4 0,1 10 2 16,0 0 1-16,-2-8-5 0,2 8 3 0,0 0-1 15,0 0 0-15,0 0 3 0,0 0-2 0,0 0 0 0,0 0 1 16,21 12 1-16,-21-12 1 0,9 6-2 16,-5-5 0-16,3 3 4 0,-1-1 1 0,-6-3-3 0,9 7 5 15,-2-3 3-15,-3 1-1 0,2-1 0 16,-1 1 0-16,0-1 3 0,0 1-3 0,-1 2-1 16,0-3-2-16,-3 2-3 0,-1-6 1 0,4 11 1 15,1-6 1-15,-3 1 1 0,-2-6-4 0,5 13-1 0,-4-10-1 16,-1-3 2-16,1 9-2 0,-1-9 2 0,2 8-2 15,-2-8 3-15,1 6-2 0,-1-6 3 0,0 0-1 16,2 7 1-16,-2-7 7 0,0 0 7 0,0 0 12 16,0 0-2-16,0 0 5 0,0 0-4 15,0 0-4-15,0 0-1 0,0 0-3 0,0 0 3 16,0 0-6-16,0 0-6 0,8-28 5 0,-7 20-7 16,7-2 1-16,0 1-1 0,-2-1-3 0,2-6-1 0,-1 6 2 15,5-4-3-15,-4 6 2 0,2-2-3 0,-1 2 2 16,2 2-6-16,-1-3 1 0,-1 5-2 0,-2 1-3 15,3 1 4-15,1 3-4 0,0 3 4 0,-2 1 1 16,1 3-1-16,-2 0 3 0,-1 2 2 0,-2 1 1 16,4 3 0-16,-5-3 2 0,-1 0-3 0,3-1 0 15,-3 2-1-15,1-4 4 0,1 2-1 0,0-1 1 16,-3-4 0-16,2-1-1 0,0 1 19 16,-4-5-15-16,10 4 0 0,-5-3 2 0,-5-1 1 0,18-5-1 15,-5 0-2-15,-3-2 0 0,2 1 4 0,-2 0-5 16,5-6-1-16,-3 0 2 0,0-2-2 0,0 3-1 15,-3-4-2-15,1 2 0 0,-3 0-2 0,-1-3 1 16,-1 1 2-16,1-2-2 0,-2 5-2 0,-1 1 0 16,-1 0 1-16,0 1-3 0,0 3 0 0,-2 7-4 15,3-11-2-15,-2 5-2 0,-1 6 1 0,0 0-6 16,0 0 3-16,0 0 3 0,0 0 1 16,0 0-1-16,-14 21 3 0,8-10-4 0,-1 3 4 15,1 1-9-15,1-2 4 0,1 1-4 0,3 1 1 0,-2-3 3 16,2-2-5-16,1 1 4 0,0 1 0 0,2-3 2 15,1 1 2-15,1-1-4 0,-2 0 2 0,2 0-2 16,1 1 4-16,0-3-1 0,3-1 4 0,-2 2-2 16,-3-3-4-16,3 1 2 0,0 1 4 0,-3-1-1 15,4-1-6-15,-4 2 4 0,1-4-1 0,0 3 3 16,-1 0 0-16,-3-6-1 0,1 9 5 0,-1-9-2 16,-1 12 5-16,1-12-23 0,-2 7-14 0,-1-1-25 15,3-6-20-15,-7 8-29 0,2-6-32 0,5-2-37 16,-10 4-39-16,10-4-218 0,-13 0-467 0,13 0 208 15</inkml:trace>
  <inkml:trace contextRef="#ctx0" brushRef="#br0" timeOffset="50230.61">22662 12140 233 0,'0'0'239'0,"3"-9"-16"15,-3 9-20-15,3-5-22 0,-3 5-2 0,0 0-10 16,0 0-4-16,0 0 3 0,6 17-4 0,-6-7-8 16,1 0-9-16,-1 8-1 0,0-1-3 0,-1 3-4 15,2-1-10-15,-2-1-16 0,-1-1-9 0,2 1-11 16,-1 0-7-16,0 0-8 0,-1-3-3 0,1 2-9 16,-1-6-6-16,2 6-5 0,-2-5-4 0,2 0-5 15,0-1-2-15,-1-2-6 0,1 1-7 0,-1-4-2 16,1-6-18-16,-3 13-21 0,2-9-33 0,1-4-31 15,-1 9-33-15,1-9-33 0,-4 7-57 0,4-7-59 16,-8 3-234-16,8-3-531 0,0 0 236 0</inkml:trace>
  <inkml:trace contextRef="#ctx0" brushRef="#br0" timeOffset="50511.64">22570 12349 47 0,'0'0'195'0,"0"0"-13"15,0 0-16-15,0 0-5 0,0 0-6 0,0 0-11 0,0 0-12 16,0 0-15-16,19 0-6 0,-6-2-12 16,0 1-10-16,6-2-15 0,1 1-28 0,7-2-22 15,-4 0-35-15,8-2-23 0,-4 0-22 0,1 1-17 16,0 0-4-16,-6 2-9 0,-3 0 6 0,1-1 11 16,-3 3 14-16,-4 0 22 0,-3 0 22 0,-10 1 26 15,18-1 20-15,-13 1 17 0,-5 0 12 0,9 0 7 16,-9 0-1-16,0 0 6 0,0 0-4 0,10 1 2 15,-10-1 2-15,5 2-1 0,-5-2-6 0,0 0-8 16,0 0-5-16,0 0-4 0,0 0-6 0,0 0-15 16,1 8-31-16,-1-8-33 0,0 0-60 0,0 0-87 0,0 0-128 15,0 0-334-15,0 0 149 0</inkml:trace>
  <inkml:trace contextRef="#ctx0" brushRef="#br0" timeOffset="59751.94">18597 15841 44 0,'0'0'51'0,"0"0"-4"0,0 0-4 0,0 0-1 15,0 0-3-15,0 0-6 0,0 0 14 0,0 0-2 16,0 0-3-16,-21 9 17 0,21-9-30 0,-7 2 15 15,7-2-4-15,-11 2-1 0,4-2-1 0,7 0-7 16,-14 4 2-16,6-3 2 0,-1 1 6 0,3 0 0 16,-2 1-6-16,8-3 8 0,-15 1 6 0,8-1 18 15,7 0 2-15,-9 2-5 0,9-2-11 0,-7 2-2 16,7-2-5-16,0 0-7 0,-8 2-3 0,8-2 4 16,0 0 7-16,0 0 2 0,0 0-1 0,0 0-5 15,27 7-1-15,-13-4 5 0,-1-5-14 0,6 2-4 16,-1-1-1-16,3 0-5 0,6-1-3 0,-5 1-9 15,-1 1-14-15,-1 0 0 0,-2 1-27 0,-5-1-30 16,-1 0-5-16,0 0-29 0,-1 2-17 0,-3-2-8 16,-8 0-16-16,13 0-75 0,-13 0-226 0,6 1 100 15</inkml:trace>
  <inkml:trace contextRef="#ctx0" brushRef="#br0" timeOffset="60209.35">18703 15826 37 0,'-5'-4'140'0,"5"4"-15"0,-7-3-20 16,7 3-4-16,0 0-9 0,0 0 4 0,0 0 7 16,0 0-6-16,-10 15 7 0,9-5-3 0,-4 2-3 15,1 3-5-15,3 3-8 0,-2-2-6 0,2 4-7 16,-2-4-7-16,3 4 0 0,-1-2-7 16,0 1-5-16,1 1-1 0,0-3-7 0,1 1-3 15,-2-2-8-15,2-1-3 0,-1-3-2 0,-1 0-1 0,1 1-6 16,1-3 3-16,-1 0-3 0,2 2-4 0,-2-3-4 15,0 0 1-15,2-3-3 0,-2-6 0 0,0 13-3 16,0-6 10-16,0-7-11 0,0 0-1 16,-2 15-6-16,2-15 6 0,0 7-3 0,0-7 3 15,0 0 0-15,0 8 0 0,0-8-3 0,0 0 7 16,-1 7-5-16,1-7 4 0,0 0-7 0,0 0 2 0,0 0-4 16,0 0-1-16,-18-3 4 0,18 3-4 0,-9-5 2 15,2 1 1-15,1 0-3 0,1-2 4 0,-2 2-2 16,7 4-3-16,-9-9-2 0,2 5 6 0,4-1-3 15,3 5 1-15,-11-4 0 0,11 4 0 0,-5-6-1 16,5 6 3-16,0 0 2 0,-6-4-7 16,6 4-3-16,0 0 2 0,0 0-2 0,-5-5 8 15,5 5-6-15,0 0-1 0,0 0 5 0,0 0 0 0,25 1 2 16,-14 0-5-16,6-1 5 0,3 2-2 0,0-2 0 16,2-3-9-16,-2 3-21 0,1-1-16 15,-1 1-27-15,1 0-25 0,7-2-29 0,-7 0-29 16,0 1-17-16,-3 0-94 0,-4 1-289 0,-1-3 128 15</inkml:trace>
  <inkml:trace contextRef="#ctx0" brushRef="#br0" timeOffset="60440.71">19081 16062 42 0,'0'0'180'0,"-6"-11"-6"0,6 11-10 0,-7-7-5 16,2 6-7-16,5 1-10 0,-10-3-7 0,10 3-11 15,-18 0-4-15,9 3-1 0,-4 1-11 0,3 3-5 16,-1 5-10-16,1-5-4 0,-1 6-11 0,3 1-5 16,0-3-9-16,3 0-3 0,-1 1-5 0,0 4-6 15,3-5-5-15,2 1-6 0,1 1-2 0,0-2-3 16,3 1-31-16,1-1 2 0,1-1-21 0,1-2-16 16,2 1-30-16,1-2-30 0,1 1-38 0,1-2-28 15,1-1-28-15,-2-3-110 0,1 0-320 0,-1 0 142 16</inkml:trace>
  <inkml:trace contextRef="#ctx0" brushRef="#br0" timeOffset="60660.68">19254 16084 59 0,'1'-4'167'0,"-1"4"-9"16,0 0-6-16,0 0-7 0,-3-16-18 0,3 16-13 15,0 0-4-15,0 0 0 0,0 0 6 0,0 0-2 0,0 0-5 16,-11 25-8-16,8-14-8 0,-1 6-13 0,1-1-2 15,1 1-11-15,0-4-2 0,-1 5-6 0,-1-1-6 16,3 0-5-16,0-2-5 0,0 2-3 16,1-2-3-16,-2-4-5 0,1 1-9 0,4 0-15 15,-3 0-13-15,1-2-24 0,-1 1-33 0,0-11-35 16,2 15-28-16,0-9-36 0,-1 1-145 0,-1-7-330 16,0 0 147-16</inkml:trace>
  <inkml:trace contextRef="#ctx0" brushRef="#br0" timeOffset="61017.9">19280 16047 149 0,'12'-4'150'0,"-3"1"-8"16,-9 3-12-16,13 0-5 0,-13 0-11 0,14 3-12 15,-14-3-12-15,14 7-1 0,-4-1-6 0,-10-6-4 16,11 13-10-16,-5-5-9 0,-3 3-1 0,1-3-12 15,-4-8-1-15,2 15-7 0,-2-5-2 16,0-10-1-16,-4 18-6 0,0-6-2 0,1-4-1 16,1 2-2-16,-2-2-10 0,4-8-15 0,-6 12-4 15,6-12-6-15,-2 12-2 0,2-12 3 0,0 14-1 16,0-14-1-16,2 10 3 0,-2-10-1 0,5 12-1 0,-5-12 4 16,3 11-3-16,-3-11 4 0,6 10-1 15,-4-5-2-15,-2-5 6 0,7 10-5 0,-3-4 7 0,-4-6-6 16,6 11 5-16,-6-11-4 0,4 9 7 15,-4-9-3-15,2 9 16 0,-2-9-3 0,3 10 8 16,-3-10 3-16,0 0-7 0,-7 13 2 0,7-13-2 16,-8 12-19-16,0-7-16 0,1 0-27 0,0 0-37 15,7-5-35-15,-13 7-130 0,3-2-268 0,1-2 119 16</inkml:trace>
  <inkml:trace contextRef="#ctx0" brushRef="#br0" timeOffset="61328.6">19504 16271 73 0,'0'0'161'0,"3"12"-18"0,-3-12-6 0,2 12 0 16,1-4-9-16,-3-8-11 0,5 13-16 15,-3-6 0-15,1-2-6 0,2 0-9 0,-1-1 11 16,2-1-10-16,2 0 2 0,1-1 2 0,1-2-3 15,3 0-3-15,-2-1-3 0,0-3-6 0,1 2-5 16,0-2-2-16,-3 0 10 0,-2-1-13 0,-1-1-3 0,-2-1-6 16,-2 0-7-16,1 1-8 0,-3-4 1 0,0 10-5 15,-5-21-3-15,1 11-7 0,-3 1-1 0,0-2-9 16,-1 4 2-16,0-3-2 0,-1 1-2 16,-2 4-12-16,-1-3-14 0,0 6-11 0,0 1-11 0,-7 0-17 15,7 2-12-15,12-1-41 0,-23 7-27 16,16-2-44-16,-4 2-185 0,11-7-386 0,-15 10 171 15</inkml:trace>
  <inkml:trace contextRef="#ctx0" brushRef="#br0" timeOffset="62167.5">20313 16177 99 0,'0'0'193'0,"-1"9"-10"16,1-9-8-16,-4 10-9 0,4-10-22 16,-5 16-12-16,0-8-10 0,0 2-11 0,-3 0-19 0,0 1 0 15,1-1-11-15,-1 0-25 0,0 5-33 0,-1-6-28 16,-2 5-37-16,3-5-52 0,-2 0-36 0,4-1-103 16,-2 0-253-16,1-4 111 0</inkml:trace>
  <inkml:trace contextRef="#ctx0" brushRef="#br0" timeOffset="62577.08">20563 15913 112 0,'0'0'226'0,"3"-8"-18"0,-3 8-18 0,0 0-23 0,1-8-12 15,-1 8-22-15,0 0-6 0,0 0-1 0,0 0-4 16,11 21-3-16,-7-8-17 0,-1 3-8 0,2 0-2 16,-1 1-15-16,0 1-4 0,0-1-8 0,2 8-6 15,-2-7-4-15,1 3-9 0,2-5-1 0,-2 1-9 16,0 0-2-16,1 1 0 0,-1-6 0 0,3-1-2 16,-3-1-5-16,3 4-8 0,-3-6 6 0,1 1-8 15,3-1-2-15,-1-3-3 0,-3 0 6 0,2-2-3 16,1-1 1-16,-1 1-3 0,-7-3-1 0,14-2 2 15,-4-2-1-15,-1 0-2 0,1-4 4 0,4-4 0 16,-2 0-2-16,-2-4-2 0,1 0 4 0,0-9-4 16,3-1 1-16,-3 2 0 0,1 0-1 15,-1-1-1-15,-3 7-2 0,1-5 1 0,-3 6 0 0,3 2 0 16,-1 0 1-16,-4 7-4 0,0-1-2 16,-4 9-18-16,4-10-20 0,-4 10-33 0,0 0-21 15,3-8-2-15,-3 8-26 0,0 0-35 0,0 0-29 0,0 0-31 16,0 0-126-16,-6 38-365 0,3-25 163 0</inkml:trace>
  <inkml:trace contextRef="#ctx0" brushRef="#br0" timeOffset="62790.28">20958 16117 33 0,'0'0'152'0,"4"7"2"0,-4-7 1 15,3 10 1-15,-3-10-4 0,4 13-4 0,-4-13-6 16,0 16-6-16,-2-6-9 0,4 3-9 0,-4-1-9 15,2 1-13-15,-1 2-5 0,0-3-10 0,1 1-6 16,0-3-10-16,-2 2-3 0,2-2-6 0,-1 1-2 16,1-1-17-16,-1-1-8 0,1 1-29 0,0-3-22 15,0-7-17-15,0 0-29 0,1 15-15 0,-1-15-21 16,4 6-9-16,-4-6-27 0,0 0-22 0,0 0-88 16,0 0-271-16,0 0 121 0</inkml:trace>
  <inkml:trace contextRef="#ctx0" brushRef="#br0" timeOffset="63106.83">21038 16083 46 0,'6'-14'136'0,"-6"14"-15"15,8-10-2-15,-8 10-1 0,9-7-13 0,-9 7 0 16,0 0-4-16,0 0-9 0,23 5-6 0,-23-5-2 0,10 9-9 16,-10-9 8-16,13 14-9 0,-4-5 1 0,-4-2-9 15,-1 2-6-15,1 1-2 0,-4 0-8 16,3-2-4-16,-2-1-4 0,-2-7-5 0,0 14-5 15,0-14-8-15,-2 15-7 0,2-15-17 0,-5 11-13 16,5-11-7-16,-4 10-9 0,4-10-6 0,-3 11-6 16,3-11-2-16,0 0 10 0,0 0-1 0,0 0 4 15,0 0 0-15,5 18 3 0,1-13 5 0,-6-5-1 16,7 5 14-16,-7-5-11 0,8 5 15 0,-8-5 5 16,6 9 0-16,-6-9 17 0,7 8 10 0,-7-8 0 15,1 7 1-15,-1-7 1 0,0 0-3 0,-1 17 0 16,1-17-3-16,-11 14 3 0,4-8-5 0,-3 2-27 15,2-2-21-15,-1 0-30 0,1-2-24 0,1 0-35 16,7-4-118-16,-16 7-253 0,9-6 113 0</inkml:trace>
  <inkml:trace contextRef="#ctx0" brushRef="#br0" timeOffset="63474.89">21374 16109 118 0,'6'-4'190'16,"-6"4"-8"-16,0 0 0 0,0 0-8 0,0 0-14 0,0 0-17 16,-18 28-9-16,7-17-8 0,-1 0-14 15,3-1-9-15,-1 0-10 0,2-2-11 0,1 3-7 16,2-2-11-16,0 0-1 0,5-9-9 0,-5 12-4 16,5-6-8-16,0-6-4 0,3 10-2 0,2-6-8 15,2 0 3-15,2-1-1 0,0 0-11 0,-2-3 1 16,1 2-4-16,0-1 0 0,-8-1-1 0,11 2-5 15,-4 0 2-15,-7-2-1 0,7 1-2 0,-7-1-6 16,0 0 4-16,0 0 0 0,3 6 1 0,-3-6-3 16,0 0 4-16,-12 11 5 0,3-4-5 0,-1-1-3 15,1 3 8-15,-2-1 3 0,0 1-6 0,2 0 8 16,1-1-7-16,-1 1 4 0,2-2-4 0,1 1 0 16,-3 0 1-16,5 0 1 0,2-3-2 0,0 1 0 15,2-6 1-15,4 11-2 0,-4-11 0 0,8 6 1 16,1-2-8-16,1-4-30 0,1 0-33 0,-11 0-52 15,31-4-63-15,-14 1-61 0,-1-2-118 0,2-2-383 16,1-1 170-16</inkml:trace>
  <inkml:trace contextRef="#ctx0" brushRef="#br0" timeOffset="63694.18">21810 16077 36 0,'0'0'259'0,"2"-10"-26"0,-2 10-23 0,12-4-17 16,-6 3-15-16,-6 1-20 0,14-3-15 0,-6 1-17 16,-2 1-14-16,-6 1-29 0,14 0-38 0,-7 1-55 15,-7-1-62-15,15 2-60 0,-11 1-129 16,-4-3-282-16,0 0 125 0</inkml:trace>
  <inkml:trace contextRef="#ctx0" brushRef="#br0" timeOffset="63843.82">21824 16212 181 0,'0'0'209'0,"0"0"-15"0,0 0-14 15,2 8-19-15,-2-8-13 0,8 4-14 16,-8-4-15-16,12 1-29 0,-1 0-48 0,0 2-57 0,7-7-74 15,-4 4-137-15,5-4-244 0,11-1 107 0</inkml:trace>
  <inkml:trace contextRef="#ctx0" brushRef="#br0" timeOffset="65012.73">22819 15995 63 0,'-8'-2'237'15,"1"-1"-5"-15,-1 0-8 0,-1 0-16 0,2 2-13 16,7 1-14-16,-16 0-18 0,16 0-13 0,-14 2-13 16,7 0-7-16,-4 4-15 0,1 1 1 0,-3 5-7 15,2 3-7-15,-1-1-6 0,1 3-3 0,-2 6-5 16,3 1-8-16,-2-2-12 0,6-2 2 0,-1 6-5 15,4-6-6-15,-1-2-16 0,4 1 9 0,2-1-10 16,1-2-33-16,-1 3 0 0,1-8 1 0,5 4-3 16,1-2 7-16,0-5-5 0,2 0-6 0,1-1-15 15,6-1-19-15,-7-1-28 0,3-2-25 0,0-1-35 16,4 0-29-16,-6-3-16 0,2-2-19 16,0 0-9-16,-2-2 11 0,6-1 13 0,-1-2 16 0,-4-3 16 15,1 0 15-15,0 0 15 0,-1-3 19 0,1 0 13 16,-4 1 19-16,-1-1 9 0,1-1 22 0,0 1 14 15,-2-1 32-15,-3 5 9 0,0-2 3 0,-2 5 6 16,-3 7 13-16,4-15 19 0,-3 8-4 0,-1 7 9 16,4-10 1-16,-4 10-2 0,0 0-5 0,4-8-12 15,-4 8 3-15,0 0 5 0,0 0 10 0,0 0 7 16,0 0-5-16,-9 27-10 0,6-18-2 16,-1 0-11-16,0 0 0 0,4 3-12 0,-1-2 1 15,0-1-7-15,1 4-3 0,0-4-3 0,1 1 0 0,0-1-4 16,4-1 0-16,-2-1-8 0,3 0 2 0,0-2 0 15,4-1-2-15,0-2-2 0,2 1-1 16,0 0 1-16,0-5 3 0,1 1-9 0,-1-3 1 16,1 2-1-16,0-1 0 0,-2-2-3 0,-2-3 0 15,1 2-3-15,-2-1-3 0,-1 1-3 0,-3-2 4 16,-2 0-5-16,-2-1-1 0,-2-2-3 0,-1 2-1 16,-1 0-1-16,-1 0 4 0,-2 1-1 0,0-2 2 15,1 1 2-15,0 0-3 0,3 3-1 0,-3 1 5 16,6 5-3-16,-5-9 4 0,3 4-3 0,2 5 1 15,-6-6 0-15,6 6-1 0,-2-8-1 0,2 8 3 16,0 0-4-16,10-7 1 0,1 7 5 0,0 0-3 16,0 3 0-16,2 1 3 0,0 2 0 0,2 3 8 15,1 1-5-15,-3 0 2 0,-3-2 1 0,0 2 0 16,-2 1-5-16,-2 0 1 0,1-3 5 0,-1 5-5 16,-1-3-1-16,-1-1 2 0,-2 0-3 0,1 2-2 15,-2-2 3-15,0-2 0 0,1-2-1 0,-2-5 7 16,0 12-5-16,0-12 18 0,0 7 2 0,0-7 12 15,0 0 4-15,0 0-3 0,0 0 0 0,0 0-5 16,0 0-1-16,0 0-8 0,0 0 2 0,0 0-1 16,0 0-5-16,0 0 6 0,0 0-11 15,-3-40 1-15,7 29-2 0,4-3-3 0,1 0-2 0,0-3 2 16,1 5-10-16,4-3 3 0,-3 3-2 16,0 4 8-16,1-4-11 0,4 3 1 0,-5 4-3 15,-2 1 0-15,0 0-1 0,1 3-1 0,-10 1 0 0,17 6-2 16,-8 1 4-16,-2-1-2 0,1 2 2 0,-1 2 3 15,-5-4-7-15,3 4 6 0,0-2-4 0,-1 4 6 16,1-3-3-16,0 1 0 0,3-3 7 0,-3 2-5 16,2-3 2-16,-1-2 1 0,-6-4 3 0,14 6 3 15,-6-3 3-15,-8-3 9 0,16 4-8 16,-16-4-1-16,19-3 0 0,-7-2-2 0,-2 0-3 16,3-2 1-16,-4 1 3 0,1 0 7 0,2-7-12 15,-3 4 2-15,3-4-3 0,-3 3 5 0,-1-5-6 0,0 0 4 16,1 0-2-16,-6 3-6 0,0 1 6 0,1 1-4 15,-4 10 1-15,2-19-3 0,-2 19 0 0,2-11-6 16,-2 11 3-16,0 0-5 0,0 0 3 16,0 0-1-16,0 0 0 0,0 0 1 0,0 0 2 15,0 0-6-15,0 0-2 0,-26 31-4 0,22-16 0 16,1-2 6-16,0 0-5 0,3 3 4 0,0-5-3 16,-1 0 5-16,-1 6-1 0,2-4 1 0,0-3-1 15,2 3 3-15,-1-3-3 0,0 3 2 0,1-3 1 16,-1 2 3-16,1-3-1 0,1 1-1 0,-2-1-2 15,2-1 6-15,-3-8-3 0,-1 17 0 0,1-17-4 16,-2 14-10-16,2-14-14 0,-4 11-14 0,4-11-34 16,-6 10-34-16,6-10-43 0,-8 7-48 0,8-7-47 15,-10 2-150-15,10-2-435 0,0 0 192 0</inkml:trace>
  <inkml:trace contextRef="#ctx0" brushRef="#br0" timeOffset="65280.62">23835 15971 60 0,'2'-12'241'0,"-2"12"-5"15,2-8-14-15,-2 8-22 0,0 0-19 0,0 0-11 16,0 0 0-16,0 0-3 0,0 0 7 0,0 0-11 16,0 0-10-16,-14 43-10 0,9-26-2 0,0 9-5 15,-2 0-10-15,4-1-1 0,-1-5-9 0,-1 5-5 16,2-6-11-16,-1 0-11 0,4-1-5 15,-1 1-8-15,0-2-8 0,2 2-18 0,-2-4 7 16,1 1-5-16,1-2-4 0,3 1-9 0,-4-3-1 16,1 0-5-16,0-2-23 0,-1-10-24 0,4 18-30 0,-4-11-40 15,3-1-38-15,-3-6-46 0,0 0-47 0,0 0-60 16,0 0-202-16,-4 14-515 0,4-14 228 16</inkml:trace>
  <inkml:trace contextRef="#ctx0" brushRef="#br0" timeOffset="65423.84">23762 16179 19 0,'0'0'183'0,"0"0"-17"0,0 0-16 0,4-4-22 16,-4 4-2-16,0 0-17 0,0 0-36 0,0 0-59 16,0 0-55-16,26 5-114 0,-26-5-167 0,20-4 74 15</inkml:trace>
  <inkml:trace contextRef="#ctx0" brushRef="#br0" timeOffset="65548.48">24100 16167 98 0,'0'0'216'0,"13"4"-3"0,-13-4-5 0,9 6-10 0,-9-6-17 15,7 6-11-15,-7-6-19 0,4 10-18 16,-3-6-8-16,-1-4-31 0,0 0-56 0,-11 15-75 16,11-15-101-16,-16 6-137 0,3-4-299 0,-4-2 133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1T05:44:41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7302 3882 143 0,'0'0'141'0,"-8"-8"-20"0,4 1 9 0,4 7-9 15,-13-8 5-15,6 4 1 0,1 1 0 0,6 3-3 16,-14-5-10-16,6 1-6 0,2 2-3 0,6 2-7 16,-13-5-4-16,13 5 0 0,-12-2-9 0,12 2-7 15,-7-3-4-15,7 3-9 0,-7-2-9 0,7 2-3 16,0 0-7-16,0 0-5 0,0 0-5 0,22-10-2 15,-2 5-5-15,12-2 1 0,4 1-3 0,1-2-3 16,21-6-3-16,-5 3-3 0,0 2-3 0,-2 0-10 16,-12 2-14-16,-1 4-14 0,-3 0-19 0,-4 0-26 15,-3 1-26-15,-8 0-30 0,-1 6-14 16,-6-1-13-16,-4 0-12 0,-2 0-120 0,-4 5-308 0,-3-2 137 16</inkml:trace>
  <inkml:trace contextRef="#ctx0" brushRef="#br0" timeOffset="614.17">7452 3895 97 0,'0'0'159'0,"-12"-2"-10"0,12 2-19 16,0 0-15-16,0 0-15 0,0 0-3 0,-5 9-10 0,5-9-3 16,0 15-1-16,4 1 14 0,-1 4-3 0,4 7-4 15,-3 0-9-15,-2 7-4 0,2-1-8 0,-2-1-6 16,1 0-1-16,6 2-7 0,-5-4-2 15,-3 0-6-15,2-3-3 0,1-1-1 0,0-2-6 16,-3-6-2-16,3-2-6 0,-3 1 1 0,2-2-2 16,0-2-4-16,-1 3 2 0,-1-5-8 0,0-2-3 0,-1 1 2 15,0-10 3-15,-1 16 0 0,1-16-4 0,-3 11-8 16,0-6 5-16,3-5 1 0,-9 11-3 0,3-9-4 16,-3 3-6-16,-3-3-3 0,0 1-2 15,1-4 2-15,-6 1-4 0,4-3 4 0,-2 2 7 16,2 0-6-16,1-4 3 0,0 2-7 0,4 2 2 15,8 1 7-15,-14-2 2 0,8 0 3 0,6 2 1 0,0 0-2 16,-13 0-2-16,13 0 3 0,-8-1 0 0,8 1-4 16,0 0 3-16,0 0 3 0,0 0-5 0,0 0 0 15,25-5 2-15,-8 4 1 0,10-2-2 16,-5 2 0-16,9-3-2 0,1 2 1 0,1-4-3 16,5 2-20-16,-2 2-18 0,0-3-21 0,1 3-32 15,0-1-15-15,4-4-19 0,-1 4-8 0,-3-4-7 0,0 4-2 16,1-2 0-16,-4 1 13 0,-2 0 6 0,-1 1 6 15,-2 0 12-15,-9 0 16 0,-1-1 9 16,-1 0 15-16,-3-1 21 0,-3 0 4 0,-2 0 28 16,-4-2 19-16,-2 1 14 0,-1 0 20 0,-3 6 9 15,1-12 7-15,-1 5 5 0,0 7 7 0,-5-13 3 16,1 8 15-16,0 0 11 0,4 5-2 0,-8-8 5 0,1 4-11 16,7 4 20-16,-10-1-6 0,10 1-4 0,-21 6-4 15,6 1-1-15,0 5-3 0,-5 5 1 16,2 4-4-16,-2-1-9 0,6-4-5 0,1-1-8 15,2 2-1-15,0 0-12 0,6 0-4 0,3-1-5 16,2 0-4-16,0-3-5 0,3 3 1 0,4 0-8 16,1-6-19-16,4-1-30 0,6 1-33 0,10-1-34 0,2-6-58 15,6-3-55-15,15-1-58 0,-13-3-130 0,20-6-415 16,3-3 184-16</inkml:trace>
  <inkml:trace contextRef="#ctx0" brushRef="#br0" timeOffset="783.74">8861 4217 2800 0,'5'-4'78'16,"-5"4"-9"-16,11-5-41 0,-11 5-24 0,7-5 4 15,-7 5-6-15,10-2 2 0,-3 1 1 0,-7 1 1 16,16 0-3-16,-4-2-6 0,0 2-15 0,3-2-20 16,-2 2-27-16,0-1-36 0,2 1-30 0,2 0-34 15,-4 1-35-15,1 1-25 0,-2 1-119 0,-4-1-372 16,-8-2 165-16</inkml:trace>
  <inkml:trace contextRef="#ctx0" brushRef="#br0" timeOffset="928.49">8949 4337 59 0,'0'0'228'0,"-7"5"-6"16,7-5-3-16,-5 4-12 0,5-4-17 0,0 0-17 16,0 0-20-16,0 0-16 0,0 0-11 0,0 0-24 15,0 0-26-15,21-1-26 0,-21 1-54 0,32-7-61 16,1 0-43-16,1-3-60 0,2 3-99 0,3-3-288 15,12-1 128-15</inkml:trace>
  <inkml:trace contextRef="#ctx0" brushRef="#br0" timeOffset="1310.31">10101 3889 197 0,'-4'-10'267'0,"4"4"-11"0,-3 0-16 16,3 6-24-16,-2-10-21 0,2 10-18 0,-1-7-22 15,1 7-19-15,0 0-15 0,0 0-12 0,0 0-5 16,0 29-5-16,-2-5 7 0,1 5-2 0,1 4-7 0,3 0 1 16,-2 2-3-16,-2 1-9 0,-1-3-5 15,2-1-5-15,0 0-12 0,0-5-4 0,0 1-2 16,0 0-3-16,-2-3-11 0,2-6 0 0,-3-1-3 16,2-2-6-16,1-3-4 0,1-1-3 0,-1 2-3 15,0-4-6-15,0-1-37 0,0 1-27 0,0-3-31 16,0 1-33-16,0-8-39 0,0 0-45 0,0 17-42 15,-2-13-29-15,2-4-142 0,0 0-438 0,0 0 194 16</inkml:trace>
  <inkml:trace contextRef="#ctx0" brushRef="#br0" timeOffset="1691.82">10030 3936 143 0,'11'-17'199'15,"0"3"-18"-15,6 0-13 0,1 2-9 0,7-3-5 16,4 1-5-16,-1 1-11 0,0 6-11 0,-1 2-14 16,2 1-9-16,-7 6-11 0,-2 2-10 0,1-1-7 15,-6 3-7-15,4 0-7 0,-5 0-7 0,-1 3-4 16,-4 1-3-16,-3 1-5 0,-2 0-2 0,-3 2-5 16,1 0-4-16,-6 2-1 0,-4 1-1 15,0-1-7-15,-3 1 1 0,-3-2-10 0,2 0-6 0,0 1-7 16,3-5-9-16,0-2-7 0,2 0-3 0,-2-1-11 15,4-1-2-15,1 1-1 0,1-3 2 0,3-4-1 16,0 11 2-16,0-11 7 0,2 12 16 0,3-7-12 16,2 1 1-16,2 1-3 0,0-1 8 15,1 1 2-15,2 0-4 0,-1-2 7 0,-1 1 4 16,0 0-3-16,-1-1 1 0,-1 1-3 0,-3-1 0 0,1 0 2 16,-1-1 2-16,-2 0 5 0,-3-4 4 0,1 8 2 15,-1-8-1-15,-6 10 1 0,-2-5-2 0,-2 0 1 16,0 0-1-16,-4 0-9 0,1 0-24 0,-1-1-31 15,1-1-30-15,2-3-50 0,-2 1-160 16,13-1-323-16,-18-1 144 0</inkml:trace>
  <inkml:trace contextRef="#ctx0" brushRef="#br0" timeOffset="1910.32">10754 3942 2246 0,'5'-5'29'0,"3"-2"7"15,-5 2 0-15,0 0-13 0,-3 5 2 16,5-6-2-16,-5 6-1 0,5-6-2 0,-5 6-5 16,0 0-4-16,7-5-3 0,-7 5 5 0,15-5-5 15,-2 2-2-15,7-3-2 0,8 1 3 0,3 0-3 16,5-1-3-16,-3 3-16 0,2-1-21 0,-3 2-22 16,-3-2-12-16,-9 3-40 0,1-1-23 0,-2 2-11 15,-5 2-14-15,-2-1-6 0,-3 1-112 0,-3-1-297 16,-6-1 133-16</inkml:trace>
  <inkml:trace contextRef="#ctx0" brushRef="#br0" timeOffset="2432.75">11174 3866 551 0,'-29'5'-33'16,"29"-5"12"-16,-17 1 17 0,17-1 21 0,-14 1 16 16,3-1 6-16,11 0 12 0,-18 0 7 0,18 0 11 15,-15 1 1-15,15-1-10 0,-8 1 5 0,8-1-5 16,-10 7 0-16,4-1 15 0,4 4-1 0,-2 1 5 16,3 7 17-16,0 1 6 0,0-2-6 0,3 2-12 15,3 1-5-15,-4-1-2 0,2 0-5 0,-1 0-6 16,2 0 0-16,1 1-5 0,-2-1-6 0,1-2-4 15,1 1-7-15,0-1-3 0,-3-5 0 0,0-2-7 16,-1 2-2-16,0-2-4 0,-1 1-3 0,0-4 2 16,0 0-4-16,-4 1-6 0,2-3-16 0,-6 1-12 15,2 0-13-15,-3 0-7 0,-1 0-7 0,-4-2 0 16,1-1-8-16,0-2 12 0,0-1-7 0,1 0 13 16,12 0 5-16,-22-1 1 0,8-1 5 0,14 2 5 15,-14-3 12-15,9 0 8 0,5 3 1 16,0 0 1-16,-14-3 0 0,14 3-6 0,0 0 0 15,0 0 2-15,0 0 2 0,0 0-5 0,0 0 1 16,38-10-2-16,-20 8 1 0,3 0-1 0,8 0-8 0,0-2-14 16,5 2 0-16,2-3-19 0,4 3-22 0,-2-2-9 15,1 2-6-15,1-3 0 0,-6 2-1 0,0-1 31 16,-1 0-16-16,-6 1 0 0,-5 1 1 0,-4-2 15 16,-4 2 4-16,-3-4 10 0,-5 3 9 15,2-4 20-15,-1 2 13 0,-5-1 17 0,0-2 9 16,0 1 21-16,-2 7 12 0,0-15 2 0,0 15 7 15,-4-11 13-15,3 4 8 0,1 7 4 0,0-9-8 0,0 9-8 16,0 0-9-16,0 0-13 0,0 0-8 0,0 0 0 16,0 0 4-16,0 0 1 0,0 0 2 0,-4 34-1 15,0-19-8-15,4 2-5 0,-2 0 0 0,2 2-6 16,-1-2-4-16,-1 2-9 0,0-2 3 16,2-1-3-16,0-1-3 0,0-3 0 0,0 0-8 15,2 4-12-15,1-6-16 0,-1-2-28 0,-2-2-33 16,0-6-32-16,0 13-34 0,0-13-38 0,0 0-49 15,-3 14-180-15,3-14-436 0,-9 4 193 0</inkml:trace>
  <inkml:trace contextRef="#ctx0" brushRef="#br0" timeOffset="2790.09">11521 4069 203 0,'10'-7'208'16,"4"2"-11"-16,-2 0-19 0,-1 3-15 0,-1-1-13 0,4 5-8 15,-2 0-5-15,1 4-4 0,-2 0-9 16,-2 1-13-16,2 1-12 0,1 5-9 0,-4-4-6 16,-1 5-9-16,-4-4-9 0,1 2-4 0,-2 2-1 15,-4 0-7-15,2-4-7 0,-3 3-5 0,1-2-11 16,-2 0-12-16,-1-1-18 0,-2-1-12 0,4 1-11 16,-4-2-7-16,4-1-10 0,3-7-10 0,-6 12-4 15,6-12 3-15,-5 10 4 0,5-10 0 0,0 0 4 16,5 14 3-16,-5-14 0 0,9 10 11 0,0-5-3 15,-3 1 10-15,5 0 2 0,-2-1 9 0,-1 2 2 16,0-2 9-16,-1 0 6 0,-2 0 0 0,-5-5 6 16,11 10 3-16,-7-4 2 0,-4-6 10 0,3 10 7 15,-3-10 11-15,0 12-1 0,0-12 0 0,-9 14-7 16,-3-11 0-16,-3 5-4 0,-3 0-3 0,0 1-3 16,-2-1-4-16,1-2-13 0,-1-1-22 0,2 0-20 15,3-2-29-15,1-1-45 0,4-1-47 0,-2 2-182 16,12-3-362-16,-16 0 161 0</inkml:trace>
  <inkml:trace contextRef="#ctx0" brushRef="#br0" timeOffset="2983.32">11960 4183 139 0,'10'-1'243'0,"-10"1"-23"0,13-1-14 16,-5 1-18-16,3 0-14 0,0 0-23 0,-1 1-8 15,5-1-15-15,3 0-14 0,1 1-9 0,8 0-13 16,-6 0-8-16,-2 1-24 0,2-1-37 16,-1 0-30-16,-4-1-41 0,-2 3-33 0,-2-2-47 15,-1-1-29-15,-1 3-119 0,-3-3-297 0,-7 0 133 16</inkml:trace>
  <inkml:trace contextRef="#ctx0" brushRef="#br0" timeOffset="3170">12183 4114 47 0,'-7'-8'240'0,"5"4"1"0,-5 0-1 16,7 4-8-16,-6-7-13 0,6 7-25 0,-4-6-18 16,4 6-22-16,0 0-18 0,0 0-11 0,0 0 12 15,-13 20 1-15,11-5-7 0,-4 1-9 0,2 1-12 16,1 0-7-16,-1 2-10 0,0-2-7 0,1 2-9 16,1 0-4-16,2 0-14 0,0-4-1 0,0 2-10 15,4-1-33-15,-1 0-40 0,-1-4-52 0,-2 0-71 16,2 0-92-16,-4 0-221 0,2-2-500 0,0-10 222 15</inkml:trace>
  <inkml:trace contextRef="#ctx0" brushRef="#br0" timeOffset="3599.44">13038 3937 18 0,'1'-10'264'0,"1"3"-16"0,1 1-12 0,-3 6-18 15,2-9-11-15,-2 9-19 0,0-7-22 0,0 7-17 16,0 0-11-16,0 0-7 0,-21 11 0 0,1 10-22 16,0 5 2-16,0 3-4 0,-1 3-9 0,4 1-10 15,0 0-4-15,9-1-10 0,-1 0-5 0,4-1-6 16,3-3-9-16,4 0-3 0,3-2-4 0,4-1-3 15,2-3 4-15,3 1-13 0,3-4-4 0,4-2-16 16,2-1-20-16,0-2-29 0,0-1-28 0,4-3-38 16,-6-1-35-16,0-4-44 0,6 0-39 0,-8-1-198 15,-6-3-448-15,1-1 198 0</inkml:trace>
  <inkml:trace contextRef="#ctx0" brushRef="#br0" timeOffset="3839.89">13421 4033 2219 0,'0'-26'7'0,"0"7"44"0,0 3 37 0,0 3-24 16,0 0-6-16,2 5-15 0,-4-2-14 0,2 10-10 0,0-8-6 15,0 8-6-15,0 0 3 0,0 0 5 0,0 0 11 16,6 29 16-16,-3-4 10 0,-3 5-1 0,2-1-2 16,-2 2-3-16,2 0-1 0,-2-2-4 15,4 0-4-15,-4 1 0 0,0-4 1 0,2 1-4 16,-2-3 4-16,4-4-9 0,-4-1-4 0,-4 6 0 15,4-6-4-15,0-6-10 0,0 4-26 0,0-5-19 0,0-2-28 16,0 1-36-16,0-11-42 0,4 17-53 0,-4-17-45 16,2 11-177-16,-2-11-451 0,0 0 200 0</inkml:trace>
  <inkml:trace contextRef="#ctx0" brushRef="#br0" timeOffset="4007.39">13585 4184 2237 0,'6'-6'67'0,"-2"2"-36"15,2 1-29-15,-6 3 1 0,8-5-3 0,-8 5-2 16,9-3-1-16,-4 0 7 0,-5 3-5 16,18-1 2-16,-5 1 1 0,1-2 0 0,6 2 3 15,2-1-3-15,7 0 1 0,-1-1-21 0,1 1-29 16,0-1-36-16,0 2-27 0,0-3-48 0,-9 1-25 0,0-1-110 16,-6 1-316-16,-2-1 140 0</inkml:trace>
  <inkml:trace contextRef="#ctx0" brushRef="#br0" timeOffset="4197.91">13881 4023 174 0,'-6'-6'234'15,"6"6"-17"-15,-4-4-20 0,4 4-24 0,0 0-20 0,0 0-15 16,0 0-11-16,0 0-9 0,-8 12-4 16,6 0-5-16,0 3-8 0,1 3 20 0,-3 1-11 15,4 1-10-15,-2 0-10 0,0 1-9 0,0 2-4 16,2-3-6-16,-2 0-11 0,2-1-10 0,2 0-35 15,-2-1-37-15,2-2-52 0,2 0-73 0,0-1-53 16,-3-3-165-16,3-1-395 0,2-1 175 0</inkml:trace>
  <inkml:trace contextRef="#ctx0" brushRef="#br0" timeOffset="4440.85">14270 4023 2843 0,'4'-28'46'15,"1"2"29"-15,3 1 10 0,-5 11 0 0,-1 4-15 16,0 0-13-16,0 5-11 0,0-2-8 0,-2 7-9 16,2-10-11-16,-2 10-8 0,0 0-3 0,0 0 2 15,0 0 0-15,0 0 0 0,1 39 5 0,1-13-1 16,-4 3 0-16,2 2 6 0,2-2-4 0,-2 3-2 16,-2-2-1-16,1 0-8 0,0-4 10 0,1 2-1 15,0-1-1-15,0-1 2 0,0-7-7 0,1-1-22 16,2 0-35-16,-3-1-31 0,0 1-38 0,0-3-58 15,0-2-35-15,3-4-47 0,-6 1-189 0,3-10-485 16,0 17 215-16</inkml:trace>
  <inkml:trace contextRef="#ctx0" brushRef="#br0" timeOffset="4825.92">14303 3906 54 0,'5'-13'235'0,"-2"3"-19"0,3-7-21 0,0 8-21 16,1 2-14-16,3 2-15 0,1-3-12 0,0 5-12 16,2-1-11-16,0 4-10 0,0 1-14 0,0 2-6 15,3 1-9-15,-4 3-5 0,2 0-10 0,2 1-4 16,-5 3-3-16,-1 0-7 0,-2-1-2 0,-1 4-1 16,-3-3-7-16,-2 2 1 0,-4 0-4 15,0-1-4-15,-3 2-11 0,-1-1-9 0,1-2-9 16,-2 0-12-16,3-1-8 0,0-3-8 0,-1 4-10 0,1-3-13 15,0-2-9-15,3-1 2 0,-3 0 0 0,4-5 14 16,0 0-2-16,0 0 7 0,5 12-1 0,-5-12 11 16,8 2-4-16,0-1 4 0,-8-1 4 15,15 2 7-15,-4 0-3 0,0-1 12 0,0 1 4 16,-2-2 3-16,0 4-8 0,2 2 12 0,-4-1 1 16,-1 0 11-16,1 2-2 0,-2-1 6 0,-2-2 5 15,-1 5 4-15,0 0 2 0,-2-2 4 0,-2 3 2 0,2-1-8 16,-5 1 2-16,0-1-2 0,-1 1-15 15,-1-2-19-15,1-2-32 0,2 0-31 0,-5 0-38 16,1 0-36-16,4-2-93 0,-2-1-260 0,6-3 116 16</inkml:trace>
  <inkml:trace contextRef="#ctx0" brushRef="#br0" timeOffset="5051.26">14728 3848 141 0,'6'-2'184'16,"3"-3"-13"-16,-1 5-7 0,3 4-8 0,0 3-6 16,0 6 8-16,6 7-2 0,-4 4-9 0,-3 5-6 15,0 1-1-15,1 3-10 0,-5 1-6 0,-3 1-8 16,-2 0-12-16,0-2-9 0,-2 0-7 0,-3-2-4 16,-2 1-8-16,-5-3-6 0,-4 1-7 0,-4-2-6 15,-3 1-4-15,-2-4-25 0,-9 10-39 0,2-11-50 16,1-1-58-16,-1-6-73 0,-11 11-211 0,8-7-435 15,1-6 193-15</inkml:trace>
  <inkml:trace contextRef="#ctx0" brushRef="#br0" timeOffset="5423.68">15333 4053 43 0,'2'-8'218'16,"-2"8"-21"-16,0 0-15 0,4-6-12 0,-4 6-14 15,0 0-17-15,0 0-13 0,8-7-12 0,-2 5-9 16,4-3-11-16,5 1-9 0,2-2-11 0,4 0-6 16,6-1-9-16,1 3-10 0,-7-2-31 0,0 2-29 15,-2 1-24-15,3 0-43 0,-6-4-32 0,-3 5-22 16,-2-1-124-16,-3 2-276 0,-3-2 122 0</inkml:trace>
  <inkml:trace contextRef="#ctx0" brushRef="#br0" timeOffset="5778.98">15512 3925 39 0,'0'0'131'0,"-8"0"-11"0,8 0-15 0,0 0-13 16,0 0 1-16,-8 11 11 0,8-1 20 0,-1 7 5 15,0 2 13-15,2 6-2 0,-4 6-12 0,1-1-3 16,-3 3-9-16,3-3-15 0,0 3-4 0,2-5-10 15,-3 3-10-15,3-4-6 0,-1-2-7 0,1 1-7 16,-4-7-3-16,4 0-10 0,-2-1 1 0,2-2-7 16,2 0 5-16,-2-3-8 0,0-1-9 15,0-2 2-15,0-1-5 0,2 1 2 0,-2-3-8 0,0 0-3 16,0-7-11-16,0 0-3 0,0 15 0 0,0-15 2 16,0 0-2-16,0 0-5 0,0 0-9 0,-7 7 0 15,7-7-8-15,-10-1 2 0,10 1 0 16,0 0 1-16,-20-8-1 0,12 5 7 0,0 0-7 15,-3-2 13-15,4 2 1 0,1 0 12 0,6 3 7 0,-9-5-4 16,9 5 4-16,-8-5-3 0,8 5 4 0,0 0-6 16,0 0 1-16,-9-1-1 0,9 1-2 0,0 0 5 15,0 0-2-15,0 0-2 0,28-8 4 0,-8 7-7 16,8-3 1-16,2 2-5 0,1 0-16 0,5 0-25 16,-2 0-28-16,0 0-26 0,1 1-43 0,-1 0-33 15,-2-2-158-15,-4 3-357 0,-7-4 159 0</inkml:trace>
  <inkml:trace contextRef="#ctx0" brushRef="#br0" timeOffset="6019.78">16014 4234 191 0,'-4'-6'187'0,"0"1"-5"0,4 5-9 0,-10-9-12 15,5 6-12-15,5 3-13 0,-8-3-4 0,8 3-13 16,-18 6-10-16,9 0-9 0,-2 6 3 0,-1 2-1 15,1 1-7-15,2 1-4 0,-1-1-11 0,5 0-4 16,-1 1-5-16,3 1-6 0,1-4-3 0,2 2-9 16,3-2-7-16,1-1-4 0,1 4 2 0,5-4-6 15,-1 1-6-15,4-1-19 0,2-1-17 0,2-1-30 16,-1-4-25-16,1 2-33 0,3-3-22 0,-2 1-28 16,0-2-14-16,3 0-11 0,-3-4-8 0,2 1-111 15,0-4-308-15,-2 0 137 0</inkml:trace>
  <inkml:trace contextRef="#ctx0" brushRef="#br0" timeOffset="6216.28">16230 4461 548 0,'11'-9'-14'0,"3"-5"17"15,-5 1 23-15,0-1-10 0,-1-1 21 16,-3 0 32-16,0 0 30 0,-1 0 8 0,-1 2 11 16,-3 2 13-16,1 0 7 0,2 2 5 0,-2 4-3 15,-1 5-6-15,1-11-13 0,-1 11-14 0,5-6-13 16,-5 6-12-16,0 0-8 0,0 0-9 0,0 0-1 16,0 0-1-16,-6 38-5 0,3-21-2 0,1 0-5 15,-2 1-4-15,0 7 0 0,1-10-8 0,-1 4-8 16,3-3 3-16,-4 1 0 0,3-1-5 0,2 1-17 15,-2 0-29-15,2-6-23 0,0 2-27 0,2-3-25 16,1 2-19-16,-3-12-33 0,5 14-40 0,-5-14-28 16,2 8-111-16,-2-8-350 0,0 0 156 0</inkml:trace>
  <inkml:trace contextRef="#ctx0" brushRef="#br0" timeOffset="6566.05">16305 4236 47 0,'7'-5'166'0,"0"1"3"16,1 1-11-16,0 3-12 0,6 0-6 0,-3 3-9 15,1 0-4-15,-1 1-14 0,2 0-9 0,0 1-6 16,1 5-12-16,-3-4-14 0,0 1-1 0,-2 2-10 16,-1-1-2-16,-4 2-5 0,0 1-10 0,-3-4-2 15,-1 3-1-15,-1 0-5 0,-2-1-12 16,-2 2-14-16,-1-3-11 0,2 1-12 0,-1-3-16 15,5-6-8-15,-9 11-10 0,5-5-6 0,4-6-14 16,-5 9 9-16,5-9 4 0,0 0 8 0,4 15 6 16,-4-15 6-16,5 10-6 0,-5-10 4 0,9 11 2 0,-4-6 4 15,0 0 15-15,4 2 7 0,-1 1-1 0,-2 0 12 16,2 0-2-16,-2-3-13 0,1-1 12 0,-7-4 9 16,7 12 2-16,-7-12 6 0,6 9 3 15,-6-9 9-15,4 11-5 0,-4-11 4 0,0 0 2 16,-8 14-7-16,1-10-15 0,0 1-15 0,7-5-32 15,-19 5-10-15,7-2-39 0,-2 1-45 0,1-2-72 0,13-2-220 16,-22 0 98-16</inkml:trace>
  <inkml:trace contextRef="#ctx0" brushRef="#br0" timeOffset="6862.82">16664 4387 155 0,'0'0'168'0,"0"0"-3"0,17 11 8 0,-15-5-7 0,-2-6-15 16,7 15-9-16,-3-5-7 0,0-1-8 0,0 1-12 16,2-1-4-16,0 1-14 0,2-3-6 15,0 1-8-15,3-2-2 0,1-2-1 0,5 0-1 16,4-2-10-16,1-2 2 0,4-2-10 0,2-3 0 16,-8-1-7-16,-1 0 6 0,-4 0 4 0,4-2 10 15,-8-1 7-15,0 0-9 0,-4-1-5 0,-2 0-1 16,-3-2-9-16,-2 2-6 0,0 10-4 0,-6-30-2 15,-3 14-8-15,-1 0-5 0,-4 1-8 0,-2 3-4 16,-2 1-5-16,-8 3-16 0,-4 2-16 0,-2 2-15 16,0 5-26-16,0 7-29 0,-1-2-42 0,-3 6-47 15,-2 2-62-15,-11 7-181 0,12-7-453 0,-14 8 201 16</inkml:trace>
  <inkml:trace contextRef="#ctx0" brushRef="#br0" timeOffset="11076.08">11443 4392 25 0,'0'0'32'0,"0"0"-3"0,0 0 2 16,0 0 0-16,0 0-5 0,0 0-3 0,0 0-5 15,0 0 1-15,0 0 0 0,0 0-2 0,0 0-4 16,0 0-1-16,0 0 8 0,0 0-3 0,0 0-9 16,0 0 5-16,0 0 0 0,0 0 3 0,0 0-4 15,0 0 12-15,0 0-9 0,0 0 0 0,0 0 2 16,0 0-3-16,0 0 3 0,0 0-5 0,0 0-2 16,0 0 0-16,0 0 6 0,0 0-8 0,0 0 6 15,0 0-12-15,0 0 5 0,0 0-4 0,0 0 4 16,0 0-4-16,0 0-8 0,0 0-1 15,0 0-8-15,0 0-14 0,0 0-1 0,0 0-3 16,0 0-3-16,0 0-39 0,0 0-79 0,0 0 36 0</inkml:trace>
  <inkml:trace contextRef="#ctx0" brushRef="#br0" timeOffset="25214.08">8209 5621 86 0,'0'0'116'0,"-3"-7"8"0,3 7-3 16,-3-7 4-16,3 7-19 0,0 0-9 0,0 0-8 15,0 0-12-15,-4-7-10 0,4 7-6 0,0 0 4 16,0 0 8-16,0 0-5 0,-2 24 5 0,0-14-11 15,1 2 0-15,0 3-10 0,-4 1 1 0,-1 0 2 16,-1 4-10-16,-1-4-2 0,2 1-4 0,-4 0 0 16,-2 0-4-16,2 2-7 0,-3-5 4 0,0 1-8 15,2-1 3-15,-3-2 5 0,1 2-9 0,4-6 0 16,-1 1-4-16,1-1-2 0,-1-2 0 0,1 0 0 16,1 1-2-16,2-4-1 0,0 3-5 15,-1-4-2-15,7-2-2 0,-8 5 7 0,4-2-2 0,4-3 0 16,-6 3 0-16,6-3-3 0,0 0-8 0,-7 6-5 15,7-6-6-15,0 0 1 0,0 0 0 0,0 0 3 16,0 0 0-16,16 3-3 0,-5-3 5 0,2 0-6 16,1 0 0-16,7 0 1 0,2 2-6 0,5-5 1 15,0-1-2-15,1 4-3 0,1-2-2 16,-3 2 4-16,1-4-7 0,0 1 7 0,0 1 5 0,-6-1-2 16,-1 2 0-16,0 1 5 0,-2-2-5 0,-6 2 7 15,1 0-1-15,-4 0-7 0,0 2 7 0,-1-1 4 16,-1 2 3-16,-8-3-4 0,10 1 0 0,-5 0 3 15,-5-1 0-15,10 2 2 0,-10-2 2 0,0 0 1 16,0 0 3-16,8 0 10 0,-8 0 0 0,0 0 3 16,0 0-2-16,0 0 4 0,0 0 2 0,-4-17 0 15,4 17 2-15,-4-12 0 0,1 5 2 0,-4-1-5 16,2-2 2-16,0 1 0 0,0-2 2 0,1 1-1 16,-4-4-5-16,2 2 2 0,-6-3-6 15,3 2 9-15,-3-1-7 0,3 1-1 0,0 3 0 0,-3-3-5 16,5 4 3-16,-1 0-6 0,2 1 1 0,-1 2 0 15,2 2-5-15,1-2-17 0,4 6-23 0,-6-6-39 16,6 6-39-16,-4-6-25 0,4 6-2 0,0 0-16 16,0 0-104-16,0 0-282 0,0 0 125 0</inkml:trace>
  <inkml:trace contextRef="#ctx0" brushRef="#br0" timeOffset="25790.51">8705 5663 115 0,'0'0'120'0,"4"-10"-6"0,1 7-16 0,3 1-8 16,3-3-10-16,5 2-8 0,2 0-5 0,1 0-16 15,1 3-14-15,8-2-17 0,-7 2-13 0,-2 0-29 16,-3 4-1-16,-1-3-8 0,-3-1-7 0,0 3-10 15,1 0-3-15,-4-1 0 0,-4 0-2 0,1 1-40 16,-6-3-100-16,9 3 333 0,-9-3-171 0,0 0 5 16,0 0 0-16,0 0 10 0,0 0 10 0,0 0 21 15,0 0 4-15,0 0 6 0,0 0 18 0,-19-12 11 16,19 12-3-16,-11-5 3 0,4 3 7 16,7 2-2-16,-9-2 9 0,9 2-20 0,0 0 2 0,0 0 17 15,-11 6-5-15,8 1-1 0,1 3 2 0,0 5 13 16,0 4 3-16,-1 0-9 0,2 7-8 0,0 3-5 15,1-3-7-15,1 0-5 0,-2 0-2 0,2 0-3 16,0-7-8-16,-1 0 6 0,1 7-3 0,1-7-4 16,-2-2-2-16,1-5-5 0,-1 2 1 0,3-1-3 15,-3-1 1-15,0-2-1 0,0 4-6 0,0-7 4 16,0 0-6-16,0-7 0 0,0 11-5 0,0-11 2 16,-3 10 2-16,3-10-2 0,-4 5-3 0,4-5 0 15,-8 4 0-15,8-4-2 0,-14 0-1 0,14 0-2 16,-16-4 2-16,7 4-4 0,1-2 6 0,0 0-3 15,8 2-1-15,-12-5 0 0,5 2 3 0,7 3 5 16,-9-2 3-16,9 2-3 0,-6-4 1 0,6 4 2 16,0 0-3-16,-7-3-1 0,7 3-6 15,0 0 3-15,0 0-1 0,0 0-4 0,0 0 5 16,0 0-1-16,0 0 1 0,0 0-4 0,0 0-1 0,31 5-12 16,-21-4-6-16,3-1-19 0,1 1-29 0,3 1-15 15,3-2-29-15,1 0-22 0,-1 0-25 0,2 0-114 16,-2 0-291-16,-2-2 129 0</inkml:trace>
  <inkml:trace contextRef="#ctx0" brushRef="#br0" timeOffset="26021.88">9330 5943 44 0,'0'0'175'0,"0"0"-3"0,-4-16 5 0,2 10-2 15,2 6-16-15,-9-9-9 0,5 6-4 0,4 3-18 16,-8-5-13-16,8 5-11 0,-10 1-13 0,-1 3-7 15,0 1-5-15,-1 5-9 0,-10 7-5 0,5-3-6 16,-1 4-7-16,1 1 0 0,5-2-7 0,3-2-8 16,0 0 1-16,3 1-8 0,4-1 0 0,4-2 0 15,-1 0-7-15,7 4 2 0,1-1-4 16,2-3-10-16,6-1-17 0,1-2-22 0,7 0-28 0,5-2-37 16,0-2-24-16,6-1-29 0,0-5-14 0,5 0-138 15,10-2-321-15,1-7 143 0</inkml:trace>
  <inkml:trace contextRef="#ctx0" brushRef="#br0" timeOffset="26264.8">10054 5899 52 0,'-5'-4'177'0,"5"4"-5"16,0 0-12-16,0 0-15 0,-6-4-19 0,6 4-9 16,0 0-17-16,0 0-12 0,0 0-6 0,0 0-8 15,0 0-7-15,0 0-8 0,27 0-5 0,-15 2-20 16,2-2-27-16,-1 2-35 0,0-2-25 0,2 4-47 16,-1-1-26-16,-4-1-76 0,-2 0-217 0,-3 2 96 15</inkml:trace>
  <inkml:trace contextRef="#ctx0" brushRef="#br0" timeOffset="26417.48">10038 6025 9 0,'-5'3'190'0,"5"-3"-7"0,-4 4-4 16,4-4-11-16,0 0-17 0,0 0-16 0,0 0-7 16,0 0-12-16,0 0-15 0,36-8-7 0,-17 6-8 15,3 0-34-15,6 1-32 0,-6-3-61 0,-2 2-53 16,-1 2-153-16,-3-3-266 0,-1 1 118 0</inkml:trace>
  <inkml:trace contextRef="#ctx0" brushRef="#br0" timeOffset="27745.96">11294 5827 179 0,'0'0'186'0,"0"0"-14"0,-2-9-12 0,2 9-13 15,0 0-12-15,0 0-17 0,0 0-7 0,0 0-16 16,0 0-7-16,0 0 13 0,0 0 4 0,0 28-7 16,1-8-3-16,-1 3-2 0,0 6 3 0,-1 0-11 15,0 2-6-15,-1 2-5 0,-1 0-2 0,1 0-7 16,0-5-2-16,-1 1-7 0,2-6-7 15,-2 3-2-15,1-7-4 0,2-2-6 0,0 2 0 0,0-2-7 16,0-2-2-16,0-2-3 0,0 0-18 0,-2-1-13 16,2 0-18-16,0-3-26 0,0 0-22 15,0-9-30-15,0 12-36 0,0-12-19 0,0 9-19 0,0-9-23 16,0 0-110-16,0 0-335 0,0 0 148 0</inkml:trace>
  <inkml:trace contextRef="#ctx0" brushRef="#br0" timeOffset="28120.3">11284 5780 44 0,'10'-14'141'0,"-1"1"-22"0,3-1-7 0,3 3-1 0,-1 2-7 16,6 0 2-16,-1 2-14 0,1 4-6 0,-1-1-11 15,2 3-10-15,0 2 0 0,-4 1-6 16,0 3-5-16,-1 2-1 0,-3 3-11 0,-1-2 2 0,-3 1-8 15,-3 3-3-15,-2-1-9 0,0 4 3 16,-4 1 6-16,-3-1-7 0,0 0-3 0,-3 2-1 0,-1-3-1 16,-1 0 0-16,2-3 0 0,0-1-10 0,1-2-5 15,1 1-11-15,0-1-2 0,2-2-6 0,-1 0-2 16,3-6 1-16,2 10 3 0,1-3 6 0,1-2-2 16,4 0-2-16,2 1 3 0,2-2-2 15,0 2 3-15,0-3-6 0,1 3 13 0,3 1-6 0,-5-4 1 16,0 3 3-16,1-1-5 0,-3 0 5 0,-3-1 1 15,-1 0 7-15,2 1-14 0,-4 0 9 0,-3-5 7 16,1 7-8-16,-1-7 5 0,-7 12 3 0,1-5-5 16,-3 2-7-16,-2-1 10 0,-3 2-13 0,0-1-7 15,-1 1-11-15,3-5-26 0,1 2-32 0,-1-2-33 16,2 0-105-16,-5-1-237 0,5-1 105 0</inkml:trace>
  <inkml:trace contextRef="#ctx0" brushRef="#br0" timeOffset="28628.51">12169 5841 183 0,'5'-3'250'0,"-5"3"-13"15,4-7-15-15,-4 7-22 0,6-6-14 0,-6 6-27 16,0 0-14-16,0 0-17 0,0 0-11 0,0 0-12 15,-21 29-4-15,8-13-6 0,-5 6-11 0,-1-2-7 16,-1-1-7-16,2 0-5 0,-1 1-6 0,3-2-3 16,3-3-11-16,0 1-4 0,1-1-2 0,1-3-3 15,1 2-5-15,1-1-2 0,0-4-1 0,4-2-1 16,-3 1-5-16,5-3-4 0,-1-1-4 0,0 1-3 16,4-5-1-16,-4 8-3 0,4-8 3 0,-4 5 0 15,4-5-3-15,0 0-2 0,0 0 0 16,0 0-5-16,0 0 0 0,0 0 0 0,0 0-2 0,0 0-2 15,22-5 4-15,-12 4-3 0,4 1-3 0,3-3-2 16,2 2 5-16,1 1-2 0,-3 0-2 0,4-1-2 16,0 2 3-16,0-2-2 0,6 2 4 0,-6-2-3 15,8-1-2-15,-11 0 2 0,4 1 3 0,1-2 0 16,-1 0 0-16,-4 1-1 0,1 1 5 16,-3-3-2-16,-1 1 2 0,-4 0-1 0,-1 0 2 0,-2 0 1 15,1-1 1-15,-3 0-5 0,-1 1 5 0,0-5-1 16,-1 4 0-16,-4-6-2 0,0 10 1 0,-9-16 0 15,4 7-2-15,-4 1-2 0,-2-6 3 0,0 6-2 16,-2-4 0-16,-5 3 2 0,0 2-1 0,0-1-2 16,4 0 5-16,1 4-7 0,1 0-1 0,6 1-11 15,-4 0-14-15,10 3-30 0,-12-3-37 0,7 0-40 16,5 3-32-16,0 0-18 0,0 0-165 0,0 0-382 16,0 0 169-16</inkml:trace>
  <inkml:trace contextRef="#ctx0" brushRef="#br0" timeOffset="29318.22">12690 5821 2 0,'0'0'214'16,"0"0"6"-16,0 0-5 0,0 0-13 0,0 0-10 16,-4-10-17-16,4 10-19 0,0 0-13 0,0 0-17 15,9-5-13-15,-9 5-13 0,16-5-11 0,-5 1-9 16,3 2-18-16,1-4-17 0,-2 2-18 0,1 1-15 15,-1 1-12-15,-1 0-11 0,-3 1-8 0,-3-1-10 16,4 1-3-16,-10 1 2 0,9-2 4 0,-9 2-1 16,6-2 9-16,-6 2-13 0,0 0 8 0,0 0 6 15,0 0 1-15,0 0 1 0,0 0 2 0,0 0 4 16,0 0-9-16,0 0 8 0,-25 7-2 0,21-4 2 16,-4 4 15-16,3 2 10 0,1 1 2 0,-4 5 5 15,2-2 0-15,1 2 1 0,1 2 3 0,0 0 1 16,1-1-1-16,0-1 0 0,1 2-5 15,0-1 3-15,2 0-5 0,2-3 1 0,-2-3 1 0,2 3-2 16,-2-3 0-16,3 0-3 0,-2-1 0 0,-1 4-3 16,0-8 0-16,2 3 0 0,-2 1-1 0,0 0-2 15,0-9 5-15,-6 11-6 0,4-5 6 0,-2 0 0 16,-1-2-1-16,-1-1-3 0,-1 3 3 0,-6-5-6 16,13-1 4-16,-18 0-2 0,4 0-1 0,14 0 0 15,-20-1-1-15,20 1-1 0,-16 1-1 0,16-1 2 16,-11-1 0-16,11 1-4 0,0 0 1 0,0 0-9 15,-14-3-4-15,14 3 0 0,0 0 5 0,0 0 2 16,0 0-4-16,0 0-5 0,0 0-11 0,43 4-16 16,-25-2-6-16,3-3 0 0,3 1-12 0,3-1-7 15,0-3-1-15,0 3-21 0,2-1 9 0,-9 0-4 16,3-1-5-16,-3 1 16 0,9-2 2 0,-4 0 5 16,-4-1 11-16,-2 1-2 0,-3-2 13 0,-3 2 11 15,-3-1 5-15,-4 1 12 0,1-2 11 0,-1 2 26 16,-3-3 12-16,1 2 21 0,-1-1 7 0,-3 6 12 15,5-11 5-15,-3 6 13 0,-2 5 2 0,2-7-3 16,-2 7-7-16,0 0-8 0,2-8-12 0,-2 8-10 16,0 0-7-16,0 0-9 0,0 0-3 0,0 0-5 15,0 0-4-15,0 0-1 0,4 22 1 0,-3-12-4 16,-1 5 1-16,2 2-6 0,-2 1 3 0,2-1-3 16,-2-1-2-16,0 1-1 0,0-3-2 0,0 1-1 15,0-2 0-15,0-1-4 0,0-2 1 0,2 0-11 16,0-2-12-16,-2 0-28 0,0 1-27 0,0-9-42 15,0 11-37-15,0-11-33 0,2 9-25 0,-2-9-134 16,0 0-365-16,-2 6 162 0</inkml:trace>
  <inkml:trace contextRef="#ctx0" brushRef="#br0" timeOffset="29674.7">13162 5986 164 0,'7'-9'168'0,"-2"-1"-4"0,1 3-5 0,-1 2-15 15,1 1-12-15,-1 1-13 0,-5 3-17 0,12-3-7 16,-6 3-8-16,-6 0-2 0,14 2-15 0,-8 1-6 16,1 0-9-16,-3 1-5 0,3 4-2 0,-3-1-1 15,1-1-4-15,-2 2-6 0,-3-1 1 0,2 3-9 16,-2 1 0-16,-2-1-2 0,0 0-5 0,1 0-7 16,-1 0-14-16,-1 0-22 0,3 1-3 15,-2-3-7-15,2 0-8 0,0 1-6 0,2-1-10 0,-2-8 13 16,5 11 2-16,-2-2 1 0,-1-4 0 0,-2-5 4 15,13 12 6-15,-7-7 11 0,2 2-7 0,-4 2 16 16,1-5-18-16,3 3 8 0,-3-2 4 0,-3 1 5 16,3-1 5-16,-5-5 13 0,3 9 0 0,1-5 10 15,-4-4 24-15,0 8 12 0,0-8 2 0,0 0 1 16,-7 14 3-16,0-11-2 0,0 0-5 0,-4 3-6 16,0-1-1-16,0-2-8 0,0 0 3 0,-3 3-9 15,1-4-5-15,1 0-27 0,1 1-23 16,0 0-25-16,4-3-43 0,7 0-60 0,-14 2-143 0,14-2-317 15,0 0 140-15</inkml:trace>
  <inkml:trace contextRef="#ctx0" brushRef="#br0" timeOffset="29940.6">13872 6018 1723 0,'0'0'106'0,"0"0"-21"0,-7-16-45 16,7 16 2-16,0 0 9 0,-6-11 1 0,6 11 8 16,-5-5-1-16,5 5-6 0,0 0 1 0,-4-4 0 15,4 4-6-15,0 0-2 0,0 0-3 0,0 0-3 16,0 0-3-16,13-5-4 0,-1 4 0 0,1 2-5 16,7-1-2-16,2 0-1 0,-1-1-4 0,8 2-1 15,-7-1-13-15,3 0-14 0,-2-1-14 0,-3 2-15 16,3-2-19-16,-6 1-24 0,-3 0-29 0,-3 0-35 15,2-2-23-15,-3 1-15 0,-4-2-151 0,-6 3-360 16,9-3 160-16</inkml:trace>
  <inkml:trace contextRef="#ctx0" brushRef="#br0" timeOffset="30132.24">14092 5840 113 0,'-5'-5'216'0,"5"5"1"0,-4-8-9 0,4 8-16 16,-4-6-23-16,4 6-17 0,0 0-18 0,0 0-17 15,0 0-5-15,0 0 1 0,-9 25-8 0,7-8 3 16,0-1-12-16,0 10-6 0,-1-7-10 0,3 0-5 16,0 1-7-16,0 3-4 0,0-3-5 0,0-1-8 15,3 6-3-15,-1-5-11 0,-2-1-32 0,2-2-42 16,0 1-53-16,0-2-62 0,-2 0-67 0,2-4-137 16,-4-1-385-16,0-1 171 0</inkml:trace>
  <inkml:trace contextRef="#ctx0" brushRef="#br0" timeOffset="30616.29">15029 5557 151 0,'0'-10'238'15,"0"10"-9"-15,-3-10-18 0,3 10-24 0,-3-9-17 16,3 9-16-16,0 0-11 0,-10-1-16 0,10 1-8 16,-13 15-15-16,3 0-6 0,-1 11 2 0,-4 5-10 15,4-2-5-15,-3 4-4 0,3 1-6 16,2 0-8-16,1-1 1 0,2-1-6 0,2 1-6 0,1-2-2 15,3-2-6-15,1-2-1 0,5-1-6 0,0 0-3 16,2 1-4-16,4-4 6 0,-2 0-9 0,6 0-6 16,2-5-15-16,-4-3-28 0,1-2-29 0,-3-1-36 15,6 0-46-15,-2-2-55 0,1-1-49 0,-6-3-149 16,5-2-414-16,2-2 184 0</inkml:trace>
  <inkml:trace contextRef="#ctx0" brushRef="#br0" timeOffset="30860.12">15362 5702 207 0,'0'-10'282'0,"0"10"-25"0,1-11-29 16,-1 11-22-16,-1-8-25 0,1 8-22 0,0 0-15 16,0 0-18-16,0 0-2 0,0 0-2 15,4 23-7-15,-2-5 0 0,4 6-1 0,-5 2 1 0,3-1-14 16,-4 1-6-16,0 0-9 0,2 0-3 0,-4-8-15 15,2 6-3-15,0-5-6 0,0 0-5 0,0 1-5 16,0 4-5-16,0-6-14 0,0-2-32 0,0 0-20 16,0-4-32-16,0 1-40 0,2-1-45 15,3-3-59-15,-1 3-34 0,1-7-183 0,0 0-449 0,-5-5 198 16</inkml:trace>
  <inkml:trace contextRef="#ctx0" brushRef="#br0" timeOffset="31044.29">15730 5857 96 0,'4'-3'239'0,"-4"3"-31"16,6-4-14-16,-6 4-19 0,7-5-10 0,-7 5-18 15,7-4-14-15,-7 4-12 0,11-1-9 0,-4-1-16 16,7-1-5-16,3 2-13 0,2 0-4 0,2 0-7 16,6-2-27-16,2 2-31 0,-10 0-28 15,-2 2-41-15,3-4-31 0,-1 2-32 0,-6 0-20 0,-3-1-16 16,-1 2-83-16,-2-2-262 0,-7 2 116 0</inkml:trace>
  <inkml:trace contextRef="#ctx0" brushRef="#br0" timeOffset="31225.23">15984 5724 188 0,'-2'-6'200'0,"2"6"0"16,-5-11 2-16,5 11-4 0,0-8-7 0,0 8-21 16,-4-6-20-16,4 6-13 0,0 0-17 0,0 0-17 15,0 0-6-15,0 0-6 0,-8 17-1 0,7-6-7 16,-1 7-5-16,0 0-8 0,1 7-7 0,-2-6-8 15,2-2-2-15,0 2-5 0,0 0 0 0,-1-1-9 16,1 0-14-16,0 1-27 0,-1-2-33 0,4-2-34 16,-2 1-46-16,2-5-61 0,0 0-53 0,-2-11-117 15,2 18-375-15,-2-18 167 0</inkml:trace>
  <inkml:trace contextRef="#ctx0" brushRef="#br0" timeOffset="31464.2">16286 5679 95 0,'1'-10'287'0,"-2"1"-18"0,2 2-27 15,-1 7-24-15,0-8-27 0,0 8-24 16,0 0-17-16,0 0-15 0,0 0-7 0,0 0-12 16,8 29-7-16,-7-8-11 0,2 5-8 0,-2-1-7 0,2 2-6 15,2-1-7-15,-3-1-11 0,-4 2-3 0,3-2-2 16,0-6-6-16,-1 0-6 0,2 1-3 0,-4-1-2 15,2-2-6-15,2 1-33 0,-2-3-24 16,1 1-30-16,-4-1-40 0,2-4-42 0,1-11-31 16,-1 15-36-16,1-5-162 0,0-10-397 0,-4 10 176 0</inkml:trace>
  <inkml:trace contextRef="#ctx0" brushRef="#br0" timeOffset="31855.54">16377 5645 119 0,'1'-11'195'0,"2"2"-19"0,1-1-16 0,1 0-8 15,1 3-9-15,3 0-16 0,0-1-14 0,2 4-11 16,7-1-6-16,1 4-9 0,-1-1-8 16,3 4-12-16,-2 0-6 0,-1 1-8 0,1 4-6 0,-6-3-5 15,-3 2 1-15,1 1-6 0,-2-2-7 0,-1 2-3 16,-3 0 2-16,-1 3-5 0,-3-3 0 15,-2 1 1-15,1 1-8 0,-5-3 0 0,1 3-3 16,-2-1-4-16,-1 0-3 0,2-1-16 0,0 2-8 16,-2-2-5-16,1-2-13 0,3-1-3 0,3-4-5 0,-4 7 2 15,4-7 6-15,0 9 11 0,0-9-5 0,5 8-7 16,-5-8 10-16,10 4 0 0,-4-1 2 0,2 1 3 16,1-1 2-16,0 1-1 0,0 0-1 15,-3 0 12-15,-1 0-9 0,2 1 4 0,-2-2 5 16,1 2-2-16,-1-1 0 0,-1 2 5 0,-4-6 6 0,5 10 2 15,-3-4 11-15,-2-6-2 0,-3 12 5 0,3-12-5 16,-6 11 8-16,1-3-6 0,1-3-15 0,-4-1-21 16,3-1-30-16,1 2-36 0,-2-1-35 15,6-4-102-15,-13 5-245 0,7-5 110 0</inkml:trace>
  <inkml:trace contextRef="#ctx0" brushRef="#br0" timeOffset="32098.58">16879 5557 1945 0,'19'-17'31'16,"-6"5"-14"-16,2 2 11 0,-8 2-25 0,2 0-6 15,0 5 5-15,-2 0 0 0,1 2-2 0,-8 1 8 0,17 7 3 16,-6 1 2-16,-2 6 19 0,8 7 11 0,-6 2 0 16,-1 2 0-16,1 1 3 0,-4 2-1 15,-3 1 3-15,-1 0-1 0,1 0 1 0,-4-3-6 16,1 0 2-16,-5 2 6 0,-2-2-9 0,-3 1-5 15,0-3-1-15,1 0-2 0,-6-1-3 0,-4 0-3 16,-2-1 4-16,2-2-16 0,-5 1-20 0,0-2-27 0,-2-2-38 16,1 0-54-16,1-5-57 0,-1 1-223 15,5-5-438-15,-2-2 193 0</inkml:trace>
  <inkml:trace contextRef="#ctx0" brushRef="#br0" timeOffset="32762.12">18045 5560 210 0,'2'-4'218'0,"2"0"-26"0,-4 4-16 16,4-5-15-16,-4 5-8 0,0 0 3 0,0 0 2 15,-13 21-8-15,-1-7-4 0,-4 6-4 0,-5 3-17 16,0 0-12-16,1-1-8 0,1 1-13 0,0-2-7 0,3-1-9 16,-1-1-8-16,6-4-5 0,1-1-11 15,0-1-2-15,3-6-4 0,0 2-5 0,3-1-2 16,-2 0-7-16,5-2 1 0,0-1-7 0,-2-1 0 16,5-4-2-16,-8 7-3 0,4-4-3 0,4-3-3 15,0 0 2-15,-5 5-5 0,5-5-2 0,0 0-2 16,0 0-3-16,18 3 2 0,-4-3 2 0,5-1-8 15,0-1 1-15,12 2 1 0,0 0-1 0,-2 0 4 16,2-1-4-16,-1 1 2 0,0-2 0 0,-2 2-1 16,0-1-1-16,-6 1 2 0,-4-1-3 0,-1 1 0 15,3 0-4-15,-6 0 2 0,0 0-2 0,0-1-1 0,-4 0 5 16,-2 1-10-16,1-1 1 0,-9 1 3 16,11-3-4-16,-4 0 5 0,-2 0-1 0,2 1 0 15,-2-3 2-15,2-1-2 0,-2-3 0 0,-4 2 4 16,1-2-4-16,-1-4 2 0,-5-1 0 0,-4-1 0 15,1-1 4-15,-6 0-4 0,1 1 2 0,0 2-2 16,-1-1-2-16,-4 0 2 0,2 2 0 0,1 2 3 0,-2 1-1 16,2 0-1-16,2 4 1 0,4-1 0 15,1 2-2-15,2 1 0 0,5 3-19 0,-10-8-24 16,10 8-38-16,-7-4-51 0,7 4-40 0,0 0-18 16,0 0-23-16,0 0-140 0,0 0-385 0,0 0 171 15</inkml:trace>
  <inkml:trace contextRef="#ctx0" brushRef="#br0" timeOffset="33503.91">18608 5567 12 0,'0'0'204'0,"5"-6"-23"15,4 2-12-15,-1 0-24 0,4 2-7 0,1-4-19 16,6 2-8-16,-2 1-14 0,4-2-11 0,-5 3-4 15,5 0-21-15,-4 1-18 0,-4 0-22 0,0-1-17 16,0 1-30-16,-5 1-18 0,2 0-10 0,-10 0-4 16,14-3 3-16,-14 3-5 0,9 0 2 0,-9 0 2 15,0 0 13-15,0 0 2 0,0 0 10 0,0 0 4 16,0 0 7-16,0 0 9 0,0 0 14 0,0 0 10 16,-28-3 11-16,28 3 5 0,0 0 6 0,-10 0 8 15,10 0-3-15,0 0-7 0,0 0 8 0,-12 3 18 16,10 4 14-16,-1 2 13 0,0 4-3 0,2 4 11 15,-3 1-5-15,3 1-5 0,-3 0-3 0,3 1-6 16,1 4-4-16,-1 0-9 0,1-6-1 0,0 0-1 16,0 0-3-16,1 1-7 0,-1-1-2 0,1-1-1 15,-1-2-10-15,0-2-3 0,1-2 0 0,1 0 2 0,-1-1-11 16,0 0 1-16,-1-2-5 0,0 2-3 16,0-2 1-16,0-8-3 0,-1 10 1 0,1-10 4 15,0 8-5-15,0-8-1 0,-5 6-6 0,5-6 7 16,-9 5-6-16,3-2 1 0,6-3-4 0,-12 0-4 15,12 0 1-15,-13-4 5 0,13 4-4 0,-15-4-5 0,6 2 0 16,1-1 1-16,8 3 4 0,-9-3 3 16,9 3-7-16,-6-2 3 0,6 2-3 0,0 0 1 15,-8-3-1-15,8 3 1 0,0 0-1 0,0 0-4 16,0 0 4-16,0 0 1 0,22-4-5 0,-9 2-7 16,5 1-13-16,5-1-10 0,4 1-11 0,2 0-18 0,3 1-21 15,0-4-29-15,2 4 2 0,2 0-16 16,1-4-3-16,0 3-7 0,0 0 4 0,-1 2 4 15,-3-2 0-15,-1-2 10 0,-2 2 6 0,-10-2 15 16,-1 1 13-16,-2 1 19 0,-5-3 23 0,-1 0 22 16,-2 0 26-16,-4 0 16 0,-1 1 18 0,0-2 10 0,-4 5 22 15,2-11 12-15,-2 11 6 0,0-12 2 0,0 12 6 16,-5-10 4-16,3 5 0 0,-4 0 2 16,6 5-6-16,-10-6-1 0,10 6-7 0,-11-3-6 15,11 3-8-15,-18 5-3 0,8-1-3 0,-1 3-4 16,-1 2-7-16,1 1-3 0,1 2-6 0,2-1-4 0,2-1-4 15,2 1-3-15,2 2-5 0,-1-2 2 0,2 1-8 16,4-1-2-16,0 1 1 0,4-2-10 16,0 0-22-16,2 0-18 0,4 2-27 0,-3-5-20 15,6 2-22-15,0-3-19 0,0-1-25 0,1-2-29 16,1-1-9-16,-5 0-4 0,0-2-3 0,0-2-113 16,-2 1-317-16,2 0 140 0</inkml:trace>
  <inkml:trace contextRef="#ctx0" brushRef="#br0" timeOffset="33695.44">19394 5992 855 0,'8'-6'-41'0,"-3"-2"21"0,1-1 14 16,1-1 32-16,-3-1 13 0,-2-3 12 0,1 3 8 15,-1-6 16-15,2 3 16 0,0-2 12 0,2 1 20 16,-1 5 9-16,-2 0-6 0,-1 1-2 0,0 2 6 16,0 0-6-16,-2 7-10 0,4-8-15 0,-4 8-14 0,0 0-9 15,4-4-9-15,-4 4-8 0,0 0 7 0,3 19-5 16,-3-7-2-16,-2 3-5 0,1 2-1 16,1 0-5-16,-1-1-2 0,1 3-11 0,-3-3 1 15,-1 2-1-15,0-3-4 0,2 1 0 0,1 4-6 16,1-5-4-16,-2-2-22 0,2-2-32 0,-3 0-30 0,0 0-27 15,1 1-45-15,2-12-42 0,-2 18-36 0,1-11-184 16,1-7-430-16,0 0 191 0</inkml:trace>
  <inkml:trace contextRef="#ctx0" brushRef="#br0" timeOffset="34070.14">19490 5847 21 0,'3'-12'221'0,"3"1"-8"15,-2 2-11-15,1 0-12 0,-1 4-15 0,1-1-15 16,0 2-21-16,1 0-10 0,1 2-11 0,-7 2-12 16,14-2-10-16,-6 2-12 0,2 3-3 0,0 2-7 0,0 0-11 15,-1 1-7-15,1 0-3 0,-3 0-6 0,-1 1 0 16,-2 1-10-16,0 0-4 0,-3-2-2 0,0 2 0 16,-1-8-6-16,-1 15-3 0,0-7-15 15,1-8-10-15,-3 13-11 0,2-5-12 0,1-8-26 16,-3 10-15-16,2-4-10 0,1-6 0 0,-1 10 2 0,1-10 6 15,2 10 3-15,2-5 0 0,0 0 4 16,-4-5 19-16,10 9-6 0,-5-5 12 0,2 3-11 0,1-1 20 16,-1 0-6-16,-1-1 14 0,1 3 11 15,-3-5 1-15,0 4-13 0,0-2 16 0,-1 0-1 16,1 0 19-16,-1 2-7 0,-3-7 6 0,1 7 11 0,-1-7 3 16,0 9 14-16,0-9-1 0,-4 9 9 0,4-9 3 15,-6 10-11-15,-1-6 1 0,1-2-5 16,1 2-16-16,-2-3-16 0,7-1-22 0,-14 6-27 15,14-6-31-15,0 0-38 0,-18-2-44 0,11 1-91 16,7 1-268-16,0 0 120 0</inkml:trace>
  <inkml:trace contextRef="#ctx0" brushRef="#br0" timeOffset="34360.53">19935 5940 135 0,'0'0'177'15,"0"0"-13"-15,10 3-4 0,-10-3 6 0,0 0-7 0,-1 14-11 16,1-14-12-16,-2 10-13 0,2-10-8 16,2 12-11-16,-2-5-5 0,0-7-14 0,5 14-5 15,-1-9-8-15,0-2-1 0,3 3 10 0,3-1 3 16,1 0-8-16,0-4 8 0,7 1-1 0,-1-1-5 16,2-2-7-16,-6 1 4 0,1-2 1 0,-3-1 11 15,3 0 3-15,-5-1 1 0,1-1-1 0,-1-2-4 16,-4 0-11-16,-1-3-4 0,-1 1-3 0,-1-1-13 15,-2-3 0-15,-2 2-6 0,-2 0-7 0,-1 2-8 16,-4-2-3-16,1 3-1 0,-2 0-11 0,0 4-20 16,-8-2-31-16,-1 5-30 0,-2 1-35 0,0 1-53 0,-10 1-60 15,3 2-67-15,-4-1-198 0,2 2-514 0,0 0 228 16</inkml:trace>
  <inkml:trace contextRef="#ctx0" brushRef="#br0" timeOffset="49072.25">21213 5955 160 0,'-4'-5'184'0,"4"5"-16"16,0 0-13-16,-6-7-14 0,6 7-15 0,0 0-10 15,0 0-18-15,0 0-3 0,24-6 6 0,-2 7-10 16,7-1-9-16,4 2-9 0,4-2-14 0,3 2-22 15,-2-3-44-15,2 3-39 0,0 0-54 0,-5-2-156 16,0 0-277-16,-2-2 123 0</inkml:trace>
  <inkml:trace contextRef="#ctx0" brushRef="#br0" timeOffset="49288.25">21830 5813 2007 0,'1'-17'18'0,"1"3"14"16,-1 4 35-16,-1-2-6 0,1 2 5 0,-1 1 4 15,0 9-1-15,0-12-34 0,0 12-5 0,1-8-7 16,-1 8-1-16,0 0-6 0,0 0-4 0,0 0 2 16,0 0 0-16,0 0 7 0,2 32 0 0,-2-13 2 15,1 0 1-15,0 8-3 0,2 1 1 0,-3-1-2 16,0-3 2-16,1 3-1 0,1-1-2 0,-1-7-16 16,-1 0-20-16,-1-1-26 0,2 0-31 0,-2 0-45 15,2-6-34-15,0 4-35 0,-2-4-176 0,-2-3-393 16,3-9 174-16</inkml:trace>
  <inkml:trace contextRef="#ctx0" brushRef="#br0" timeOffset="49477.25">22081 5867 93 0,'0'0'172'0,"11"2"-8"0,-11-2 1 0,11 10 3 0,-5-1-11 16,-2 2-7-16,-1 1-12 0,4 2-10 0,-7 3-13 15,-3 0-6-15,2-2-7 0,-2 2-13 0,1-2-11 16,-1 3-9-16,-1-4-23 0,-2-3-22 0,-7 3-37 16,3-4-32-16,1 0-57 0,-6 0-46 0,-2-1-129 15,-3-3-300-15,1-5 134 0</inkml:trace>
  <inkml:trace contextRef="#ctx0" brushRef="#br0" timeOffset="49653.28">21623 5866 55 0,'0'0'202'0,"-8"12"-16"0,6-1-16 0,-3 5-6 15,0 0-9-15,3 0-14 0,2 2-7 0,4-1-15 16,0 0-13-16,6 8-9 0,1-10-7 0,8 5-34 16,1-2-45-16,3-2-54 0,4-3-63 0,1-3-151 15,3-5-277-15,-3-2 123 0</inkml:trace>
  <inkml:trace contextRef="#ctx0" brushRef="#br0" timeOffset="49799.16">21913 5640 119 0,'-4'-3'193'0,"4"3"-17"15,-6-3-19-15,6 3-37 0,0 0-37 0,-16 13-42 16,13-3-47-16,-9 6-73 0,-3 4-55 0,-3 4-146 15,1-2 65-15</inkml:trace>
  <inkml:trace contextRef="#ctx0" brushRef="#br0" timeOffset="54552.11">20381 7385 10 0,'4'-8'253'0,"-4"8"-18"0,0 0-23 0,1-7-21 0,-1 7-20 15,0 0-24-15,0 0-39 0,4-5-42 16,-4 5-33-16,0 0-45 0,0 0-59 0,14 2-154 15,-14-2-242-15,14 1 108 0</inkml:trace>
  <inkml:trace contextRef="#ctx0" brushRef="#br0" timeOffset="56033.71">22610 7541 115 0,'0'0'217'0,"0"0"-17"0,0 0-21 0,0 0-22 16,0 0-15-16,0 0-33 0,0 0-44 0,0 0-58 15,0-10-75-15,0 10-120 0,0 0-203 16,0 0 91-16</inkml:trace>
  <inkml:trace contextRef="#ctx0" brushRef="#br0" timeOffset="61887.06">24694 7219 37 0,'0'0'44'0,"0"0"-37"16,0 0-22-16,0 0-16 0,0 28 7 0</inkml:trace>
  <inkml:trace contextRef="#ctx0" brushRef="#br0" timeOffset="67202.56">32093 7213 134 0,'3'8'226'0,"-3"-8"-14"0,1 6-3 0,-1-6-12 15,0 0-8-15,-2 10-17 0,2-10-22 0,0 0-9 16,0 0-20-16,0 0-15 0,0 0-34 0,-5 8-49 15,5-8-57-15,0 0-73 0,0 0-71 0,0 0-95 16,0 0-294-16,0 0 130 0</inkml:trace>
  <inkml:trace contextRef="#ctx0" brushRef="#br0" timeOffset="69210.16">9954 8510 200 0,'0'0'202'0,"-3"-13"-9"0,3 13-7 0,-4-9-8 16,3 4-15-16,1 5 5 0,-1-12-8 0,1 12-10 16,0 0-16-16,-3-7-16 0,3 7-13 0,0 0-12 0,0 0-16 15,0 0-3-15,0 0-8 0,0 0-5 16,0 0-7-16,3 26-4 0,-3-10 3 0,1 9 1 15,-1 2 1-15,-4 4-3 0,3 0-6 0,0 1 1 16,-1 2-7-16,1-2 1 0,-3 1-3 0,1-5-3 0,0 2 0 16,-1-6-6-16,3 1-2 0,1-6 4 0,-1-2-8 15,1 0-4-15,0-1 1 0,-2-2-4 16,4-3-1-16,-4 1-1 0,2-2-1 0,2-1-1 16,-2-2 2-16,0 0-5 0,0-7 3 0,2 13-3 0,0-8-1 15,-2-5 1-15,-2 9-1 0,2-9-1 0,2 7-4 16,-2-7 6-16,0 0-3 0,0 0 1 0,0 0-9 15,0 9-13-15,0-9-20 0,0 0-22 0,0 0-31 16,0 0-38-16,0 0-55 0,0 0-38 0,0 0-203 16,0 0-455-16,0 0 202 0</inkml:trace>
  <inkml:trace contextRef="#ctx0" brushRef="#br0" timeOffset="69466.3">10618 8767 138 0,'0'0'250'0,"0"0"-9"0,0 0-10 0,-2-12-13 16,2 12-18-16,0 0-17 0,0 0-20 0,0 0-13 15,0 0-17-15,0 0-16 0,0 0-4 0,0 0-18 16,10-1-5-16,-10 1-11 0,18 0 0 0,-7 0-17 15,7 0-4-15,-5 0-17 0,5-2-24 0,-4 2-20 0,0 2-38 16,-1-2-31-16,1 0-43 0,0 0-46 16,0 0-44-16,-5 1-139 0,-1-1-372 0,-1 2 165 15</inkml:trace>
  <inkml:trace contextRef="#ctx0" brushRef="#br0" timeOffset="69640.33">10601 8915 209 0,'-8'4'240'0,"8"-4"-1"0,-4 3-9 0,4-3-14 0,0 0-16 16,0 0-20-16,0 0-16 0,0 0-13 0,0 0-13 15,18 5-15-15,0-7-11 0,1 2-12 0,2-2-27 16,0 1-33-16,0 1-45 0,0-2-39 16,0 1-55-16,0-3-51 0,0 4-204 0,-2-2-382 0,1-1 170 15</inkml:trace>
  <inkml:trace contextRef="#ctx0" brushRef="#br0" timeOffset="71021.83">12031 8587 30 0,'0'0'181'0,"0"0"-14"15,0 0-15-15,0 0-12 0,0 0-2 0,0 0-9 16,0 0-2-16,0 0-11 0,0 0 2 0,0 28 5 16,0-8-4-16,-3 5-9 0,0 2-3 0,1 1-7 15,-2 0-12-15,0 0-3 0,1 1-4 16,1-3-10-16,0 1-6 0,0-1-1 0,0-1-5 15,2-7 0-15,-2 2-8 0,0-1-6 0,2 0 0 0,-1-2-2 16,-1 1-7-16,2-2-3 0,0-1-4 0,0 0 0 16,0-2-3-16,0-1-2 0,0-3-4 0,0 1 2 15,0-1-4-15,0 1 0 0,0-3-12 16,2-1-11-16,-2-6-19 0,0 10-20 0,0-10-23 16,0 7-29-16,0-7-20 0,0 0-35 0,0 0-41 0,0 0-172 15,0 0-393-15,0 0 174 0</inkml:trace>
  <inkml:trace contextRef="#ctx0" brushRef="#br0" timeOffset="71446.5">12060 8548 41 0,'9'-15'170'16,"6"1"-8"-16,-1 2-3 0,3 0-4 0,4-4-3 15,-5 8-9-15,-1 0-14 0,2 0-14 0,0 2-6 16,-3 3-14-16,-1 3-9 0,0-1-7 0,1 2-8 16,-3 4-7-16,1-1-7 0,-2 2-6 0,0 1-1 15,-1-1-4-15,-2 4-2 0,-1-1-4 0,-1 4-3 16,-3-1 2-16,-1 3-4 0,-2-2-2 0,0-1-4 16,-3 4-10-16,-2 1 10 0,-1-2-7 0,-2 1-2 15,2-1 0-15,0-3-5 0,3 0-14 0,-2-2-21 16,2-1-9-16,0 1-4 0,2-3-3 0,2 0-1 15,0-7-14-15,4 13 4 0,1-7-3 0,0-1-1 16,1 2-3-16,3-3 0 0,-2 2 9 0,3-1 6 16,0-1-2-16,-1 0 11 0,0-1-4 0,-2 1 2 15,-3-1 8-15,3 2-8 0,-3-2 9 0,-4-3 2 0,8 6 11 16,-8-6 12-16,4 6 12 0,-4-6-1 16,0 7 3-16,0-7 3 0,-6 8 6 0,6-8-2 15,-12 7 2-15,5-5-6 0,1 1 1 0,-4 1-7 16,-1-1 2-16,0 0-6 0,-1 0-7 0,1-2-18 0,-1 2-21 15,2 1-25-15,-1-3-21 0,3 1-38 16,-3 0-116-16,5-1-257 0,6-1 114 0</inkml:trace>
  <inkml:trace contextRef="#ctx0" brushRef="#br0" timeOffset="71993.07">12965 8536 188 0,'0'-7'256'0,"2"3"-17"15,-2 4-19-15,6-8-25 0,-6 8-21 0,0 0-16 16,0 0-1-16,0 0-2 0,0 0-3 0,-17 32-14 15,3-8-4-15,-6 3-11 0,0-2-11 0,-1 5-1 16,-1 0-16-16,2-2-13 0,-1-2-2 0,2 2-12 16,0-2-7-16,1-4-6 0,5 2-6 0,-3-3 4 15,5-7-11-15,2 1-6 0,-1-4-5 0,4-2-5 16,-1 0 0-16,3-4 2 0,0 0-7 0,2 0 2 16,2-5 0-16,-8 8-4 0,8-8-2 0,-4 3-5 15,4-3-3-15,0 0 0 0,0 0-5 0,20-15-6 16,-9 8 7-16,4 0-5 0,11-4-4 0,-4 0 0 15,5 2 1-15,0-1-3 0,2 4 3 0,-1-2-6 16,-1 2 10-16,0 0-12 0,2 1-1 0,-11 3 1 16,4 0-3-16,-3-1 1 0,0 0-2 0,0 2 1 15,-2 0-2-15,1-1 4 0,-5 2-2 0,-1-1 2 16,-3 1 5-16,-1-2-3 0,-8 2 4 0,15-2 1 16,-11 0 2-16,-4 2 0 0,9-7 2 0,-7 4 1 15,0-3 6-15,-2 6-3 0,0-16 2 0,-2 5-3 16,-7-3 0-16,3 0 1 0,-9-1 1 0,2 1-2 0,-5-4 2 15,-1 0-3-15,-4 0 0 0,2 1-4 16,-1 3 5-16,4 4-1 0,-2-3 2 0,6 5-3 16,4 1-1-16,2 0-7 0,-1 2-22 0,1 2-39 15,3 2-36-15,5 1-29 0,0 0-44 0,0 0-40 0,0 0-194 16,0 0-446-16,16 16 198 0</inkml:trace>
  <inkml:trace contextRef="#ctx0" brushRef="#br0" timeOffset="72725.36">13438 8597 2158 0,'-6'-15'87'0,"6"15"16"0,-7-12-43 0,5 7 4 16,2 5 3-16,-6-10 1 0,5 5-8 0,1 5-13 16,-5-8-8-16,5 8-8 0,0 0-1 0,0 0-7 15,10-14-2-15,-4 13-6 0,7-2-11 0,6-2-17 16,3 5-13-16,-4 0-16 0,3-1-13 0,1 1-16 15,-4 1-22-15,-4-1-14 0,-1 2-10 0,1 2 1 16,-4-3-8-16,-3 0 15 0,-1 0 8 0,-6-1 10 16,10 0 21-16,-10 0 13 0,0 0 7 0,0 0 8 15,0 0 22-15,0 0 8 0,0 0 12 0,0 0 19 16,-25 7 17-16,25-7 17 0,0 0 2 0,-11-2-3 16,11 2-1-16,0 0-5 0,0 0-5 0,-9 4-7 15,9-4 21-15,-5 12 7 0,3-1 3 0,-4 6 2 16,2-1 4-16,1 5-3 0,-2 4 0 0,1 1 5 15,-1-1-8-15,1 3-5 0,4-3 2 0,-2-4-12 16,-3-3-5-16,1 0-4 0,4 0-2 0,-2 0-5 16,-3-3-1-16,2 1-2 0,1-4-4 0,0 1-1 0,2-2-1 15,-4-1-2-15,-1-1-4 0,1-2-1 16,2 0 7-16,-3-2-14 0,-2 0-3 0,2 0-3 16,-3-1 1-16,1-1-8 0,-2-3 1 0,9 0-1 15,-16 0-5-15,16 0 0 0,-14 0 0 0,8-2 3 0,-1-2 1 16,7 4 0-16,-6-5-5 0,6 5 3 0,-4-5 1 15,4 5 1-15,0 0-2 0,0 0-2 16,0 0 0-16,15-13 1 0,-7 12 1 0,4 1-6 16,1-1-4-16,6 1-11 0,3-1-7 0,0 1-16 0,5-1-9 15,3-1-12-15,-1 4-3 0,0-4-14 0,2 1-7 16,-3 1-7-16,3-3-13 0,-6 0 13 0,-3 1-10 16,-4-1 10-16,0 1 5 0,-7-1 9 15,2 0 18-15,-1-1 12 0,-5-1 7 0,-1 2 5 0,1-4 4 16,-2 1 20-16,-1 0 16 0,1-3 30 0,-1 0 6 15,0 1 14-15,-2-2 17 0,-1 2 7 0,1-1 11 16,2 3 2-16,-4-2-4 0,0 8 6 0,5-12 6 16,-4 7-4-16,-1 5-5 0,1-7-8 0,-1 7-9 15,0 0-7-15,0 0 1 0,0 0-3 0,0 0 6 16,0 0 4-16,1 34 0 0,-1-17-2 0,-2 0-4 16,-1 2 5-16,-2 5-15 0,0-5-5 0,3-1 1 15,-2 0-11-15,2-5 1 0,0-2-5 0,2 3-2 16,0-3-2-16,0-1 2 0,0 2-5 0,0-2-4 15,0-3-10-15,2 3-14 0,0-1-10 0,-2-3-13 16,0-6-19-16,2 9-21 0,-2-9-28 0,3 5-31 16,-3-5-22-16,0 0-46 0,0 0-36 0,0 0-176 15,0 0-438-15,0 0 193 0</inkml:trace>
  <inkml:trace contextRef="#ctx0" brushRef="#br0" timeOffset="73080.38">13940 8747 90 0,'9'-12'191'16,"1"3"-2"-16,-3 1 2 0,3 3-8 0,0-2-11 16,-1 2-7-16,5 1-13 0,-5 2-11 0,3 2-13 0,-3 0-16 15,2 2-8-15,-3-2-13 0,0 4-6 16,-2-1-9-16,1 4-9 0,-1-2-3 0,1 0-7 16,-4 6-1-16,1-4-9 0,-4 5-4 0,0-2-4 0,-2 2-2 15,0-3-4-15,-4 2-7 0,0-1 2 0,2 1-10 16,-1-3-15-16,1 1-13 0,0-1-7 0,2-2-11 15,-1 0-6-15,3-6 1 0,0 16-5 16,3-11-6-16,-2 2-1 0,0-1-2 0,3-1 5 0,0 2 3 16,1-1 2-16,3 0 5 0,-2 0 6 0,3 1 7 15,-3-1-5-15,2 3-2 0,0-4 4 0,-2 2 4 16,-3-1 4-16,1 0 0 0,1-2 0 0,-4 2 5 16,-1-6 1-16,3 10 16 0,-1-5 7 0,-2-5 9 15,0 7 5-15,0-7 5 0,0 0-2 0,-2 11-4 16,2-11 5-16,-7 6-7 0,1-2-1 0,6-4-9 15,-9 5-4-15,4-1-28 0,5-4-29 0,-11 6-27 16,6-2-41-16,-1-2-36 0,1 1-158 0,5-3-330 16,-11 3 146-16</inkml:trace>
  <inkml:trace contextRef="#ctx0" brushRef="#br0" timeOffset="73402.17">13468 9335 2060 0,'-57'-7'110'0,"4"3"-8"0,-1 3-26 0,16 0-26 16,0 3-13-16,-1 0-3 0,8 0-1 0,13-2-1 16,0 1-3-16,5-1 2 0,5 2-2 0,2 0-1 15,6-2 11-15,0 0 10 0,0 0 6 0,29 16 8 16,2-10 0-16,21 3-7 0,5-2-4 0,8-4 0 15,25-1-8-15,-27-4-1 0,33 2-6 0,-33-2-2 16,2-1-3-16,0 1-6 0,-2-5-1 0,-5 4-5 16,-4 0 3-16,-16 0-4 0,-4 1-2 0,0-2-1 0,-5 1-4 15,0 1 1-15,-10 1 9 0,-5 0-18 0,-1-2-15 16,-5 3-6-16,-1 0-15 0,-7 0-22 16,13-3-34-16,-13 3-39 0,5-3-50 0,-5 3-47 15,0 0-48-15,0 0-139 0,0 0-446 0,-27-10 197 0</inkml:trace>
  <inkml:trace contextRef="#ctx0" brushRef="#br0" timeOffset="74128.86">13151 9683 57 0,'2'-7'197'0,"-2"7"-12"0,0 0 0 0,2-7-18 15,-2 7-17-15,0 0-17 0,0 0-5 0,0 0-6 16,0 0 1-16,0 0-3 0,-22 24-3 0,13-14-8 15,-4 4-5-15,1 0-10 0,-1 1-8 0,-1-3-4 16,1 3-7-16,2-3-5 0,-3 0-1 0,5-3-4 16,-5 2 1-16,1-2-3 0,3 0-3 0,0-2-10 15,3 0-1-15,1-4-2 0,-1 3-9 0,3-5 0 16,4-1-4-16,-8 6-3 0,8-6-3 0,-4 4 0 16,4-4-2-16,0 0-4 0,0 0 1 0,0 0 2 15,0 0-9-15,0 0-4 0,0 0 2 0,38-11-5 16,-18 7 0-16,10-4-2 0,-1 4 0 0,0 1-2 0,0 1-2 15,-4 1 2-15,5-2 1 0,-11 2-6 16,2 1 1-16,1 1 0 0,-4 1 8 0,3-1-10 16,-1 0 4-16,-3 1-8 0,2-1-2 0,-8 1-3 15,1-2 5-15,1 0-3 0,-5 0 2 0,-1 2-1 0,-7-2 5 16,14 1 2-16,-10 0 2 0,-4-1-1 0,0 0 3 16,11 0 0-16,-11 0 2 0,0 0-3 0,7-7 9 15,-7 7-8-15,0 0 2 0,-9-19-1 16,2 12 0-16,1 0-1 0,-3-2 2 0,-1-1-3 0,0 2 0 15,-3-3-1-15,-4-1 1 0,4 2-2 0,-3 1 4 16,3-2-3-16,-3 2 2 0,5 1-2 0,1 0 2 16,2 1-8-16,3 3-4 0,-1 0-20 0,1-1-28 15,5 5-29-15,-4-7-26 0,4 7-26 0,0 0-22 16,0 0-14-16,15-7-31 0,-4 5-171 0,3 2-406 16,6-3 180-16</inkml:trace>
  <inkml:trace contextRef="#ctx0" brushRef="#br0" timeOffset="74664.08">13627 9607 40 0,'0'0'253'0,"-5"-10"-8"0,5 10-18 0,0 0-16 16,0 0-22-16,0 0-14 0,0 0-22 0,5-9-11 15,2 7-17-15,2-1-13 0,2 1-12 0,3 1-9 16,3-1-17-16,2 2-24 0,1 0-21 0,-2-1-21 15,-4 1-27-15,-3 0-19 0,2 1-16 0,-2-1-27 16,0 2-11-16,-4 0-1 0,0-2-16 0,-7 0 6 16,9 4 11-16,-9-4 10 0,0 0 6 0,0 0 7 15,0 0 22-15,0 0 12 0,0 0 15 0,-21 8 20 16,21-8 14-16,-11 2 4 0,11-2 11 0,-10-2 20 16,10 2 8-16,-10 3 3 0,10-3 5 0,0 0-6 15,-9 0-6-15,9 0 2 0,-6 8 14 0,6-8 16 16,-4 12-2-16,3-1 10 0,-4 1-7 0,3 3-7 15,-2 1-5-15,2 3-4 0,-1-2-8 0,1 0 1 16,2-2-6-16,-2 4-6 0,2-3-5 0,0 0-5 16,-2 0-7-16,2 0 7 0,0-6-12 0,-2 0 2 15,2 3-5-15,2-5 5 0,-2 2-9 0,0-5-1 16,0-5-1-16,0 13-4 0,-2-7 0 0,2-6-2 16,-2 10-1-16,-1-4 0 0,-4-2-6 0,0 1-6 15,-1 1-4-15,3-3-4 0,-7-1-2 0,-1 1 2 0,5-2 0 16,-4-2 1-16,3 2-1 0,9-1 6 15,-16 0-4-15,16 0 4 0,-13-2-3 0,13 2 2 16,-7 1-2-16,7-1 0 0,0 0-2 0,-9 0-1 16,9 0 8-16,0 0-7 0,0 0 2 0,0 0 1 15,0 0-2-15,0 0 0 0,36 1-2 0,-18-1 6 16,0 2-6-16,0-1-6 0,4-1-13 0,1-3-15 0,2 2-15 16,4-2-18-16,0 2-20 0,0-2-21 0,-2 0-22 15,4-1-15-15,-4-2-15 0,-6 3-8 0,2-1-125 16,-4 0-325-16,2-1 143 0</inkml:trace>
  <inkml:trace contextRef="#ctx0" brushRef="#br0" timeOffset="74869.17">14119 9871 366 0,'14'-4'4'0,"-3"-2"27"0,2 3 0 16,-4-4 29-16,-4 3 2 0,-1-1 11 0,2 2 9 0,0-1 32 15,-6 4 8-15,8-9 6 0,-8 9 4 0,1-6-6 16,-1 6 3-16,0 0-4 0,0 0-1 0,0 0 5 16,-15-3 1-16,15 3-1 0,-21 8-2 15,5-1 2-15,1 3-2 0,-4 3 1 0,-4 1-4 0,6 4-4 16,-3 2-17-16,0-1-6 0,8-2-4 15,-1 0-14-15,3-3-3 0,3 2-10 0,3-5-3 0,2 0-9 16,0 0-4-16,4-1-6 0,2 0-6 0,3-3-19 16,5 1-18-16,7-4-22 0,2 1-23 0,12-7-32 15,-3 4-44-15,6-4-56 0,1-3-63 0,1 0-255 16,1-2-534-16,-3-2 237 0</inkml:trace>
  <inkml:trace contextRef="#ctx0" brushRef="#br0" timeOffset="75632.02">15002 9189 40 0,'0'0'190'0,"-2"-7"-10"15,2 7-19-15,0 0 5 0,-1-8-2 0,1 8-16 16,-6-6-13-16,6 6-11 0,-7-3-6 0,7 3-2 16,-9-5-10-16,4 3-7 0,5 2-6 0,-9-4-8 15,9 4 0-15,-7-1-6 0,7 1-1 0,0 0-7 16,0 0 3-16,-12-2-16 0,12 2-5 0,0 0-10 15,0 0 4-15,0 0-5 0,0 0-4 0,0 0-3 16,0 0-2-16,44 4-3 0,-26-1-2 0,12-3-2 0,1 0-5 16,5 0 0-16,-5 0-2 0,2 5-3 0,0-3-1 15,-5-2-15-15,-7 2-27 0,0-1-24 16,-3 3-33-16,0-3-30 0,-5 0-31 0,-1-1-40 0,-3-1-188 16,-9 1-402-16,13 0 178 0</inkml:trace>
  <inkml:trace contextRef="#ctx0" brushRef="#br0" timeOffset="75874.05">15170 9038 254 0,'-5'-7'269'0,"5"7"-23"0,-1-8-19 0,1 8-24 0,0 0-25 15,0 0-14-15,0 0-10 0,0 0-5 0,0 0-8 16,0 0-6-16,0 0-14 0,-1 31-9 0,-1-18-9 15,4 3-11-15,0 1-8 0,0 1-8 16,0 1-3-16,-2-1-9 0,0 0-4 0,1 1-6 0,2 6-9 16,-1-6-14-16,2-1-22 0,-1-1-28 0,-1 2-35 15,0-3-43-15,2 2-66 0,-2-2-48 0,-2-1-206 16,1 2-452-16,-1-2 200 0</inkml:trace>
  <inkml:trace contextRef="#ctx0" brushRef="#br0" timeOffset="77178.07">16503 8806 6 0,'2'-10'144'0,"-1"1"2"0,-1 9-8 0,0-13-3 16,0 13-2-16,-1-13 6 0,1 13-5 0,-3-9 2 16,3 9-8-16,1-11-9 0,-1 11-12 0,-2-6-15 15,2 6-2-15,0 0-14 0,0 0-6 0,0 0-5 16,0 0 5-16,-19 12-2 0,7 0-7 0,-1 3 6 15,-5 7-3-15,1 4-4 0,-1-1-1 0,-1 5 4 16,-1-1 0-16,4 4-4 0,-2-1-8 0,0 10 2 16,5-9-5-16,0 11 2 0,6-10-7 0,-1 0-1 15,4-1-3-15,3 1-4 0,2-1-2 0,2-4-4 16,3 2-1-16,3 1-2 0,-1-6-2 0,2 1-1 16,0-1-1-16,3 0-3 0,-4-9-4 0,5 0 2 15,-2 0-25-15,3-4-21 0,-1 1-28 0,2-2-33 16,0-1-53-16,2-2-45 0,-3-1-40 0,0-1-163 15,-2-4-425-15,5-1 188 0</inkml:trace>
  <inkml:trace contextRef="#ctx0" brushRef="#br0" timeOffset="77468.08">16889 8997 134 0,'0'-10'273'0,"0"4"-19"0,0 6-14 16,2-10-25-16,-2 10-18 0,0-10-25 0,0 10-18 0,0 0-17 15,0 0-12-15,0 0-5 0,0 0-7 0,0 0-10 16,0 0-4-16,-7 40-10 0,6-20 0 16,-3 5-14-16,2 3-1 0,-2 1-4 15,1 0-3-15,0-1-6 0,0 1-4 0,3-4-3 0,0 0-5 0,-2-6-5 16,0 1-4-16,1-1-6 0,1-1-1 15,0 0-1-15,3-1-4 0,-3 1-6 0,2-2-7 0,1 0-21 16,1-4-28-16,-2 0-37 0,-1-3-46 0,-2 1-52 16,1-4-60-16,0-6-212 0,0 11-477 0,0-11 211 15</inkml:trace>
  <inkml:trace contextRef="#ctx0" brushRef="#br0" timeOffset="77686.02">17104 9165 35 0,'0'0'198'0,"5"-5"-18"16,-5 5-16-16,6-5-7 0,0 3-16 0,-6 2-8 16,15-4-16-16,-1 3-6 0,4-4-12 0,4 1-7 15,7 2-10-15,-1 0-14 0,-6-1-2 0,6 3-30 16,-9-1-33-16,2-1-21 0,-1 2-44 0,-3 0-40 15,-2-1-35-15,-5-1-91 0,1 0-246 0,-1 0 110 16</inkml:trace>
  <inkml:trace contextRef="#ctx0" brushRef="#br0" timeOffset="77901.05">17297 9005 243 0,'0'0'238'0,"-3"-6"-10"0,3 6-16 0,0 0-21 0,-5-5-21 15,5 5-19-15,0 0-11 0,0 0-5 16,0 0-2-16,-2 19-5 0,2-9-5 0,-1 2-13 16,-1 5-6-16,2 2-12 0,-1-2-9 0,0 2-1 0,2 6-4 15,0-1-15-15,-2-5-6 0,0 2-6 16,3-2-5-16,0-1-4 0,-1 1-21 0,1 0-18 16,1-3-30-16,1 1-33 0,-1 0-58 0,0-3-37 15,1-2-43-15,0-1-197 0,-2 0-427 0,2-3 189 0</inkml:trace>
  <inkml:trace contextRef="#ctx0" brushRef="#br0" timeOffset="78162.7">17632 8988 154 0,'2'-11'290'15,"-2"1"-11"-15,2 3-21 0,-2 7-23 0,1-10-27 16,-1 10-18-16,0-8-23 0,0 8-14 0,0 0-15 15,0 0-5-15,0 0-8 0,-5 33-8 0,2-18-4 16,-2 12-14-16,3 1-4 0,-3-2-8 0,-1 4-9 16,-1-2-4-16,2 1-10 0,1-3-2 0,0 1-7 15,1 1 3-15,1-4-10 0,-1 1-9 0,1-4-5 16,0-4 0-16,-3 3-3 0,5-2-20 0,-5-1-12 16,5-2-24-16,-2-1-23 0,2-2-37 0,-2-1-40 15,2-1-42-15,2 0-44 0,-2-5-39 0,0-5-170 16,-2 10-454-16,2-10 200 0</inkml:trace>
  <inkml:trace contextRef="#ctx0" brushRef="#br0" timeOffset="78570.14">17634 8931 30 0,'2'-12'214'0,"0"-1"-18"0,2 1-16 0,2-1-13 15,5-1-11-15,1 2-7 0,1-1-7 16,1 0-13-16,0 6-9 0,2-2-12 0,-5 3-9 16,1 2-13-16,-2 0-4 0,1 2-13 0,-2 1-4 15,3 0-7-15,-12 1-8 0,13 2-6 0,-8 1-1 0,-1 2-9 16,1 0 2-16,-4 2-4 0,-1-7-4 16,0 15 0-16,-3-4-3 0,-3 0-6 0,0 0 0 15,-1-2-3-15,-3 4-3 0,4-3-8 0,1 1-15 16,-2 3-5-16,5-4-11 0,0-3-6 0,1 0 0 0,1-7-6 15,3 14-1-15,-2-6-1 0,1-3-4 16,4 0 6-16,-3 2 0 0,4-2 11 0,-1-1 1 16,1 2-1-16,-1-2 3 0,0 1 4 0,1-1-5 15,2 1 5-15,-4-1 3 0,0 0-4 0,0-2 9 0,-5-2 3 16,9 7-2-16,-7-4-1 0,2 1 2 0,-4-4 8 16,5 9 4-16,-5-9 1 0,3 9 11 0,-3-9 5 15,-3 12 0-15,1-3-1 0,-3 0-3 0,1-3 2 16,-4 3 0-16,1-1-17 0,-2-1-20 0,2 2-28 15,-3-1-40-15,4 1-31 0,-2-5-45 0,-4 2-88 16,5-2-273-16,7-4 120 0</inkml:trace>
  <inkml:trace contextRef="#ctx0" brushRef="#br0" timeOffset="78814.39">18161 8771 115 0,'10'0'195'0,"0"2"-4"16,2 3 0-16,-2 4 1 0,5 3-12 0,-1 9-6 15,-1 4-2-15,-1 2 0 0,-3 4-13 0,-3-2-12 16,-3 3-11-16,-3 1-7 0,0 3-15 0,-4-2-11 16,-3-2-4-16,0 0-13 0,-1 1-6 0,-3-1-8 15,-1-2-6-15,1-1-8 0,-1-2 2 0,-2-3-28 16,-1 2-29-16,-2-1-35 0,2-3-45 0,1 0-61 15,1-6-51-15,0-1-226 0,-2-1-451 0,-1-2 200 16</inkml:trace>
  <inkml:trace contextRef="#ctx0" brushRef="#br0" timeOffset="93623.65">19252 8901 59 0,'0'0'154'0,"0"0"-4"0,0 0 2 0,0 0 4 16,-25 5-11-16,16 0-7 0,-5 4-8 0,-4 2-5 15,4 0-5-15,-5-1-9 0,1 2-5 0,-4 4-5 16,5-4-10-16,1-1-2 0,-9 4-11 0,4 2-5 16,0-7-4-16,1 3 0 0,1 0-9 0,0-3-2 0,2-1-6 15,0 0-1-15,7-2-1 0,-1-3-6 0,0 1-3 16,4 0-2-16,2-1-6 0,-2-2 1 16,7-2-7-16,-6 5 5 0,6-5-9 0,-8 4 0 15,8-4-4-15,0 0-7 0,0 0 5 0,0 0-8 0,0 0 1 16,0 0 2-16,26 4-5 0,-8-4 5 0,1 2-5 15,3-2-1-15,-1-2 1 0,10 2-7 16,1 2 3-16,-2-6 0 0,0 2-3 0,-3 0-1 16,0 1 0-16,3-2 3 0,-2 3-2 0,1-5 0 0,-8 3-3 15,1 0 3-15,-3 0-1 0,2-2-1 0,-4 0-1 16,-4 1 3-16,-1 2 3 0,-1-4-1 0,-3 3-1 16,-3-2-2-16,0 0 2 0,-5 4 0 15,4-10 2-15,-4 10-1 0,-1-12 5 0,1 12-2 0,-9-15-3 16,0 6 2-16,-1 0 0 0,-7 2 5 0,0-1-6 15,-1 1 3-15,-2-2-1 0,-4 1 0 0,4 1-1 16,0 3 1-16,0 0-2 0,3 0-2 0,3 1-2 16,2 1-14-16,2 0-14 0,1 2-18 0,9 0-18 15,-11-3-29-15,11 3-22 0,-4-4-26 0,4 4-27 16,0 0-17-16,0 0-150 0,27-8-362 0,-7 2 161 16</inkml:trace>
  <inkml:trace contextRef="#ctx0" brushRef="#br0" timeOffset="94318.55">19684 8842 94 0,'0'0'189'15,"7"-3"-11"-15,-7 3-9 0,0 0-6 0,0 0-16 16,6-4-11-16,-6 4-11 0,0 0-12 0,8-3-17 16,-8 3-6-16,7-1-7 0,-7 1-10 0,18-2-6 15,-5-2-9-15,1 3-6 0,-1-1-7 0,5 0-7 16,-5 2-13-16,-1-1-4 0,0 1-5 0,-1 0-9 0,-4 0-11 15,2-1-5-15,-9 1-1 0,10 0 7 16,-10 0-2-16,8-1-5 0,-8 1 5 0,0 0-3 16,0 0 8-16,0 0-6 0,0 0 4 0,9 1-2 0,-9-1-1 15,0 0-6-15,0 0 1 0,0 0 9 16,-4 11 8-16,4-11 3 0,-7 13 4 0,5-4 2 16,-1 1-1-16,-1 2 2 0,0 2 3 0,3 2 6 15,-3 0 1-15,2-4-6 0,-1-1 4 0,3 5 0 0,-1-3-2 16,1 4-2-16,0-1-2 0,-1-1-1 0,1-2 0 15,0-2-1-15,0 1-2 0,0 0-2 16,0-2 1-16,-1 1-1 0,-1 1 5 0,1-2-10 16,0 0 3-16,-2-1-7 0,-2-1 8 0,2 2-6 15,-2-3 4-15,0-1-3 0,-1-1 4 0,-1 2-2 16,1-2-4-16,-2-3 1 0,0 2-3 0,-2-4 4 16,10 0-3-16,-14 0-1 0,14 0 5 0,-15-4-2 15,10 3-3-15,5 1 2 0,-10-6 3 0,10 6-2 16,-9-3-4-16,9 3 2 0,0 0-7 0,-5-4 3 0,5 4 3 15,0 0-7-15,0 0 2 0,0 0-1 0,0 0-3 16,30 0-1-16,-12 0-10 0,0 0-14 0,12 0-13 16,-2 0 0-16,2 0-27 0,2 0-13 0,-1 0-18 15,0 0-8-15,-1-2-7 0,2 0-9 0,2-3-4 16,-6 4 8-16,2 0 7 0,-3-3 17 0,-7 1 13 16,1-1 10-16,-3 2 15 0,-5-3 19 0,-2 1 19 15,-1 1 15-15,1-2 15 0,-3 0 11 16,0-1 3-16,-1 2 14 0,-5-2 16 0,1-1 10 0,-3 7 16 15,0-12-1-15,0 5 2 0,0 7-5 0,-4-13 14 16,0 7 6-16,0 0-1 0,-1 1-4 0,0 0 0 16,5 5-5-16,-11-6-1 0,3 5 3 0,8 1-6 15,-19 3-7-15,7 1 0 0,1 5-8 0,-3 0-3 16,1 2-4-16,0 1-7 0,5 2-6 0,1 1 0 16,0 2-4-16,2-5-5 0,1 5-4 0,4-2 0 15,2-2-8-15,5 4-14 0,1-3-17 0,2 0-23 16,3-3-29-16,0 2-27 0,3-3-41 0,9 0-23 15,2-4-24-15,-1 0-14 0,4-3-10 0,0-1-111 16,-1-2-334-16,0-2 148 0</inkml:trace>
  <inkml:trace contextRef="#ctx0" brushRef="#br0" timeOffset="94517.86">20537 9165 52 0,'1'-12'150'0,"2"0"2"0,-1 0 3 0,-2 2 10 15,1 1 16-15,1 2 1 0,-2 7-12 0,0-8-12 16,0 8-19-16,0 0-16 0,0-9-9 0,0 9-6 15,0 0-5-15,0 0-7 0,0 0-7 0,-4 28-8 16,3-14 0-16,-3 4-4 0,1-1-11 0,1-2-5 16,-2 3-5-16,-1-1-4 0,3-1-5 0,0 2-5 15,1-4-3-15,-1 2-5 0,4-6-15 0,-4 0-24 16,2 2-32-16,-1-2-26 0,0 2-39 0,2-3-28 0,-1-2-24 16,0-7-34-16,0 13-165 0,0-13-381 15,-1 9 169-15</inkml:trace>
  <inkml:trace contextRef="#ctx0" brushRef="#br0" timeOffset="94874.4">20498 9035 12 0,'13'-4'182'0,"5"-3"-2"0,0 5-11 0,1 1-8 15,-2-2-10-15,3 4-14 0,-2 2-12 0,-3-1-4 16,3 0-12-16,-6 3-9 0,-1-3-15 0,1 4-5 15,-2-2-12-15,-3 0-3 0,-1 3-5 0,-2-3-10 16,-2 2-1-16,-2-6-2 0,-1 12-6 16,-4-6-3-16,-1 2-6 0,-4 1-1 0,3-2-1 0,-3 0-10 15,1 0-5-15,1-1-15 0,1-1-2 16,1 1-17-16,1-1-4 0,3 2-2 0,-1-1-6 16,3-6 1-16,-3 10 6 0,3-10-5 0,4 12 3 0,0-7 9 15,4 3 0-15,-3-4-4 0,3 3 8 0,-2 0 1 16,-1-1-1-16,4 0 9 0,-5-1-2 0,1 1 4 15,-1 0 7-15,-4-6 7 0,4 9 0 0,-2-5 9 16,-2-4 2-16,0 8 4 0,0-8-1 0,-4 10-3 16,-1-5 0-16,0-1-4 0,5-4-9 0,-9 6-23 15,4-2-20-15,0-1-21 0,5-3-38 0,-8 4-28 16,8-4-42-16,-6 2-101 0,6-2-282 0,0 0 124 16</inkml:trace>
  <inkml:trace contextRef="#ctx0" brushRef="#br0" timeOffset="95130.39">20906 9219 67 0,'5'4'175'15,"-5"-4"1"-15,5 6-12 0,-2 0-6 0,-3-6 3 16,5 7-12-16,0-3-7 0,-1 2-9 0,0 0-14 16,1-3-5-16,1 5-1 0,6-3-11 0,-2-1-6 15,2-2 3-15,0-2-6 0,1 0-2 0,2-2-10 16,2-2-2-16,1 1 8 0,-8-1-2 0,2-2-4 0,-4-1-10 15,0 0-7-15,-3 2 1 0,-2-4-6 16,0-1-7-16,-2 0-4 0,-2-2-5 0,-3 0-6 16,-1 4-3-16,-3-4-10 0,-1 4-3 0,-4-4-16 15,0 8-18-15,-5-4-19 0,-1 3-27 0,-1 2-39 16,-2 5-21-16,-3 3-50 0,-3 2-35 0,-2 5-195 16,1 0-433-16,-1 3 191 0</inkml:trace>
  <inkml:trace contextRef="#ctx0" brushRef="#br0" timeOffset="95435.73">19421 9660 176 0,'-11'0'242'16,"0"1"-23"-16,7 0-22 0,4-1-15 0,0 0-18 0,20 9-13 15,10-4-10-15,28 1-9 0,38-2-12 0,10 0-11 16,11-4-2-16,-2 0-6 0,9 0-8 0,-1-4-4 16,0 2-7-16,-6 0-11 0,-7 1-4 0,-8 2-10 15,-3 0-5-15,-10 0-8 0,-26 1-4 16,-2-2 1-16,1 0-6 0,-4 2 0 0,-5-2-5 0,-17 2-3 16,-3-2-2-16,-5 1-4 0,-9-2-12 0,-6 2-6 15,-3-2-7-15,-1 1-8 0,-9 0-10 0,10 0-24 16,-10 0-21-16,0 0-30 0,0 0-24 0,0 0-35 15,-49 3-39-15,11 0-162 0,-1 1-387 16,-20 0 171-16</inkml:trace>
  <inkml:trace contextRef="#ctx0" brushRef="#br0" timeOffset="95894.24">20156 9988 2297 0,'-5'5'75'0,"-4"1"-40"0,1 0-23 0,-5-1-2 16,3 3-7-16,-1-2 4 0,-5 6 12 0,0 0 10 16,-6 4 6-16,-1 2 4 0,0-1 13 0,1-1-2 15,-2 1 1-15,0 1-1 0,1-3-2 0,6-2-9 16,-2-3 0-16,2 1-1 0,1 0-2 0,0-2-4 0,2 3-4 16,3-6 5-16,-1 3-8 0,2-3 1 15,1 0-4-15,1 0 1 0,1-2-5 16,3-1-2-16,4-3 4 0,-9 5-5 0,4-2 0 0,5-3-1 15,-8 4 0-15,8-4-6 0,0 0 2 0,-5 4-5 0,5-4 2 16,0 0-2-16,0 0 0 0,13 9 0 0,-3-6-4 16,2 1-2-16,7 0-6 0,2-1-3 15,9 1-3-15,0 0 2 0,2-2 1 0,0 1 0 16,-1 0 1-16,0 0-1 0,-1-1 0 0,-9-1-2 16,2 2 3-16,-1-1 1 0,-2-2 0 0,-2 2-3 15,1-2 1-15,-6 0-2 0,0 0 3 0,-3 0 3 16,-4 2 3-16,-6-2-2 0,13-2 8 0,-13 2 1 0,10-3-3 15,-7-1 2-15,-3 4 1 0,2-8 3 0,-2 8 0 16,-3-14 2-16,-4 5 1 0,0-1-2 0,-6-2-1 16,-1 0 3-16,-3-1-3 0,2 2-3 0,-3-1 0 15,0 0 0-15,4 3 0 0,-4 0 0 16,3 0-3-16,6 3-20 0,-1 2-28 0,2-1-34 0,3 1-47 16,0-1-56-16,5 5-53 0,-7-7-185 0,7 7-458 15,0 0 203-15</inkml:trace>
  <inkml:trace contextRef="#ctx0" brushRef="#br0" timeOffset="96416.62">20368 10051 95 0,'11'-5'209'0,"-2"2"-9"0,2-1-9 0,0 1-11 15,2-1-17-15,1 1-16 0,5 0-12 0,2 0-14 16,-1 0-14-16,1 1-10 0,2 1-12 0,-4-1-10 15,-3 1-25-15,-2 0-20 0,-2 2-29 0,-2-2-25 16,0 2-22-16,-3-1-23 0,-7 0 0 0,9 3-2 16,-9-3 9-16,0 0 10 0,0 0 0 0,0 0 10 15,0 0 8-15,0 0 13 0,0 0 11 0,-26 6 18 16,18-7 7-16,8 1 16 0,-14-2 2 0,7 4 13 16,7-2 9-16,-12-2 5 0,12 2 4 0,0 0 1 15,-13 2-5-15,13-2-4 0,-7 1-7 0,7-1 6 16,0 0 5-16,-5 12 4 0,5-4-2 0,0 2-1 15,0 2 0-15,1 2 2 0,0 4-8 0,1 2 2 0,-1-4-5 16,0 5 3-16,-1-4-6 0,3 3-1 16,-3-2-8-16,1-1 8 0,1 2-14 0,-4-3 0 15,2 0-4-15,-1-3-1 0,-1 0-3 0,2-3-5 16,-1 1-2-16,0-2 1 0,0 0 0 0,-2-2-3 16,2 0-3-16,1-7-2 0,-3 9 3 0,-1-3-4 15,4-6 2-15,-7 8 1 0,0-4-6 0,7-4-8 16,-10 3-6-16,4-2 7 0,6-1-1 0,-12 0-1 15,12 0-1-15,-13-3 2 0,13 3-1 0,-7-2-3 0,7 2 1 16,-8-1 0-16,8 1 2 0,0 0-1 0,0 0-1 16,0 0-1-16,-10-2-3 0,10 2 7 0,0 0-7 15,0 0 3-15,0 0-2 0,0 0 0 0,25 6-5 16,-11-5-9-16,-1 2 1 0,6-1-7 0,-2-2-10 16,5 1-14-16,1 1-19 0,5-2-30 0,-3-2-27 15,4-3-26-15,-3 2-31 0,-4 0-28 16,1 1-120-16,-2-2-358 0,0 2 159 0</inkml:trace>
  <inkml:trace contextRef="#ctx0" brushRef="#br0" timeOffset="96595.86">21113 10333 172 0,'0'0'221'0,"0"0"1"0,0 0 6 0,-16-10-2 16,9 7-2-16,-4 3-5 0,-3 0 14 0,-3 4-19 15,-2 1-4-15,-2 1-5 0,-4 4-13 0,-2 1-16 16,4 0-10-16,0 3-25 0,6-5-15 0,3 2 1 15,3 1-21-15,2-4-12 0,4 3-21 0,1 1-18 16,5-2-31-16,4 1-38 0,8 2-36 0,5-1-55 16,9 1-72-16,6-7-63 0,3-1-272 0,1-3-553 15,18 4 244-15</inkml:trace>
  <inkml:trace contextRef="#ctx0" brushRef="#br0" timeOffset="96734.09">21454 10526 114 0,'0'0'294'0,"0"0"-13"15,0 0 1-15,7 2-8 0,-7-2-13 0,0 0-24 0,0 0-26 16,0 0-20-16,5-9-19 0,-5 9-35 16,0 0-46-16,0 0-52 0,-3-12-60 0,3 12-84 15,0 0-75-15,-9-15-200 0,3 10-412 0,-2-1 183 16</inkml:trace>
  <inkml:trace contextRef="#ctx0" brushRef="#br0" timeOffset="99444.71">9849 11117 73 0,'0'0'169'0,"0"0"-3"0,3-8-3 15,-3 8-2-15,0 0-15 0,0 0-9 0,2-8-18 16,-2 8-11-16,0 0-15 0,0 0-7 0,0 0-3 15,0 0-9-15,0 0 8 0,0 0-3 0,-8 21 0 16,3-10-8-16,-3 3-2 0,-1 1-3 0,-2 4 13 16,-3 1-6-16,-1 3-3 0,-4-1-2 0,-3-3-9 15,4 2-5-15,-2-2-5 0,-2 1-3 0,3-1-4 16,-3-1-2-16,7-5-3 0,-1-1-4 0,1 0 1 16,1-2-7-16,4-2-2 0,2-1-2 0,-2 1-1 15,2-3-1-15,2 1-4 0,1-3-1 0,-2 1 1 16,7-4-2-16,-6 5-2 0,6-5 2 0,-5 4-2 15,5-4 1-15,0 0 2 0,-5 3-5 0,5-3-1 16,0 0-2-16,0 0-5 0,0 0 2 0,0 0 0 16,26-7 0-16,-9 4-4 0,2 2 0 0,3-1 3 15,5-2-6-15,1 5-1 0,-6-1-1 0,1 1-4 16,3 3 0-16,-5-5-7 0,1 1 4 0,1 3-5 16,-4-2-1-16,10 0 0 0,-8 2-2 0,-1-1 0 15,1 0 1-15,0-2 1 0,-3 0 2 0,0 0-1 0,0 0 2 16,-8 0 4-16,3 2-1 0,-3-4 3 15,-1 2 2-15,-9 0 2 0,14 0 0 0,-14 0-1 16,10-2 4-16,-10 2 0 0,6-6 8 0,-2 2-1 16,-4 4 3-16,0-10 3 0,0 10-3 0,-6-14 3 0,1 5 3 15,-3-1-3-15,-3-2 1 0,-3 0-2 16,-1 0-1-16,-1 0 0 0,0 2 4 0,-1 0-6 16,2-2 2-16,-2 3-6 0,1-1 0 0,0 2 2 15,0-1 1-15,4 3-7 0,2 3-5 0,2-1-14 0,2 1-27 16,-1 0-37-16,7 3-37 0,-5-7-46 0,5 7-38 15,0 0-23-15,0 0-116 0,20-10-371 16,-8 5 164-16</inkml:trace>
  <inkml:trace contextRef="#ctx0" brushRef="#br0" timeOffset="100180.74">10337 11189 4 0,'0'0'217'0,"0"0"-5"0,0 0-10 0,0 0-18 0,0 0-18 16,0 0-20-16,0 0-10 0,0 0-16 0,9-6-11 16,-9 6-12-16,18 2-10 0,-5-2-9 0,6 0-7 15,0 1-9-15,3-1-18 0,0 1-15 0,-2-1-11 16,1 2-15-16,0-1-15 0,-3 2-8 0,0-1-6 16,-4-1-7-16,0 1-14 0,-4 0 5 0,-1-1-9 15,0 2 6-15,-2-2 4 0,-7-1 7 0,10 2 0 16,-10-2 5-16,4 1 20 0,-4-1-10 15,0 0 1-15,0 0 13 0,0 0 2 0,0 0 17 0,0 0 6 16,0 0 9-16,-27 2 7 0,27-2 2 0,-8 0-6 16,8 0 2-16,0 0-6 0,-9 3 6 0,9-3 10 15,-5 10 4-15,1-3 0 0,1 4 2 0,1 6 10 16,-1 0-2-16,0 0-5 0,2 2 3 16,-1 2-6-16,1 5-2 0,0-2-6 0,-1-5-3 0,1 7 1 15,0-8-3-15,1 2-6 0,-1 0 0 0,1-1 1 16,0-1-5-16,0-1-4 0,0-2-4 0,-2 0 0 15,2-5-3-15,-1 0 1 0,0-1-1 0,-1-2-3 16,-1 1 2-16,-1-2-1 0,0 0-3 0,0-1 0 16,-2 0-1-16,-2-1-4 0,-3-1-4 0,2-1-4 15,-3-1 2-15,1 0-4 0,0-2-2 0,1 0 4 16,0-1 0-16,2 0 0 0,1-2 0 16,0 1 2-16,7 3 1 0,-10-6 4 0,10 6 3 15,-8-5 0-15,8 5-2 0,-5-3-3 0,5 3-1 0,0 0-4 16,0 0 2-16,0 0 1 0,0 0 3 0,0 0-4 15,0 0 3-15,27 7-2 0,-14-6 1 0,5 2 0 16,0-1-3-16,3 1-11 0,1-2-14 0,0 0-18 16,6-2-13-16,1 2-16 0,5-1-21 0,0-4-23 15,1 1-18-15,0 1-10 0,1-1 4 0,0 0 7 16,-3 1 10-16,-1-3 9 0,-2 0 16 0,-9 0 6 16,-2 1 9-16,-2-1 13 0,-3 0 16 0,-4 0 11 15,1 0 7-15,-6-1 17 0,0 0 4 0,-5 6 16 0,1-13 20 16,-1 5 10-16,-4-1 41 0,0 2 0 15,4 7 10-15,-10-13 9 0,4 7 11 0,-2 3 2 16,-2 0 0-16,0-1 5 0,-1 1-5 0,-1 3 1 16,0 5-5-16,-1-2 0 0,3 4-6 0,-4 4 1 0,-1 2-7 15,2 1-6-15,0 0-3 0,3 1-7 16,2 1-12-16,1 1-4 0,3-2-2 0,3 1-8 16,1-3-2-16,3 3-7 0,0-5-7 0,3 0-15 15,3 3-16-15,0-4-26 0,8 1-25 0,-3-3-37 16,2-1-43-16,4-1-35 0,-1-2-35 0,0-2-26 0,-1-1-133 15,-4-2-392-15,3 0 173 0</inkml:trace>
  <inkml:trace contextRef="#ctx0" brushRef="#br0" timeOffset="100385.77">11151 11581 217 0,'0'0'238'0,"3"-10"-11"0,-3 10-17 15,3-7-20-15,-3 7-22 0,0 0-11 0,0 0 9 16,0 0-3-16,0 0-12 0,2 22-4 15,-2-10-14-15,-2 4-9 0,0 2-14 0,1-1-8 16,1-1-11-16,-3 2-10 0,1 0-7 0,1-1 1 16,-1 1-13-16,0-1-3 0,2 1-8 0,-2-2-8 0,2 0-23 15,2-5-12-15,-2 1-30 0,1-1-16 16,0-2-27-16,1 1-42 0,-2-4-34 0,0-6-43 16,1 13-50-16,-1-13-146 0,0 7-410 0,0-7 181 0</inkml:trace>
  <inkml:trace contextRef="#ctx0" brushRef="#br0" timeOffset="100737.07">11202 11559 11 0,'4'-9'206'0,"1"2"-8"16,1 3-13-16,-1-2-18 0,2 3-8 0,4-1-10 16,-2 2-11-16,2 1-12 0,0 2-13 15,0 1-10-15,0 1-8 0,1-1-12 0,-2 3 0 0,3 0-14 16,-4 0-9-16,1 4-4 0,-3-2-5 0,1-1 0 15,-1 3-9-15,-2-1-4 0,-5-1-4 0,2 2-1 16,-2 1-1-16,0-1-1 0,-1 1-12 0,0-1-18 16,1-2-18-16,0-7-14 0,-5 12-10 0,3-6-2 15,2-6-2-15,0 14 3 0,3-7 2 0,1-1 1 16,1 2 2-16,2 0 5 0,0-1 2 0,-1 1 7 16,2 0 1-16,1-2 0 0,-3 3 2 0,-2-4 4 15,3 0-1-15,-3 2 3 0,-2-1 10 16,2-1 7-16,-2 0 5 0,-2-5 16 0,4 11 9 0,-2-6 8 15,-2-5 11-15,0 0-9 0,-7 11-5 0,2-6-3 16,-3-1-3-16,1 3-5 0,0-4-11 0,-2-1-21 16,3 2-32-16,-1-1-26 0,1 0-37 0,6-3-27 15,-10 4-34-15,10-4-116 0,-7 0-298 16,7 0 132-16</inkml:trace>
  <inkml:trace contextRef="#ctx0" brushRef="#br0" timeOffset="100987.36">11637 11779 109 0,'0'0'175'0,"5"10"1"15,-3-5-6-15,-2-5-12 0,7 7-6 0,-3-3-13 16,3-1-3-16,0 0 7 0,3-2-4 0,-2-1-2 16,3-2-10-16,0-1-4 0,0-1-4 0,1-1-2 15,-2 1 0-15,0-2-6 0,-1 0-5 0,-4-3-6 16,-1 4-9-16,-3-3-5 0,2-1-2 0,-3 9-12 15,-7-16-8-15,1 7-5 0,-2 0-10 0,-2 1-3 16,-1-2-6-16,-1 5-7 0,-7-2-15 0,2 1-15 16,-2 3-26-16,0 1-28 0,1 4-39 0,-1 1-50 15,0 2-45-15,2 1-63 0,0 2-163 0,2 3-445 16,0-3 198-16</inkml:trace>
  <inkml:trace contextRef="#ctx0" brushRef="#br0" timeOffset="101352.2">10060 12187 238 0,'-36'3'238'0,"9"-1"-10"15,8 1-9-15,6-2-14 0,2 1-22 0,1-2-19 16,4 0-20-16,6 0-12 0,0 0-13 0,0 0-8 16,27 20-8-16,5-15-4 0,18 4-3 0,10-4-5 15,36-1-3-15,9-4-1 0,-2 2-1 0,1-4-9 16,7 1-1-16,-2-4-9 0,-1-3 0 0,-2 2-7 16,-3 3-6-16,-1 2-2 0,-12 1-8 0,-27 0 1 15,4-4-1-15,-4 4 8 0,-1 1-9 0,-3-1-8 16,-7 1-4-16,-14 1 0 0,-2-1-3 0,-6 0-3 15,-10 1-3-15,-2-1-1 0,-4 0-4 0,-4-1-6 16,2 3-2-16,-7-3-6 0,-5 0-17 0,6 2-29 0,-6-2-40 16,0 0-46-16,0 0-57 0,-29 12-61 15,3-6-228-15,-4-2-512 0,-7 1 227 0</inkml:trace>
  <inkml:trace contextRef="#ctx0" brushRef="#br0" timeOffset="101931.25">10562 12544 46 0,'4'-5'211'0,"-4"5"-7"16,0 0 4-16,0 0 0 0,-9 19-6 0,-2-4-6 15,-5 6-8-15,-4 1-13 0,-1 1-11 0,-2 0-7 16,2 4-18-16,-4-5-8 0,4 1-10 0,-4 2-6 16,1-3-7-16,0-2-8 0,2 0-9 0,0-4-5 15,6-2-7-15,2-3-6 0,3-2-5 16,3-1-4-16,0-4 7 0,1 2-5 0,3-3 9 15,4-3-11-15,-7 6 0 0,7-6-3 0,-5 2-12 0,5-2-2 16,0 0-6-16,0 0 1 0,20-14-6 0,-6 6-4 16,7-1-8-16,6-1 2 0,-1 0-4 0,2 2-6 15,3 1 8-15,-1 0-13 0,-2 5 0 0,2 0-4 16,-3 0-1-16,-6 3 2 0,7 0-6 0,-8-1 5 16,10 2-5-16,-5 0 0 0,-3 1-12 15,7 0-3-15,-1 1 2 0,-7-4-9 0,8 2 6 0,-11-1-2 16,-3 0 1-16,2-1 4 0,-2 2 0 0,-3-2 11 15,-3 0-11-15,0 0 10 0,-9 0 6 16,11-3-9-16,-4 2 1 0,-7 1 4 0,9-7-3 0,-9 7 1 16,0-11 6-16,0 11-3 0,-9-12 4 0,1 4-6 15,-1-1 6-15,-7-1-2 0,0 0 1 0,-11-2-6 16,1 1 3-16,-1-1 3 0,1 1 4 0,-2 2-6 16,4-1-7-16,-2-1 0 0,7 4-5 0,1 3-7 15,0-2-15-15,8 2-14 0,-1 1-25 0,3 0-44 16,1 2-48-16,7 1-37 0,0 0-25 0,0 0-21 15,0 0-211-15,0 0-494 0,0 0 218 0</inkml:trace>
  <inkml:trace contextRef="#ctx0" brushRef="#br0" timeOffset="102433.62">10919 12649 32 0,'7'-2'194'0,"-7"2"5"16,8-2 0-16,-8 2-8 0,11-4-16 0,-3 2-15 15,2-2-15-15,0-1-15 0,3 1-11 0,4-3-12 16,1 1-8-16,1 2-11 0,0-2-10 0,0 1-7 16,-2-2-9-16,-3 3-10 0,-1 2-16 0,-3-2-16 15,0 2-13-15,-2-1-9 0,-1 2-4 0,-7 1 3 16,10-2-4-16,-10 2 3 0,6-4 1 0,-6 4-2 16,0 0 0-16,0 0 3 0,0 0-2 0,0 0-1 15,0 0 1-15,0 0 7 0,0 0 1 0,0 0 6 16,0 0-2-16,-19-5 4 0,19 5 7 0,0 0 9 15,0 0 6-15,-5 19 23 0,2-10 3 0,2 3 4 16,1 0 3-16,-1 5 1 0,-2 3 2 0,0-1 6 16,1 7-8-16,-2-1-5 0,0 0-5 0,1-6-2 15,-1 0-6-15,0 0-3 0,1 1-6 0,-1-2-4 16,1 0-4-16,-1 0-2 0,-1-2-3 0,1 0-5 16,1-4 0-16,1 0-1 0,0-1 1 0,2-2-4 15,0-9 1-15,-5 14-4 0,3-8 3 0,0-2-6 16,2-4 0-16,-10 11 1 0,4-7-2 0,6-4 0 15,-9 4-5-15,9-4 0 0,0 0-2 0,-16 0-1 16,16 0-4-16,0 0-1 0,-10-9 1 0,10 9-2 16,-2-10-1-16,2 10 5 0,1-8-2 0,-1 8-3 15,0 0 0-15,5-9-4 0,-5 9 1 0,8-5 3 16,-8 5-3-16,11-3 2 0,-11 3 0 0,15 0 1 16,-3-1-1-16,0 3 3 0,3-2-1 0,2 2-7 15,0-2-25-15,0 0-23 0,4-2-37 0,-3 2-36 16,3-3-46-16,2 0-36 0,4-3-41 0,1 0-155 15,-10 0-441-15,5 3 196 0</inkml:trace>
  <inkml:trace contextRef="#ctx0" brushRef="#br0" timeOffset="102643.23">11658 12805 123 0,'0'0'271'0,"0"0"-3"0,0 0 2 0,-12-5-4 16,12 5-8-16,-18 7-5 0,7-3-20 0,-2 3 4 15,-5 3-23-15,2 1-14 0,2 0-12 0,-1 2-14 16,-1 2-17-16,-2 1-16 0,4-2-18 0,3 0-12 16,5 0-8-16,-3-3-8 0,8 1-10 0,1-2-12 15,0 0-6-15,4 0-24 0,4-3-15 0,1 2-24 16,9-3-39-16,-1-4-41 0,10-1-47 0,-4-2-51 0,5-3-50 16,3-2-52-16,-1-2-238 0,1 1-555 15,-3-2 246-15</inkml:trace>
  <inkml:trace contextRef="#ctx0" brushRef="#br0" timeOffset="102967.43">13136 12266 236 0,'0'0'219'0,"0"0"-16"0,0 0-15 16,0 0-13-16,15-4-22 0,-6 3-11 0,3 1-23 0,-1-2-4 15,1 0-9-15,1 2-15 0,0 0-30 0,0-2-44 16,-4 3-40-16,0-2-42 0,3 2-49 16,-3-1-43-16,-9 0-88 0,12 2-264 0,-9-1 117 15</inkml:trace>
  <inkml:trace contextRef="#ctx0" brushRef="#br0" timeOffset="103113.79">13216 12404 96 0,'0'0'173'0,"-6"7"1"15,6-7-1-15,-2 4 5 0,2-4-3 0,0 0-6 16,6 11-14-16,0-10-13 0,4 2-15 0,1 0-14 16,2-1-11-16,5-2-27 0,1 1-43 0,-4-1-41 15,3 1-60-15,0-3-57 0,2 2-154 0,-2-4-304 16,0 2 135-16</inkml:trace>
  <inkml:trace contextRef="#ctx0" brushRef="#br0" timeOffset="104786.42">15692 11339 122 0,'0'0'182'0,"-6"-7"-13"0,6 7-19 16,-12-2 2-16,12 2-10 0,-19 7-12 16,4 0-8-16,0 7 1 0,-4 3-9 0,-1 5-2 15,-2 4-7-15,-2 15-4 0,-3 5-7 0,4 2 1 16,0 4-5-16,5 5-2 0,-11 22-3 0,12-21-8 15,2 0-2-15,-1 0-2 0,3 0-7 0,0 22-5 16,7-26-5-16,4 2-1 0,4-1-5 0,-1-3-5 16,4-3-5-16,2-1-3 0,3-2 15 0,2-2-5 15,3-10-7-15,1-2-3 0,3-1-3 0,10 7-1 0,-5-11-2 16,3-1-5-16,3-4-1 0,0 0-8 0,2-3-20 16,-1-1-23-16,0-1-26 0,2-3-25 0,-1-4-51 15,-4 0-39-15,3-3-49 0,-1-2-198 16,-8-4-449-16,6-2 198 0</inkml:trace>
  <inkml:trace contextRef="#ctx0" brushRef="#br0" timeOffset="105124.87">16457 11843 181 0,'5'-17'237'0,"-2"5"-9"16,-1 5-13-16,0 1-18 0,-1 0-18 0,-1 6-20 15,3-9-13-15,-3 9-18 0,0 0-11 0,0 0-4 16,0 0 3-16,2 24-8 0,-3-5 8 0,0 8-7 16,-2 2 4-16,2 4-9 0,-2-2-3 0,1 1-6 15,-3 1-6-15,1-4-8 0,0 4 4 0,1-2 4 16,0 3-7-16,-3-3-4 0,4 0-8 0,-1-1-6 15,1-4-6-15,-3 1-2 0,2-8-10 0,1 2-7 16,0-2 3-16,1-2-5 0,-2-1-4 0,1-3-5 16,1 1-6-16,-1-2-27 0,2-3-28 0,-1 1-1 15,0-3-29-15,1-7-37 0,-3 10-37 0,3-10-51 16,0 0-51-16,0 0-255 0,0 0-535 0,0 0 236 16</inkml:trace>
  <inkml:trace contextRef="#ctx0" brushRef="#br0" timeOffset="105368.67">16926 12043 239 0,'4'-3'214'16,"-4"3"-25"-16,9-5 0 0,-4 3-2 0,2-1-12 15,3 0-11-15,3 0-12 0,-3 1-12 0,4-1-13 0,4 1-8 16,-2 1-9-16,-3 1-8 0,5-2-10 0,-3 2-8 15,2 0-8-15,-5 0-6 0,0 0-8 16,-1-1-5-16,-1 1-10 0,-10 0-1 0,13 1-3 16,-13-1-6-16,9 0-12 0,-9 0-19 0,10 0-32 0,-10 0-32 15,7 2-51-15,-7-2-54 0,0 0-52 0,0 0-149 16,7 3-394-16,-7-3 174 0</inkml:trace>
  <inkml:trace contextRef="#ctx0" brushRef="#br0" timeOffset="105900.74">18097 11584 50 0,'-1'-7'242'0,"1"7"-16"0,-2-12-7 16,2 12-10-16,-2-10-12 0,2 10-18 0,-1-9-20 16,1 9-16-16,0 0-17 0,0 0-12 0,0 0-7 15,0 0 0-15,0 0-5 0,8 33-5 0,-5-14-1 16,-2 9-3-16,1 0-11 0,-1-2-3 0,0 3-4 15,2-1-2-15,-3 0-2 0,1 1-3 0,0-4-9 16,1 1-2-16,-2-3-4 0,1-4-7 0,-1 1-4 16,1-4-4-16,2 0-1 0,-3 0-7 0,1-5-1 15,0 1-3-15,1 1-1 0,-4-3-6 0,4 2-7 16,-2-6-17-16,0 5-21 0,2-5-18 0,-2-6-35 16,-6 14-26-16,3-10-41 0,3-4-43 0,-6 8-37 15,6-8-203-15,-11 2-463 0,11-2 206 0</inkml:trace>
  <inkml:trace contextRef="#ctx0" brushRef="#br0" timeOffset="106302.32">18111 11562 115 0,'3'-12'175'0,"3"2"-8"16,3-4-4-16,2 1-7 0,6 1-7 0,0 2-10 0,2 1-10 15,0 0-11-15,1 3-13 0,1-1-6 16,-3 2-12-16,2 4-6 0,-4 1-13 0,-2 0-5 16,-1 0-5-16,-3 3-8 0,-3 0-6 0,0-1-3 15,-2 3-5-15,4 1 0 0,-7-1-4 0,0 3-1 0,-2 2-3 16,-3-1-2-16,-2 1-5 0,1 1-2 16,-2-2-3-16,-2-1 1 0,2 3-3 0,-1-1-5 15,2-1 2-15,0 0-2 0,3 1-2 0,0-1-4 16,1 0 2-16,4 0-4 0,-1 0-4 0,3 2-3 0,2-5 10 15,0 4-8-15,0-2-1 0,0 2 0 16,1-2 0-16,0 1 2 0,-1-2 0 0,0 1 0 16,-2 0 2-16,-1-3-1 0,2 1 1 0,-4 0-1 15,0 0-2-15,-2-6-1 0,4 9 5 0,-4-9 2 16,-2 9 0-16,2-9 0 0,-5 8 1 0,-2-3-3 0,-2-1 4 16,0 0-1-16,-3-1-5 0,1 1 3 15,0 0 2-15,-1-1-12 0,2-1-22 0,0 2-24 16,-1-3-30-16,5 1-43 0,-1 1-46 0,7-3-129 0,-11 4-328 15,6-2 145-15</inkml:trace>
  <inkml:trace contextRef="#ctx0" brushRef="#br0" timeOffset="106806.98">19191 11523 51 0,'3'-5'227'0,"-3"5"-22"0,3-6-9 15,-3 6-11-15,0 0-3 0,0 0-6 0,-12 17-13 16,1-5-7-16,-1 3-14 0,-4 4-11 0,-3 2-11 16,0 1-10-16,4-1-10 0,-3-1-9 0,-2 1-6 15,4 0-13-15,4-6 2 0,-2 2-13 0,4-3-7 16,0-1-5-16,1-4-5 0,1 1 4 0,3 0-12 15,1-4-4-15,-1 3-6 0,3-5 1 0,-3 1-2 16,5-5-2-16,-3 9-3 0,3-9 0 0,0 0 1 16,1 10-5-16,-1-10-3 0,10 5 1 0,-2-3-1 15,1-1-5-15,4 0 0 0,0-1 0 0,4 2-2 16,0-2-1-16,2 0 1 0,3 0-5 0,-1 0 3 16,0 0 4-16,1 0-7 0,-3-2-2 0,2 4-2 15,-1-2-3-15,-2 0-4 0,1 0-1 0,-3 0 3 16,-3-2-5-16,4 2-3 0,-3-1 0 0,-4-2 4 15,2 2-1-15,-3-2 3 0,-3 2 1 0,-1-2 1 0,-5 3 1 16,8-8 2-16,-5 2-2 0,0-1 2 16,-3 7 2-16,-1-17-3 0,-4 7 3 0,-1-2 1 15,-2 0-3-15,-4-2 6 0,-2-1 1 0,-1 1 2 16,-2 3-5-16,-2 0 10 0,0 1 0 0,0 0-3 0,2-1-3 16,-7 0 2-16,5 5-4 0,1 1 3 15,0-1-3-15,4 5-15 0,3-1-16 0,2-1-28 16,1 1-32-16,8 2-25 0,-9 0-33 0,9 0-36 15,0 0-198-15,0 0-414 0,0 0 184 0</inkml:trace>
  <inkml:trace contextRef="#ctx0" brushRef="#br0" timeOffset="107339.67">19605 11507 1832 0,'0'0'96'0,"-6"-9"34"0,3 5-82 0,3 4-4 15,-2-8-10-15,2 8-3 0,-3-8-4 16,3 8 1-16,0 0-4 0,-3-6-4 0,3 6-3 0,0 0 0 16,0 0-3-16,12-7 0 0,-3 7-2 0,1-1 2 15,3 2-5-15,0 1-7 0,-2-2-17 0,2 1-10 16,-2-1-12-16,-4 1-19 0,2-1-10 0,-9 0 3 16,11 2-6-16,-11-2 11 0,9 4-1 0,-9-4 11 15,0 0 3-15,7 2 6 0,-7-2 2 0,0 0 6 16,0 0 7-16,0 0 7 0,0 0 3 0,0 0 16 15,0 0 11-15,-18 9-2 0,18-9 7 0,-7 4 1 16,2 1 7-16,3 1 11 0,-2 3 7 0,1 3 7 16,-1 1 3-16,2-2-2 0,-1 5 6 0,2 3 3 15,0-2-3-15,2 0-3 0,-1 1-8 0,0 0-1 16,1-1-2-16,1-2-4 0,-2 1 1 0,1 1-4 16,0-1-5-16,-1-5-5 0,1 3-3 0,1-2-2 15,-1-2 5-15,0 0-6 0,-1-2-1 0,0 0-3 16,2-1-2-16,-2-7 0 0,0 12-3 0,0-6 2 15,0-6-6-15,-2 11 4 0,2-11 1 0,-5 7-1 16,0-4-3-16,5-3 3 0,-13 5-4 0,7-2 7 16,-3-3-8-16,-1 0 0 0,-3 0-1 0,3 0 1 15,10 0-4-15,-16-3 5 0,10 2-4 0,6 1 0 16,-9-2-2-16,9 2 3 0,0 0-6 0,-9-2 0 16,9 2-2-16,0 0 1 0,0 0-4 0,0 0 6 15,0 0-2-15,0 0 0 0,0 0-1 0,32 0 0 16,-18 0-7-16,3 2-12 0,2-4-14 0,1 2-17 0,1-1-17 15,-1-1-24-15,2 0-18 0,0-1-24 16,0 1-13-16,-1 0-12 0,1-1-5 0,0-1 3 16,-2-1-6-16,-1 2-89 0,-2 0-280 0,-2-1 124 0</inkml:trace>
  <inkml:trace contextRef="#ctx0" brushRef="#br0" timeOffset="107584.75">20024 11745 64 0,'0'0'146'0,"4"-10"9"0,-4 10 5 16,3-8 7-16,-3 8-1 0,1-9 4 0,-1 9-4 15,0 0-1-15,1-7-14 0,-1 7-8 16,0 0-15-16,0 0-9 0,0 0-17 0,0 0-11 16,0 0-2-16,0 0 0 0,0 0-4 0,0 0-1 0,0 0-7 15,-1 32-5-15,0-17 2 0,-2-4-3 0,2 6-7 16,0-5-5-16,-1 1-7 0,0 3-1 0,0-3-6 16,1-2-2-16,0 1-5 0,1 0-7 15,-1-2 3-15,-1-1-5 0,1 1-3 0,1-1-3 0,0 0-7 16,0-9-18-16,0 14-17 0,0-9-14 0,0-5-22 15,1 13-20-15,-1-8-28 0,0-5-37 0,2 7-18 16,-2-7-24-16,1 9-25 0,-1-9-172 16,0 0-410-16,0 0 181 0</inkml:trace>
  <inkml:trace contextRef="#ctx0" brushRef="#br0" timeOffset="109548.05">20107 11682 61 0,'0'0'122'0,"0"0"-6"16,0 0-23-16,0 0 19 0,0 0-5 16,0 0 5-16,0 0-10 0,0 0 5 0,0 0 0 0,0 0-7 15,0 0-12-15,0 0-11 0,0 0-1 0,0 0-14 16,0 0-4-16,0 0-1 0,0 0-6 16,0 0 4-16,0 0-14 0,25-7-3 0,-25 7-4 15,11-2-5-15,-11 2 1 0,15 3-2 0,-4-1-2 0,-4 0-4 16,1 3-1-16,0-2-1 0,-1 3-4 0,-2-1 5 15,-1 1-8-15,0 3 1 0,1-1-2 0,-1-2 2 16,-3 1-7-16,-1-7 2 0,0 17 2 0,0-7-5 16,-1-1-1-16,-5 1 1 0,2-1 3 0,-1-1-3 15,0 1 1-15,-1-2 1 0,1 1-2 0,0-3-6 16,2 1 9-16,0 1-3 0,3-7-5 16,-1 11 0-16,1-11-3 0,2 12 0 0,0-6 1 0,0 0-4 15,3 3 5-15,-1-3-1 0,1 0-3 0,0-1 7 16,4 2-5-16,0 0 3 0,0 0-3 0,-1 1 1 15,-1-1-2-15,5 0 0 0,-3-1 6 0,-3 0-4 16,3 2 0-16,-5-3-1 0,0 1 3 0,-4-6 1 0,6 7-3 16,-3-3-1-16,-3-4 6 0,2 8 1 15,-2-8 5-15,0 0 3 0,-7 11 2 0,1-8-1 16,6-3 0-16,-15 6-3 0,5-4-1 0,1 0 5 16,-1 1-6-16,0-1 2 0,-1-1-6 0,-1 2 2 15,3-3-22-15,-2 1-19 0,11-1-25 0,-15 0-34 16,9 2-39-16,6-2-32 0,-13 0-130 0,13 0-318 15,-10-2 141-15</inkml:trace>
  <inkml:trace contextRef="#ctx0" brushRef="#br0" timeOffset="110010.59">19502 12228 156 0,'-21'2'162'16,"-1"-2"-9"-16,2 3-3 0,2 1-6 0,0-1-8 0,5 0-12 15,1-1-5-15,1 0-8 0,1 2-8 0,1-1-6 16,3-2-10-16,6-1-7 0,-8 1-1 0,8-1-2 16,-3 6-4-16,3-6 1 0,15 7-3 0,-3-4-4 15,9 1-5-15,10-2 3 0,9 2-3 0,12-1 0 16,5-2-7-16,3-2-3 0,4 1-1 0,1-3-4 16,-3 1-1-16,0-2-2 0,-4 4-4 0,-2-1-6 15,-5 1-3-15,-14-2-1 0,-1 1-2 0,0 0-5 16,-4-1-1-16,-2 2-2 0,1 0-2 0,-9 0-1 15,-6-1 1-15,2 2 3 0,-5-1-8 0,-2 2-1 16,0-2-1-16,-4 0 1 0,-7 0-1 0,14 0 1 16,-7 0-4-16,-7 0 0 0,0 0 1 0,10 0-3 15,-10 0-3-15,8 2-2 0,-8-2-17 16,0 0-21-16,7 2-30 0,-7-2-33 0,0 0-47 16,0 0-48-16,0 0-215 0,3 6-443 0,-3-6 197 0</inkml:trace>
  <inkml:trace contextRef="#ctx0" brushRef="#br0" timeOffset="111052.19">19772 12627 135 0,'0'0'186'0,"0"0"-5"16,0 0-5-16,-15 14-7 0,2-3-8 0,-2 1-9 16,-5 6-10-16,-2 1-10 0,1 1-4 0,-3-1-11 15,2 0-3-15,-1 1-10 0,-1-1-5 16,2 0-7-16,-1-4-8 0,3 2-5 0,3-4-3 0,1 0-4 16,2-1-5-16,-2-2-8 0,6-2-6 0,1-1-3 15,4-2-3-15,-1 0 1 0,1-1-6 0,5-4-2 16,-9 4-2-16,9-4-1 0,-6 3-5 0,6-3-1 15,0 0-5-15,0 0-2 0,0 0-1 0,0 0-5 16,27-14-2-16,-14 9-1 0,6 0-3 0,-2 0 2 16,1 0-4-16,1 0 0 0,-1 2-6 0,-5 3 3 15,1 0-4-15,-1-1-1 0,0 3 3 0,2 0 1 16,2-1 3-16,0 3-5 0,2-2-6 16,-6 2 1-16,1-2-1 0,0 0-7 0,-1 0 2 15,1-1-2-15,-4 1 2 0,3 1 3 0,-3-3-3 0,-1 0 3 16,-3 1 0-16,-6-1 6 0,12 0-5 0,-12 0 1 15,10-1 1-15,-10 1 1 0,10-6 0 0,-4 2 0 16,-4-2 0-16,-2 6 2 0,5-11-5 0,-5 4 5 16,0 7 3-16,-1-17-1 0,-2 9 1 0,0 0-1 15,-6-1 0-15,0 0-2 0,1-1 0 0,-5-1 0 16,-1 1-2-16,-1-1 2 0,-2 2 2 0,6 3-2 16,-4-3-5-16,3 3 2 0,2 2-6 0,0-1-8 15,3 3-13-15,1-1-25 0,6 3-26 0,-11-3-38 16,11 3-45-16,-7-2-25 0,7 2-21 0,0 0-170 0,0 0-410 15,0 0 181-15</inkml:trace>
  <inkml:trace contextRef="#ctx0" brushRef="#br0" timeOffset="111543.8">20059 12627 25 0,'0'0'231'0,"0"0"-12"0,0 0-14 0,1-8-20 15,-1 8-10-15,0 0-28 0,0 0-12 0,0 0-15 16,10-5-10-16,-10 5-11 0,13 0-10 0,0 0-13 16,-3 0-20-16,2-3-13 0,0 3-20 0,0 0-16 0,-1 0-12 15,-1 0-10-15,-10 0-6 0,16 0-5 16,-16 0 1-16,13-3 3 0,-13 3 0 0,0 0 6 16,12-1 0-16,-12 1 1 0,0 0 5 0,6-3-2 15,-6 3 4-15,0 0-1 0,0 0 3 0,0 0 0 16,0 0 12-16,0 0 2 0,0 0 2 0,0 0 17 15,0 0-14-15,0 0 5 0,0 0 10 0,-26 9 8 16,25-3-1-16,-3 3 7 0,3 3 7 0,-2 0-10 16,2 4 5-16,0 1 1 0,-1 2 1 0,1-1-2 15,0-1-2-15,1 0-5 0,0-1-1 0,-2 1-3 16,1-2-2-16,1-1-4 0,1 4 12 0,1-8-15 16,-2 7 6-16,-2-5-10 0,2-4-2 0,-2 3-1 15,0-2-1-15,1-1 0 0,-1-3 7 0,-2 5-10 16,1-5-4-16,3-5 2 0,-7 9 1 0,3-4-3 15,-1 0-1-15,5-5 5 0,-8 4-1 0,8-4 0 16,-10 3-3-16,10-3-1 0,0 0 0 0,-9-2 2 16,9 2-4-16,0 0 1 0,0 0-2 0,0 0 0 15,-10-5 1-15,10 5-5 0,0 0 0 0,0 0 3 16,0 0-4-16,0 0 0 0,0 0-3 0,0 0 4 16,0 0-4-16,0 0-3 0,30-5-6 0,-21 6-15 15,-9-1-17-15,23 1-30 0,-10 1-32 0,6-1-39 16,-1-1-38-16,1-3-181 0,-2 1-392 0,5 0 174 15</inkml:trace>
  <inkml:trace contextRef="#ctx0" brushRef="#br0" timeOffset="111760">20592 12856 71 0,'-16'-9'225'0,"16"9"-2"0,-18 2-7 16,8 3-3-16,-1-2-5 0,-2 3-7 0,-4 4-10 15,1-1-12-15,2 3-11 0,-2-1-16 0,-3 7-12 0,5-6-15 16,4 3-8-16,1-1-16 0,4 1-10 16,0-3-4-16,4 0-5 0,2-1-15 0,4-1-5 15,1-2-16-15,3 1-24 0,3-4-28 0,6 0-38 16,2-1-39-16,9-2-53 0,1-4-43 0,0 0-59 16,-9-1-146-16,6-3-415 0,0-2 183 0</inkml:trace>
  <inkml:trace contextRef="#ctx0" brushRef="#br0" timeOffset="112549.27">21042 11667 53 0,'-2'-8'101'0,"2"8"20"16,0 0-7-16,-1-9 10 0,1 9-6 0,0 0-6 15,0 0 0-15,-1-7 0 0,1 7-5 0,0 0 1 16,0 0-11-16,0 0 1 0,0 0-7 0,0 0-6 16,0 0-1-16,-3-7-12 0,3 7-7 0,0 0-2 15,0 0-5-15,0 0-4 0,0 0-4 0,0 0-4 16,0 0-4-16,0 0-3 0,0 0-3 0,0 0-6 16,0 0 1-16,0 0-5 0,0 0-1 0,0 0-2 15,0 0-3-15,0 0-7 0,0 0 5 0,0 0-4 0,0 0 0 16,0 0 1-16,0 0-3 0,0 0-2 15,0 0 3-15,0 0-2 0,0 0 3 0,0 0 2 16,0 0 0-16,22 9 1 0,-22-9-6 0,5 5 3 0,-5-5 2 16,8 5-9-16,-8-5 9 0,6 3-1 0,-2 1 2 15,2 1-1-15,1 1 1 0,2-1-2 16,2 0 2-16,-1 3-3 0,4 1-1 0,-2-2-1 16,2 4 2-16,0 1-6 0,-1-1 0 0,2 3 1 0,3 6-4 15,1 1 5-15,0 4 1 0,2 2 2 0,-1 0-4 16,10 13 3-16,-5 1 0 0,0-2 1 0,-1 6 2 15,-1 2-5-15,-4 6-1 0,0 2 10 16,-2 1-2-16,-1 25 4 0,-7-24 1 0,0 3 15 0,-2-1-1 16,-6-2-8-16,-1 0-3 0,-4-2 0 0,-1-2-5 15,-6-1 2-15,-5-2-4 0,0-1-2 0,-4 3-2 16,-7 3 1-16,1-4-3 0,-6-3-11 0,0 1-12 16,-4-2-16-16,-2-3-16 0,3-2-16 0,-3-3-18 15,-1 0-27-15,4-4-26 0,6-8-32 0,1-3-35 16,-1 0-40-16,-3-2-124 0,3-4-389 15,-2-1 173-15</inkml:trace>
  <inkml:trace contextRef="#ctx0" brushRef="#br0" timeOffset="115831.86">22081 12465 129 0,'0'0'172'15,"0"0"-15"-15,0 0-9 0,0 0-14 0,0 0-11 16,0 0-12-16,0 0-10 0,0 0-1 0,0 0-11 16,0 0-1-16,0 0 1 0,0 0-7 0,0 0-6 15,0 0-4-15,0 0-8 0,0 0 3 0,0 0-2 16,0 0-3-16,0 0-6 0,0 0 3 0,0 0-6 15,0 0 0-15,0 0-4 0,0 0 0 0,0 0 1 16,0 0 4-16,0 0-7 0,0 0 3 0,0 0 2 0,0 0 0 16,0 0 2-16,0 0-1 0,0 0-3 15,0 0 7-15,0 0-14 0,0 0 2 0,0 0 1 16,0 0 0-16,0 0-9 0,0 0-3 0,0 0-3 0,0 0-2 16,0 0-5-16,0 0-6 0,0 0-3 0,0 0-1 15,0 0-4-15,0 0 0 0,0 0 1 16,0 0-5-16,0 0 1 0,0 0 1 0,-2 14-8 15,2-14-15-15,-2 8-18 0,2-8-28 0,-3 11-26 0,3-11-49 16,-1 7-41-16,1-7-28 0,0 0-210 0,5 10-449 16,-5-10 199-16</inkml:trace>
  <inkml:trace contextRef="#ctx0" brushRef="#br0" timeOffset="116464.86">23246 11811 180 0,'0'-16'217'15,"-1"4"-3"-15,2 1-6 0,-1 3-8 0,0 1-19 16,0 7-19-16,1-11-20 0,-1 11-13 0,0 0-9 16,0 0-10-16,0 0-1 0,5 25-3 0,-5 0-2 15,0 2 4-15,-2 1-15 0,1 2-3 0,-1 0-6 16,0-1-3-16,-1 0-5 0,2 2-8 0,0-1-1 16,1-3-5-16,-2 2-3 0,2-4 0 0,0 1-11 15,2-1-7-15,-1 0-3 0,-1 1 1 0,0-9-5 16,1 3-6-16,-1-5 1 0,0 2 1 0,3-1-18 15,-3 0-23-15,1-6-18 0,-1 2-29 0,0-2-30 16,0-1-38-16,0-2-45 0,0-7-31 0,0 14-43 16,-3-8-155-16,3-6-433 0,-2 8 192 0</inkml:trace>
  <inkml:trace contextRef="#ctx0" brushRef="#br0" timeOffset="116688.38">22828 12450 6 0,'0'0'180'0,"-5"4"-3"0,5-4-9 0,0 0-7 15,31 4-3-15,-1-3-8 0,9-1-17 0,20-1-4 16,7-2-4-16,27 3-12 0,-3-1-3 0,-26-3-11 16,28 0-7-16,-28 1-10 0,1 3-8 0,-3-3-5 15,0 4-4-15,-9-1-7 0,-1 0-6 0,-18 2-14 16,-2 1-30-16,-1 0-35 0,-3 3-36 0,-1 1-31 15,-8-4-46-15,-3 4-50 0,-7 0-100 0,3-4-312 16,-7 4 139-16</inkml:trace>
  <inkml:trace contextRef="#ctx0" brushRef="#br0" timeOffset="117131.09">22862 12756 86 0,'0'0'221'0,"-3"-10"-11"0,3 10-19 15,0-7-15-15,0 7-23 0,0 0-16 16,0 0-11-16,0 0-1 0,0 0 4 0,0 0-2 16,0 27-5-16,-1-11-1 0,1 3-6 0,-2 1-4 15,0 5-5-15,-1-5-7 0,1 0-9 0,0 5-6 0,1-6-5 16,-2 1-4-16,3 3-4 0,-1-3-6 15,1-2-3-15,0 1-9 0,-1-1-8 0,2-3-1 16,0 3-4-16,-1-7-3 0,2 1-3 0,-1 1-6 0,-1-2 3 16,-1 0-6-16,-1 0-1 0,1-2-22 0,1 1-20 15,-1-1-26-15,1 0-27 0,0-9-36 16,-3 12-53-16,2-7-34 0,1-5-47 0,-6 8-161 16,6-8-435-16,0 0 193 0</inkml:trace>
  <inkml:trace contextRef="#ctx0" brushRef="#br0" timeOffset="117344.32">23084 13032 1521 0,'5'-6'53'0,"-1"3"18"0,1-2-35 16,0 0-3-16,-5 5-20 0,11-6 6 15,-4 4-2-15,2 0 15 0,2-3 8 0,2 2-7 0,-1-1 1 16,3 2-2-16,-4 1-2 0,2-2-2 0,6 1-1 15,-2 1-5-15,0-2-3 0,0 0-3 16,0 2-15-16,1-1-29 0,-1 0-22 0,-5 2-32 0,0-2-31 16,1 2-27-16,-3-3-138 0,-4 1-300 0,1-2 133 15</inkml:trace>
  <inkml:trace contextRef="#ctx0" brushRef="#br0" timeOffset="117562.38">23309 12853 194 0,'-4'-7'196'0,"4"7"-18"0,0 0-10 16,0 0 4-16,0 0-4 0,0 0-2 0,0 0 1 15,-1 20-8-15,2-11-3 0,-1 2-6 0,2 0-13 16,0 3-13-16,-2-3-13 0,1 4-6 0,-1-2-15 16,0 3-3-16,0 1-10 0,0 0-3 15,-1 0-9-15,-1 0-9 0,1 0-6 0,2-5-17 0,-2 1-28 16,0-2-33-16,2 2-36 0,-2-4-52 0,1 0-59 15,1 1-60-15,-2-2-144 0,1-8-410 0,2 9 182 16</inkml:trace>
  <inkml:trace contextRef="#ctx0" brushRef="#br0" timeOffset="117806.02">23627 12861 278 0,'3'-6'285'0,"-3"6"-24"0,3-8-24 0,-3 8-26 16,5-6-17-16,-5 6-22 0,0 0-9 0,0 0 3 16,0 0 1-16,3 20-6 0,-2-9-10 0,-3 4-14 15,-2 3-7-15,0 1-10 0,3 0-10 0,-3 7-8 16,-1 1-8-16,2-2-13 0,1-6-9 0,-2 0-5 16,3 1-5-16,-1-4-12 0,0 0 9 0,-2 1-13 15,3 0-5-15,1-1-26 0,-3-5-31 0,1 0-35 16,0 0-32-16,0-2-41 0,-1 0-58 0,2-3-62 0,1-6-245 15,-4 12-530-15,4-12 235 0</inkml:trace>
  <inkml:trace contextRef="#ctx0" brushRef="#br0" timeOffset="118231.79">23672 12820 199 0,'5'-7'213'0,"2"-2"-11"0,2 1-6 0,3 2-15 16,-2-2-15-16,2 3-14 0,3-4-11 0,2 4-15 15,-5 2-6-15,0 1-15 0,-1-1-13 0,-3 2-9 16,0 0-7-16,-8 1-10 0,11-2-7 0,-11 2-7 16,10 3-4-16,-10-3-6 0,6 4-2 0,-6-4-1 15,-2 10-5-15,2-10-4 0,-10 14-4 0,-1-6-8 16,-2 2-12-16,-2-1-10 0,0 2-9 0,0-1-6 15,1 0-16-15,5-3-10 0,-1 2-13 0,1-2-12 16,2 2-11-16,4-2 4 0,3-7 3 0,-3 12 9 16,3-12-7-16,0 0-2 0,12 20 10 0,-5-15 3 15,3 0 7-15,5-3 5 0,-3 2 8 0,6 0-4 0,-6-2 24 16,2 1-8-16,0 0 9 0,-1-2 12 16,-3 2 5-16,1-1 5 0,-1 0 2 0,-10-2 7 15,16 3 2-15,-10 0 5 0,-6-3 3 0,12 4 4 16,-12-4 6-16,7 3 10 0,-7-3 7 0,0 0 2 15,0 0 2-15,3 11 1 0,-3-11-4 0,0 0-6 0,0 0-2 16,-14 15-8-16,6-11 0 0,1 2-10 0,-2-1-25 16,0-1-28-16,9-4-47 0,-19 10-45 15,10-6-49-15,-5 0-100 0,14-4-291 0,-21 6 129 16</inkml:trace>
  <inkml:trace contextRef="#ctx0" brushRef="#br0" timeOffset="118487.56">24107 12775 1866 0,'17'-12'84'0,"1"0"-43"0,-5 4-16 16,-2 2-14-16,-1 0-1 0,2 4 3 0,-1 0 14 16,0 4 17-16,-1 1 6 0,1 4 1 0,-2 2 8 15,-2 2 2-15,2 6-2 0,-3 1-4 0,-3 2-3 0,1 5-2 16,-4 0-7-16,-3 2 0 0,0-2-2 0,-2 0-6 15,-6 0-5-15,-2-1 1 0,-1 0-3 16,0 3-3-16,-5-3-1 0,-2 0-2 0,-3-2-3 16,-2-1-10-16,-2 0-20 0,2-2-22 0,-5-1-35 15,0-3-37-15,1 1-48 0,-1-4-49 0,-1 2-188 0,-4-4-422 16,-1 1 187-16</inkml:trace>
  <inkml:trace contextRef="#ctx0" brushRef="#br0" timeOffset="118794.77">22826 12708 1694 0,'-4'-10'-16'16,"-1"1"80"-16,1 5-55 0,4 4 3 0,-15 0 11 16,4 5 11-16,0 10 4 0,-8 6 10 0,0 3 10 15,0 7 11-15,-3 10 2 0,6-8 0 16,-2 9-5-16,2 2-4 0,8-9-3 0,3 1-8 0,4 0-4 16,2-2-2-16,3-1-7 0,6 1-1 0,3-2-13 15,2-2-24-15,6-2-29 0,4-4-38 0,1-2-45 16,6-4-58-16,-1-2-201 0,0-2-403 0,-1-1 179 15</inkml:trace>
  <inkml:trace contextRef="#ctx0" brushRef="#br0" timeOffset="121083.47">10489 13982 22 0,'0'0'194'0,"0"0"-7"15,0 0-15-15,-14 22-10 0,4-11-8 0,-4 5-10 16,-3 4-14-16,1 2-13 0,-3-3-8 0,1 0-11 16,-1-2-2-16,-3 2-14 0,3-2-4 0,-2 0-4 15,1 0 3-15,3-4-7 0,2 0-2 0,0-1-7 16,0-3-5-16,5 0-6 0,0-3-2 0,1 1-7 15,1-2 2-15,1-1-9 0,2-1 1 0,5-3-2 16,-12 5-1-16,12-5-5 0,-6 4 0 0,6-4-6 16,-7 2 1-16,7-2-2 0,0 0-4 0,0 0-3 15,0 0-2-15,0 0-1 0,0 0-5 0,0 0 2 16,25-15-2-16,-11 9-1 0,2 1 2 0,5-1-4 16,7-1-2-16,0 4 3 0,-1-1 0 0,0-1-6 15,2 2 3-15,-1 1-3 0,-6 2-1 0,-1-2-3 16,8 1-2-16,-9 2-5 0,-1-2-3 0,2 2-4 15,-3-1 3-15,1-1 0 0,-2 1 1 0,-4 0-1 16,2 0 0-16,-3-1 3 0,-1 1 1 0,0-1-4 16,-3-1 8-16,-8 2 0 0,15-2-1 0,-10 0 5 15,0-2 0-15,-5 4-2 0,9-7 5 0,-9 7 6 16,1-8 0-16,-1 8 5 0,-2-12-7 0,-4 3 1 16,-1 2 5-16,1-2 3 0,-3 1 3 0,-4-2-3 15,0-2 2-15,-1 3 1 0,0-3 0 0,0 3-2 16,-1 0 1-16,2-2-3 0,-4 1-3 0,6 6 2 15,-6-5-12-15,7 3-6 0,0 3-15 0,0-2-23 16,4 3-42-16,6 2-44 0,-9-7-49 0,6 5-159 16,3 2-370-16,0 0 164 0</inkml:trace>
  <inkml:trace contextRef="#ctx0" brushRef="#br0" timeOffset="121580.1">10873 13882 1700 0,'8'-5'-48'15,"-8"5"93"-15,0 0-40 0,0 0-3 0,8-8 2 16,-8 8-3-16,0 0 15 0,5-3 11 0,-5 3 7 16,0 0 1-16,0 0-1 0,0 0-12 0,8-6 4 15,-8 6-1-15,12 2-6 0,-1-4 2 0,-1 4-6 16,4-2-2-16,-3 1-5 0,2 1 4 0,-2-1-11 16,0 1-9-16,1-1-3 0,1-1-3 0,-6 2-2 15,1-1-2-15,0 2-5 0,-8-3 3 0,10 0-1 16,-10 0 4-16,9 4-1 0,-9-4 7 0,0 0-2 15,4 3 7-15,-4-3-2 0,0 0 5 16,0 0 3-16,-9 14 8 0,9-14-2 0,-5 15 9 0,-1-5 4 16,3-1 3-16,-2 7 15 0,0 0 2 0,1 3 1 15,-1-1-2-15,1 8 1 0,2-7-3 0,2 6 4 16,-2-5-5-16,3-1-7 0,-1 6 1 0,0-8 2 16,1 3-2-16,2-4-5 0,-2 0-1 0,1 0-1 15,-2-4-1-15,1-1-1 0,-1-1-4 0,1 0 1 16,-1-1-1-16,1-2-6 0,-1-7 5 0,2 11-3 15,-2-4-1-15,0-7 0 0,0 0 2 0,-8 9 0 16,3-8-3-16,-3 2 1 0,8-3-1 0,-16 1 0 16,5-3-3-16,2-1 0 0,-1 0-2 0,2 0 3 15,1-1-2-15,-1-1 3 0,1 2-5 0,1-1 2 16,6 4-1-16,-11-6-4 0,11 6-1 0,-5-6-3 16,5 6-1-16,0 0 2 0,0 0 2 0,0 0 1 15,0 0 1-15,0 0-3 0,24 2-4 0,-24-2 7 16,25 4-1-16,-12-1-3 0,4-2-2 0,0 1-7 15,4-2-25-15,0 2-18 0,1-4-40 0,8 0-39 16,-2-1-29-16,-6 2-41 0,-2-3-120 0,7-1-350 16,-5 0 156-16</inkml:trace>
  <inkml:trace contextRef="#ctx0" brushRef="#br0" timeOffset="121808.35">11525 14077 193 0,'0'0'234'0,"-12"0"-7"16,12 0-7-16,-18 8-5 0,8-1-9 0,-7 2-11 16,2 4-10-16,-9 3-16 0,1 2-9 0,3 0-16 15,-1-3-13-15,7-1-15 0,1 0-5 0,3 1-17 16,3-3-11-16,1-3-5 0,3 1-10 16,3 1-3-16,3-2-9 0,3-4-2 0,1 4-16 15,4-3-15-15,7-2-14 0,1 0-21 0,12-3-18 0,-3-2-23 16,1 0-30-16,0 1-34 0,-8-1-52 0,1-1-50 15,-4 2-180-15,-2 3-431 0,-7-1 190 0</inkml:trace>
  <inkml:trace contextRef="#ctx0" brushRef="#br0" timeOffset="122144.72">10255 14604 100 0,'0'0'251'15,"0"0"-30"-15,0 0-22 0,0 0-33 0,48 13-17 16,-15-9-15-16,17-2-13 0,6 0-12 0,5-2-11 15,6 2-8-15,26-1-7 0,-2-3-5 0,0 0-6 16,-26-4-7-16,27 3-5 0,-28-3-7 0,28 2-8 16,-31 1-2-16,-2 1-2 0,-3-2-8 0,-4 1 0 15,-12 1-6-15,0 1-3 0,12 0-3 0,-14 2-17 16,3 2-15-16,-5-2-29 0,4 0-36 0,-4 3-35 16,-1-1-34-16,0-1-33 0,-1 5-116 0,-8 0-317 15,1-1 140-15</inkml:trace>
  <inkml:trace contextRef="#ctx0" brushRef="#br0" timeOffset="122784.29">10850 14982 65 0,'0'0'210'16,"0"0"-6"-16,0 0-6 0,0 0 0 0,-18 15-11 15,10-5-14-15,2 0-15 0,-4 5-12 0,-1 0-10 16,0-3-11-16,1 2-6 0,-3 1-15 0,1-2-4 15,-1-2-5-15,2-2-7 0,2 0-1 0,-1-2 1 16,0-1-2-16,1 1-2 0,1-1-3 0,-1-2-2 16,0-1 5-16,4-1-3 0,5-2-7 0,-9 5-7 15,6-2-6-15,3-3-2 0,0 0-7 0,-8 3-6 16,8-3 0-16,0 0-4 0,-7 3-9 0,7-3 2 16,0 0-7-16,0 0-7 0,0 0-6 0,0 0-3 15,-5 3-1-15,5-3-3 0,0 0-4 0,0 0 2 16,0 0-4-16,0 0-1 0,12 11 3 0,-2-9 5 15,-3 2-10-15,4-1 2 0,1-1-8 0,1 1-8 16,5 1-10-16,-1-2 3 0,1 0-2 0,0-2 0 16,1 0 2-16,1-3-9 0,-2 3 0 0,1-3 4 15,2-2 1-15,-3 3 3 0,2-1 3 0,-2-1 1 16,-1-1 2-16,-4 3-4 0,3-4 6 0,-4 3 1 16,0 0-2-16,0 0 3 0,-2 0 1 0,-1-1 5 15,0 1-1-15,-1-1 2 0,-3 1-2 16,2-3 1-16,-2 3-3 0,-5 3 5 0,7-10-1 15,-2 4 2-15,-4 2 6 0,-1 4-5 0,0-15-3 0,0 15 4 16,-7-17 3-16,1 8 4 0,0 2 1 0,-4 0-3 16,-3-3 4-16,-2 2-2 0,-2-2-1 0,1 1 6 15,-1 3-6-15,0-1 11 0,-1-2-14 16,0 5 6-16,-1-3-6 0,6 3 3 0,-3 0-2 0,3 2-16 16,1 0-20-16,0 0-22 0,2-1-32 15,3 2-41-15,7 1-57 0,-10-5-54 0,10 5-168 16,0 0-442-16,0 0 196 0</inkml:trace>
  <inkml:trace contextRef="#ctx0" brushRef="#br0" timeOffset="123517.75">11176 14822 167 0,'0'0'179'16,"0"0"-12"-16,3-7-16 0,-3 7-10 0,7-4-26 0,-7 4-2 15,15 0-6-15,-5 0-9 0,2 0-16 0,7-3-7 16,-6 2-23-16,6-1-21 0,0 1-27 16,-5-1-20-16,3 4-18 0,-4-2-32 0,1-2-2 15,-4 2-5-15,-4 0 8 0,-6 0-3 0,12-3 12 16,-12 3 8-16,10 0 6 0,-10 0 10 0,0 0-2 16,0 0 19-16,10 2 3 0,-10-2-2 0,0 0 11 15,0 0 10-15,0 0 0 0,0 0 6 0,0 0 5 0,-9 15 18 16,9-15 14-16,-6 11-4 0,3-1 3 15,0 2 8-15,-1 5 12 0,2-3 4 0,0 5 9 16,-1-1-1-16,1-1 7 0,1 0-7 0,-1 1-6 16,1-1-8-16,1 0-6 0,0-2-1 0,0 2-3 15,0-1-5-15,3-1-4 0,-2-1-9 0,-1-4 2 16,1 3-5-16,2-4-3 0,-2 2-1 0,1-2-5 0,0-3-6 16,-2 3 0-16,2-4 4 0,-2-5-6 15,-2 11 2-15,2-11-1 0,-4 10-3 0,1-3-2 16,3-7-7-16,-11 6-6 0,2-2-8 0,-1-3 4 15,-1 2-5-15,0-3-2 0,-1 1 3 0,1-1 2 16,1-1-3-16,10 1 5 0,-13 0-2 0,5-1 6 16,8 1-5-16,-11 0-1 0,11 0 1 0,0 0-1 15,0 0-2-15,-6-4 0 0,6 4 1 0,0 0 4 16,0 0-4-16,25-3 5 0,-12 1-2 0,1 1-1 16,1 1 0-16,6-2-2 0,0 1-13 0,1-2-20 15,0-1-16-15,5 2-25 0,0-2-17 0,0 0-10 16,-8 1-14-16,2-1-6 0,0-2-5 0,-2 3-6 15,-1-3 8-15,-5 2 9 0,-1 1 12 0,6-3 11 16,-8 4 10-16,7-5 12 0,-9 3 4 0,4-3 8 16,-1 3 14-16,-2-2 12 0,1 1 8 0,-4-2 13 15,1 4 14-15,-7 3 16 0,10-10 19 0,-10 10 15 16,4-9 14-16,-4 9 11 0,3-10-6 0,-3 10 24 16,-1-9 9-16,1 9 3 0,0 0 10 0,-9-9 2 15,9 9 4-15,-7-2-2 0,7 2-1 0,-8-2-5 16,8 2 0-16,0 0-7 0,-15 9-4 0,7-2-10 15,1 1-2-15,1 2-7 0,-1-1 0 0,-2 1-14 16,2 2-2-16,3-1-12 0,-1 0-2 0,3 1-6 16,0-2-5-16,2 2-1 0,0-3-5 0,4 0-9 15,-1 1-13-15,1-3-17 0,5 0-24 0,2 0-28 16,-2-4-19-16,3-1-25 0,1 0-36 0,7-2-30 16,-1 0-18-16,0-2-22 0,-2-2-112 0,-1-1-345 15,0-3 153-15</inkml:trace>
  <inkml:trace contextRef="#ctx0" brushRef="#br0" timeOffset="123726.2">11991 14997 25 0,'1'-8'215'0,"-1"8"-11"0,0 0-21 16,2-7-6-16,-2 7-3 0,0 0-5 0,0 0-9 16,0 0-8-16,0 0-9 0,-2 31-8 0,1-17-15 15,1 2-12-15,0 0-8 0,-1 1-3 0,1 1-14 16,-3-1-10-16,2-3-7 0,0 1-8 0,1-3-6 15,0 6-3-15,1-6-8 0,-1 0-10 0,1-1-14 16,1 2-28-16,-1-4-29 0,0-2-33 0,-1-7-22 16,1 16-32-16,-1-16-31 0,5 8-25 0,-5-8-142 15,0 0-350-15,0 0 155 0</inkml:trace>
  <inkml:trace contextRef="#ctx0" brushRef="#br0" timeOffset="124098.75">12029 14975 58 0,'17'-9'188'0,"-3"2"-7"0,1 2-7 15,2-2-19-15,0 5-6 0,-1 0-11 16,-3 0-9-16,1 2-12 0,-3 0-13 0,0 2-9 16,-1 0-11-16,0 1-6 0,-3-1-8 0,0 3-8 0,2 0-4 15,-5-1-6-15,-1 2-5 0,-1 3-1 0,-2-3-5 16,0-6-3-16,-9 18-10 0,4-9 2 0,0-3-3 15,-1 2-4-15,-1 0-8 0,-1 2-9 16,0-3-15-16,4 0-7 0,-3 1-12 0,3-1-2 16,-1-1-9-16,5-6-6 0,-4 9 0 0,6-2 1 15,-2-7-1-15,2 12 7 0,3-6 5 0,-1-2 5 0,3 4 5 16,0-2-2-16,0 1 1 0,-1 0 6 16,-1-2 7-16,3 2-4 0,-2-3 9 0,0 1 1 15,-1 2-3-15,-1-3-3 0,2 3 11 0,-4-3 12 0,-2-4 4 16,3 11 10-16,-3-11 6 0,-3 12-3 15,3-12-6-15,-6 11 0 0,-2-5-4 0,1 0 1 16,-5 1 1-16,3-1-10 0,-4 1-22 0,2-2-26 16,1-1-33-16,2 0-30 0,-1 0-33 0,2-4-122 0,7 0-276 15,0 0 122-15</inkml:trace>
  <inkml:trace contextRef="#ctx0" brushRef="#br0" timeOffset="124350.02">12356 15156 78 0,'4'2'156'0,"-4"-2"3"16,8 7-3-16,-2-5-8 0,0 1-11 15,3 0-3-15,-1-1-4 0,3-2-3 0,-1 0 2 16,3-2 0-16,-1 0-5 0,0 0-3 0,2-4 3 16,-2 2-15-16,-2-1-7 0,-3-2 2 0,1 1-2 15,-3-1-4-15,-3 3-3 0,0-5-9 0,-2 9-6 16,0-13-11-16,0 13-7 0,-8-11-8 0,1 3-4 15,0 4-8-15,-7 1 6 0,1-3-17 0,-3 3-3 16,-1 3-7-16,1 0-24 0,3 0-23 0,0 3-31 16,2 0-40-16,1 1-48 0,0-1-61 0,4 0-211 15,6-3-451-15,-9 8 199 0</inkml:trace>
  <inkml:trace contextRef="#ctx0" brushRef="#br0" timeOffset="124590.15">13463 14749 75 0,'-6'-2'231'0,"6"2"-22"0,0 0-18 16,0 0-16-16,0 0-12 0,0 0-15 0,0 0-12 0,0 0-14 15,0 0-12-15,33 1-29 0,-22 1-8 16,1-2-39-16,1 0-42 0,-1 0-52 0,-1 2-54 16,-5-1-147-16,-6-1-283 0,14 1 125 0</inkml:trace>
  <inkml:trace contextRef="#ctx0" brushRef="#br0" timeOffset="124755.14">13419 14902 30 0,'-3'5'209'0,"3"-5"-10"16,0 0-15-16,-5 9-6 0,5-9-10 0,0 0-7 16,8 6-14-16,-8-6-7 0,19 0-18 0,-5-1-5 15,2-2-21-15,6 2-33 0,1-3-46 0,4-2-48 16,-3-3-59-16,3 0-59 0,-7 2-112 0,8-5-281 16,-1 5 124-16</inkml:trace>
  <inkml:trace contextRef="#ctx0" brushRef="#br0" timeOffset="125639.77">16281 13976 43 0,'0'-10'221'0,"0"4"-7"16,0 6-15-16,1-11-19 0,-1 11-15 0,0-6-19 16,0 6-16-16,0 0-7 0,0 0-2 15,7 19-2-15,-4-2 8 0,1 6-13 0,-1 3 0 16,2 5-8-16,-4 1-8 0,3-2-4 0,-3 3-7 0,-1-1-3 15,-1-3-6-15,1-1-8 0,-4-2-6 0,2 3-4 16,1-4-5-16,-2 1-6 0,3-6-3 16,-1-3-8-16,-1 0 0 0,1-2-6 0,-2 2-1 15,3-4-1-15,0-1-7 0,-1-1-8 0,2-1-13 16,-2-1-27-16,0 1-32 0,1-2-34 0,0-8-56 0,-1 10-48 16,1-10-41-16,0 0-159 0,-3 8-427 0,3-8 190 15</inkml:trace>
  <inkml:trace contextRef="#ctx0" brushRef="#br0" timeOffset="125852.17">16598 14236 90 0,'13'0'180'0,"5"-2"-5"16,-2-1-13-16,5 3-11 0,0-2-16 0,6-1-15 15,6 3-10-15,-5-2-12 0,1 2-5 0,-9-1-9 16,1 1-14-16,-1-2-28 0,-2 2-18 0,-4 0-42 16,-1 0-26-16,-2 0-52 0,-1 0-27 0,-10 0-87 15,13-2-226-15,-13 2 101 0</inkml:trace>
  <inkml:trace contextRef="#ctx0" brushRef="#br0" timeOffset="126083.39">16820 14053 55 0,'0'0'201'0,"-1"-9"-15"0,1 9-17 15,0 0-17-15,0 0-9 0,0 0 1 0,0 0 5 0,0 0-4 16,0 0-9-16,0 32-2 0,1-17-3 0,-1 1-15 16,0 2-9-16,-1-3-14 0,2 4-1 15,1-2-15-15,-4 1-3 0,1-3-8 0,2 2-1 16,-2 2-9-16,2 0-6 0,-3-1-5 0,-1-2-3 0,3 2-15 15,0-2-29-15,0-4-30 0,0 1-38 0,0 2-39 16,1-3-50-16,2-3-44 0,-2 2-144 0,1-1-376 16,-2-10 167-16</inkml:trace>
  <inkml:trace contextRef="#ctx0" brushRef="#br0" timeOffset="126359.82">17206 14098 256 0,'0'0'239'0,"4"-11"-16"15,-4 11-23-15,3-7-19 0,-3 7-22 0,0 0-10 0,0 0 0 16,0 0 7-16,2 20 5 0,-2-3-23 0,-1 2-10 16,0 7-4-16,-2-2-7 0,0 4-7 0,0-3-9 15,0-5-7-15,-2 3-9 0,1-3-7 16,0 6-8-16,2-7-5 0,-1 0-3 0,1 0-5 15,0-1 2-15,1 0-10 0,-2-2-9 0,2-3-3 0,0 3-5 16,0-5-4-16,-1 0-24 0,0 1-18 0,1-1-32 16,1-1-33-16,0-3-33 0,-3-1-40 0,3-6-43 15,0 0-42-15,0 13-183 0,0-13-454 16,0 0 201-16</inkml:trace>
  <inkml:trace contextRef="#ctx0" brushRef="#br0" timeOffset="127383.09">16226 13672 89 0,'-29'7'200'0,"-1"4"-10"0,-4 8-5 16,-8 9-8-16,2 10-5 0,2 5 2 0,0 5-15 15,7 4-10-15,4-1-8 0,4 4-12 16,6-2-10-16,7 0-13 0,7-1-4 0,6-4-12 16,7-2-2-16,8-4-15 0,2 2-7 0,0-13-3 15,12 12-13-15,5-2-22 0,-2-6-36 0,5 0-31 0,-2-5-37 16,4-3-45-16,-8-8-49 0,9 3-38 16,-13-5-114-16,3-2-348 0,-2-2 155 0</inkml:trace>
  <inkml:trace contextRef="#ctx0" brushRef="#br0" timeOffset="129788.34">15708 15001 39 0,'-10'-2'115'0,"-2"0"-8"0,2-1-3 16,0 2-3-16,-2 0-7 0,0 1 1 0,3 0-10 15,9 0-6-15,-18 0 0 0,13 1-7 0,5-1-6 16,-9 1-11-16,9-1-4 0,0 0-2 0,-10 3-9 16,10-3-5-16,0 0-1 0,0 0-5 0,16 15 6 15,1-10 0-15,5 1 0 0,10 2-2 0,7-3-3 16,19-1 0-16,5 3-1 0,32 0-2 0,-4-5 5 16,6-1 0-16,11-4-1 0,9 2 1 0,10 4 3 15,10-2 3-15,8-1 6 0,7 0-5 0,7 0 4 16,4 2-13-16,-1-1-2 0,-2 3-4 0,-2-2 2 15,-4 4-4-15,3-2 0 0,-5 2-4 0,-7-2-1 16,-6 1 4-16,2 5-7 0,-8-3 2 0,-4-2-5 16,-4-1-3-16,-6 2 2 0,-9 0-1 0,-9-3 2 15,-35-3-4-15,-1 2-2 0,2 1 8 0,-11-3 1 16,-4 0-3-16,-14 0-5 0,-8 1 0 0,-11-1-3 16,-2 0-3-16,-4 2-3 0,-8-4-25 0,-5 2-23 15,0 0-31-15,0 0-39 0,-32-10-34 0,0 5-149 16,-1-1-329-16,-18-3 146 0</inkml:trace>
  <inkml:trace contextRef="#ctx0" brushRef="#br0" timeOffset="130456.67">15945 15408 148 0,'0'0'144'16,"0"0"-14"-16,0 0 0 0,0 0 10 0,0 0 3 15,0 0-5-15,0 0-13 0,0 0-4 0,-8 32 2 16,4-17-13-16,-2 3-7 0,2 0-6 0,-1 9 1 16,-1-1 16-16,2 3-5 0,-2 0-4 0,2 3-6 15,-2 0-9-15,3 4-3 0,-3-3-2 0,0 1 0 16,-3 12-3-16,4-11 2 0,-1 0-7 0,-1-4-3 16,0 3-11-16,0 1-1 0,0 9-7 0,1-10-4 15,4-1-12-15,-3-3 3 0,1 2-4 0,0-7-4 16,2 1-3-16,0-6-2 0,1 0-10 0,0-3-52 15,1 0-26-15,1-6-23 0,-2 0-31 0,1 0-49 16,0-4-59-16,0-7-34 0,-4 11-142 0,4-11-430 16,-5 5 191-16</inkml:trace>
  <inkml:trace contextRef="#ctx0" brushRef="#br0" timeOffset="130818.65">16781 15872 135 0,'-13'-1'157'0,"3"2"-7"0,2-2-3 15,8 1-14-15,-13-1-10 0,13 1-7 16,0 0-8-16,-10 0-1 0,10 0-5 0,0 0-3 16,0 0-1-16,0 0 3 0,0 0 1 0,33-3-3 15,-3 5-5-15,-11-5-6 0,9 2 0 0,-6-1-3 16,7 0-7-16,-2 2-9 0,-5 0-4 0,-1 0-4 16,-3-1-3-16,0 0-7 0,-8 0-3 0,2 1-7 15,-6 0-4-15,-6 0-5 0,14-2 1 0,-14 2-8 16,9 0 1-16,-9 0-16 0,9 0-24 0,-9 0-21 15,0 0-36-15,0 0-45 0,0 0-71 0,0 0-204 16,0 0-423-16,0 0 187 0</inkml:trace>
  <inkml:trace contextRef="#ctx0" brushRef="#br0" timeOffset="131301.07">17542 15634 242 0,'3'-4'279'0,"-3"4"-4"0,4-9-25 16,-4 9-16-16,2-5-26 0,-2 5-13 0,0 0-26 16,0 0-23-16,4-7-16 0,-4 7-14 0,0 0-5 15,0 0-5-15,0 25-2 0,0-8 0 0,-1 0-11 16,1 7 2-16,-3-4-4 0,-1 5-5 0,1-1-15 15,-1 1 23-15,0 0-14 0,0 0-6 16,2-7-6-16,-4 0-6 0,4 0-4 0,-3 1-4 0,3-3-3 16,-1 2-5-16,0-7-8 0,1 8-4 0,-1-2-1 15,2-4-2-15,-2 2-7 0,2-5-2 0,0 2 3 16,1 4-3-16,0-3 4 0,0-2-21 0,-2-3-25 16,4 2-18-16,-2-3-27 0,0-7-23 15,1 10-22-15,-1-10-17 0,1 6-20 0,-1-6-30 16,0 0-41-16,9 4-39 0,-9-4-195 0,0 0-487 15,0 0 215-15</inkml:trace>
  <inkml:trace contextRef="#ctx0" brushRef="#br0" timeOffset="131718.1">17515 15636 1668 0,'3'-27'6'0,"1"1"71"15,-4 6-51-15,2 2 19 0,2 0-15 0,0 8 4 16,-1-2-1-16,3 3-8 0,2 1-2 0,1-1 9 16,1 0 2-16,7 3 7 0,2 3 2 0,-5 0-4 15,14-2 1-15,-8 5-1 0,0 1-5 0,-1-1-2 16,-1 4-6-16,-1 2-1 0,-5-2-4 0,-1 1 2 16,-2 2-6-16,-1 1-2 0,0-1 0 0,-3 0 1 15,-1 2-3-15,-2 1 0 0,-2-1-3 0,-1 1 4 16,-2-1-1-16,-1 0-4 0,-1-1-1 0,-2 1-2 15,3-1 2-15,0-2-2 0,0-2 0 0,-1 2-11 16,5-6-6-16,-5 8-7 0,1-3-3 0,4-5-4 16,0 0 2-16,-1 9 2 0,1-9 4 0,0 0-4 15,5 13 2-15,-1-11 3 0,1 3-4 0,-5-5 6 16,9 10 0-16,-4-7 2 0,1 4-4 0,-1-2 6 16,1-1 4-16,-4 2-3 0,2-1 3 0,-1 0 0 15,-3-5 0-15,4 13 3 0,-4-8-2 0,0-5 0 16,-2 11 1-16,2-11 2 0,-5 10-1 0,1-5 1 15,-1 0 1-15,1 1 0 0,-5 0-1 0,0-2-4 16,0 1-20-16,3-1-26 0,-4 0-39 0,3-1-43 16,2 2-46-16,-5-1-109 0,0 0-313 0,10-4 139 15</inkml:trace>
  <inkml:trace contextRef="#ctx0" brushRef="#br0" timeOffset="132277.04">18598 15531 146 0,'3'-9'168'0,"-3"9"-18"0,0 0 2 16,0 0 0-16,0 0-2 0,0 0 0 16,-13 18-2-16,3-3-10 0,-7 3-10 0,-5 2-9 15,1 3-12-15,-4-3-3 0,5 0-13 0,-2-1-3 0,-1-2-10 16,1-1-3-16,1-1-6 0,5-3-11 0,1 0-2 16,0-1-5-16,3-3-7 0,4-4-4 0,2 1-4 15,0-1-4-15,1 0-1 0,5-4-3 16,-8 3-4-16,8-3-3 0,-4 6 0 0,4-6-3 0,0 0-2 15,0 0-2-15,0 0 0 0,0 0 0 16,25 3-4-16,-10-3-1 0,5 2-4 0,2 0-1 16,-3 1-2-16,3-2-1 0,-1 3-2 0,0 0 4 0,7 0-5 15,-8 0 5-15,-2-1-5 0,4 2 3 0,-4 0-3 16,2 1 4-16,-6-4-7 0,3 2 0 16,-3 0 1-16,-2-1-3 0,0-1 5 0,0-1-3 15,-3 1 1-15,0 0 3 0,-3-1 1 0,-6-1 1 16,10-1 3-16,-10 1-4 0,9-5 3 0,-9 5-1 0,8-10 4 15,-6 5-5-15,-2 5 2 0,2-16 0 0,-6 6 4 16,-2 0-3-16,1-2 4 0,-2-2 2 0,-2-3-1 16,-3 2-3-16,0-1 5 0,0 3-6 15,-2 1 2-15,1-3-3 0,1 4 3 0,4 2-5 16,-3 3 3-16,2-2-9 0,0 5-21 0,0-1-22 16,0 0-32-16,9 4-42 0,-14-6-49 0,9 5-52 15,5 1-141-15,0 0-391 0,0 0 173 0</inkml:trace>
  <inkml:trace contextRef="#ctx0" brushRef="#br0" timeOffset="133018.43">18896 15589 8 0,'0'0'163'0,"0"0"-12"0,5-4-8 0,-5 4-19 16,0 0-14-16,15-2-7 0,-7 2-13 0,5 0 4 15,3-1-20-15,-2 2-13 0,-1-2-10 0,5 1-18 16,-8 1-11-16,0-1-12 0,-3 0-7 0,-7 0-9 16,13 0-2-16,-13 0 2 0,9-1 17 0,-9 1-14 15,0 0 0-15,0 0-4 0,6-5 4 0,-6 5-1 16,0 0 1-16,0 0-3 0,0 0 8 0,0 0 0 16,-19-11 6-16,19 11 3 0,-7-2 0 0,7 2-1 15,0 0 0-15,0 0 15 0,-12 8 13 0,8-1 5 16,0 2 9-16,0 1-3 0,-2 5 10 0,1 1 0 15,-2 0-5-15,2 0 3 0,1 2 5 0,-1-2 0 16,3 2-1-16,-2-1-3 0,2 1-5 0,0-2-4 16,1 1 1-16,1-3-6 0,-3-2-3 0,1 0-3 15,-1 0-2-15,4 4-3 0,-3-7 0 0,2 1-6 16,-1-3-3-16,-2 3 0 0,2-3-7 0,1-7 3 16,-3 9-3-16,1-3 0 0,2-6-2 0,-4 10 1 15,4-10 0-15,-7 3-3 0,7-3 3 0,-6 4-5 16,6-4 0-16,0 0 2 0,-12 2-2 15,12-2-4-15,-10-2-2 0,10 2 1 0,-10-4 7 16,10 4-6-16,-6-3 0 0,6 3 0 0,0 0-1 16,-9-2-5-16,9 2-1 0,0 0 1 0,0 0-4 0,0 0 3 15,0 0-5-15,0 0 3 0,0 0 6 0,0 0-8 16,23-4-3-16,-13 4-12 0,1 0-9 16,2 0-8-16,4 0-17 0,2 0 2 0,0-1-20 15,-2 1-11-15,0-2-6 0,-2 1-13 0,-1 1 8 16,2-5 0-16,-2 4 2 0,-2-1 11 0,-1-1 7 0,3-1 9 15,-3 0 4-15,-1-1 9 0,1 0 4 16,0 0 12-16,-1 0 25 0,-3-1 3 0,1-1 13 0,0-1 12 16,-3 1 6-16,3-2 2 0,-2 1 8 0,-1-1 16 15,0 2 7-15,-1 4 14 0,2-2 5 0,-6 5-1 16,5-8-5-16,-5 8-12 0,4-6-6 16,-4 6-8-16,0 0-2 0,0 0 10 0,0 0 1 15,0 0 12-15,9 19 6 0,-9-10 8 0,-1 2 0 16,-1 1 2-16,0 4-7 0,1-1 0 0,-4 0-11 15,3 1-4-15,0-6-14 0,2 2 6 0,-5 1-9 16,2-1-2-16,1-1-3 0,1 0 1 0,-1-4-9 0,2 4-5 16,-1-4-25-16,0 1-19 0,1-8-22 15,-3 11-13-15,2-5-19 0,1-6-16 0,0 0-15 16,-1 11-21-16,1-11-21 0,0 0-20 0,0 0-18 16,0 0-4-16,11-2 3 0,-11 2-108 0,13-6-318 15,-8-1 141-15</inkml:trace>
  <inkml:trace contextRef="#ctx0" brushRef="#br0" timeOffset="133370.03">19283 15950 627 0,'8'-15'-48'0,"-1"-2"12"15,-4 1 10-15,-1-1 13 0,1-1 15 0,1-1 11 16,0 1 9-16,0 1 29 0,1 1-2 0,0 0 8 16,0 1-1-16,-1 6 13 0,1-1 10 0,0 0 3 15,3 2 3-15,0 0 5 0,1 0-2 0,8 3 4 16,-4 2-4-16,6 2-2 0,-2 0-1 0,0 1-3 16,-2 1-7-16,-1 1-3 0,-3 0-5 0,-1 2-4 15,2 1-9-15,-2 1 1 0,-3 0-9 0,-1 2-2 16,-4-2-4-16,0 2-3 0,-4 1-5 0,-1 1-5 15,-4 0 1-15,-2-1-3 0,-5 2-3 0,1 1-1 16,6-3-3-16,-8 1-6 0,3-1 3 0,3-2 0 16,-2 0-4-16,3 0-10 0,-1 1-6 0,5-2-8 15,-1-2 3-15,1 2 2 0,4-6-3 0,-1 11 7 16,1-11-4-16,6 12 3 0,-1-5-4 0,3-2 2 16,-2 1 0-16,5 0 3 0,-1 0 2 0,5 3-3 15,-2-2 4-15,-4-3-1 0,1 1-1 0,2 2-1 16,-3-2 5-16,-3-1-5 0,-1 1 2 0,1-2-3 15,-1 2 5-15,-5-5-2 0,6 7 1 0,-6-7 3 16,0 10-3-16,0-10 0 0,-9 9 3 0,2-6-1 16,-2 2-1-16,-2-1 3 0,-3 0-3 0,1 0-17 15,-5 2-25-15,-1-3-34 0,-1 1-42 0,-2-1-51 16,3 0-152-16,-10 1-347 0,10-4 153 0</inkml:trace>
  <inkml:trace contextRef="#ctx0" brushRef="#br0" timeOffset="133794.07">18585 16172 13 0,'0'0'225'0,"0"0"-23"15,0 0-15-15,0 0-10 0,38 3-10 0,-7-1-11 16,9 1-8-16,16 3-15 0,7-6-7 0,27 4-10 15,1-1-8-15,-27 0-9 0,1-2-4 0,2 1-9 16,-2 1-2-16,-2 0-3 0,-2-1-2 0,-7-2-8 16,-2 1 0-16,-16-1-3 0,-2 0-3 0,1-1 1 15,-6 2-5-15,-6 0-4 0,-7-2-8 0,-3 1-1 16,-1 1-6-16,-5-1-5 0,1 0-5 0,-8 0-1 16,8 3-10-16,-8-3-7 0,0 0-22 15,0 0-35-15,-16 10-35 0,-1-3-41 0,-5-2-47 0,-5 4-55 16,-5 2-176-16,-1-4-430 0,-3 2 191 0</inkml:trace>
  <inkml:trace contextRef="#ctx0" brushRef="#br0" timeOffset="134301.94">18994 16457 11 0,'0'0'239'0,"-5"-8"0"0,5 8-16 0,0 0-9 16,0 0-14-16,-4-6-20 0,4 6-18 15,0 0-17-15,0 0-16 0,0 0-8 0,-18 14-2 16,8-8-13-16,-4 7-12 0,-3 1-7 0,1-2-12 16,-3 6-1-16,-2-1-10 0,5-5-3 0,-6 4-12 15,1-1 0-15,5-3-4 0,0 2-4 0,0-4-6 16,3 0-1-16,2-5-6 0,2 3-2 0,1-2-2 15,3-3-1-15,5-3-1 0,-12 8-1 0,12-8-2 16,-6 3-2-16,6-3-3 0,0 0-2 0,0 0 2 16,0 0-6-16,35-7 9 0,-14 3-8 0,6-3-2 15,1 3 2-15,4-4 3 0,0 4-4 0,0 0-1 16,-3 2-6-16,-1-1 0 0,1 2 1 0,-9-1 7 16,1 1-10-16,-1 1 0 0,-1 1 2 0,-1 1-3 15,-4-1 2-15,4 2-3 0,-5-2-4 0,-1-1 1 16,-1 2 2-16,-5-2-5 0,2 1 2 15,-8-1 1-15,10 2 6 0,-10-2 0 0,8 0 5 16,-8 0-7-16,0 0 1 0,0 0 1 0,6-7 0 16,-6 7 1-16,0-9-6 0,0 9 5 0,0 0-1 15,-10-19 3-15,3 10-2 0,1-1 0 0,-4 1 2 0,-2-4-4 16,-2 1-1-16,0-1 2 0,-1 0 1 0,1 0 0 16,1 1 0-16,-2 3 3 0,4 1-5 0,3-1-6 15,1 6-20-15,1-2-25 0,6 5-30 16,-13-8-33-16,13 8-40 0,-10-3-36 0,10 3-212 15,0 0-437-15,0 0 194 0</inkml:trace>
  <inkml:trace contextRef="#ctx0" brushRef="#br0" timeOffset="134812.73">19243 16417 13 0,'7'-5'176'16,"-7"5"-17"-16,0 0-10 0,13-5-13 0,-13 5-16 15,11 0-12-15,-11 0-8 0,0 0-3 0,19 4-18 16,-7-3-6-16,-12-1-13 0,11 4-12 0,-11-4-13 16,0 0-26-16,17 5-14 0,-17-5-9 0,0 0-17 15,10 3 15-15,-10-3-5 0,0 0 5 0,0 0-3 16,0 0 0-16,0 0 7 0,0 0 8 0,0 0-5 16,0 0 8-16,0 0 4 0,0 0 12 0,0 0 5 15,0 0-1-15,0 0-1 0,0 0-7 0,0 0 2 16,0 0-4-16,0 0 2 0,0 0 9 15,0 0 11-15,0 0 3 0,0 16 10 0,0-4-1 0,-1 3 6 16,0 1 1-16,-1 2 0 0,1 0 10 0,-2 1 1 16,2-1-4-16,1 7-5 0,-1-7 0 0,2 2-4 15,-1 4 0-15,-1-6-3 0,1-2-7 0,1-3-3 16,-1-1-6-16,1 1 4 0,-1-2-8 16,0-1-2-16,2 1-1 0,-2-11 1 0,-3 18-4 15,3-18-1-15,0 12-3 0,0-12 2 0,-4 11-4 16,4-11 5-16,-9 6-6 0,9-6 0 0,-7 4-1 15,7-4 0-15,0 0-2 0,-17-1-1 0,17 1 2 16,0 0-2-16,-15-8 2 0,15 8 1 16,-8-9-8-16,8 9 3 0,-5-10 2 0,5 10 11 0,0 0-1 15,-3-12 4-15,3 12-6 0,0 0 2 0,0 0-1 16,0 0-3-16,12-9 3 0,-12 9 3 0,0 0-3 16,20 4 0-16,-20-4-1 0,18 5-1 0,-4-3-1 15,-2 1 1-15,4 1-5 0,-3 0 1 0,0-2-12 16,9 1-33-16,-1-2-34 0,-1-4-46 0,1 2-57 15,7-1-52-15,-7 0-139 0,-2-1-392 0,2-2 173 16</inkml:trace>
  <inkml:trace contextRef="#ctx0" brushRef="#br0" timeOffset="135108.1">19945 16649 18 0,'9'-2'191'15,"-9"2"-1"-15,0 0-18 0,4-4-2 0,-4 4-8 16,0 0 0-16,0 0 3 0,-31 2-2 0,12 4-3 15,-5 1-2-15,-3 2-5 0,-1 3 8 0,1-2-9 16,0 3 4-16,3 4-17 0,2-2-15 16,-1 0-16-16,9-2-5 0,1 2-15 0,3-2-3 15,0 2-7-15,5-4-11 0,3 3-8 0,4-5-5 16,3 4-18-16,2-3-13 0,4-2-15 0,4 2-27 16,5-5-21-16,11 3-35 0,1-6-21 0,3 4-15 15,2-5-11-15,2-2 6 0,11-3-23 0,-9-1 1 16,-3-1-21-16,-1-1 8 0,-2-2-5 0,-3 1 15 15,0 2 25-15,-4 1 17 0,-3-7 9 0,-4 5 6 16,-1 0 24-16,-2 1-4 0,-5 2 10 0,0 0-3 16,-3 1 5-16,-10 3-8 0,10-7 6 0,-10 7-13 15,9-3-21-15,-9 3-62 0,0 0-162 0,0 0 72 16</inkml:trace>
  <inkml:trace contextRef="#ctx0" brushRef="#br0" timeOffset="140739.68">25852 3624 16 0,'0'0'110'0,"0"0"-8"15,0 0-24-15,0 0 6 0,0 0-7 16,0 0-3-16,0 0 5 0,14 23-1 0,-10-7-2 0,1 3-6 15,1 0-4-15,4 8 1 0,-3 4-3 16,3 5-2-16,0 11-13 0,-1-1 5 0,0 0-4 0,1 5 0 16,-2 1-8-16,0-1 9 0,1 4-5 0,-7 0-4 15,6 3 2-15,-6-1-4 0,4 1-2 16,-3 24 0-16,-1-25 1 0,2 26-2 0,0-23-7 16,-1 25 7-16,4 0-4 0,-2-4 3 0,6 0-2 15,-5-23-2-15,2 26-5 0,0 10-1 0,1-1 2 16,5 1-7-16,1 0 0 0,-1 3 3 0,1 2-2 15,-2-2 2-15,4 1-4 0,-4 5-1 0,5 3 4 16,0 3-4-16,-4 4 0 0,2 1-5 0,6-2 2 16,-9 7-4-16,0 3 8 0,-1 2-6 0,-7 2 0 15,6 0 3-15,-14 0-8 0,3 6 1 0,0 0 3 16,-4-1-1-16,-3 6 1 0,-2 1-2 0,-6-6-1 16,-4 12-5-16,4 3 8 0,-6 6-3 0,-1-2-6 15,4-4 4-15,-4 3 1 0,3 0 6 0,2 3 0 0,3-2-4 16,-2-6-1-16,0 8 3 0,5 2-1 15,-1 5 0-15,2-4 1 0,3-1 1 0,-4 6-1 16,2-1 2-16,-2 3 0 0,7-5-1 0,-3 0 8 0,3 5-7 16,-2 7 3-16,4 0-3 0,0-5 1 0,0 7-1 15,-1-2 10-15,1 4-11 0,-2-1-4 0,-5-4-2 16,0 9 8-16,2-1-3 0,-4 1 2 16,-1-4-9-16,-1 0-3 0,-3 4 7 0,1-2-1 15,1-4-6-15,-8-3 8 0,2-2-1 0,-1 3-2 16,-3-4 0-16,-1-2-2 0,0-5-1 0,1-2 9 0,1 1-3 15,-4-9 31-15,1-1-4 0,0-8-2 0,4 4-5 16,-5-11-1-16,5 2-2 0,-5-9-11 16,2-12-8-16,0-5-25 0,-2-9-15 0,0 1-27 15,3-6-37-15,-3-13-65 0,11-25-52 0,-2 0-220 16,-7-3-467-16,3-11 206 0</inkml:trace>
  <inkml:trace contextRef="#ctx0" brushRef="#br0" timeOffset="141808.06">27265 5145 105 0,'0'0'159'0,"8"-6"-12"0,-8 6 2 15,4-5 3-15,-4 5-3 0,0 0-2 0,4-6-15 16,-4 6-8-16,0 0-12 0,0 0-4 0,0 0-10 15,5-4-7-15,-5 4-9 0,0 0-10 16,0 0-3-16,0 0-9 0,0 0-3 0,0 0-7 16,0 0-2-16,0 0-5 0,0 0 0 0,-21 15-10 15,12-7 3-15,-6 2-5 0,1 1-1 0,-1 0-4 16,3-3-3-16,-1 4 1 0,1 2-2 0,-1-3-6 0,2 2-1 16,4-3-3-16,0 2 0 0,2-1 0 15,-1 6-6-15,6-5 3 0,0 3 1 0,4 2 4 16,1-1-5-16,4 0 3 0,5 4 1 0,8-2-4 0,-2-1-1 15,3-3 3-15,2 0-3 0,2 0-1 16,-2 0 1-16,-2-1-6 0,-4-1 3 0,4 2-1 16,-8-4 2-16,3 2-1 0,-5-1-5 0,0 0 1 15,-1 2 1-15,-3 0-2 0,-3-3 1 0,0 2 1 0,-6 0 3 16,2-1-3-16,-4 2 2 0,-1-1-1 0,-4 2-1 16,-6 2 9-16,-1-4-6 0,-8 3-1 0,0-1-1 15,-3-4 1-15,-1 1 1 0,1-3-4 16,-6 0-17-16,7-2-29 0,-3 0-40 0,-2-1-56 15,8-1-53-15,-8-1-175 0,2-1-398 0,-4-2 176 0</inkml:trace>
  <inkml:trace contextRef="#ctx0" brushRef="#br0" timeOffset="142658.34">10373 14550 68 0,'1'8'75'0,"-1"-8"-4"16,0 8-10-16,0-8-16 0,-1 14-14 0,1-14-17 15,-3 9-36-15,1-3-36 0,-2 1-61 0,4-7 27 16</inkml:trace>
  <inkml:trace contextRef="#ctx0" brushRef="#br0" timeOffset="145708.34">6995 14404 38 0,'4'-9'173'0,"-3"4"-9"0,-1 5-4 0,0-10-6 16,0 10-1-16,-1-10-6 0,1 10-10 0,-5-11-16 15,5 11-6-15,-4-10 0 0,2 6-5 0,2 4-3 16,-9-9-7-16,4 5-6 0,0-1-7 0,5 5-5 0,-11-7-4 15,1 4-12-15,0 2-5 0,0-2-6 16,-2 3 1-16,-2 3-6 0,-4-2-1 0,-2 2 0 16,1 2-3-16,-1 0-3 0,0 2 5 0,1 0-10 15,-1 0-6-15,3 2-1 0,0 0-6 0,0-2 4 16,6 1-1-16,-3 0-6 0,4-1-1 0,-1 2-1 16,4 0-4-16,2 2 3 0,1 0-3 0,3 4-1 15,2-3-4-15,4 4 2 0,0 0-2 0,5-2 3 16,3 2-7-16,7 1 2 0,1 1-1 0,-3-5-2 15,6 0 2-15,3 2-1 0,0-1-2 0,0-1 3 16,2 1-7-16,-2-1 6 0,-2 2-4 0,2-2 2 16,-6-3-2-16,-5 1-2 0,2 0 1 0,4 4-1 15,-8-3-1-15,-2 1 1 0,0-1-1 0,-3 1 8 16,-4-2-7-16,-2 0 3 0,-4 1-4 0,-1 0 1 0,-3-1 0 16,-1-1 2-16,-9 4 0 0,0-1 0 15,-4-2 0-15,-5 0 2 0,-2 2 1 0,-1-4 1 16,-2-1-2-16,0 1 0 0,2-3 1 0,-2-2-12 15,-1-2-17-15,9 1-16 0,-8-2-30 0,4 0-23 0,4-2-36 16,7 0-56-16,1-4-48 0,2 0-167 0,1-3-431 16,2-4 192-16</inkml:trace>
  <inkml:trace contextRef="#ctx0" brushRef="#br0" timeOffset="146049.79">7885 14484 39 0,'0'0'159'0,"-12"0"-2"16,12 0-3-16,-16-2 0 0,9 2-1 0,7 0 1 15,-14 2-2-15,14-2-7 0,-10-2-7 0,10 2-6 16,-6 3-9-16,6-3-12 0,0 0-12 0,0 0-10 16,0 0-6-16,0 0-5 0,0 0-3 0,0 0 5 15,0 0-6-15,26-3 1 0,-8 0-9 0,11-1-3 16,1 0-8-16,0 0-2 0,2 2-5 0,-2-3-7 16,2 3 4-16,-2-4-19 0,-1 4-29 0,-1 0-28 15,-5 2-25-15,-5 0-38 0,0 0-40 0,0 0-30 16,-7 2-27-16,1 2-12 0,-2-2-122 0,-10-2-350 15,13 4 155-15</inkml:trace>
  <inkml:trace contextRef="#ctx0" brushRef="#br0" timeOffset="146249.91">7986 14665 53 0,'-20'4'194'0,"3"2"1"0,0-4-7 16,4 2-5-16,3 0-5 0,4-3-19 0,-2 2-9 15,2-1-17-15,6-2-12 0,-5 4-9 0,5-4-13 16,0 0-6-16,0 0-6 0,22 7-11 0,-2-9-5 16,10 1-5-16,4 0-11 0,5-5-10 0,10-3-26 15,-10 6-33-15,15-8-36 0,-3 7-45 0,3-5-36 16,-4 3-38-16,-11 3-134 0,-2 0-329 0,13 0 145 16</inkml:trace>
  <inkml:trace contextRef="#ctx0" brushRef="#br0" timeOffset="150150.41">21899 15273 3 0,'7'-3'16'16,"0"-1"-7"-16,-1 1 2 0,1-1 0 0,3 1 1 15,-2 1 0-15,-1 0-2 0,4 0-7 0,-1-1-3 0,1 1 7 16,2 1-2-16,5 1-9 0,1 1 8 0,0 1-3 16,4 1-2-16,4-1-3 0,1 0-1 15,-1 3 2-15,0 2-2 0</inkml:trace>
  <inkml:trace contextRef="#ctx0" brushRef="#br0" timeOffset="155223.73">17236 14125 16 0,'1'-8'49'0,"-1"8"-5"0,0 0 1 16,0 0-5-16,0 0 3 0,2-6 2 16,-2 6-6-16,0 0 2 0,0 0-2 0,0 0-1 15,2-9 12-15,-2 9-5 0,0 0-3 0,0 0 0 16,0 0 1-16,0 0-2 0,0 0-10 0,0 0-4 15,0 0 3-15,0 0 1 0,0 0-9 0,0 0-7 16,0 0 7-16,0 0 4 0,-5-8-10 0,5 8-6 16,0 0 7-16,-8-3 8 0,8 3-8 0,0 0 16 15,0 0-4-15,-6-5 4 0,6 5-17 0,0 0 16 16,-4-5-4-16,4 5 3 0,0 0-7 0,-4-5 0 16,4 5-1-16,0 0 5 0,-1-10-5 0,1 10 2 15,0 0-3-15,0-10 9 0,0 10-8 0,0-8 1 16,0 8 0-16,1-14-7 0,1 6 2 0,1-1-2 15,1-3 5-15,0 1-6 0,3-4 11 0,-2 3-2 16,2-2-2-16,1 0-6 0,2-2 2 0,-3 2-3 0,2-2-1 16,0 2-1-16,1 1-1 0,2 0-4 0,-2-1-2 15,0 5 4-15,-1 0 0 0,0 2 2 16,0 1-1-16,-1-1-4 0,-3 5-6 0,0-2 5 16,0 1-1-16,-5 3-4 0,14 0 4 0,-14 0-2 15,12 2 1-15,-7 1-2 0,3 2-2 0,-3 1-1 0,0 2 1 16,0 2 2-16,0 0-3 0,-1-1 3 0,0 1 0 15,-2 1-3-15,-2 2 1 0,0-2 3 16,0 1-3-16,-2 1 1 0,-3-2-2 0,2 3 0 16,-3 0 1-16,-1 1 0 0,1-3-1 0,-3-3 4 15,1 2-6-15,-3 1 9 0,1-4-5 0,1 2 3 16,0-4-2-16,0 1-1 0,-1 0 1 0,-1-1-2 16,1-1 3-16,1-1-4 0,3-1 3 0,-1 1-2 15,1-1 0-15,6-3 2 0,-11 3-1 0,11-3-2 0,-8 1 7 16,8-1-7-16,0 0 4 0,-9 1-2 0,9-1-8 15,0 0 1-15,0 0-7 0,0 0-4 0,0 0-5 16,0 0 8-16,25-5-1 0,-13 2 1 0,0 3 2 16,3-1-2-16,-2 2 2 0,1-1 5 15,0 2-6-15,0 0 5 0,-1 1-1 0,-2 2-1 0,3-1-1 16,-5 1 0-16,0 1 7 0,0 2-6 0,-1-1 7 16,-5 1-9-16,1-1 9 0,-1 0-1 0,-2 3 2 15,-1-4 1-15,-2 4 2 0,-4-1-3 0,0 1-3 16,-2 0 4-16,-7 0-4 0,0 0-1 0,-2 0 6 15,2-2-4-15,-3 1 7 0,-1-3 0 0,5 0-3 16,-3 2-15-16,6-5-9 0,1 2-22 0,2-2-17 16,3 0-23-16,5-3-28 0,-11 4-109 0,5-2-240 15,6-2 107-15</inkml:trace>
  <inkml:trace contextRef="#ctx0" brushRef="#br0" timeOffset="155561.68">17776 13766 98 0,'0'0'136'0,"0"0"-9"0,0 0-4 16,0 0 6-16,36 16-11 0,-14 2 1 0,-2 4-4 15,2 3-13-15,6 13 0 0,-1 0-11 0,-11-4-4 16,1 11-10-16,-5 2-1 0,-7 3-11 0,-5-2-3 16,-5-1-7-16,-6-1-3 0,-1 0-6 15,-9 4 1-15,-4 0-5 0,-7 0-5 0,-16 22-3 0,-4-7-11 16,8-20-27-16,-21 18-22 0,-5 1-44 0,-4-2-36 15,-4-3-42-15,-6 0-121 0,-5-5-290 0,-9-6 129 16</inkml:trace>
  <inkml:trace contextRef="#ctx0" brushRef="#br0" timeOffset="156710.97">5397 13219 118 0,'0'-8'132'0,"0"8"-8"15,0 0-17-15,0-8 4 0,0 8-11 0,0 0 2 16,0-9-13-16,0 9-4 0,0 0-9 0,0 0-5 15,1-8-10-15,-1 8-3 0,0 0-9 0,0 0-3 16,0 0-5-16,0 0-9 0,0 0-5 0,0 0-1 16,0 0 0-16,0 0 2 0,4 23-1 0,-3-13-1 15,0 7 1-15,2 2-5 0,-2 7 3 0,-1 2 3 16,-4 3-3-16,4 1 0 0,-2 0 0 0,-1 3 0 16,2 1-1-16,0 8-1 0,-2 3 1 0,2-4 2 15,-1 7 2-15,1-5-6 0,1 5 1 0,-2-3-3 16,-1 4 5-16,0 5-5 0,3-1 2 0,-1 26 0 15,-3-27-5-15,2 2 5 0,-2 1 2 0,-2 0-5 16,6 24 2-16,-3-21-5 0,3 25 0 0,0-25 2 16,1 27 1-16,4-5-4 0,2 2 5 0,-3-3 23 15,-1-22 1-15,3 1-4 0,1 23-6 0,-3-25-2 16,5 27-4-16,-1 0-1 0,-3-28 0 0,3-1-6 16,0 4 0-16,-3 0-1 0,3 0-26 0,0-1-1 15,-2-3 0-15,-1 1 4 0,0-2-5 0,-2-3 5 16,-2-3-16-16,-1 2-10 0,-1-3-13 0,-2-3-16 15,3-9-16-15,-1-2-11 0,1-1-4 0,3-3-21 16,1-3-15-16,2-8-14 0,7 3-23 0,-3-8-109 16,4-4-292-16,-1-7 129 0</inkml:trace>
  <inkml:trace contextRef="#ctx0" brushRef="#br0" timeOffset="160016.19">5466 12878 59 0,'0'0'50'0,"0"0"-3"0,0 0-3 0,0 0-4 15,0 0-8-15,0 0-4 0,0 0-2 0,14 13 9 16,-9-10-6-16,0 0-6 0,1 0-1 0,4 1 1 16,-1 3-3-16,2-4 2 0,-1 5 1 0,1-2-3 15,2-1 3-15,2 3-4 0,3 1-2 16,-1 0 0-16,3 1 1 0,7 0-5 0,4-2 0 16,1-1 2-16,0 2 2 0,6-3-3 0,12 2-2 0,-1 4 5 15,2-8-7-15,0 2 4 0,3-4-2 0,-1-2-1 16,5 2-2-16,0-4-4 0,-1 4 13 0,-1-2-2 15,3 0-7-15,0 0 2 0,1 0 3 0,2 0 0 16,0 3-1-16,-4-3 7 0,4 0-5 0,0 2 1 16,-2-1 1-16,6 0-4 0,-3 0-4 0,0 6 6 15,0-8-2-15,-1 7-3 0,1-4 4 0,-2 1-6 16,4 1 6-16,0 0-1 0,-1-3-4 0,2 4 3 16,0-2-7-16,-1 2 4 0,1 0 0 0,24 1 1 15,-31 0-3-15,2-4-3 0,-1 3 6 0,-1 1-5 16,4-4-3-16,2-1 0 0,2 3 0 0,-2-1 2 15,24 1 1-15,-26-2 0 0,2-1-1 0,3-1-1 16,22 2 4-16,-28 0-5 0,0 2 2 0,0-2 1 16,1 0 2-16,0 2 1 0,30 0 0 0,-30-2-9 15,1 0 14-15,2-2-2 0,26 2 0 0,-31 1-2 16,4-1-2-16,-1 3-7 0,0-2 15 0,2 1-12 16,-1-1 3-16,26 3-3 0,-26-3 1 0,0 0 2 15,26 3-3-15,-28-3-1 0,27-2 4 0,-25 2-10 16,30 0 11-16,-30-3-6 0,27 3 1 0,-28-5 1 0,31 1 4 15,-30 1 0-15,28-3-7 0,-28 2 0 16,25-3 0-16,-27 4-3 0,2-3 3 0,24 2-2 16,-27 2 1-16,0-1 2 0,-6 0 0 0,3 1 6 15,-1 2-7-15,2 0-1 0,0 1 4 0,0-1 0 16,1 0 5-16,0 2-2 0,2-1 8 0,0-2-5 16,1 0 2-16,0-1-9 0,-2 5 0 0,1 0-3 15,0-4 4-15,-2 2 10 0,1-3-7 0,1-1-4 16,-2 0 2-16,2 2-3 0,0 0 2 0,-5-3-7 15,1 1 5-15,1-1-1 0,-1-1 3 0,-1 2-1 16,3 0-7-16,-2 0 4 0,-2 0-2 0,2 0 2 16,-1 0 2-16,1-3 3 0,-1 5 1 0,1-2-3 15,1 1-2-15,-3-1 2 0,3 0 2 0,1 2-3 16,0 0-1-16,-1-1-1 0,-4 3 2 0,4-3 1 16,-1 2-2-16,2 0 0 0,1-1 3 0,-1 1-3 15,2-1 3-15,-2 1 0 0,2-3 0 0,0 1 0 16,-1 3-2-16,4-3 6 0,-3-1-5 0,2 1-4 15,-4 2 5-15,1-2-5 0,-3 0 6 0,3 2 5 16,-6-1-12-16,4-2 3 0,2 1-1 0,-6 0 4 16,5 2-5-16,-2 0 2 0,1 0 1 0,1-4 2 15,2 1-2-15,0 1 1 0,-1-1 3 0,2 1 3 0,1-1-5 16,-1 0-4-16,1 0 4 0,1 0-2 16,-3 0 1-16,3-2 2 0,23 4 0 0,-30-2 0 15,3 0-2-15,1 3 8 0,1 1-6 0,-1-4 0 16,1-1 9-16,-2 3-10 0,2-2 5 0,-2 1-2 15,-1 0 4-15,1-1-6 0,0 3 5 0,-2-2-5 16,0 1 4-16,1 1 0 0,2-1 0 0,-3-1-3 16,1 1-3-16,1-1 2 0,-1-1-2 0,-4 0 3 15,3 0-2-15,-2-1 4 0,3 2 3 0,-6-1-6 16,3 1-1-16,-1 0 1 0,-2-1 3 0,2-1-3 16,0 3 1-16,-2-1 2 0,1-1-2 0,2 2 2 15,-5-5-1-15,4 6 3 0,-5 0-3 0,2-2 1 0,1 0 4 16,-2 1-12-16,1-2 8 0,0 1-4 15,-1 1 3-15,-1 0 0 0,1-2-4 0,2 0 2 16,1 1 1-16,-1-2-2 0,2 2 3 0,-2 0-5 0,0 0 1 16,-2 3 2-16,1-4 2 0,0 3-5 0,2-1 5 15,-3 0-4-15,-1 1 3 0,-1-2-5 16,1 1 3-16,-2 2-1 0,2-1-1 0,1-1-1 16,-14 0-1-16,18 1 4 0,0 0-2 0,-2 2 0 15,-2-1-3-15,3 0 0 0,-4-1 2 0,3-3 4 0,-2 4-2 16,-1-1-2-16,-1 0 4 0,1 3-3 0,1-5 1 15,0 3 0-15,0-1-3 0,-1 2 4 16,2-1-2-16,-1-1-2 0,1 0 0 0,-1 2-1 16,-1-3 2-16,0 5 0 0,-12-5-2 0,10 0 1 15,-9 1 1-15,9 2 0 0,-10 1 2 0,13-1 1 0,-14 1 0 16,11 0-5-16,-11-2 4 0,-1 1-1 16,-1-1 1-16,0 3-4 0,3-2 8 0,-4 0-10 15,2 0 6-15,-2 1-7 0,1 0 11 0,-1 1-3 16,1-3-1-16,0 1-4 0,-2 1 5 0,1 0-2 15,0-1-2-15,0 1-3 0,-3 0 8 0,1 1-2 0,-2-1 2 16,-2-2-8-16,-2 2 7 0,0-1-3 16,-9 0-1-16,3 0 0 0,-3 0 3 0,3 1-3 15,-4 0 0-15,-1-2 2 0,0 0-2 0,-4 0 0 16,-1-1 4-16,-1 3-4 0,1-1 1 0,0-2-2 16,-3 3-3-16,0-1 1 0,1-1 5 0,-2 1-4 0,-1 0 0 15,0 2 1-15,2-3-1 0,-2 0-1 0,-1 4 0 16,0-4 5-16,3 2-1 0,-4 2-2 0,-5-8-1 15,12 12 22-15,-6-4-16 0,1-1 1 16,-1-2-1-16,-2 1-1 0,2 4 4 0,1-3-9 16,-1 1 8-16,0-1 1 0,0 3 5 0,0 0-2 0,-1-1-2 15,0 1-5-15,0 0 4 0,0 0 2 0,-1 1 0 16,1 4-3-16,-1-3 4 0,1-1-2 16,-2 2-2-16,2 1 5 0,-1-2-1 0,0 3-4 15,-1 3 4-15,3-4-1 0,-2 2-1 0,-1 1-1 0,1 2-12 16,1-2 3-16,0 1 5 0,-1 0-2 0,3 2 0 15,-1 4 0-15,0-6 1 0,2 6 5 16,0 1 1-16,-3-6 3 0,2 5-6 0,-2 1 2 0,1-1-6 16,-1 1 1-16,-1-4 2 0,1 3 3 0,-1 1 2 15,-1 4 2-15,1 2-2 0,1-3 5 16,0 3 3-16,1-1-1 0,-2 4-5 0,3-2-1 0,1 2-6 16,-2 0 5-16,1-3-2 0,-4 6 3 0,5 8-3 15,-3-9-2-15,0 0-3 0,-1-1 4 0,1 9-3 16,-2-9 1-16,-2 1 3 0,0-2-3 15,3 1 0-15,-3 12 3 0,-1-13-3 0,0 12 2 0,-1-11 1 16,1 13-4-16,-2-13 2 0,-2 11 0 0,3 0 1 16,-3-1 2-16,0-9 5 0,-3 12 25 0,2-3-1 15,-1 0-5-15,0-10-3 0,-6 10-3 16,-2 0-2-16,6-11-2 0,-5 10-1 0,3-11-4 0,1 16-1 16,-6-4-3-16,1 4-3 0,0-2 1 15,0 2 1-15,-3-5-3 0,-1-1 2 0,2 1-25 16,-3-1-3-16,6-10-1 0,-8 13 5 0,6-13-1 0,0 12 6 15,1-15-1-15,-4 15 8 0,4-11-4 0,1-1-6 16,1 0 13-16,-2-1-3 0,0 14 3 0,2-12-1 16,-1-1 0-16,-3-2-1 0,4 2 1 0,-4-2-3 15,2 13 5-15,0-13-4 0,3-2-1 16,-2 0 5-16,-1-2-1 0,1 3 34 0,-2-5-2 16,2 1-10-16,-7 1 2 0,4-3-6 0,0 3 7 15,1-2-6-15,0-2 3 0,0-1-6 0,-2-3 6 16,6-5-3-16,2 1 0 0,-1 1-5 0,-1-2-2 15,2-2 2-15,0 0-2 0,3-2 1 0,-2 1-4 16,1-2-2-16,-1 1-10 0,0-2 7 0,2 0 1 16,-1 0 2-16,2-3-3 0,5-5 1 0,-8 13-34 15,4-7 3-15,4-6 5 0,-9 11-1 0,5-6 5 16,4-5-1-16,-9 11 3 0,5-6 6 0,4-5-2 16,-8 10 0-16,8-10 4 0,-7 7-1 0,7-7-2 15,-8 9 8-15,2-4 1 0,6-5-2 0,-11 5 4 16,11-5 1-16,-10 7-1 0,5-3 5 0,5-4-2 15,-13 6-5-15,7-3 4 0,-2 3 0 0,8-6-2 16,-18 5 2-16,8-1 2 0,-1-3-3 16,-1 2 4-16,-1-2-4 0,-1 4 0 0,0-3 1 15,-5-1-1-15,2 3 3 0,-2-3-4 0,-1-1 1 16,2 1 3-16,-2-1-6 0,-1-1 4 0,-1 1 1 16,-6-3-4-16,-3 1 0 0,-1-1 1 0,3-2 1 0,1 3-5 15,-7-3 4-15,2 4 2 0,0-3-6 0,-1-2 6 16,-1 5-2-16,1-4-1 0,-6 2 3 0,2 0-4 15,-13-7-1-15,-2 5 5 0,1 0-4 0,-1 1 1 16,1-1 0-16,-3 0 6 0,0 1-11 16,-3 0 6-16,0 2-1 0,-1-3 2 0,-1 1 2 15,1 1-3-15,-5 0 1 0,0-3-2 0,-1 3-2 16,-24-4 1-16,26 6 3 0,-4-4-4 0,-22 0 0 16,26 2 3-16,-32-7-5 0,31 7 10 0,-4-2-9 15,-23-1 6-15,-2-4-7 0,27 5 1 0,-30-2 0 16,1 0 0-16,3 0 5 0,1-3-4 0,2 3 3 15,22 1-3-15,-21-3 1 0,-8 2 2 0,2-2-3 16,3-2 2-16,-5 3 0 0,3 0-6 0,26 3 6 16,-28-4-1-16,-5 1-2 0,7 2 3 0,-1-3 1 15,28 3-2-15,-35-1 3 0,2-4-1 0,5 2-2 16,-2 1 2-16,3-1-6 0,3 2 9 0,-2 0-3 16,25 2 1-16,-28-5-2 0,3 4 0 0,-1-4 0 15,-3 5-2-15,29 1 4 0,-27-2 0 0,2-3-6 16,27 3 3-16,-27 3 3 0,26-2-3 0,-24-5 0 15,-1 8 1-15,-1-6-3 0,25 4 4 16,-25 0-5-16,27 2 1 0,-28-3 2 0,28 1-3 16,-31-2 3-16,4-1 0 0,27 5 0 0,1 0 2 15,-31-7-2-15,33 6 1 0,-5-1-3 0,-24 3 3 16,29-4-3-16,1 1 5 0,-2 0-3 0,0 1 2 0,-27 0 0 16,32 0-1-16,-3-2-3 0,2 4 4 15,-1-2-3-15,1-1 1 0,-3 2 0 0,-1 0 1 16,2 0-2-16,-2 2 0 0,2-6 0 0,1 7 1 15,-7-1-2-15,2-1 0 0,4 2 5 0,0-2-7 16,-1 2 7-16,3-1-3 0,0-1-3 0,-3 4 5 16,-5 0-1-16,6-3-1 0,0-2-3 0,3 2 3 15,-3 2 0-15,2 0-4 0,-3 1 4 0,8-2-1 16,-4 1-2-16,2-2 2 0,-3 3 3 0,0 0 2 16,3-2-2-16,0 3-4 0,-3-1 1 15,0 0-1-15,-5-1 1 0,1 1-1 0,0 0-2 0,0 1 4 16,3-3-1-16,-3 4 0 0,2-2-1 0,0-2 5 15,-2 2-1-15,3-2-4 0,4 0 3 0,-7 1 0 16,0 0-1-16,0 0-2 0,-2-4 0 0,-2 2 0 16,-21 2 0-16,26-2-1 0,-5-2 3 15,-24 2 0-15,26-1-3 0,-1 2 5 0,-1 1-5 0,-27-8 2 16,26 8 3-16,-27 0-3 0,6-4 0 0,25 2 3 16,-27 1-7-16,29-4 5 0,-3 5 2 0,-26-6 0 15,28 3-7-15,-3-1 12 0,-26 2-8 16,25-1-3-16,-26-4 3 0,29 2 4 0,-27 5-6 15,27-6 0-15,-1 2 3 0,-1-2 0 0,-2 1-1 16,-20-4 3-16,25 1-3 0,2 3 2 0,-6-4-2 16,4 0 1-16,-3-1-3 0,-23-2 5 0,29 3 1 15,1-3-5-15,1 4 5 0,-2-2-3 0,4 0-1 16,-3 2 2-16,3-2-4 0,-1 0 4 0,0 1-1 16,4-3-1-16,-4 6 7 0,1-5-5 0,0 2-5 15,-3 5 5-15,2-5-4 0,-2 3 0 0,4 2 6 16,-4 0-5-16,2 3 4 0,-1-4-3 0,-2 3 2 15,4 0 2-15,1-2-2 0,4 1-1 0,0 1 1 16,-2 1-3-16,2-2-2 0,13 4 6 0,0 0-4 16,-2-4 2-16,0 2 2 0,2-1-4 0,1 3-6 15,2-2 0-15,3 2-9 0,3-7-9 0,2-2-11 16,-1 1-17-16,9 0-24 0,1-2-30 0,1 2-35 16,1-2-54-16,2 0-148 0,-2-4-373 0,3 0 165 15</inkml:trace>
  <inkml:trace contextRef="#ctx0" brushRef="#br0" timeOffset="161452.12">5591 16073 5 0,'0'0'32'0,"-13"-7"1"0,13 7 2 16,0 0 0-16,0 0-2 0,-4-7 0 0,4 7 6 0,0 0 3 15,0 0 3-15,0 0 9 0,0 0-2 0,-2-7 7 16,2 7-5-16,0 0-14 0,0 0 8 16,0 0-12-16,0 0 7 0,0 0-13 0,0 0 1 15,0 0-4-15,0 0 3 0,0 0-15 0,0 0 2 16,0 0 21-16,0 0-21 0,0 0-6 0,0 0 3 15,0 0-1-15,0 0-1 0,0 0 18 0,0 0-25 16,0 0 0-16,-16 10 4 0,16-10 3 0,0 0-3 16,-6 5-3-16,6-5 0 0,0 0-3 0,-5 3 3 15,5-3-6-15,0 0 3 0,-8 2 2 0,8-2 8 16,0 0-15-16,0 0 8 0,0 0-2 0,0 0 3 16,0 0-8-16,-11-1 14 0,11 1-5 0,0 0-2 15,0 0 3-15,0 0-1 0,0 0 1 0,0 0 1 16,0 0 2-16,0 0-1 0,0 0-5 0,0 0-1 15,0 0 3-15,0 0-4 0,0 0-1 16,-11-2 0-16,11 2-11 0,0 0 15 0,0 0-9 0,0 0 10 16,0 0-14-16,2 14 12 0,-2-14 1 0,0 9 0 15,0-9-2-15,-2 10 5 0,1 0-2 16,0 2 1-16,0 0 0 0,-3 3 5 0,1 0-2 0,2 0 10 16,-2 3-23-16,2-1 2 0,0 1 0 0,-3 1 5 15,4-1 5-15,-1 1-8 0,2 0 11 0,0 0-12 16,2 0 10-16,-2 0-7 0,0 1-1 0,4-1 1 15,-2-2-1-15,1 1-4 0,2-1 6 16,-1-1-3-16,2 1 5 0,-4-2-9 0,0 2 6 0,1 0 1 16,1-2 4-16,-2 1-6 0,-2-3 4 0,3 5 0 15,0-4-7-15,3 1 4 0,-7-2 1 0,3 2-5 16,-1 2 8-16,0-2 3 0,-1-3-2 0,0 1 0 16,0-3-4-16,-2 3-3 0,4-2 5 15,-3 1-6-15,1-1 4 0,2 5-3 0,-1-7 0 0,-2-9 8 16,3 18-10-16,-1-8 7 0,2-4-8 0,-4-6 1 15,4 17 0-15,-2-9 3 0,0 2-7 16,-1-1 6-16,-1-9-2 0,4 12 2 0,-2-5-9 16,0 3 9-16,-1-5-1 0,-1-5 3 0,3 12-6 0,-3-12 7 15,0 0-9-15,3 10 8 0,0-7-10 16,-3-3 6-16,0 0 3 0,0 0-3 0,0 0-1 16,1 9 3-16,-1-9-4 0,0 0 4 0,0 0 3 15,0 0-5-15,4 4 2 0,-4-4-4 0,0 0 0 16,0 0 0-16,0 0 1 0,0 0 2 0,6 5 1 15,-6-5-3-15,0 0 3 0,8 2 6 0,-8-2-15 16,0 0 9-16,0 0-1 0,15 0 1 0,-15 0-5 0,0 0 2 16,16 0 2-16,-16 0 1 0,14 0-2 15,-14 0-1-15,16 3 1 0,0-6-1 0,2 3 2 16,-1 0-4-16,0 2 4 0,5-2-1 0,1 0 3 16,9-2 0-16,-4 0-8 0,3 1 12 0,-1 1-7 15,5 0 9-15,-5 0-6 0,5-4 4 0,1 2 0 16,1-2 3-16,14 1 1 0,-11-1-4 0,-2 0 5 15,14-1-9-15,-15 0 7 0,16 0 2 0,-14 1 3 16,15-4-2-16,-2 4 0 0,-13-1 0 0,14 1 6 16,-1 0-1-16,-14 1 3 0,13-3-7 0,-10 4 7 15,-3-3-3-15,1 3-7 0,12 2 0 0,-14 0-2 16,1 0 0-16,-1-2 3 0,0 2-4 16,0 1-4-16,-2 2 3 0,-1-3-1 0,2 1-1 0,-1-1 3 15,-2 4-1-15,4-4-8 0,-4 1 11 0,-6-1-8 16,6 0 3-16,-2 1-3 0,2 1 5 0,-1-2-7 15,0 1-2-15,-3-1-10 0,2 1-30 0,0-1-50 16,1-4-38-16,0 3-166 0,-3 0-321 0,-1-1 142 16</inkml:trace>
  <inkml:trace contextRef="#ctx0" brushRef="#br0" timeOffset="161595.9">8358 16703 1625 0,'6'-5'-99'0,"-1"-5"-93"0,-4 5-31 0,-1-5-241 0,-2-1 107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6:46:25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5141 4664 122 0,'0'0'201'0,"0"0"1"16,0 0-6-16,0 0-6 0,0 0-6 0,0 0-9 16,0 0-9-16,0 0-6 0,0 0-7 0,0 0-8 15,2-7-1-15,-2 7-15 0,0 0 0 0,0 0-19 16,0 0 1-16,0 0-10 0,0 0-2 0,0 0-7 15,-6-14-12-15,6 14 2 0,0 0 2 0,0 0-8 16,-5-4-3-16,5 4-1 0,0 0-1 0,0 0-9 16,0 0-5-16,0 0-9 0,0 0-9 0,-6-5-5 15,6 5-6-15,0 0 1 0,0 0-10 16,0 0-3-16,0 0-2 0,0 0-5 0,0 0 0 0,-2 19-3 16,1-3-2-16,0 2 39 0,-2 9-3 15,1 4-2-15,-2-1-7 0,0 4-1 0,-1-1-2 0,2-3 0 16,-2 0-7-16,4-1-1 0,-3-3 0 0,5 0-3 15,-2-7-2-15,1 0-4 0,1-3-9 16,-1 0 6-16,2-4 2 0,-2 0 2 0,0-3 1 0,1 3-3 16,-1-4 2-16,1-1-3 0,-1-7 1 0,-1 12-3 15,1-12 3-15,0 9-4 0,0-9 5 0,0 0-5 16,0 8-2-16,0-8-7 0,0 0 6 0,0 0-16 16,-1 8-19-16,1-8-31 0,0 0-29 0,0 0-35 15,0 0-28-15,0 0-45 0,0 0-86 16,0 0-252-16,0 0-583 0,0 0 259 0</inkml:trace>
  <inkml:trace contextRef="#ctx0" brushRef="#br0" timeOffset="474.03">5122 4645 130 0,'16'-13'171'0,"1"1"-12"16,2 2-8-16,-2 1-11 0,-1 3-19 0,2 0-11 16,-1 2 2-16,-3 2-15 0,3 4-3 0,0 1 11 0,1 5 2 15,-6 0-5-15,-3 1-12 0,4 5 2 16,-3 1 7-16,-3 0-3 0,-1 4-10 0,-3 0-5 16,-3 5-6-16,0-3-8 0,-1-4-3 0,1 3-3 15,-4-2-9-15,-1-3-1 0,1 2-5 0,-1-3 0 16,-4 0-5-16,6-5-3 0,-1 0-5 0,0-2 1 15,0-2-4-15,3 2-5 0,1-7-2 0,-6 7 1 16,3-4-5-16,3-3 0 0,0 0-6 0,-4 9 2 16,4-9-11-16,0 0 1 0,0 0-3 0,0 0 1 15,14 7-2-15,-8-7 0 0,5 0-1 0,0 2 0 16,-1-1-4-16,4 3 1 0,-2 1 2 0,3 2 3 16,-2-1-4-16,-3 1 0 0,3 0-4 0,-4 0 4 15,0 0 3-15,1 3-1 0,-4 1-1 0,2-1 2 16,-4 0 5-16,-1 1 4 0,-2 0-2 0,-1 0 4 15,-3-1-3-15,-1 1 0 0,-2-2-2 0,0 2 3 16,-6-1-8-16,1 0 5 0,-5 2-2 0,1-3-3 16,-2-2-6-16,-1 0-3 0,1-3-8 0,1 2-5 15,-2-4-7-15,-1 1-19 0,8-2-24 0,-3-1-39 16,2-1-61-16,2-2-62 0,-2 1-153 0,1-3-415 16,3 1 184-16</inkml:trace>
  <inkml:trace contextRef="#ctx0" brushRef="#br0" timeOffset="1540.31">5726 4798 145 0,'0'0'297'0,"0"0"-12"0,-1-10-16 0,1 10-15 16,0 0-18-16,-13-4-30 0,13 4-6 0,-11 2-17 16,2 4-17-16,-5 3-2 0,0 4-9 15,-7 7-7-15,4-1-33 0,-2 3 10 0,5 2-4 16,-5 0 0-16,5 0-18 0,0 0-9 0,5-6-13 16,1-1-1-16,2 0-14 0,4-2-20 0,0 0 20 15,0-3-19-15,3-2-5 0,0 1-2 0,1-1-4 16,0-3-5-16,4 1 4 0,-2-2-4 0,1 0-1 15,3-1-12-15,1 1-5 0,1-4-4 0,-1-1-3 16,1-2 6-16,2-1-3 0,1 0-5 0,-3-3 2 16,4-1-2-16,-2-1-1 0,0-2-5 0,0-5-2 15,-1 2-3-15,1-2 8 0,-6-1-5 0,2-1-4 16,-2-1 0-16,0-1 3 0,-3-2-3 0,1-5-4 16,-3 6 3-16,2-1-1 0,-2 4 0 0,-1-1 8 15,0 4-4-15,0 3 23 0,1 1 7 0,-1 2-4 16,0 7 6-16,-1-11-1 0,1 11 0 0,0-8-6 15,0 8-5-15,0 0-3 0,0 0 0 0,0 0-4 16,0 0-5-16,0 0 8 0,0 0 5 0,0 0 7 16,-2 37-5-16,-1-20-6 0,2 2 10 0,-1 0-10 15,0 0 3-15,0 6 4 0,2-7-9 0,-1-1 7 16,1-2-8-16,0-2-12 0,0-3 12 0,0 3-1 16,1-4 10-16,2 2-6 0,-3-11-4 0,3 13-8 15,-3-13 5-15,2 12-11 0,-2-12 13 0,7 10 3 16,-3-6 0-16,-4-4 2 0,12 4 2 0,-12-4-3 15,20 2 2-15,-9-3-6 0,0-2 7 0,1-3 2 16,5 0-4-16,2-4-6 0,-3-1-4 0,2-2-1 16,0-6-6-16,3 0-3 0,-4-2-1 0,-1-2-3 15,-5 7 0-15,-1-2-6 0,2-4 0 0,-3 0 4 16,-3 3 2-16,-2 3 1 0,-1 5-3 0,-1-2 6 16,1 2 4-16,-3 4 0 0,0 1 5 0,0 6 4 15,-1-12 0-15,1 12 2 0,-3-10-2 0,3 10-5 16,-6-5 4-16,6 5 5 0,0 0-5 0,0 0-9 15,-20 10 3-15,14-2-5 0,0 2 1 0,-1-1 8 16,4 4-6-16,-1-1 1 0,2 3 5 0,2 2-4 16,2-1-3-16,0-1-13 0,2 2 13 0,2-1 6 15,1-1-3-15,0-1 3 0,2 3-1 0,2-3 5 16,-6-2-21-16,5 1 23 0,-1 0-3 0,-2-3 0 16,-1 2 3-16,-1-2 0 0,0 0-5 0,-1 0 0 15,-2-1-6-15,1 1-7 0,-3-3-2 0,-3 4-3 16,1-5-5-16,1 1 5 0,-3-3-2 15,0 3 6-15,4-7-4 0,-5 8 4 0,1-6-1 0,4-2 9 16,-5 5 3-16,5-5-6 0,0 0 1 0,0 0 3 16,0 0-6-16,0 0 3 0,0 0-4 15,0-20-4-15,6 9 11 0,-1 1-3 0,7-5 0 16,3 2 1-16,2-10 13 0,3 5-9 0,0-1-4 16,1 0 1-16,1-2-4 0,-3 2 3 0,1-2-2 15,-2-2 5-15,-1 4 0 0,-3 5-11 0,-2-1 18 16,0-2-2-16,-2 2-4 0,-2-2 5 0,0 2 1 0,-3 1 4 15,-3 2 2-15,2-1 7 0,-2 3-1 16,-1 1 0-16,-1 0 9 0,0 9 4 0,-3-14-16 16,1 9 2-16,2 5 8 0,-9-11-7 0,1 11 0 15,-1-1 4-15,-4 4-6 0,-3 6-1 0,-7 6 1 16,0 0 5-16,-2 6-6 0,2 1-8 0,2-1-2 16,3 1 10-16,1-1-9 0,3-1-2 0,4-4 5 15,4 1-5-15,2 0 5 0,2-3-6 0,5-1-12 16,1 1-27-16,2-3-24 0,7 0-40 0,1-1-27 15,7-4-39-15,4 0-54 0,7-2-68 0,1-3-274 16,3-2-610-16,1-2 269 0</inkml:trace>
  <inkml:trace contextRef="#ctx0" brushRef="#br0" timeOffset="1922.93">6691 4620 149 0,'-4'-11'345'0,"4"11"-6"15,-2-10-11-15,2 10-34 0,0 0-3 0,0 0-26 16,-2-11-29-16,2 11-26 0,0 0-24 0,0 0-23 16,0 0-16-16,0 0-31 0,0 0 15 0,0 40-15 15,0-11-9-15,-3 1-2 0,3 4-4 16,-2-2-17-16,1 1-7 0,1 0-3 0,-1 1-2 0,2-4-13 15,-4 1-17-15,2-4 18 0,0 0 5 16,-2-7-21-16,0-1-29 0,1-2 21 0,0 0 3 16,1-5-6-16,-2-1-4 0,2-1 3 0,1-10-7 15,-2 15-6-15,2-15-5 0,-2 11 1 0,2-11 4 16,0 0-6-16,0 10 5 0,0-10-1 0,0 0 1 16,0 0 2-16,-1 11-3 0,1-11-11 0,0 0-9 0,0 0-14 15,0 0-15-15,0 0-10 0,0 0-12 0,0 0-12 16,0 0-11-16,0 0-12 0,0 0-6 0,0 0-11 15,-10-23-10-15,10 23-22 0,0 0-26 0,0 0-25 16,-1-19-35-16,1 19-24 0,3-9-37 16,-3 9-156-16,0 0-478 0,-2-17 211 0</inkml:trace>
  <inkml:trace contextRef="#ctx0" brushRef="#br0" timeOffset="2810.35">6644 4800 145 0,'0'0'233'16,"-3"-7"-7"-16,3 7-11 0,0 0-10 0,0 0-15 15,0-11-14-15,0 11-17 0,0 0-4 0,1-8-7 16,-1 8-11-16,0 0-9 0,0 0-11 0,0 0-9 16,2-7-15-16,-2 7-6 0,0 0-11 0,0 0-3 15,0 0-10-15,0 0-14 0,0 0 0 0,0 0-9 16,0 0-4-16,0 0-3 0,0 0-4 0,0 0-2 16,0 0-5-16,0 0-1 0,0 0-5 0,0 0-1 15,0 0-1-15,0 0 1 0,0 0-3 0,0 0-1 16,0 0 1-16,0 0-2 0,0 0-2 0,0 0-2 15,0 0 2-15,0 0 0 0,0 0-2 0,0 0 0 16,0 0-4-16,0 0 2 0,0 0-1 0,0 0-1 16,0 0 1-16,0 0 0 0,0 0 1 0,0 0-3 15,0 0 2-15,0 0-1 0,0 0-1 16,0 0 1-16,0 0 1 0,0 0 0 0,0 0 2 0,0 0-1 16,0 0 1-16,0 0 2 0,0 0 0 0,0 0-2 15,0 0 2-15,0 0-3 0,0 0 5 0,0 0 4 16,0 0-2-16,0 0 4 0,0 0-3 0,0 0 0 15,0 0 1-15,2-8-2 0,-2 8 2 0,0 0-5 16,-1-16 4-16,1 9-7 0,1 0 1 16,3-1-4-16,-1-3 2 0,1 1 3 0,1-5-2 0,0 4-4 15,2 0 2-15,1 0-2 0,2-3-2 0,2-3 3 16,-2 4 3-16,3 2-5 0,-4 1 2 0,4 0-13 16,-4 3 12-16,1 1-3 0,1 2-3 15,0 0 6-15,0 3-4 0,-1-1-1 0,3 4-2 16,-3 3 1-16,1 3 2 0,0-1-1 0,2 5 2 15,-3 0-1-15,-1 4 4 0,0-1 6 0,-4 1-1 16,-1-1 2-16,0 2 3 0,-2 0-4 0,2-1 1 16,-5-4 8-16,1-1-6 0,-3 3 4 0,-1-2 7 15,1-2-4-15,-3 3-2 0,0-3 0 0,-2 0-4 16,-2 1 0-16,2-1 1 0,-1-4-1 0,2 2 1 16,-1-2-1-16,1-1 2 0,1-1-2 0,1 0-5 15,5-4 4-15,-6 6-5 0,6-6 0 0,0 0 0 16,-6 3 3-16,6-3-6 0,0 0-5 0,-7 4-7 15,7-4 5-15,0 0-4 0,0 0-5 0,0 0 1 0,10 10 5 16,-2-7 2-16,1 2-1 0,0 0 3 16,2 1-3-16,-2-1 1 0,2 0-13 0,-2 4 14 15,1-3 2-15,0 3 2 0,-2-1-1 0,2 1-1 16,-5-2 0-16,0 2 2 0,-1-2 6 0,1-1-6 16,-2 0-1-16,-1 2 1 0,-2-8 0 0,-2 12-4 15,-2-3 8-15,-3-2-2 0,0 1-4 0,-5 0 7 16,2 0-6-16,-2-3 5 0,-3 2-12 0,-2 1 6 15,0-1-2-15,-1-1-4 0,-7 5-2 0,8-5-11 16,1-1-2-16,-2-2-9 0,8 0-15 0,-1-1-27 16,11-2-44-16,-14 0-57 0,14 0-66 0,-9-1-222 15,9 1-500-15,0 0 221 0</inkml:trace>
  <inkml:trace contextRef="#ctx0" brushRef="#br0" timeOffset="3043.81">7049 4850 232 0,'0'0'337'0,"4"-7"14"0,-4 7-6 15,5-5-36-15,-5 5-14 0,4-4-32 0,-4 4-27 16,0 0-28-16,0 0-25 0,0 0-19 0,0 0-10 16,5 13-10-16,-3 0-5 0,-2 5-20 15,0 0-17-15,0 0-10 0,3 0-7 0,-3 0-3 16,-1 1-17-16,1-1-21 0,0-1-23 0,0-2-27 15,0 2-30-15,1-5-32 0,0 5-50 0,-2-7-65 0,2 1-87 16,-2-1-279-16,1-10-593 0,0 14 262 0</inkml:trace>
  <inkml:trace contextRef="#ctx0" brushRef="#br0" timeOffset="3204.97">7141 4563 120 0,'0'0'184'15,"0"0"-44"-15,0 0-49 0,-17 16-60 0,16-6-73 16,-3 2-46-16,6 1-94 0,-2-2 41 0</inkml:trace>
  <inkml:trace contextRef="#ctx0" brushRef="#br0" timeOffset="3955.37">7393 4789 106 0,'-9'0'280'16,"4"4"-13"-16,-3 1-15 0,-1 2-15 0,0 1-1 16,-1 6-10-16,-2-2-18 0,-2 9-15 0,-1 1-3 15,5 0-15-15,-5-1-18 0,6-3-14 0,-1-1-17 16,0-1-14-16,4-1-10 0,3-4-9 0,2-1-6 15,0 1-10-15,1-1-13 0,0-10-4 0,0 14 2 16,2-8-5-16,1 1 4 0,1-2 0 0,0 0-7 16,-4-5-7-16,12 4-7 0,-4-4-1 15,-8 0 1-15,19-4-4 0,-7-1-3 0,-3 0-1 0,2-2-3 16,-2 0-6-16,0-3-5 0,0 1 2 16,-3-3 2-16,2-1-9 0,-3 3 2 0,3-8-2 15,-2 1-3-15,-3 0 3 0,-1 1-1 0,1 0-5 16,-1-1 1-16,0 1-1 0,-1 4 5 0,-1 2 16 0,0 10 3 15,0-14 6-15,0 14 6 0,1-9 6 0,-1 9-9 16,0 0 0-16,0 0-10 0,0-13 0 0,0 13-8 16,0 0-4-16,0 0 4 0,0 0 1 15,0 0 4-15,0 0 2 0,-1 32-4 0,2-17 6 16,-2 3-4-16,-2-1-11 0,2-6 5 0,2 4 1 16,1-1 0-16,-1-1-6 0,2-1 4 0,-1 0-4 0,2-3 0 15,-1 1-7-15,0-3 5 0,-3-7-6 0,9 10 1 16,-4-5 1-16,2-1 4 0,4 0 5 0,-2-1 6 15,3-2 8-15,2 1 6 0,-3-4 0 0,2 0 3 16,5-4-1-16,1 0-2 0,-2 1-4 16,1-5 0-16,0 2-5 0,5-7-1 0,-7 4-3 15,5-8-4-15,-3 2 1 0,-4 1-7 0,0 1 2 16,2-6 1-16,-4 4-2 0,-3 2-5 0,-3 0 4 16,-1 3-4-16,1 0-2 0,-4 1-4 0,0 1 3 15,1 2-5-15,-2 2 1 0,-1 6 0 0,2-9-2 16,-2 9 3-16,2-10-1 0,-2 10 4 0,0 0-6 15,0 0 0-15,0 0 0 0,0 0-2 0,0 0 0 16,0 0-4-16,0 0 3 0,-13 25 4 0,8-18-2 0,3 1-2 16,-1 4-5-16,2-3 4 0,0 2 3 15,1 1-2-15,1-2-5 0,1 2 5 0,1-2 1 16,2 3-4-16,-1-3 1 0,0 2 2 0,1-1-1 16,4 4 3-16,-4-5-5 0,4 6 2 0,-3-6 1 15,1 0-1-15,-1-1 7 0,2 1-9 0,-3-3 3 16,-1 3 1-16,-2-4 2 0,2 0 0 0,-1 1-1 15,-2-1 0-15,0 2-1 0,-1-8 1 0,-1 11-1 16,-2-3-5-16,-2-3-9 0,-1 0-18 0,-6 3-23 16,-4-1-42-16,-3 2-54 0,-10-2-70 0,-2-2-83 15,-3 3-92-15,-2-6-328 0,-15 6-784 0,0-2 347 16</inkml:trace>
  <inkml:trace contextRef="#ctx0" brushRef="#br0" timeOffset="4690.26">3758 4818 94 0,'-4'-5'206'0,"-1"0"-14"0,5 5-20 16,-11-6-17-16,6 4-17 0,5 2-11 0,-13 2-2 16,5 3-2-16,-1 5-9 0,-1 3-2 0,-5 8-7 15,3 3-6-15,0 0-6 0,2 5-6 0,1 0-5 16,3-1-4-16,2 1-1 0,-1-5-6 16,1 2-1-16,4-8-10 0,2 0-5 0,1-3-7 15,0 1-3-15,2-4-3 0,0-2 2 0,2 0-12 16,5 1 0-16,-3-5-1 0,3 1-4 0,2-3 1 15,3 0 3-15,0-3 8 0,0-4 1 0,1 1 3 16,1-4-3-16,0 0 3 0,-1-3 0 0,-3 2 6 16,3-3 3-16,-5 0 2 0,-2 1 6 0,-3 0-2 15,1-2 1-15,-1-3-15 0,-2-2 2 0,-1 1-5 16,0-3-3-16,-5 1-5 0,-1-3-1 0,-3 2-4 16,0-1-6-16,-4 1-1 0,-1-1-3 0,1 3-4 15,-5 1 1-15,2-2-3 0,-2 4 2 0,-4 0-8 16,2 3-3-16,0 1-1 0,-3 3-12 0,-1-1-8 15,1 5-12-15,1 2-17 0,-2 2-22 0,1 2-24 16,0 4-23-16,3 3-31 0,-6 6-28 0,9-2-46 16,0 2-37-16,2 8-172 0,-2 1-467 0,10 2 207 15</inkml:trace>
  <inkml:trace contextRef="#ctx0" brushRef="#br0" timeOffset="5178.35">4026 5292 64 0,'20'-7'208'0,"-11"0"1"16,0 3-6-16,-2-4-2 0,2 1-6 0,1-1-14 15,-2-2-9-15,4-3-13 0,2-2-13 16,-3 1-5-16,2-3-11 0,-3 1-8 0,4-5-12 16,-4 5-11-16,2-7-10 0,-1 0-7 0,-3-1-10 15,0-1-7-15,-3 6-9 0,0-5-1 0,-2-3-9 16,0 2 1-16,-3 0-5 0,-1 8 9 0,-3-1 12 15,2 2-5-15,-1 4 5 0,-1 0-4 0,0 3-1 0,-1-1-3 16,-1 1 0-16,-2 3 4 0,8 6-13 16,-10-12-2-16,4 8-9 0,6 4-4 0,-17-7 1 15,9 6-5-15,8 1 0 0,-12-4-4 0,12 4-6 16,-16 1 2-16,16-1-3 0,-14 0-5 0,14 0-7 16,0 0 1-16,-14 3-1 0,14-3-1 0,0 0-3 15,0 0-2-15,-5 5 4 0,5-5 1 0,0 0-1 16,0 0-1-16,19 14 5 0,-7-11-6 0,-2 1 4 15,3 0-1-15,2 2-1 0,-1-3-1 0,3 4 1 16,2-3-1-16,-2 1 2 0,0 0-2 0,1 0 0 16,-2-1 2-16,-4 1 0 0,0 1 6 0,0-1-8 15,-1 3-2-15,-2 0-3 0,0 1 4 0,-3 1 6 16,4 4 3-16,-2 3 0 0,-3-3 13 0,-1 3-5 16,1-1-2-16,1 3 5 0,-2-2 7 0,-1 2-2 15,0-2-5-15,0 2-1 0,-1-1-2 0,0-3-3 16,2 2 1-16,-1 1-4 0,0-3-2 0,1-2-15 15,1 3-33-15,0 1-45 0,1-6-47 0,1 6-64 16,1-6-63-16,0 4-64 0,-3-4-182 16,0 1-545-16,0-1 241 0</inkml:trace>
  <inkml:trace contextRef="#ctx0" brushRef="#br0" timeOffset="5406.35">3851 5651 337 0,'-6'4'308'0,"1"-2"-27"0,5-2-22 16,-9 4-26-16,9-4-18 0,0 0-24 0,0 0-19 15,0 0-16-15,0 0-16 0,39-11-11 0,-5 2-30 16,13-7-23-16,9-2-37 0,8 0-53 0,24-10-73 15,1 2-71-15,-27 10-238 0,0-2-429 0,24-6 189 16</inkml:trace>
  <inkml:trace contextRef="#ctx0" brushRef="#br0" timeOffset="5543.35">5213 5353 170 0,'0'0'335'0,"13"0"-19"0,-13 0 0 15,0 0 14-15,15-3 3 0,-15 3 0 16,6-4-20-16,-6 4-27 0,0 0-28 0,0 0-29 0,9-5-24 15,-9 5-34-15,0 0-58 0,0 0-61 0,0 0-87 16,0 0-88-16,0 0-117 0,0 0-321 0,0 0-607 16,0 0 269-16</inkml:trace>
  <inkml:trace contextRef="#ctx0" brushRef="#br0" timeOffset="6074.44">5661 5634 60 0,'-8'0'273'0,"8"0"-2"16,-14 2-13-16,9-1-9 0,5-1-8 0,-9 3-12 15,9-3-14-15,0 0-18 0,-7 2-16 0,7-2-5 0,0 0-6 16,28 5-11-16,1-5-3 0,12-1-12 0,22-3-5 15,32-6-5-15,1-1-5 0,8-3-8 0,-1-1-1 16,0-1-9-16,-6-1-18 0,5-4-6 16,-2 8-5-16,-7-2-13 0,3 0 6 0,-4-2-10 15,1 3-6-15,-5-1 2 0,-24 4-1 0,-1-2 2 0,1 3-6 16,0 0-4-16,-4-2-2 0,0 1 0 0,-9 3 12 16,-13 0-14-16,-5-1 0 0,-3 2 11 0,-10 2 3 15,-2 1 7-15,-6 1 5 0,0 2 3 16,-4-2-2-16,0 1-6 0,-3 1 4 0,-5 1 2 15,0 0 1-15,14 0 1 0,-14 0-4 0,0 0 0 0,8-2-15 16,-8 2-15-16,0 0-22 0,0 0-28 0,0 0-44 16,0 0-50-16,0 0-85 0,0 0-84 0,0 0-101 15,-32 7-102-15,15-2-262 0,-3 0-795 16,-7 0 351-16</inkml:trace>
  <inkml:trace contextRef="#ctx0" brushRef="#br0" timeOffset="13574.88">8510 13395 102 0,'4'-9'159'0,"-4"9"5"0,0 0 8 15,3-7 1-15,-3 7-2 0,3-10-6 0,-3 10-15 16,2-6-7-16,-2 6 1 0,2-6 2 0,-2 6-1 16,0 0-5-16,0-14-3 0,0 14-7 0,1-6-9 15,-1 6-6-15,0 0-2 0,0 0-6 0,-3-10 0 16,3 10-8-16,0 0-7 0,-2-6-10 0,2 6-3 15,0 0-8-15,-4-7-1 0,4 7-8 0,0 0 0 16,-7-7-8-16,7 7-4 0,-7-3-5 0,7 3-2 16,0 0-4-16,-9-4-11 0,9 4 11 0,-10-2-9 15,10 2-6-15,-12 2-5 0,12-2 1 0,-14 3-3 16,3-1-3-16,1 4-3 0,-1 0 4 0,0 1-1 16,-1 2-9-16,-3 4 2 0,0-4 8 0,2 3-15 15,3 2 3-15,-1-3 0 0,0 5 3 0,2-2-5 16,4 3 0-16,-3-1 0 0,1 1-1 0,2-2 2 15,1 2-3-15,-1-2 8 0,-1 2-1 0,4-1 2 16,-1 0-2-16,3-3 2 0,-1 2-3 0,2-3 3 16,2-1-1-16,-2 1-5 0,4 0 4 0,-1-4-4 15,1 1-1-15,-1-1 3 0,2-1 1 0,1 0 0 16,2 0 0-16,-1-2 4 0,2-2-5 0,-1 1-5 16,0-1 0-16,2 0 6 0,-1-2 1 0,1-1 0 15,-11 0 1-15,19-4 1 0,-9 4-3 0,1-3 5 16,0-3-4-16,-2 1 0 0,1-3 1 0,-1 2 1 15,-2-2-15-15,2 2-13 0,-1-1-7 0,0 0-20 16,-2 0-22-16,-1 2-30 0,2-2-29 0,-2 1-38 16,0 1-31-16,1-2-47 0,-1 1-31 0,-1 2-195 15,0-1-509-15,2 0 226 0</inkml:trace>
  <inkml:trace contextRef="#ctx0" brushRef="#br0" timeOffset="16715.16">9020 13644 150 0,'-2'-8'173'0,"2"8"2"15,-1-10-5-15,1 10-3 0,0 0-3 0,-1-9-4 16,1 9-8-16,0 0-6 0,-2-10-8 0,2 10-2 15,0 0-12-15,0 0-8 0,0 0-10 0,0 0-11 16,-1-9-11-16,1 9-6 0,0 0-1 0,0 0-8 16,0 0 2-16,0 0-2 0,0 0 8 0,0 0 13 15,7 28-10-15,-5-13-4 0,-1 2-10 0,1 1 4 16,0 3-13-16,1-3-2 0,-2 3-9 0,-1-2 1 16,2 1-9-16,-1-8-2 0,1 0-6 0,0 0 0 15,0 2-3-15,-1-3 0 0,1 0-6 0,-2-5-3 16,1 0 1-16,-1-6 1 0,1 10-3 0,-1-10-5 15,0 8 4-15,0-8 0 0,3 8-4 0,-3-8 1 16,0 0 0-16,1 6 9 0,-1-6-16 0,0 0 3 16,0 0 0-16,0 0 1 0,1 7 2 0,-1-7-3 15,0 0-18-15,0 0-17 0,0 0-27 0,0 0-33 16,0 0-45-16,0 0-53 0,0 0-59 0,0 0-256 16,0 0-542-16,0 0 240 0</inkml:trace>
  <inkml:trace contextRef="#ctx0" brushRef="#br0" timeOffset="18549.36">8611 13432 99 0,'-5'-12'135'0,"2"6"2"15,3 6-8-15,-4-11 4 0,3 4-5 0,1 7-5 16,-4-11 1-16,4 11-8 0,-4-8 1 0,4 8-13 15,-2-8-8-15,2 8-11 0,0 0-7 0,-3-7-11 16,3 7-6-16,0 0-10 0,0 0-8 0,0 0-4 16,0 0 2-16,0 0 8 0,0 0 6 0,7 24-5 15,-5-9 1-15,2 2-7 0,1 9-3 0,3-7-3 16,-5 5-3-16,1 1-3 0,-1-6-1 0,1 0-2 16,-2-1-1-16,1 0 1 0,0-2-5 0,-1 0-6 15,1-4-1-15,0-1-2 0,-1-1 3 0,-1-2-3 16,1-1-1-16,0-1-3 0,-2-6 4 0,2 10-4 15,-2-10 8-15,0 8 5 0,0-8 2 0,2 8 5 16,-2-8 1-16,0 0 3 0,0 0-3 0,0 0-5 16,0 0 0-16,0 0-4 0,0 0-3 0,0 0 6 15,0 0-2-15,0 0-4 0,0 0-4 0,-11-22-4 16,11 14-1-16,0 8-2 0,3-22 3 0,-1 10-8 16,2 1-1-16,0 1 0 0,1-1 0 0,2 0-2 15,-1 2 1-15,0 0-4 0,2 2 2 16,0-1-5-16,1 3 2 0,0 1-2 0,-3 0 1 0,2 2 0 15,3-1 0-15,-2 0 2 0,-1 3-3 0,3 2 1 16,-4 0-3-16,3 1 2 0,-5 0 10 0,3 0-9 16,-3 1 2-16,-1 1-1 0,0 2 2 0,-1-2-4 15,-1 1 3-15,-1 5 2 0,-1-11 0 0,-3 12 1 16,0-4-2-16,-1-2 1 0,0 3 3 0,-5-3-3 16,3 1 5-16,-3 0-3 0,0-4-1 0,-3 2 0 15,1 2 3-15,0-3-3 0,0-1 5 0,-1 0-3 16,5-2-1-16,-2 1-1 0,9-2 1 0,-14 1-2 15,14-1-5-15,-13 0-11 0,13 0-23 0,-10 0-29 16,10 0-28-16,0 0-45 0,-9 0-43 0,9 0-54 16,0 0-129-16,0 0-397 0,0 0 175 15</inkml:trace>
  <inkml:trace contextRef="#ctx0" brushRef="#br0" timeOffset="19844.43">15461 11178 140 0,'1'-7'196'0,"-1"7"-3"0,0 0 9 15,1-9 2-15,-1 9-3 0,0 0-6 0,0 0-6 16,-5-13-4-16,5 13-6 0,0 0-4 0,-3-10-8 15,3 10-17-15,-5-6-4 0,5 6-13 0,-7-4-9 16,7 4-10-16,-12-3-12 0,12 3-6 0,-11 0-15 16,2 3-5-16,-2 1-8 0,2 2-4 0,-6 2-1 15,2 2-12-15,-1 2-3 0,2 2-4 0,-1 0-4 16,-5 7-5-16,8-6 3 0,-3 1-1 0,3 0 0 16,2 0-6-16,4-1-5 0,-1 0 2 0,0-3 2 15,5 1-18-15,0-4 13 0,-2 1-4 0,4-1-6 16,-2-1 2-16,4-2-6 0,-2 2-3 0,4 0 2 15,-2-2-2-15,2-1 5 0,0-1-5 0,1 0-1 16,4-3 4-16,-2 3-2 0,1-1-4 0,2-3 5 16,-2 1-17-16,1 0-17 0,2-1-15 0,-3-1-25 15,2-2-31-15,-3 1-39 0,2 1-45 0,-2-2-41 16,4 0-35-16,-4-3-29 0,0 2-180 0,0 1-500 16,0-2 221-16</inkml:trace>
  <inkml:trace contextRef="#ctx0" brushRef="#br0" timeOffset="20306.57">15632 11218 89 0,'1'-6'251'0,"-1"6"-6"0,0 0-7 16,0 0-6-16,3-7-18 0,-3 7-22 0,0 0-21 16,0 0-17-16,0 0-15 0,0 0-11 0,0 0-8 15,0 0-10-15,4 26-9 0,-2-14-4 0,1-1-4 16,-2 4-4-16,1 2-7 0,0-5-12 0,-1 0-2 15,3 5-5-15,-4-1-2 0,1-3-2 0,0-2 0 16,1 0-10-16,0-1-1 0,-1-1 7 0,-1 1-1 16,0-10 0-16,-1 12-4 0,1-12 5 0,0 11 0 0,0-11 1 15,0 0 6-15,-2 7-2 0,2-7 6 16,0 0 5-16,0 0-1 0,0 0 5 0,0 0-3 16,0 0-6-16,0 0-1 0,0 0 9 0,0 0-25 15,0 0-13-15,0 0-3 0,0 0-9 0,0-27-2 16,0 27-1-16,8-13-11 0,-2 7 8 0,1 0-11 15,-1 1-13-15,4 0 15 0,-3-1-2 0,1 4-4 0,1-2 1 16,1 4-5-16,-10 0-1 0,16 0 2 0,-8 1 0 16,1 3 0-16,-2-1 11 0,-1 1-9 15,-1 1-12-15,2 0-2 0,-2 1 4 0,-1 2-9 0,-2 0 2 16,-2-1 8-16,-1 3-5 0,0 1 11 0,-3-1-5 16,-1-1-4-16,-3 2 3 0,-2 2 9 0,-1-1-13 15,0-5 8-15,-2 3 1 0,-2-2 5 0,3-1-6 16,1-2 8-16,0 1-4 0,-1-2 0 15,2-2-2-15,-2 0-12 0,3 0-19 0,0-2-26 0,0 0-29 16,9 0-39-16,-14 0-36 0,14 0-42 0,-9 0-42 16,9 0-39-16,0 0-250 0,0 0-577 15,0 0 256-15</inkml:trace>
  <inkml:trace contextRef="#ctx0" brushRef="#br0" timeOffset="20589.82">15886 11410 110 0,'5'-3'225'0,"-5"3"0"0,13-3-11 16,-5 2-8-16,-8 1-10 0,9-2-1 0,-9 2-9 15,11 3-3-15,-11-3-5 0,10 6-8 0,-6-2-3 16,1 3-3-16,-1-1 1 0,-1 0-13 0,-2 6-4 16,-1-3-8-16,0 4-16 0,-3 2-8 15,0-3-5-15,-1 1-6 0,0-1-10 0,0 0-7 16,-2 0 11-16,2-2-7 0,0-3-7 0,0 0-15 0,0-1-7 15,2-1 4-15,2-5-13 0,-4 8-3 0,4-8-5 16,-4 8-9-16,4-8-3 0,-4 6-11 0,4-6 3 16,0 0 4-16,0 0-8 0,12 8 2 15,-6-8-29-15,3 1-19 0,3-3-31 0,0-1-45 0,1 0-49 16,6-1-65-16,3-3-80 0,-3 3-314 0,2 0-658 16,0 0 291-16</inkml:trace>
  <inkml:trace contextRef="#ctx0" brushRef="#br0" timeOffset="142056.25">26771 2956 199 0,'-7'-8'205'0,"3"-3"2"16,2 2 1-16,-3 0-9 0,-2 2 0 0,7 7-2 15,-4-11-6-15,4 11-14 0,0 0-16 0,-5-10-15 16,5 10-16-16,0 0-18 0,-4-8-11 0,4 8-15 15,0 0-7-15,0 0-14 0,0 0-7 0,0 0-2 16,0 0-9-16,0 0-1 0,18 29-7 0,-7-7-1 16,0 0-1-16,1 5-2 0,1 0-1 0,1-1 0 15,-3 1-3-15,2-1-5 0,-3 1-4 0,3-3 0 16,-3 0-3-16,-2-7 1 0,1 0-5 0,-3 0-1 16,4-1-1-16,-6-5-1 0,3-1-3 0,-1-2 2 15,-1 2 3-15,-3-5-3 0,-2-5-4 0,7 12 3 16,-7-12 4-16,4 7-2 0,-4-7 3 0,0 0 2 15,5 6 6-15,-5-6 4 0,0 0-2 0,0 0 5 16,0 0-10-16,11-23-3 0,-7 11-2 16,0-4-1-16,0-2-2 0,0-2 2 0,0-9-11 15,1 2 4-15,-1 0 1 0,2-3 0 0,-1 4 1 16,0-2-6-16,-2 1 3 0,1 1 0 0,0-1-1 0,-2 8-3 16,0-6-3-16,-2 5 3 0,3 3-2 0,-3 4 1 15,2 2-3-15,-4 1 0 0,2 10 2 16,0-15-5-16,0 15-16 0,2-10-16 0,-2 10-24 15,0 0-29-15,0 0-26 0,0 0-22 0,0 0-15 16,0 0-28-16,0 0-37 0,-15 31-41 0,5-8-137 16,1 1-428-16,0 2 189 0</inkml:trace>
  <inkml:trace contextRef="#ctx0" brushRef="#br0" timeOffset="142356.24">27260 3174 237 0,'3'-12'243'0,"-3"12"-7"15,0 0-9-15,-3-13-4 0,3 13 1 0,0 0-6 16,0 0-10-16,0 0-17 0,-4-17-11 0,4 17-20 16,0 0-16-16,0 0-14 0,0 0-12 15,0 0-15-15,0 0-11 0,0 0-6 0,0 0-8 16,0 0-12-16,-29 21-4 0,20-8-8 0,-3 4-1 15,3 0-5-15,-1-2-6 0,3 1-6 0,0 2-4 16,3-2-2-16,-1 2-3 0,5-3 0 0,-2 0-4 16,2-3-3-16,2-1-12 0,0 0-8 0,1 1-23 15,1-3-13-15,0 0-37 0,4-1-20 0,2 1-38 16,5-2-31-16,-5-1-32 0,6 0-34 0,-2-4-32 16,5-1-145-16,-1-1-438 0,-1-2 194 0</inkml:trace>
  <inkml:trace contextRef="#ctx0" brushRef="#br0" timeOffset="142606.31">27651 3138 202 0,'0'0'223'0,"1"-10"-4"16,-1 10 1-16,0 0-15 0,0 0-11 0,0 0-16 16,-14-9-11-16,14 9-10 0,-16 2-5 0,16-2-8 15,-29 12-6-15,13-2-3 0,-2 2-3 16,-4 3-4-16,1 0-8 0,1 4-2 0,7-6-8 15,-2 3-13-15,1-1-14 0,3 1 1 0,2-2-10 16,5-3-11-16,-2 1 1 0,6-2-14 0,-4 0-2 16,4-10-7-16,2 21 3 0,0-12-11 0,5 0 3 15,0-1-4-15,2 2-7 0,1-4-16 0,5 1-12 16,3-2-30-16,-3 0-25 0,6-2-39 0,-3-2-47 16,0 0-53-16,5-4-52 0,-2-1-242 0,0 0-532 15,0-3 236-15</inkml:trace>
  <inkml:trace contextRef="#ctx0" brushRef="#br0" timeOffset="142817.04">28026 3104 185 0,'0'0'279'0,"0"0"-6"0,0 0-8 0,0 0-13 16,0 0-17-16,0 0-22 0,0 0-18 0,0 0-16 0,0 0-20 15,0 0-12-15,0 0-17 0,0 0-13 0,14-3-19 16,-14 3-24-16,14-3-27 0,-14 3-35 16,15-2-43-16,-15 2-42 0,0 0-50 0,20 0-40 15,-20 0-35-15,13 2-181 0,-13-2-410 0,10 7 181 16</inkml:trace>
  <inkml:trace contextRef="#ctx0" brushRef="#br0" timeOffset="142971.97">27999 3220 199 0,'-8'4'233'0,"8"-4"0"16,0 0 3-16,0 0 0 0,0 0-5 0,-6 5-14 16,6-5-11-16,0 0-10 0,0 0-26 0,0 0-13 15,0 0-23-15,0 0-23 0,0 0-18 0,0 0-37 16,0 0-49-16,39-12-63 0,-26 9-75 0,5-4-75 16,-2 4-181-16,0-1-420 0,-5-1 186 0</inkml:trace>
  <inkml:trace contextRef="#ctx0" brushRef="#br0" timeOffset="146273.97">28741 2841 95 0,'0'0'206'0,"0"0"-6"15,0 0-5-15,0 0-7 0,0 0-11 0,0 0-1 16,0 0-14-16,0 0-8 0,0 0-12 0,0 0-13 0,0 0-7 15,0 0-12-15,0 0-7 0,0 0-14 0,0 0-6 16,0 0-9-16,0 0-7 0,0 0-7 0,0 0-9 16,0 0-2-16,0 0-7 0,0 0-2 15,0 0 0-15,0 0-7 0,0 0 5 0,0 0-13 16,0 0-9-16,0 0-1 0,0 0-10 0,0 0-4 16,0 0-2-16,0 0-2 0,2-7-4 0,-2 7-11 15,11-4-4-15,-3 1-13 0,2 0-21 0,2 2-23 16,5-2-25-16,-3-1-40 0,-1 1-16 0,0 0-26 15,1 0-160-15,-1 0-374 0,-2 1 166 0</inkml:trace>
  <inkml:trace contextRef="#ctx0" brushRef="#br0" timeOffset="146706.22">28900 2804 83 0,'0'0'110'0,"0"0"-3"0,-3 9-4 0,2-2 5 16,-2 3-3-16,1 1 5 0,0 7 5 0,-1-2-2 15,-1 9-8-15,1-8-20 0,-2 9 3 0,4-10-6 16,2 4-11-16,-1-1-8 0,-1 0-12 0,-2-2 1 0,6 0-1 16,-2 0-3-16,-1-5-7 0,0 0-3 0,0-1-5 15,3 1 0-15,-2-6-7 0,-1 3 0 16,0-2-6-16,0-7 2 0,2 12-5 0,-2-6 0 15,0-6 2-15,0 7-7 0,0-7 2 0,0 0 0 16,0 0 0-16,-1 12-6 0,1-12 12 0,0 0-4 16,0 0-2-16,-10 5-9 0,10-5-1 0,0 0-4 15,-17 0-2-15,11 0 4 0,6 0-2 0,-17-1 0 16,10-1 0-16,-1 0-3 0,-1 1 3 0,9 1 2 16,-10-4-5-16,10 4 3 0,-9-3-1 0,9 3 5 15,-10 0-5-15,10 0 3 0,0 0-3 0,-7-4-2 16,7 4 7-16,0 0-1 0,0 0-2 0,0 0-3 15,0 0-4-15,0 0 3 0,0 0 0 0,0 0 1 16,0 0-1-16,0 0-4 0,23-11-4 0,-7 7-3 16,4 0-9-16,-1-1-17 0,-1 1-10 0,1 0-18 15,2-3-23-15,-3 3-16 0,0-1-13 0,1-2-23 16,1 4-86-16,-3-3-249 0,-1 5 110 0</inkml:trace>
  <inkml:trace contextRef="#ctx0" brushRef="#br0" timeOffset="146939.62">29127 3021 168 0,'0'0'171'0,"0"0"5"16,0 0-4-16,0 0-6 0,0 0-9 0,0 0-16 15,0 0-11-15,0 0-20 0,0 0-10 16,0 0-12-16,0 0-10 0,0 0-8 0,0 0-7 16,0 0 4-16,0 0 1 0,0 0-2 0,0 28-2 15,1-18-5-15,1 0 3 0,-2-10-6 0,1 23 3 16,0-11-13-16,1 4-3 0,-1-4-2 0,0-2-5 15,0 3 0-15,1-2-5 0,-1 1-11 0,2-1-21 16,-1 1-24-16,-2-2-33 0,0-10-37 0,4 19-24 16,-4-10-38-16,0-9-40 0,2 16-119 0,-2-6-341 15,0-10 150-15</inkml:trace>
  <inkml:trace contextRef="#ctx0" brushRef="#br0" timeOffset="147339.51">29214 2977 18 0,'6'-5'145'0,"-6"5"-10"16,15-6-17-16,-5 2-8 0,0 2-9 16,2 1-11-16,-12 1-5 0,19 0-7 0,-8 1-10 15,1 1-4-15,-2 0-6 0,-10-2-10 0,13 6 1 16,-7-2-6-16,-1 3-4 0,-1 3 1 0,-1-1-1 0,-3 1-9 15,-2 7 1-15,0-7-15 0,-2 6-3 16,-3-3-13-16,0 0-7 0,2-3-13 0,1 3-12 0,-1-5-13 16,0 2-9-16,1 0-2 0,0-2-10 15,4-8 5-15,-2 15 8 0,2-15-4 0,3 11 2 16,-3-11 13-16,8 12-2 0,0-5 7 0,-5-2 2 16,-3-5-1-16,16 10 7 0,-9-3 4 0,0-3 8 15,1 1 7-15,-8-5 4 0,15 9 8 0,-10-4-12 16,-5-5-1-16,10 6 7 0,-10-6 6 0,8 5 18 15,-8-5 25-15,5 7 14 0,-5-7 14 0,0 0 4 16,0 0 7-16,0 0-12 0,-13 16-5 0,3-11-4 16,0-1-3-16,-4 0-7 0,-2 3-11 15,0-5-4-15,-2 3-24 0,0-2-22 0,6 0-30 0,0 0-50 16,0-3-120-16,-3 0-224 0,15 0 99 0</inkml:trace>
  <inkml:trace contextRef="#ctx0" brushRef="#br0" timeOffset="147822.56">29548 2906 20 0,'-5'-5'238'0,"5"5"1"0,0 0 1 0,-4-6-9 0,4 6 1 15,0 0-10-15,0 0-7 0,0 0-7 0,0 0-17 16,0 0-11-16,0 0-17 0,-5-10-17 16,5 10-16-16,0 0-11 0,0 0-11 0,0 0-16 15,0 0-15-15,0 0-8 0,0 0-11 0,0 0-4 16,0 0-6-16,0 0-4 0,0 0-3 0,3 39-5 16,0-22-1-16,-2-1 3 0,1 4-8 0,0-1 6 0,-1 0-12 15,-1 2-1-15,0-5-2 0,2 2-4 16,-1-3 2-16,3 3-7 0,-4-1 0 0,0-7-3 15,1 3-12-15,0 0-22 0,-1-13-24 0,2 18-13 16,-2-9-22-16,1 1-28 0,-1-10-29 0,0 14-25 16,0-14-31-16,1 10-27 0,-1-10-13 0,0 0-160 15,-1 17-428-15,1-17 189 0</inkml:trace>
  <inkml:trace contextRef="#ctx0" brushRef="#br0" timeOffset="148173.01">29607 2832 12 0,'0'0'89'0,"0"0"-11"0,0 0-4 0,13 0-9 0,-13 0-2 16,0 0-1-16,0 0 1 0,16 15 2 0,-14-6-6 15,-2-9-6-15,3 18 4 0,-1-7-9 16,-2-11 3-16,-5 22 0 0,2-6-4 0,-4-2-10 15,2-2 4-15,-3-2-12 0,2 1-7 0,-3-2 7 16,1-1-4-16,8-8-10 0,-9 11 4 0,9-11 1 16,-8 10 13-16,8-10 2 0,0 0-5 0,-7 7 10 15,7-7-2-15,-5 4 1 0,5-4 2 0,0 0 2 16,0 0-7-16,0 0-8 0,-6 9 4 0,6-9-14 16,0 0-1-16,0 0 4 0,0 0-2 0,18 10 0 15,-18-10-3-15,16 8-6 0,-16-8 0 0,18 9 1 16,-8-4-1-16,2 1-4 0,0 1 9 0,5-1-9 15,0 0 2-15,1 3-18 0,-2-4-18 0,1 0-36 16,-4 0-41-16,2 2-34 0,-2-2-97 0,-6-2-253 16,-7-3 112-16</inkml:trace>
  <inkml:trace contextRef="#ctx0" brushRef="#br0" timeOffset="148389.79">29861 3039 95 0,'0'0'245'0,"-4"-9"-9"0,4 9-16 16,0 0-20-16,0 0-25 0,0 0-16 0,0 0-17 16,0 0-3-16,0 0-1 0,0 0-7 0,0 0-10 0,-6 30-12 15,6-20-9-15,0 4-9 0,0-2-11 16,0-1-6-16,0 3-7 0,0-2-6 0,2 4-3 16,-2-1-7-16,1-3-25 0,2 0-22 0,-3 0-35 15,2 0-32-15,0-1-31 0,0-1-26 0,-2-10-33 16,4 14-36-16,-1-8-157 0,-3-6-374 0,0 0 166 15</inkml:trace>
  <inkml:trace contextRef="#ctx0" brushRef="#br0" timeOffset="148755.91">29893 3005 36 0,'2'-7'172'0,"-2"7"-10"0,5-10-14 0,-5 10-15 16,8-10-13-16,-8 10-15 0,8-6-13 0,-8 6-5 15,12-3-12-15,-12 3-7 0,13 0-8 0,-13 0-4 16,16 3-4-16,-9 0-8 0,-7-3-2 0,13 10-8 16,-8-4-3-16,1 3-1 0,-2 1-4 15,2 0 2-15,-4 0-10 0,1 1-9 0,-1-1-6 16,-2-10-15-16,-2 22-5 0,0-11-13 0,0 0-12 16,-2-3-17-16,3 2-23 0,1-10-9 0,-4 15 0 15,4-15 1-15,0 14-3 0,0-14 3 0,2 10 9 16,-2-10 5-16,6 10 8 0,-3-4 5 0,-3-6 11 15,9 8 5-15,-9-8 13 0,12 9 8 0,-7-3 2 16,-5-6 9-16,9 7 18 0,-5-1 13 0,-4-6 15 16,9 8 23-16,-9-8 21 0,5 9 7 0,-5-9 11 15,1 9 7-15,-1-9 3 0,0 0-8 0,-5 15 1 16,5-15-10-16,-11 12-2 0,1-4-15 0,1-2-7 16,-2 1-6-16,1 0-5 0,-2-1-18 0,2-1-26 15,1 0-33-15,9-5-56 0,-13 5-61 0,13-5-90 16,0 0-251-16,-18 4 112 0</inkml:trace>
  <inkml:trace contextRef="#ctx0" brushRef="#br0" timeOffset="148974.1">30313 2984 228 0,'0'0'261'0,"3"-2"-8"15,-3 2-3-15,0 0-17 0,0 0-18 0,0 0-19 16,0 0-6-16,11-7-24 0,-11 7-12 0,13-4-20 16,-5 0-15-16,3 2-13 0,-1-1-11 15,3 0-16-15,0-1-22 0,-1 2-28 0,0-1-40 16,-3 2-36-16,2-1-41 0,-11 2-51 0,17-1-37 16,-17 1-31-16,13-1-143 0,-13 1-379 0,0 0 168 15</inkml:trace>
  <inkml:trace contextRef="#ctx0" brushRef="#br0" timeOffset="149173.03">30398 2870 199 0,'0'0'252'0,"-6"-4"-5"0,6 4 26 0,0 0-18 16,0 0-23-16,-5-6-22 0,5 6-20 0,0 0-24 16,0 0-14-16,0 0-20 0,0 0-12 0,0 0-9 15,0 0-10-15,-7 18-12 0,9-8-2 0,-2-10-9 16,1 26-13-16,1-11-4 0,1 3-3 0,-3 0-9 15,4 1 2-15,0 0-17 0,0-1-39 0,0 7-58 16,0-9-56-16,3-1-76 0,2 2-277 16,-4-4-511-16,3 1 226 0</inkml:trace>
  <inkml:trace contextRef="#ctx0" brushRef="#br0" timeOffset="149556.09">30754 2747 176 0,'0'0'368'15,"0"0"-23"-15,0-17-29 0,0 14-31 0,0 3-28 16,1-8-24-16,-1 8-34 0,0 0-32 0,0 0-7 16,0 0-19-16,0 0-26 0,0 0 7 0,0 0-18 15,14 15-11-15,-7-2-10 0,2 2-10 0,1 1-5 16,-1 1-3-16,1-2-23 0,-1-1 14 0,0 0-5 15,-2-3-7-15,-1 0-3 0,0-1-5 0,2 1-4 16,-4-1-2-16,1-3-8 0,0-1 4 16,0 1-9-16,-5-7 8 0,6 8-7 0,-6-8 4 15,6 8-17-15,-6-8 18 0,0 0-1 0,6 4-2 16,-6-4 17-16,0 0 10 0,0 0-9 0,0 0-5 16,15-17-5-16,-6 3-3 0,-2-1 2 0,0-1-2 15,2-1-7-15,0-7-3 0,0 1-1 0,3-2-2 16,-6 7 1-16,0 2-7 0,1-1 4 0,0 2-1 15,-3 4-8-15,-1 2-10 0,-1 2-6 0,0 1-34 16,-2 6-49-16,2-8-51 0,-2 8-52 0,0 0-20 16,0 0-20-16,0 0-29 0,-11 18-232 0,-2-1-542 15,-1 5 240-15</inkml:trace>
  <inkml:trace contextRef="#ctx0" brushRef="#br0" timeOffset="149823.01">30973 2900 188 0,'3'-5'281'16,"-3"5"1"-16,0 0 0 0,4-8-10 0,-4 8-20 15,0 0-20-15,0 0-20 0,0 0-21 0,0 0-27 16,5-8-14-16,-5 8-15 0,0 0-4 0,0 0-9 16,0 0 1-16,0 0-18 0,0 0-3 0,4 38-7 15,-1-27-7-15,-2 4-12 0,0 2 6 0,-1 1-21 16,2-5-1-16,0 2-8 0,-2 3 8 0,1-1-16 15,1-6 1-15,-2-11-10 0,1 26-9 0,0-15-18 16,-1 1-31-16,1-3-33 0,2 2-40 0,-3 0-41 16,0-11-41-16,0 0-47 0,3 21-36 0,-3-15-34 15,0-6-153-15,0 0-485 0,0 0 215 16</inkml:trace>
  <inkml:trace contextRef="#ctx0" brushRef="#br0" timeOffset="150206.22">31088 2862 63 0,'6'-6'207'16,"-3"-1"-2"-16,0 0-19 0,0 2-18 0,-3 5-15 15,8-9-18-15,-4 6-16 0,-4 3-6 0,11-2-15 16,-5 2-11-16,-6 0 2 0,0 0-15 0,25 2-4 16,-16 3-5-16,-3-2-4 0,0 2 2 0,5-1-1 15,-11-4-8-15,12 11-1 0,-8-5-3 0,1 1-1 16,-5-7-5-16,4 15-2 0,-3-8-10 0,-1-7-10 15,0 0-5-15,-6 23-4 0,4-17-10 0,2-6-13 16,-4 13-7-16,-1-5-13 0,5-8-12 0,-3 11-8 16,3-11-11-16,-5 7-9 0,5-7 5 15,0 0-9-15,0 0 2 0,0 0 10 0,4 22 9 16,-4-22-3-16,0 0 7 0,9 9 7 0,-9-9 11 16,7 7-6-16,-7-7 2 0,10 6 9 0,-10-6 1 15,8 7 2-15,-8-7 3 0,7 8 11 0,-7-8 9 16,0 0 15-16,5 15 12 0,-5-15 14 0,0 9 9 15,0-9 3-15,0 0 4 0,-7 12-3 0,7-12 4 16,-6 9-5-16,-1-4-10 0,2 0-4 0,-3 0-15 16,-1 2-16-16,2-1-17 0,7-6-27 0,-16 9-46 15,10-5-28-15,6-4-38 0,-11 4-115 0,11-4-284 16,0 0 126-16</inkml:trace>
  <inkml:trace contextRef="#ctx0" brushRef="#br0" timeOffset="150640.62">31626 2813 10 0,'4'-7'280'0,"-4"7"-17"16,0 0-6-16,0 0-13 0,0 0-15 0,0 0-13 16,0 0-12-16,0 0-13 0,-35 1-13 0,35-1-12 15,-27 20-16-15,13-12-16 0,0 3-13 0,2 2-11 16,4-3-12-16,1-1-7 0,2-2-10 0,5-7-11 15,-8 16-5-15,8-16-5 0,-1 16-6 0,1-16-10 16,0 0-7-16,5 21-3 0,0-14-7 0,-5-7-7 16,17 8-3-16,-7-1-4 0,1-3-2 0,-11-4 2 15,24 7-7-15,-10-6-3 0,-3 0-1 0,-11-1 5 16,18 1 1-16,-18-1-3 0,0 0-2 0,17 1 3 16,-17-1-2-16,0 0-1 0,10 3 6 15,-10-3 9-15,0 0-3 0,0 0-6 0,0 0 0 0,0 0 10 16,0 0-6-16,0 0-3 0,-42 16 5 15,25-10 13-15,-5 8 3 0,5-1-4 0,-3-4-1 16,3 1 6-16,2 1 0 0,3-3-9 0,-1 1-2 16,2-1-6-16,0-2-1 0,11-6-2 0,-9 11 2 15,9-11-2-15,0 0-1 0,-5 18-3 0,5-18 9 16,0 0 3-16,14 13-3 0,-2-9 0 0,7 1-3 16,3-2-6-16,7-3-13 0,-7-1-20 0,10 0-32 15,-3 1-47-15,2-3-50 0,-3 0-61 0,0-1-55 16,-6 4-268-16,-1-3-581 0,-3 0 258 0</inkml:trace>
  <inkml:trace contextRef="#ctx0" brushRef="#br0" timeOffset="168043.37">29002 3598 68 0,'0'0'109'0,"0"0"-1"0,0 0-2 16,-11 0 1-16,11 0-11 0,0 0 4 0,0 0-3 16,0 0-5-16,0 0-6 0,0 0-7 0,0 0-3 15,0 0-17-15,0 0 4 0,-7-3-3 0,7 3-8 16,0 0-12-16,0 0 8 0,0 0-16 0,0 0 4 16,0 0-7-16,0 0-2 0,0 0-11 0,0 0 2 15,0 0-3-15,0 0 1 0,0 0 4 0,0 0-11 16,0 0 5-16,0 0-6 0,0 0 3 0,0 0 0 15,0 0-8-15,0 0 7 0,0 0-5 0,0 0 1 16,0 0 0-16,0 0-2 0,-10 0-3 0,10 0 1 16,0 0 2-16,0 0-2 0,0 0 1 0,0 0 0 15,0 0-5-15,0 0 9 0,0 0-5 0,0 0 2 16,0 0 0-16,0 0-3 0,0 0 1 0,0 0-1 16,0 0-3-16,0 0 4 0,0 0-1 0,41-4 1 15,-5 2-2-15,21-4-2 0,8-2 4 0,34 0 1 16,-2-3-5-16,-4 2 4 0,-1-4-5 0,1 3 3 15,1 0 2-15,-4-4-8 0,4 1 3 16,-28 7 4-16,25-7-1 0,-29 4-3 0,4-1-3 0,-2 1-1 16,-3-1 4-16,2 3-6 0,-5-3 6 15,-2 1 1-15,-6 3-3 0,-10 0-1 0,-3-2 0 16,-4 3 2-16,-2-1-1 0,-2 2 4 0,-11 1-3 0,0 3 4 16,-5-3 2-16,-4 1-4 0,0 2 7 15,-3-1 1-15,-6 1 5 0,12-3-5 0,-12 3 0 16,9 0 6-16,-9 0-9 0,0 0 6 0,9-4-5 15,-9 4-10-15,0 0 5 0,0 0-28 0,0 0-17 16,0 0-18-16,7-1-36 0,-7 1-26 0,0 0-108 16,0 0-252-16,0 0 111 0</inkml:trace>
  <inkml:trace contextRef="#ctx0" brushRef="#br0" timeOffset="169890.46">20912 5938 68 0,'0'0'99'0,"0"0"-5"0,0 0-7 0,0 0 0 0,0 0-13 16,0 0-23-16,0 0 23 0,0 0-7 0,0 0-3 16,0 0-16-16,0 0 0 0,0 0 3 0,0 0-6 15,0 0-4-15,0 0-6 0,0 0 3 0,0 0-4 16,0 0-8-16,-12-7 1 0,12 7 3 16,0 0-11-16,-9-2 1 0,9 2-2 0,0 0-6 0,-9-2 4 15,9 2-5-15,0 0 3 0,-13-2 0 0,13 2 3 16,-10-2-19-16,10 2 7 0,-9 0 7 0,9 0-3 15,0 0 9-15,-10-2 4 0,10 2 1 0,0 0-1 16,0 0 0-16,-12 0 1 0,12 0-7 16,0 0 11-16,0 0-5 0,0 0-3 0,0 0-2 0,0 0-2 15,0 0-15-15,0 0 5 0,0 0 2 0,0 0 3 16,0 0-6-16,0 0 6 0,0 0-4 0,0 0 3 16,28-7-4-16,-7 5 1 0,8-3-1 0,0 0 1 15,3 0-3-15,0 0 0 0,0-1 2 0,2 1 0 16,-4-1 4-16,1 2-1 0,-4 1-3 0,-6 1 1 15,-3-3 0-15,-4 4-4 0,0-2 1 0,-2 3 6 16,-2-3-3-16,-3 3-6 0,-7 0 0 0,14-2 1 16,-14 2 6-16,10 0 4 0,-10 0 6 0,8-1 7 15,-8 1 3-15,0 0 10 0,0 0-6 16,0 0 4-16,10-1 0 0,-10 1 2 0,0 0-6 0,0 0-1 16,0 0-4-16,0 0-2 0,0 0-2 0,0 0-8 15,0 0-3-15,0 0-17 0,0 0-22 0,0 0-34 16,0 0-48-16,0 0-22 0,7 3-18 0,-7-3-129 15,0 0-303-15,0 0 134 0</inkml:trace>
  <inkml:trace contextRef="#ctx0" brushRef="#br0" timeOffset="171220.24">23316 4927 41 0,'0'0'45'0,"0"0"-10"0,0 0-18 0,0 0-20 16,0 0-20-16,0 0-24 0,0 0 11 0</inkml:trace>
  <inkml:trace contextRef="#ctx0" brushRef="#br0" timeOffset="172127.26">24308 5960 24 0,'0'0'15'0,"0"0"-14"16,0 0-8-16,0 0-7 0,0 0 2 0</inkml:trace>
  <inkml:trace contextRef="#ctx0" brushRef="#br0" timeOffset="174806.33">32394 2956 104 0,'0'0'106'16,"-13"-9"-1"-16,13 9-4 0,-5-10-1 0,5 10-11 16,-5-7 7-16,5 7-6 0,-7-7-10 0,7 7-3 15,0 0-4-15,-12-9-6 0,12 9 3 0,0 0-4 16,-8-7 2-16,8 7-3 0,0 0-5 0,-8-3-8 16,8 3 7-16,0 0-6 0,0 0-4 0,0 0-5 15,-6-7-1-15,6 7-6 0,0 0-4 0,0 0-4 16,0 0 0-16,0 0-11 0,0 0-1 15,0 0-9-15,0 0-7 0,0 0-12 0,0 0-23 16,38 1-35-16,-17-1-45 0,5 0-43 0,1 2-94 16,-6-2-272-16,7 1 121 0</inkml:trace>
  <inkml:trace contextRef="#ctx0" brushRef="#br0" timeOffset="175040.76">32762 2738 2 0,'0'0'138'0,"0"0"-13"0,0 0-21 0,0 0-12 16,0 0-5-16,0 0-16 0,0 0-8 0,0 0-8 16,0 0-4-16,0 0-1 0,0 0-16 15,0 0 3-15,0 0 2 0,0 0 1 0,0 0-15 16,0 0 3-16,11 68-21 0,-11-68-7 0,0 0-15 15,0 43-16-15,0-43-28 0,0 0-17 0,-5 49-69 16,5-49-157-16,-9 29 71 0</inkml:trace>
  <inkml:trace contextRef="#ctx0" brushRef="#br0" timeOffset="175288.62">33035 2739 6 0,'0'0'64'0,"0"0"-20"15,0 0 2-15,0 0-7 0,2 46-3 0,-2-46-1 16,0 0-4-16,0 0 0 0,-11 47-16 0,11-47-12 15,0 0-9-15,-21 33-18 0,21-33-30 0,-30 23-58 16,11-14 26-16</inkml:trace>
  <inkml:trace contextRef="#ctx0" brushRef="#br0" timeOffset="175497.9">32486 2851 7 0,'0'0'60'0,"2"18"-4"0,-2-18-11 0,12 19-13 15,1-9-10-15,2 2-39 0,3-3-18 16,0-3-37-16,9 0 17 0</inkml:trace>
  <inkml:trace contextRef="#ctx0" brushRef="#br0" timeOffset="179439.77">24648 4041 24 0,'-17'6'39'0,"3"0"1"0,-1 1-8 0,-1 1 0 15,1 2-5-15,0-3-1 0,0 4 4 16,-2-1-4-16,3 1-2 0,-2 3 3 0,2-4-3 0,-3 2-7 15,5-1 3-15,-2 0 8 0,1 1-6 0,2-1 3 16,1-2-3-16,2 1-6 0,1 0 15 0,-1 0-14 16,0 2 7-16,2-1 8 0,3 0-8 15,-5 3-3-15,4-2 5 0,-1 4-4 0,-1-1-1 16,2 2 3-16,2-1 5 0,-1 1 2 0,2 3 7 16,1-4-7-16,0 4-4 0,0-2 7 0,1 0-10 15,-1 1 0-15,3 1-3 0,-1-1 2 0,-2 6-2 0,4 1-3 16,-1-7 1-16,2 4-2 0,-3 3 4 0,2-2-4 15,0 1-1-15,1 0 4 0,-1-5 0 0,0 5-4 16,2 0-1-16,-1 1 9 0,1-1-4 16,-2-1-1-16,2 1-6 0,0 0-2 0,2-2 7 15,-3-5-5-15,-1 1 2 0,3 5 0 0,-3-5-9 16,0-2 1-16,1 0 1 0,1 2-3 0,1-2 0 16,-1 2 1-16,0 0 3 0,3-2-1 0,-1 0-8 0,1 0 8 15,1 1 1-15,-2-3 8 0,1 2-1 16,-1-2-12-16,2 2-4 0,0-1 2 0,-1 0-2 15,2-2 2-15,1 1-5 0,-2-2 2 0,3-1-4 16,-1-1 1-16,0 2 1 0,0-1 4 0,-2-5 4 16,5 4-3-16,0-2-1 0,1 1 2 0,1 0-9 15,-1-2 9-15,1-3-4 0,0-1 3 0,1 3 0 16,-7-3 0-16,7 2-1 0,-3-3 4 0,-1 0 9 16,0 0-14-16,7 0 7 0,-3-3-8 0,2 3 3 15,-1-2-3-15,2 2 0 0,1-3 4 0,-1 0-4 16,7 0 4-16,-7-2-1 0,1 0-1 0,7-3-1 15,-9 2-2-15,2-1 14 0,4-1-8 0,0-3-3 16,-4 6-2-16,-3-2 4 0,8-1 0 0,-5-1-5 16,-2 2 8-16,1-1-7 0,4-3 2 0,-3 2-2 15,-2 0 3-15,0 0 4 0,-1 3-3 0,1-6-6 16,-2 2 4-16,0 1-5 0,2-3 7 0,-2 2-6 16,-3-2 4-16,6 3 3 0,-4-2-3 0,-1 0 1 15,2 2-1-15,-2-3 2 0,0 1 2 0,1 1-6 16,2 1 8-16,-6-2 9 0,3-2-10 0,-2-1 3 15,4 4 2-15,-5-3 0 0,3 1 1 0,-3-2-5 16,-2 4 5-16,1-4 0 0,1-1-2 0,-5 4-1 16,4-2 2-16,-1-1 1 0,-2 2 2 0,0-5 8 15,0 1-10-15,-2 2 2 0,-1 0 0 0,2 2 2 16,-4-3-4-16,3 0 0 0,-3 0 1 0,0-3-4 16,-1-1 2-16,2 3-8 0,-3-3 6 0,0-1 2 15,-1 2-5-15,-1 2 0 0,0-5 1 0,-1-1 0 16,1 1 2-16,-4 0-5 0,4-1 3 0,-6 0-3 15,2 0-1-15,-2-5-5 0,-1 6 3 0,1 0-6 16,-2-6 7-16,-2 1-1 0,3 5 1 0,-5-6-2 16,5 7 5-16,-3 2-1 0,1-3 2 0,-3 2-3 15,1 0 0-15,0 0-3 0,1-1 0 0,-2 2-3 16,2 0 0-16,-1-1 1 0,0 1 1 0,-3-1-7 16,5 2-4-16,-2 0-7 0,-3 0 5 15,2 1-1-15,-1 0-1 0,-1-1-7 0,3 2 0 16,-3-4-7-16,1 3 1 0,-2-1 1 0,2 1-2 0,-1-2-1 15,-1 2 3-15,1 1-7 0,-1-2 12 0,1 1-8 16,-4 0-2-16,2 0-1 0,1 1 6 0,-3-2-1 16,2 2-4-16,1-1 2 0,-1 2-2 15,-4 0-3-15,4 0 25 0,-4 1-16 0,1-2 3 16,0 3-5-16,-7-3 6 0,2 2 0 0,2 2-7 16,-2-2 0-16,-4 0 0 0,3 2 7 0,-2 1-4 15,-2 0-3-15,4-2 4 0,-2 1 1 0,-2 3-3 0,-2 0 0 16,3 0-3-16,-4 1 2 0,1 2-5 0,-2 1 6 15,1 1 2-15,-1 1-1 0,-1 2 0 0,-1 3 2 16,-1 1 5-16,-1 2 2 0,-12 2 1 0,0 5-4 16,3 2-6-16,-1 3-64 0,-4 1-100 15,0-1 45-15</inkml:trace>
  <inkml:trace contextRef="#ctx0" brushRef="#br0" timeOffset="182672.95">23192 4148 32 0,'-2'-14'83'0,"2"14"1"16,-3-11-6-16,3 11-3 0,-2-13-2 0,2 13-11 15,-5-12-6-15,2 5-8 0,3 7 0 0,-9-13 0 16,9 13 1-16,-6-10-8 0,1 4-9 0,5 6 1 16,-11-10-3-16,4 5-4 0,7 5 2 0,-13-9-10 15,4 4-2-15,-2 2 3 0,-1-2-4 0,-1 1-8 16,-3 3 7-16,-2-3-10 0,-3 3 11 0,1-1-9 16,-2 0 1-16,-6 2-3 0,7 3 4 0,0-1-3 15,-7-1-1-15,6 2-5 0,-4 1 3 0,-1 2-2 16,6-2 3-16,-5 3 1 0,5-2-2 0,1 1 1 15,0 1-5-15,-2 0 0 0,-1 2 4 0,-4 1 1 16,2 0-7-16,6 0 4 0,-6-1 8 0,0 5 4 16,1-1-18-16,1-1 22 0,5 0-18 0,-4 4-5 15,0-1 24-15,2 0-25 0,3-1-1 0,-3 3 7 16,4-4-3-16,2 0 5 0,0 1-6 0,1 1 2 16,-1 1 1-16,3-1 1 0,-3-1 4 15,2 3 0-15,-3 5 1 0,5-7-7 0,-2 7-4 16,-2 0 10-16,4-6-3 0,2 1 4 0,1-1-3 15,0 4 1-15,0-2-1 0,1 1 0 0,3-1 2 0,-4 0-3 16,4 2 9-16,-1-2-2 0,1 0-5 0,0 0 7 16,0-1-16-16,3-1 11 0,-2 0 1 0,2 0 6 15,2 1-3-15,-2-2-1 0,5 2 0 16,-3 2-2-16,2-2 4 0,1-2-1 0,0 2 5 16,2-2-5-16,-1 2 1 0,3 0 10 0,0-2-6 15,1 3 1-15,1-3-10 0,0 1 6 0,0-3 8 16,2 1-4-16,3 3-1 0,-4-5 5 0,5 2 6 15,-2-1 8-15,3-1-11 0,1-2 5 0,4 4-2 0,2 0 4 16,-1-3-5-16,1-1-1 0,1-1-1 16,-2 1 0-16,2-2 4 0,-1 2-5 0,-4-3 1 15,-1-3 0-15,2 3-1 0,6-3 8 0,-1 1-12 16,4 0 0-16,-10-1 2 0,6 0 0 0,2-1 0 16,-3-1-3-16,-3 0-3 0,8-4 5 0,-2 2-3 15,2-1 8-15,-4 0-1 0,1 1-4 0,-6-2 1 16,7 1-2-16,-7-2-4 0,7 1 2 0,-1-1-1 15,0 2-1-15,-6-2-1 0,0 1-1 0,0-2 0 16,6 0-2-16,-9 1 2 0,3 1-2 0,-1-2 0 16,1 0-4-16,-4 0 3 0,1 2 2 0,-3-3-1 15,1 1 1-15,-1-1-3 0,2 1 1 0,-6 0-5 16,4-4 4-16,-3 3 3 0,-1 1 0 0,0-3-4 16,6 0 3-16,-4-2 3 0,-4 3 0 0,1-1-2 15,1-2 3-15,-1 2 6 0,-3-2-10 0,5-3 2 16,-3 0 5-16,-1-3-2 0,-3 1 4 0,3 1 2 15,0-5 0-15,-2 3 1 0,-1 0-5 0,-2-1 5 16,1 0-2-16,-2 0-4 0,0 3 5 0,1-2-1 16,0-2-1-16,-4 2-6 0,3 3 2 0,-1-4-3 15,1 0-1-15,-3 16-1 0,0-25 3 0,1 13 3 16,-1-5-3-16,0 2 0 0,0 0-1 0,0-2-1 16,-2 3 0-16,-1-3-8 0,0 2 8 0,1 3 18 15,-2-2-1-15,-2-3-6 0,1 5 2 16,-2-2-7-16,2-3 2 0,-3 2-7 0,-2-1-4 0,1 1-6 15,-1-2 1-15,-3 2-7 0,0-1 3 0,-1 1-8 16,-2-4-6-16,-2 0 1 0,0-1-6 0,-3 4 1 16,1-3-8-16,-1 3-4 0,-3 1 4 0,0-2-8 15,1 2 5-15,-5 1-7 0,2-2 3 0,-4 3-6 16,1 3 7-16,0-4-4 0,0 2 7 16,-3 3-9-16,0 1 0 0,0-1 2 0,-3 2 3 15,1-1-11-15,-3 3 12 0,1 1-3 0,2 1 4 0,-4 0-12 16,1 3 15-16,-2 0-15 0,0 5-3 0,-13-2 7 15,2 6-2-15,11-2-2 0,-10 4-2 0,-5 4 3 16,0 4-12-16,-2 2-37 0,-4 0-109 16,2 5-220-16,-27 5 98 0</inkml:trace>
  <inkml:trace contextRef="#ctx0" brushRef="#br0" timeOffset="189158.11">25457 5024 43 0,'0'0'94'0,"0"0"-6"0,0 0-7 15,0 0-9-15,0 0-5 0,0 0-11 0,0 0-14 16,0 0 0-16,0 0-3 0,0 0-1 0,0 0-16 15,0 0-22-15,0 0-23 0,7 4-32 0,-7-4-46 16,0 0-110-16,0 0 48 0</inkml:trace>
  <inkml:trace contextRef="#ctx0" brushRef="#br0" timeOffset="190768.59">24199 6399 8 0,'0'0'112'0,"0"0"1"0,0 0-9 0,0 0-14 0,0 0-13 16,0 0-8-16,0 0 1 0,0 0-12 0,0 0 5 15,0 0-11-15,0 0-9 0,0 0-4 0,0 0-3 16,0 0-19-16,0 0-27 0,0 0-24 0,0 0-34 15,0 0-73-15,0 0-151 0,0 0 68 0</inkml:trace>
  <inkml:trace contextRef="#ctx0" brushRef="#br0" timeOffset="193708.25">20682 5900 50 0,'0'0'53'0,"0"0"-10"0,0 0 2 0,0 0-8 15,0 0 3-15,0 0 1 0,0 0-11 0,-10 2 0 16,10-2 6-16,0 0 2 0,0 0-3 0,0 0 7 0,0 0-8 16,0 0 12-16,0 0-9 0,0 0 4 0,0 0-2 15,0 0-8-15,0 0-2 0,0 0 4 16,0 0-4-16,0 0-7 0,0 0 3 0,0 0-6 0,0 0 5 16,0 0 2-16,0 0 11 0,0 0-2 15,0 0-8-15,0 0 5 0,-10 0-3 0,10 0 2 16,0 0-1-16,0 0-1 0,0 0 3 0,0 0-4 0,0 0-3 15,0 0 2-15,0 0 1 0,0 0-6 16,0 0 4-16,0 0-3 0,0 0 0 0,0 0-2 0,0 0-7 16,0 0-1-16,0 0-1 0,0 0 2 15,0 0-5-15,0 0 0 0,0 0 4 0,0 0-2 16,0 0-3-16,0 0 1 0,0 0-5 0,0 0 8 0,0 0-2 16,0 0-4-16,33 4 5 0,-20-3-6 0,7-1 5 15,9-1 7-15,0 4-4 0,3-7-9 16,1 4 4-16,-1-3 6 0,1 3 0 0,1-2-4 15,-1 2 3-15,0-3-3 0,-2 2 5 0,2 0 5 16,-1 1-6-16,-7-2 6 0,4 2-3 0,-8 0 0 16,0-2-6-16,-3 2-2 0,1 0-1 0,-3-3 2 0,-4 3 1 15,1-1 1-15,-2 0-1 0,-2 2 1 0,-3-1-1 16,-6 0 5-16,12-1-2 0,-12 1 6 16,0 0 6-16,13-1 5 0,-13 1 4 0,0 0 9 15,7 0 2-15,-7 0 8 0,0 0 5 0,0 0 4 16,0 0-3-16,0 0-1 0,0 0-3 0,8 1-3 15,-8-1-11-15,0 0 1 0,0 0-9 0,0 0 2 16,0 0-3-16,0 0-9 0,0 0 1 0,0 0-2 0,0 0-2 16,0 0-8-16,0 0-14 0,0 0-26 15,0 0-32-15,0 0-52 0,0 0-38 0,0 0-52 16,0 0-21-16,0 0-127 0,0 0-378 0,0 0 168 16</inkml:trace>
  <inkml:trace contextRef="#ctx0" brushRef="#br0" timeOffset="196506.18">26768 5552 91 0,'0'0'165'0,"-6"5"-2"0,6-5-8 0,0 0-3 16,0 0-9-16,0 0-14 0,0 0-12 0,0 0-12 15,15-15-6-15,-5 8-4 0,-1-1-9 0,5-3-2 16,-1-1-4-16,2-3 1 0,-3 4-4 0,1-3-2 16,-1 1 1-16,-1-1-8 0,0 1 1 0,0-3 2 15,-2 1-5-15,0 1-4 0,-2-1-3 0,-2 1-9 16,3-2-2-16,-5 5 1 0,-1 0 3 0,2 1 3 15,-2 0 0-15,-2 1-1 0,2 2 4 0,-2 7-11 16,-2-15 0-16,2 15-1 0,-2-10-7 0,2 10 0 16,-2-10-3-16,2 10 1 0,-4-7-6 0,4 7-3 0,-3-5-5 15,3 5-5-15,0 0 0 0,0 0-1 16,0 0-3-16,-18 14-6 0,13-3 7 0,-1 1 2 16,0 1-15-16,1 6 5 0,1-3-2 0,-1 1-3 15,5 0 4-15,0-1 0 0,0 1-3 0,5-3-1 16,-1-3 3-16,1 0 0 0,-1-3-2 0,4 1-1 15,-3-1 0-15,5-3 4 0,0 1-1 0,1-2-1 16,-1 0 3-16,1-4-3 0,0 0-4 0,1-2 1 16,1-4-1-16,5-1 5 0,-9 2-9 0,9-5 12 15,-7-2-10-15,0-1 2 0,1-1-3 0,-3 1 6 16,-1-1-5-16,2-3 1 0,-4 0 1 0,-2-2-3 16,-1 0 6-16,1 2-3 0,0 0 0 0,-3 1 0 15,-1 5 3-15,5 0 1 0,-5 3 10 0,2 1 1 16,-2 7-6-16,0-13 1 0,0 13-1 0,2-8-6 15,-2 8-5-15,0 0 0 0,0 0-3 0,0 0 5 16,0 0-1-16,0 0 6 0,0 0 4 0,3 39-4 16,-4-20 3-16,-1 7-3 0,0 0 2 0,0-7 1 15,2 5-3-15,0 2 2 0,-5-1-5 0,5-5 4 16,-1-1-2-16,-1-1 0 0,4 0-3 0,-2 0-7 16,-2-1-21-16,2-3-23 0,-2-4-27 0,2 5-22 15,0-4-27-15,0-1-42 0,0-10-23 0,0 19-37 16,0-14-191-16,-2 1-453 0,2-6 201 0</inkml:trace>
  <inkml:trace contextRef="#ctx0" brushRef="#br0" timeOffset="196658.8">26980 5017 98 0,'-2'-7'87'0,"2"7"-34"0,0 0-21 0,0 0-16 0,0 0-37 16,0 0-24-16,20 9-47 0,-9-3 21 0</inkml:trace>
  <inkml:trace contextRef="#ctx0" brushRef="#br0" timeOffset="196989.78">27779 4913 189 0,'1'-7'238'0,"-1"7"-9"0,-2-13-2 0,2 13 10 16,-3-11 3-16,3 11-4 0,0-8-8 0,0 8-11 15,0 0-21-15,-4-10-19 0,4 10-21 16,0 0-13-16,0 0-9 0,0 0-22 0,0 0-11 16,0 0-6-16,-10 29-6 0,8-9-2 0,-4 8-6 0,-1 4-9 15,0 1 2-15,0 3-14 0,3 0-4 0,-3 9-6 16,3-11 3-16,-1 1-10 0,3-2 9 0,0-1-6 15,2 4-8-15,-2-4 7 0,2-2-12 16,0 1 4-16,0-6 1 0,0 1-12 0,-3 0 7 16,4-7-6-16,-1 1-5 0,0 6-19 0,0-9-5 0,-1-1-6 15,-1 1-15-15,1 0-27 0,-1-5-22 0,0-1-33 16,2 2-29-16,-4-3-23 0,4-1-29 0,-3 1-17 16,3-10-29-16,-8 10-29 0,4-8-204 0,4-2-503 15,-21 1 222-15</inkml:trace>
  <inkml:trace contextRef="#ctx0" brushRef="#br0" timeOffset="197273.76">27459 5328 155 0,'11'-4'141'0,"-1"-3"-11"0,7 4-15 16,2-2-11-16,11 0-10 0,-1-4-11 0,-4 1-6 15,4 0 1-15,-2 2-16 0,0-1-14 0,0-2 1 16,0 1-3-16,-8 1-5 0,0 2 1 0,-2-1-7 0,-5-1-4 15,0 1 3-15,-1 2-3 0,0-2 3 0,-4 0 15 16,-1 3 4-16,4-4 6 0,-8 4 16 16,-2 3 12-16,9-7 15 0,-9 7-1 0,6-4-8 15,-6 4-9-15,6-3-5 0,-6 3-9 0,0 0-12 16,0 0-8-16,6-5-7 0,-6 5-2 0,0 0-4 16,0 0 0-16,8 13-2 0,-7-5 0 0,-1 2-6 0,4 2-2 15,0-2-3-15,1 5 1 0,2 1-10 16,-4-2-22-16,1 4-29 0,-4-6-37 0,4 4-41 15,2 1-42-15,-3-5-37 0,1 5-168 0,-4-5-389 16,0-12 173-16</inkml:trace>
  <inkml:trace contextRef="#ctx0" brushRef="#br0" timeOffset="197425.4">27832 4985 3 0,'0'0'15'16,"0"0"-18"-16,0 0-4 0,0 0 2 0</inkml:trace>
  <inkml:trace contextRef="#ctx0" brushRef="#br0" timeOffset="197638.76">28074 5088 162 0,'0'0'211'16,"5"1"-30"-16,-5-1-15 0,0 0-18 0,4 3-8 16,-4-3-5-16,8 7-15 0,-8-7-4 0,9 7-6 15,-4-2-1-15,4 3-9 0,0 0-9 0,0 1-5 16,5 1-10-16,-1 1-8 0,0 1-6 0,1 1-6 16,-2-2-6-16,5 2-21 0,-3-1-21 0,-1-1-23 15,-2 1-43-15,-1-3-29 0,-1-2-36 0,-1 2-27 16,-2-2-149-16,0-1-323 0,0 0 143 0</inkml:trace>
  <inkml:trace contextRef="#ctx0" brushRef="#br0" timeOffset="197808.72">28267 5070 5 0,'-2'-9'228'0,"0"3"-14"0,2 6-18 15,-4-8-12-15,4 8-18 0,-6-5-15 0,6 5-4 16,0 0 14-16,0 0-7 0,-15 22-11 0,4-4-14 15,-6 6-11-15,-5 1-14 0,5 3-20 0,-8 15-39 16,8-17-44-16,-2 2-46 0,2 1-42 0,7-5-39 16,1 1-33-16,2-6-144 0,-2 4-327 0,2-8 146 15</inkml:trace>
  <inkml:trace contextRef="#ctx0" brushRef="#br0" timeOffset="198527.64">28308 5264 11 0,'18'-11'160'0,"-1"0"-11"0,-1-2-8 16,0 4 0-16,0 0-9 0,-2 0-2 0,1-4-12 15,-4 6-8-15,3-5 1 0,-4 5-15 0,0-1-5 16,-1-1-8-16,-1 0 3 0,-1 1 2 0,-1 2 3 0,0-2-3 16,-5 1 4-16,4 1-5 0,-2-1-4 0,-3 7-3 15,0-13 6-15,4 6 8 0,-4 7 7 0,0 0 1 16,-4-11-8-16,4 11-4 0,-3-7-9 15,3 7-12-15,0 0-7 0,-11-2 1 0,11 2-8 16,0 0-1-16,-19 10-6 0,7-3-3 0,-1 5-4 16,-1-1-6-16,3 3 0 0,1 0-2 0,-3-3-4 15,4 5-7-15,5-3 0 0,0 2-6 0,1-4-7 16,5 2-3-16,-2 0-17 0,4-1-26 0,-1-1-21 16,4 0-21-16,1-3-27 0,8 1-22 0,2-2-28 15,0-2-24-15,5-2-19 0,4-2-3 0,2-1 0 16,1 0 12-16,-11-1 18 0,10-5 17 0,1 1 18 15,-10-2 20-15,-2 0 11 0,0-3 27 0,-2 1 17 16,5-8 23-16,-5 3 8 0,0 1 21 0,-2-1 19 16,-4-2 22-16,2-1 20 0,-3 3 29 0,1 2 23 15,-5 2 14-15,-2 0 2 0,2-1 9 0,-2 4 22 16,-3 7 12-16,2-12-1 0,-2 12-1 0,1-11-4 16,-1 11-7-16,0 0-7 0,0 0-12 0,0 0-12 15,0 0-11-15,-13-6-1 0,13 6-7 0,0 0-5 16,-28 17-7-16,19-8-14 0,1 1-14 0,-2 3-14 15,1 2 10-15,2-5-7 0,2 2-7 0,2-2-5 16,2 0-2-16,-2 0 1 0,3 1-4 0,0-11-3 16,4 17-1-16,1-10-7 0,4 0-2 0,-1 2-3 15,2-5 3-15,-1 0-15 0,3-3 12 0,-12-1-1 16,22-1-1-16,-8-3-19 0,-2 1 20 0,0-3-3 16,1-4-18-16,-2 4 15 0,-2-7-6 0,5 0-1 15,-8-4-1-15,1 0-3 0,-1-9-9 0,0-1 3 16,1-2-7-16,-1 0-15 0,-1-3 14 0,-2-3-10 15,3-1 3-15,-3 2-5 0,-1 0 8 0,2 1 8 16,0 5 17-16,-3 2-4 0,1 7 15 0,-1 6 16 16,0 4 8-16,-1-1-17 0,0 10 1 0,0-12-6 15,0 12-12-15,0 0-1 0,0 0 3 0,0 0 13 16,0 0 3-16,-1 31 0 0,-4 1-1 0,2 1 4 16,-3 13 7-16,-2-2-16 0,6-7 5 15,-1 8 2-15,-1-11-7 0,4-2-4 0,-2 0-6 16,2-2-22-16,2-2-33 0,1 0-40 0,1 0-68 0,-1-1-66 15,7-3-82-15,-3 2-279 0,1-8-630 0,-2-2 279 16</inkml:trace>
  <inkml:trace contextRef="#ctx0" brushRef="#br0" timeOffset="198661.48">29339 5231 3908 0,'7'-3'318'0,"-7"3"-166"0,14-7-84 16,-7 6-28-16,-7 1-12 0,8-5-8 0,-8 5-4 0,0 0-14 15,10-6-38-15,-8 3-63 0,-2 3-110 0,0 0-134 16,0 0-302-16,0 0-697 0,-30-19 308 16</inkml:trace>
  <inkml:trace contextRef="#ctx0" brushRef="#br0" timeOffset="201644.09">23551 8699 143 0,'0'0'141'15,"0"0"-5"-15,0 0-15 0,0 0-10 0,0 0-15 16,0 0-11-16,0 0-19 0,0 0-25 0,0 0-49 15,0 0-56-15,0 0-81 0,0 0-157 0,-7 6 70 0</inkml:trace>
  <inkml:trace contextRef="#ctx0" brushRef="#br0" timeOffset="202973.05">23373 8637 154 0,'0'0'163'0,"0"0"-3"0,0 0-1 0,9 9-9 0,-9-9 1 15,0 0-7-15,0 0-6 0,0 0-13 0,0 0-7 16,0 0-7-16,0 0-13 0,0 0-4 16,0 0-10-16,0 0-5 0,0 0-7 0,0 0-6 0,0 0-11 15,0 0-6-15,0 0-12 0,0 0-9 0,0 0-19 16,21-7-38-16,-4 1-38 0,12-5-49 0,7-5-52 16,10 0-143-16,6-3-337 0,-2 1 150 0</inkml:trace>
  <inkml:trace contextRef="#ctx0" brushRef="#br0" timeOffset="203893.39">21158 8747 166 0,'0'0'188'16,"0"0"-16"-16,0 0-17 0,0 0-18 0,0 0-11 15,0 0-12-15,0 0-14 0,0 0-10 0,0 0-29 16,0 0-36-16,0 0-36 0,0 0-36 0,0 0-42 15,0 0-110-15,0 0-213 0,6 11 95 0</inkml:trace>
  <inkml:trace contextRef="#ctx0" brushRef="#br0" timeOffset="204725.03">23145 8645 138 0,'0'0'167'0,"0"0"-7"0,0 0-2 0,0 0-10 16,0 0-10-16,0 0-12 0,0 0-12 0,8 1-8 16,-8-1-14-16,0 0-6 0,0 0-13 0,0 0-5 0,0 0-4 15,0 0-15-15,0 0-13 0,0 0-24 16,0 0-26-16,0 0-32 0,0 0-41 0,0 0-8 16,0 0-41-16,0 0-91 0,0 0-245 0,0 0 109 15</inkml:trace>
  <inkml:trace contextRef="#ctx0" brushRef="#br0" timeOffset="205175">21010 8722 42 0,'0'0'94'0,"0"0"-5"0,0 0-21 16,0 0-26-16,0 0-16 0,0 0-28 0,10 1-19 16,-10-1-36-16,0 0-61 0,7 3 27 0</inkml:trace>
  <inkml:trace contextRef="#ctx0" brushRef="#br0" timeOffset="205857.86">22939 8614 26 0,'0'0'92'0,"0"0"1"16,0 0-17-16,-9 0-11 0,9 0-8 0,0 0-21 16,0 0-17-16,0 0-28 0,0 0-32 0,0 0-28 15,0 0-75-15,0 0 33 0</inkml:trace>
  <inkml:trace contextRef="#ctx0" brushRef="#br0" timeOffset="206195.17">23568 8603 104 0,'0'0'118'0,"0"0"-11"0,0 0-29 0,0 0-27 15,0 0-31-15,0 0-42 0,0 0-54 0,0 0-83 16,0 0 37-16</inkml:trace>
  <inkml:trace contextRef="#ctx0" brushRef="#br0" timeOffset="208219.98">22890 7921 28 0,'0'0'85'0,"0"0"-16"0,0 0-9 0,0 0-7 16,0 0-11-16,0 0-19 0,0 0-14 0,0 0-27 16,0 0-41-16,-2-21-63 0,2 21 28 0</inkml:trace>
  <inkml:trace contextRef="#ctx0" brushRef="#br0" timeOffset="208448.22">23495 6938 20 0,'0'0'109'0,"0"0"-7"0,3-7-13 0,-3 7-14 15,0 0-20-15,0 0-33 0,0 0-34 0,0 0-65 16,0 0-84-16,0 0 38 0</inkml:trace>
  <inkml:trace contextRef="#ctx0" brushRef="#br0" timeOffset="209918.41">23697 8738 64 0,'0'0'77'0,"4"-7"-44"0,-4 7-44 0,0 0-17 0,0 0-29 16,-15-5 13-16</inkml:trace>
  <inkml:trace contextRef="#ctx0" brushRef="#br0" timeOffset="-153390.4">28167 7088 42 0,'0'0'118'0,"0"0"5"16,0 0-4-16,0 0-3 0,-28-2 5 0,28 2-10 16,0 0-1-16,-11-2-5 0,11 2 2 0,0 0-3 15,-9 0-7-15,9 0-4 0,0 0-8 0,0 0-10 16,0 0-5-16,-9 2-6 0,9-2-7 0,0 0 2 15,0 0 2-15,0 0-2 0,0 0-10 0,0 0-1 16,0 0-5-16,0 0-1 0,0 0-2 0,27-8-2 16,-9 5-7-16,2-2-2 0,9-1-4 0,-3-3-3 15,3 1-1-15,1-1-3 0,0 3 0 0,-4-1-6 16,-4 1-11-16,4 1-18 0,-6 2-13 0,-4-2-29 16,-7 4-38-16,3-2-36 0,-4 2-40 0,-8 1-131 15,10-2-330-15,-10 2 146 0</inkml:trace>
  <inkml:trace contextRef="#ctx0" brushRef="#br0" timeOffset="-152923.62">28267 7073 19 0,'0'0'170'0,"-6"4"-19"0,6-4-12 0,0 0-15 15,0 0-9-15,0 0-17 0,0 9-12 0,0-9-7 16,-2 10 7-16,5-1 0 0,-2 1 18 0,3 6-7 15,-4 2-6-15,5-2-6 0,-4 0-7 0,1-1-8 16,-2 1-6-16,1 1-2 0,3 1-6 0,0-4-3 16,-2 3-6-16,1-4-3 0,-2 2-3 0,5 0-3 15,-4-3-6-15,0 0 0 0,-2-3-3 0,2 4-1 16,-1-4-3-16,-1 1-4 0,2 0-3 0,-2-3 0 16,2 0-2-16,-2-7-1 0,2 12-2 0,-2-7-1 15,0-5 4-15,2 11-2 0,-2-11-2 0,1 8 0 16,-1-8-3-16,1 6 0 0,-1-6 4 0,0 0-2 15,0 0 1-15,-2 9 1 0,2-9 1 0,0 0 6 0,0 0-2 16,0 0 0-16,0 0 4 0,0 0-8 16,-12 0 0-16,12 0 1 0,0 0-4 0,-14-1-2 15,14 1-2-15,-9-3 0 0,9 3 0 0,-9-2 2 16,9 2-3-16,-10 0-1 0,10 0-2 0,0 0 2 16,-13-1-1-16,13 1-2 0,0 0-1 0,-9 0-1 15,9 0-2-15,0 0 2 0,0 0 0 0,0 0 0 16,0 0-2-16,0 0-1 0,-11 0-3 0,11 0-5 15,0 0-6-15,0 0-8 0,0 0-1 0,0 0-3 16,0 0-1-16,0 0-11 0,35 0-13 0,-21 0-21 0,3-4-17 16,4 2-29-16,0-2-15 0,1 2-30 15,-1-2-16-15,-1 1-94 0,-1-4-299 0,-2 3 132 16</inkml:trace>
  <inkml:trace contextRef="#ctx0" brushRef="#br0" timeOffset="-152690.28">28599 7363 154 0,'0'0'197'0,"0"0"12"15,7-5 5-15,-7 5 5 0,0 0 3 0,0 0-4 16,5-4-3-16,-5 4-12 0,0 0-10 0,0 0-11 16,0 0-15-16,0 0-13 0,0 0-12 0,0 0-19 15,0 0-5-15,0 0-18 0,0 0-8 0,0 0-5 16,0 0-10-16,0 0-7 0,-13 27-9 0,5-17-5 16,3 1-7-16,1-2-10 0,-2 2-2 0,3-4 2 15,0 6-7-15,-3-5-7 0,4 3-8 16,2-2-24-16,0-2-23 0,5 2-23 0,-4 0-28 15,3 1-21-15,0-5-22 0,1 3-22 0,0-4-14 0,4 2-23 16,3-1-15-16,-1-3-5 0,1 1-16 0,1-3-149 16,-2 0-398-16,2-2 176 0</inkml:trace>
  <inkml:trace contextRef="#ctx0" brushRef="#br0" timeOffset="-152490.33">28751 7488 105 0,'8'-9'66'16,"0"0"21"-16,-5 0 11 0,3 2 5 0,-4-5 22 0,2 3 10 15,-2 0 24-15,0 2 14 0,-2 7 11 0,4-11 9 16,-4 11 8-16,1-9 0 0,-1 9-15 0,1-5-11 15,-1 5-18-15,0 0-13 0,0 0-18 0,3-6-18 16,-3 6-13-16,0 0-11 0,0 0-5 16,0 0-5-16,0 0-2 0,0 0-1 0,4 25 2 0,-4-14-11 15,0 0-5-15,0 0-9 0,-2 0-3 0,4 1-2 16,-2 2-6-16,-2 1-2 0,2-2 3 16,2 0-25-16,-2 0-19 0,0-3-26 0,1 0-26 0,-1-1-32 15,-1 3-45-15,1-12-41 0,0 20-40 0,1-13-29 16,-2 2-204-16,-1-3-487 0,2-6 215 0</inkml:trace>
  <inkml:trace contextRef="#ctx0" brushRef="#br0" timeOffset="-152123.6">28797 7390 104 0,'6'-10'221'0,"-1"3"-6"0,4 1-7 0,-4 0-19 16,-1 2-20-16,1 1-13 0,-5 3-20 0,9-4-12 15,-3 2-13-15,-6 2-13 0,13 0-7 0,-13 0-10 16,11 3-8-16,-3 0-8 0,-2 0-5 0,-1 1-5 16,2 3-4-16,-1-1-2 0,-2 3 1 0,-1-1-5 15,-1 1-1-15,-2 1-7 0,0 0-6 0,0-1-5 16,0-1-4-16,0-8-5 0,-5 13-13 0,4-6-8 16,-2 0-13-16,3-7-12 0,-2 12-15 0,2-12-16 15,0 10-16-15,0-10 6 0,0 10 4 0,5-6 5 16,-1 1 5-16,-4-5 9 0,7 5-4 0,-2 1 13 15,-1-4 3-15,-4-2 1 0,12 4 2 0,-7 2 6 16,0-3-4-16,-5-3 0 0,9 5 9 0,-5-2-1 16,0 0 13-16,-4-3 13 0,7 9 10 0,-6-3 9 15,-1-6 12-15,2 8 0 0,-2-8 4 0,0 0-2 16,-8 14-3-16,4-6-4 0,-2-3-6 0,1 0-9 16,-3 1-16-16,-2 0-20 0,1-2-24 0,9-4-24 15,-12 7-36-15,6-5-42 0,0 1-116 0,6-3-285 16,0 0 127-16</inkml:trace>
  <inkml:trace contextRef="#ctx0" brushRef="#br0" timeOffset="-151840.47">29105 7510 2 0,'0'0'169'0,"4"5"-11"16,-4-5-4-16,7 5-17 0,-2-3-11 0,0 3 12 15,-5-5 0-15,10 4 5 0,-3 0 4 0,-2-3 3 16,2 1 2-16,-7-2 1 0,18 0 2 0,-5 0-8 16,-3-3-2-16,1-1-10 0,0 0-4 0,-2-1 3 15,0 2 7-15,-2 0 9 0,-3 0 2 0,1-3-13 16,-2-1-10-16,0 0 0 0,-3 7-9 0,1-12-6 16,-1 12-20-16,-4-17-4 0,1 10-28 0,-2 0 8 15,-1 2-14-15,2-1-20 0,-1 2-14 0,5 4-26 16,-12-8-31-16,2 6-37 0,0 1-32 0,-2 4-41 15,0 2-63-15,-1 0-65 0,-4 4-274 0,2-1-591 16,1 1 262-16</inkml:trace>
  <inkml:trace contextRef="#ctx0" brushRef="#br0" timeOffset="-151692.62">29451 7560 46 0,'0'0'251'0,"10"1"-22"0,-10-1-18 16,0 0-16-16,2 9-14 0,-2-9-18 0,-2 12-38 16,-5-4-68-16,2 2-94 0,-4 5-201 0,-8 5-256 15,-2-1 114-15</inkml:trace>
  <inkml:trace contextRef="#ctx0" brushRef="#br0" timeOffset="-151174.52">28326 8046 275 0,'0'0'279'0,"0"0"-19"0,-10-4-15 0,10 4-13 16,0 0-17-16,0 0-16 0,-4-3-17 0,4 3-20 15,0 0-18-15,0 0-16 0,0 0-16 0,0 0-12 16,0 0-9-16,24-6-12 0,-6 4-23 0,1-2-23 15,8-1-24-15,4-2-33 0,-4 3-32 0,-6-1-38 16,-2-1-30-16,10 1-31 0,-10 1-19 0,-2-1-22 16,-3 1-134-16,-4 2-357 0,-4 0 158 15</inkml:trace>
  <inkml:trace contextRef="#ctx0" brushRef="#br0" timeOffset="-150640.55">28599 7949 146 0,'0'0'138'0,"-9"-2"-3"0,9 2-3 0,0 0-12 0,0 0-16 15,0 0 2-15,0 0 6 0,-6 10 7 16,5 0 13-16,-1 1-6 0,1 1-13 0,0 6-9 0,-1-1-1 16,2 3-1-16,-2 5 1 0,2-6-1 0,2 8-2 15,-4-8-10-15,2 0-5 0,0-2-12 0,2 2-5 16,-2-4-5-16,3 0-8 0,-3-3-6 0,0 0-2 16,1-1-6-16,1-1-1 0,0 0-6 0,-2-1 0 15,2-3-6-15,-2-6-3 0,1 11-3 0,-1-11-6 16,0 6-3-16,0-6-6 0,0 0-11 0,0 0-16 15,0 0-8-15,-7 7-17 0,7-7-10 0,-11-3 1 16,11 3 2-16,-14-4 2 0,6 3 5 0,8 1 4 16,-16-7 8-16,7 4-1 0,4 0 8 0,-3 1 2 15,8 2 2-15,-14-3 3 0,9 2 1 0,5 1-3 16,-9-1 5-16,9 1 1 0,0 0 11 0,0 0 8 16,-13 4 13-16,13-4 7 0,0 0 11 0,0 0 6 15,0 0 4-15,5 13 8 0,-5-13-4 0,11 6-2 16,-3-5-2-16,5 2-5 0,1-2-3 0,8-2-2 15,6-2-14-15,1-1-12 0,-1 1-22 0,4-4-25 16,-2 2-26-16,-5-3-28 0,4 0-16 0,-3 0-18 16,1-1-9-16,-6 2-9 0,7-5 5 0,-4 2 4 15,-4 3 17-15,0-2 12 0,-4 1 8 0,2-1 20 16,-1 0 21-16,-1-2 48 0,-5 3 8 0,-1 1 28 16,-1 1 41-16,-2 0 32 0,-1 2 22 0,-1 0 15 15,-5 4 16-15,6-3 5 0,-6 3-1 0,0 0-5 16,0 0-1-16,0 0 4 0,0 0-5 0,-23 7 10 15,14 2-1-15,-5-2-4 0,0 6-25 0,-4 0 23 16,5-1-28-16,-1 1-15 0,1 0-7 0,3-3-13 16,3 4-8-16,-1-4-3 0,5 2-29 0,2-2 13 15,0 1-10-15,3 0-25 0,1-1-23 0,6-1-39 16,7-2-47-16,1-1-57 0,2 0-81 0,12-5-88 16,-3-1-293-16,3-6-650 0,-1-1 288 0</inkml:trace>
  <inkml:trace contextRef="#ctx0" brushRef="#br0" timeOffset="-148323.6">28661 8758 36 0,'-3'-8'245'0,"-2"0"0"15,4 1-6-15,-2 1 16 0,1-1-5 0,2 7-1 16,-5-11-11-16,5 11-20 0,-3-8-16 0,2 2-17 15,1 6-18-15,0 0-23 0,-4-7-13 0,4 7-16 16,0 0-16-16,0 0-9 0,0 0-11 0,0 0-14 16,0 0 1-16,0 0-11 0,0 0-4 0,1 33-4 15,2-14-6-15,-3 7-4 0,4-1 2 0,-4 1-6 16,2-2 9-16,-1 2-19 0,1-5-1 0,-1 3-4 16,0-5-2-16,2-1-2 0,-2 0-3 0,-1-2-1 15,0-4 4-15,3 6-1 0,-1-1-2 0,-2-4 0 16,0-1-2-16,1-1-10 0,1-1-20 0,-1-2-22 15,-1 2-22-15,0-3-27 0,2 0-27 0,-2 0-36 16,0-7-34-16,0 11-28 0,0-11-33 0,2 5-198 16,-2-5-484-16,0 0 214 0</inkml:trace>
  <inkml:trace contextRef="#ctx0" brushRef="#br0" timeOffset="-147973.48">28671 8759 134 0,'1'-12'203'0,"-1"1"0"16,3-1-4-16,-2 2-9 0,0-1-15 0,2-2-10 16,2 3-15-16,1-2-15 0,1 2-17 0,0 1-11 15,2 2-12-15,4 0-9 0,-1 0-12 0,5 1-8 16,2 2-4-16,0 1-6 0,0 2-7 0,-6 1-8 16,4 4-2-16,-5 0-4 0,0 1-7 0,-2 3 2 15,-3 2-4-15,-2 5-3 0,-2 0-7 0,-4 2-4 16,-3 0-12-16,0 0-3 0,-5 9-5 0,-1-10-7 0,1 2-3 15,0-1-6-15,0-3-10 0,4-3-9 0,-1 0-9 16,2-1-16-16,0-1-7 0,3 0 10 16,1-2-17-16,0-7 6 0,3 12 11 0,3-6-2 15,-1-1 7-15,2-1 9 0,4-1 4 0,-1 1 4 0,-1-1 9 16,1 2 13-16,-4-2 6 0,2-2 12 0,-8-1-2 16,10 3 13-16,-10-3 20 0,7 6 15 15,-5-2 7-15,-2-4-2 0,0 0-7 0,-11 19-9 16,3-6-18-16,-7-1-39 0,-1-2-47 0,-2 2-48 15,-10 2-145-15,-3 1-288 0,1-2 128 0</inkml:trace>
  <inkml:trace contextRef="#ctx0" brushRef="#br0" timeOffset="-146872.31">28768 9317 236 0,'-5'-10'265'16,"-2"2"-10"-16,4-1-8 0,-5 0 0 0,4 1 2 16,0 4-4-16,1-2-10 0,3 6-15 0,-4-9-15 15,1 4-18-15,3 5-22 0,0 0-25 0,-5-7-5 16,5 7-21-16,0 0-11 0,0 0-18 0,0 0-1 15,0 0-15-15,0 0-5 0,10 22-6 0,-5-8-2 16,3 5-7-16,2 8 8 0,-1 0-18 0,0-4-5 0,2 3 0 16,-1-2-16-16,-1 1 6 0,3-2-5 15,-3-5-1-15,-1 0 1 0,0 0-1 0,-1-2 3 16,0 0-7-16,-2-6 2 0,0 0-1 0,0-1-1 16,0-2 1-16,-1-1-7 0,-2-1 10 0,-2-5 9 0,6 8 0 15,-6-8 13-15,3 2-3 0,-3-2-4 16,0 0-4-16,11-8 3 0,-2 1-4 0,-4-3 15 15,2 1-17-15,2-5-1 0,-1-1-4 0,0-2 0 16,-2-1 3-16,6-8-8 0,-1 0 0 0,-1 2 5 0,3 1-19 16,-4 0 7-16,-3 6-8 0,2 2-4 0,0 4-11 15,-4-1-7-15,1 1-24 0,0 3-24 16,-3 1-20-16,2 0-31 0,0 3-30 0,1-2-35 0,-5 6-17 16,5-4-13-16,-5 4-18 0,0 0 2 0,0 0-14 15,17 10-12-15,-13-4-163 0,3 1-453 0,0 0 202 16</inkml:trace>
  <inkml:trace contextRef="#ctx0" brushRef="#br0" timeOffset="-146657.29">29159 9399 138 0,'5'4'198'0,"-5"-4"-18"0,0 0-11 15,4 6-7-15,-4-6 5 0,0 0 3 0,3 5 29 16,-3-5 3-16,0 0-8 0,1 12 2 0,-1-6-6 16,0 3-7-16,1 1-3 0,-2-1-7 0,1 2-5 15,0 1-16-15,0-1 4 0,1 1-8 0,-1 0-23 16,2 3-11-16,0-2-12 0,-2-1-4 0,1 1-11 15,-1-3-12-15,4 1-9 0,-3 1-6 0,2-2-3 16,-3-1-8-16,2 0-9 0,1 0-6 0,0-3-17 16,-2 1-28-16,0-1-26 0,-1-6-31 0,1 11-33 15,1-6-29-15,-2-5-30 0,0 0-32 0,-2 11-30 16,2-11-31-16,0 0-34 0,0 0-178 0,0 0-504 16,0 0 223-16</inkml:trace>
  <inkml:trace contextRef="#ctx0" brushRef="#br0" timeOffset="-146306.95">29199 9486 199 0,'6'-9'194'16,"3"-4"5"-16,4 2 3 0,0-1 8 0,-4 3 4 15,1 1-5-15,5-1-5 0,-6 4-20 0,3 2-17 16,-2-1-9-16,-1 1-16 0,0 2-13 0,0-1-14 16,-9 2-12-16,15-1-7 0,-9 4-9 0,-6-3-6 15,11 8-10-15,-5-3-11 0,-4 0-4 0,4 4 1 16,-5-3-7-16,-1-6-2 0,-1 18-4 0,-1-8-3 15,-2 1-14-15,2 0 1 0,-2-1-8 0,-1 1-11 0,1-1-20 16,2-1-11-16,0-2-7 0,0 3-7 16,-1-4 0-16,3 3-4 0,0-9-3 0,0 11 7 15,0-11 2-15,5 10 3 0,-1-7 4 0,-4-3 0 16,9 8 5-16,-4-4 4 0,-1 0 0 0,3-1 2 16,-1 0 6-16,-1 1 9 0,1-1 7 0,-6-3 4 15,9 6 5-15,-6-3 7 0,-3-3 9 0,5 6 15 16,-5-6 3-16,3 7 8 0,-3-7-2 0,0 0-10 15,-4 11-3-15,-1-6 1 0,-1 0-5 0,6-5-13 0,-11 8-17 16,3-2-21-16,2-3-35 0,-1 1-34 16,-1-1-50-16,1 0-58 0,7-3-53 0,-13 5-213 15,13-5-493-15,-9 0 219 0</inkml:trace>
  <inkml:trace contextRef="#ctx0" brushRef="#br0" timeOffset="-145939.03">29651 9468 16 0,'8'-5'325'0,"-4"0"-17"16,0 2-16-16,-4 3-5 0,7-5-6 0,-7 5-9 16,0 0-13-16,0 0-22 0,0 0-14 0,0 0-26 15,0 0-27-15,-20 15-16 0,11-7-15 0,1 0-9 16,0 2-16-16,2 2-7 0,-2-2-9 0,1-1-17 16,0 1-2-16,5 0-19 0,-1 2-13 0,2-5-20 15,2 3-6-15,1-3-9 0,-2-7-11 0,7 10-6 16,-2-6-8-16,3 0 2 0,-2-3-9 0,5 1-5 0,-3-1-2 15,0-1 0-15,0 1 5 0,-8-1-1 0,10 0 0 16,-10 0 7-16,10 0 10 0,-10 0 10 16,0 0 4-16,0 0 2 0,0 0 8 0,0 0 15 15,0 0-3-15,-20 17 15 0,10-9 4 0,-2 1-1 16,-3 1 10-16,-3 2 0 0,2-2 9 0,3 1 0 0,0 1-4 16,2-3 0-16,3 1-8 0,0-2-1 0,0 1-3 15,6 2-1-15,-1-2 9 0,6 0 3 16,3 0 3-16,2-2-5 0,6-1-4 0,4 0-7 15,12-2-5-15,1-2-4 0,2-4-16 0,4 0-29 0,2-4-30 16,-5 0-77-16,-1-2-71 0,-2 3-78 0,-3-2-85 16,-7 3-333-16,-2 0-733 0,-1-4 325 0</inkml:trace>
  <inkml:trace contextRef="#ctx0" brushRef="#br0" timeOffset="-145706.12">29052 10056 8 0,'-13'5'417'0,"3"1"-47"0,3-2-39 0,5 0-30 16,2-4-28-16,10 10-17 0,8-9-16 0,18-1-29 15,17-8-19-15,41-8-15 0,2-1-21 0,2-6-23 16,8 0-28-16,-2-2-23 0,3 10-38 0,-4 3-63 15,-8-2-74-15,-6 2-82 0,2 0-75 0,-37 3-211 16,1 3-497-16,-4 0 221 0</inkml:trace>
  <inkml:trace contextRef="#ctx0" brushRef="#br0" timeOffset="-144189.33">28308 6660 13 0,'-8'3'87'0,"-2"-2"-2"0,-2 5-9 0,1-2-10 0,-3 1 8 16,1 3-5-16,-3 1 7 0,3 0-6 16,-5 4 6-16,4-3-8 0,-4 4-6 0,-1 3-2 15,-2 2-14-15,2 2 9 0,0 2-5 0,1-2-2 16,3 1-6-16,0 2 7 0,-2 2-2 0,3 0-6 16,0 0-6-16,0 2 2 0,2 1-8 0,3 1 2 0,-1 2 0 15,0 0-12-15,0 3 7 0,-1-1-6 16,-2 13-3-16,7-13-5 0,-4 11 1 0,1 3 12 15,4-16-21-15,-1 17 4 0,2-17 1 0,1 21 0 16,2-4 1-16,1-3 4 0,-3 1-4 0,3 6 4 16,0-1 5-16,0-1 10 0,4 1 0 0,1-1-5 0,0 1 4 15,3-3 6-15,-1-1-4 0,-5 0 9 16,5 1-1-16,-1-14-1 0,-1 13-2 0,1 1 0 16,4 1 6-16,-6 0-3 0,1-1-4 0,2 0 0 15,-3-2 0-15,0 2-4 0,-4 1 4 0,5-3-3 16,-2-11 0-16,-1-1-6 0,-2 14 8 0,0-15-1 15,0 14-4-15,0-15 0 0,0 2 6 0,2-2-6 0,-2 14 0 16,4-12 6-16,0 12-3 0,-3-12 0 16,3 0 0-16,3-1-3 0,0 11 3 0,1-9-1 15,2 9-2-15,4-11-1 0,3 12 6 0,3 0 0 16,-4-14-2-16,0 0-1 0,11 9-1 0,0 1 2 16,2-3 1-16,-7-11-1 0,12 6 0 0,1 0-1 0,-7-10 1 15,13 11-1-15,1-6-2 0,-11-7 0 0,13 5 2 16,-3 0-6-16,-9-9 0 0,0-3-4 15,0 2 1-15,-1-2-15 0,0-2-5 0,3-2-15 16,-2-2-17-16,-1-5-11 0,0 0-24 0,2 1-33 16,-3-2-36-16,-1-5-44 0,1 2-39 0,-2-2-215 0,-7-6-468 15,-3-1 208-15</inkml:trace>
  <inkml:trace contextRef="#ctx0" brushRef="#br0" timeOffset="-143240.36">28180 7082 107 0,'0'0'117'0,"0"-17"-5"0,1 11-8 0,2-2-7 15,1-2-10-15,10-3-4 0,-1 3-5 0,10-6-9 16,2-3-5-16,6 3 1 0,16-6-3 16,2 2 5-16,3-3-6 0,-1 3-3 0,3-1-6 0,1 6-1 15,2-3 0-15,-5 1-3 0,3 1-2 0,3 2-5 16,4 0-2-16,0 1-8 0,2 1 0 0,26-2 0 15,-29 8 3-15,2-1-3 0,-1 2-5 0,-3 1-4 16,-3 4-3-16,-5 2-4 0,3 0 1 0,-2 2 4 16,-2 2-6-16,-11-3-1 0,11 5 0 0,-10-2 1 15,-1 4-3-15,12 2-1 0,-14-1-3 0,10 5-1 16,-9-9 1-16,9 11 2 0,-13-1 2 0,11 5 6 16,-13-5-18-16,0 4 7 0,-3-2-8 0,2-1 3 15,-2 6-2-15,-2 0 5 0,0 0-2 0,2 0 10 16,-3 2-10-16,4 10-2 0,-7-8 0 0,0 1 7 15,3 10-10-15,-7-9 5 0,2 0 1 0,-1-1 1 16,3 12-7-16,-8-9 7 0,1-2-6 0,-1 3 7 16,-1 1-2-16,3 11 0 0,-2 1-2 0,-1-3 2 15,-1 3 1-15,1-1 4 0,-1-1 0 0,-2 3-2 16,-1 2-5-16,2-1 2 0,0 1 7 0,-4 5-11 16,3-2 3-16,-5-1 6 0,-2 1 2 0,2 0 0 15,1 4 2-15,-5-1 2 0,2-2 4 0,-3 3 1 16,1 1 4-16,-1-2-1 0,-2 0 6 0,2 3-3 15,1-3 8-15,-3 3-1 0,1 0-3 0,-4-6 2 16,0 3 2-16,-1-6-4 0,3 1 0 0,-6 3 0 16,2-1 7-16,-2-5 1 0,0 1 3 0,0-3-4 15,4-9-2-15,-3 0-2 0,-2 9-1 0,4-11-7 16,-5 0 1-16,2 2-2 0,-1-1-1 0,-2 0-6 16,1-2 3-16,-3 0-1 0,-2-2-3 0,0-1 3 15,-4-4-6-15,-1 2 4 0,-2-2-6 0,-4-1 0 16,1-1-3-16,2 0 1 0,-8-3 2 0,2 1-3 15,-3-3 0-15,-9 7 0 0,-5-2-3 0,-1-2 3 16,1-1-3-16,-3-1 10 0,2-1 5 0,-3-9 1 16,11-3 0-16,-13 9 2 0,0-3-3 0,1-2-1 15,0-1 3-15,-3-6-6 0,4 5 2 0,11-3-5 16,-14-7 4-16,14 0-7 0,1 1 4 0,-14 0-20 16,16-2-16-16,-2-4-22 0,2-7-31 0,-2 5-51 15,3-4-62-15,5-2-69 0,-6-1-166 0,6-2-457 16,2-8 203-16</inkml:trace>
  <inkml:trace contextRef="#ctx0" brushRef="#br0" timeOffset="-142590.65">31033 7883 95 0,'3'-9'225'0,"0"-1"-3"0,0 0-11 16,-2-1-1-16,0 3 1 0,-1-2 0 0,1 1-8 15,-1 9-6-15,0-13-11 0,2 7 3 0,-2 6-24 16,1-10-12-16,-1 10-9 0,0-8-20 0,0 8-13 15,0 0-12-15,1-8-12 0,-1 8-13 0,0 0-6 16,0 0-1-16,0 0 2 0,0 0 0 0,8 24 3 16,-7-13-12-16,-1 7-7 0,4 1-2 0,-4 7 0 15,1-2-3-15,-1 2-6 0,0-6 0 0,3 6-9 16,-2-7-4-16,-1 0 2 0,1 0 3 0,-1 0-9 16,2-2-3-16,-2-1-1 0,2 0-7 0,-2-2-24 15,2-2-22-15,-1-2-41 0,-4 2-26 0,3-1-39 16,-1 0-40-16,0-4-32 0,1-7-33 0,-2 12-44 15,-1-6-171-15,-1-1-497 0,4-5 220 0</inkml:trace>
  <inkml:trace contextRef="#ctx0" brushRef="#br0" timeOffset="-142453.89">30939 7993 171 0,'0'0'193'0,"2"-11"-18"16,-2 11-20-16,5-8-18 0,0 5-10 0,-1 0-21 15,-4 3-13-15,18-4-34 0,-8 1-37 0,3 2-47 16,7 1-39-16,-2 3-45 0,-1 1-65 0,-2 2-188 16,0 1 84-16</inkml:trace>
  <inkml:trace contextRef="#ctx0" brushRef="#br0" timeOffset="-142157.15">31131 8203 37 0,'4'3'188'0,"-4"-3"9"0,0 0 1 15,10 0-7-15,-10 0-4 0,13-5-18 0,-7 3-12 16,3-5-17-16,1 0-11 0,1 0-1 0,3-3-17 16,2 0-7-16,-1-1-8 0,0-1-4 0,-2-3-12 15,-2 0-4-15,1 1-8 0,-2 0-8 0,0 0-9 16,-2-2-4-16,-1 0-4 0,-1 0-2 0,-4 4-4 16,-1 0-6-16,2 2 2 0,-6-1-4 0,1 1-3 15,-2 0 7-15,0 5-4 0,4 5 2 0,-8-9 0 16,2 9-4-16,6 0-8 0,-19 2 1 0,9 6 0 15,-4 1 4-15,2 4-1 0,-2 0 0 0,4 5 0 16,1-2-5-16,-1 1-5 0,3-1 1 0,3 1-2 16,3 1 4-16,-1-2-22 0,4 2-20 0,2-2-32 15,1-1-40-15,3-2-45 0,1 3-34 0,0-6-38 16,2-2-186-16,-1 0-432 0,2-2 192 0</inkml:trace>
  <inkml:trace contextRef="#ctx0" brushRef="#br0" timeOffset="-141606.89">31453 8089 83 0,'0'0'171'0,"0"0"17"0,0 0 5 0,0 0-1 16,0 0-10-16,9 14-16 0,-9-14-12 0,1 11-8 16,-1-6-9-16,0-5-9 0,-1 14-8 15,2-9-10-15,1 3-8 0,-2-8-8 0,-2 11-3 0,2-11-3 16,2 7 0-16,-2-7 0 0,0 0 6 0,-2 12 11 15,2-12 2-15,0 0 10 0,0 0-11 0,0 0-10 16,0 0-12-16,-7 1-6 0,7-1-9 0,0 0-7 16,-13-13-7-16,10 8-4 0,-1-2-14 0,1-3 7 15,-2-1-13-15,3-2-6 0,-1-2-2 0,3-2-5 16,1-2-12-16,3 2 6 0,2-1-9 0,0 1 5 16,1 8-3-16,1-4-5 0,-1 6 1 0,-1-1-3 15,2 3 5-15,0 2-6 0,-1 1 1 0,-7 2 0 16,17 3-1-16,-8 4-2 0,1 1 9 0,-2 1-4 15,1 2-4-15,4 2 1 0,-4 1-1 0,0-1 4 16,-2-2-4-16,1-1 1 0,-2 0 0 0,-1 0 6 16,-2-1-2-16,0-2 1 0,-1 0-5 0,1-1 6 15,-3-6 0-15,3 7 8 0,-3-7 17 0,3 6-2 16,-3-6 8-16,0 0-3 0,0 0 2 0,0 0-8 16,0 0-4-16,0 0-2 0,0 0-4 0,0 0-4 15,0 0-2-15,-6-26-5 0,9 14-6 0,-1-5-7 16,4 4 2-16,2-4-5 0,1 1-6 0,1 1 4 15,-1-3 1-15,1 5 1 0,-1 4 1 0,-1 1-1 16,1 0 2-16,-4 3 3 0,2 2-3 0,0 0 0 16,-7 3 0-16,11 0 2 0,-4 3 0 0,0 2 4 15,0-1-4-15,-2 6 2 0,1 0-2 0,-3 1 36 16,1 4-5-16,1-1 0 0,-3 0-11 0,2-2 21 16,-1 4-8-16,-2-5-7 0,0 5-5 0,1-3-23 15,-2 0-44-15,0-3-49 0,0 2-54 0,0-2-60 16,0-3-63-16,1 0-247 0,-1-7-570 0,2 9 252 15</inkml:trace>
  <inkml:trace contextRef="#ctx0" brushRef="#br0" timeOffset="-141355.16">31923 7763 222 0,'0'-9'301'0,"0"9"-8"16,2-10-8-16,-2 10-24 0,0-9-19 0,0 9-27 15,0 0-17-15,0 0 6 0,0 0-2 0,0 0-7 16,0 33-8-16,-2-8-4 0,-1 3-19 0,-1 1-9 16,4 0-14-16,-3 3-14 0,2-2-13 0,0-1-12 15,-2-4-12-15,4 2-4 0,-2-2-7 16,0 1-3-16,1-3-10 0,-1-3-3 0,1-1-7 0,-2-2-15 16,2 1-7-16,-1-1-19 0,1-1-42 0,0-5-43 15,1 0-43-15,-2-1-45 0,-2-1-51 0,2-3-64 16,1-6-47-16,-4 13-219 0,2-11-581 0,2-2 257 15</inkml:trace>
  <inkml:trace contextRef="#ctx0" brushRef="#br0" timeOffset="-141156.15">31976 7943 117 0,'10'-5'213'0,"-4"4"4"0,2 0-13 16,-8 1-3-16,10 1-5 0,-10-1-5 15,11 2-6-15,-11-2-5 0,6 8-11 0,-3-4-1 0,0 2-9 16,-3 2-6-16,2 0-6 0,-5 1-16 0,1 1-12 16,-2-2-14-16,-1 2-10 0,-1-1-28 0,-2 0-35 15,0 1-44-15,0-2-49 0,-2 2-60 16,1-3-65-16,-1 0-73 0,-5 3-143 0,4-5-435 16,1-1 192-16</inkml:trace>
  <inkml:trace contextRef="#ctx0" brushRef="#br0" timeOffset="-141004.21">32074 8063 30 0,'0'0'310'0,"9"1"-31"0,-9-1-14 15,0 0 6-15,9 1-1 0,-9-1-11 0,0 0-32 16,0 0-20-16,0 0-28 0,8 2-13 0,-8-2-21 16,0 0-41-16,4 6-57 0,-4-6-80 0,0 0-80 15,-5 14-102-15,5-14-185 0,-12 17-433 0,4-8 192 16</inkml:trace>
  <inkml:trace contextRef="#ctx0" brushRef="#br0" timeOffset="-140239.28">31553 9046 137 0,'-5'-5'285'16,"1"-3"-17"-16,-1-1-11 0,-3 0-13 0,-1 0 10 15,0 2-19-15,-4-4-15 0,-2 4-4 0,0 0-22 16,-3 1-15-16,5 3-19 0,-7-1-11 0,0 7-13 16,1-2-10-16,-1 5 5 0,-1 1-27 0,-3 5-8 15,1 1-10-15,0 1-10 0,8 0 3 0,0 1-12 0,-2 4 1 16,0 6-12-16,7-9-5 0,0 7 6 15,2-7-11-15,6 0-8 0,-2 1-10 0,2-4 3 16,2-1-3-16,3-1-1 0,2-2-3 0,1 1-5 16,2-2-1-16,2-3 2 0,7 0-4 0,1-2-8 15,1-5 9-15,-1 1-1 0,1-5-3 0,-4 0-5 16,5-4 1-16,-1 0-2 0,-2-3-1 0,-1 0 3 16,2-7 0-16,-1 0-3 0,-3-2 3 0,-7 4-2 15,2-7-2-15,2-2-3 0,-4 2 2 0,-1-4 5 16,-2-3-7-16,-1 1 3 0,-1-2 1 0,0 0-3 0,-5-3 8 15,3 1 1-15,0 2-1 0,0 4 14 0,-1-1-9 16,2 2 6-16,-5 10 0 0,3-1 4 16,-4 4 10-16,4 0 3 0,1 4 3 0,-3 5 3 15,3 6-8-15,0-13-9 0,0 13 4 0,-4-6-10 0,4 6-6 16,0 0-2-16,0 0 1 0,-7 19 0 0,3-3-1 16,0 4-4-16,-1 10 1 0,1 2-2 0,-2 2 2 15,1-1-3-15,2 2 1 0,-1-6-3 0,0 2 1 16,4-3 0-16,0-1 0 0,2-8 8 0,1-1-10 15,-1 0 1-15,4-4 6 0,2 0-7 0,-2-2 1 16,2-2-2-16,2-1 3 0,0-2 0 0,2-3 5 16,2 0-9-16,2-4 6 0,0-1-4 15,0-2-1-15,5-1 0 0,-3 0 1 0,0 0-1 0,-1-4 2 16,-2-1-3-16,-3-4 1 0,2 2-13 0,-2-2 3 16,-1-3-7-16,-3 4 3 0,-2-4 0 0,1 2 12 15,-5 1-9-15,1 1-3 0,-1 1 4 0,-4 0 1 16,1 2-1-16,-4 1 0 0,-1 1 1 0,1 2-4 15,-4 3 0-15,1 0-1 0,8 2 7 0,-15 2 4 16,5 3 3-16,-1 2-1 0,-1 3-2 0,1 2 4 16,3-1-4-16,-1 6-1 0,-1-4 3 0,5-1 1 15,2 1 2-15,2 0-3 0,1-2 2 0,3 5 1 16,3-4-11-16,1 2-18 0,1-5-28 0,7 1-35 16,-2-4-39-16,5 3-34 0,-1-4-42 0,4-2-43 15,-1-1-39-15,-1-2-40 0,0-1-27 0,-6 1-179 16,5-3-571-16,-2-2 253 0</inkml:trace>
  <inkml:trace contextRef="#ctx0" brushRef="#br0" timeOffset="-140006.87">31926 8703 242 0,'2'-11'258'0,"0"0"13"0,-1 1 4 16,0 2 4-16,1 3-4 0,-2 5-7 15,0-9-24-15,0 9-19 0,0 0-21 0,0 0-16 16,0 0-9-16,0 0 13 0,0 0-16 0,4 29 2 15,-3-4-13-15,-1 3-11 0,0 1-12 0,-1 1-13 0,-1 2-5 16,1 0-21-16,0 0-6 0,-1 2-8 16,0-3-10-16,2-2-8 0,-2 4-8 0,1-4-6 15,0 0-9-15,1-5-8 0,-1-5-20 0,1 0-25 16,0 1-24-16,-3-5-41 0,4 2-35 0,-2-3-41 0,-1-3-35 16,0 1-45-16,0-3-43 0,1-1-36 0,1-8-33 15,-6 11-190-15,4-6-570 0,2-5 253 16</inkml:trace>
  <inkml:trace contextRef="#ctx0" brushRef="#br0" timeOffset="-139573.58">31944 8965 230 0,'10'-13'226'0,"-4"3"7"0,1 1 2 16,-1 2 1-16,0 3-11 0,1 0-10 0,-3-1-18 15,1 1-18-15,-5 4-15 0,9-1-10 0,-9 1-16 0,0 0-14 16,13 3-9-16,-13-3-11 0,5 7-13 0,-5-7 0 15,-3 10-13-15,3-10-5 0,-7 14-13 0,0-5-8 16,0-2 0-16,0 2-15 0,-3-2-13 16,2 0-1-16,-1-1-5 0,4 1-5 0,-1-4-2 0,0 1-2 15,6-4-7-15,-9 8 1 0,6-4-2 0,3-4-3 16,0 0 11-16,-3 6-11 0,3-6 5 0,0 0 0 16,0 0-2-16,26-5-1 0,-13 1 0 0,5-2 2 15,0-2 0-15,1 2 1 0,-1-4-4 0,1 1 4 16,8-2-1-16,-8 0-2 0,3-1-1 0,-5 2 4 15,-1-2-2-15,-1 1 9 0,2-1-8 0,-3-3-1 16,-4 1 3-16,1-1 6 0,-3 0 1 0,-4 4 10 16,-1-1 0-16,-1-1 30 0,-1 3 12 15,-1 0 2-15,-1 1 4 0,-1 1 7 0,-1 2 7 0,-4 1 4 16,1 1-4-16,6 4-11 0,-16-2 11 0,5 6 2 16,0 3-6-16,-3 3-7 0,-1 5-6 0,2-1-8 15,2 3-4-15,0-2-6 0,2 2-7 0,1-1-26 16,1-1-42-16,3 1-36 0,3 1-34 0,1-1-37 15,1-2-40-15,1-1-41 0,3-2-42 0,2-2-24 16,1 0-33-16,-1 0-221 0,0-4-579 0,0-1 256 16</inkml:trace>
  <inkml:trace contextRef="#ctx0" brushRef="#br0" timeOffset="-139257.43">32255 8961 105 0,'8'-5'126'0,"-1"-1"11"0,-1 1 7 0,-1 1 10 15,-1 0 7-15,-4 4 0 0,9-4 3 0,-9 4 8 16,0 0 5-16,0 0 9 0,12 3 0 0,-12-3-9 15,5 6-4-15,-5-6-2 0,4 10-3 0,-3-4-16 16,-1-6-3-16,2 10-13 0,-2-10-10 0,0 9-14 16,0-9-6-16,0 9-11 0,0-9-3 0,3 6 0 15,-3-6-4-15,0 0 6 0,0 0 12 0,2 7-3 16,-2-7-13-16,0 0 1 0,0 0-11 0,0 0-13 16,0 0-4-16,0 0-4 0,0 0-8 0,3-28 3 15,0 20 4-15,-1-3-14 0,2 0-10 0,0-5-2 16,5 2-1-16,-2 0-7 0,4 1 0 0,-2 0-3 15,-2 5 5-15,2 0-3 0,-1 0-6 0,-3 3-3 16,0 2 4-16,1 0-3 0,1 0-8 0,-7 3 4 0,11 2 1 16,-11-2 2-16,9 6 19 0,-4-1-5 15,-1 0 0-15,0 4 0 0,-1 0-4 0,-1 1-6 16,0 0-11-16,-1 1-31 0,-1-2-39 0,1 2-53 16,-1 0-54-16,0 0-56 0,0-3-60 0,1 0-63 0,-1-8-306 15,2 13-708-15,-2-13 313 0</inkml:trace>
  <inkml:trace contextRef="#ctx0" brushRef="#br0" timeOffset="-138681.35">32716 8832 115 0,'0'0'287'0,"0"0"1"0,0 0 3 0,0-41-8 16,-4 38-9-16,-1-3-10 0,-3 6-16 15,-4 0-9-15,-1 4-22 0,-3 1-12 0,4 1-17 16,-3 3-7-16,-1 3-22 0,3-1-11 0,0 3-26 15,2-2 4-15,3 1-22 0,1-2-7 0,1 0-11 0,4-1-7 16,1 1-7-16,1-3-6 0,0-8-11 16,3 14 2-16,3-8-6 0,4-1-4 0,1-2-3 15,1 0-8-15,0-3-9 0,-1 0-6 0,-11 0 7 16,0 0-11-16,0 0 2 0,53-14 1 0,-53 14-3 16,28-20 0-16,-28 20-8 0,26-23 1 0,-26 23 2 0,15-26-6 15,-15 26 5-15,14-36-1 0,-7 11-14 16,-7 25 12-16,8-49-3 0,-8 49 7 0,5-48-11 15,-4 20 2-15,-1 28 3 0,5-53-8 0,-5 25 11 16,0 28 4-16,4-54-4 0,-4 54 24 0,-3-32 11 16,3 32 5-16,0 0-3 0,0 0-1 0,-1-39-6 0,1 39-3 15,0 0-2-15,0 0-9 0,0 0-9 16,0 0 0-16,0 0 7 0,0 0 6 0,0 0 1 16,0 0-1-16,0 0 3 0,0 0 2 0,-14 116-3 15,11-85 0-15,3-31-4 0,-2 59-1 0,3-31-3 16,-1-28-2-16,3 52-1 0,-3-52 0 0,6 38-5 15,-6-38 4-15,13 32-7 0,-13-32-2 0,10 23 3 0,-10-23 1 16,0 0-2-16,23 24 1 0,-23-24-1 16,0 0-1-16,26 9-2 0,-26-9 5 0,0 0-5 15,0 0-5-15,47-8-3 0,-47 8 4 0,0 0-5 16,33-24-11-16,-33 24 0 0,17-18-4 0,-17 18-15 16,0 0 2-16,14-37-3 0,-14 37 2 0,6-27 3 0,-6 27 5 15,0 0 3-15,4-32-1 0,-4 32 2 16,0 0 8-16,0 0-2 0,0 0-4 0,0 0 3 15,0 0 0-15,0 0 5 0,0 0-3 0,0 0 7 16,0 0-1-16,0 0-4 0,0 0-23 0,0 0-37 16,0 0-48-16,0 0-51 0,0 0-56 0,-51 71-58 15,51-71-62-15,0 0-336 0,0 0-734 0,0 0 325 16</inkml:trace>
  <inkml:trace contextRef="#ctx0" brushRef="#br0" timeOffset="-138465.6">33039 8841 73 0,'0'0'255'0,"0"0"-1"0,18-38 5 16,-18 38 9-16,0 0 16 0,19-29 1 0,-19 29-6 16,11-22-12-16,-11 22 9 0,0 0-8 15,20-26-12-15,-20 26-20 0,0 0-11 0,20-13-23 16,-20 13-23-16,0 0-17 0,0 0-15 0,0 0-14 16,35-9-14-16,-35 9-14 0,0 0-7 0,0 0-14 15,0 0-5-15,0 0-11 0,0 0-13 0,42 32-6 16,-42-32-28-16,0 0-45 0,14 21-36 0,-14-21-48 15,0 0-49-15,0 0-53 0,0 0-68 0,10 25-65 16,-10-25-292-16,0 0-687 0,0 0 304 0</inkml:trace>
  <inkml:trace contextRef="#ctx0" brushRef="#br0" timeOffset="-138234.15">33370 8471 335 0,'0'0'352'0,"0"0"-9"0,0 0-18 16,0 0-8-16,0 0 10 0,0 0 2 0,0 0-7 16,0 0-2-16,0 0-13 0,0 0-8 0,0 0-18 15,0 0-20-15,-7 107-18 0,3-77-23 0,2 3-19 16,2-33-22-16,-3 60-19 0,1-30-13 0,2-30-12 16,-1 50-17-16,1-50-22 0,3 37-26 0,-3-37-41 15,2 32-58-15,-2-32-62 0,0 0-71 0,7 29-66 16,-7-29-69-16,0 0-74 0,0 0-73 0,0 0-239 15,0 0-739-15,0 0 327 0</inkml:trace>
  <inkml:trace contextRef="#ctx0" brushRef="#br0" timeOffset="-136906.21">23335 8884 126 0,'-10'2'137'0,"10"-2"-1"0,-7 0-10 16,7 0 3-16,0 0 2 0,-11 3-3 0,11-3 4 15,0 0-4-15,-11-2-1 0,11 2-3 0,0 0-3 0,0 0-5 16,-8 3-2-16,8-3-6 0,0 0 0 15,0 0-13-15,0 0-7 0,0 0-7 0,0 0-5 16,-10-1-13-16,10 1-7 0,0 0-6 0,0 0-4 16,0 0-6-16,0 0-3 0,29 0-12 0,1-3-27 0,4 0-53 15,21-7-82-15,5 0-108 0,26-11-124 0,0-11-398 16,-30 8 176-16</inkml:trace>
  <inkml:trace contextRef="#ctx0" brushRef="#br0" timeOffset="170010.77">29471 11088 53 0,'0'0'214'16,"0"0"5"-16,-1-8-10 0,1 8-8 0,0 0-13 16,0 0-17-16,0 0-16 0,-2-7-12 0,2 7-17 15,0 0-10-15,0 0-17 0,0 0-9 0,0 0-11 16,0 0-8-16,0 0-9 0,0 0-8 0,0 0-1 0,0 0-7 16,0 0 3-16,0 0-3 0,3 34-1 15,-3-23 0-15,1 7-5 0,2 1 14 0,-2 1 0 16,0 5-8-16,1 1 2 0,-2-2 2 0,1 1 3 15,-1 0 1-15,3 0-4 0,-3 0-4 0,0-7-1 0,1 8-7 16,-2-1-5-16,2 1 0 0,0-7-4 0,3-1 0 16,-4 3-7-16,-3-3 3 0,6-2-4 15,-3 1-1-15,0 0-1 0,1-6 2 0,0 7-4 16,-1-3-8-16,2-3-7 0,-2 0-17 0,2-1-26 16,-3-2-22-16,1 0-29 0,0-2-32 0,1-1-21 0,-1-6-26 15,1 13-17-15,2-10-7 0,-3-3-16 16,4 4-148-16,-4-4-386 0,0 0 170 0</inkml:trace>
  <inkml:trace contextRef="#ctx0" brushRef="#br0" timeOffset="170409.65">29554 11039 153 0,'4'-14'162'16,"2"-1"-5"-16,-1 4 3 0,2-2-9 0,0 4-6 15,2-1-16-15,0 1-10 0,0 1-9 0,3 1-15 0,-1 3-1 16,1-2-11-16,-2 4-3 0,3 0-7 16,-3 0-11-16,0 2-5 0,-3 2-4 0,-7-2-5 15,16 0-1-15,-12 6 7 0,2 0 2 0,-3-1-3 16,1 4-2-16,-1 1-4 0,-2 0-6 0,-5 1-1 16,3 2-6-16,-1 2-1 0,1 0 0 0,-3 1-9 0,2 0 0 15,-1-4-6-15,2 0-4 0,1 0-6 0,0 0-10 16,-2 0-9-16,5-1-6 0,1 0-4 0,-3-1-1 15,6 2-2-15,-3-2-1 0,4 0 4 16,0-2-2-16,1 2 7 0,-1-3-5 0,-1 0 5 16,2 2 0-16,2-3 2 0,-3 3 2 0,0-2 0 0,0 0 4 15,-3 0 3-15,-1-1 10 0,-2 1 6 16,1 0 12-16,-2 2 10 0,-2 1 4 0,1-10 2 0,-6 16-2 16,2-8-1-16,-3 0-1 0,-1 2-2 15,-2 0-2-15,1-1-3 0,-5 4-3 0,5-6-1 16,-1 1-11-16,2-1-16 0,-3 1-19 0,3 0-31 0,1-3-46 15,7-5-41-15,-12 5-52 0,12-5-163 0,-10 7-382 16,10-7 169-16</inkml:trace>
  <inkml:trace contextRef="#ctx0" brushRef="#br0" timeOffset="170709.77">30052 11286 31 0,'11'-4'196'15,"0"0"-6"-15,-3 1-11 0,0 3-17 0,1-3-14 16,-9 3-15-16,12-3-16 0,-4 2-15 0,-8 1-13 16,10-1-22-16,-10 1-18 0,13 1-23 0,-7 0-23 0,-6-1-21 15,7 6-15-15,-2-3-15 0,-5-3 6 16,7 7-6-16,-3-1 15 0,-4-6-1 0,3 10 16 16,-3-4 5-16,0-6 16 0,-3 11 25 0,1-6 4 15,-3 2 7-15,1 2 19 0,-1-3 4 0,-2 2 4 16,2-3 5-16,1 0-2 0,-1 0-5 0,5-5-3 0,-6 8-6 15,3-4-4-15,3-4-6 0,-4 5-1 0,4-5-5 16,0 0 2-16,0 0-1 0,0 0-10 0,11 7-16 16,-1-7-21-16,3-1-30 0,7-4-37 15,8-5-49-15,3-1-53 0,1 4-108 0,4-6-306 16,-1 0 135-16</inkml:trace>
  <inkml:trace contextRef="#ctx0" brushRef="#br0" timeOffset="171240.13">31127 10862 177 0,'-9'-7'246'0,"4"4"-2"0,5 3-10 16,-7-2-9-16,7 2-20 0,0 0-16 0,-18 4-17 15,10 4-15-15,0 1-15 0,-3 3-5 0,-1 4-12 0,-2 5 4 16,-2 2-19-16,-1-1-10 0,2 2-13 0,-2-3 4 16,2 1-18-16,-1 1-5 0,5-5-6 15,-2 3-9-15,0-5-3 0,4 0-6 0,0-3 0 16,-3 0-9-16,5-3 1 0,0-3-8 0,1 0 3 16,3-1 1-16,-1-2 10 0,4-4 7 0,-6 7 9 0,6-7 6 15,-4 4 3-15,4-4 4 0,0 0 2 16,0 0-17-16,0 0-12 0,0 0 1 0,0 0-6 15,-3-20-11-15,3 20 2 0,8-10-1 0,-3 3-7 16,0 1-8-16,3-1 3 0,-3 3-8 0,2-2-2 16,4 2-3-16,0 1 4 0,-1 1 0 0,4 0-1 0,1 4-2 15,4-4 4-15,2 2-9 0,0 0-7 0,-2 2-7 16,1-2 3-16,0 1-8 0,1 2-4 16,-2-5 1-16,1 5-2 0,-1-4 5 0,-1 1 3 15,1-3 7-15,-6 2-8 0,1-1 2 0,-4 0 10 16,4-1-7-16,-5-1 5 0,-3 1-2 0,1-2 3 0,-1 1 2 15,-2-2-3-15,0-2 7 0,-4 0-6 0,1 0 3 16,-1-3-2-16,-4 1 6 0,0-1-1 0,-2 0 4 16,-3-4-1-16,-1 1-1 0,-3 0 1 15,2 0 2-15,-6 1-3 0,4 1-1 0,-1 3-2 16,0-3 1-16,6 6 0 0,-1-2-3 0,1 3-31 0,0 2-26 16,1-1-43-16,2 0-57 0,5 4-57 0,-7-5-65 15,7 5-224-15,0 0-547 0,0 0 242 0</inkml:trace>
  <inkml:trace contextRef="#ctx0" brushRef="#br0" timeOffset="171892.78">31559 10814 247 0,'0'0'257'0,"-10"-4"4"16,6 1-5-16,4 3-7 0,-7-4-24 0,7 4-17 16,-3-6-19-16,3 6-22 0,0 0-16 15,0 0-16-15,12-11-17 0,-1 7-13 0,2 2-15 16,5-3-14-16,0 2-17 0,-1-1-11 0,-1 1-12 0,-2 1-19 16,-3 0-11-16,1 0-16 0,-2 1-11 0,0 1-8 15,-10 0-17-15,12-3 4 0,-7 2-12 16,-5 1 0-16,0 0 0 0,10 0 0 0,-10 0 0 15,0 0-1-15,0 0 5 0,0 0 7 0,0 0 4 16,0 0 4-16,0 0 5 0,0 0 4 0,-23-12 5 0,23 12 6 16,-9 0 2-16,9 0 9 0,0 0 7 0,-10-3 7 15,10 3-1-15,0 0 8 0,-10 0-2 16,10 0 0-16,0 0 1 0,0 0-1 0,0 0-3 16,0 0-3-16,0 0 11 0,-9 7 19 0,6 0 14 15,-1 2 1-15,0 2-6 0,2 1-2 0,-1 2-1 0,-3 5 7 16,4 5 10-16,-1-4-5 0,-1 1-7 0,3 3 9 15,-3 2-13-15,1 0-4 0,1-6-3 16,0 0-4-16,1-4-4 0,2 4 0 0,1-2-7 0,-2-3 1 16,0 0-4-16,1-3-4 0,-1 0-2 15,1-1 1-15,-1-1-3 0,2-1 1 0,-1-1-2 0,-1-8-2 16,0 12-1-16,1-7 1 0,-1-5-2 0,0 9 2 16,0-9-6-16,0 0 7 0,0 8-3 0,0-8 0 15,0 0-2-15,-6 6 2 0,6-6-2 16,-12-2 0-16,12 2-2 0,-11 0 1 0,11 0-6 15,-13-4 8-15,3 2-5 0,2 0 3 0,-2 0-2 0,10 2 0 16,-14-1-1-16,14 1-2 0,-12-1-6 0,7-1 4 16,5 2-2-16,0 0 0 0,-11 0 1 0,11 0-1 15,0 0 1-15,0 0 0 0,-5 6 3 16,5-6 7-16,0 0 4 0,0 0 0 0,14 11 4 0,-4-9 0 16,2 0 1-16,5-1-7 0,4-2-6 0,6 0-3 15,3-1-15-15,1-2-19 0,1 4-26 0,1-2-35 16,-1-1-38-16,0 1-57 0,-3-3-39 0,1 1-217 15,-10-1-483-15,8 0 213 0</inkml:trace>
  <inkml:trace contextRef="#ctx0" brushRef="#br0" timeOffset="172333.2">32214 10960 103 0,'0'0'244'0,"-3"-10"-6"16,3 10-7-16,0 0-14 0,-4-7-6 0,4 7-14 16,-9-4-9-16,9 4-10 0,-10-3-7 0,10 3-10 0,-12 0-7 15,1 3-3-15,0 1-10 0,0 1-6 16,-7 3-8-16,6 1-3 0,-5 1-15 0,3 1-5 16,-1 3-10-16,3 0-5 0,-1-1-8 0,4 2 7 15,0-2-20-15,2 1-8 0,0-3 7 0,4 1-23 0,-3 0 4 16,5 0-5-16,-1-2-7 0,2-1-2 15,0 1 1-15,2-1-8 0,-1-1 7 0,5 1-12 16,-1-3-1-16,4 3 0 0,-2-2-9 0,2-3-7 16,3 2-17-16,-2-2-24 0,3-1-26 0,1-1-44 15,-1 0-46-15,1-1-53 0,-3 1-59 0,3-1-62 16,-5 0-166-16,3-1-533 0,-12 0 236 0</inkml:trace>
  <inkml:trace contextRef="#ctx0" brushRef="#br0" timeOffset="172645.63">31419 11512 10 0,'-37'10'251'0,"7"-3"-11"15,3 0 2-15,9 0-13 0,6-5-12 0,0 2-16 16,6-4-17-16,-2 5-9 0,8-5-7 0,0 0-11 16,0 0-7-16,0 0-12 0,33 11-7 0,2-12-15 15,3-3-2-15,22-2-11 0,3-2-15 0,30-6-12 16,-3-1-5-16,-29 5-11 0,3-3-6 0,0 4-6 16,-4-5-3-16,0 5-13 0,-1 0 1 0,-8-1-20 15,-12 6-13-15,14-3-21 0,-17 3-27 0,2 0-34 16,-6 1-22-16,-4-1-35 0,-7 1-43 0,-2 0-35 15,0 2-209-15,-9 0-461 0,0 1 205 0</inkml:trace>
  <inkml:trace contextRef="#ctx0" brushRef="#br0" timeOffset="173308.13">31528 11882 161 0,'0'0'225'0,"-8"-4"-2"16,8 4-7-16,0 0-8 0,0 0-10 0,-13 4-6 15,8 0-4-15,-3 4-2 0,-2-1-15 0,0 6-11 16,-2-2-10-16,-3 4-2 0,2 0-11 0,-1-1-11 16,1 0-11-16,0 0-11 0,2 2-12 0,1-2-9 15,-2 0-5-15,4-3-7 0,1-1-11 0,0-3 1 16,1 3-8-16,1-4-8 0,5-6 0 15,-8 8-1-15,8-8 12 0,-5 7 0 0,5-7 8 0,0 0 1 16,-5 7 7-16,5-7-4 0,0 0 1 0,-6 6-10 16,6-6-3-16,0 0-3 0,0 0-3 0,0 0-10 15,0 0 9-15,0 0-22 0,0 0-4 0,0 0-2 16,0 0-8-16,0 0 10 0,0 0-10 0,29-15-4 16,-18 13 4-16,4 1-6 0,2 0 16 0,-4 1-13 15,5 0-6-15,-1 0-1 0,2 2 2 0,-6 0 3 16,7-4-5-16,-1 4-5 0,-2 0 4 0,1-2 9 15,-5 0-19-15,-1 0-1 0,1 1 6 0,0-2-6 16,1 1 4-16,-4 0-3 0,2-2-1 0,-5 2 2 16,-7 0-3-16,13-3 6 0,-5 2-1 0,-3-3 3 15,-5 4-6-15,9-5 5 0,-7-1 2 0,-2 6-1 16,3-8 2-16,-3 1 1 0,0 7-4 0,-6-15 11 16,-1 3-7-16,-2 3-3 0,2-2 1 0,-5-1 3 15,-1-1-2-15,-1-1-6 0,-2 4 4 0,-1-1 5 16,-2 1-6-16,-9-2 13 0,3 0-13 0,-1 7 6 15,4 0-5-15,3 3-1 0,3-4-9 0,4 4-22 16,4 0-36-16,-1 1-50 0,9 1-59 0,0 0-49 16,0 0-42-16,-8-3-53 0,8 3-209 0,0 0-575 15,0 0 255-15</inkml:trace>
  <inkml:trace contextRef="#ctx0" brushRef="#br0" timeOffset="173994.95">31834 11831 17 0,'9'-5'241'0,"3"0"-4"0,0-2-6 0,0 0-6 15,6-2-20-15,-3 1-17 0,-1 0-14 0,3-1-16 16,-6 5-13-16,2-1-17 0,1-4-13 0,-4 4-10 16,-1 0-11-16,-2 1-5 0,-1 0-3 0,-6 4 0 15,10-4-4-15,-6 1 5 0,-4 3-17 0,0 0-1 16,5-4-1-16,-5 4-4 0,0 0-1 0,0 0-9 15,0 0-4-15,0 0-6 0,0 0-4 0,0 0 0 16,-28 6-7-16,22 1-3 0,0 1 11 0,3 0-3 16,-1 4 9-16,-1-1-3 0,2 1-1 0,2 5 4 15,-2-5-1-15,1 5-2 0,0 1-5 0,2-1 1 16,0-1-4-16,-1 2 0 0,0-1 8 0,1 1-7 16,1-2-6-16,-1-1 0 0,-1-3-11 0,2-1-2 15,-1-1 5-15,-1 0-5 0,1-2-2 0,0 2 4 16,-1-3-9-16,1-7 3 0,-4 13 2 0,0-8-6 15,-1 0 3-15,-1-1-1 0,-1-1 2 0,-1 1-4 16,8-4-2-16,-14 4-1 0,7-3 5 0,-1 0-2 16,8-1-7-16,-14 0 2 0,14 0-4 0,-10-1 7 15,10 1-2-15,0 0-4 0,-9-2-1 0,9 2 0 16,0 0 1-16,0 0 6 0,0 0-9 0,0 0 2 16,0 0 1-16,28-7-11 0,-17 4-6 0,3 1-4 0,4 0-8 15,1-1-3-15,2-1-7 0,-1 1-13 16,2 1-11-16,-1-3-14 0,2 1-8 0,-3-2-14 15,-2 3-1-15,4-1-4 0,-2 0 1 0,-2-1 8 0,0 0 11 16,-5 2 3-16,-2-1 10 0,-1-2 12 16,-1 2 0-16,0-2 4 0,-4 2 13 0,1-1 11 15,-3-1 16-15,0 1 10 0,1-2 13 0,-4 7 3 16,5-13 9-16,-4 6 15 0,-1 7 12 0,3-11 12 0,-3 11 13 16,0-11 4-16,0 11 10 0,1-5 5 15,-1 5-6-15,0 0-4 0,4-9-8 0,-4 9-8 16,0 0-4-16,0 0 16 0,0 0-7 0,0 0 3 15,0 0-1-15,4 27 2 0,-3-18-7 0,1 1-11 0,-2 0-5 16,-1 4 1-16,2-2-8 0,-1-1-2 16,2 4-13-16,-2-3 8 0,1-3-5 0,2 4-7 15,-3-4-6-15,2-3-24 0,1 4-14 0,2 0-23 0,-4-5-19 16,-1-5-22-16,4 10-26 0,-3-3-36 16,-1-7-27-16,4 6-30 0,-4-6-26 0,0 0-10 0,0 0-31 15,-3 9-18-15,3-9-181 0,0 0-504 0,0 0 224 16</inkml:trace>
  <inkml:trace contextRef="#ctx0" brushRef="#br0" timeOffset="174327.52">32298 12005 36 0,'5'-15'113'16,"1"-2"18"-16,3 1 13 0,0 2 10 0,0 4 5 15,4-1 15-15,2 2 38 0,-6 0 8 0,7-1 2 16,-5 5-7-16,1-2-8 0,2 3-8 0,-4-1-11 16,0 4-8-16,2 0-3 0,-6 1-29 0,-6 0 11 15,14 0-13-15,-8 4-19 0,-6-4-12 0,9 7 4 16,-5-4-15-16,-4-3-8 0,3 12-2 0,-4-6-14 15,1-6-10-15,-4 15-7 0,0-8-4 0,-1 1 0 16,0 2-16-16,-2-3-9 0,1 0-21 16,0 1-12-16,0-1-20 0,1-1-18 0,3 2-17 0,2-8-9 15,-3 9-7-15,3-9-6 0,1 12-2 0,3-6 7 16,3-1 0-16,0 1 4 0,2 0 7 0,0-1 7 16,1 0 2-16,-1 0 4 0,2 0 5 15,-4 0 10-15,0-1 0 0,-2 2 5 0,1-2-1 16,-2 2 15-16,0-2 0 0,-2 2 8 0,-2-6 9 0,2 10-1 15,-2-10 7-15,-4 12-2 0,0-8-1 0,0 2 1 16,-5 0-15-16,0 0-7 0,3-3-26 0,-4 2-34 16,-2-1-43-16,1 1-63 0,-2-1-67 0,-4 0-189 15,1-2-472-15,-2 2 209 0</inkml:trace>
  <inkml:trace contextRef="#ctx0" brushRef="#br0" timeOffset="174692.93">31448 12613 172 0,'-10'8'292'15,"3"-1"-4"-15,4-2 15 0,3-5 2 16,0 0-13-16,25 13-10 0,7-16-30 0,23-1-13 0,10-7-23 16,40-9-28-16,0 2-9 0,5-1-17 15,0-5-16-15,1 7-5 0,4 5-4 0,-7-1-15 16,2 2-15-16,-6-1-9 0,-11 3-13 0,-30 4-11 0,-4 0-18 15,-3 4-26-15,-18-1-25 0,-2 0-33 0,-5-1-31 16,-31 3-30-16,47 0-31 0,-47 0-36 0,0 0-39 16,0 0-44-16,37 3-45 0,-37-3-217 15,0 0-541-15,0 0 239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24:57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23072 5163 17 0,'-4'-6'56'0,"4"6"-17"15,0 0-18-15,0 0-12 0,0 0-22 0,0 0-9 16,0 0-24-16,0 0 12 0</inkml:trace>
  <inkml:trace contextRef="#ctx0" brushRef="#br0" timeOffset="337.76">24989 5164 8 0,'0'0'20'16,"0"0"2"-16,0 0-11 0,0 0-2 0,0 0-9 15,0 0-3-15,0 0-9 0,0 0-12 0,0 0 6 16</inkml:trace>
  <inkml:trace contextRef="#ctx0" brushRef="#br0" timeOffset="938.89">23759 6337 46 0,'0'0'63'0,"0"0"-2"0,0 0-7 0,0 0-12 15,0 0-2-15,0 0-9 0,0 0-12 0,0 0-9 16,0 0-17-16,0 0-11 0,0 0-10 0,0 0-25 16,0 0-56-16,0 0 25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4:59:51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8391 3476 54 0,'4'-10'220'0,"-3"3"0"16,0-1 0-16,0 2 0 0,-1 6-9 0,0-13-21 15,0 13-13-15,-1-13-17 0,0 7-8 0,1 6-14 16,-3-12-6-16,-3 7-5 0,6 5-5 0,-6-9-19 15,3 4 4-15,3 5-14 0,-8-8-6 0,6 4-11 16,2 4-4-16,-5-4-4 0,5 4-7 0,0 0-6 16,0 0-7-16,-7-6-5 0,7 6-4 0,0 0 1 15,0 0-4-15,0 0-9 0,0 0-4 0,9-11 2 16,3 8-2-16,8-1-7 0,11-1-10 0,2-2 10 16,6 2-3-16,13-1-11 0,-14 1-21 0,1 1-27 15,-4 2-34-15,-3 0-35 0,-3-1-35 0,-8 3-64 16,-2 2-45-16,-5-2-165 0,-5 1-458 0,-1 0 203 15</inkml:trace>
  <inkml:trace contextRef="#ctx0" brushRef="#br0" timeOffset="418.17">8576 3404 177 0,'0'0'212'0,"0"0"-14"0,0 0-15 0,-5 5-18 15,5-5-20-15,0 0-15 0,-1 10 0 0,1-4 8 16,0 6-7-16,1 4-11 0,-1 1-9 0,1 2-7 16,-2 6-10-16,-1-1-7 0,2-3-8 0,0 4-7 15,0-6-8-15,0 8 0 0,0-7-8 0,-2-1-5 16,4 0-3-16,-2-1-5 0,1-1-3 16,1 0-2-16,0 2-5 0,-2 0-2 0,0-6-2 15,-3-2-1-15,3 2-5 0,0-3-2 0,0 1-2 0,-1 0 0 16,0-2-2-16,-2-1-1 0,0-2-1 15,-2 1 3-15,1-1-4 0,-1-1-1 0,-2-2-7 16,-1 4 2-16,-2-3-3 0,-3 1 1 0,3-2 0 16,-1 1-1-16,-4-1 0 0,4-3 1 0,-1 2-3 15,12-2 1-15,-20 1 1 0,12 0-4 0,8-1 0 16,-17 2 2-16,17-2-1 0,0 0-3 0,-17-3 4 16,17 3-4-16,0 0-3 0,-9 4 1 0,9-4 1 15,0 0 0-15,0 0 2 0,0 0 2 0,0 0 0 16,48-3-9-16,-18 2-12 0,-2 0-13 0,2-1-3 15,1-2-20-15,0 0-21 0,-1 1-22 0,1-1-28 16,0 3-22-16,-1-2-16 0,-3 1-16 0,0-1-2 16,-6 2-137-16,-1-2-347 0,-1 1 154 0</inkml:trace>
  <inkml:trace contextRef="#ctx0" brushRef="#br0" timeOffset="625.79">8901 3857 628 0,'8'-5'-24'0,"-3"0"31"0,-5 5 34 16,8-14 27-16,-4 4 23 0,-2 2 8 0,0 2 19 15,-2-3 19-15,1 0 8 0,-1 1 13 0,0 8 7 16,0-9 2-16,0 9 0 0,2-10-14 0,-2 10-10 15,0 0-13-15,1-7-13 0,-1 7-14 0,0 0-16 16,0 0-8-16,0 0-10 0,0 0-4 0,0 0-6 16,0 0-7-16,0 0 1 0,4 35-9 0,-5-22 2 15,1-1-10-15,0 5 4 0,-2-1-6 0,2 1-3 16,0-2-6-16,0-2 2 0,0-1-3 0,2 1 0 16,-2-1-12-16,-2 3-28 0,2-2-24 0,0-1-27 15,-1-2-31-15,1 3-32 0,0-13-53 0,-3 19-38 16,1-12-42-16,-1 2-138 0,3-9-433 0,-9 10 191 15</inkml:trace>
  <inkml:trace contextRef="#ctx0" brushRef="#br0" timeOffset="1014.01">8942 3778 198 0,'9'-14'229'0,"2"2"-6"0,1 0-9 0,-2 4-7 16,0-1-8-16,8 1-16 0,-3 3-12 0,-1 1-19 15,-1 2-19-15,1 2-6 0,0-2-10 16,0 4-9-16,-1 1-16 0,5 1-10 0,-7 2-6 16,1-2-7-16,-3 3-11 0,1 2 0 0,-1-3-4 15,-2 3-6-15,-2 3-5 0,3-1-4 0,-8 1 0 0,4 3-4 16,-6-3-2-16,-1-2-7 0,2 0-7 0,-3 3 6 16,2-3-11-16,-3 2-8 0,5-12-2 15,-6 13-6-15,3-8-6 0,3-5 6 0,-3 11-9 16,2-6 2-16,1-5-2 0,0 11 0 0,0-11-1 15,2 13 1-15,-2-13-3 0,11 10 2 0,-8-4 3 16,6 1-4-16,-2 2 5 0,0-2-1 0,1 1 1 16,-4-2-2-16,5 1 3 0,-4-1-1 0,0 3 2 0,-1-4 0 15,0 3 3-15,-2-2 2 0,0 0-1 16,-2-6 1-16,-2 12 4 0,0-5 1 0,-2-1 1 16,4-6 1-16,-16 12 0 0,6-5 0 0,-1 0-2 15,-6 0 0-15,6-3-5 0,-6 3-5 0,3-5-17 16,-1 1-15-16,-1 1-19 0,0-3-37 0,2-2-69 15,1 1-64-15,-5-4-159 0,4 1-419 0,0 0 186 0</inkml:trace>
  <inkml:trace contextRef="#ctx0" brushRef="#br0" timeOffset="1208.33">9619 3752 193 0,'11'-1'214'0,"0"-1"-16"0,0 0-21 0,2 1-18 16,-1-2-14-16,2 5-14 0,4-5-14 0,-6 4-18 15,2 1-19-15,0 2-35 0,-3-1-38 0,0 1-43 16,1-1-29-16,-3 2-37 0,-2 0-125 0,-2 1-247 16,3 2 110-16</inkml:trace>
  <inkml:trace contextRef="#ctx0" brushRef="#br0" timeOffset="1381.05">9682 3900 127 0,'0'0'207'0,"-7"2"-1"15,7-2 0-15,0 0-5 0,-4 5-15 0,4-5-14 16,0 0-9-16,0 0-7 0,0 0-6 0,0 0-14 16,17 6-12-16,-5-8-10 0,4 2-16 0,2 2-22 15,4-5-28-15,1 2-27 0,2 0-41 0,6 1-52 16,-4-2-52-16,4-1-61 0,-2 5-147 0,0-5-360 15,2 1 160-15</inkml:trace>
  <inkml:trace contextRef="#ctx0" brushRef="#br0" timeOffset="1832.24">10951 3556 152 0,'-2'-8'245'0,"-2"2"15"15,-2 1-15-15,0-2-16 0,1 4-19 0,-2-1-21 16,7 4-19-16,-19 0-16 0,6 2-12 0,-3 4-10 16,-7 8-6-16,5-3-16 0,-4 7 5 0,-1 1-4 15,4 5-7-15,1-2-11 0,3 2-6 0,3-7-16 16,3 8 8-16,2-2-10 0,0-4-5 0,5 0-4 15,2-2-20-15,1 1 8 0,3 0-4 0,0-1-12 16,3-3 8-16,1 2-4 0,-2-5-2 0,7 1-12 16,1 0-21-16,0-2-19 0,3-4-24 0,2 1-25 15,3-1-33-15,8-2-34 0,-12-2-32 0,3 0-31 16,-2-3-31-16,1 0-17 0,2-5-142 0,-1 3-418 16,-1-5 186-16</inkml:trace>
  <inkml:trace contextRef="#ctx0" brushRef="#br0" timeOffset="2782.12">11179 3783 74 0,'4'-8'171'0,"0"-1"9"0,-1 2 3 0,-1-1 5 16,2 3 1-16,-4 5-6 0,3-11 0 0,-2 6-12 16,-1 5-13-16,0 0-17 0,0-9-11 0,0 9-19 15,0 0-8-15,0 0-2 0,0 0-3 0,0 0-2 16,-13 20-3-16,8-9-5 0,-3 6-4 0,1-1-8 16,0 0-5-16,2 3-10 0,0-3-6 0,0-2-4 15,4 2-9-15,1-3-6 0,1-1 3 0,2-1-5 16,-1 0 0-16,5 0-3 0,-2-1-3 0,5 0 0 15,0-3-3-15,5 3 4 0,-3-5-5 0,3 2 1 16,3-2-7-16,1-3 1 0,-6 0-10 0,2-1 6 16,2-2 1-16,1 1-3 0,-5-4-12 0,0 0-1 15,-2 2 0-15,-2-4-7 0,0-1-5 0,1-2-8 16,-5 1-1-16,0-2 1 0,-2 1 0 0,-1-4 2 16,-3 1-10-16,0-4 2 0,-2-2 3 0,-2 1 3 15,0 4 1-15,0-2 2 0,-3-2 1 0,2 2 1 16,0 2 2-16,0 3 4 0,1-1 5 0,2 4 5 15,-3-2 3-15,5 4 9 0,1 5-1 0,-4-11 4 16,4 11-6-16,0-7-3 0,0 7 2 0,11-9-7 16,-5 8 3-16,5-1-5 0,3 1 3 0,4 1-2 15,1 1 3-15,0 4 1 0,-2 2 0 16,2 2 4-16,-3 0-5 0,0 2-3 0,-3 1-1 0,1-1 0 16,0 1 2-16,-4 2 1 0,-1-1-2 0,-2-4-1 15,0 1-1-15,-1 2 4 0,1-1 0 0,0-3 3 16,-5 0 7-16,3-1 1 0,-5-7 7 0,3 12-1 15,-1-7 1-15,1 0 8 0,-3-5 10 16,0 0 1-16,0 0 5 0,5 10 9 0,-5-10 6 16,0 0 12-16,0 0-4 0,0 0 2 0,0 0-5 15,0 0 0-15,0 0-9 0,0 0-8 0,0 0-20 0,0 0 9 16,0 0-6-16,0-28-1 0,3 19-8 16,-2-4-8-16,5-3-7 0,2-1-2 0,1 0-20 0,6-6 8 15,-2 3-5-15,-3 2 1 0,4 4 0 16,-3 0 2-16,0 3-1 0,-2 5 1 0,0-2-5 15,5 2-1-15,-9 2 1 0,4 0-3 0,-9 4-5 16,12 0 1-16,-12 0 0 0,12 8-8 0,-3-5 14 16,-3 7 5-16,-3-3-1 0,4 6-14 0,-1-3 14 0,3 7-2 15,-4 1 4-15,-1-2 3 0,1 1-1 16,-1-1 1-16,-2-6 2 0,3 4-1 0,-2-4 4 16,3 0 4-16,-2-1 5 0,3 0-5 0,-2-5-2 15,1 4 5-15,3-3 1 0,1-2 7 0,3-2-3 16,-2 2 3-16,5-3 0 0,-3-3 6 0,2-1-11 15,2-2 5-15,-1-1-5 0,1 1 8 0,-3-4-4 0,0-1-1 16,0-3-5-16,0 0-6 0,-1 0 6 16,-3 0-1-16,3-8 3 0,-3 5-9 0,-2-1 0 15,-1 1-3-15,0 1 0 0,-2-1 2 0,0 1 2 16,1 4-5-16,-4 2 4 0,0 1 0 0,1 1-6 16,-2 5 3-16,-1 3-6 0,3-10 1 0,-3 10-1 15,2-7-2-15,-2 7-7 0,0 0-1 0,0 0 5 16,0 0-3-16,0 0-2 0,-15 18-3 0,8-5-4 15,7-1-8-15,-4 0 6 0,1 5-2 0,2 0 0 16,5 1 2-16,-2 0 4 0,3 2-1 0,3 3-2 16,-3-6 3-16,6-2 4 0,-2-1 2 0,2 3 0 15,-2-3-1-15,2 1 6 0,-2-6 2 0,-3 1-2 16,5-1 3-16,-5-1 0 0,0 0 1 0,1-2 0 16,-5-1 1-16,2 0 3 0,-4-5-5 0,5 7 5 15,-5-7-1-15,1 7 1 0,-1-7 2 0,0 0-1 16,-6 12-3-16,0-7-8 0,-1-1-14 0,1-3-21 15,-3 2-34-15,-5 1-31 0,4-2-44 0,-2 1-58 16,1-2-65-16,11-1-144 0,-23-4-460 0,14 3 205 16</inkml:trace>
  <inkml:trace contextRef="#ctx0" brushRef="#br0" timeOffset="3064.27">12544 3592 27 0,'0'-14'291'0,"2"2"-7"0,-2 1 6 0,0 2 0 16,0 0-1-16,0 9-26 0,-2-9-26 0,2 9-23 15,0-9-31-15,0 9-23 0,0 0-14 0,0 0-19 16,0 0-10-16,0 0-5 0,-2 41-10 0,2-14-5 16,-2-3-10-16,-3 6 0 0,5-2-10 0,-1 0-7 15,1 2-2-15,-1-2 3 0,1 0-15 0,-1 0 4 16,1-3-22-16,1-6 9 0,0 7-9 0,-1-9-4 15,0-1-1-15,0-2 0 0,0 0-8 0,4 1 1 16,-4-3-7-16,2 1-16 0,-2-4-20 16,2 2-39-16,-2-2-33 0,0-9-33 0,0 12-38 15,0-12-51-15,0 0-50 0,0 12-271 0,0-12-574 16,0 0 254-16</inkml:trace>
  <inkml:trace contextRef="#ctx0" brushRef="#br0" timeOffset="3207.3">12542 3793 25 0,'21'3'36'0,"-10"-4"-47"0,1 1-11 16,-12 0 6-16</inkml:trace>
  <inkml:trace contextRef="#ctx0" brushRef="#br0" timeOffset="3361.75">12873 3874 2 0,'2'5'282'0,"-2"-5"-15"0,4 4-5 0,-4-4-4 15,0 0-9-15,0 0-10 0,4 5-21 0,-4-5-23 16,0 0-26-16,0 0-13 0,0 0-16 0,0 0-28 16,8 1-47-16,-8-1-50 0,0 0-60 0,0 0-81 15,0 0-97-15,0 0-150 0,0 0-404 0,0 0 180 16</inkml:trace>
  <inkml:trace contextRef="#ctx0" brushRef="#br0" timeOffset="3851.74">14516 3327 99 0,'-4'-12'277'15,"0"3"-21"-15,1 3-27 0,-3 1-23 0,6 5-17 16,-10-6-19-16,10 6-11 0,-15 9-7 0,6 3 0 16,-5 8-3-16,-1 7-11 0,1 3-6 0,1 4-12 15,-3 13-8-15,1 2-7 0,6 1-7 0,-5-2-9 16,5-2 1-16,5 2-2 0,2 0 4 15,2 2-2-15,-5-4-6 0,5-12-7 0,3 0-6 0,-1 0-1 16,-4-2-9-16,6-1-8 0,0 2 5 0,0-6-11 16,-2 0-7-16,-1-1-4 0,5-2 4 0,0-5-9 15,-2-1 0-15,1-1-3 0,-2-1-8 0,-2-4-30 16,3-3-28-16,0 2-31 0,-2 0-23 0,1-4-35 16,-3-7-49-16,4 10-49 0,3-8-61 15,-7-2-200-15,0 0-527 0,0 0 233 0</inkml:trace>
  <inkml:trace contextRef="#ctx0" brushRef="#br0" timeOffset="4069.83">14892 3657 2469 0,'2'-7'8'0,"1"-1"-12"15,-3 8 3-15,4-12-5 0,-2 7 11 0,2 1-10 0,3 0 3 16,3-2-2-16,3 1 7 0,6-3 2 0,0 1 2 15,10 1 1-15,-2-2 3 0,4 3-7 0,-4 0 4 16,5 0-2-16,-5 0 1 0,-5 3-1 16,0 0-3-16,-1 1-11 0,-4-1-26 0,-4 1-33 15,-2 0-47-15,-2 1-44 0,-1-1-46 0,-8 1-121 16,8 1-350-16,-8-1 155 0</inkml:trace>
  <inkml:trace contextRef="#ctx0" brushRef="#br0" timeOffset="4299.62">14961 3565 49 0,'-5'5'167'0,"2"0"6"0,3 4 1 0,0 3 2 16,0 3 6-16,0 10-7 0,0 0-5 0,0 1-9 16,0 4-9-16,4 2-2 0,-4-2-5 0,1 2-8 15,3-3-14-15,-5 2-7 0,1-2-6 0,-2-4-16 16,2-1-6-16,-1 1-8 0,1-10-8 0,0 3-1 15,0-5-14-15,0 2 3 0,-1-3-24 0,0-2-29 16,1-1-35-16,-3-2-26 0,3-7-32 0,0 0-39 16,0 0-41-16,-3 15-42 0,1-12-169 0,2-3-407 15,0 0 180-15</inkml:trace>
  <inkml:trace contextRef="#ctx0" brushRef="#br0" timeOffset="4709.64">14903 3903 2 0,'9'-5'159'0,"-1"2"-11"0,3 0-11 16,2 2-13-16,5-2-2 0,-1 2-7 0,4-1-7 16,8 2-9-16,-4 2-4 0,6-4-3 0,-11 4-12 15,2-1-4-15,5-1 1 0,-6-1-12 0,-1 1-8 16,-2-2-6-16,-7 4-4 0,3-4-2 0,-14 2 2 16,17 0 9-16,-10 2 11 0,0-2 6 0,-7 0 12 15,9 1 11-15,-9-1 2 0,0 0 5 0,0 0-11 16,8 1-7-16,-8-1-14 0,0 0-4 0,0 0-7 15,0 0-9-15,-27 14-5 0,19-7-1 0,3 4-10 16,-3-2 3-16,0 7 0 0,-2-2-8 0,1 1-3 16,4-3-3-16,1 3 0 0,-1-2-3 0,3-1-2 15,2 0-4-15,1-1 0 0,3-1 1 0,1 1 0 16,0-3 1-16,3 2-2 0,1-4 1 0,2 0-2 16,2-2 3-16,6 0-4 0,-2-3 8 0,1 0 1 15,-7-1 3-15,7-1-6 0,-5-2 10 16,1 1 5-16,-4-2 0 0,0-2-1 0,0-1 1 0,-3-2-3 15,1 0-2-15,-2-1 1 0,0-5-13 0,-1-2-1 16,-2 2-1-16,-4-1-6 0,-1-1-5 0,-1 0-14 16,-1 0-4-16,-3 1-8 0,2 3-18 15,-1-2-18-15,-1 6-20 0,1 1-19 0,-4 1-36 16,1 2-40-16,1 2-54 0,8 3-43 0,-20 0-153 16,20 0-456-16,-14 8 202 0</inkml:trace>
  <inkml:trace contextRef="#ctx0" brushRef="#br0" timeOffset="5102.42">15444 4169 128 0,'14'-2'241'16,"-14"2"0"-16,12-3-13 0,-5 1-12 0,-1-4-20 16,2 2-16-16,0-2-11 0,-2-3-17 0,4 3-6 15,-2-4-15-15,2 3-5 0,2-7-13 0,-3 1-7 16,0-1-9-16,3 0-13 0,0-2-8 0,-3 1-5 15,1-2-7-15,-3 3-10 0,0-3-4 0,-3 2-5 16,1-1 6-16,-2 4 8 0,-2 2 4 0,-1 0-7 16,-1 0-4-16,-2 1-5 0,3 9-5 0,-3-10-6 15,3 10-1-15,-3-9-7 0,3 9-2 0,-1-6-6 16,1 6-6-16,0 0-6 0,0 0-5 0,0 0-8 16,0 0 9-16,0 0-9 0,0 0 2 0,15-1-2 15,-15 1 3-15,20 10-1 0,-3-5-1 0,1 1 1 16,1 1-2-16,-2-4 1 0,-2 5 0 0,-1-4-2 15,-2 4 0-15,-1-1 3 0,0 0-5 0,-3-1 3 16,1 1-3-16,-1 2 10 0,-1-2-5 0,-1 2 1 16,-4-1 2-16,2 0 9 0,-1 3-3 0,-1-2 2 15,1 1 2-15,-3-1-4 0,0 2 2 0,0-1 1 16,-2-1 0-16,1 1-15 0,1 1-32 0,0-3-45 16,0-8-55-16,-1 17-79 0,1-9-76 0,0-8-152 15,5 14-481-15,4-6 213 0</inkml:trace>
  <inkml:trace contextRef="#ctx0" brushRef="#br0" timeOffset="5565.52">16889 3669 19 0,'-1'-10'268'0,"-5"0"-7"16,2 2-12-16,-3-1-16 0,3 4-17 0,-1-1-21 0,-5 2-23 16,4 1-17-16,6 3-20 0,-17 3-12 0,10 1-13 15,-6 9-7-15,0 3-3 0,2 12-5 16,-4 4-7-16,0 13-1 0,2-2-6 0,3 1-8 16,4-11-1-16,-1 1-4 0,5 1-4 0,0-1-5 15,-1-1 0-15,1-1-3 0,0-2-6 0,2-3-6 16,1 0 2-16,-1-1-4 0,-1-8-4 0,1 0-5 15,-3-1-4-15,6-2 2 0,-6-2-3 0,6-1-6 0,-6-3-1 16,3 1-14-16,-1-4-17 0,1-6-24 16,-1 12-20-16,1-12-16 0,-1 10-23 0,1-10-31 15,0 0-56-15,-7 5-54 0,7-5-222 0,0 0-493 16,0 0 218-16</inkml:trace>
  <inkml:trace contextRef="#ctx0" brushRef="#br0" timeOffset="5847.66">16600 4005 122 0,'7'-3'183'16,"6"2"-18"-16,-1-2-10 0,6 1-21 0,3 1-15 15,6-3-4-15,2 2-9 0,3 2-12 0,4-2-9 16,-3 0-12-16,3 2-5 0,-3 0-3 0,-1-3-7 16,0 3-5-16,-4 0-4 0,0-2-7 0,-10 2 0 15,-4-2-1-15,-2 2 9 0,-1 0 15 0,-1 0 2 16,-3-1 17-16,-7 1 12 0,10 0 12 0,-10 0 6 15,8 1 2-15,-8-1-7 0,0 0-3 0,0 0-12 16,0 0-8-16,12 0-12 0,-12 0-7 0,0 0-14 16,0 0-4-16,3 7-8 0,-3 0-4 0,0-7-2 15,-4 14-2-15,4-2-1 0,-4 0-5 0,2 4-10 16,-1-3-26-16,1 3-29 0,-2-2-39 0,3-1-38 16,-1 0-58-16,1-1-83 0,0-2-188 0,-1 0-480 15,2-10 212-15</inkml:trace>
  <inkml:trace contextRef="#ctx0" brushRef="#br0" timeOffset="6205.56">17381 3939 250 0,'7'-5'255'0,"-7"5"-1"0,0 0-8 0,6-2-15 16,-6 2-22-16,0 0-21 0,8-2-22 0,-8 2-23 15,0 0-16-15,0 0-13 0,13 9-11 0,-6-1-8 16,5 5-8-16,-3 1-7 0,1 0-9 0,-2 4-5 16,2-1-6-16,1 6-7 0,-2-6-2 0,-4-1-14 15,3 1-27-15,0-1-27 0,-2 1-34 0,-3-5-40 16,-1-1-55-16,1-1-66 0,-1 0-185 0,-2-10-430 16,-1 12 191-16</inkml:trace>
  <inkml:trace contextRef="#ctx0" brushRef="#br0" timeOffset="6375.38">17537 3933 98 0,'-1'-9'237'0,"1"9"-28"16,0 0-15-16,0 0-9 0,0 0-11 0,0 0-13 16,-22 22-15-16,8 1-16 0,0 0-12 0,-1 1-10 15,-2 2-36-15,-1 0-47 0,3-2-57 0,2-1-50 16,2 2-87-16,-2-3-94 0,4-5-284 0,3-1 126 15</inkml:trace>
  <inkml:trace contextRef="#ctx0" brushRef="#br0" timeOffset="6661.08">17657 4115 151 0,'26'-14'205'0,"0"0"-7"0,2 1-5 0,-3-2-2 16,-1 1-8-16,0-1-15 0,-7 3-5 0,6-4-7 15,-6 5-9-15,-2-1-8 0,-1-1-10 0,2 2-6 16,-9 0-1-16,2 3-3 0,-1-1-2 16,-2 1 4-16,-2 2-1 0,-1 1-2 0,-2-1-13 15,-1 6-12-15,0 0-9 0,0 0-10 0,-14-14-11 16,4 13-8-16,10 1 0 0,-27 8-14 0,9 2 0 0,-4 4-17 16,-3-3 8-16,3 8-1 0,7-5-6 15,-1 0-5-15,6 0 0 0,0 0-3 0,1 2-3 16,4 1-7-16,2-3-22 0,3 2-13 0,2-3-18 15,3-2-21-15,6 2-26 0,-1-1-31 0,2 0-44 16,7-4-51-16,0 0-48 0,8 0-173 0,-8-5-476 16,8 0 211-16</inkml:trace>
  <inkml:trace contextRef="#ctx0" brushRef="#br0" timeOffset="7068.01">18239 4025 61 0,'1'-10'229'16,"-1"1"3"-16,-4-2-1 0,0 1-7 0,-2 3-6 15,1-2-4-15,-5 3-17 0,0 0-17 0,-2 2-20 16,-5 6-18-16,-2-2-12 0,-1 4-13 0,-6 3-12 16,7 4-9-16,1-3-18 0,0 5 2 0,4 0-10 15,0 1-8-15,4 1-6 0,1-2-7 0,1 3-2 16,7-4-1-16,0 0-7 0,2 0-3 0,5-2-2 16,1 2-5-16,3-5-8 0,4 2-5 0,1-2-14 15,5-1-7-15,-1 0-13 0,3-5-1 0,-2-1-3 16,1-3-2-16,-1-1 2 0,-2 0 4 0,-2-5 1 15,-2 0 4-15,-2-4-1 0,-3-1 4 0,2 0-6 16,1-9 7-16,-6 6 0 0,1-9 0 0,0 1 3 16,0-3 6-16,-1 0-3 0,-1-1 6 0,2 0 10 15,-4-4 11-15,1 5 6 0,1-1 13 0,-1 1 3 16,-2 3 3-16,-1 5 8 0,1 5 15 0,-2 2 4 16,2 1 11-16,-1 7-4 0,0-2-7 0,-1 7-19 15,2-10-25-15,-2 10 12 0,0 0-10 0,0 0-1 16,0 0-8-16,0 0 4 0,7 36-1 0,-11-12-8 15,2 8 8-15,-1-2-10 0,1 2 11 0,-1-1-16 16,1-1 4-16,-1 0 6 0,3-1-12 0,-1 2-32 16,1-2-37-16,0-2-36 0,-2 1-47 0,1-4-54 15,1-5-71-15,1-2-51 0,2 0-180 0,1-5-536 16,4-3 238-16</inkml:trace>
  <inkml:trace contextRef="#ctx0" brushRef="#br0" timeOffset="7289.28">18778 3785 45 0,'1'-11'331'0,"-1"3"-5"0,2 1-18 0,-2 0-21 16,0 7-28-16,1-9-32 0,-1 9-28 0,0 0-20 0,0 0-24 16,0 0-4-16,0 0-22 0,-1 35-11 15,-3-9-14-15,-1-2-5 0,1 3-13 0,0 0-6 16,0 0-8-16,2 0-4 0,-1 0-11 0,1-1-18 0,-1 1-30 15,2-2-36-15,-2 0-27 0,2-6-33 0,-2-2-38 16,2 0-67-16,-3-2-38 0,2-1-206 16,-1-5-472-16,2 1 209 0</inkml:trace>
  <inkml:trace contextRef="#ctx0" brushRef="#br0" timeOffset="7664.42">18839 3730 43 0,'8'-10'242'0,"3"-4"-7"0,-3 5-15 0,0 0-12 16,1 3-25-16,1 2-20 0,2 1-16 0,-1 2-14 15,3 2-15-15,0 2-8 0,3 1-14 0,-2 1-8 16,2 3-13-16,-7-1-3 0,-1 2-11 0,1 0-2 16,-5 3-5-16,3 1-5 0,-3 4-4 0,-2-1 3 15,-6 1-9-15,-1-1-2 0,-1-2-4 0,0-3-4 16,0 1-7-16,-5 3-9 0,5-6-9 0,-2 1-15 15,0-3 0-15,0 2-14 0,4-4 0 0,0 1-4 16,3-6 1-16,-3 12 3 0,3-6 2 0,0-6 0 16,6 12 4-16,1-4 0 0,-1 0 5 0,2 0-1 15,2-2 5-15,2 2 0 0,-3 0-1 0,1-1 6 16,0 2-5-16,3 1-3 0,-8-1 5 0,3 1 8 16,-3-1-6-16,1 2 1 0,-4-1 12 0,-2 1 4 15,-2 0 9-15,0 0 9 0,-2-3 10 0,-5 2-5 16,1-1-3-16,-2 2 0 0,-5-1-4 0,1-1-8 15,-4-3-9-15,4 3-19 0,-4-3-27 0,2 0-36 16,4-1-33-16,3-3-61 0,0 1-193 0,9-3-388 16,-17 2 172-16</inkml:trace>
  <inkml:trace contextRef="#ctx0" brushRef="#br0" timeOffset="7868.21">19258 3963 2282 0,'12'-17'105'0,"0"1"-44"0,-2 3-5 0,0-2 15 15,-5 5 20-15,0 1 17 0,-1 0 2 16,0 4-9-16,-4 5-10 0,0 0-13 0,8-10-16 16,-8 10-11-16,0 0-1 0,0 0 3 0,0 0-12 15,0 0-3-15,5 34 1 0,-7-17-8 0,1 3 0 16,0 6-6-16,-2 0 2 0,0-6-2 0,1 6-7 0,1-1-18 16,0-7-22-16,0 2-40 0,-1-2-36 0,1-2-47 15,1-4-76-15,-1 1-79 0,-1-1-167 16,2-12-505-16,-1 15 224 0</inkml:trace>
  <inkml:trace contextRef="#ctx0" brushRef="#br0" timeOffset="8035.68">19424 3641 192 0,'-3'-5'171'15,"3"5"-28"-15,0 0-16 0,-5-6-18 0,5 6-63 16,0 0-51-16,0 0-56 0,6 21-60 0,-2-9-130 0,3-1 58 16</inkml:trace>
  <inkml:trace contextRef="#ctx0" brushRef="#br0" timeOffset="8731.94">19779 3910 2433 0,'6'0'42'0,"2"0"-28"0,-8 0 2 16,0 0-7-16,9-7 5 0,-9 7 19 0,0 0 19 15,0 0 25-15,-9-15 2 0,9 15 11 0,-11-10-3 16,4 6 6-16,-2 1 0 0,-4 2-6 0,1 1-9 16,-8 3-6-16,1 2-3 0,-6 5-12 0,-1 5-7 15,-1 1-2-15,3-2-5 0,2 2-2 0,7-2-7 16,1 1 2-16,1 0-9 0,3 1-5 0,2-2 1 16,2 1-1-16,2-2-2 0,1-2-3 0,6 1 3 15,2-3-2-15,1 1-6 0,3-2 14 0,3-2-10 16,1 1-11-16,-3-4-4 0,9 0 1 0,-6-2-6 15,6-1 0-15,-6-2 7 0,1 0-8 0,-3-3 1 16,2-1 1-16,-3-2 0 0,3-5-1 0,0 1 0 16,-2-2-7-16,0-2 2 0,0 1 1 0,-2-2 1 15,1-6-3-15,-1 5 3 0,-2 1-11 0,0-2 10 16,5-5 3-16,-6 6 6 0,-5 7 2 16,3 0 5-16,0 1 7 0,-1 3 5 0,-1 4-10 0,-2 3-5 15,5-10-9-15,-3 4-2 0,-2 6 1 0,0 0-1 16,0 0-3-16,1 21 6 0,-2-7-2 0,-1 2 2 15,-1 1 0-15,1 0 2 0,0 3-1 0,0 0 2 16,1-2 0-16,1-2 0 0,1-3 0 0,-1-1-2 16,3 0 7-16,0-1-4 0,2-2 4 0,1 0 6 15,0-2 6-15,3-2-1 0,3 2-16 0,2-7 17 16,5 3 7-16,0-2 0 0,0-2-11 0,-1-2-10 16,3-2 12-16,-1 0-6 0,-2-4 4 0,1 0-1 15,-2-2-9-15,3-7 10 0,-4 4 1 0,0-4 0 16,-2 3-5-16,-1-6-3 0,-5 5-2 0,3-7 5 15,-4 7-6-15,-2-1 0 0,0 0 6 0,-2 6-3 16,-1 1-14-16,1 1 14 0,-2 2-1 0,-1 7-8 16,2-12-3-16,-2 12 2 0,0 0 1 0,-7-4-5 15,7 4 0-15,0 0-7 0,-21 12 1 0,11-4-1 16,1 4-10-16,-1 1-1 0,1 2-5 0,3 1-1 16,-1 2-3-16,5 0 4 0,-2 0 3 15,2 1 1-15,4 0-2 0,0-1 4 0,3 1 2 16,2-2 3-16,-2 2 1 0,4-2 4 0,0 1 1 0,1-4 0 15,-2 0 5-15,-2-1-4 0,3-1 7 0,-4-2-1 16,2 0-9-16,-2 0 12 0,1-3-2 0,-1 1-1 16,-2-2 2-16,-1-1 5 0,1 0-2 0,-3-5 4 15,0 9 5-15,0-9 3 0,0 0-2 16,-8 13-2-16,-2-9-1 0,1 1-21 0,-2-1-22 16,-1-2-34-16,-3-1-36 0,-3 1-45 0,0-2-75 15,-1 0-72-15,-2-2-157 0,1 1-495 0,2-1 220 0</inkml:trace>
  <inkml:trace contextRef="#ctx0" brushRef="#br0" timeOffset="9011.89">20698 3534 14 0,'2'-4'235'0,"-2"4"-22"0,0 0-28 16,6-5-22-16,-6 5-11 0,0 0-11 0,12 20 4 16,-3-3-5-16,1 10 0 0,2 4-8 0,1 2-12 15,2 13-8-15,-3 2-7 0,-1 0-10 0,3-5-4 16,-6-9-6-16,-3-3-9 0,-1-1-2 0,1 0-7 16,-4 0-4-16,-5-2-4 0,2-3-5 0,-2-7 1 15,-5 6-6-15,0-6 1 0,-1-3-16 0,-10 5-28 16,-2-5-33-16,-3 0-39 0,-3-3-60 0,3-2-77 15,-2-1-203-15,-1-4-440 0,-2-2 196 0</inkml:trace>
  <inkml:trace contextRef="#ctx0" brushRef="#br0" timeOffset="9167.84">20495 4172 28 0,'0'0'282'0,"0"0"-21"0,-2-10-22 0,2 10-26 15,0 0-23-15,-6-12-25 0,2 7-37 0,0 0-44 16,4 5-54-16,-15-11-73 0,9 7-72 0,-6-1-129 16,-5 0-264-16,-2 0 117 0</inkml:trace>
  <inkml:trace contextRef="#ctx0" brushRef="#br0" timeOffset="11547.94">10411 5081 152 0,'0'0'225'0,"3"-11"-7"0,-3 11-19 0,0 0-17 16,3-5-15-16,-3 5-21 0,0 0-13 0,0 0-19 15,0 0-8-15,0 0-8 0,0 0-10 0,-21 19 1 16,8-4-7-16,0-1-5 0,-3 7-5 0,-1-2-6 15,1 3-8-15,-2 2-4 0,1-5-4 0,1 4-6 16,0-3-1-16,3-4-2 0,2 2-7 0,1-3-5 16,-3-1 2-16,4-6-6 0,-1 6-2 15,-3-3-1-15,5-1 2 0,-1-3 0 0,3 0 7 16,-3-2 1-16,5 0 4 0,-1-1-1 0,5-4-2 0,-6 6 1 16,6-6 5-16,-4 6-3 0,4-6-3 0,0 0 1 15,0 0 0-15,-10 2-7 0,10-2 1 0,0 0-6 16,0 0-1-16,0 0-5 0,0 0-2 0,0 0-6 15,0 0 7-15,0 0-13 0,0 0 5 0,29-6-3 16,-15 5 0-16,4-2-9 0,1 3 3 0,3-1-3 16,-2 2-4-16,2 0 1 0,6-2-3 0,-5 2 0 15,5 0-3-15,-1 3 4 0,-6-3-3 0,2 0-4 16,5 0-5-16,-7-1-3 0,0 1 2 0,1 1 1 16,-2-2 2-16,-2 3-1 0,0-3 3 0,-4 1 1 15,-1-1 2-15,-1 2-5 0,-1-2 3 16,0 0 0-16,-3 0 3 0,0 1 2 0,-8-1 2 0,13 0 3 15,-13 0 0-15,11-3 5 0,-11 3-1 0,9-1 2 16,-9 1 4-16,7-7-7 0,-4 2 8 0,-1-2-6 16,1 1 3-16,1-4 6 0,-2 1 5 0,0-4-2 15,-2 6 5-15,1-5-3 0,-1 2 2 16,-3-1 1-16,1-1 1 0,-2 2-1 0,1-3 1 0,0 1 1 16,-4-1-5-16,2 5 8 0,-1-4-1 0,-3-2-4 15,-4 2-2-15,2 2-3 0,-2-2 1 0,-4 1-2 16,1 1 8-16,0 1-12 0,1 0 2 0,1 0-6 15,0 2 2-15,1 1-3 0,1 2-6 16,1 0-14-16,2 1-22 0,3 0-24 0,-1 0-40 0,7 3-46 16,-10-2-59-16,10 2-215 0,0 0-461 0,0 0 205 15</inkml:trace>
  <inkml:trace contextRef="#ctx0" brushRef="#br0" timeOffset="11798.03">11016 5056 81 0,'0'0'204'0,"0"0"-5"0,0 0-13 0,0 0-17 0,0 0-17 15,0 0-16-15,0 0-13 0,0-9-12 0,0 9-16 16,11 1-7-16,1-1-4 0,2-1-11 0,6 1-17 15,7 0-14-15,3-4-23 0,-2 4-12 0,3 2-28 16,-5-1-32-16,3 0-9 0,-8-1-29 16,0 0-32-16,-2 1-18 0,0-1-82 0,-9 2-241 15,3-2 107-15</inkml:trace>
  <inkml:trace contextRef="#ctx0" brushRef="#br0" timeOffset="12209.98">11251 5021 111 0,'-7'0'160'0,"7"0"-23"0,0 0-9 0,0 0-20 16,0 0-3-16,0 0-3 0,-8 8-11 0,6 0 6 15,0 5 7-15,-1 4-1 0,1 2-6 16,-2 6-9-16,1 1-5 0,0-2-7 0,0-3-1 16,0 3-9-16,1-3-1 0,1-2-3 0,-1 6-6 15,0-5 0-15,0 0-4 0,1-3-5 0,0 0-5 16,1 1 1-16,0-7-4 0,0 6-6 0,-1-2-2 15,1-6-3-15,0 1-2 0,-2-1-6 0,4 1 2 16,-2-4-2-16,0-6 4 0,-2 14-6 0,2-14 0 0,-1 11 0 16,1-11-5-16,-4 10 0 0,4-10 1 15,-3 7-1-15,3-7-1 0,-7 5-1 0,2-3 1 16,5-2-2-16,-14 2-2 0,5-4-3 0,9 2 2 0,-18 0-1 16,7-2 1-16,3 4-7 0,-2-5 2 0,10 3 2 15,-16-4 1-15,10 3-2 0,6 1 2 16,-12-2-2-16,12 2 0 0,-7-3 2 0,7 3-3 15,0 0-3-15,-9-1-3 0,9 1 2 0,0 0-6 16,0 0 4-16,0 0 2 0,0 0 2 0,0 0-5 16,0 0-4-16,0 0-8 0,30-3-9 0,-17 3-9 0,6 0-10 15,3 0-15-15,-3 0-21 0,8 0-13 0,3 0-30 16,-2-3-18-16,-2 3-23 0,-5-4-134 16,-2 4-323-16,2 0 143 0</inkml:trace>
  <inkml:trace contextRef="#ctx0" brushRef="#br0" timeOffset="12443.5">11487 5366 183 0,'0'0'227'0,"-2"-9"1"15,2 9-8-15,0 0-9 0,-1-7-11 0,1 7-19 16,0 0-18-16,0 0-18 0,0 0-18 0,-4-8-14 16,4 8-12-16,0 0-4 0,0 0-3 0,-2 23-4 15,0-12-6-15,-1 1-13 0,1 6-2 0,-2 0-10 0,3 0-2 16,-3-3-4-16,3 2-7 0,-2 0-2 15,2-4-3-15,-2 2-8 0,2-2 0 0,1-2-3 16,0 2-5-16,0-1-13 0,0-2-17 0,0 1-30 16,0 0-17-16,0-1-21 0,0-1-27 0,0-1-25 15,0-8-38-15,-2 14-23 0,4-9-24 0,-2-5-138 16,-5 10-377-16,5-10 166 0</inkml:trace>
  <inkml:trace contextRef="#ctx0" brushRef="#br0" timeOffset="12848.53">11508 5343 125 0,'5'-9'212'15,"3"2"-8"-15,-3 1-11 0,0 0-23 0,1 2-12 16,1 0-24-16,-1 1-8 0,2 1-10 0,-8 2-9 16,18 2-11-16,-11 0-9 0,4 2-10 0,-1 1-7 15,-1-1-6-15,0 2-7 0,-2 1-3 0,0 1-6 16,-2-2-5-16,0 1 0 0,0 4-6 0,-2-2-4 15,-2 0-2-15,2 1 3 0,-7 0-5 0,2-1-4 16,0 1-2-16,-2-2 1 0,-1 1-9 0,0-1-7 16,2-1-14-16,-1 0-2 0,2-1-10 0,2-6-6 15,-6 9-1-15,4-4-8 0,2-5 1 0,-2 11-2 16,2-11 7-16,2 11-2 0,0-7-9 0,-2-4-7 16,8 13 1-16,-4-8-4 0,3 0 6 0,-1 3 8 15,-1-2 1-15,4 1-4 0,-3 0 14 0,2-3-2 16,-1 3 1-16,-4-2 0 0,2-1 10 0,-5-4-3 15,9 9 8-15,-6-4 6 0,-1-1 15 0,-2-4 2 16,2 11 0-16,-2-11 7 0,0 0-2 0,-5 9 2 16,5-9 0-16,-6 8-2 0,-1-6 1 0,2 4 2 15,-3-5-1-15,2 3-6 0,-2 2 0 0,-1-3-1 16,9-3-13-16,-13 1-15 0,6 1-19 0,0 0-41 16,7-2-33-16,0 0-58 0,0 0-103 0,0 0-289 15,0 0 128-15</inkml:trace>
  <inkml:trace contextRef="#ctx0" brushRef="#br0" timeOffset="13048.52">12171 5361 210 0,'10'-4'210'0,"-7"0"-17"16,-3 4-15-16,10-5-23 0,-3 4-18 0,0 0-7 15,7 0-16-15,-3-2-14 0,2 3-15 0,-2 1-28 16,0 1-37-16,1-1-41 0,-1 1-36 0,0 1-29 16,0 2-34-16,-4-1-98 0,-3 2-236 0,0-2 105 15</inkml:trace>
  <inkml:trace contextRef="#ctx0" brushRef="#br0" timeOffset="13213.19">12253 5477 92 0,'-7'5'211'15,"7"-5"-6"-15,-7 3-4 0,7-3-4 0,0 0-16 16,-6 4-18-16,6-4-11 0,0 0-17 0,0 0-11 16,0 0-8-16,0 0-6 0,6 12-12 0,-6-12-2 15,16 1-21-15,-5-1-19 0,0 0-24 0,3 0-36 16,6 0-46-16,-3-1-43 0,5-1-50 0,2-1-183 16,-6-2-353-16,4 0 156 0</inkml:trace>
  <inkml:trace contextRef="#ctx0" brushRef="#br0" timeOffset="13830.63">13291 5221 70 0,'0'0'233'0,"-8"-10"-16"0,8 10-15 0,-6-5-4 16,6 5-20-16,-9-4-12 0,5 1-14 0,4 3-17 15,0 0-12-15,-21 3-11 0,10 0-9 0,0 2-4 16,0 5-12-16,-3-2 0 0,1 4-5 0,2 0-7 16,-3 2-6-16,3 1-1 0,0 0-9 0,-1 3-4 15,1-3-3-15,3 1-4 0,0 0-4 0,1 1-5 16,3-6-5-16,0 6 0 0,0-6-6 0,3 0 0 15,2 2-4-15,1-1-3 0,2-2-2 0,0 1 0 16,1-2-2-16,3 0 1 0,2-2-2 0,1 2-3 16,3-4 3-16,1 0 2 0,3-2-1 0,2-1-1 15,1-2-2-15,1 0 0 0,-2-2 0 16,0 0 1-16,1 1 9 0,-4-6-3 0,0 2 8 0,-2-2-4 16,1 0 1-16,-1-2 5 0,-3-1 3 0,-1 1-5 15,0-4 7-15,1-1 1 0,-4 0 3 0,-3 1 4 16,-3 1-4-16,2-3 4 0,-4-2 8 0,-2 1-12 15,-2 0-1-15,-1 0-5 0,-5 2-1 16,0-1-7-16,1 1-4 0,-6 3-5 0,1 0-2 0,-1 0 0 16,-4 4 0-16,3 1-15 0,-4 1-14 0,0 2-29 15,2 3-27-15,-4 0-38 0,-5 6-47 0,0 2-72 16,6-3-71-16,-5 6-203 0,-3-2-541 0,2-3 239 16</inkml:trace>
  <inkml:trace contextRef="#ctx0" brushRef="#br0" timeOffset="24230.27">10533 7306 106 0,'0'0'147'0,"0"0"-12"0,0 0-2 15,0 0-4-15,0 0-10 0,0 0-4 0,0 0-3 16,0 0-7-16,0 0-5 0,0 0 9 16,0 0-2-16,0 0-11 0,0 0-2 0,0 0-12 15,0 0-5-15,0 0-5 0,0 0-2 0,0 0-5 0,0 0-1 16,0 0-4-16,0 0-3 0,0 0-1 0,0 0-4 16,0 0-6-16,0 0 0 0,0 0-4 0,0 0-3 15,0 0-6-15,0 0 2 0,0 0-3 16,0 0-2-16,0 0-2 0,0 0-6 0,0 0-1 0,0 0 0 15,0 0-3-15,0 0-2 0,-28 0 1 0,21 0-3 16,7 0-3-16,-15 0-2 0,3 0 2 0,2 0 2 16,-1 0-6-16,1 0-4 0,-3 0 2 0,-3 3-1 15,0-2 0-15,-5 3 0 0,1 0-2 16,2 0-1-16,-2 2 0 0,0 2 0 0,2 1 1 0,1 0 4 16,-8 0-1-16,7 2 0 0,-5 4 0 0,6-4 1 15,1 2-1-15,0-1 4 0,-4 7-1 0,4-3 3 16,3-3-9-16,0 1 2 0,2 0-2 0,4-2-1 15,1-3-1-15,2 4 4 0,0-4-4 0,3 2 7 16,4-1-7-16,3 1 2 0,2 3 6 0,3-1-2 16,3 0-5-16,-1 0 3 0,5-2 0 0,-1 0 0 15,8 2 0-15,1 0 0 0,-1-4-1 0,2 5-1 16,-8-7 0-16,2 4 2 0,-2-4-5 0,-3 3 2 16,2-1-4-16,-1-2 0 0,-2 2 5 0,-5 0-4 15,-1-3 2-15,2 1-1 0,-4 1 1 0,-2-2 2 16,-2-3 0-16,0 3 1 0,-3-6 5 0,-2 13 4 15,-3-7 2-15,-1 2 0 0,-6 0 1 0,-7-2 2 16,-1 3 4-16,-8 3 4 0,-2-5 5 0,2 1 0 16,-4-3-9-16,1 1-2 0,1 0 1 0,-2-3-1 15,0 1-3-15,1-1-4 0,3-1-1 0,0-2-3 16,7 1-16-16,1-1-7 0,3 0-12 0,2-1-21 16,3-1-30-16,0 1-40 0,4-1-49 0,8 2-47 15,-14-1-214-15,8-4-463 0,6 5 205 0</inkml:trace>
  <inkml:trace contextRef="#ctx0" brushRef="#br0" timeOffset="24552.36">11277 7703 56 0,'0'0'235'0,"0"0"-3"0,1-7-8 16,-1 7-13-16,0 0-7 0,0 0-11 0,0 0-17 0,0 0-15 16,0 0-16-16,0 0-16 0,0 0-13 0,0 0-11 15,0 0-8-15,0 0-14 0,0 0-8 0,0 0-6 16,4-8-5-16,-4 8-7 0,16-1-7 0,-4 2-6 15,6-2-1-15,1 4-6 0,0-3-8 0,1 2-19 16,0-1-24-16,0 2-36 0,-3-4-39 0,-6 1-41 16,2-2-42-16,-2 2-40 0,-2 4-151 0,-2-1-394 15,-1 0 174-15</inkml:trace>
  <inkml:trace contextRef="#ctx0" brushRef="#br0" timeOffset="24739.04">11298 7845 70 0,'0'0'206'0,"-9"2"-5"16,9-2-6-16,0 0-4 0,-5 5-18 0,5-5-7 15,0 0-13-15,0 0-8 0,0 0-3 0,0 0-20 16,19 3-5-16,-7-4-12 0,7 2-7 0,0-1-8 16,2-1-21-16,0 1-33 0,10 0-37 0,-11 0-34 15,1 0-49-15,1-2-62 0,-3 2-190 0,-2 0-363 16,2-1 160-16</inkml:trace>
  <inkml:trace contextRef="#ctx0" brushRef="#br0" timeOffset="33660.41">13427 7448 5 0,'0'-11'129'0,"0"5"-16"16,0 6 3-16,3-17-3 0,-3 9-9 15,0-3 0-15,0 5 21 0,2-2 3 0,-2 8-4 16,2-14 0-16,-2 8 4 0,0 6-8 0,2-7-4 0,-2 7-4 15,0 0-9-15,4-8-11 0,-4 8-8 0,0 0-11 16,4-8-4-16,-4 8-12 0,0 0-2 0,0 0-11 16,0 0-3-16,0 0-5 0,0 0-5 0,0 0-1 15,0 0-7-15,0-9-1 0,0 9-5 0,0 0-3 16,0 0 3-16,0 0-3 0,0 0-1 0,0 0-1 16,0 0 0-16,0 0-2 0,0 0 2 0,0 0-4 15,0 0 1-15,0 0 0 0,0 0-4 0,0 0 3 16,0 0 1-16,0 0-3 0,0 0-1 0,0 0-1 15,0 0 1-15,0 0-5 0,0 0-2 0,0 0 0 16,0 0 6-16,0 0-5 0,0 0 0 0,0 0-2 16,0 23 5-16,2-10 3 0,-4 2-2 0,2 2 2 15,-6 3 3-15,8 5-1 0,-4 0-1 0,2-6-1 16,-4 8 1-16,4-4 0 0,0 2 5 0,0-1-2 16,-2 3 0-16,0-8-3 0,-1-3 2 0,3 1 0 15,0 0-1-15,0-2-4 0,-2-4 2 0,4 4-1 16,-4-5 0-16,2 3 1 0,-2-2-7 0,2 0-13 15,-2 0-20-15,2-2-18 0,0 1-33 0,-4-2-33 16,4-1-42-16,0-7-39 0,-3 13-145 0,3-13-373 16,-3 8 165-16</inkml:trace>
  <inkml:trace contextRef="#ctx0" brushRef="#br0" timeOffset="33899.78">13825 7573 28 0,'2'-8'210'0,"-2"8"-21"0,7-4-16 0,-7 4-12 16,10-4-11-16,-2 1-8 0,3-1-11 0,9-1-12 0,-2 4-7 16,4-2-15-16,4 0-10 0,3 1-6 0,-2 1-13 15,2 1-6-15,-2-4-9 0,-1 4 0 16,-3 0-16-16,4 2-19 0,-6-2-19 0,-2 2-27 15,-5-2-25-15,-1 0-29 0,-1 3-25 0,1-3-29 0,-4 3-125 16,-2-2-283-16,-7-1 125 0</inkml:trace>
  <inkml:trace contextRef="#ctx0" brushRef="#br0" timeOffset="34134.68">14105 7367 138 0,'-3'-6'216'0,"3"6"-9"0,-5-7-17 0,5 7-5 16,-4-5-21-16,4 5-19 0,0 0-18 0,0 0-11 16,0 0-9-16,0 0-5 0,0 0-1 0,-6 21-9 15,8-10-4-15,1 3-3 0,-2 2-6 0,-1 1-8 16,2 2-4-16,0-1-5 0,2 0-8 0,-6 2-5 16,2-1-3-16,2 6-2 0,-1-2-3 0,-1 3-5 15,0-7-21-15,0-1-27 0,0 2-30 0,-1-3-42 16,1 3-35-16,0-4-45 0,-2 3-49 0,2-6-120 15,0 0-359-15,-2-1 159 0</inkml:trace>
  <inkml:trace contextRef="#ctx0" brushRef="#br0" timeOffset="34425.55">14642 7411 9 0,'4'-11'288'0,"0"-2"-11"0,-2 3-16 16,2 3-13-16,-1-2-17 0,-3 9-17 0,1-9-22 16,-1 9-23-16,3-7-20 0,-3 7-22 0,0 0-15 15,4-3-12-15,-4 3-9 0,0 0-9 0,5 19-6 16,-1-3-8-16,-2 2-3 0,-1 9-6 0,1-2-8 16,-2 1-3-16,-2 2-2 0,2 0-7 0,-1 0 0 15,1-2 0-15,-2 4-4 0,-2-3-4 0,-1-2-1 16,5-4-2-16,-2-2-2 0,0-2-3 0,1 2-13 15,-2-1-16-15,0 0-10 0,1-2-11 0,0-4-19 16,0 4-30-16,1-5-39 0,0-2-31 0,-2 1-28 16,0-4-28-16,1 2-33 0,0 0-135 0,2-8-402 15,-4 5 178-15</inkml:trace>
  <inkml:trace contextRef="#ctx0" brushRef="#br0" timeOffset="34841.91">14726 7250 78 0,'16'-22'188'0,"4"6"-3"0,-1-3-1 0,-5 8 0 16,5-1-10-16,-3 2-11 0,1 0-19 0,-1 1-13 16,-5 4-15-16,2 0-11 0,-2 2-15 0,1 2-6 15,-3 1-12-15,-2 0-8 0,2 2-7 0,0 0-4 16,-4 3 0-16,2 0 1 0,-4 1-6 0,1 3-4 15,-1 2-4-15,-3 0 1 0,2 0-4 0,-4 0-3 16,0 4-3-16,-1-3-1 0,-5 3-3 0,3-3-3 16,1 1-3-16,-1-3-4 0,1 2 0 0,-1-2-3 15,1 0-5-15,2-1-7 0,-2 0-2 0,3-1-2 16,1-8-2-16,0 14 2 0,1-5-4 0,5 1 2 16,-1-2 1-16,3 2-1 0,0-1 2 0,2 0 1 15,1 2-2-15,-2-1 2 0,5 2 0 0,-5-3 0 16,2 0-1-16,-1 0-2 0,-4 0 7 0,1 0-7 15,-1 0 0-15,-1 0-3 0,-1 1 4 0,-2-1-3 0,-2 0 1 16,-2-1 4-16,-2 0 1 0,-5 1 0 0,2-2 0 16,-4-2 1-16,-5 3 2 0,0-2-5 15,-2-2 1-15,-1 3-9 0,1-2-9 0,1 0-18 16,1-2-17-16,-3 0-24 0,1 1-29 0,4-3-40 16,3 1-41-16,-1 0-131 0,1 1-344 0,2-3 152 15</inkml:trace>
  <inkml:trace contextRef="#ctx0" brushRef="#br0" timeOffset="35347.9">13007 8047 168 0,'-27'-8'204'0,"7"4"-2"0,4 0 0 16,7 1-13-16,-1-1-14 0,5 2-15 0,5 2-13 16,0 0-14-16,0 0-12 0,0 0-5 0,53 5 9 15,8 3-7-15,38-1-10 0,11-2-8 16,12 0-11-16,12-1 0 0,8-2-15 0,11 1-7 16,-1-1-5-16,-1-2-11 0,-2 2 4 0,2 0-6 0,-1-2-1 15,-8 0-4-15,-7 1-4 0,-2 2-4 0,-12-1-1 16,-4 2-3-16,-6 4-1 0,-9-4 4 0,-5 0-5 15,-6 3-6-15,-33-4-1 0,-5 0-3 0,-3 2-3 16,-13-2 0-16,-5-3-1 0,-9 2-2 0,-2 0-1 16,-4-1-1-16,-5 0-1 0,-3 1 2 0,0-1-1 15,-3-1-8-15,-6 0 4 0,9 0-2 0,-9 0-9 16,0 0-17-16,0 0-27 0,0 0-44 16,-38 6-44-16,-15 3-36 0,-5-2-63 0,-36 6-207 0,7-1-478 15,-6 0 212-15</inkml:trace>
  <inkml:trace contextRef="#ctx0" brushRef="#br0" timeOffset="35810.03">13172 8600 88 0,'0'-17'235'16,"2"-2"-7"-16,-2 2-11 0,2-3-12 0,0 3-4 15,-2 6-4-15,0 2-13 0,0 0-12 0,0 9-18 0,2-10-22 16,-2 10-14-16,2-8-17 0,-2 8-13 0,0 0-9 16,0 0-8-16,0 0-7 0,9 32-8 0,-4-8-1 15,-2 6-6-15,-1 4 0 0,0 1-3 16,0 10-6-16,0-11 0 0,-1 2-5 0,3-2-2 0,-2-4 6 16,-2 2-8-16,2-1-3 0,0-5-3 0,0-2 12 15,1 1-13-15,-3-6-1 0,0-2 2 0,2-1-7 16,1 0 0-16,-3-4-2 0,0-1 0 0,0 1-2 15,0-3 1-15,-3 2 0 0,1 0-4 0,2 1 1 16,-3-3-5-16,1 0-21 0,-6 1-20 0,3-2-34 16,-4 1-30-16,-2-3-39 0,2 1-42 0,0-1-34 15,0-3-215-15,2-1-464 0,7-2 205 0</inkml:trace>
  <inkml:trace contextRef="#ctx0" brushRef="#br0" timeOffset="36105.97">13637 8897 137 0,'0'0'240'0,"4"-5"-12"0,-4 5-16 16,0 0-14-16,0 0-16 0,9-3-5 0,-3 1-11 16,6 0-8-16,7 1-8 0,0 0-8 0,10-1-10 15,5 0-11-15,1 0-3 0,1-1-10 0,3 1-6 16,-1-1-5-16,-4 1-4 0,2-2-5 0,-1-1-3 15,-6 2-1-15,-1 1-5 0,-8-1 3 16,0 1-8-16,-6 1 0 0,-3 0 5 0,1 0-2 0,-6-1-5 16,2 1-3-16,-8 1-10 0,11-1-1 0,-11 1-12 15,0 0-1-15,12 0-6 0,-12 0-3 0,0 0-7 16,5-4-3-16,-5 4-26 0,0 0-27 0,0 0-42 16,0 0-44-16,0 0-45 0,-27 8-51 0,18-5-54 0,-5 4-258 15,5-2-564-15,-1-2 250 0</inkml:trace>
  <inkml:trace contextRef="#ctx0" brushRef="#br0" timeOffset="37381.11">14917 8641 180 0,'3'-6'192'0,"-3"6"-11"0,0 0-14 16,4-6-21-16,-4 6-12 0,0 0-22 0,0 0-11 15,0 0-12-15,0 0-3 0,0 0-13 0,0 0 1 0,0 0-7 16,-19 29 0-16,10-16 1 0,-2 3-6 16,-2 6-6-16,2-7-3 0,-1 2-8 0,1-1 2 15,3 0-9-15,-3-2-4 0,3 0 0 0,2-3-1 16,-2-1 3-16,2 0-10 0,-1-1 4 0,4-3 2 0,-3 0-4 16,2-1 3-16,4-5-3 0,-6 9 7 15,3-5 1-15,3-4 2 0,-5 4 0 0,5-4 4 16,0 0-1-16,-3 6 1 0,3-6-4 0,0 0-1 15,0 0-4-15,0 0-3 0,0 0-3 0,0 0 2 16,0 0-7-16,0 0-6 0,0 0-1 0,0 0-4 0,17 3-3 16,-6-4-2-16,8 0-7 0,-1 0-6 15,4 1-10-15,7 1-7 0,0 0-2 0,-2 0-6 16,5 0-3-16,-2 0-3 0,-2 2-3 0,-8-1 5 16,2-1 1-16,-2-1 1 0,1 0 0 0,-3 1 10 0,-5 0 3 15,5-1-5-15,-7 2 9 0,2-1-2 0,-3-1 5 16,-10 0 2-16,13 0 1 0,-8 0 3 15,-5 0 5-15,0 0-2 0,11-4-1 0,-11 4 0 0,5-7 0 16,-5 7 2-16,2-12 3 0,-2 12 8 16,-5-13 9-16,2 5 0 0,-3-3-3 0,-2 0 1 0,-2-3 0 15,1 0 3-15,-3 1-5 0,-2 0 7 16,3 1-3-16,-5-1-6 0,5 0 2 0,-4 3 2 0,0-2-4 16,4 4-1-16,-3-2-3 0,6 3-8 0,-2 1-13 15,1 1-24-15,4 1-29 0,0 1-28 0,5 3-44 16,-10-6-36-16,10 6-25 0,0 0-103 15,-9 0-328-15,9 0 145 0</inkml:trace>
  <inkml:trace contextRef="#ctx0" brushRef="#br0" timeOffset="37933.51">15379 8614 16 0,'9'-5'181'0,"-4"0"-15"0,2 4-21 16,-1-5-17-16,4 1-9 0,0 3-13 0,0-1-21 16,3 0 2-16,0 1-8 0,0-1-12 0,2 3-19 15,-2-1-23-15,1 1-16 0,-4 0-32 0,-1 1-8 16,3 1-12-16,-4 0-4 0,-1 1-1 0,-1-2 3 16,-6-1 0-16,8 5 1 0,-8-5 4 0,5 7 9 15,-5-7 0-15,0 0 2 0,0 0 11 0,0 0 9 16,0 0 4-16,0 0 6 0,0 0 11 0,-17 4 0 15,17-4 29-15,0 0 5 0,0 0 18 0,-15-6 14 16,15 6 0-16,0 0 4 0,-10-2 0 0,10 2-13 16,0 0-10-16,0 0-4 0,0 0-8 0,0 0-11 15,-12 8 12-15,10-1 2 0,-1 3-7 0,3 3-1 16,-1 3 3-16,1 2-5 0,-3 1-1 0,2 0 3 16,1 1-11-16,0 0 12 0,0-1-8 0,0-1-3 15,-1 1-4-15,2-1-1 0,0-1 0 0,-1 1-2 16,-1-5-2-16,1-2-1 0,-1 0-5 0,-1 0 0 15,2-3 1-15,0 2-4 0,-1-2-1 0,0 2 3 16,-2-4-1-16,3-6-4 0,-7 9 3 0,3-5 3 16,-1 1-5-16,5-5 0 0,-9 5 1 0,1-3 3 15,-1-1-4-15,9-1-4 0,-14 0-1 0,14 0 0 0,-15-3-1 16,7 1 5-16,8 2-2 0,-11-5 2 16,7 3 5-16,4 2-1 0,-10-4 0 0,10 4 0 15,0 0-5-15,-8-2 0 0,8 2 1 0,0 0-4 16,0 0-5-16,0 0 7 0,0 0-5 0,0 0-2 0,24-8 0 15,-13 8-7-15,7 0-6 0,1 0-15 0,2 0-21 16,1 0-11-16,-3 0-21 0,3 0-18 0,6 0-19 16,-6 0-9-16,-3-1-17 0,1 2 1 0,1-2-12 15,-5 1-109-15,2 0-283 0,-6 0 124 0</inkml:trace>
  <inkml:trace contextRef="#ctx0" brushRef="#br0" timeOffset="38439.68">15822 8803 70 0,'0'0'133'0,"1"-13"7"0,1 7-2 16,0 0 5-16,-2 6-2 0,3-10-1 0,-1 5-3 15,-2 5-3-15,3-9 0 0,-3 9-6 0,1-7 3 16,-1 7-6-16,3-6-9 0,-3 6-1 0,0 0-6 16,0 0-7-16,0 0-8 0,2-6-6 0,-2 6-7 15,0 0-5-15,0 0-5 0,0 0 0 0,0 0-10 16,0 0-3-16,0 0 0 0,0 0-10 0,0 0 1 15,0 0-6-15,0 0-5 0,0 0-5 0,0 0 0 16,0 0 4-16,0 0-13 0,0 0-2 0,0 0-2 16,0 0-6-16,0 0 2 0,0 0-4 0,0 0 2 15,0 0-5-15,0 0 0 0,0 0 0 0,0 0-4 16,0 0 3-16,0 0-2 0,0 0-2 0,0 0 1 16,0 0-2-16,0 0-2 0,0 0 0 0,0 0-1 15,0 0 0-15,0 0 0 0,0 0-4 0,0 0 3 16,0 0-1-16,0 0-3 0,0 0 1 0,5 19 1 15,-5-9 0-15,2 0-1 0,-2 2 7 0,0-1-7 16,2 5 3-16,-3-4 1 0,1 5-3 0,0-5 6 16,2 1-6-16,-2-1 5 0,2 0-3 0,-2 0 2 15,0-1-1-15,0-3 1 0,0 2-4 0,0 0 7 16,0-3-2-16,0-7 3 0,0 12-3 0,1-6-1 16,-1-6-1-16,0 10 2 0,0-10-1 0,0 6-1 0,0-6 0 15,0 0 4-15,0 0-1 0,-1 11-2 16,1-11-2-16,0 0 10 0,0 0-9 0,0 9 1 15,0-9-1-15,0 0 3 0,0 0-3 0,0 0 0 16,1 7-14-16,-1-7-13 0,0 0-19 0,0 0-14 0,0 0-26 16,0 0-22-16,0 0-24 0,-1 9-29 15,1-9-24-15,0 0-31 0,-7 5-156 0,7-5-402 16,-12 0 178-16</inkml:trace>
  <inkml:trace contextRef="#ctx0" brushRef="#br0" timeOffset="44806.49">15902 8768 13 0,'0'0'118'0,"0"0"-11"16,-4-5 5-16,4 5-15 0,0 0-5 0,-3-8-10 15,3 8 11-15,0 0-1 0,-3-8 8 16,3 8 0-16,0 0-2 0,0 0-7 0,0-9-6 0,0 9-8 16,0 0-15-16,7-7-7 0,-2 2-7 0,5 2 1 15,2-2-6-15,4 2-5 0,1-3-1 0,3 3 2 16,1 1-5-16,-2-1-9 0,0 2 0 0,-6 0-2 15,1 2 0-15,-1-1-9 0,-2 1-1 0,1 2 2 16,-2 0-4-16,-4 1-3 0,2 0 0 0,-2 0 1 16,0 0-8-16,-1 2 10 0,-1 0-11 0,-1-2 4 15,0 2-5-15,-3-6 4 0,4 13-3 0,-3-6 3 16,-1-7 5-16,-1 13-5 0,-3-5 2 0,1-3-10 16,-2 1 6-16,1 0 1 0,-2 0-5 0,0-1 6 15,-2 1-4-15,0 0 10 0,-1-1-5 0,3 0-2 16,-2-2 0-16,3 3-3 0,0-3-6 0,5-3 6 15,-8 7 2-15,6-2-2 0,2-5 0 0,-4 8-1 16,4-8-1-16,-3 9 0 0,3-9-3 0,0 10 2 16,4-4 4-16,-1 1-5 0,-3-7-4 0,6 10 6 15,-1-4-4-15,1 0 6 0,-1-2 0 0,1 2-2 0,-1-2 1 16,0 2 0-16,-2-2 2 0,1 2 2 16,-4-6-5-16,5 9 3 0,-5-9-1 0,2 10 1 15,-2-10 0-15,3 6-4 0,-3-6 1 0,0 0-1 16,-8 13-3-16,4-10 8 0,-1 1-2 0,1 2 1 0,-2-3 0 15,-2 1 0-15,2 0-4 0,-6 0 1 0,1 1-10 16,1 0-12-16,-2-1-15 0,-1 0-21 16,2-1-8-16,-1 0-26 0,0 1-5 0,-1 1-30 15,0-2-98-15,0 0-247 0,-1 1 109 0</inkml:trace>
  <inkml:trace contextRef="#ctx0" brushRef="#br0" timeOffset="45124.21">15443 9179 193 0,'-4'-4'191'0,"4"4"-20"0,-1-7-14 16,1 7-18-16,11-7-11 0,6 2-11 0,9-1-10 16,8 5-10-16,17-3-7 0,5 0-13 0,-2 2 2 15,1 2-6-15,1 0-9 0,-3 0-10 0,-1 0-5 16,-1 3-3-16,-11 0 0 0,-5 0-10 0,1 2 2 16,-3-2-11-16,0 2-5 0,-2 1-19 0,-3-1-20 15,-7 1-22-15,-1 1-20 0,-3-2-31 0,-7 2-26 16,0 0-27-16,-3 2-114 0,-4-3-279 0,-3 0 124 15</inkml:trace>
  <inkml:trace contextRef="#ctx0" brushRef="#br0" timeOffset="45690.27">15384 9432 119 0,'0'0'166'0,"0"0"-21"16,0 0 3-16,0 0-8 0,0 0-12 15,0 0-1-15,0 0-7 0,-38 14-6 0,20-6-10 16,0 1-12-16,-6 2-3 0,-3 0-2 0,1 0-11 0,6-4-5 15,0 0-4-15,0 1-9 0,6-1 0 0,1-3-1 16,5 0-5-16,-2 0-7 0,1 0-5 0,3-3-3 16,1 2-1-16,5-3-4 0,-10 4 2 15,10-4-10-15,-7 2 0 0,7-2-1 0,0 0-2 0,0 0-3 16,-6 3-8-16,6-3 4 0,0 0 1 0,0 0-2 16,0 0 1-16,30 1-1 0,-13-4 0 0,7 3-2 15,6-1-3-15,2 0 1 0,-3 1-1 0,2 1 1 16,-2-1-4-16,1 4-2 0,-10-1 0 0,2 0-3 15,-2 0-2-15,1 2-1 0,-3 1-4 0,1-1-6 16,-3 2-1-16,1-1-5 0,-4-2-5 0,1 2-1 16,-4-2 0-16,-1 0 4 0,2 1-1 0,-2 0 3 15,-2-3 3-15,0 1 2 0,-7-3 0 0,11 5 5 16,-11-5 4-16,5 2 1 0,-5-2-3 0,0 0 3 16,0 0 5-16,0 0 7 0,0 0-4 0,0 0 0 15,-4-19 9-15,-3 10 5 0,1 0-2 0,-2-1-1 16,1-1 4-16,-4-3-2 0,3 5 1 0,-4-2 0 15,4-1-5-15,-3 1 5 0,2 1-4 0,-1 1-5 16,2-1 2-16,-2 2-2 0,1-2-3 0,1 3-21 16,-1-2-17-16,6 4-17 0,-4 2-30 0,7 3-33 0,-5-8-41 15,5 8-41-15,0 0-111 0,0-7-331 16,0 7 146-16</inkml:trace>
  <inkml:trace contextRef="#ctx0" brushRef="#br0" timeOffset="46227.37">15757 9410 120 0,'10'-3'146'16,"2"-1"-13"-16,6 0-10 0,-2-2-20 0,3 4-6 16,-1 1-11-16,0-1-15 0,1 1-24 15,-6 1-16-15,1 0-11 0,-2 0-6 0,-2 1-17 0,0-2-13 16,-10 1-4-16,12 3 0 0,-7-3 1 0,-5 0 3 15,0 0 2-15,9 3-2 0,-9-3-8 0,0 0 20 16,0 0-4-16,0 0 0 0,0 0 10 0,0 0 13 16,0 0-2-16,0 0 5 0,0 0 12 0,0 0 5 15,0 0-5-15,0 0 13 0,0 0-6 0,-25 2 1 16,25-2-10-16,0 0 7 0,-5 5 2 0,5-5 17 16,-1 10 11-16,0 0 6 0,1-1-15 0,-3 5-3 15,2-2 2-15,0 1-3 0,-1 4 7 0,2 1-11 16,-1-2 0-16,1 1-3 0,0-1-2 0,-1 1 1 15,0-1-7-15,1-4-3 0,0 0-2 0,-3-2-3 16,2 0-3-16,1 0-3 0,0 0 1 0,0-10 1 16,0 12-7-16,-2-5-1 0,2-7-2 0,0 10-1 15,0-10 0-15,-2 9-4 0,-1-5 3 0,3-4 0 16,-11 6-2-16,3-2-2 0,-1-1 2 0,0 0-3 16,2-1 1-16,-4-2-4 0,2 0 2 0,9 0-1 15,-19-2 1-15,12 2-3 0,-2-3 4 0,9 3-5 0,-16-3 2 16,16 3-2-16,-10-1 2 0,10 1-1 15,-8-3 1-15,8 3-2 0,0 0 2 0,-10-2-5 16,10 2 6-16,0 0-4 0,0 0 9 0,0 0-1 16,0 0-5-16,0 0 4 0,0 0-1 0,24-4-3 15,-13 6 4-15,5-4-3 0,3 1 0 0,1 2-1 16,0-2 3-16,8 4-13 0,0-3-18 0,-7 1-30 16,8 0-34-16,-1-1-43 0,-5 1-25 0,-1 0-25 15,-3 1-120-15,-1-1-324 0,4-2 144 0</inkml:trace>
  <inkml:trace contextRef="#ctx0" brushRef="#br0" timeOffset="46473.38">16414 9652 166 0,'0'0'223'0,"-1"-9"-1"16,1 9-8-16,0 0-14 0,0 0-16 15,-9-8-14-15,9 8-13 0,-14 0-11 0,3 1-12 0,0 2-8 16,-1 1 3-16,-3 4-13 0,2-4-9 0,0 3-10 15,-3 2-9-15,2 2-8 0,-1-2-7 0,3 3-8 16,4-5-9-16,1 3-3 0,4-1-6 16,1 1 1-16,2 0-7 0,2-1-4 0,2 0-3 0,6-1-2 15,3 1-1-15,6-1 7 0,8 1-13 0,1-2-21 16,3-2-22-16,1-3-29 0,1 1-33 0,-1-2-45 16,-5-1-45-16,-7 0-35 0,1-1-212 0,0-2-451 15,-3 1 200-15</inkml:trace>
  <inkml:trace contextRef="#ctx0" brushRef="#br0" timeOffset="51619.77">18461 7952 98 0,'-6'-2'151'0,"-2"0"-4"0,-1 0-10 0,-1-1-2 15,2 1 3-15,8 2-4 0,-11-4-4 0,11 4-4 16,-7-2-8-16,7 2-11 0,0 0-8 0,-8-2-7 16,8 2-8-16,0 0-9 0,0 0-8 0,-7-4-3 15,7 4-10-15,0 0 0 0,0 0-8 0,0 0-3 16,23-2-6-16,-10 0-1 0,9-1-5 0,7 0 0 16,2 1-3-16,2-2-9 0,-1 3-26 0,-1 0-24 15,-3-1-33-15,-8 1-34 0,1 1-26 0,-2 3-43 16,-6-1-132-16,-2 0-323 0,-3 1 143 0</inkml:trace>
  <inkml:trace contextRef="#ctx0" brushRef="#br0" timeOffset="51805.51">18417 8091 35 0,'-4'4'178'0,"4"-4"-5"16,0 0-3-16,0 0-11 0,0 0-15 0,0 0-10 15,0 0-15-15,0 0-9 0,23-9-12 0,-4 5-10 0,8 1-13 16,6-2-9-16,-1 1-24 0,4 1-34 16,-1 0-38-16,2 2-37 0,-1-1-45 0,1 1-120 15,-5-2-251-15,0 0 111 0</inkml:trace>
  <inkml:trace contextRef="#ctx0" brushRef="#br0" timeOffset="52879.78">19953 7706 64 0,'0'-7'158'0,"0"7"-12"0,1-9-8 0,-1 9-3 16,0 0-11-16,0 0-11 0,0 0-6 0,-1-12-16 15,1 12-5-15,0 0-10 0,0 0-7 0,0 0-14 0,0-8 4 16,0 8-8-16,0 0-9 0,0 0-2 0,0 0-7 15,0 0-11-15,0 0 4 0,0 0 5 16,0 0-8-16,0 0 0 0,0 0-4 0,0 0-3 16,0 0-1-16,0 0 1 0,0 0 2 0,0 0 4 0,0 0-5 15,0 0 7-15,0 0-2 0,0 0 9 0,0 0 2 16,1-7-2-16,-1 7 7 0,0 0 1 0,0 0-6 16,0 0 9-16,3-7 2 0,-3 7 2 0,0 0-1 15,0 0 3-15,0 0 0 0,0 0-5 0,1-7 4 16,-1 7-7-16,0 0-1 0,0 0-7 0,0 0-1 15,-1-11 0-15,1 11-6 0,0 0-3 0,0 0-2 16,0 0-2-16,0 0-2 0,-4-6-3 0,4 6 4 16,0 0-5-16,0 0-1 0,0 0-3 0,0 0 0 15,0 0 0-15,0 0-1 0,0 0-2 0,0 0 1 16,0 0-3-16,0 0-1 0,0-10-1 0,0 10 4 16,0 0-2-16,0 0-2 0,0 0 1 0,0 0-2 15,0 0 1-15,0 0 0 0,0 0-1 0,0 0 1 16,0 0-1-16,0 0 3 0,0 0-3 0,0 0 1 15,0 0 0-15,0 0-1 0,0 0 1 0,0 0 3 16,0 0-2-16,0 0 0 0,0 0 1 0,0 0 2 16,0 0 2-16,0 0 6 0,0 0 0 0,0 0 2 15,0 0-1-15,0 0 0 0,0 0 0 0,0 0 0 16,0 0-2-16,0 0 3 0,0 0-5 0,0 0 1 16,0 0 0-16,-3-7-1 0,3 7 0 0,0 0-4 15,0 0 2-15,0 0-1 0,0 0 0 0,0 0-2 16,0 0 0-16,0 0-1 0,0 0-2 0,0 0 2 15,0 0-7-15,0 0 6 0,0 0-3 0,0 0-3 16,0 0 0-16,0 0 1 0,0 0-4 0,0 0 0 0,0 0-2 16,0 0 2-16,0 0-4 0,0 0 4 0,0 0 1 15,-3 31 2-15,3-13-1 0,0 0 1 16,0 7-2-16,2 5 2 0,-4-3 3 0,2 2-1 16,-1 0 19-16,-1 3-2 0,0-4-3 0,-1 1 1 0,1-3-5 15,0 2 1-15,2-3 1 0,0-6 3 0,-4-1-5 16,4 1 5-16,0-1-6 0,0-1-2 0,1-1-2 15,-1-3-2-15,0-1 6 0,-1 1-3 0,1-3-2 16,0 0 5-16,0 2-7 0,0-5 3 16,-1 2 0-16,1-9-1 0,0 13 3 0,0-13-4 0,1 10-1 15,-1-10 1-15,-1 8-1 0,1-8 4 0,0 0-3 16,0 10 1-16,0-10 1 0,0 0-2 0,0 0 1 16,0 0 0-16,0 0-6 0,0 0-14 15,0 8-21-15,0-8-19 0,0 0-28 0,0 0-27 16,0 0-35-16,0 0-52 0,0 0-47 0,0 0-143 0,0 0-421 15,0 0 187-15</inkml:trace>
  <inkml:trace contextRef="#ctx0" brushRef="#br0" timeOffset="74640.06">14414 8709 73 0,'0'0'99'0,"-7"-5"-6"0,7 5-7 16,0 0-8-16,0 0 7 0,-5-5 0 0,5 5 11 16,0 0-12-16,0 0-5 0,-7-7-7 0,7 7-3 0,-4-6-7 15,4 6 0-15,-3-7-3 0,3 7 3 16,0 0 5-16,-2-10-10 0,2 10-2 0,-4-6 5 0,4 6 2 15,0 0-4-15,-4-8 2 0,4 8-5 16,0 0-2-16,0-9-8 0,0 9 0 0,0 0-10 0,0 0-3 16,0 0-6-16,0 0-4 0,0 0-2 0,0 0-2 15,0 0-3-15,0 0-1 0,0 0-3 16,0 0 2-16,2 34-2 0,0-17-6 0,0 2 3 16,2 6-1-16,-1 1 1 0,-3-6 0 0,2 3-2 0,-2 4-2 15,0-9 5-15,-2 2-5 0,1 6 0 16,-1-7-3-16,1 0 0 0,-4-2 5 0,5 2 0 15,-2 5-2-15,0-7-1 0,-1 2 1 0,2-2 1 0,1 8 2 16,-1-9-3-16,-3 0 2 0,4-1-2 0,0-3 4 16,-3 0-1-16,3 0 1 0,0-1-3 0,0 1 2 15,0-3-3-15,3 2 2 0,-6-3 0 0,1 0-2 16,2-8-3-16,-1 13 1 0,1-13 4 0,0 10-5 16,-1-5 1-16,1-5 0 0,0 11 5 0,0-11-4 15,-3 6-6-15,3-6-10 0,0 0-22 0,0 11-15 16,0-11-14-16,0 0-24 0,-4 6-27 0,4-6-17 15,-3 5-25-15,3-5-112 0,0 0-292 0,-10 0 129 16</inkml:trace>
  <inkml:trace contextRef="#ctx0" brushRef="#br0" timeOffset="75168.08">14407 8781 14 0,'4'-8'136'0,"3"-2"-22"0,-1 1-8 0,2 0-7 15,3-1-4-15,-2 0 0 0,2 2-10 0,0 0-2 16,7 0-6-16,-4 2-5 0,-1-2-4 0,1 7-6 15,-3-3-7-15,3 2 2 0,-4 2-11 0,1 0-1 16,-3 0-17-16,-8 0 9 0,15 3-6 0,-9 0 0 0,2 1-4 16,-3-1-1-16,-1 1-3 0,0 3-1 0,-2-2-5 15,1 2 0-15,-2 0-5 0,-1-7-3 16,1 12-8-16,-2-2 12 0,1-10 0 0,-4 14-4 16,2-6 9-16,-2-1-6 0,-3 1-3 0,1 0-3 15,0-2 3-15,0 1 1 0,1-1-5 0,-3-2 1 0,0 2-5 16,4-3 4-16,0 1-3 0,-1-1 7 0,1 3-3 15,4-6-4-15,-9 4 4 0,9-4-9 16,-5 4 8-16,5-4-3 0,-5 4 0 0,5-4-4 16,0 0-2-16,0 0 4 0,0 0-1 0,0 0 3 0,5 13-2 15,-5-13 3-15,9 7-4 0,-4-3 5 0,-1 0-3 16,0 2-1-16,1-2-1 0,-3 2-6 0,2-1 10 16,1 2-3-16,-2-2-3 0,-3-5 5 15,6 14-2-15,-6-9 2 0,0 3-1 0,0-8-9 0,-1 12 4 16,-4-3 6-16,1-2 3 0,-4 1-2 0,1-1-1 15,-1 0-15-15,2 0-2 0,-4-2-4 0,1 1-9 16,1 0-10-16,-2-1-21 0,-1-2-27 0,4 1-27 16,-5 1-115-16,2-2-246 0,0 1 108 0</inkml:trace>
  <inkml:trace contextRef="#ctx0" brushRef="#br0" timeOffset="75316.42">14732 8961 153 0,'10'-5'152'0,"-10"5"-41"0,0 0-33 15,0 0-38-15,0 0-48 0,0 0-80 0,0 0-95 16,-37 5 42-16</inkml:trace>
  <inkml:trace contextRef="#ctx0" brushRef="#br0" timeOffset="81532.42">20368 7890 47 0,'8'-6'113'16,"-8"6"-7"-16,6-6-3 0,-2 4-14 0,-4 2 9 15,5-3-13-15,-5 3-8 0,0 0 3 0,7-6-11 0,-7 6-2 16,0 0-1-16,6-3-13 0,-6 3-7 16,0 0-12-16,0 0 7 0,0 0-6 0,0 0 5 15,0 0-8-15,0 0-4 0,0 0-5 0,0 0-3 16,0 0 4-16,0 0-4 0,0 0-7 0,0 0 2 16,0 0-8-16,0 0 1 0,-17-9-3 0,17 9 3 15,0 0-2-15,-10 0 0 0,10 0 4 0,0 0 0 16,0 0-5-16,-13 1-5 0,13-1 3 0,0 0-4 15,0 0 2-15,-10 1-1 0,10-1 4 0,0 0-5 16,0 0 13-16,0 0-11 0,0 0 3 0,0 0-1 16,0 0 1-16,0 0-5 0,0 0 14 0,0 0-2 15,0 0-3-15,0 0 7 0,0 0-4 0,32 7 1 16,-20-7 4-16,8 0-2 0,-1 0-8 0,2 0 7 0,0 0-1 16,9-3 2-16,-2 3-2 0,2-3-1 15,0 2 0-15,0 0 3 0,1 1-11 0,-3-1 1 0,0 0-6 16,-8 1-3-16,0 1-11 0,-3 0-13 0,-3 0-10 15,-1-1-13-15,-1 1-23 0,-3 2-16 0,-1 0-16 16,-3 0-22-16,-5-3-67 0,8 7-212 0,-8-7 94 16</inkml:trace>
  <inkml:trace contextRef="#ctx0" brushRef="#br0" timeOffset="81889.08">20590 7706 106 0,'-3'-11'136'16,"3"11"9"-16,-2-9-4 0,2 9 5 0,-2-8-10 15,2 8-9-15,0 0-14 0,-1-8-8 0,1 8-13 16,0 0-15-16,0 0-13 0,0 0-2 0,0 0-6 15,0 0-7-15,0 0-6 0,0 0-6 0,0 0-1 16,0 0-9-16,7 20 1 0,-3-10 0 0,-2 0-6 16,2 5-1-16,-1-2-5 0,-1 2 6 0,1 2-6 15,0-1 5-15,-1 1 1 0,1 1-4 0,-2-3-2 16,3 1 1-16,-4-4-2 0,0 1-2 0,0 3 0 16,2-4 0-16,-2 0-11 0,0-1 8 0,2 2-1 15,-1 0 1-15,0 0-4 0,-1-2-14 0,0 1-19 16,0 1-29-16,1-1-25 0,-2 0-26 0,1 0-47 15,-1 0-114-15,1-2-289 0,-1-3 128 0</inkml:trace>
  <inkml:trace contextRef="#ctx0" brushRef="#br0" timeOffset="82296.77">21167 7687 146 0,'0'0'185'0,"4"-6"-5"16,-4 6-6-16,0 0-10 0,5-8-15 0,-5 8-18 16,0 0-8-16,0 0-18 0,3-8-12 0,-3 8-13 15,0 0-10-15,0 0-3 0,0 0-10 0,0 0-4 16,0 28-4-16,2-14-8 0,-2 4 0 15,1 2-5-15,-1 4 2 0,-4 3-6 0,4-4-4 16,-2-2-2-16,-2 4 8 0,1 0-5 0,2-7 4 0,0 1-4 16,0 1-1-16,-2 0 0 0,2-3-2 0,1 2 2 15,0 0-1-15,0-2-4 0,0 0 5 0,-2-2-6 16,1 1 2-16,0-3-5 0,1-2-1 0,0 1-4 16,0 0 4-16,0-2-3 0,0-1-1 0,1 0-3 15,-1-1 4-15,-2-1-4 0,2-7 0 0,1 12 0 16,0-7 2-16,-1-5-7 0,0 11 1 0,0-11-1 15,1 7-12-15,-1-7-17 0,0 0-19 0,2 9-17 16,-2-9-17-16,0 0-14 0,0 0-20 0,0 0-23 16,-4 7-40-16,4-7-145 0,0 0-344 0,0 0 153 15</inkml:trace>
  <inkml:trace contextRef="#ctx0" brushRef="#br0" timeOffset="82836.77">21186 7707 26 0,'0'0'134'0,"0"-11"-8"0,0 11-1 15,0-13-7-15,3 3-19 0,3 1-7 0,2-1-11 0,4-2 2 16,3 2-5-16,2 0 1 0,4 2 0 0,3-1 6 15,4 1-12-15,-7 3-6 0,2 3-9 16,-4-3-3-16,0 3-7 0,0 2-3 0,-5 2-2 16,-1 0-6-16,0 1-1 0,-3-2-6 0,1 3 3 0,-4 0-9 15,1 3-10-15,-3-1 11 0,-3 0 0 0,1 1-8 16,-4 3 3-16,1-10-6 0,-4 16-2 0,0-7 1 16,-1 1-1-16,-3-2 2 0,-2 1-1 15,-4 1-1-15,2-2-3 0,2-2 1 0,0 1-1 0,-2-1-2 16,3-2 2-16,2 1-7 0,0-1 0 0,1-1 7 15,6-3-3-15,-9 4-1 0,9-4 0 16,-5 3 1-16,5-3-3 0,0 0 0 0,-4 4 0 0,4-4-2 16,0 0 3-16,0 0-7 0,0 0 6 0,17 3 3 15,-7-1-6-15,1-2 0 0,2-2 2 0,0 4 1 16,5-1-1-16,-4-1-4 0,2 2 5 0,-1 0-3 16,-3 1 0-16,1 1 2 0,0-1-4 0,0 1 4 15,-4 1-6-15,1-1 5 0,-1 2 0 0,-3-1 2 16,-1 0 0-16,-1 0 1 0,-1 1-3 0,-2 1 1 15,-1-7 1-15,0 13-4 0,-4-6 0 0,-4 1 4 16,1 0-3-16,-9 1 3 0,0 1 3 0,-5-4-6 16,-3 5-3-16,-3-2 5 0,0-2-1 0,2 2-1 15,4-3-6-15,1-2-18 0,2-1-11 0,-1 2-22 16,6-1-27-16,-5 0-14 0,7-2-43 0,-3 2-132 16,3-3-294-16,2-2 130 0</inkml:trace>
  <inkml:trace contextRef="#ctx0" brushRef="#br0" timeOffset="83126.03">21909 7555 79 0,'8'-4'179'0,"0"0"-10"0,1 1-5 0,1 1-18 16,0 2-10-16,3 2-16 0,0 3-12 0,-2 3-7 16,2 7-5-16,4 4-11 0,-5 5-4 0,2 1-6 0,-3 5-4 15,-4 0-8-15,-2-1-4 0,-2 3-7 0,-3 2-5 16,-3-2-6-16,-3 1 4 0,1 0-8 0,-4-1-5 16,-4 0-2-16,-5-3-5 0,-3 0-17 15,-4 0-24-15,0-3-23 0,-14 8-20 0,9-10-35 0,-11 2-34 16,-4 2-29-16,-4-4-103 0,1-4-280 15,-2-4 124-15</inkml:trace>
  <inkml:trace contextRef="#ctx0" brushRef="#br0" timeOffset="83619.14">19953 7351 106 0,'-11'-5'118'0,"11"5"-13"0,-26 11 5 15,0 3 5-15,-7 7-5 0,-13 11 0 16,0 1-3-16,0 10 0 0,-19 17-4 0,24-13-11 0,4 2 0 16,1 1-7-16,10 1-12 0,3 0-6 0,8 1-6 15,10 0-3-15,10-1-13 0,9-1 3 0,9-2-1 16,8 1-3-16,22 17-3 0,-8-24-8 0,23 14-16 16,4-8-20-16,-21-11-25 0,21 13-25 0,-17-19-26 15,-2 0-15-15,3-3-22 0,-4 0-28 0,2-2-86 16,-7-2-249-16,-1-4 111 0</inkml:trace>
  <inkml:trace contextRef="#ctx0" brushRef="#br0" timeOffset="83979.38">20308 8593 84 0,'-10'2'176'0,"1"-2"-13"0,9 0-13 0,-7 4 1 16,7-4 0-16,0 0 3 0,37 15-11 0,-2-7-8 15,29-2-9-15,42 5-11 0,6-5-8 0,10-1-7 16,4-4-13-16,-3-1-4 0,1-2-7 0,0-1-5 15,-1-1-7-15,-10 1 3 0,-5-1 1 0,-4-2-5 16,-6 4-8-16,-32-2 2 0,24 1-3 0,-30 2-3 16,-3 1-6-16,-2 1-4 0,-15-1-6 0,-6 0-4 15,-2 2-5-15,-4-2-2 0,-11 1-4 0,-3-1 0 16,-4 2-12-16,2-2-10 0,-7 0-13 0,-5 0-7 16,0 0-24-16,0 0-39 0,0 0-46 0,-28 10-78 15,-8-3-174-15,-19-3-412 0,-9-1 182 0</inkml:trace>
  <inkml:trace contextRef="#ctx0" brushRef="#br0" timeOffset="87880.15">9054 10490 107 0,'0'-12'197'0,"0"12"-13"0,0-10-14 0,0 10 0 15,-2-10 14-15,2 10 2 0,-2-12-16 0,0 6-21 16,2 6-10-16,-4-11-7 0,1 7-4 15,3 4-13-15,-6-7-11 0,1 2-18 0,5 5-3 0,-9-5-7 16,2 4-11-16,-4-1-8 0,0 4 14 0,-5 0-9 16,3 2-5-16,-4 0-6 0,-1 1-8 0,1 5-5 15,2-3-2-15,-1 3-5 0,6-3-4 0,1 1-4 16,0 3-2-16,3-3 0 0,2 3-7 0,1-1 0 16,2 5 1-16,4-2 0 0,-1-2-4 0,5 5 0 15,3 0-3-15,-2 0-2 0,2-2 4 0,4 0-2 16,1 8-1-16,3-3 0 0,-1 2-2 0,-5-8-2 15,1 2 2-15,0-2-3 0,-5 1 2 0,2 0-2 16,1-1-3-16,-4 1-1 0,-2-4 2 0,0 0 1 16,-4 2-2-16,2-3-1 0,-3 1-1 0,-3-1 1 15,-2 1 1-15,-3-2 0 0,-3 2 0 0,0 0-2 16,-6-2-3-16,-1 0 0 0,0 0-2 0,-1-3-5 16,-1 1-5-16,0-3-2 0,2 1-11 0,1-1-14 15,4-3-14-15,0 2-26 0,3-1-16 0,3-1-24 16,7 0-43-16,-11-3-42 0,11 3-161 0,-8-3-399 15,8 3 176-15</inkml:trace>
  <inkml:trace contextRef="#ctx0" brushRef="#br0" timeOffset="88097.69">9245 10758 162 0,'7'-4'214'0,"-7"4"0"0,7-1-5 16,-7 1-12-16,0 0-9 0,6-4-19 0,-6 4-16 15,0 0-14-15,0 0-19 0,0 0-13 0,0 0-10 16,0 0-10-16,8 9-8 0,-7-2-8 0,-1 3-6 16,-3 1-5-16,3 0-6 0,-2 6-4 0,1 2-8 15,-1-2-2-15,0 1-4 0,0 0-7 0,2 0-15 16,-2-3-17-16,-1 3-31 0,0-1-36 0,0 0-40 16,2-5-56-16,-2 1-46 0,-2 2-122 0,1-4-362 15,0-1 161-15</inkml:trace>
  <inkml:trace contextRef="#ctx0" brushRef="#br0" timeOffset="88271.9">9229 10483 34 0,'0'0'111'16,"3"-8"-18"-16,-3 8-21 0,0 0-22 0,0 0-17 15,17 11-27-15,-7-3-33 0,1 5-35 0,2 8-68 16,5 2 31-16</inkml:trace>
  <inkml:trace contextRef="#ctx0" brushRef="#br0" timeOffset="88518.1">9509 10893 160 0,'0'0'192'16,"-10"3"6"-16,10-3 15 0,-9 1 10 0,9-1-10 15,0 0-7-15,-10-2-12 0,10 2-12 0,0 0-15 16,-7-9-8-16,7 9-17 0,-1-11-12 0,1 11-14 16,6-17-10-16,1 6-13 0,-1 1-7 0,8-1-11 15,-2 2-9-15,2-1-5 0,1 2-7 0,1 1-5 16,-4 2-8-16,1 3-8 0,0-1-3 0,0 3-4 16,-1 0-2-16,-1 3-1 0,0 0-5 0,-1 3 1 15,1 0-4-15,-1 3-13 0,-1-1-13 0,-4 1-18 16,0 0-17-16,-2 1-18 0,-1 0-31 0,-1 3-44 15,-1-2-48-15,0 0-55 0,0 2-176 0,-1-4-451 0,2 1 200 16</inkml:trace>
  <inkml:trace contextRef="#ctx0" brushRef="#br0" timeOffset="88915.97">10056 10710 94 0,'0'0'218'0,"-6"-5"-13"0,6 5-7 0,0 0-12 16,0 0-13-16,-22 12-12 0,11-1-3 0,-1 3-13 15,-1 2-11-15,-1 4-14 0,5-2-11 0,-5 7-8 16,3-3-12-16,3-3-4 0,-1-3-12 16,5 1-5-16,0 0-9 0,3-2-6 0,2 3-3 0,1-7-7 15,2 0-6-15,2 1 1 0,1-2-4 0,2 0-2 16,2-2-4-16,5 0 4 0,-4-4-6 0,4 0-2 15,0 0-4-15,3-3 1 0,0-1 1 0,-1-3-3 16,2-1-5-16,0-2 3 0,0-2-1 16,0 0-4-16,4-4 0 0,-7 3 0 0,1-4 0 0,-2 3 0 15,-2-4-2-15,-3-1 3 0,0-1 3 0,0 1 4 16,-3-1-1-16,-3 1-2 0,-1 3 0 0,-3 2 3 16,-1-2 9-16,-1 3-4 0,-3 1 0 0,4 8-4 15,-7-12-4-15,2 8-2 0,5 4-1 0,-19 0-3 16,9 4-2-16,-3 2 1 0,0 4-2 0,-1 1-3 15,3 2 1-15,0 0-2 0,1 2-23 0,4 1-31 16,3-1-57-16,1-2-51 0,2 3-53 0,2 1-247 16,5-7-497-16,2-1 220 0</inkml:trace>
  <inkml:trace contextRef="#ctx0" brushRef="#br0" timeOffset="89454.21">11094 10703 151 0,'1'-6'246'0,"2"0"-15"16,-1 1-15-16,-2 5-16 0,5-8-23 0,-5 8-19 0,0 0-17 16,5-3-11-16,-5 3-6 0,0 0-6 0,4 19-1 15,-4-5-9-15,-2 3-7 0,-1 9-3 16,-1 1-7-16,-2 2-6 0,0-1 0 0,0 4-16 15,1-3-2-15,1 1-13 0,-1-2-2 0,-2 1-4 0,3-2 2 16,0-1-11-16,-1-1 0 0,0-6-6 0,1-2-3 16,0 3-5-16,2-2-12 0,-2-1-28 15,1-1-23-15,-1-1-33 0,1-3-38 0,0 0-37 0,0 0-49 16,0-2-48-16,-4-2-138 0,3-2-411 0,2-3 183 16</inkml:trace>
  <inkml:trace contextRef="#ctx0" brushRef="#br0" timeOffset="89833.99">11105 10668 97 0,'11'-12'169'16,"1"2"0"-16,2-1-12 0,3 2-6 0,3 3-5 15,-2 1-14-15,2 2-11 0,0 1-11 0,1 2-11 16,-5 2-9-16,2 1-7 0,-5 1-11 0,-2 1-7 15,-1 0-9-15,1 3-2 0,-5 3-7 0,1 0 1 16,-6 1-8-16,0 1 1 0,-3 3-7 0,-1 1-2 16,-5-2-3-16,1 2-5 0,-1-3-7 0,-1 1 5 15,1 1-13-15,2-5-3 0,2 0-5 0,0-1-3 16,2-1-6-16,-1 1 3 0,3-3-2 0,0-7 0 16,3 13-1-16,0-6 3 0,3-1 4 0,-1 2-5 15,-1-3 0-15,3 1 6 0,0 1-3 0,2-3-2 16,-2 1 4-16,1 0 2 0,-3-1-7 0,0 0 5 15,0-1-6-15,-5-3 6 0,8 6 2 0,-8-6-3 16,6 4 6-16,-6-4-4 0,0 0-3 0,3 6 10 16,-3-6 0-16,0 0-3 0,-14 8 1 0,3-3 1 15,-1-1-5-15,-1-1-7 0,-1 4-18 0,2-2-16 16,-3 2-32-16,-4-1-35 0,2 0-22 0,2-1-154 16,2 1-306-16,2-2 135 0</inkml:trace>
  <inkml:trace contextRef="#ctx0" brushRef="#br0" timeOffset="90341.51">12354 11220 73 0,'6'-15'200'0,"2"-2"-3"16,0 0-2-16,3-7-16 0,3 0-10 0,-1-2-8 16,1 2-11-16,-3-4-13 0,0 3-11 0,1-3-9 15,-1 1-4-15,-3 1-15 0,2 0-8 0,-3 8-10 16,-3-1-4-16,0 0-5 0,-3 1-3 0,1 5-9 15,-4 1-3-15,1 1-8 0,1 2-2 0,-2 3-5 16,2 6-4-16,-4-10-4 0,0 5-4 0,4 5-6 16,-10-8-1-16,3 6-4 0,7 2-5 0,-11 1-1 15,11-1 0-15,-13 7-1 0,10-3-3 0,3-4-1 16,-4 12 6-16,4-2-8 0,4-2 1 0,0 3-4 16,6-1 1-16,1 1 2 0,5-1 0 0,-2-2-2 15,8 1 4-15,-4-2-4 0,9 1-2 0,-5-1 7 16,-3-2-6-16,0 0-3 0,0 0 2 0,-6 1 3 15,-2-3-3-15,0 2-4 0,-2 0 2 0,-1 2-2 16,1 2 0-16,-5 0-1 0,4-1 6 0,-3 1-4 16,-3 2 3-16,-2 1 0 0,0 4-2 0,-2-3 1 15,2 2 2-15,-2 1-2 0,0 1-18 0,1-4-21 16,-3 2-19-16,4 0-30 0,0-4-36 0,0 1-23 0,2 0-39 16,1-2-176-16,1-1-393 0,1 0 174 15</inkml:trace>
  <inkml:trace contextRef="#ctx0" brushRef="#br0" timeOffset="90696.33">13151 10950 169 0,'-15'-7'213'0,"-3"-1"-1"0,-1 2-8 0,0 4-17 15,2 1-15-15,-2 4-12 0,0 1-11 0,1 4-19 0,-1 1-9 16,2 3-15-16,2 3-9 0,1-2-10 15,5 1-8-15,1 1-6 0,3 1-6 0,5-1-14 0,0-3-1 16,0 1-1-16,5-3 8 0,1-1-4 16,1 0-5-16,1-1-6 0,4-1-2 0,-3-1-5 0,2-1-5 15,1-1-6-15,-1-1 0 0,2-2-3 0,-1-1-1 16,0-2-2-16,-2 0-1 0,-1-1-2 16,0-1 2-16,0-1-5 0,-2-3-1 0,1-1-2 15,-3-1 1-15,3 1-2 0,-4-1 0 0,0-3-3 0,0 5-1 16,-2-2 6-16,3 3 10 0,-5 2 3 0,0 5-5 15,6-11-3-15,-6 11-6 0,2-6-2 0,-2 6 1 16,0 0-5-16,0 0 2 0,0 0-5 16,12 20 4-16,-9-9-3 0,-1 1-14 0,-2 5-31 15,2-1-34-15,-2 0-38 0,2 0-42 0,2-2-44 0,-1 2-218 16,-3-4-452-16,0-2 199 0</inkml:trace>
  <inkml:trace contextRef="#ctx0" brushRef="#br0" timeOffset="91042.81">13371 11111 206 0,'0'0'199'0,"0"0"-8"0,0 0-7 16,0 0-7-16,0 0-17 0,0 0-5 0,0 0-22 15,6 18-16-15,-6-18-6 0,0 0-10 0,0 0-10 16,0 10-5-16,0-10 5 0,0 0 3 0,0 0 11 15,0 0 5-15,0 7 8 0,0-7 2 0,0 0-6 16,0 0-13-16,0 0-8 0,0 0-8 0,0 0-9 16,0 0-7-16,6-27-8 0,-4 18-8 0,3-2-5 15,-1-1-7-15,4-3 0 0,1 1-9 0,1 0-5 16,-1 0-2-16,7 2-2 0,-8 3-4 0,1 1-2 16,0-1 0-16,1 4-9 0,-2 1 4 0,3-1-4 15,1 2-3-15,-6 3-4 0,3 0 3 0,1 3-3 16,-1 3 2-16,-1 0 1 0,1 1-3 0,-1 1-8 15,-2 2-12-15,0 2-17 0,-1 3-25 0,-3-1-43 16,2 2-38-16,-1-1-46 0,-3-3-38 0,3 0-40 16,-3 0-150-16,4 0-448 0,0-2 198 0</inkml:trace>
  <inkml:trace contextRef="#ctx0" brushRef="#br0" timeOffset="91890.4">13922 11004 140 0,'-5'-10'275'16,"1"2"-19"-16,-1 1-19 0,-4 3-22 0,6-2-19 15,-5 4-22-15,-1 0-16 0,-3 4-16 0,3 2-14 16,-1 0-15-16,0 3-10 0,-1 0-10 0,5 1-9 16,-1 2-7-16,0 1-9 0,2-1-7 0,1 2-1 15,4-1-19-15,0-1-13 0,0 0-13 0,4-3-14 16,0 2-7-16,-1-2-4 0,4-1-11 0,-2-2 1 15,5 1-1-15,-1-1 3 0,-1-3-1 0,-2-1 5 16,-6 0 2-16,13-1 3 0,-13 1 5 0,10-4 10 16,-10 4 13-16,6-5 4 0,-6 5 0 0,3-9 6 15,-3 9 6-15,4-4 5 0,-4 4-2 0,0 0-3 16,0 0-7-16,5-6-5 0,-5 6-3 0,0 0-4 0,0 0-2 16,0 0 1-16,4 20-2 0,-6-8 1 0,0 4-2 15,-1 10 5-15,-3 2-6 0,-3 2 5 16,3 2 2-16,-2 0-1 0,4 0 2 0,3 1-2 15,-3 13 1-15,-2-2 2 0,2-9-2 0,-2-5 2 16,2 0 0-16,-1 1-3 0,-1-2 0 0,1-3 0 0,-2-7-3 16,2-1 0-16,-3 0 0 0,-1-5 3 0,0-3-2 15,4 0-2-15,-1-2 2 0,-1-3 0 16,3 0 0-16,-4-1 0 0,8-4 1 0,-11 0-6 16,1-5 3-16,0 0-3 0,3-1-7 0,1-5-7 0,-1-4-2 15,1-2-4-15,4-7-1 0,2-2-2 0,2-2-7 16,7 0 1-16,3-4-1 0,1 3 2 0,4 0-4 15,5 0 0-15,6-9 0 0,-3 11 1 16,8-8-2-16,-8 9-4 0,13-9-2 0,-11 13 1 0,11-11 0 16,-9 10 0-16,0 0 3 0,-2 1 7 0,1 0-3 15,-2 1 1-15,-2-1 2 0,-3 3 4 0,-1 0 2 16,-8 5-1-16,3-2 2 0,-4 1 5 0,-1 3 1 16,-2-3-1-16,2 2 3 0,-2 4 0 15,-5-3 2-15,-1 1 8 0,2 3 7 0,-1 3 4 0,-3-3 7 16,0 8 2-16,2-11-2 0,-2 11-1 15,0-7-8-15,0 7 4 0,0 0-7 0,0 0 1 16,0 0-1-16,0 0 0 0,-23 10-4 0,14 2 0 16,3-2 2-16,-3 4 1 0,0 4-1 0,1-1-2 15,2-2-1-15,2 2-1 0,2-1-1 0,2-3 1 0,4 3-1 16,-2-5 0-16,4 0-4 0,-3-1 0 0,7-3 2 16,0 1 2-16,1-2-1 0,1-1 3 0,6-2-1 15,2-1 1-15,1-2-4 0,-2-3-1 0,0 1 0 16,-1-3 1-16,-3-1-2 0,2 0 3 0,-2-1 0 15,-3 1-5-15,-1 0 2 0,-1-3 1 0,2 0 1 16,-3 0 1-16,-3-1-2 0,1 0 0 0,-1 2-3 16,1 3 1-16,-4 0 0 0,1 0-1 0,-4 5-4 15,5-7 0-15,-5 7-4 0,6-3 0 0,-6 3 2 16,0 0 3-16,0 0-2 0,0 0 0 0,0 0 2 16,10 15 10-16,-10-7-5 0,0 4 3 0,-2-2-2 15,-3 3 2-15,0 2 1 0,0 2-4 0,-1-2 0 16,1 1-24-16,-4-1-27 0,0 1-40 0,1 3-67 15,-1-4-72-15,0 2-221 0,0-3-485 0,0-1 214 16</inkml:trace>
  <inkml:trace contextRef="#ctx0" brushRef="#br0" timeOffset="92327.93">15752 10646 180 0,'-5'-4'200'0,"5"4"-11"0,-10-3-15 16,10 3-16-16,-12-2-8 0,12 2-13 0,-17 5-4 16,7-1-10-16,-2 9-5 0,0 3-8 0,-3 5-1 15,2 5-12-15,4 1-1 0,-2 2-9 0,4 2-5 16,1 0-8-16,3 1-9 0,2 3-3 0,-1-1-3 16,4 0-3-16,-1-1 12 0,2 1-8 0,-1-1-3 15,1-1-2-15,-3 1-5 0,0-2 0 0,1-4-4 16,-2 2-2-16,-1-2-8 0,-3 0 5 0,1-4-12 15,1-4-3-15,-4 1-2 0,2-4 0 0,-1 0 1 16,-1 1-6-16,1-2 1 0,0-5-3 0,0 1-2 16,0 0-5-16,-1 0-21 0,0-2-19 0,-3-1-27 15,2-4-23-15,0 2-27 0,1-1-38 0,-2-4-40 16,9-1-32-16,-14-2-174 0,6-2-423 0,1-4 187 16</inkml:trace>
  <inkml:trace contextRef="#ctx0" brushRef="#br0" timeOffset="93188.24">15596 11073 28 0,'9'-2'155'0,"-1"-2"7"0,3 0-8 16,2 4-4-16,-3 0-6 0,2 1 0 0,-1 3-11 16,1 0-4-16,0 2-6 0,-1 1-7 0,-2 0-9 15,1 1-11-15,-4 1-2 0,3 0-9 0,-5 1-8 16,1-1-5-16,-1 1-5 0,0-2-8 0,-3 1-4 15,-1-2-6-15,0-7-4 0,2 14-1 16,-2-14-1-16,-2 10 1 0,2-10-5 0,-6 9 3 0,6-9 0 16,-8 6 2-16,8-6-4 0,-4 3-1 0,4-3 3 15,0 0-7-15,0 0 1 0,0 0-4 0,0 0-2 16,0 0-5-16,-10-13-2 0,10 13-5 0,5-13-6 16,-1 3-2-16,1 1 2 0,4-1-4 0,1 1 2 0,2-4-7 15,2 1 0-15,0 2-1 0,0-1-2 16,-4 2 3-16,0 2-1 0,-2 1-3 0,3 3 3 15,-4 0-2-15,-2 0-3 0,-5 3 0 0,10-4-2 16,-10 4 2-16,0 0 1 0,12 4-1 0,-9-1-1 16,1 3 0-16,2 0 0 0,0-1 2 0,-4 0 5 0,2 3-4 15,1 0-2-15,2 0 2 0,-1-1 2 16,2 0-2-16,-3 1 1 0,3-2 0 0,-5-2 1 16,4 1 2-16,0-1-1 0,-2-2-2 0,1 2 4 15,-6-4 2-15,13 3-2 0,-7-2 1 0,-6-1 0 0,10 1 8 16,-10-1-10-16,0 0 3 0,10-5-3 15,-10 5-1-15,4-8 3 0,-4 8 5 0,1-9-8 16,1 1 0-16,-2 8 1 0,1-13 0 0,-1 6-4 16,0 7 3-16,0-16 0 0,0 8-1 0,0-1-1 0,1 0 0 15,3 3-2-15,-1-1 1 0,2 2-3 0,-1 0-3 16,3-2 3-16,3 3-1 0,1 1-1 0,-2 2 0 16,2 1 0-16,-1 1 2 0,-1 1-4 15,0 2 2-15,1 4-1 0,-1-3 0 0,-1 4 2 0,1-1 1 16,-1 0-4-16,-1 1 6 0,1 1 1 0,0-3-2 15,-3 3 4-15,0-1-3 0,-3-3 5 0,1 0-5 16,0-1 2-16,-3-5 2 0,2 8 0 0,-2-8 9 16,4 6 12-16,-4-6 10 0,0 0 5 0,0 0-4 15,0 0 0-15,0 0-3 0,0 0-3 0,0 0 3 16,0 0-6-16,0 0-1 0,0 0 2 0,0 0-5 16,0 0 1-16,-5-27-3 0,8 18-5 15,3 0 0-15,-1-1-1 0,0 0-2 0,4 1-5 16,-1-3-4-16,2 5 1 0,-1-1-4 0,1 3 0 0,0 1-2 15,-2 1-1-15,0 1 3 0,2 2-2 0,-1 0 0 16,-9 0 2-16,15 1-2 0,-7 4 1 0,-1-1 0 16,2 2-1-16,-2 0 6 0,0 0-7 0,0-2 1 15,-2 1-9-15,-1 0-8 0,1-2-1 0,-5-3 2 16,8 7-1-16,-2-3-4 0,-6-4 2 0,9 5 3 16,-3-5 2-16,-6 0 1 0,14 0 3 0,-14 0-1 15,14-3 4-15,-3 0-2 0,-1-1 0 16,0-2 4-16,-1 2-2 0,2-1 3 0,-2 0-1 0,-2 2 0 15,-1 1 2-15,1-2-2 0,-7 4-1 0,9-4-1 16,-9 4-2-16,7-2 2 0,-7 2 3 0,0 0-1 16,10 8 1-16,-8-3-25 0,-2-5-36 0,1 14-43 15,-1-6-63-15,0 3-254 0,0-3-463 0,-3 2 205 16</inkml:trace>
  <inkml:trace contextRef="#ctx0" brushRef="#br0" timeOffset="103579.57">17683 10964 150 0,'0'0'165'0,"-4"-14"-5"16,2 9-6-16,2 5-6 0,-4-12-8 0,1 8-17 15,3 4-5-15,-10-6-18 0,10 6-13 0,-8-3-5 16,8 3-11-16,-10 0-6 0,10 0-6 0,-10 6-8 15,5-1 1-15,1 0-5 0,-1 4-6 0,1-1-7 16,1 1-3-16,1 2-2 0,2 0-3 0,1 2 0 16,2 3-3-16,2-1 2 0,1 0-5 0,4 0-2 15,1 0-6-15,1-1 2 0,1-1 1 0,0 3-4 16,7 1 2-16,-5-5-6 0,1 0 4 0,-3-1-5 0,1-2 5 16,-4 0-5-16,-1-1-1 0,1-1-5 15,-2 0 4-15,-2 0 1 0,0 0-1 0,-4-2 2 16,1 1 4-16,0 0-3 0,-3-6 2 0,2 11 3 15,-2-11 2-15,-9 12 5 0,0-7-3 0,-3 1-1 16,-6 2 1-16,-3-3-7 0,1 1 1 0,-6 0 0 16,-1-1-6-16,4-1-12 0,2-3-19 0,1 0-17 15,-2-1-18-15,2-2-23 0,-1 0-20 0,2-2-28 0,2 0-12 16,0-2-16-16,5 0-99 0,-2-2-280 0,5-2 124 16</inkml:trace>
  <inkml:trace contextRef="#ctx0" brushRef="#br0" timeOffset="103984.61">17636 10982 24 0,'9'-7'100'0,"5"-3"-8"16,-3 4-4-16,-1-2-4 0,1 3-19 0,0-2-4 15,1 3 4-15,-1 0-3 0,-1 0-8 0,1 3-11 16,0 1-3-16,-3 0-8 0,2 0 4 0,1 1-7 16,0 1 5-16,-1-2-6 0,1 4-5 0,0-1 2 15,-1 0-4-15,-1 1-8 0,0 1 3 0,-3-2-10 16,-1 1 6-16,2 0 0 0,-1 1-8 0,-1-1 4 15,0 1 10-15,-2 1 1 0,1 0-1 0,-3 0 2 16,2 3 7-16,-2 0 5 0,-1 0 7 0,-1 2 3 16,1 0 2-16,-2 3-7 0,0-3-8 0,0 2 3 15,1 0 0-15,0 3-3 0,1-5-4 0,1 1 0 16,3-1-2-16,0 0-3 0,1-1-4 16,2 0 4-16,2-1-2 0,1-3 2 0,1 0-4 0,2-2-3 15,1-1-3-15,4-2 3 0,1 1 1 0,-1-5-4 16,1 0 3-16,1-1 1 0,-3-2 9 0,-1-2 4 15,-1 0-2-15,-1-4 4 0,-3 2 0 0,-3 0 1 16,-3-3 9-16,0 1-5 0,-1-5-4 0,-5 1 0 16,-3 0-8-16,-4 1-5 0,2 1 1 0,-5 0-4 15,-2 1 2-15,-2 1-3 0,-1 1-6 0,-1 3 1 16,-1-2-13-16,0 4 0 0,1-1-18 0,-1 3-12 16,1 1-10-16,3 1-22 0,1 4-25 0,2-1-25 15,-1 3-22-15,1 2-136 0,0-1-298 0,3 2 133 16</inkml:trace>
  <inkml:trace contextRef="#ctx0" brushRef="#br0" timeOffset="104268.08">18590 10931 117 0,'7'-11'225'16,"-2"3"-4"-16,-1-1-9 0,0 1-16 0,-2 1-10 15,1 2-10-15,-3 5-18 0,5-9-20 0,-5 9-15 16,3-7-16-16,-3 7-10 0,0 0-11 0,0 0-8 16,0 0-6-16,7 19-1 0,-7-6-6 0,-1 3-1 0,1 10-1 15,0 0-8-15,-3 1-1 0,0-8-4 0,2 1-4 16,-3 5-4-16,1-2-5 0,-1-4-6 16,1 0 1-16,2-1-2 0,-2 0-7 0,2-1 2 15,-3-2-20-15,0 1-10 0,2-5-21 0,3 1-26 0,-3-1-16 16,0-2-28-16,1 1-51 0,1-1-8 0,-1-1-23 15,1-8-24-15,-4 13-124 0,4-13-354 0,-1 6 157 16</inkml:trace>
  <inkml:trace contextRef="#ctx0" brushRef="#br0" timeOffset="104613.43">18535 11113 5 0,'11'-6'133'0,"1"3"-8"0,5-1-7 0,-4 3-5 0,1-1-2 16,-1 2-12-16,7 0-1 0,0 0-12 0,-3 6 1 16,1-2-8-16,-1 0-2 0,-5 1-12 15,1 0 0-15,-1 0-7 0,-2 2-10 0,0-3 4 16,-1 2-5-16,-1 1-3 0,-1 0-7 0,1-2 2 0,0 1-2 16,-2-1-5-16,1 0-1 0,-2 0 4 0,2-1 3 15,1-1-7-15,-2 0 5 0,5-2-1 0,-1 0 1 16,-3-1 2-16,4-1-1 0,-4 0 3 0,4-2 6 15,-2 0 4-15,-3-1 7 0,2-1-4 0,2-1 0 16,-4 1-1-16,1-4 1 0,-2 1 0 16,-3-2-6-16,3-1-2 0,-3 0-11 0,-2 0-2 0,-2 1-3 15,1-2 0-15,-3 2-4 0,1-2-3 0,-1 2-3 16,-1-1-3-16,1 1-7 0,-2 1-15 0,-1 1-19 16,1 1-20-16,0 2-28 0,0 2-26 0,6 3-33 15,-14-6-24-15,8 6-31 0,6 0-149 0,-11 5-363 16,11-5 160-16</inkml:trace>
  <inkml:trace contextRef="#ctx0" brushRef="#br0" timeOffset="104899.28">19559 10907 16 0,'3'-4'237'0,"-1"-3"-10"15,-2 7-6-15,5-8-17 0,-5 8-17 0,5-6-21 16,-5 6-17-16,4-5-18 0,-4 5-14 0,0 0-15 16,0 0-8-16,0 0-4 0,7 14-4 0,-6-4-6 15,1 2-8-15,-2 4-5 0,0 1-2 0,0 2-4 16,-1 0-5-16,1 6-2 0,-1-1-3 0,1-4-7 16,-3-2-3-16,3-1-3 0,0 2-2 0,0-2-5 15,0-1-4-15,0 1-1 0,0-2 0 0,0-4-8 16,0 0-12-16,2 0-22 0,-4 1-21 0,4-2-31 15,-4 0-30-15,2-1-32 0,2-1-38 0,-1-2-14 16,-1-6-173-16,0 11-384 0,0-11 170 0</inkml:trace>
  <inkml:trace contextRef="#ctx0" brushRef="#br0" timeOffset="105450.04">19881 11073 67 0,'4'-6'187'0,"-4"6"-5"0,0 0-11 16,0 0-12-16,0 0-14 0,0 0-15 16,0 0-9-16,0 0-15 0,0 0-3 0,0 0-8 15,0 0-10-15,0 0-6 0,-1 28-11 0,-1-19-7 0,4 1-2 16,-2-3-10-16,2 2-4 0,-1 0-2 0,3-2-4 16,0-1-2-16,0 0-3 0,2 1-5 15,-2-1-3-15,3-2-5 0,-2 0 10 0,0 0-7 16,-5-4-4-16,11 5 1 0,-4-4 2 0,-7-1-1 0,14-1 4 15,-14 1-2-15,13-2 2 0,-5-1 3 16,-1-1 2-16,-2 1-2 0,4-2-3 0,-3-1-2 0,-1 1-1 16,3-2 1-16,-1 0 3 0,-1-2-2 0,2 1-5 15,-2-2 0-15,3 0 1 0,-1 0-4 0,2-1-2 16,-1 1-1-16,-1 0 0 0,3 1-1 0,-5 0 2 16,2 1-7-16,0 1 1 0,-1 0 2 0,0 4-8 15,0-1-1-15,0 2-1 0,2 1 1 0,-9 1-2 16,14 2 2-16,-6 0-6 0,2 2 4 0,-4 3-3 15,2 0 3-15,-3 2 0 0,0 0 0 0,3 0 2 16,-5 1-2-16,3-1 1 0,0 0-1 16,-1 1-2-16,1-1 1 0,-1 0 5 0,1-2-2 15,0 0 6-15,1-1 0 0,3 1 2 0,-1-3 1 0,1 0 1 16,1-2 0-16,1 0 0 0,1-2-2 0,-1-2 2 16,1 0 2-16,1-1-3 0,2-2 4 0,-2 0 15 15,-3 0-7-15,-1-2 5 0,1 0 3 0,-2-1 4 16,-2 3-2-16,-2-4-2 0,2-1 0 0,-4 1-10 15,-1-1 3-15,-2-3-4 0,-3 2-1 0,1-1-5 16,-5 1 6-16,-2-2-10 0,0-1-11 0,2 4-8 16,-7 1-25-16,3 0-22 0,-5 0-32 0,-1 0-37 15,-3 5-45-15,-1-1-36 0,2 5-33 0,-9 0-155 0,9 0-425 16,5 2 188-16</inkml:trace>
  <inkml:trace contextRef="#ctx0" brushRef="#br0" timeOffset="105590.69">20367 11068 132 0,'0'0'187'0,"0"0"-18"0,0 0-19 0,0 0-46 16,0 0-39-16,0 0-44 0,0 0-42 0,0 0-46 16,-19-10-57-16,5 10-133 0,-3 0 58 0</inkml:trace>
  <inkml:trace contextRef="#ctx0" brushRef="#br0" timeOffset="106529.59">11293 12450 201 0,'-2'-6'208'0,"-3"-1"-7"16,-2-1-17-16,2 2-4 0,-3-2-17 0,0 3-12 15,-3 0-5-15,1 0-10 0,0 1-11 0,-3 1-14 0,-1 3-8 16,-4 0-12-16,-1 1-2 0,1 6-5 16,-9 2-2-16,2 2-6 0,0-1 0 0,3 5-15 15,0-1-4-15,0 1-5 0,6-1-5 0,3 0-7 16,3 0-1-16,1-1-8 0,4 2 0 0,2 1-5 0,2-1 13 16,1 1 1-16,4 1-5 0,3 1-4 15,-2-2-2-15,3 1-4 0,4-1-1 0,1-1 0 16,1 1-3-16,2-2-4 0,3 4 1 0,1-2-5 15,-3-3 0-15,-3 1-4 0,1-2 1 0,-1-3-2 16,4 2-2-16,-10-3 1 0,5 3 1 0,-2-4-3 16,-3-1 0-16,0 2 1 0,-5-3 0 0,2 0-3 15,-1-1 5-15,-4-4-1 0,1 10 0 0,-1-10 0 16,0 0 7-16,-10 11-4 0,-1-8-1 0,-2-1 2 16,-1 1-3-16,-5-3 2 0,-2 2 1 0,-2-1 1 0,-6-1-3 15,7-2-1-15,-5 2-5 0,-1-3-6 16,6 2-12-16,0-2-9 0,4 1-13 0,4 0-18 0,-1 0-22 15,3-1-27-15,1 2-45 0,5 0-47 16,6 1-51-16,-8-4-157 0,8 4-436 0,0 0 193 16</inkml:trace>
  <inkml:trace contextRef="#ctx0" brushRef="#br0" timeOffset="106819.4">11889 12681 210 0,'-7'-2'243'0,"7"2"-16"0,0 0-15 16,0 0-21-16,0 0-18 0,0 0-16 0,0 0-13 15,15-11-8-15,-4 8-11 0,2 0-15 16,3 0-10-16,5 2-11 0,-1-2-6 0,8 2-14 0,-5 0-29 16,-2 1-29-16,2-1-34 0,-5-1-35 0,-2 4-45 15,2-2-39-15,-5 1-38 0,-4 0-123 0,-9-1-328 16,14 3 147-16</inkml:trace>
  <inkml:trace contextRef="#ctx0" brushRef="#br0" timeOffset="106993.83">11910 12833 26 0,'-5'3'224'0,"-2"0"-1"15,2 1-20-15,5-4-12 0,0 0-17 0,-8 2-14 16,8-2-18-16,0 0-11 0,0 0-9 0,15 6-11 16,-2-6-12-16,5 0-13 0,0-1-27 0,3 1-43 15,-2-3-33-15,2 3-61 0,6-6-48 0,-4 5-165 16,-6-3-316-16,2 1 140 0</inkml:trace>
  <inkml:trace contextRef="#ctx0" brushRef="#br0" timeOffset="110765.76">12040 12630 94 0,'0'0'163'0,"-5"-7"-18"0,5 7-8 0,0 0-19 16,0 0-11-16,-12 0-10 0,12 0-8 0,0 0 7 15,-17 10-1-15,11 0 11 0,-3 0-8 0,-1 6-7 16,1-2-10-16,-1 3-6 0,1 0 1 0,3 0-10 15,-2-1-8-15,2 2-4 0,4-1-5 0,0 1 0 16,2 0-3-16,2-2-6 0,3 1 2 0,-1-5-11 16,4 1 0-16,0 2-5 0,0-2 1 0,2-4-4 15,1-1-1-15,5-1-3 0,-2 3 7 0,6-6-9 16,-5 1 4-16,4-2-5 0,-2-2 1 0,0-2 1 16,1 2-5-16,-1-3 1 0,-3 0-2 0,-1-1 0 15,-2-1 0-15,3 0 0 0,-5-4-1 0,2 1 0 16,-2-1 1-16,-2 0 1 0,0 0-4 0,-1-1 0 15,-1-1-2-15,0 0 7 0,-1 1-5 0,-2 0 2 16,-2 2 7-16,0 7 1 0,2-12-3 0,-2 6 2 16,0 6-9-16,0 0 2 0,2-10-6 0,-2 10-3 15,0 0-1-15,0 0-1 0,0 0 1 0,0 0-2 16,0 0 1-16,0 0-1 0,0 0-1 0,7 21 4 16,-5-14-2-16,2 3-2 0,6-2 2 0,-1 3 3 15,2-4 0-15,3 3-2 0,1-2 3 0,3-1-5 16,0-2 5-16,0-1-2 0,2-1-1 0,-2-1 2 15,5-1-3-15,-5-4 6 0,0 2-1 0,-4-3-3 16,-1 1 2-16,-1-3 2 0,-2 1-1 0,1-1 0 16,-4-3-1-16,0-1 10 0,-2 1-9 0,-1 1-2 15,-4-3 5-15,0 1-2 0,0 0-2 0,-2 0 2 16,-3-2-2-16,1 2-4 0,-4 0 0 0,2 0-1 16,-2 0 2-16,1 1-4 0,2 1 4 0,-4 3-13 15,4-1-21-15,1 1-22 0,4 5-25 0,-8-6-39 16,8 6-16-16,-5-3-11 0,5 3-14 0,0 0-3 15,0 0-12-15,0 0-104 0,0 0-302 0,0 0 135 16</inkml:trace>
  <inkml:trace contextRef="#ctx0" brushRef="#br0" timeOffset="110952.43">12818 12707 162 0,'0'0'202'15,"0"0"-3"-15,5-3-7 0,-5 3-13 0,0 0-20 16,0 0-14-16,0 0-17 0,0 0-7 0,9 4-9 15,-9-4-11-15,0 9-7 0,0-9-3 0,0 16-9 16,1-3-5-16,-1-1-7 0,0 5-5 0,0-3-9 16,2 5-3-16,-4-2-7 0,2 2-4 0,-1 0-13 15,-1 0-32-15,0 7-31 0,-1-7-47 0,-3 6-46 16,3-8-46-16,-1 0-159 0,-3 0-359 0,-1-1 160 16</inkml:trace>
  <inkml:trace contextRef="#ctx0" brushRef="#br0" timeOffset="111133.4">12783 12523 122 0,'0'-6'133'0,"0"6"-19"0,0 0-32 0,0 0-36 16,0 0-14-16,0 0-32 0,14 15-31 0,-10-6-52 15,1 1-91-15,-1 1 41 0</inkml:trace>
  <inkml:trace contextRef="#ctx0" brushRef="#br0" timeOffset="111342.17">13052 12565 18 0,'3'-11'162'15,"-1"0"18"-15,0-2 14 0,0 3-7 0,0-2-1 16,-2 2-15-16,3 1-2 0,-1 2-13 0,-2 7-17 15,0-10-17-15,0 10-15 0,0 0-9 0,0 0-9 0,0 0-12 16,0 0 0-16,14 33 0 0,-12-8-3 16,-2 6-5-16,0 2-6 0,-2 0-8 0,-2 2 0 15,-2-2-9-15,2 3-4 0,-1-4-4 0,-1 3-16 16,1-6-29-16,1 1-41 0,-3 2-50 0,2-7-59 16,-1 1-57-16,1 3-145 0,-1-11-388 0,4-2 172 15</inkml:trace>
  <inkml:trace contextRef="#ctx0" brushRef="#br0" timeOffset="111551.05">13380 12566 205 0,'3'-5'243'15,"1"0"-24"-15,-4 5-20 0,2-7-20 0,-2 7-11 16,0 0-10-16,0 0-14 0,5 19-12 0,-5-2-11 15,-5 3-14-15,3 5-8 0,-7 5-7 0,4 0-8 16,-3-1-14-16,3 2-35 0,-3 3-41 0,-4 0-58 16,5-2-61-16,-2-1-57 0,0 2-131 0,0-1-340 15,5-3 151-15</inkml:trace>
  <inkml:trace contextRef="#ctx0" brushRef="#br0" timeOffset="111940.09">13955 12898 218 0,'21'-23'214'0,"-2"-2"-5"15,0-2-13-15,1 4-11 0,-2-4-10 0,-4 0-10 16,-1 2-10-16,1-1-8 0,-6 0-6 0,-1 2-13 16,-3 6-4-16,0 2-2 0,-1-1-15 0,-3 3-4 15,-2 3-12-15,0 0-8 0,-3 2-8 0,-2 0-12 16,-3 5-1-16,0-2-12 0,-3 4-6 0,-1 2-5 15,1 2-2-15,2 1-5 0,-1 1-6 0,1 2-2 16,4 1-5-16,0 1-2 0,3 2-2 0,2 0 0 16,2-1-2-16,4 1-1 0,3 0-2 0,2-1 3 15,0 1-3-15,5-3-1 0,4 3-1 0,-2-4-1 16,13 2-1-16,-9-5 3 0,0 1-3 0,3-2-2 16,-6 0 0-16,4-1-1 0,-8 1 6 0,1 0-9 15,-2 1 0-15,-1 0-4 0,-3-1 2 0,1 3-1 16,-1-1 3-16,0 2-2 0,-2 3 2 0,-3-1-3 15,1 1 1-15,-2 1 1 0,0 1 3 0,-2 2-2 16,0 3-1-16,3 1 4 0,-4-3-4 0,1 1-16 16,0 1-18-16,-2 0-29 0,2-3-40 0,-2-1-43 15,4-1-50-15,-2 1-56 0,0-12-143 0,-2 20-428 16,2-20 189-16</inkml:trace>
  <inkml:trace contextRef="#ctx0" brushRef="#br0" timeOffset="112252.17">14609 12700 153 0,'-11'-7'252'0,"-1"2"-10"0,-1 2-17 16,2 0-21-16,-3 3-16 0,1 1-18 0,2 4-15 16,1 0-14-16,-7 5-16 0,3 0-9 0,1 2-16 15,8-3-7-15,-4 3-10 0,4 0-9 0,1-2-8 16,4 1-4-16,0 0-6 0,2 0-8 0,1-3-2 15,1 1-4-15,1-1-6 0,3-1-5 0,1-1-5 16,0 0-4-16,1-2 0 0,-2-3-4 0,-3 0 1 16,-5-1-1-16,16 0-3 0,-8-2-2 0,-8 2 0 15,12-4-4-15,-5-1 2 0,-2 2-3 0,-1-2 4 0,4-1-3 16,-5 0-2-16,1 1 0 0,3 1-1 16,-7 4-4-16,7-7-4 0,-7 7-1 0,6-3-11 15,-6 3-7-15,0 0-12 0,0 0-32 0,7 12-47 16,-7-12-40-16,0 14-46 0,0-4-194 0,-2 2-422 15,2-12 186-15</inkml:trace>
  <inkml:trace contextRef="#ctx0" brushRef="#br0" timeOffset="112476.15">14728 12869 61 0,'9'-14'207'0,"-2"-1"0"16,4 1-12-16,-1 1-4 0,2 0-5 0,1-1-9 15,1 3-12-15,-2 1-8 0,-1 4-12 0,-2 1-14 16,-2 1-11-16,1 3-12 0,2 0-10 0,-10 1-5 16,13 5-15-16,-5 1-6 0,-3-2-8 0,2 6-3 15,-3 1-10-15,-3 0 0 0,1 2-6 0,0-3-3 16,-4 4-19-16,0-2-30 0,-1 5-30 0,0-5-43 16,-3-2-52-16,4 1-37 0,1-1-60 0,-1-2-117 15,2-8-374-15,0 14 165 0</inkml:trace>
  <inkml:trace contextRef="#ctx0" brushRef="#br0" timeOffset="113149.88">15234 12712 149 0,'-4'-5'250'0,"-2"2"-12"0,-2 0-14 0,-2 2-21 15,10 1-18-15,-20 3-16 0,9-1-17 0,1 1-13 16,3 3-13-16,-1 3-13 0,0-3-12 0,0 2-9 15,5-2-9-15,0 1-7 0,2 1-8 0,1-8-5 16,3 13-9-16,-1-8-7 0,2 1-2 0,2-2-10 16,0 1-3-16,1-2-7 0,1-2-3 0,1 2 2 0,1-3-3 15,-2 0 2-15,-8 0-8 0,14 0 0 16,-14 0 0-16,11-2-3 0,-11 2 2 0,8-2 1 16,-8 2-1-16,5-4 5 0,-5 4-1 0,6-4-2 15,-6 4 2-15,0 0-5 0,8-2-1 0,-8 2-7 0,0 0-1 16,0 0-1-16,9 7-1 0,-5-2 4 15,-3 3 0-15,0 3 0 0,-1 4 5 0,-1 5 12 16,-4 5-1-16,2 4 6 0,-4 2-1 0,-1 2 7 16,-3 11-5-16,5-10 2 0,1 1-4 0,-6 10 4 15,2-12-7-15,0 2 2 0,2-3 1 0,1 1 2 0,-2 1-1 16,2-3-5-16,-3-1 2 0,3-3-3 16,-2-1 1-16,-1 0-1 0,0-8-2 0,0-1 0 15,-2-2 3-15,0 0-3 0,-3 1-3 0,5-8-1 16,-6 1 0-16,5-1-1 0,-2-3 1 0,1-2-4 15,-1 0 2-15,2-4 0 0,-1-1 3 0,4-1-6 0,-2-5-4 16,4 0-3-16,-3-3-5 0,6-8-9 0,1-6-1 16,7-1-2-16,2-3-5 0,5-7 2 15,15-7-1-15,-1-1 0 0,4-4-1 0,5 8 3 16,0-5 0-16,9 0 1 0,-6 4 3 0,0-1 2 16,7 4 1-16,-8 4-1 0,-1 0 2 0,-9 9 0 0,-1 0-1 15,-4 1 5-15,0 3-4 0,-6-1 5 0,-1 1-4 16,-4 6 1-16,-3-1 4 0,-4 5 0 0,2 0-3 15,-4 0 7-15,1 0-3 0,-3 3 0 0,1-3-6 16,-2 5 4-16,0 6-2 0,-3-13 3 16,3 13 0-16,-4-8-2 0,4 8 0 0,-4-5-3 0,4 5-2 15,0 0 3-15,-21 12 0 0,10 0 1 0,-1 4-1 16,-3 5 5-16,2 0-5 0,0 4 1 0,4-1 1 16,0-1 3-16,3-4-3 0,4 0-2 0,0 0 3 15,0 0 1-15,2-2 3 0,2-2-4 16,0 2-11-16,5-7-11 0,-1 1-25 0,4 0-29 0,3 1-33 15,2-3-39-15,1-1-35 0,5-3-30 0,8-1-217 16,-2 0-468-16,5-4 207 0</inkml:trace>
  <inkml:trace contextRef="#ctx0" brushRef="#br0" timeOffset="113582.05">16632 12669 1466 0,'-2'-17'139'0,"-1"6"-20"0,1 0-25 15,-1 0-27-15,1 5-2 0,-1 0 6 0,3 6-8 16,-5-10-13-16,5 10-10 0,-1-7-5 0,1 7-3 15,0 0-2-15,0 0 5 0,0 0-4 0,0 0-3 16,-18 14 0-16,13-4-1 0,0 0 0 0,0 1-7 16,2 0-2-16,2 2 0 0,1-1-5 0,0 0 1 15,2 5 1-15,1-5-3 0,4 2-4 0,1 1 3 16,0-5-2-16,2 2 2 0,3 1-7 0,0 0 3 16,1-2 4-16,-2 0-5 0,2-1-3 0,-5-3 2 15,3 2-2-15,-3-1-1 0,0 0 1 0,0-2 0 16,-4-1-3-16,4 2 3 0,-5-2-2 0,-2 2 6 15,1-3 8-15,-3-4 8 0,2 12 1 0,-2-12 1 16,-7 12-3-16,-2-6 1 0,-3-1-2 0,-2 3 1 16,-5-3-6-16,1 0-16 0,-1-2-12 0,-2 3-12 15,-1-3-15-15,1-3-34 0,1-2-26 0,-2 2-41 16,5-3-41-16,-2-3-41 0,1 0-121 0,0-2-371 16,5-3 164-16</inkml:trace>
  <inkml:trace contextRef="#ctx0" brushRef="#br0" timeOffset="113726.77">16617 12569 52 0,'19'-6'162'0,"7"-2"-13"0,1 0-12 16,1 2 4-16,2 1-31 0,1-1-9 0,1 2-16 16,-1 0-44-16,-1 1-51 0,1 1-50 0,-3 2-92 15,-6-3-163-15,0 2 72 0</inkml:trace>
  <inkml:trace contextRef="#ctx0" brushRef="#br0" timeOffset="113958.05">17266 12468 112 0,'0'0'263'16,"0"0"-2"-16,0 0-7 0,0 0-24 0,0 0-19 15,0 0-20-15,0 0-26 0,0 0-14 0,0 0-10 16,0 0 0-16,7 13 4 0,-5-2-4 0,1 1-6 15,-2 6-10-15,0 1-10 0,1 1-8 0,-1 5-13 16,2 0-1-16,-3-6-16 0,2 6-3 0,-2-5-6 16,0 3-12-16,0-3 0 0,-1-1-8 0,1-1-6 15,-3 8-30-15,2-9-32 0,-2 2-30 0,0-4-46 16,-1 3-62-16,1-6-73 0,-1 1-262 0,2-2-532 16,-3 1 235-16</inkml:trace>
  <inkml:trace contextRef="#ctx0" brushRef="#br0" timeOffset="114245.69">17964 12472 26 0,'5'-10'278'15,"0"1"-9"-15,-1 2-12 0,-1 1-15 0,1 1-22 16,-4 5-20-16,3-8-24 0,-3 8-23 0,0 0-13 15,0 0-15-15,0 0 0 0,11 23-6 0,-8-4-12 16,0 7-4-16,-2 0-4 0,-2 3-6 0,0-3-6 16,-1 1-5-16,0 0-11 0,-1-3 0 0,3 1-7 15,-1-4-10-15,-1-3-3 0,0 1-6 0,1-1-2 16,0 0-8-16,-1-2 0 0,1-1-4 0,1 1-1 16,0-4-6-16,-1 0-14 0,1-1-26 0,-1-2-29 15,-2 0-31-15,2-2-52 0,-2 0-51 0,3-7-58 16,-4 10-227-16,-2-7-503 0,0-2 222 0</inkml:trace>
  <inkml:trace contextRef="#ctx0" brushRef="#br0" timeOffset="114574.4">17941 12689 11 0,'10'-3'182'0,"1"-1"-6"0,1 1-13 0,0 3-6 16,1-2-9-16,2 4-3 0,0-2-18 15,1 3-12-15,-1 2 3 0,2 1-8 0,0-1-13 16,-5 1-5-16,0-1-7 0,-1 1-11 0,-1 2-10 16,2 0-4-16,-3 0-5 0,0-3-7 0,0 2-6 15,-2 1-3-15,2-2-4 0,-2 1-1 0,-2-2-4 16,0-1-2-16,0-1 0 0,2 0-1 0,0 0-4 16,-7-3 4-16,13 4 8 0,-13-4 11 0,11 0 15 15,-4 0 3-15,-7 0 4 0,10-7-2 0,-6 4-4 16,2-2-6-16,-3-2 0 0,-1 1 1 0,-2 6-9 15,1-16-4-15,-2 6-3 0,-3 0-6 0,-2-1-4 0,0 1-5 16,-3-1-3-16,-3-1-1 0,-1 5-8 16,0-3-13-16,-6 1-15 0,-1 4-17 0,-1 2-24 15,0 1-28-15,-2 4-43 0,2-1-36 0,1 4-49 16,3 1-208-16,6-1-455 0,0 1 202 0</inkml:trace>
  <inkml:trace contextRef="#ctx0" brushRef="#br0" timeOffset="114888.06">18817 12682 1911 0,'20'-20'29'0,"-9"7"18"0,0-3 10 0,-2 2 26 15,0 0-12-15,0 1 5 0,-6 2 10 0,0-1 0 16,1-3-7-16,-2 2 4 0,0 2 6 0,-2 0 15 0,1 1 2 15,-1 2-2-15,0 8-4 0,0-14-10 16,0 14-16-16,1-8-6 0,-1 8-16 0,0 0-1 16,0 0-12-16,0 0-2 0,0 0-2 0,4 24 0 15,-1-7-1-15,-3 9-2 0,1 0-1 0,0 1 1 0,-1 1-2 16,1 0-2-16,-1-1 4 0,-1-1-10 16,0-1 1-16,0 1-2 0,-1 0-2 0,1-6 0 15,-2 0-3-15,2-2-20 0,-3 1-26 0,-1-1-22 16,1 0-34-16,2-5-53 0,-2-2-53 0,1 0-54 15,0 1-42-15,-1-2-195 0,1-2-523 0,2-2 233 0</inkml:trace>
  <inkml:trace contextRef="#ctx0" brushRef="#br0" timeOffset="115176.1">19154 12767 208 0,'2'-7'228'0,"-2"7"-16"0,3-6-18 0,-3 6-13 15,0 0-2-15,0 0-14 0,0 0-7 0,0 0-14 16,0 0-15-16,0 0-9 0,-1 25-11 16,5-19-13-16,-2 0-9 0,2 1-5 0,4-1-3 0,1 3 0 15,0-4-7-15,3-1 1 0,0 0-5 0,1-3-6 16,2 2 3-16,-2-3 0 0,2-2 10 0,-2 1-2 16,1-1 4-16,-4-1 6 0,-1-1-2 0,1 0 0 15,-5-1-7-15,-1-1-13 0,1-1-2 0,-3 0-5 16,0-3-6-16,-3 0-1 0,0 1-15 0,-3-1 6 15,0 1-20-15,-1-1-12 0,-2 0-25 0,0 1-20 16,-3 2-17-16,-2 0-19 0,1 2-29 0,-2 1-40 16,-6 1-50-16,6 3-49 0,-1 0-239 0,-3 2-521 15,4-1 230-15</inkml:trace>
  <inkml:trace contextRef="#ctx0" brushRef="#br0" timeOffset="115408.31">19600 12604 66 0,'5'-4'305'0,"-1"1"-11"0,-4 3-19 15,6-5-27-15,-6 5-28 0,5-3-21 0,-5 3-21 16,0 0-13-16,6 10 6 0,-4 0-12 0,-1 0-1 16,1 6-5-16,-1 2-14 0,-2 1-9 0,1 0-11 15,-3 8-9-15,1-2-5 0,-1-6-19 0,0 6-2 16,2 1-4-16,0-6-13 0,0 1-11 0,-1-2-28 15,1 0-53-15,0 6-36 0,-2-9-67 0,1 1-89 16,0 2-70-16,0-3-193 0,-3 0-519 0,3 0 229 16</inkml:trace>
  <inkml:trace contextRef="#ctx0" brushRef="#br0" timeOffset="115557.49">19982 12976 220 0,'0'0'253'0,"0"0"-31"0,4-5-38 0,-4 5-40 16,0 0-60-16,0 0-78 0,0 0-68 0,0 0-114 15,-26-2-190-15,26 2 85 0</inkml:trace>
  <inkml:trace contextRef="#ctx0" brushRef="#br0" timeOffset="116662.06">10484 13305 45 0,'-32'0'104'0,"2"0"-14"0,3 0 0 15,-3 0-13-15,7 0 3 0,3 0-8 0,-3 0 3 16,5 2-10-16,-1-1 5 0,2-1-9 0,3 1 0 16,1 1-6-16,-1-2-4 0,8 1 3 0,-2 0-8 15,8-1-8-15,-12 0-1 0,12 0-3 0,0 0 8 16,0 0 0-16,0 0 2 0,16 12-3 0,3-7 4 16,6 1-6-16,5-1-6 0,9-2 1 0,11 2 4 15,3-1-2-15,5-2-7 0,2 1 4 0,-2-2 0 16,5 2 1-16,0-2 3 0,3 1-1 0,34 0 4 15,-5 0 1-15,-5 2 0 0,6 0-2 0,4-4 3 16,-1 2-1-16,-1 3-2 0,0-2-3 0,8 1 0 16,1 3 4-16,4-6 2 0,5 4-3 0,5 4 4 15,5-5-4-15,-4 4 3 0,8-1-5 0,5-2 5 16,1 1-3-16,10 2-2 0,1 0-2 0,3 2-3 16,1-3 4-16,6-1-2 0,5 4-3 0,1 0 3 15,2 0-3-15,1-4 4 0,9 4 0 0,3-1-6 16,1 4 3-16,-2-3-6 0,6-1 6 0,5 3-5 15,1-3 2-15,0 1-2 0,3 2-1 0,2 2 6 0,2 0-3 16,4-5-2-16,-4 2-6 0,2-2 4 0,5 4-2 16,-4 0-7-16,6-4-3 0,-8-2 3 15,-3 2 0-15,3 7 1 0,0-5-5 0,-3 0 4 16,-2-1 2-16,2 2-3 0,-6 5-1 0,-7-3 0 16,-8 0 2-16,-1-3 2 0,-4 6-7 0,-7-2 4 15,-3 2-6-15,-11-1 3 0,-10-3-2 0,-7 0-1 16,-4 3 0-16,-10-4-1 0,-13 0-7 0,-4-2-19 15,-37-3-18-15,2 1-25 0,-2-1-28 0,-9-1-33 16,-14 0-43-16,-4-2-47 0,-7-2-44 0,-12-1-173 0,-8-2-464 16,-8 1 206-16</inkml:trace>
  <inkml:trace contextRef="#ctx0" brushRef="#br0" timeOffset="118230.03">3584 7192 58 0,'0'0'213'0,"-2"-10"3"15,2 10-12-15,-4-9-13 0,1 3-7 0,3 6-10 16,-3-8-3-16,3 8-14 0,-4-9-11 0,4 9-13 15,-7-7-15-15,7 7-12 0,-11 0-15 0,11 0-10 16,-22 10-7-16,3 0-7 0,-8 7-5 0,-4 2-8 16,1 0-6-16,2 1-6 0,-2 3-3 0,5-2-3 15,4-1-10-15,7-5 0 0,4 0-3 0,2 0-4 16,4-4-3-16,2 1-1 0,4 0 3 0,3-1-1 16,4 3-4-16,3-1 1 0,1-4-3 0,2 4-1 15,2-1-3-15,-1-3 1 0,2 0 1 0,1 0 0 16,-2-1-4-16,0 0 0 0,-7-2-2 0,1 0 2 15,1-1-3-15,-2 0 1 0,-2 3 0 0,1-4 1 16,-4 0-3-16,-1-1 1 0,-4-3-1 0,5 4 4 16,-5-4-2-16,0 0 4 0,-12 17-1 0,1-13 0 15,-3 5 0-15,-5-4 1 0,-7 3-4 0,0-1-2 16,6 1-14-16,-12-2-10 0,4 1-17 0,2 2-16 16,6-7-22-16,3 3-25 0,7-3-37 0,0-1-52 15,10-1-199-15,0 0-421 0,0 0 187 0</inkml:trace>
  <inkml:trace contextRef="#ctx0" brushRef="#br0" timeOffset="118504.17">3855 7229 1935 0,'13'-26'2'0,"-7"9"79"0,1 1-20 16,-6-1-1-16,0 6-13 0,1 0 22 0,-2 2 22 15,0-1-9-15,0 10-4 0,-2-10 3 0,2 10-8 16,0-9-7-16,0 9-11 0,0 0-11 0,0 0-3 15,0 0-7-15,0 0-3 0,0 0 0 0,0 0 5 16,3 38 2-16,-3-10 0 0,1-1-4 0,-1 4 0 16,2-2-3-16,-2 1-2 0,0-2-5 0,0 1 2 15,0-2-5-15,0-1-3 0,0 2 2 0,0-3-3 16,0-7 1-16,0 2 0 0,-2 4-4 0,1-6 2 16,2-2-21-16,-2-4-17 0,1 2-22 0,1-1-27 15,-1-4-19-15,0-9-31 0,-1 17-32 0,1-17-39 16,-1 12-23-16,1-12-16 0,0 0-144 0,0 0-407 15,-4 10 180-15</inkml:trace>
  <inkml:trace contextRef="#ctx0" brushRef="#br0" timeOffset="119009.77">3686 7400 190 0,'13'-3'181'16,"5"1"-19"-16,4-1-17 0,7 1-15 0,2-2-15 15,1-2-12-15,5 3-7 0,0-1-8 16,1 1-15-16,0 1-3 0,-1-3-2 0,2 2-9 0,-4-2-7 16,-2 1-3-16,-1 2-6 0,-4 0-6 15,-1-2-3-15,-8 2 2 0,-1 0-2 0,-5 1 3 0,-3 0 2 16,-2 1 1-16,-8 0 3 0,11 0 9 0,-11 0 7 16,11-1 9-16,-11 1-2 0,0 0-3 0,7-3-6 15,-7 3-7-15,0 0-8 0,0 0-1 0,0 0 2 16,-33 8-5-16,16-1-3 0,0 0 3 0,-2 3-7 15,1-1 5-15,-5 10-7 0,0-2 2 0,0 0-3 16,4 0 0-16,4-4-8 0,3 2 0 0,5-1 2 16,0-3-11-16,4 2 3 0,1-3-2 0,1 3-1 15,1-13 3-15,4 20-5 0,2-12 2 0,4-2-3 16,1 0 11-16,1-2-13 0,0 0-3 0,1-3-3 16,-1 2 1-16,3-5-3 0,-3 2 4 0,1 0-3 15,-1-2-1-15,0-2 3 0,-1-1-2 0,0-2 0 16,-3 3 4-16,1-3-4 0,-3 1 0 0,2-3 1 15,-5 1-3-15,-1-1 0 0,0 3 0 0,0-4 3 16,-2 0 0-16,0 10-2 0,-3-11 4 0,3 11-2 16,-1-11 5-16,1 11-3 0,-3-7-2 0,3 7-1 15,0 0-3-15,-2-6-3 0,2 6 1 0,0 0-2 16,0 0 3-16,0 0 0 0,0 0 2 16,-3 27 0-16,3-16 1 0,3 0 1 0,-2 1 4 0,1 2-7 15,4 0-19-15,-2 3-30 0,2-7-31 0,-1 4-25 16,3-2-36-16,-1-4-44 0,1-1-39 15,-3 0-115-15,7 0-373 0,-12-7 165 0</inkml:trace>
  <inkml:trace contextRef="#ctx0" brushRef="#br0" timeOffset="119408.49">4502 7299 2211 0,'-1'-29'-2'0,"1"0"37"16,-2 10 21-16,0 3 0 0,2 3 11 0,-1 4-9 15,1-1-12-15,0 10-14 0,0-10-10 0,0 10-2 0,0 0-4 16,0 0-4-16,0 0 7 0,0 0-4 0,2 31 6 16,-2-5 3-16,0 0-1 0,1 0-2 0,-1 0-4 15,0 2 2-15,2-5 1 0,-1 1-5 16,-2-5 3-16,2-2-2 0,0 0 6 0,-1-5-9 16,0-1 0-16,0 2 5 0,0-6-7 0,0-1-2 0,0-6 5 15,0 11-1-15,0-11-1 0,0 8-1 0,0-8 2 16,0 0-4-16,0 0 6 0,0 0-3 0,0 0-5 15,0 0-1-15,0 0-2 0,0 0-5 16,21-10 0-16,-12 3-1 0,7-1-1 0,0 1-3 16,-1-1 0-16,0 1-1 0,2 1 3 0,0 3-4 0,-4 2 0 15,-1 0 3-15,1 1-5 0,0 1-2 0,-4 3 5 16,-2 1 1-16,3 0 0 0,-6 0 8 0,3 3-7 16,-6 1 2-16,-1 3 1 0,-1-3 1 15,-3 2 7-15,-3 3-2 0,0 1 2 0,-3-6 0 16,-3 4 1-16,4-5-1 0,-8 4-4 0,4-1-15 15,-2-3-15-15,1 2-23 0,1-4-34 0,-2-2-41 0,2-2-46 16,3 2-48-16,0-4-164 0,10 0-415 0,-17 2 184 16</inkml:trace>
  <inkml:trace contextRef="#ctx0" brushRef="#br0" timeOffset="119597.88">4864 7350 103 0,'5'-3'225'0,"-5"3"-20"0,5-4-15 0,-5 4-21 0,0 0-15 16,6-2-11-16,-6 2 2 0,0 0-6 0,9 9-4 16,-6 1-16-16,-1 0-7 0,0-2-12 15,0 7-9-15,-2-2-9 0,1 1-4 0,-1 3-8 16,2-2-26-16,-4 0-33 0,2-4-40 0,-1 1-36 0,1-12-41 16,1 24-48-16,-2-13-174 0,1-11-353 15,-1 20 157-15</inkml:trace>
  <inkml:trace contextRef="#ctx0" brushRef="#br0" timeOffset="119768.28">4764 7208 2154 0,'-5'-24'25'0,"-3"5"24"0,4 5-2 15,0 3-23-15,2 2-24 0,1 3-38 0,-1-4-21 16,2 10-24-16,0 0-4 0,0 0-14 0,0 0-6 15,5-9-31-15,-5 9-143 0,0 0-305 0,23 9 134 16</inkml:trace>
  <inkml:trace contextRef="#ctx0" brushRef="#br0" timeOffset="119982.46">5092 7102 27 0,'4'-12'246'0,"-4"12"-10"0,4-7-2 16,-4 7-5-16,1-8-2 0,-1 8-19 0,0 0-19 15,3-6-20-15,-3 6-25 0,0 0-15 0,0 0-16 16,6 18-3-16,-3 1 3 0,1 9-7 0,1 5-4 16,-5 12-7-16,1-10-3 0,0 11-4 0,-1-12-11 15,-2 0-6-15,-2-2-5 0,1 2-5 16,1-4-9-16,-1 1-11 0,-1-1-18 0,3-4-39 0,-2-2-31 16,3-4-36-16,-1-5-55 0,2 2-58 0,-1-5-50 15,0 1-175-15,0-13-455 0,3 19 202 0</inkml:trace>
  <inkml:trace contextRef="#ctx0" brushRef="#br0" timeOffset="120168.08">5365 7444 101 0,'3'-5'262'0,"-3"5"-19"16,3-8-15-16,-3 8-21 0,6-7-20 0,-6 7-16 15,0 0-11-15,0 0-16 0,0 0-13 0,0 0-8 16,3 20-14-16,-2-12-7 0,-2 1-12 0,0 2-6 15,-1-1-13-15,1 1 0 0,0 0-26 0,1-2-32 16,0-9-50-16,-5 22-52 0,5-15-59 0,-2 4-46 16,2-11-152-16,-3 17-374 0,3-17 165 0</inkml:trace>
  <inkml:trace contextRef="#ctx0" brushRef="#br0" timeOffset="120341.49">5303 7215 31 0,'0'0'114'0,"3"-7"-26"16,-3 7-19-16,0 0-29 0,0 0-36 0,0 0-30 16,0 0-28-16,0 0-58 0,19 7 26 0</inkml:trace>
  <inkml:trace contextRef="#ctx0" brushRef="#br0" timeOffset="120564.01">5581 7153 76 0,'0'0'229'0,"5"-8"-4"15,-5 8-5-15,6-4-4 0,-6 4-11 0,4-3-14 16,-4 3-17-16,0 0-21 0,0 0-20 0,0 0-12 16,0 0 7-16,10 16-1 0,-6 1 1 0,-1 8-5 15,-2 4-5-15,0 2-5 0,-2 2-7 0,0-2-9 16,-1-1-10-16,1-2-7 0,0 3-8 0,-1-3-3 15,-1-1-11-15,0-2-5 0,6 0-7 0,-6-6-3 16,-1 1-23-16,4-3-33 0,-4 0-22 0,-1-1-20 16,3-5-35-16,0 0-30 0,0-1-52 0,2-3-37 15,0-7-35-15,0 13-169 0,0-13-446 0,1 5 198 16</inkml:trace>
  <inkml:trace contextRef="#ctx0" brushRef="#br0" timeOffset="121127.92">5620 7429 78 0,'3'-9'195'16,"-3"9"-16"-16,2-5-19 0,-2 5-12 0,0 0-14 15,5-5-15-15,-5 5-16 0,0 0-3 0,0 0-12 16,0 0-5-16,13 3-5 0,-13-3-9 0,12 9-3 16,-7-4-4-16,1 3-3 0,-1-4 1 0,3 3-8 15,0 1-3-15,-1-1-3 0,0 0-4 16,-2 1-3-16,4-1-7 0,-3-2-3 0,1 0 1 0,0-1-2 15,0 0 0-15,1 0-2 0,0-3-1 16,3 0 1-16,-3 1-5 0,-8-2 5 0,17 0-1 0,-7 0 6 16,-1-3 8-16,-9 3 7 0,12-5 1 0,-7 1 5 15,0 2 1-15,2-4 1 0,-3 3-7 0,0-2 2 16,-4 5 3-16,8-9 6 0,-5 4 3 0,-3 5 0 16,5-6 5-16,-5 6-4 0,5-4-1 0,-5 4-4 15,0 0-11-15,5-5-3 0,-5 5-10 0,0 0-3 16,0 0-7-16,0 0-4 0,0 0-2 0,0 0-1 15,7 18-2-15,-7-9-4 0,2 9 1 0,-2 3-3 16,1 3-2-16,-1 6 6 0,1 1 7 0,-1 2-8 16,-1 1 3-16,1 14 5 0,-5-2 10 0,5 2-9 15,0-13 3-15,1 13-5 0,2-1 1 0,-3-12-5 16,4 10 1-16,-2-13 0 0,1 0-3 0,-1 1 1 16,2-1 1-16,-1-4-3 0,-3 0 0 0,1-4-3 15,0 3 3-15,-3-8-1 0,-1 0-4 0,-3-4 1 16,1-1 5-16,-1-3 2 0,-1-1-3 0,-6 2-1 15,0-6 5-15,2-1-1 0,-3-3-2 0,-3-2 0 16,-2 0 1-16,0-3-6 0,-1-4 1 0,1-3-3 16,0 0-2-16,-1-8-1 0,2-2 0 0,2-2 0 15,4-4 1-15,5-1 8 0,2-4-1 0,4-2-18 16,3 0-4-16,6-15-2 0,6 4-7 0,5 0-2 16,7 3-1-16,2-1-19 0,1 3-11 0,5 1-20 15,2 2-30-15,1 2-27 0,5 4-31 0,-8 13-32 16,16-11-24-16,-3 6-31 0,6 4-192 0,-16 4-477 15,13-2 211-15</inkml:trace>
  <inkml:trace contextRef="#ctx0" brushRef="#br0" timeOffset="121538.26">6742 7325 247 0,'0'-11'251'15,"0"1"-6"-15,0 3-9 0,0 7-9 0,-4-16-19 16,2 12-8-16,2 4-17 0,-3-9-16 0,3 9-18 15,-2-7-23-15,2 7-10 0,0 0-12 0,0 0-9 16,-12 28 2-16,5-9 2 0,1 11-1 0,-1 3-15 16,-5 16-1-16,6 1-7 0,-1 2-8 0,-3-1 2 15,8 0-10-15,2-3-5 0,0-2-7 0,0-13-1 16,2 0-9-16,-2 2 2 0,2 0-5 0,-1-3-3 16,1 0-2-16,-4-2 7 0,4-4-12 0,0 2-7 15,-2-8 3-15,0-1-1 0,-2-3-5 0,-1 0-16 16,1-6-12-16,1 2-15 0,-3-2-13 0,3-4-17 15,-3 0-22-15,-1 0-21 0,-2-4-36 0,0 2-31 16,7-4-35-16,-13 0-27 0,13 0-34 0,-19-7-134 16,10-1-433-16,-3-5 191 0</inkml:trace>
  <inkml:trace contextRef="#ctx0" brushRef="#br0" timeOffset="122023.1">6479 7659 106 0,'11'-4'186'0,"6"-2"-17"16,4 1-19-16,7-1-13 0,0-1-15 0,2 1-14 16,2-1-5-16,-1 4-10 0,0-2-10 0,-2 2-9 15,0-1-10-15,0 1-7 0,-9 2 0 0,2-1-10 0,-1 1-4 16,-1 0-1-16,-2-1-4 0,-6 1-2 16,1 0-9-16,-5 0 3 0,-2 1 2 0,-6 0 8 15,14 0 3-15,-14 0 12 0,8-2 13 0,-8 2 4 16,6-3 2-16,-6 3-5 0,0 0-6 0,0 0-4 15,0 0-5-15,0 0-3 0,0 0-9 0,0 0-8 0,0 0-7 16,0 0 3-16,0 0-5 0,-25 10 6 0,17 0-6 16,0 3 1-16,-2 4 0 0,1 1-2 15,0-3-1-15,4 3-3 0,-4-1-3 0,3-2-1 16,2 0-2-16,0-2-2 0,3-2-4 0,0 0 3 16,1-1-7-16,1-4 4 0,3 0-2 0,-2 1 0 0,2-1 2 15,3-3 4-15,0 2-3 0,1-3 0 0,2-1-3 16,2-2 3-16,-3 0 1 0,1-1-1 15,1-2-5-15,1-2 10 0,-2 1-8 0,0-3 0 16,0 1-1-16,1-3 0 0,-2 0-3 0,-3 1 3 16,3-5-3-16,-1 2-3 0,-1-1 3 0,1 4 1 0,-3-2-3 15,0 1 4-15,0 1 5 0,-2 1-2 16,1 0-4-16,-2 5-3 0,-2 3-2 0,5-7-2 16,-5 7-1-16,0 0-1 0,9 2 4 0,-9-2 5 15,7 10 2-15,-5-4-5 0,3 2-3 0,0 2 2 0,-1-1-12 16,0 2-32-16,0 1-33 0,0-2-26 0,0 3-40 15,2-2-34-15,-1-1-26 0,0-1-172 0,0 0-407 16,3-4 180-16</inkml:trace>
  <inkml:trace contextRef="#ctx0" brushRef="#br0" timeOffset="122252.23">7395 7579 200 0,'-2'-9'243'0,"-2"0"7"0,0 2-6 0,0 0-19 16,4 7-21-16,-9-9-20 0,3 6-20 0,6 3-13 0,-14 1-13 16,5 5-13-16,-4 5-12 0,2 3-5 15,-1 2-11-15,2 1-7 0,2 1-13 0,-2 6-1 16,6-3-11-16,3-2-6 0,0 0-3 0,3-2-6 16,3 3-2-16,3-4-5 0,0-1-12 0,3-1-20 15,2-1-28-15,-4-4-29 0,6 2-41 0,-1-2-34 0,2-2-50 16,1-3-38-16,1 0-192 0,-5-3-433 15,1-4 192-15</inkml:trace>
  <inkml:trace contextRef="#ctx0" brushRef="#br0" timeOffset="122493.54">7630 7422 248 0,'0'-7'272'16,"2"1"-10"-16,-2 6-26 0,0-9-27 0,0 9-20 15,1-8-26-15,-1 8-16 0,0 0-14 0,0 0 6 16,0 0-8-16,-3 37-6 0,1-12-10 0,-1 6 0 0,-2-1-6 16,1 2-9-16,-1 3-3 0,0-3-5 0,1-2-10 15,-2 0-7-15,7-1-12 0,-7-3-3 16,2 2-8-16,3-8-3 0,1-1-14 0,0-3-14 16,-1-4-25-16,1-1-21 0,-2 0-28 0,4-1-29 0,-2-2-46 15,0-8-39-15,0 12-31 0,0-12-20 0,-2 7-190 16,2-7-441-16,0 0 195 0</inkml:trace>
  <inkml:trace contextRef="#ctx0" brushRef="#br0" timeOffset="122822.73">7600 7616 53 0,'10'-5'172'0,"3"0"-9"0,-3 0-13 0,0 1-13 16,4 4-13-16,-3 0-11 0,0 3-6 0,0 2-9 15,1 0-6-15,-2 3 2 0,2-1-7 0,-6 4 12 0,4 3-12 16,-2-5-1-16,-3 2-11 0,2 1-5 0,-1-2-2 16,0 1-3-16,2-1-6 0,-2 1-6 0,1-3-1 15,-1 1-7-15,-1-1-4 0,3-6-4 0,-3 5-2 16,1-5 0-16,1 2 0 0,-1-3-2 16,2 2 0-16,-8-3 7 0,15-4 2 0,-8 3 11 0,0-3 7 15,-2-1-2-15,2 0-3 0,-1-3-3 0,-2-4 0 16,1 5 8-16,-1-6-13 0,-3 1-3 0,-1-3-6 15,0 2 2-15,-2-3-8 0,-5-1-1 16,0 3-4-16,2 3-6 0,-1 0-4 0,1 1-12 0,-2 1-17 16,-2 1-17-16,1 3-19 0,-2 1-28 0,-3 1-37 15,3 3-34-15,-2 4-30 0,2 1-38 0,-2 3-178 16,-3 4-425-16,6-1 188 0</inkml:trace>
  <inkml:trace contextRef="#ctx0" brushRef="#br0" timeOffset="123212.39">7854 7835 75 0,'10'-3'220'16,"-10"3"-4"-16,10-4 3 0,-4 1-6 0,-6 3-3 15,7-7-12-15,-1 0-13 0,-1-1 2 16,1 0-20-16,-1-1-2 0,1 1-19 0,2-7-9 0,1 2-12 16,-1-2-14-16,-1 2-8 0,1-3-10 0,1-3-7 15,-3 1-13-15,3 0-6 0,-1 2-6 0,1-3-6 16,-3 6-3-16,2-3-9 0,-5 3-4 0,2 3 2 15,-1 1-3-15,-2 3 1 0,1-1-10 16,-2 1 1-16,-1 6-5 0,1-11-1 0,-1 11-2 0,0 0-3 16,0-10-2-16,0 10-1 0,0 0-6 0,-5-9-3 15,5 9 0-15,0 0 0 0,0 0-8 0,-4-7-4 16,4 7-15-16,0 0-3 0,0 0 0 0,0 0-1 16,0 0 5-16,0 0-4 0,0 0 3 0,19 10 1 15,-10-5 1-15,1 0 3 0,1-2 1 0,-1 3 3 16,3 1-1-16,-3-3-4 0,0 2 5 0,0 3-2 15,-2-2 2-15,0 2-1 0,2 0 1 0,-5 2 3 16,4 5 3-16,-4 0-3 0,0 0 5 0,-2 3-3 16,1-3 7-16,-3 1-4 0,0-1 2 0,-2 3-3 15,0-3-15-15,-3 1-19 0,1-1-19 0,1-4-27 16,-2 4-40-16,0-4-47 0,4-1-41 0,-2 0-207 16,-1-1-455-16,2-2 202 0</inkml:trace>
  <inkml:trace contextRef="#ctx0" brushRef="#br0" timeOffset="123410.37">8461 7624 66 0,'1'-8'273'0,"-1"8"-15"15,3-6-18-15,-3 6-21 0,0 0-20 0,1-7-22 16,-1 7-19-16,0 0-19 0,0 0-27 0,0 0-32 15,0 0-28-15,0 0-25 0,0 0-40 0,0 0-43 16,0 0-59-16,0 0-29 0,-6 32-135 0,3-22-302 16,3-10 134-16</inkml:trace>
  <inkml:trace contextRef="#ctx0" brushRef="#br0" timeOffset="123573.35">8450 7895 157 0,'0'0'202'0,"0"0"-4"0,5 4 3 16,-5-4-14-16,0 0-19 0,0 0-16 0,0 0-18 16,0 0-12-16,0 0-19 0,0 0-29 0,9 0-40 15,-9 0-43-15,0 0-60 0,13-6-57 0,-6 3-129 16,-1-1-276-16,2-4 122 0</inkml:trace>
  <inkml:trace contextRef="#ctx0" brushRef="#br0" timeOffset="140462.12">23114 3123 54 0,'0'0'159'0,"0"-9"-10"0,0 9-11 16,3-7-11-16,-3 7-16 0,0 0-10 0,0 0-10 0,1-6-4 15,-1 6-15-15,0 0-15 0,0 0-3 0,0 0-3 16,0 0-10-16,0 0 1 0,1 29-7 16,-1-16 3-16,-1 6-8 0,1 4-2 0,-2 6-2 15,2 0-2-15,-4 3-5 0,1 4 6 0,-3 12-4 16,-2-4 1-16,-1 5 1 0,1-3 3 0,0 3-8 16,-5-1 5-16,3 6 7 0,-7 3-3 0,3 1 6 15,-6 23-7-15,3-25 1 0,-5 23-1 0,4-24 2 16,-6 25 0-16,10-22 1 0,-10 22 4 0,10-26 1 15,0 5-2-15,-2 25 0 0,-3 2 1 0,4-4 1 16,1-2-4-16,-1 3 6 0,4-3-4 0,1-20-2 16,-7 25-2-16,-1-7-2 0,-1 7 2 0,-2 0-1 15,0 1 4-15,-3-2-4 0,-4 3 0 0,2-3-7 16,-5 3 4-16,2-3-3 0,0 3-1 0,-6-3 1 16,1 8-3-16,-1 0 0 0,-1 2 4 0,-2 1-1 15,4-3-3-15,2 2-1 0,4-1 2 0,-2-2-1 16,3 5-1-16,4 2 4 0,2 1-3 0,-1 2 1 15,4-2-3-15,-3-4-1 0,0-2-5 0,-1 3 5 16,8 4-3-16,-4-7 1 0,-1 4-1 0,-1-3 0 0,4 1-1 16,-4 0-3-16,5-7 1 0,-4 2 2 15,8 4-1-15,-8 2 3 0,-2 1-1 0,2 3-2 16,-1-1-2-16,-3-4 4 0,0 0-5 0,-2-2 0 16,1 6 0-16,-1-1 1 0,3-2 0 0,-1 2-1 15,0-2-1-15,0-5-3 0,2-2 2 0,-6-3-1 16,10 3 0-16,-3 7 1 0,1-3 4 0,0-2-5 15,0 1-1-15,1 2 1 0,3-8 0 0,1 0-4 16,-2 6-2-16,-3-1 7 0,1 1-2 0,0 1 2 16,3-1-3-16,0-1 2 0,-3 1-2 0,-4-7 0 15,5 1 3-15,3 0-5 0,0 8 2 0,-6-3 1 16,3-1 0-16,-2 3 2 0,5-4-4 0,-4 0 1 16,1-1 0-16,4-3-3 0,1 5-2 0,-5 0 5 15,5-4 1-15,1 1-1 0,5 2-3 0,-6-7-2 16,6-23 0-16,-2 27 4 0,0 2-5 0,2-5-1 15,4 4 3-15,1 0 1 0,-3-2 0 0,1 1 4 16,4-5-5-16,-3-23 2 0,0 31-7 0,2-4 6 16,-5-2-3-16,2 2 2 0,-4-3 2 0,1-2 0 15,-1 4-3-15,4-24 0 0,-6 25 0 0,-3-4 0 16,6-23-3-16,1 3 3 0,-7 27-2 0,3 1 5 16,-2-10-3-16,2 8 4 0,0-5-3 15,-8-2-1-15,11-21-2 0,1 22 0 0,-2-22 1 0,1 1 0 16,-4 25 0-16,0-1 5 0,3-25-5 0,-3 24 7 15,2-25-7-15,2 0 4 0,-7 22-3 0,3-23 1 16,-2-4-2-16,-3 3 4 0,0-3-13 0,4-1-4 16,-4 4-4-16,2-3 0 0,-2-1-15 15,-2-3-11-15,-1 1-7 0,1-9-13 0,-4 3-13 16,5-12-23-16,0-1-32 0,-2 1-26 0,3-3-23 16,-4-3-168-16,3 1-381 0,2-10 169 0</inkml:trace>
  <inkml:trace contextRef="#ctx0" brushRef="#br0" timeOffset="143380">24410 2989 71 0,'-2'-5'190'0,"2"5"-7"0,0 0-14 15,0 0-14-15,-5-9-22 0,5 9-10 0,0 0-19 16,0 0-5-16,0 0-15 0,0 0-4 16,0 0-13-16,-11 23-2 0,5-7-6 0,-2 7-7 15,-4 2-2-15,1 1-4 0,2 2-3 0,-1-1-5 0,1 3-5 16,3-5 1-16,-4 1-3 0,3-7-5 0,2 0-2 16,0-4-2-16,-1 2-2 0,3-5-2 15,-1-1-5-15,1-1-4 0,0-1 4 0,0-3-1 16,3-6 2-16,-1 7 6 0,1-7 14 0,-2 8 16 15,2-8 12-15,0 0-4 0,0 0-6 0,0 0-2 16,0 0-6-16,0 0-8 0,0-27-2 0,2 14-4 16,1-4-4-16,3-9-6 0,4 4-3 0,-1-5-3 0,3 0-6 15,2-1 0-15,-1-4-1 0,4-1 1 0,3-7-2 16,-3 9-1-16,-1 0-2 0,-1 3-2 16,2 3 2-16,-2 0 3 0,-4 2-2 0,-2 8-4 15,0 6 5-15,-2-1-4 0,-2 1 1 0,0 3-3 16,0 2-6-16,-1 0 1 0,-4 4 0 0,10-3-1 15,-10 3 0-15,0 0 2 0,23 13 4 0,-15-4-3 16,3 3 0-16,1 1-3 0,-2 3 3 0,-1 2 1 16,3 5 1-16,-2-5 3 0,0 5-3 0,-2-4 6 15,1 3-1-15,-3-4 2 0,0-1 0 0,2 2 2 16,-3-3-3-16,2 0 1 0,-3 0 0 0,-1 0 0 16,4-2 0-16,-5-1-1 0,1-1-7 0,-1-2-23 15,-2 1-19-15,3 2-27 0,-3-4-34 0,0-9-30 16,0 14-41-16,0-14-26 0,-4 11-117 0,4-11-344 15,0 0 152-15</inkml:trace>
  <inkml:trace contextRef="#ctx0" brushRef="#br0" timeOffset="143930.69">24431 3074 113 0,'0'0'136'15,"46"-8"-17"-15,-16 7-9 0,2-2-6 0,6 1-10 16,14 1-12-16,-12-2-12 0,13 0-18 0,-3-1-14 16,-10 4 0-16,-2-3-21 0,-1 0-6 0,-1-1 4 15,-1 2-15-15,-4-1-3 0,1 3 3 0,-11-2-4 16,1-2 5-16,-7 3-3 0,0 1 5 0,-5-3 2 16,-10 3 15-16,19-3 11 0,-19 3 13 0,12-2 16 0,-12 2 10 15,0 0-3-15,9-2-8 0,-9 2 3 16,0 0-9-16,0 0-6 0,0 0 3 0,0 0-6 15,0 0 10-15,-34 4 3 0,21-1-4 0,-1 3-6 16,-2 0 0-16,0 4 2 0,0 0-2 0,0 0-5 16,3 4 0-16,0-2-8 0,0 1 1 0,7-3-10 15,-3 0 7-15,4 2-6 0,0-2-1 0,2 2-7 16,2-3 4-16,1-2-2 0,3 0-4 0,1 3 0 16,0-4-1-16,4 1 3 0,-1-2 1 0,2 0-5 15,2-3-2-15,-1 1 1 0,2-3-5 0,0 1 2 16,-1-3-6-16,0 0 2 0,0-4-7 0,2 2-1 15,-1-6 0-15,-1 0 3 0,0-2 0 0,1-4-4 16,-1-2 2-16,-3-2-3 0,4-2 1 0,-7 3 4 16,3-8-2-16,-2 4 1 0,0 3 1 0,-3-6 2 15,0 8 6-15,-2 0 15 0,3 1-21 0,-4 5 3 16,0 0 6-16,0 5 1 0,2-2 6 16,0 3-10-16,-2 6-2 0,0-10-3 0,0 10-7 15,0 0 5-15,0 0-7 0,0 0 2 0,0 0-4 0,0 0 5 16,4 26 2-16,-4-8-4 0,0 1 5 0,0 2 2 15,0 4-3-15,0 1 6 0,0-3-2 0,-2 4-7 16,2-9-30-16,0 7-19 0,0-7-35 0,0 2-37 16,0-2-36-16,-1-1-40 0,0 2-111 15,-3-4-336-15,-1-4 149 0</inkml:trace>
  <inkml:trace contextRef="#ctx0" brushRef="#br0" timeOffset="144251.91">25275 3007 2 0,'3'-9'132'0,"-3"9"-8"0,0 0-8 0,0 0 13 16,0 0 3-16,19 22-3 0,-11-12-12 0,0 6-8 16,-1 0-4-16,0 0-8 0,0 0-7 0,-2 0-6 15,3-1-3-15,-1 1-9 0,-3-1-4 0,3-3-11 16,0-2-1-16,-2-1-3 0,0-1-2 0,2-1-6 15,-2-2-1-15,-5-5 8 0,9 7 11 16,-9-7 16-16,9 3 7 0,-9-3 2 0,0 0-2 16,16-8-10-16,-10 0-1 0,2-2 6 0,-2 0 0 15,2-2-7-15,0-5 4 0,-1 2-9 0,-1-5-12 0,0 1 3 16,0 0-14-16,0-5-4 0,1-1-8 0,-2 2-7 16,1 7-16-16,-1-3-16 0,0 7-15 15,-1 1-22-15,-2 5-27 0,-2 6-36 0,2-10-50 0,-2 10-54 16,2-12-44-16,-2 12-131 0,0 0-415 0,0 0 184 15</inkml:trace>
  <inkml:trace contextRef="#ctx0" brushRef="#br0" timeOffset="144572">25675 3075 109 0,'0'0'183'0,"0"0"-7"0,-31 2-17 15,21 0-1-15,-1 1-10 0,0 4-14 0,-5 1-11 16,3 2-13-16,1 3-5 0,-1-1-11 0,4-3-8 16,-2 3-10-16,4-1-6 0,3 1-5 0,-1-1-9 15,1 0-5-15,2 0-6 0,2-11-3 0,0 15 2 16,0-15-10-16,4 13-5 0,-4-13-5 0,7 10-8 16,0-9-2-16,-7-1-10 0,11 2 1 0,-11-2-3 15,0 0 0-15,26-5 1 0,-16 1 0 0,-1-3 1 16,0 2-1-16,-1-4 3 0,4 1-2 0,-4 1 3 15,-1-1-5-15,3-1 5 0,-3 2-1 0,-1 2 1 16,-1-1 1-16,-5 6-5 0,6-8-12 16,-6 8-20-16,0 0-5 0,10-3-6 0,-10 3 8 0,0 0-23 15,0 0-37-15,8 20-40 0,-6-10-39 0,-2 1-102 16,0 1-294-16,0 0 130 0</inkml:trace>
  <inkml:trace contextRef="#ctx0" brushRef="#br0" timeOffset="144790.15">25801 3189 116 0,'11'-13'197'0,"-3"-1"-1"0,0 4-7 0,-2 0-1 16,3 2-20-16,-5 2-17 0,6-1-16 16,-5 5-15-16,3-1-11 0,-8 3-10 0,16-1-13 15,-7 1-9-15,0 4-7 0,0 0-8 0,1 3-3 16,0-2-8-16,-3 2-1 0,2 3-2 0,-2 0-7 15,-1 1-4-15,-1 1-16 0,-1-2-20 0,0 0-28 16,0 2-33-16,-2-1-42 0,0-1-43 0,2 1-179 16,-6 0-349-16,2-11 156 0</inkml:trace>
  <inkml:trace contextRef="#ctx0" brushRef="#br0" timeOffset="145013.81">26115 2921 149 0,'0'-5'281'0,"0"5"-27"16,-2-12-26-16,2 12-28 0,0 0-24 0,0 0-20 15,0 0-13-15,0 0-7 0,0 0 2 16,0 0-20-16,4 42-5 0,-3-16-2 0,1 4-9 16,-3-2-8-16,2 1-9 0,-1 0-7 0,-2 0-4 15,2 1-5-15,-3-2-9 0,1-1-29 0,0-6-22 16,2-2-37-16,0 1-38 0,0-1-33 0,0-2-51 0,0-5-56 15,0 1-170-15,0-13-408 0,0 16 181 16</inkml:trace>
  <inkml:trace contextRef="#ctx0" brushRef="#br0" timeOffset="146233.51">26036 3085 53 0,'12'-1'141'0,"5"-1"-17"0,2 0-6 16,-1 1-14-16,4 1 0 0,-2-2-16 0,1 2-8 16,1 1-4-16,0 0-15 0,-3 2 3 15,0 0-13-15,0-3 0 0,-6 3-11 0,-3-2 3 0,0 2-11 16,-10-3-1-16,14 2-1 0,-14-2 1 16,11 2 12-16,-11-2-2 0,0 0 20 0,0 0 2 0,0 0 0 15,0 0 4-15,-16 23-1 0,1-15 1 0,1 3-2 16,-4 0-6-16,2 2-1 0,1 0-9 15,-3 0-4-15,5 1 6 0,1 1-6 0,1-2-5 16,4 2-2-16,-2-5-6 0,4 2-1 0,3-2-5 16,0 0-2-16,2-10 0 0,5 19-1 0,4-12-2 15,-4-3-3-15,5 2-4 0,-1-4-4 0,1 0-1 16,3-2-2-16,5-2 3 0,-5 0-2 0,1-1-2 0,-1 0 0 16,-2-3-1-16,-1 2 1 0,1-2-1 0,-1 0 0 15,-2-1 1-15,-2-2-2 0,3 1 3 16,-5-1-1-16,1 0-4 0,2 1 6 0,-4-1-2 15,-3 9 3-15,6-15 6 0,-6 15-1 0,7-10-3 16,-7 10 0-16,2-9-7 0,-2 9 1 0,0 0-8 16,0 0 3-16,0 0-2 0,0 0 3 0,0 0-1 15,0 0 5-15,0 0-8 0,0 0 0 0,8 29 4 16,-4-21-1-16,-4-8-1 0,4 14 4 0,2-8-1 16,1 0 3-16,2 0-2 0,1-2 1 0,2 0 3 15,0-1 2-15,1-1 2 0,1-2-4 0,6-1 2 16,-2 0 3-16,2-2-4 0,0-2 2 0,-1 2 1 15,-2-2-1-15,0-1 0 0,-2-1 5 0,-3 1-4 16,0-2 4-16,-3 0 4 0,1-2-1 0,-6 1-2 16,1-3-3-16,-1-1 1 0,0-1 8 0,-4 0-2 15,-2 4 5-15,2 10 1 0,0-19 4 0,0 19-4 16,-4-13 0-16,4 13-8 0,-7-11-3 0,0 10-4 16,7 1 2-16,-18 1-4 0,0 6-2 15,3 1 0-15,-1 1-1 0,0 1-3 0,4 2 0 16,0 0-4-16,7 0-7 0,-3-1-5 0,2 0-7 0,6 0-3 15,-2-3-4-15,2 2 2 0,4-3 1 0,0 2 1 16,2-2 0-16,0-2 1 0,3 0 3 0,1-1 2 16,-1-2 1-16,-1-1 3 0,4-3 1 15,-3 2 2-15,-9 0 10 0,13-3 3 0,-4 1 1 16,-4 1-4-16,-5 1 2 0,11-4 0 0,-7 2-1 16,-4 2-2-16,9-1-3 0,-9 1-4 0,0 0-3 15,12 1 5-15,-12-1-1 0,4 13 1 0,0-1 0 16,-1 6 6-16,1 10 6 0,-4-3 8 0,2 8 3 15,-4-2-2-15,4 2 7 0,-4 0 0 0,0 2 4 16,2-2-6-16,-5-2 5 0,1 1-3 0,0-1 0 16,-1-4-2-16,-4 1-3 0,0-4 0 0,0 1 0 15,1-10-2-15,-4 3 2 0,1-7-10 0,-3 0 0 16,5-4-4-16,-2-2-3 0,-3 0-2 0,14-5-2 16,-22-2-4-16,22 2 1 0,-22-6-10 0,13-3-1 15,-1-4-2-15,4-4-4 0,6 0 0 0,0-2 0 16,2-9 2-16,9 1-1 0,5-1 4 0,-1 0-1 15,8 0 4-15,11-12-5 0,-1 6-4 0,8 2 0 16,-3 0-1-16,2 0 5 0,-2 2-4 0,3 1 2 16,-11 7 2-16,1-1 3 0,0 3 1 0,-4-2 3 15,-3 0 4-15,1 7 0 0,-8 2 0 0,-2-1 0 16,-3 3 8-16,-4 2 9 0,-3 1 10 16,1 0 11-16,-3 2 3 0,-3 6-3 0,5-13 13 0,-5 13 1 15,2-8 0-15,-2 8-1 0,0 0-7 0,0 0 1 16,0 0-7-16,0 0-4 0,0 0-1 15,0 0-4-15,-37 13-1 0,28-4-2 0,-3 2-1 0,0 2-4 16,1 3 0-16,4-6 2 0,1 2-6 16,2 0-3-16,2-1 1 0,2 0 1 0,3 1-2 0,2-3 3 15,-1 0-3-15,5-1 2 0,0-1-6 0,5-1 3 16,-2-2-9-16,7-1 0 0,-6-1-2 0,3 0-6 16,-3-4 1-16,6 2-2 0,-6-3 3 15,1-1 5-15,-1 0-4 0,-2-1 3 0,1 1-1 16,-1-3 1-16,0 0 3 0,-2 0 1 0,0-1 0 15,-3 0 2-15,2 1-2 0,-2 3 2 0,-6 4 2 16,7-9-2-16,-3 4-5 0,-4 5-3 0,0 0-7 16,7-3 5-16,-7 3-4 0,0 0 7 0,0 0-5 15,0 17 5-15,0-17 1 0,-5 25 0 0,1-9 5 16,0 1-1-16,-1 1 5 0,-1 1-2 0,0-2-29 16,0 0-29-16,1 1-46 0,1-2-44 0,2 0-43 15,0-4-43-15,2 1-125 0,0-13-390 0,6 12 172 16</inkml:trace>
  <inkml:trace contextRef="#ctx0" brushRef="#br0" timeOffset="146609.71">27851 3165 98 0,'2'-9'256'0,"-2"9"-16"0,0 0-21 0,-6-16-16 16,1 15-22-16,5 1-6 0,-22 4-13 0,5 8-9 15,-6 2-11-15,-1 5-17 0,3-1-7 0,1 0-16 16,5-4-9-16,-2 5-9 0,6-3-10 0,3 0-8 16,4 1-4-16,0-6-2 0,4 2-4 15,0-1-11-15,5-3 2 0,1 3-7 0,5-3-10 16,-2-3-3-16,2 0-11 0,7-5-5 0,-2 2-5 16,4-3-7-16,-1-1 3 0,-2-4 0 0,2-2-4 15,-7 1 0-15,1-3 3 0,0-2-4 0,0-2 3 16,-3 0 1-16,0 0 0 0,0-2 1 0,0-2 0 0,-5 1-2 15,1 1 3-15,1-2-2 0,-2 7 11 16,-1 2 6-16,-4 8-3 0,3-12-2 0,-3 12-9 16,2-7-1-16,-2 7 0 0,0 0-5 0,0 0 4 15,0 0-3-15,0 0 4 0,-7 34-2 0,3-16 0 16,-3 6 0-16,2-2 6 0,1-3-8 0,4 1-14 16,0-1-22-16,-2 0-25 0,2-2-53 0,2 0-60 15,2 0-69-15,-3-6-145 0,3-2-420 0,-4-9 186 16</inkml:trace>
  <inkml:trace contextRef="#ctx0" brushRef="#br0" timeOffset="146952.6">28106 3289 167 0,'8'2'201'0,"-8"-2"-15"0,4 9-11 16,-2-2-6-16,-1 1-9 0,1 1-16 0,0 0-11 15,0 1-11-15,-1 0-7 0,0 2-14 0,0-5-7 16,-1-7-9-16,2 12-8 0,-2-7-9 16,0-5 1-16,0 9-8 0,0-9-1 0,0 0-7 0,0 9 2 15,0-9-4-15,0 0-7 0,0 0-5 0,0 0-7 16,0 0-8-16,0 0-2 0,0 0-1 16,12-23-7-16,-8 13-3 0,1-1-5 0,3-3-1 15,2 4-4-15,-2-2 0 0,1-1-5 0,5 1 1 16,-5 4 3-16,-1-1-4 0,0 2 1 0,-1 3-3 15,2 0-3-15,-3 3 3 0,3-1-2 0,-9 2 5 16,14 4-9-16,-10-1 5 0,3 1 0 0,-1 6 4 16,-1-3 2-16,-1 4-5 0,1 0 6 0,-1-1-10 15,0 2-26-15,-2-2-37 0,1 4-33 0,4-3-46 16,-2-1-46-16,-1 1-121 0,3-3-344 0,2-2 152 16</inkml:trace>
  <inkml:trace contextRef="#ctx0" brushRef="#br0" timeOffset="147357.28">28593 3256 190 0,'0'0'226'0,"-6"-9"-10"16,2 7-28-16,4 2-10 0,-13-2-14 0,13 2-14 16,-20 5-13-16,9 0-5 0,-5 4-7 0,3 3-13 15,0 1-6-15,1 0-12 0,1 0-5 0,1-1-14 16,4 0-6-16,0-3-6 0,1 4-4 0,5-3-6 15,0 1-5-15,0-2-5 0,4 1-1 0,-1-3-3 16,1-2-7-16,3 3-6 0,2-6-9 0,4 1-14 16,0 0-5-16,2-6-3 0,0 0-10 0,3-3 0 15,-5-4 2-15,3 1 1 0,-5-3-1 16,3-2 2-16,-3-1-2 0,-2-2 11 0,0-2-8 16,-2 0 0-16,-3-8 5 0,3 1-2 0,-5-2 3 15,-1 1 8-15,-1-5 0 0,1 6 10 0,-1-3 2 0,0 1 0 16,0 7 16-16,-1 4 7 0,1 1 11 0,0 4 14 15,-1 2 4-15,1 4-5 0,0 6-6 16,0-11-10-16,0 11-12 0,0 0-7 0,0 0-2 16,0 0-3-16,0 0-1 0,0 0 1 0,-9 46-8 15,6-20 6-15,-1 2-3 0,2-1-3 0,-6 4-1 16,4-2-2-16,2 1 3 0,-2-1 3 0,2 1-33 16,2-2-36-16,0-1-35 0,0 1-65 0,2-8-85 15,-2-1-225-15,5-2-497 0,-3-5 221 0</inkml:trace>
  <inkml:trace contextRef="#ctx0" brushRef="#br0" timeOffset="148317.37">29264 3197 177 0,'4'-5'270'0,"0"1"-4"0,-1-2-13 0,-3 6-16 15,3-8-18-15,-3 8-19 0,0 0-22 0,-9-12-13 16,3 10-23-16,-5 2-12 0,-1-1-14 0,-5 7-11 16,-9 4-12-16,1 6-7 0,4-1-5 0,-4 0-12 15,4 5-1-15,1-4-13 0,9-2 2 0,1 2-14 16,1-2-7-16,5-2 0 0,0 0-6 16,1 1 0-16,3-2-4 0,4 1 1 0,0-3-6 15,3 1 0-15,1-3-3 0,2 1 1 0,7-1-5 16,0-2 0-16,0-2-3 0,-2-2-4 0,5-2 0 15,0 0-1-15,-2-3-2 0,1 1 4 0,-3-5-3 16,0-2 4-16,-1-4-6 0,-2 0 2 0,2-8-1 16,-1 1 2-16,-7 3 1 0,2-10-8 0,1-1 4 15,-4 0-5-15,0-2-1 0,-1 0 1 0,-1-2 5 16,2-1-1-16,-1 0-5 0,-2 1 3 0,-2 3-1 16,3 4 4-16,-3 7 1 0,1 4 9 0,-1 3 5 15,0 2 0-15,-2 4-6 0,1 6-6 0,0-13-6 16,0 13-2-16,0 0-1 0,0 0-1 0,0 0-1 15,-5 34 0-15,2-5 2 0,-2 5 6 0,-5 12-3 16,6 1 4-16,0-13-1 0,0 1 6 0,1 0-11 16,-1 1 3-16,4-5-3 0,1-2 3 0,2-1 2 15,-1-3-1-15,5-6 0 0,-1 0 2 0,4-3 1 16,-1-1 0-16,-1-3-4 0,2-3 4 0,0-1-1 16,2-3 7-16,-1 0-5 0,1-1 0 0,-1-4-1 15,2-3-2-15,0-1 0 0,1-1 2 0,1-1 1 16,-1-4 0-16,-1-2-3 0,0 0-1 0,2-4-1 15,-3 0 1-15,-1 0 2 0,1-1-2 0,-3 0-1 16,2-5 0-16,-3 3-2 0,-1 5 1 0,-4 2 1 16,0 3 3-16,-1-1-2 0,-2 10-7 0,6-11-1 15,-6 11-4-15,6-8 0 0,-6 8-4 0,0 0-3 16,0 0 6-16,0 0-1 0,0 0-2 0,-3 31 6 16,2-14 5-16,-4-1-5 0,2-3-1 15,2 1 9-15,1 2-5 0,0-4 2 0,0 3-1 16,4-3 2-16,1-3-1 0,0 3 1 0,-1-5 5 15,3 0 1-15,2-1-3 0,3-3 2 0,2 1 4 0,4-2-7 16,-1-4 0-16,-4 1 0 0,4-3 0 0,1-1 1 16,-5 1 2-16,-2-5-1 0,2 0-3 0,0-4 2 15,-4 4-1-15,-2-1 0 0,4-5 2 16,-5 0-6-16,3 1 5 0,-4 4 2 0,-1 1-1 16,1 0-2-16,-2 5 0 0,0-2-2 0,0-1-2 15,-3 7-7-15,4-5 2 0,-4 5-11 0,0 0 4 16,0 0 9-16,0 0-4 0,0 0 1 0,-2 23 4 15,0-10-2-15,-4 4 1 0,1-2 5 0,1 2-1 16,-1 1-2-16,1 0 2 0,-1 1 3 0,1-2-11 16,0 2-15-16,-1-4-28 0,1 1-33 0,1 0-29 15,0-3-47-15,0-2-57 0,-1 1-219 0,4-12-477 16,-12 17 211-16</inkml:trace>
  <inkml:trace contextRef="#ctx0" brushRef="#br0" timeOffset="148483.79">29678 3073 47 0,'0'0'64'0,"0"0"-54"15,12 1-31-15,-12-1-21 0,0 0 9 0</inkml:trace>
  <inkml:trace contextRef="#ctx0" brushRef="#br0" timeOffset="148852.64">30341 3248 157 0,'0'0'279'0,"-10"-11"-20"0,10 11-20 16,-14-1-23-16,14 1-18 0,-18 5-12 15,0 1-17-15,-1 2-16 0,-4 3-15 0,-2 2-14 16,5-1-13-16,5 0-11 0,-2 2-9 0,5-3-12 16,1 3-8-16,3-4-3 0,2 1-12 15,1 0-7-15,3-1-10 0,0 0-15 0,2-3-17 0,3 2-5 16,-1-2-9-16,2-1-3 0,2-1-3 0,4 0-2 16,1-3 1-16,1 0 0 0,0-2 4 0,1-3-1 15,0 1 7-15,0-5-5 0,3 3 1 0,0-3-1 16,-2-3 5-16,-3 0 3 0,1-2-3 0,-2 3 3 15,-1-1 6-15,-1 2 9 0,-1 0 10 0,0 2 5 16,-2 2 6-16,0 0-8 0,-5 4-9 16,6-6-5-16,-6 6-5 0,6-3 4 0,-6 3-6 15,0 0-2-15,0 0 0 0,7 15 2 0,-6-8 0 0,1 3 1 16,-2 0-2-16,1 8-11 0,-1-5-32 0,2-1-32 16,1 3-42-16,1-4-67 0,4 5-65 0,-3-5-133 15,3-3-406-15,3-2 180 0</inkml:trace>
  <inkml:trace contextRef="#ctx0" brushRef="#br0" timeOffset="149262.64">30703 3295 53 0,'-4'-4'250'0,"-2"-5"-22"0,-1 5-18 15,-2 1-22-15,-1 5-19 0,-1 0-19 0,-2 3-8 16,-6 2-15-16,-6 4-8 0,6 0-17 0,-2 6-6 0,5-5-15 15,1-1-7-15,5 4-5 0,1-1-7 0,1 0-6 16,6-4-5-16,0 3-3 0,4-2-7 16,1 1-12-16,5-1-7 0,1-2-13 0,5 0-3 15,-1-4-9-15,2 0 1 0,-1-1-4 0,4-4-8 16,-4-2 6-16,0 1-6 0,0-3 4 0,-2-1 2 16,-2-4-4-16,3-2 7 0,-3-3-2 0,0-1 0 15,-4-2 1-15,0-1 6 0,-1-8-4 0,0 1 8 16,-2-2 2-16,-2 3 9 0,0-6-2 0,0 1-2 15,2-1 5-15,-2 0 1 0,0 0-1 0,-1 1 11 16,3 9 7-16,-3 1 6 0,1 1 16 0,-1 8 8 16,1 0-6-16,-1 3 0 0,0 7-13 0,0-10-8 15,0 10-9-15,0 0 0 0,0 0-10 0,0 0 1 16,0 0-6-16,-6 38 2 0,-1-12-2 0,1 5 2 16,1 0-6-16,1 2 2 0,2 0 0 0,-3-3 0 15,2 3-1-15,-1-2 1 0,8 0-6 0,-4 0-28 16,1-2-34-16,1-2-44 0,3-1-62 0,0-8-59 15,-1 0-186-15,1-4-441 0,-1-3 195 0</inkml:trace>
  <inkml:trace contextRef="#ctx0" brushRef="#br0" timeOffset="149583.62">30960 3298 178 0,'9'-7'202'0,"-7"7"-28"0,-2 0-18 0,0 0-11 16,0 0-15-16,12 14-8 0,-10-5-14 0,2 7 0 16,-1 0-10-16,1 3-5 0,-2-2-9 0,2 3-7 15,2 3-10-15,-3-5-2 0,2-1-5 0,-2-1-7 16,2-1-1-16,-3-5-9 0,3 0-5 0,-2-2 2 16,-3-8-9-16,4 11 4 0,-4-11 4 0,4 9 23 15,-4-9 27-15,0 0 11 0,7 3-2 0,-7-3-6 16,0 0-4-16,13-14-9 0,-10 3-1 0,2 3 3 15,0-8-7-15,0-1-9 0,0 0-8 0,1-2-2 16,-2 0-3-16,1-6-6 0,1 8-1 0,-4-11-6 16,2 0-11-16,1 3-5 0,1 0-13 0,-2 5-29 15,0 3-20-15,0 0-43 0,-2 7-31 0,-2-2-61 16,3 0-53-16,-2 2-48 0,-1 10-147 0,0 0-457 16,6-15 202-16</inkml:trace>
  <inkml:trace contextRef="#ctx0" brushRef="#br0" timeOffset="149880.18">31452 3306 1874 0,'0'0'59'0,"0"0"-13"0,0 0-36 0,0 0-3 16,0 0 26-16,0 0 6 0,0 0 10 0,0 0 7 16,0 0-2-16,-42-6 3 0,25 11-2 0,2 0-4 15,1 2 3-15,-2 3-8 0,-3 0-3 0,4 2-7 16,-2-1-2-16,6 2-2 0,2-1 0 0,-1-1-8 15,3-1-1-15,3 0-8 0,2 1 5 0,-1-3-9 16,3-8-1-16,0 17-4 0,0-17-3 0,5 12 2 16,-2-6-2-16,-3-6 2 0,9 8-3 0,0-5 0 15,-9-3 3-15,13 2-4 0,-3 0 3 0,-10-2 0 16,15-3-2-16,-3 0 0 0,-1 2-1 0,-1-3-3 16,-1-1-6-16,3 2-10 0,-12 3-16 0,15-7-15 15,-6 5-21-15,-9 2-18 0,13-2-20 0,-13 2-30 16,14 2-37-16,-14-2-30 0,11 5-115 0,-11-5-347 15,0 0 153-15</inkml:trace>
  <inkml:trace contextRef="#ctx0" brushRef="#br0" timeOffset="150106.06">31569 3455 74 0,'7'-10'214'0,"3"0"-4"15,-1-1-16-15,-1 3-14 0,-1-1-18 0,3 4-18 16,0-1-12-16,-1-1 15 0,-2 3-14 16,-7 4-20-16,13-3-8 0,-13 3-13 0,0 0-9 15,14 6-13-15,-5 2-7 0,-9-8-8 0,8 14 1 16,-7-3-11-16,1 1 6 0,-2-2-16 0,0 3-25 16,-1-1-28-16,1-12-35 0,-4 24-35 0,3-12-81 15,-2-2-171-15,3-10-369 0,-2 14 163 0</inkml:trace>
  <inkml:trace contextRef="#ctx0" brushRef="#br0" timeOffset="150354.87">31985 3133 174 0,'2'-16'312'0,"0"8"-8"0,-1 0-4 16,3-1-33-16,-4 9-25 0,1-10-30 0,-1 10-23 15,0 0-23-15,0 0-16 0,0 0-20 0,0 0-10 16,0 0-11-16,-9 52-11 0,4-24-11 0,-1 2-5 16,2-2-7-16,0 5-8 0,-3-4-9 15,2 0-2-15,-2 1-2 0,3-3-5 0,3 0-6 0,-1-2-14 16,1-6-23-16,0 1-27 0,2-4-36 16,-2 0-35-16,3-5-48 0,-2-11-52 0,-1 18-55 0,0-10-192 15,1-8-475-15,0 0 211 0</inkml:trace>
  <inkml:trace contextRef="#ctx0" brushRef="#br0" timeOffset="150772.03">31861 3351 12 0,'7'-8'201'16,"-7"8"-21"-16,19-4-21 0,0 2-17 0,-7 1-9 15,9-2-11-15,-1 3-16 0,0-1-12 0,8 1-7 16,-8 0-15-16,0 1 2 0,0-1-12 0,-1 0-4 15,-6 0-9-15,-1-1 2 0,0 1-13 0,-12 0 0 16,18-2 0-16,-18 2 8 0,11 0 6 0,-11 0 9 16,12 0 4-16,-12 0-4 0,0 0 0 0,0 0-10 15,0 0-2-15,5 9-5 0,-5-9 2 0,0 0-1 16,-13 20-2-16,7-13-7 0,-1 1-2 0,2 2 0 16,-1-2-9-16,3-1 0 0,-1 1-1 0,4-8-7 15,-5 14 1-15,5-14-2 0,0 12 2 0,0-12 2 16,2 12-4-16,-2-12-3 0,5 10 2 0,-5-10 0 15,9 4 2-15,-9-4-2 0,11 1-1 0,-11-1 2 16,16-1-4-16,-16 1 1 0,11-7-4 0,-11 7 4 16,13-7-7-16,-8 2 6 0,-5 5-4 0,11-10 0 15,-7 4-2-15,4 1 6 0,-2 0 2 0,-6 5 4 16,9-8-3-16,-9 8 1 0,5-7-1 16,-5 7-9-16,0 0 0 0,0 0-11 0,0 0 7 0,0 0-3 15,0 0 0-15,0 0 5 0,0 0-5 0,8 20-9 16,-8-20-22-16,1 18-26 0,2-9-35 15,-3-9-28-15,5 20-57 0,0-15-50 0,4 3-139 16,-9-8-395-16,19 10 175 0</inkml:trace>
  <inkml:trace contextRef="#ctx0" brushRef="#br0" timeOffset="151586.93">32588 3355 129 0,'-4'-9'245'0,"-1"1"-16"15,0 3-10-15,-5-1-15 0,5 3-13 0,-7-1-18 16,-1 5-18-16,1 1-12 0,-1 0-18 0,-1 3-7 16,-2-1-17-16,5 1-8 0,1 2-8 0,2-1-8 15,-1 1-11-15,3 0-4 0,1 1-15 0,3-2-17 16,1 5-7-16,2-3-4 0,2-1-13 0,2 2-9 16,3-3-6-16,0-2-10 0,3 1-2 0,-5-3 0 15,7 1 4-15,-5-1 4 0,-1-2-3 0,-7 0 10 16,17-2-5-16,-11 1 9 0,-6 1 5 0,13-2 4 15,-13 2 11-15,11-4 1 0,-11 4 2 0,0 0-5 16,12-4-5-16,-12 4-3 0,0 0-5 0,0 0-3 16,0 0 3-16,7 11-3 0,-6-1-2 0,0 5 4 15,-2 3 4-15,0 8-5 0,-3 3 4 0,-1-2 7 16,1 4 1-16,-3-3 1 0,5 2 3 0,-6 3 0 16,3-4 3-16,0 2-2 0,0-4-2 0,0-1 4 15,-2-7-2-15,5 7-1 0,-3-9 0 0,2-1 2 16,0-4-2-16,0 1 2 0,3-13 0 0,-7 12 4 15,7-12 0-15,-11 7 1 0,11-7-2 0,-17 2 1 16,17-2-3-16,-19-9 2 0,19 9-4 0,-17-12-2 16,6-2-5-16,4 1-2 0,2 1-11 15,3-5-4-15,-1 0-5 0,4-1 3 0,2 0-2 16,3-7 1-16,3 8-2 0,7-7 0 0,2 3 0 16,0-2-3-16,6 3 3 0,0-1-1 0,2 2 3 15,1 1-5-15,3-1-2 0,0 2-3 0,0-1 4 0,0 0-4 16,-2 1 5-16,-1 2 2 0,-1-4 2 0,-3 3 0 15,-2-3 2-15,-21 19 0 0,27-24 2 0,-27 24 3 16,23-27 2-16,-23 27 3 0,14-26 6 16,-14 26 5-16,10-20 4 0,-10 20 3 0,0 0-4 15,0 0 5-15,11-36 1 0,-11 36 4 0,0 0 0 16,0 0-7-16,0 0 2 0,0 0-4 0,0 0-3 16,0 0 0-16,0 0-2 0,0 0 0 0,0 0-5 15,0 0 0-15,0 0 1 0,0 0-2 0,0 0-4 16,-90 46 2-16,90-46-2 0,-11 23 3 0,11-23 0 15,0 0-2-15,-1 36-1 0,1-36 0 0,0 0-13 16,0 0 0-16,23 40-18 0,-23-40-3 0,25 18-14 16,-25-18-8-16,24 9-7 0,-24-9-6 0,0 0-8 15,41 6 5-15,-41-6-1 0,0 0-2 0,0 0 6 16,55-7 7-16,-55 7 4 0,0 0 9 0,30-13 3 16,-30 13 2-16,26-15 13 0,-26 15-2 15,0 0 5-15,31-20 3 0,-31 20 6 0,17-13 10 0,-17 13 6 16,0 0 9-16,0 0 2 0,0 0-5 0,0 0-5 15,24-17 2-15,-24 17 3 0,0 0 11 0,0 0 14 16,0 0 5-16,0 0-6 0,0 0-3 0,0 0 0 16,0 0-2-16,0 0-4 0,0 0 6 0,-44 84 0 15,44-84-9-15,-17 24-21 0,17-24-23 16,0 0-29-16,-12 30-33 0,12-30-54 0,0 0-190 16,0 0-361-16,0 0 160 0</inkml:trace>
  <inkml:trace contextRef="#ctx0" brushRef="#br0" timeOffset="151750.97">33233 3421 36 0,'0'0'231'0,"0"0"-25"0,0 0-21 0,0 0-20 0,0 0-23 15,0 0-40-15,0 0-31 0,0 0-39 0,0 0-54 16,0 0-56-16,0 0-101 0,0 0-193 0,0 0 85 15</inkml:trace>
  <inkml:trace contextRef="#ctx0" brushRef="#br0" timeOffset="153386.87">24124 3704 16 0,'-1'5'171'16,"1"-5"-8"-16,0 0-7 0,0 0-2 0,0 0-14 16,0 0-8-16,0 0-2 0,0 0-23 0,0 0-8 15,0 0-15-15,0 0-7 0,0 0-10 0,5 8-6 16,-5-8-3-16,0 0-5 0,9 4-7 0,-4-2 0 16,3 0-2-16,3 1-1 0,2-1 1 0,6 1-1 15,2-1 4-15,11 1 2 0,2-3-1 0,2 3 0 16,15-1-6-16,0 1 0 0,4-4-3 0,-1 5-4 15,3-6-2-15,-1 5-2 0,6-3-4 0,-1 1-1 16,4 0-3-16,-5 2 1 0,6 1-6 0,-2-1-1 16,1 1-6-16,-5-1 3 0,2-1-1 0,6 3-3 15,-3-3 2-15,0 5 1 0,32-3-4 0,-8 5 3 16,-27 2-5-16,29-6 4 0,-28 2-3 0,29-1 0 16,-27 1-1-16,0 0 4 0,-2-2-7 0,36 4 1 15,-36-2 5-15,29 1 0 0,-26-4 0 0,26 4 1 16,-27-3 0-16,25-3 1 0,2 7-3 0,-34-2 6 15,4-4-2-15,2 0-1 0,4 1 0 0,-3 0 4 16,25 5 1-16,-28-4 2 0,3-2 3 0,27 2-1 16,-27-3 1-16,26 6 2 0,-31-3-1 15,3 2 1-15,27-5-4 0,-27 1 6 0,2-1-6 0,2 3-1 16,25 2 0-16,-29-4 0 0,28-1-2 0,-25 2-1 16,-4 0-3-16,3-2 2 0,26 3-2 0,-27-1 1 15,0-3-2-15,1 5 2 0,-1-3-2 0,27 1 0 16,-34 0 2-16,7 2 0 0,-4-2-2 0,4 2-1 15,-3-4 0-15,2 5 0 0,-3-1 2 16,3-2-4-16,-3 0 0 0,2 1 2 0,1-2-7 16,0 4 17-16,-1 0-6 0,3 0-3 0,-1-1 1 0,1 3-4 15,1-4 1-15,24 2 3 0,-28-1-4 0,0 0-2 16,1-1-2-16,0 0 3 0,-6 0-1 0,6-1-1 16,-1-2 0-16,2 1 0 0,-2 5 1 0,4-4-2 15,-3 0-1-15,-4 4 1 0,3-4-2 16,0 2 0-16,-1 1-1 0,-5-3 0 0,4 1-2 15,-1-2 5-15,-3 3-1 0,2-1-2 0,-5-1 3 0,1 0-8 16,-2 0 3-16,3 2 5 0,-5-5-1 0,4 4-33 16,-16-2 1-16,13-2 4 0,-11 1 3 0,-2 0 1 15,3 0-2-15,10 0 6 0,-11 2 1 0,0-2 2 16,12 0-2-16,-15 0 0 0,15-2 2 16,-15 1 4-16,0 1-2 0,2-4 0 0,0 5-1 15,0 0 6-15,-1-2 0 0,-1 0 0 0,3 2 1 16,-3-2 0-16,1 0-1 0,-2-1-2 0,1 0 31 15,0 3 2-15,1-2-4 0,0 1-11 0,-1 0 7 16,-37-2-1-16,72 2-6 0,-36 0 0 0,-3 0 1 16,5 0 0-16,-1-1-1 0,-37-1-2 0,74 3-3 15,-37-1-2-15,0-1-8 0,0 2-1 0,2-2 0 16,-3 4-1-16,0-3-1 0,-36-2-2 0,69 4-2 16,-36-3-9-16,-2 2-11 0,-31-3-1 0,55 0-16 15,-55 0-10-15,41 3-11 0,-41-3-9 0,39-3-14 16,-39 3-11-16,0 0-23 0,40-5-29 0,-40 5-51 15,0 0-179-15,0 0-417 0,26-14 185 0</inkml:trace>
  <inkml:trace contextRef="#ctx0" brushRef="#br0" timeOffset="154222.59">23683 4359 268 0,'-4'-10'278'0,"4"10"-8"16,-4-9-14-16,4 9-12 0,-2-8-20 15,2 8-13-15,-1-7-6 0,1 7-27 0,0 0-21 0,-7-5-16 16,7 5-14-16,0 0-20 0,0 0-12 0,0 0-16 16,0 0-9-16,0 0-13 0,0 0-8 15,0 0-6-15,0 0 0 0,-1 22-1 0,1-11-8 16,-1 6 0-16,0-2-5 0,1 2-7 0,-3 0 1 15,2 0-5-15,-1 0 4 0,-1 0-1 0,1 1-2 16,0-1 1-16,2-5-2 0,0 2-6 0,0-2 2 16,0-2-1-16,0 1-2 0,0-1-3 0,0-1-4 15,0 1-5-15,-2-2-16 0,4-1-16 0,-2-7-23 16,-2 12-24-16,2-12-23 0,0 10-31 0,0-10-31 16,-1 7-30-16,1-7-35 0,0 0-179 0,0 0-443 15,0 0 196-15</inkml:trace>
  <inkml:trace contextRef="#ctx0" brushRef="#br0" timeOffset="154414.54">23722 4063 2140 0,'0'-14'14'0,"-2"0"-12"0,1 2 4 0,-2 4 2 0,1-2-15 15,1 3 4-15,1 7 0 0,-4-10-2 16,4 10 3-16,-2-9-4 0,2 9-5 0,0 0-24 15,-2-6-9-15,2 6-14 0,0 0-26 0,0 0-38 16,0 0-37-16,-12 26-114 0,9-14-294 0,0 4 131 16</inkml:trace>
  <inkml:trace contextRef="#ctx0" brushRef="#br0" timeOffset="154627.07">23930 4317 8 0,'8'8'160'0,"3"5"6"0,-6-1-1 16,2 4-12-16,-4 0-3 0,1 2-5 0,-2 1-13 15,-1 7-10-15,-4-1-14 0,2-7-9 0,-3 1-12 16,0-2-3-16,-2 2-7 0,-3 4-7 0,1-7-7 16,1 3-2-16,-4-2-7 0,0-2-3 0,-1 1-23 15,1-1-18-15,-3-3-22 0,0 0-38 0,-4 0-29 16,1-3-36-16,-2 0-36 0,-9 1-114 0,2-1-286 15,5-1 127-15</inkml:trace>
  <inkml:trace contextRef="#ctx0" brushRef="#br0" timeOffset="154852.41">23283 4379 176 0,'-19'12'179'0,"13"-3"-16"0,-2 6-5 0,0 4-11 16,2 6-11-16,1-1-17 0,1 0-6 0,1-4-10 15,3 6-7-15,2-2-5 0,2-6-11 0,1 0-4 16,1-1-10-16,2 2-22 0,2-4-26 0,3 0-38 16,-1-1-42-16,5-3-44 0,-3-1-40 0,-4-1-93 15,3-3-258-15,-1-1 114 0</inkml:trace>
  <inkml:trace contextRef="#ctx0" brushRef="#br0" timeOffset="155045.51">23803 4230 3 0,'0'0'-1'0</inkml:trace>
  <inkml:trace contextRef="#ctx0" brushRef="#br0" timeOffset="172040.13">24532 4357 98 0,'0'0'165'0,"0"0"-1"16,-4-8 0-16,4 8-15 0,0 0-3 15,0 0-13-15,-1-8-16 0,1 8-6 0,0 0-13 0,0 0-13 16,0 0-11-16,0 0-3 0,-3-7-8 0,3 7-9 15,0 0-9-15,0 0 1 0,0 0-9 16,0 0-5-16,0 0-5 0,0 0-1 0,0 0-3 16,0 0-2-16,0 0-2 0,0 0 0 0,0 0-5 15,0 0-2-15,0 0 2 0,0 0-6 0,0 0 1 0,0 0-4 16,0 0 1-16,0 0 2 0,0 0-2 0,0 0 4 16,0 0-3-16,0 0-4 0,0 0 3 0,0 0-2 15,0 0-2-15,0 0 0 0,0 0-2 16,0 0 2-16,0 0 2 0,0 0 1 0,0 0 3 15,0 0-3-15,0 0-1 0,0 0-2 0,0 0 9 0,0 0-9 16,0 0 2-16,0 0 4 0,0 0-4 0,0 0 4 16,0 0-7-16,0 0-3 0,0 0 7 15,0 0-3-15,0 0 0 0,0 0-1 0,0 0-2 0,0 0 4 16,0 0-4-16,0 0 5 0,0 0 1 0,0 0-4 16,0 0-2-16,0 0 2 0,0 0 0 0,0 0-1 15,0 0 2-15,0 0-2 0,0 0 1 0,0 0-2 16,0 0 1-16,0 0-6 0,0 0-10 0,0 0-8 15,0 0-12-15,0 0-19 0,0 0-26 0,0 0-27 16,0 0-8-16,0 0-5 0,0 0-21 16,0 0-106-16,-2 25-269 0,2-25 118 0</inkml:trace>
  <inkml:trace contextRef="#ctx0" brushRef="#br0" timeOffset="173282.01">24541 4393 45 0,'0'0'145'0,"0"0"2"16,-4-10-4-16,4 10-6 0,0 0-9 0,0 0-5 16,0 0-9-16,0 0-11 0,0 0-7 0,0 0-10 15,0 0-10-15,0 0-10 0,0 0-9 16,0 0-9-16,0 0-5 0,0 0 1 0,0 0-10 15,0 0 3-15,-13 26 5 0,8-7-1 0,-1-1 0 0,-5 9-2 16,1 1 0-16,0-2-6 0,2 0-2 0,-3 0-3 16,1 0 0-16,1-1-4 0,5-9-1 0,-4 4-3 15,4-4 1-15,-2 0 1 0,1 0-3 16,0 1 3-16,2-6-7 0,-1 0 2 0,2 0 0 16,0-1-6-16,-1-1-2 0,0 0 2 0,0-1 0 0,2-1-4 15,1-7 3-15,-2 10 1 0,2-10-1 16,-1 10-19-16,1-10-6 0,-3 7-15 0,3-7-14 15,0 0-15-15,0 0-18 0,0 0-27 0,0 0-39 0,0 0-35 16,0 0-92-16,0 0-291 0,0 0 129 16</inkml:trace>
  <inkml:trace contextRef="#ctx0" brushRef="#br0" timeOffset="173657.75">24545 4418 97 0,'9'-4'115'0,"2"1"-1"0,1 2-2 0,-1 1-14 16,0 2-7-16,0 0 0 0,-2 2-6 0,2 2 1 0,-1 1-10 15,-2-1-2-15,1 4-9 0,-4 0-2 16,0 3-7-16,-1 2 7 0,-1 1-8 0,-2 1 6 16,-1-1-2-16,-2 1-8 0,-2-2-5 0,-3 2-2 15,-3-1-7-15,0-1 1 0,-2-4-4 0,6-1-8 16,-2 0-5-16,0-2-5 0,1-1-3 0,3 1-4 15,0-3-9-15,0 0-7 0,4-5-8 0,-3 9-2 16,3-9-6-16,-2 8-5 0,2-8 2 0,0 0 5 0,5 12 2 16,3-9-6-16,-4 1 8 0,3-1 9 15,1 1-5-15,2 0 0 0,1 2 2 0,-2-1-4 16,-1 1 2-16,1 0 2 0,1 2 1 0,-5 0-2 0,0-2 6 16,1 2 8-16,-2 2-1 0,-2-3 1 15,-2 1 19-15,-1 3 4 0,-4-2 0 0,-1 0-3 16,-1 1 0-16,-2-2-4 0,2-1-7 0,-5-1 0 15,-3 1-10-15,1 0-26 0,1-2-18 0,-4-2-13 16,5 1-25-16,-3-1-30 0,-2 0-112 0,4-3-239 16,3 0 106-16</inkml:trace>
  <inkml:trace contextRef="#ctx0" brushRef="#br0" timeOffset="173873.53">24886 4666 177 0,'7'-6'197'0,"-7"6"-22"0,0 0-22 0,0 0-11 15,0 0-7-15,8 10-11 0,-8-2-3 0,0 1-8 16,0 4-9-16,-2-1-9 0,0 7-15 0,0-4-3 16,-2 2-8-16,1 1 2 0,0 0-21 0,0-2-27 15,-2 1-26-15,1-2-36 0,-1 1-34 0,0-2-36 16,1-3-39-16,0 3-108 0,-1-3-277 0,0-3 123 15</inkml:trace>
  <inkml:trace contextRef="#ctx0" brushRef="#br0" timeOffset="174029.09">24928 4496 67 0,'1'-7'124'15,"-1"7"-45"-15,5-7-37 0,-5 7-36 0,0 0-32 16,0 0-23-16,0 0-53 0,20 16 24 0</inkml:trace>
  <inkml:trace contextRef="#ctx0" brushRef="#br0" timeOffset="174664.26">25203 4745 146 0,'0'0'220'0,"0"0"-12"0,0 0-3 0,-17-16-9 16,10 14-11-16,7 2-14 0,-22 0-16 0,8 1-2 16,1 2-14-16,-6 2-28 0,1 5-4 0,-8 0-11 15,2 4-16-15,7-3-6 0,-7 4-2 0,8-2-11 16,2 2-7-16,-2-1-4 0,7 1-5 0,0-2-2 16,3 3-7-16,-1-6-4 0,6 0-3 0,1 1-6 15,1-3-3-15,2 1-9 0,1-2-2 0,2-1-9 16,3 1-1-16,-1-4-2 0,4 1-1 0,1-4-1 15,1 0 1-15,4-4-4 0,-1 2 2 0,-2-6 0 16,-2 4 4-16,1-4 2 0,0-3-1 0,-1 0-3 16,-1-3 4-16,-1 1 1 0,-1-3 5 0,-1 3 2 15,1-4 3-15,-1 0-1 0,0 1-1 0,-4-2 2 16,3 3 4-16,-6 4 1 0,2-1 6 0,-1 2 7 16,1 4 2-16,-3 2-7 0,-1 4-3 0,4-10-5 15,-4 10-5-15,0 0-5 0,0 0 1 0,0 0-4 16,0 0 2-16,0 0-2 0,-7 25-1 0,2-11 0 15,1 2-1-15,2 1 1 0,0 0 1 0,-1-2-1 16,0 1-1-16,3 0-2 0,0-3 2 0,3-1-4 16,0-2 5-16,1 1 1 0,0-2 0 0,3-1 3 15,2-1 1-15,0 0 0 0,2-3-2 0,-1 0 6 16,10-2 3-16,-9-1-8 0,9-1 9 0,-7-2-14 16,4-2-1-16,-5 0-1 0,4-6 3 0,0 3-2 15,0-5-3-15,-3 2 1 0,3-2-1 0,-5-2-2 16,1-2 1-16,-1 2-1 0,-4-4 2 0,4 2-3 15,-4 2 2-15,-3 3-3 0,1 0 4 0,-1 1 0 16,-2 2 2-16,0 2 3 0,0 0 3 0,-2 6-10 16,3-7 2-16,-3 7-8 0,5-6 0 0,-5 6 2 15,0 0 2-15,0 0-4 0,0 0 3 0,0 0 0 16,-8 27 2-16,6-14-2 0,2-2 5 0,-2 4-1 16,0 1-3-16,2 0 1 0,0 1 2 0,-3-2 6 15,2 1-5-15,1-3 9 0,-1 4-7 0,0-2-2 16,-2-4 0-16,3-1 2 0,-2 1-3 0,0 0-7 15,2-2-17-15,0 0-23 0,-5 1-21 0,3-2-32 16,2-8-45-16,-9 12-33 0,5-7-41 0,-3-1-122 16,7-4-372-16,-7 7 166 0</inkml:trace>
  <inkml:trace contextRef="#ctx0" brushRef="#br0" timeOffset="174863.9">25691 4767 219 0,'0'0'219'0,"4"-8"-22"0,-4 8-21 16,0 0-19-16,0 0-14 0,0 0-10 0,0 0-5 15,0 0-5-15,2 27-11 0,-4-15-6 0,-3 4-12 16,1 1-5-16,2-1-11 0,-3 1-7 0,1 2-8 16,0-1-19-16,1-1-31 0,-2-2-27 15,1 1-40-15,0-1-43 0,0-2-42 0,3-1-172 0,-1-1-336 16,0 0 149-16</inkml:trace>
  <inkml:trace contextRef="#ctx0" brushRef="#br0" timeOffset="175253.34">25830 5015 219 0,'11'-13'230'0,"-11"13"-15"15,2-11-11-15,0 3-4 0,-1 1-10 0,5-3-14 16,-3-2-17-16,3 1-11 0,3-1-17 0,-4 2-13 16,4-1-12-16,2 3-12 0,-4 1-12 0,-1 0-11 0,4 2-9 15,-3 4-6-15,1-2-9 0,-8 3-4 16,16 1 0-16,-7 2-11 0,0 3-6 0,-3 2-3 16,2 1-1-16,0 1 2 0,-3 2-6 0,1 2-11 15,-1-2-27-15,2 3-20 0,-5-3-32 0,-1 0-49 16,3-3-42-16,-2 3-52 0,0-1-138 0,0-2-382 15,1-1 169-15</inkml:trace>
  <inkml:trace contextRef="#ctx0" brushRef="#br0" timeOffset="175773.45">26318 4868 114 0,'-10'-7'214'0,"6"3"-9"0,-3 3-17 15,-2 0-8-15,9 1-12 0,-22 5-12 0,8-1-15 16,-1 6-12-16,-1-1-17 0,5 3-8 0,2-5-13 16,2 5-7-16,0-3-9 0,0 2-6 0,3-2-4 15,2 1-11-15,2 0-7 0,0 0-13 0,2-2-5 16,2 0-5-16,0-2-8 0,6-1-4 0,-5-1-4 0,3-1 2 16,1-1 3-16,1-1-2 0,-4 0 2 15,-6-1 9-15,11-2 5 0,-2-2 1 0,-4 1 0 16,0-1 1-16,1-1 4 0,0-3-4 0,-1 1 4 15,-3 2 12-15,3-2 1 0,-5 7 9 0,5-9 11 16,-1 5-11-16,-4 4-5 0,4-7-12 0,-4 7-5 16,0 0-15-16,0 0-1 0,0 0-8 0,0 0 4 15,3 20-5-15,-6-1 1 0,-3 6 0 0,-1 5 3 16,0 3-1-16,0 3-3 0,-4 14 1 0,2 0 1 16,2-2-4-16,-4 1 7 0,3-4-6 0,-2 0 4 15,6-12 0-15,-3 1-2 0,-2 0 2 0,2-3 0 16,1 0-2-16,-1-1 5 0,0-5-6 0,-2-5 1 15,4-4-1-15,-1 1 5 0,-1-6-3 0,1-3 8 16,-2-1 0-16,0-2 1 0,-1-3 3 0,-5-1-4 16,3-4-2-16,0-2 0 0,-5-2-2 0,5-7-4 15,-7-8-2-15,7 0 0 0,2-4-1 0,-1-2-9 16,4-4-1-16,6-1-3 0,0 2-8 0,6-3-1 0,4 1 10 16,3 4-10-16,2 0 2 0,4 1-2 15,1 2-6-15,2-2-8 0,5 6-4 0,0 1-12 16,2-1-17-16,3 3-16 0,1 1-23 0,15-1-31 15,-12 6-38-15,14-1-35 0,-14 1-42 0,1 6-125 16,1-3-402-16,-2 3 177 0</inkml:trace>
  <inkml:trace contextRef="#ctx0" brushRef="#br0" timeOffset="176005.43">27036 4937 244 0,'-4'-4'231'0,"4"4"-9"0,-10-6-10 16,4 3-16-16,6 3-14 0,-18-1-17 0,4 3-9 16,-1 5-13-16,-1 1-14 0,0 2-7 0,-2 1-16 15,1 3-10-15,1-1-13 0,3 1-2 0,1-1-9 16,5 3-8-16,1 0-3 0,3 0-8 0,1-1-2 16,4-2-6-16,-1 3-9 0,9-2-19 0,-3 1-19 15,7-1-32-15,1-1-29 0,3-1-32 0,0-2-48 16,2-3-43-16,1 0-35 0,-2-2-117 0,2-1-365 15,0-2 162-15</inkml:trace>
  <inkml:trace contextRef="#ctx0" brushRef="#br0" timeOffset="176179.09">27283 5023 156 0,'7'-14'203'16,"-3"4"11"-16,0 3 1 0,-2 0-4 0,2 3-14 15,-4 4-23-15,6-6-25 0,-6 6-19 0,0 0-12 16,0 0-16-16,0 0-10 0,0 0-6 0,2 25-8 15,-4-11-6-15,-2 5-8 0,-1-2-4 0,0 0-5 16,1 2-7-16,0 1-9 0,-1-1-37 0,1 5-35 16,2-7-48-16,0-1-66 0,0 1-50 0,-2-2-138 15,2-5-362-15,2 1 160 0</inkml:trace>
  <inkml:trace contextRef="#ctx0" brushRef="#br0" timeOffset="176360.42">27288 4777 5 0,'0'-7'225'0,"0"7"-44"0,-1-11-43 0,1 11-43 16,0 0-18-16,0 0-38 0,0 0-31 0,0 0-25 15,0 0-36-15,11 33-64 0,-9-5-126 0,6 1 56 16</inkml:trace>
  <inkml:trace contextRef="#ctx0" brushRef="#br0" timeOffset="176745.39">27434 5325 180 0,'0'0'242'0,"0"0"3"0,0 0-2 0,0 0-2 15,13-14-13-15,-9 8-15 0,-1-1-16 0,4-2-19 16,-3 1-10-16,1-3-19 0,1-3-8 0,1-1-27 15,0 1-5-15,0 0-7 0,-1-2-9 0,-1 4-8 16,1-4-9-16,-1 4-4 0,0 1-14 0,-3-1-5 16,2 3-4-16,-2-3-3 0,0 4-6 0,-1 1-3 15,-1 7-8-15,-1-14-2 0,-1 7-4 0,2 7 10 16,-2-10-7-16,2 10-12 0,-4-7-3 0,4 7-4 16,0 0-12-16,0-9-10 0,0 9-8 0,0 0-4 15,0 0-1-15,0 0-8 0,0 0 3 0,5-6 4 16,-5 6 2-16,12 0 4 0,0 1 2 0,6 3-1 15,4-3 6-15,-1 1-1 0,0 1-1 0,-2 0 11 16,3-1-8-16,-4 2 1 0,0 1 0 0,-4-2 3 16,-2 2-4-16,0 1 2 0,-3-1-1 0,1 6 9 15,-1-2-7-15,-1 1 3 0,-2 2 2 0,-2-1 0 16,0 0 3-16,0 2 0 0,-4-1 1 0,1 5 2 16,-1-2 1-16,-1 0-2 0,-2-2-15 0,0 0-19 15,1 0-27-15,0-2-44 0,-2 3-50 0,3-4-63 16,-2 1-186-16,3-2-439 0,0-9 195 0</inkml:trace>
  <inkml:trace contextRef="#ctx0" brushRef="#br0" timeOffset="176989.43">28067 5084 34 0,'0'0'275'0,"-3"-11"-16"0,3 11-11 0,-4-7-25 15,4 7-21-15,-6-2-18 0,6 2-10 0,-16 6-16 16,9 3-12-16,-4 0-11 0,-1 3-11 0,1 2-9 16,1 0-15-16,-1 3-4 0,3-1-13 15,0 1-5-15,3 0-7 0,3-1-7 0,2 1-6 0,0-4-3 16,2-1-10-16,3 4-17 0,3-2-18 0,0-2-27 16,1-3-32-16,-3 1-33 0,7 1-37 0,3-2-37 15,-5-5-34-15,3 1-23 0,-3-2-144 0,0-2-386 16,1 0 170-16</inkml:trace>
  <inkml:trace contextRef="#ctx0" brushRef="#br0" timeOffset="177539.43">28233 5252 28 0,'7'-11'149'0,"1"2"-6"0,1-7 12 15,-3 6-2-15,1 3 29 0,-2-3 7 0,0 3 8 16,-2 0 9-16,-3 7-17 0,3-7-21 0,-3 7-16 16,4-5-22-16,-4 5-15 0,0 0-14 0,0 0-10 15,0 0-1-15,0 0-6 0,-14 23-6 0,9-12-1 16,-5 2-14-16,0-2-4 0,2 3-6 0,1-3-2 15,2 0-8-15,-2 5-2 0,5-3-4 0,0-3-3 16,1 3-2-16,-1-3-4 0,5 0-1 0,1-1-3 16,1-1-2-16,1-1-4 0,-1-1-1 0,3 0-2 15,2-2-7-15,-1-3 3 0,2 2-1 0,0-2-2 16,-2-2 3-16,1 0-3 0,-2-2 1 0,3-3-1 16,-2-4-1-16,0 7 0 0,0-7 0 0,-1 1-5 15,-2-3 1-15,5 0 2 0,-2-4-7 0,-2 2 6 16,1 0-1-16,-3 0-4 0,2 3 9 15,-2 5 9-15,-3-1-2 0,0 3 3 0,-2 4-3 0,5-8-5 16,-5 8-4-16,6-3-4 0,-6 3-6 0,0 0 2 16,0 0-1-16,0 0 2 0,0 0-3 0,0 0-1 15,-6 25 5-15,4-18 0 0,1 3 0 0,-3-1 1 16,2 4-5-16,2-4 6 0,0 1-1 0,0 1 2 16,2-1 2-16,0-3 3 0,0-1 1 0,3-1 1 15,-1 0 4-15,6 1 1 0,-3-3-1 0,4 1-2 16,0-4 2-16,-2 1 9 0,3-1-10 0,-1-3 7 15,-1-2-12-15,1 2 4 0,-1-3-4 0,-1 0 1 16,0-3-1-16,-1 1 1 0,0-1 2 0,0 0-5 16,-3-1 5-16,-1 0-3 0,5-3 0 0,-4 4-2 15,1-1 2-15,-3 2 2 0,1 2 6 0,-2 0 1 16,1 0 0-16,-3 6-5 0,4-7-3 0,-4 7-12 16,0 0-2-16,3-6-1 0,-3 6-1 0,0 0-1 15,0 0 2-15,0 0 6 0,-10 22 0 0,5-13-4 16,1 1 3-16,0 1 1 0,2 1-3 0,-1 0 2 15,2-1-21-15,0 2-28 0,2-4-28 0,0 1-25 16,2 0-35-16,3 0-45 0,1-3-57 0,0-2-246 16,4 2-527-16,-2-2 233 0</inkml:trace>
  <inkml:trace contextRef="#ctx0" brushRef="#br0" timeOffset="177685.34">28580 5050 86 0,'-5'-5'162'0,"2"1"-29"0,3 4-54 0,-6-5-44 0,6 5-45 15,0 0-72-15,0 0-87 0,0 0 39 0</inkml:trace>
  <inkml:trace contextRef="#ctx0" brushRef="#br0" timeOffset="177909.26">28941 5043 2431 0,'6'-3'60'0,"-1"-3"4"16,-5 6 0-16,8-5-3 0,-8 5 4 16,4-5 14-16,-4 5 14 0,6-3-6 0,-6 3-8 0,0 0-5 15,0 0-11-15,0 0-6 0,0 0-5 0,6 10 3 16,-6-1 0-16,-2 1 7 0,-2 9-5 16,-4 0 2-16,2 6-2 0,-2 0-3 0,-3 0-4 15,2-1-5-15,0 0 0 0,-1 2-9 0,0-4-5 16,2 2 1-16,0-7-6 0,3 0-12 0,-3 2-23 0,0-2-28 15,4 0-36-15,-2-1-40 0,1-6-48 16,1 0-59-16,-1-1-58 0,2 1-242 0,3-10-562 0,-6 12 248 16</inkml:trace>
  <inkml:trace contextRef="#ctx0" brushRef="#br0" timeOffset="178086.14">28769 5178 110 0,'0'0'283'0,"0"0"-32"0,1-9-25 0,-1 9-24 16,0 0-23-16,0 0-14 0,0 0-18 0,7-3-15 15,3 3-31-15,3 0-34 0,5 2-54 0,13 2-79 0,2-2-83 16,-1 1-129-16,4-5-299 0,-2 1 133 16</inkml:trace>
  <inkml:trace contextRef="#ctx0" brushRef="#br0" timeOffset="178733.43">29633 5705 138 0,'19'-21'237'16,"1"2"-14"-16,-2 0-5 0,-2 0-7 15,1-4-19-15,-1 1-8 0,0 1-33 0,-1 1-6 0,-3-3-8 16,-2 7-1-16,0-1 7 0,-5 2-6 0,0 0-15 16,0 4-8-16,-1 1-14 0,0 0-4 0,2 0-7 15,-3 4-9-15,-1 0-5 0,-2 6-10 16,4-10-8-16,-4 10-7 0,3-6-11 0,-3 6-8 16,0 0-4-16,0 0-6 0,0 0-1 0,0 0-3 15,-5 28 1-15,-2-11 0 0,0-1 0 0,3 3-8 16,0 0 1-16,0-2-2 0,2 0 2 0,-1-1-4 15,0 0 2-15,5-4 3 0,-2 1-3 0,4-1-1 16,2-1 1-16,1 0 1 0,3-2-1 0,0-3-3 16,6 3 0-16,-3-5 3 0,6 1-4 0,-1 0 0 0,3-3 5 15,-2-1-4-15,-1-2 2 0,-2-2-5 0,-3-2-3 16,4-1 6-16,-6-1 0 0,1-1-2 16,-1 1 3-16,-2-7-3 0,2 1 4 0,-1-3-5 0,-4 1 3 15,3-3-5-15,-5 3-2 0,2-2 5 16,1 2-5-16,-4-2 3 0,0 6-2 0,0 3 0 15,-2 2-2-15,1-1-4 0,-2 7-3 0,4-10-2 0,-4 10 2 16,0 0-6-16,0 0 4 0,0 0-3 0,0 0 5 16,-7 31 2-16,3-14 4 0,-3 2-2 0,0 0 6 15,0 5-4-15,0 1 4 0,-1 0-2 0,2-6 2 16,2 1 0-16,-1-1-15 0,3 0-16 0,-1-2-18 16,0-2-26-16,2-3-49 0,-2 0-54 15,3-3-66-15,-2 1-211 0,0-5-491 0,2-5 218 16</inkml:trace>
  <inkml:trace contextRef="#ctx0" brushRef="#br0" timeOffset="178889.56">29854 5205 114 0,'0'0'186'0,"0"0"-23"16,7-6-17-16,-7 6-33 0,0 0-50 0,22 19-56 15,-7-8-139-15,5 9-143 0,3 1 63 0</inkml:trace>
  <inkml:trace contextRef="#ctx0" brushRef="#br0" timeOffset="179286.42">30487 5763 2200 0,'14'-2'162'0,"-1"-2"-79"0,0 0-18 0,-2 0 17 0,1-1-2 15,-3-2 13-15,5-5 5 0,-5 2 1 0,3-3-1 16,8-6-9-16,-9 3 5 0,7-4 4 0,0-2-11 16,-2-1 4-16,3 0-20 0,1-2-7 0,0 0 12 15,2-2-22-15,-2 2-1 0,0 1-5 0,0-1-6 16,-3 2-2-16,-6 7-4 0,-5 6-5 16,5-4 3-16,-5 5-5 0,0 3-3 0,-2 1-5 15,0 0-1-15,-4 5-6 0,5-6-1 0,-5 6-10 0,4-6-8 16,-4 6-8-16,0 0 1 0,0 0-9 0,0 0 1 15,-33 19 13-15,16-10-25 0,3 2-12 0,0-1-15 16,1 4 0-16,4 0-3 0,0-1 3 0,2 1 0 16,3-1 6-16,3 2-9 0,1-2 12 15,2 1 1-15,3 1 0 0,2-2 2 0,0 5 5 0,0-9 3 16,1 6 4-16,-1-3 4 0,-1 2 3 0,1-2 1 16,-1-2 1-16,0-1 5 0,-4 1 0 15,3 0 3-15,-1 1-1 0,-3-1 5 0,2-4-1 16,-3 2 3-16,1 0 5 0,-1-1 2 0,0-7-7 0,-5 9-12 15,5-9-20-15,-5 10-29 0,0-6-35 0,0-1-37 16,5-3-40-16,-9 3-50 0,9-3-140 0,0 0-406 16,0 0 181-16</inkml:trace>
  <inkml:trace contextRef="#ctx0" brushRef="#br0" timeOffset="179481.51">31160 5469 268 0,'6'-6'261'0,"-3"3"-13"0,0-4-20 0,-3 7-21 0,4-4-25 16,-4 4-17-16,0 0-21 0,0 0-9 0,0 0-10 16,0 0 3-16,5 19-11 0,-6-7-12 0,-1 3-8 15,-1 3-5-15,0-3-3 0,0 4-17 0,0 1-5 16,0-1-16-16,0-3-29 0,1 0-32 16,-1 0-31-16,1-3-36 0,-1-1-44 0,3-1-48 0,-1 2-41 15,-1-4-153-15,2-3-392 0,0-6 173 0</inkml:trace>
  <inkml:trace contextRef="#ctx0" brushRef="#br0" timeOffset="179625.39">31150 5263 22 0,'5'-11'107'0,"0"2"-23"0,2 1-27 15,-3 4-28-15,3 0-8 0,-7 4-15 16,16 1-23-16,-7 8-35 0,2 4-56 0,-5 3 25 15</inkml:trace>
  <inkml:trace contextRef="#ctx0" brushRef="#br0" timeOffset="180072.22">31333 5724 225 0,'0'0'267'0,"5"4"-14"15,-5-4-16-15,0 0-11 0,0 0-20 0,0 0-17 16,0 0-12-16,0-21-10 0,0 13-15 0,0 8-10 15,-1-20-10-15,2 8-14 0,-1 0-7 0,0-1-12 16,3-2-7-16,2-1-4 0,1 0-18 0,2-3-4 16,2 2-3-16,0 1-4 0,-2 2-4 0,5 3-11 15,-6 2-11-15,0 2-1 0,1 1-7 0,3 3-6 16,-1 2-3-16,-2 0-9 0,3 3 1 0,0 4-1 16,-2 0 0-16,-1 3-1 0,4 1 0 0,-2 3 32 15,-1 1-7-15,-3 1-1 0,1-2 0 0,-1 1-6 16,-2-2-2-16,-1 0-4 0,-1-2 3 0,1-3-5 15,-1 1 0-15,-2-2 0 0,0-6-6 0,3 8 5 16,-3-8 5-16,0 0-18 0,1 9 27 0,-1-9-30 16,0 0 6-16,0 0 8 0,0 0 2 0,0 0-8 0,0 0-1 15,0 0-6-15,1-27-1 0,3 20-12 16,0-5-2-16,4-2 4 0,-2-2-3 0,6 3 2 16,-1 0-4-16,3 2-9 0,2 1 8 0,-1 2-10 15,-4 3 14-15,1 0-2 0,-1 2 0 0,1 1 2 16,-1 1-4-16,-3 2-2 0,2 1 3 0,-3 5 1 0,3 2-6 15,-4-4 9-15,-1 5 1 0,1-1 2 16,-1 6-4-16,0-4 6 0,-5-2-1 0,1 5 1 16,0-3 1-16,-1 2 2 0,0-1-25 0,0-2-25 15,2 3-34-15,-4-3-59 0,2-3-59 0,0-7-75 16,-6 12-154-16,6-12-472 0,0 0 209 0</inkml:trace>
  <inkml:trace contextRef="#ctx0" brushRef="#br0" timeOffset="180311.48">31949 5508 2151 0,'9'-26'62'0,"-3"-1"-27"16,1 0-8-16,-1-1 12 0,2 4 18 0,-4 7 27 15,-1 3 32-15,-1 3 16 0,-1 6-7 0,0-5-1 0,1 5-14 16,-2 5-19-16,0 0-15 0,2-10-11 16,-2 10-9-16,0 0-4 0,0 0-8 0,1 27 0 15,-1-3-4-15,-2 5 2 0,-1 1 0 0,-1 2-7 16,-1 0 6-16,7-1-14 0,-11-2 8 0,4 1-5 0,-1 1-6 15,3-1 3-15,-1-2-5 0,-1 1 4 16,1-5-13-16,-2 2-3 0,3-9-34 0,-1 2-21 16,-1-2-29-16,2-2-30 0,-1 0-39 0,2-5-65 15,-2-1-54-15,-1 3-246 0,-1-6-549 0,6-6 242 16</inkml:trace>
  <inkml:trace contextRef="#ctx0" brushRef="#br0" timeOffset="180542.72">32013 5478 195 0,'9'-8'201'0,"-1"2"-9"0,-2 3-11 0,2-1-16 0,-8 4-21 16,14 0-15-16,-5 6-10 0,-2-1-13 16,3 4-10-16,-2 0-3 0,-3 4-7 0,3 4-6 15,-4-1-3-15,3-2-5 0,-7 3-4 0,0-2 1 16,-2 2-9-16,-3-2-1 0,-2 0-6 0,-2 0 1 15,-1-2-6-15,-2-2-2 0,-3 1-20 0,-1-4-18 16,-1 3-35-16,1-4-36 0,3-2-62 0,0-3-57 16,-2 2-157-16,3-4-367 0,12 0 164 0</inkml:trace>
  <inkml:trace contextRef="#ctx0" brushRef="#br0" timeOffset="180995.42">32274 5325 238 0,'3'-8'297'0,"1"2"-10"0,-4 6-25 16,7-11-30-16,-7 11-17 0,0 0-18 0,0 0-31 15,0 0-15-15,0 0-12 0,0 0-15 0,7 21-2 16,-9-5-7-16,-2 2-11 0,-1 8-8 0,-3 0-9 16,-2 1-9-16,2 0-4 0,3-1-2 0,0 1-13 15,0-8-17-15,2 1-29 0,-1 6-23 0,-2-7-32 16,1-3-33-16,0 1-30 0,2 2-41 0,0-4-31 15,1-3-18-15,2 0-7 0,-1-2 1 0,1-10 11 16,4 19 21-16,-3-13 14 0,-1-6 28 0,9 10 31 16,1-6 31-16,-10-4 32 0,18 5 35 0,-6-4 41 15,-12-1-1-15,24-3 26 0,-11-1 8 0,0-1 20 16,1 0 6-16,4-2 4 0,2 0 7 0,-1-4-4 16,-2 2-7-16,2 2-24 0,3-7 7 0,-4 3-1 15,4-2 1-15,-4 2-6 0,2 1 3 0,-4-2-1 16,-3 2 4-16,0-3-5 0,1 0-5 0,-1 1-5 15,-3-1 12-15,-4 5 12 0,2-1 5 16,-3 0 1-16,-2 2-1 0,-1 1-5 0,-2 6-5 0,1-10-8 16,-1 10-10-16,0 0-10 0,-7-8-16 0,-4 10-5 15,-1 3-4-15,-6 4 0 0,-9 3-10 0,4 4 5 16,5-4-7-16,1 2-6 0,3 0 5 0,0 1-6 16,5 0-9-16,2 1-25 0,0 0-30 0,4 1-33 15,3-1-29-15,3-3-44 0,6 4-58 0,7-4-73 16,-1 2-249-16,3-5-578 0,7-1 255 0</inkml:trace>
  <inkml:trace contextRef="#ctx0" brushRef="#br0" timeOffset="185083.15">33062 5921 77 0,'0'0'120'0,"0"0"-15"0,0 0-26 0,0 0-34 16,0 0-30-16,0 0-43 0,0 0-42 0,0 0-74 16,0 0 33-16</inkml:trace>
  <inkml:trace contextRef="#ctx0" brushRef="#br0" timeOffset="185855.54">23935 5414 108 0,'0'0'237'16,"1"-9"-19"-16,-1 9-18 0,2-9-16 0,-2 9-13 15,0 0-17-15,-4-12-13 0,4 12-17 0,0 0-11 16,-13 0-14-16,13 0-7 0,-22 11-9 0,1 4-2 15,1 4-7-15,-4 5-3 0,1 2-5 0,8 1-5 16,-6 4-2-16,2-2-9 0,2 1-2 0,2-1 1 16,5-1-9-16,5 1-5 0,0-3-1 0,3-7-5 15,2 7-2-15,3-6-1 0,-1-4-1 0,4 4-3 16,1-4-1-16,3 0-7 0,3-1-17 0,-1-3-35 16,3 1-33-16,2-2-37 0,1-1-42 0,-3-2-54 15,2-1-160-15,0 0-394 0,0-4 175 0</inkml:trace>
  <inkml:trace contextRef="#ctx0" brushRef="#br0" timeOffset="186184.87">24182 5543 158 0,'2'-6'281'0,"0"0"-24"0,-2 6-27 0,2-10-25 16,-2 10-48-16,0 0-15 0,0 0-17 0,0 0-6 15,0 0-11-15,9 22-1 0,-8-4-8 0,-1 12-6 16,-1 0-10-16,1-1-7 0,0 2-10 0,-1-2-5 16,2-2-7-16,-1-8-4 0,1 2-6 0,-1-2-6 15,3-1-1-15,1 0-3 0,-3-3-2 0,1-3-2 16,1-2-2-16,0-2-2 0,-1 0-3 0,1-4 1 16,-3-4 10-16,2 10 7 0,-2-10 16 0,4 6 10 15,-4-6 21-15,0 0-12 0,0 0 0 0,0 0-5 16,0 0-6-16,13-16-11 0,-8 5 6 0,1 1-12 15,3-6-12-15,-1-1 0 0,4-7-6 0,0-1-2 16,1-1-25-16,2 0-25 0,3-5-29 0,0 2-22 16,-1 3-37-16,3-1-35 0,-1 2-70 0,-7 10-51 15,-4 5-197-15,-2 0-501 0,-1 1 222 0</inkml:trace>
  <inkml:trace contextRef="#ctx0" brushRef="#br0" timeOffset="187023.14">24415 5869 220 0,'0'0'230'15,"7"1"-2"-15,-7-1-5 0,0 0-11 0,14-4-15 16,-8-1-15-16,1 1-22 0,0 0-14 0,0-3-12 16,4 1-8-16,-4-2-10 0,3 0-10 0,-1 0-9 15,-2-2-11-15,1 1-5 0,-3-2-10 0,0 0-7 16,-1 2-8-16,0-2-2 0,-1 0-6 0,-3 1-9 15,0 0-4-15,0 10 3 0,-3-15-10 0,-1 8-3 16,2 3-4-16,2 4-1 0,-9-9-9 0,1 6 4 16,0 3-6-16,8 0-1 0,-18 2-3 0,8 2-2 15,-1 4 0-15,-3 1 1 0,0 3-1 0,2 1-2 16,1 2-1-16,0 0-1 0,0 1 0 0,3-1 2 16,1 0-3-16,4 0 1 0,2-2 1 0,1 0-4 15,1-1 6-15,4 0-1 0,-1-1 1 0,5 3 0 16,-3-5-2-16,1-3 4 0,2 2-5 0,1-2 2 15,1-1 2-15,2 1 1 0,-1-5 0 0,-1 1-2 16,2 0 3-16,-3-2-1 0,-10 0 2 0,23 0 0 16,-13-2-1-16,2-1 2 0,-2 0-2 0,-1 0-2 15,2-2 2-15,-1-3-1 0,0 0-2 0,0 0-1 16,-1-1 1-16,4 0 0 0,1-3-1 0,1 0 2 16,-1 0-2-16,-5 2 1 0,5 0 0 0,-1-2 0 15,-4 6-2-15,0-2 2 0,-2 4-2 0,-1-1-3 16,-3 1-3-16,-3 4-1 0,8-3-4 0,-8 3 0 15,0 0-1-15,0 0 7 0,15 7-3 0,-12-2 1 16,0 0 0-16,1 2 5 0,-1 3 1 0,1-1-3 16,1-1 3-16,-1 1 2 0,1-1 8 0,1 2-8 15,0-3 1-15,1-2 2 0,3 2-2 0,-2-2 3 16,2-1-2-16,3-2 6 0,1 1-2 0,8-3 0 16,-5-1 1-16,4 1-2 0,-3-4 0 0,4 1 0 15,-5-3-2-15,0-1 4 0,-1 1-4 0,0-1-1 16,-3 4 0-16,-4-3 2 0,2 2-2 0,-3-2 0 15,2 0-3-15,-4-1 3 0,0 4 0 0,-1 0 0 16,-5 3-4-16,6-7 1 0,-6 7-4 0,0 0 0 16,7-2-2-16,-7 2-2 0,0 0 4 0,0 0-5 15,0 0 3-15,0 0 2 0,6 14-2 0,-6-14 7 16,0 9-6-16,0-9 0 0,4 10-4 0,-3-5-3 16,-1-5-4-16,3 7-1 0,-3-7 5 0,6 5-3 15,-6-5 0-15,8 5 5 0,-8-5 1 0,8-1 4 16,-8 1 5-16,0 0-9 0,18-5 2 0,-12 1 4 15,-1-1-1-15,2 2 2 0,-3-2 5 0,3 0 5 16,-7 5 6-16,6-8-3 0,1 4-2 0,-5 1 5 16,-2 3 6-16,7-6-2 0,-7 6-11 0,5-4-1 15,-5 4-10-15,0 0-3 0,0 0 2 0,0 0 7 16,0 0-7-16,5 17 2 0,-6-6-3 0,-1-3 5 16,-2 5 0-16,-1 5 0 0,-2 0 1 0,-1 7 1 15,0-8 1-15,-3 5-3 0,3 7 1 0,1-11-8 16,0 7-17-16,-2-7-23 0,2 7-21 0,1-1-29 15,3 1-24-15,1-8-66 0,4 2-50 0,-2-2-147 16,5 0-415-16,1-2 184 0</inkml:trace>
  <inkml:trace contextRef="#ctx0" brushRef="#br0" timeOffset="187304.75">25843 5877 2543 0,'9'-25'66'0,"-4"-2"-1"0,-4 11 12 16,-1-1-9-16,0 5-15 0,-1 2 7 0,1 0-6 16,-2 1-11-16,2 9-6 0,-3-9-8 0,3 9-6 15,0 0-1-15,0 0 1 0,-11 18 7 0,0 4 6 16,-1 6-2-16,1 4-1 0,-4 1 4 0,3 13 3 16,-3-2-2-16,4-10-3 0,0-1 1 0,4-1-7 15,-1 1 0-15,4-1-6 0,-4-4 12 0,3 3-14 16,-2-4 0-16,0 0 1 0,5-2-2 0,-3-8-2 15,1 0-9-15,2 0 4 0,0-7-21 0,-2 3-18 16,3-4-19-16,-1 1-24 0,2-4-30 0,0-6-32 16,-7 11-28-16,7-11-63 0,-5 2-50 0,-3-1-177 15,8-1-486-15,0 0 215 0</inkml:trace>
  <inkml:trace contextRef="#ctx0" brushRef="#br0" timeOffset="187632.29">25563 6140 54 0,'4'-6'207'0,"2"3"-18"16,4-4-19-16,1 4-5 0,2-3-6 0,3 1-7 16,2 0-10-16,3 0-10 0,5 1-11 0,-3 0-10 15,4 1-7-15,0 1-12 0,-1-2-9 0,2 3-8 16,-6 1-4-16,7-4-9 0,-2-1-5 0,-6 2-4 16,-1 0-6-16,0-1-1 0,-7 1-1 0,-1-1 8 15,-1 1 8-15,-3-1 2 0,2-2-6 0,-3 1-7 16,2-2 3-16,-5 1 4 0,2-1 5 0,-2 0-5 15,-2 1-4-15,-2 6-2 0,2-13 5 0,-2 13-3 16,2-9-6-16,-2 9-2 0,-4-10-5 0,4 10-9 16,-8-8-4-16,2 4-1 0,6 4-1 0,-16-1-6 15,4 5-4-15,0 2-3 0,-3 2-1 0,2 3-1 16,0 3-1-16,-1-2 0 0,1 1-5 0,3 4 0 16,2-2 1-16,2 0 0 0,3 2-13 0,3-1-23 15,0-1-25-15,4 0-24 0,3 1-31 0,-1-6-31 16,9 1-28-16,-2 1-47 0,5-4-37 0,-5-1-136 15,3-3-422-15,2 0 187 0</inkml:trace>
  <inkml:trace contextRef="#ctx0" brushRef="#br0" timeOffset="188075.72">26183 6150 73 0,'1'-10'217'0,"-1"10"2"0,5-12 6 16,-5 7 2-16,0 5-6 0,0-9-16 15,0 9-16-15,5-6-16 0,-5 6-17 0,0 0-22 16,0 0-12-16,0 0-15 0,0 0-7 0,0 0-9 0,0 0-8 15,0 0-8-15,-7 29-9 0,7-22-4 0,0 0-6 16,0 2-7-16,0-9-1 0,0 17-7 16,0-9-1-16,0-1-12 0,0-7-9 0,2 12-8 15,0-7-8-15,-2-5-3 0,5 10 2 0,-2-7-3 16,-3-3 0-16,8 5 3 0,-8-5-1 0,7 0-1 0,2 0-2 16,-9 0-1-16,0 0-2 0,18-10 3 15,-9 5 2-15,2 0-2 0,-2-1-2 0,0-2 5 16,1 1-4-16,0 0-1 0,-1 2 0 0,1-3 1 15,-4 3-4-15,3-2 2 0,-3 4-1 0,-1 1-4 16,-5 2-1-16,12-3 1 0,-12 3 1 0,6-1-1 0,-6 1 2 16,0 0 0-16,9 9-1 0,-7-4 3 15,2 2 2-15,0-1 0 0,-4-6 3 0,6 10-2 16,-2-5 9-16,1 1-5 0,3-2-1 0,2 3 5 16,-3-2 4-16,4-4 3 0,3-1-9 0,-1-3-1 15,1 2 1-15,-1-3 0 0,3-3 5 0,-3 3 9 0,-4-2 4 16,5-1 3-16,-6-1 2 0,3-1 6 0,-1 2 4 15,-3-5 5-15,-1 2 2 0,1-1-8 16,-3-1-1-16,-1 2-5 0,1 0-1 0,-3 1-5 16,3-1 0-16,-4 0 3 0,0 0-13 0,2 2-17 15,-2 8-20-15,-4-14-34 0,1 10-40 0,3 4-54 0,-4-10-76 16,4 10-246-16,0 0-513 0,-7-9 227 0</inkml:trace>
  <inkml:trace contextRef="#ctx0" brushRef="#br0" timeOffset="189213.94">27530 6142 88 0,'-4'-11'256'15,"0"1"-12"-15,-2 7 8 0,0-6-18 0,-3 4-19 16,2 3-21-16,-4 0-18 0,-4 2-13 0,-2 6-14 0,-3 2-7 16,-4 6-16-16,-3 3-6 0,6 1-15 0,-3 1-10 15,6 1-8-15,2 3-8 0,7-6-7 16,3 1-9-16,3 0-4 0,-1 0-9 0,4 0-7 0,2-3-3 16,4 1-12-16,1-1-14 0,7-1-23 0,-1-1-17 15,8 2-20-15,4-3-14 0,1-5-20 0,1-1-17 16,0-2-28-16,0-3-9 0,2 1-13 0,-2-4 1 15,1-2 4-15,-9 0 8 0,1-2 18 16,1 1 10-16,-2-3 10 0,-4-1 18 0,0-1 12 16,1-1 23-16,-5-1 10 0,1-1 25 0,-6 3 13 0,1-2 31 15,-1-3 0-15,-2 4 19 0,2 0 19 0,-4 2 23 16,1 3 8-16,-1 0 0 0,-2 6-7 0,1-11-11 16,-1 11-9-16,3-5-12 0,-3 5-7 15,0 0-6-15,0 0-5 0,0 0-3 0,0 0 3 0,-17 16-6 16,13-7-5-16,-2 1-1 0,4 0-3 0,-1 1-4 15,-1-2 0-15,2 0-4 0,2 1-3 0,0 1 0 16,2-1 0-16,3 1-2 0,-1-1 4 0,2-3-2 16,1 3 4-16,3-2-3 0,-2-3 2 0,-1 0-4 15,5-2 0-15,-3 0-2 0,1-1 2 0,-4-1-2 16,2 0 0-16,-8-1-3 0,13-4 0 0,-13 4 2 16,9-5-3-16,-3 1-9 0,-5-2-6 0,2-1-6 15,-3 7 1-15,-2-17-5 0,1 5 2 0,-1 2 2 16,-3-1-5-16,1 0 1 0,3-2 1 0,-3 2 0 15,0-1 1-15,4 1-4 0,-2-1-8 0,2 0-2 16,2 2 6-16,-2 10-2 0,4-12 0 0,0 7 0 16,-1-1 2-16,7 3-2 0,2-1 2 0,1 2 2 15,0 4 2-15,2 2-2 0,3 3 2 16,1 1 2-16,-2 3-1 0,-1 1 2 0,-3 2 3 0,-1-1-4 16,-1 1 4-16,-1 1 0 0,0 1 2 0,-3-1 2 15,-1-1-1-15,-2-1 0 0,-1-4 1 0,-1 1 2 16,1 0 1-16,-2-4 3 0,0 0 11 0,1 1 11 15,-2-7 9-15,2 7 12 0,-2-7 7 0,0 0-4 16,0 0-2-16,0 0-5 0,0 0-1 0,0 0-5 16,0 0 0-16,0 0-1 0,-19-13 1 0,19 13-6 15,-1-15-4-15,1 4-6 0,2 3-2 0,1-4-6 16,1-3-3-16,3 0 0 0,2 2 1 0,4-2-6 16,4 2-2-16,-5 4-3 0,4-1-1 0,-1 3 0 15,2 2-3-15,1 4 0 0,-1-1 2 0,2 2-2 16,-6 3 0-16,3 3-2 0,-5 0-1 0,1 1 1 15,-2 0-1-15,0 1-1 0,-3 2 4 0,-1 0-3 16,2 0-19-16,-2-1 5 0,0 0 6 0,-3-2-5 16,1-1 6-16,-2 0 11 0,2-1-2 0,-4-5-5 15,5 8 6-15,-3-6 1 0,-2-2 6 0,0 0 4 16,0 0 4-16,5 7 0 0,-5-7 0 0,0 0-1 16,0 0 0-16,0 0-1 0,0 0 0 0,9-18-3 15,-4 11-1-15,1-4-2 0,4 3 1 0,1-5-1 16,2 1-3-16,0 1-3 0,-2 2 4 0,7 1-3 15,-9 4-4-15,2-2 1 0,-1 2 2 0,-1 3-7 16,0-1 3-16,-9 2-1 0,17 3-2 0,-12 1-1 16,0 3 1-16,0 1 1 0,-4 2 4 0,2-1-1 0,-2 4 3 15,-2-2-5-15,1 2-13 0,-1 1-18 16,-2 0-23-16,-2 3-32 0,0-2-51 0,1-4-52 16,0 5-247-16,-1-7-480 0,2 0 213 0</inkml:trace>
  <inkml:trace contextRef="#ctx0" brushRef="#br0" timeOffset="189469.86">28719 6196 253 0,'2'-18'318'0,"0"3"-7"0,0 4-11 0,0 1-21 0,-3 3-26 15,1 7-20-15,0-11-30 0,0 11-28 16,0 0-22-16,0 0-16 0,0 0-18 0,0 0-8 15,4 35-10-15,-7-7-9 0,2 3-8 0,-2 1-7 16,-3 4-7-16,0 10-4 0,-1-14-10 0,1 3-2 0,-1 1-8 16,-1-3 2-16,1-2 1 0,1 1-9 15,-2-2-3-15,4-2-12 0,-5 1-28 0,2-4-29 0,4-5-22 16,-1-3-31-16,0-2-30 0,0 1-43 0,1-5-56 16,0-2-42-16,-1 1-207 0,0-6-500 0,4-4 221 15</inkml:trace>
  <inkml:trace contextRef="#ctx0" brushRef="#br0" timeOffset="189686.81">28784 6367 35 0,'19'-8'168'0,"-2"2"-7"16,-5 4-12-16,1 2-8 0,-4-1-14 15,2 4-2-15,-2 3-4 0,-4-1-10 0,2 4 1 16,-4 2 0-16,-3 1-3 0,-2 4-4 0,-1-1-8 15,-7 2 1-15,-3-1-11 0,1 2-11 0,-9-3-5 0,7-2-4 16,-12 2-9-16,4-1-16 0,-3-2-24 0,7-5-26 16,0 0-28-16,7-1-32 0,-3-4-35 0,8-1-46 15,-2 2-156-15,0-6-329 0,8 3 145 16</inkml:trace>
  <inkml:trace contextRef="#ctx0" brushRef="#br0" timeOffset="190393.34">29017 6399 214 0,'7'-2'222'0,"-7"2"-15"16,0 0-18-16,0 0-11 0,0 0-6 0,0 0-11 15,0 0-8-15,-13 27-8 0,9-16-16 0,0-1-12 16,0-1-11-16,2 1-10 0,-2 1-8 0,2 0-8 16,2-2-9-16,-2 1-8 0,2-1-2 0,4 1-9 15,1-2-2-15,-1 1-3 0,1-3-4 16,3 1-1-16,-1-2-6 0,5 0 0 0,-6-2-5 0,5-1 2 15,0-1-9-15,-4-1 4 0,-7 0-2 0,15-3-2 16,-8-1 3-16,1-2-8 0,-2-1-3 0,1-1-3 16,-3 0-4-16,1-2 3 0,-3-2-6 0,-2-4 1 15,0 6-2-15,0-3 0 0,0 0-1 16,2 0-3-16,-1 1-5 0,-1 0-1 0,1 3-2 0,2 0 1 16,-1-1-2-16,2 1 0 0,0 3 1 0,1 0 0 15,3 2-3-15,1 1 0 0,0 3-1 0,3 1-1 16,4 5 2-16,-5 0 0 0,1 1 1 0,-1 3-4 15,-3-1 5-15,1 3 1 0,1 1 0 0,-3 0 3 16,1 0 0-16,-3 0 6 0,1-2 3 0,-2 1-1 16,-1-1 1-16,1-2-2 0,-2-1 2 0,0 2 2 15,-1-6 0-15,-1-4 5 0,4 12-2 0,-4-12 14 16,1 7 3-16,-1-7 18 0,0 0-2 0,2 6 8 16,-2-6 5-16,0 0-3 0,0 0-10 0,0 0-2 15,0 0-6-15,0 0-5 0,0 0 1 0,0 0-10 16,0 0-2-16,9-22-8 0,-4 15-1 0,1-3-6 15,3 1-5-15,3-4-6 0,-1 0-2 0,3 1 7 16,0-1-7-16,1 3 4 0,0-1-1 0,-3 5 0 16,-3-1-6-16,3 1 5 0,-1 3-4 0,-4 1-3 15,-7 2 2-15,13 2 0 0,-7-1 0 0,0 3 2 16,-1 0-1-16,0 3 1 0,-1-3 1 0,3 4 3 16,0 0 1-16,-3-2 0 0,1 3-1 0,2 0-2 15,-2-1 4-15,6-1 3 0,-3 0 4 0,2-1 4 16,3-1 4-16,-4-1-5 0,3-1-4 0,0 0 2 15,1-3 0-15,4 0 7 0,-5 0-6 0,-1-3 2 16,0 2 2-16,-1-3 4 0,2 0-1 0,-3-1-3 16,0-2 3-16,-1-1-3 0,0 0-3 0,-1-2 2 15,-3 3-4-15,-2-5 4 0,2 4-2 0,-3-2 0 16,-1-1-1-16,-1 2-1 0,1 9-2 0,-3-14 6 16,2 9-8-16,1 5-3 0,-2-9-3 0,2 9 6 15,-7-3-7-15,7 3 3 0,0 0-20 0,-20 8-28 16,13 0-24-16,-2 1-41 0,-2-1-52 0,5 3-60 15,-2-1-235-15,-4 3-502 0,5 1 223 0</inkml:trace>
  <inkml:trace contextRef="#ctx0" brushRef="#br0" timeOffset="190614.53">29886 6606 191 0,'2'-6'244'15,"-2"6"-7"-15,6-14-3 0,-5 5-6 0,2-1-1 16,1 0-19-16,0-2-12 0,-1 2-15 0,6-6-13 15,0 2-13-15,0 1-11 0,-1 2-9 0,3-1-9 16,-2 3-17-16,2 3-10 0,0-2-11 0,-1 3-5 16,2 2-14-16,-1 0-4 0,-2 3-12 0,2 0-8 15,-11 0-7-15,15 5-1 0,-8 1-4 0,0 2-6 16,-3-2-4-16,2 3 0 0,-1 1-9 0,-1 1-24 16,-1 1-22-16,-1-1-21 0,2 0-24 0,-5 3-36 15,2-2-55-15,0-2-61 0,1 0-238 0,-2 1-505 16,0-11 223-16</inkml:trace>
  <inkml:trace contextRef="#ctx0" brushRef="#br0" timeOffset="190839.4">30294 6332 85 0,'4'-17'281'0,"-2"5"4"0,2 1 6 16,-2 2 0-16,-1 2-14 0,0 1-27 0,-1 6-25 15,3-9-31-15,-3 9-22 0,0 0-20 0,0 0-16 16,0 0-16-16,0 0-9 0,1 32-10 0,-2-14-11 16,-3 8-9-16,1 1-6 0,1 1-7 0,-4-1-6 15,4-1-5-15,-2 0-26 0,-1-1-37 0,3-4-36 16,-1 4-40-16,0 0-53 0,2-6-60 0,1-2-58 16,1 0-201-16,1-1-491 0,-2-5 216 0</inkml:trace>
  <inkml:trace contextRef="#ctx0" brushRef="#br0" timeOffset="191175.97">30414 6639 164 0,'17'-14'211'0,"-2"2"-6"0,-2-1-2 16,7-5-12-16,0 1-9 0,-5 5-10 0,-1-1-11 16,6-6-9-16,-6 4-10 0,2 2-16 0,-3 1-4 15,-1 1 0-15,-3 2-5 0,-1 2 1 0,-3-1 11 16,1 2-6-16,-2 1 2 0,-4 5-11 0,5-7-9 15,-5 7-12-15,4-7-8 0,-4 7-12 0,0 0-7 16,0 0-14-16,0 0 2 0,-25 3-15 0,25-3-9 16,-18 10-12-16,1-6-21 0,7 4-14 0,0 0 5 15,1-2-16-15,1 4-4 0,2-1 5 0,-1 0-3 16,4 2 1-16,-1 0 2 0,4 0 4 0,1-1 0 16,3 2 4-16,1-1-1 0,1 4 0 0,-1-3 6 15,3 0 0-15,-2-2-1 0,1 0-2 0,-1 1 12 16,1-1-5-16,-2-1-2 0,-3 2 1 0,1-4-2 15,-1 1-6-15,2-3-7 0,-1 1-9 0,-3-6-8 16,-3 12-13-16,3-12-12 0,-5 8-27 0,5-8-40 16,0 0-34-16,-13 8-39 0,7-7-163 0,6-1-399 15,-24-1 176-15</inkml:trace>
  <inkml:trace contextRef="#ctx0" brushRef="#br0" timeOffset="191343.5">30223 6456 2156 0,'0'0'76'0,"-8"-5"-50"0,8 5-17 0,-5-5-24 15,5 5-5-15,0 0 7 0,0 0-4 0,0 0 12 16,23-9-2-16,-7 6-9 0,5 1-24 0,9-1-45 16,9 3-59-16,-2 2-174 0,14-4-344 0,4 5 153 15</inkml:trace>
  <inkml:trace contextRef="#ctx0" brushRef="#br0" timeOffset="192169.76">31291 6502 103 0,'0'0'282'0,"0"-13"-10"0,0 13-1 16,-1-11-3-16,1 11-19 0,-11-10-15 0,6 6-25 15,-2 0-21-15,7 4-23 0,-17 4-13 0,6 0-16 16,-1 2-14-16,-3 3-9 0,-2 3-13 0,3 2-9 15,0 0-12-15,1 1-11 0,0-1-5 0,3 3-4 16,4-2-3-16,-1-4-6 0,4 5-13 0,1-4-7 16,2-1-8-16,3 0-13 0,-1-2-10 0,3 0-1 15,0-2-5-15,3-1-2 0,0-1-5 0,-2-1-2 16,4 0 1-16,-2-4-4 0,1 0 1 0,4-3 1 16,-4 0 2-16,0 0 5 0,-2-1 1 0,1-2 3 15,1-1-4-15,0 1 5 0,1-2-4 0,-2 0 3 16,2-1-2-16,-1-1 2 0,-1-2 4 0,-1 4-2 15,0-3 6-15,0 2 1 0,-2 0 1 0,2 0 5 16,-1 2-1-16,-2-2 4 0,0 3-1 0,-4 6 0 16,6-6-9-16,-2 2-2 0,-4 4-4 0,0 0 2 15,0 0 0-15,0 0-3 0,0 0 5 0,0 0-1 16,1 27 4-16,-1-19-5 0,0 2 3 0,2 0-2 16,-6 2 1-16,1-3 2 0,5 3-1 0,-4 0 1 15,2-2 1-15,3 0-5 0,-1-1 7 0,4 2 1 16,-3-2 2-16,4-1-1 0,2-1 0 0,1-1 9 15,-1-2-9-15,2 0 3 0,1-3-2 0,2 1 1 16,1-1-2-16,-2-2 0 0,1 1-3 0,-2-4-2 16,-3-1 2-16,3 0 2 0,0 1-3 0,-2-2-4 15,-1-2 3-15,-1-1-1 0,-2 0-2 0,2 0 0 16,-4-3-1-16,1-2 0 0,-3 3 2 0,2-4-2 16,-3 2 0-16,1 1 1 0,-2 0 0 0,1 2 1 15,-1 1 0-15,0 9 0 0,0-12 0 0,1 7 0 16,-1 5 0-16,0 0-2 0,2-11 2 0,-2 11-5 15,2-6 0-15,-2 6 1 0,10-1 4 0,-10 1-4 16,20 1 2-16,-8 2-4 0,1 3 3 0,5 0-2 16,-3 1 32-16,-2-1-1 0,1 4-10 0,-2-1-2 0,-1-1-3 15,-3 2 1-15,0-1-14 0,-3-2 11 16,1 3-13-16,-2-2 10 0,-2 4 0 0,1-3-2 16,-2 1 4-16,0-2-4 0,1 1-3 0,0-1 7 15,-2-1 0-15,3 2-1 0,0-3 0 0,-1 0-1 16,3-1 3-16,1 1-4 0,2 2 2 0,1-3 3 0,8 3 1 15,-6-6 1-15,8 1-4 0,-1 0 1 16,1-3-12-16,2-2 12 0,-2 0 0 0,-1-1 1 16,-3-3-6-16,2 0 6 0,-5 0-13 0,-1-2 9 15,0 2-8-15,0-8 6 0,-2 6 2 0,-2-9-3 16,-2 6 0-16,2-6 3 0,-1 6 7 0,-2-1 1 0,-2 2 9 16,-2 0 6-16,0 4-1 0,0 6 4 0,0-13-3 15,0 13-3-15,-6-8-4 0,6 8-5 16,-14 0-3-16,3 2 6 0,-7 4-8 0,0 1 4 15,-3 3-20-15,5-1 0 0,0 1 7 0,2 2-19 16,5-2-21-16,3 1-35 0,-2 3-40 0,6-3-61 0,3 2-101 16,3-2-269-16,4-4-589 0,4 0 260 0</inkml:trace>
  <inkml:trace contextRef="#ctx0" brushRef="#br0" timeOffset="193812.51">32464 6951 188 0,'0'0'211'0,"0"0"6"0,0 0-3 0,0 0-8 16,0 0-12-16,0 0-15 0,0 0-12 16,0 0-17-16,0 0-12 0,0 0-11 0,7-22-11 15,-5 15-10-15,6 1-10 0,-5-1-7 0,8-6-7 0,-4 6-6 16,1-4-10-16,2-2 29 0,1 1-8 15,-1-1-17-15,0-2-13 0,-1 0 0 0,1 0-3 16,-4 5 3-16,1-5 3 0,-2 2-14 0,0-2-12 16,-1-4 1-16,1 2 0 0,-2 0-3 0,-2 0 5 15,-1 1-17-15,-1 6 3 0,-1-1-6 0,1 4 0 0,1 7-5 16,-5-13-1-16,4 8-9 0,1 5 2 0,-4-8-5 16,4 8-4-16,-7-3 1 0,7 3-1 0,0 0 2 15,-16 4 1-15,7-1-2 0,1 2 1 16,0 2-7-16,-2-2-4 0,4 1-9 0,1 0-2 15,2-2-7-15,1 3-5 0,2-7-2 0,-3 11-2 16,3-11 6-16,5 13 3 0,-1-6-1 0,3-3 5 0,3 2 4 16,-1-1 5-16,7 0 1 0,-2-2 2 15,3 1-1-15,-3-2 4 0,-1 0 2 0,-13-2 0 16,0 0 0-16,0 0 2 0,0 0 0 0,0 0-1 16,0 0 3-16,60 2 1 0,-60-2 2 0,0 0-5 15,0 0-7-15,0 0 4 0,0 0-2 0,0 0 0 0,0 0 3 16,20 18-1-16,-21-11 5 0,1 0-2 0,-1 2 2 15,1-9 1-15,-4 19-4 0,1-13 4 0,2 5 0 16,1-11 3-16,-4 18 1 0,3-8 4 16,1-10-7-16,1 16 6 0,3-5-1 0,-4-11 2 15,0 0 3-15,0 0-2 0,0 0 3 0,0 0 0 16,35 34-1-16,-35-34 1 0,0 0-1 0,37 7 4 0,-37-7-6 16,0 0 5-16,39-1 0 0,-39 1 3 15,0 0-1-15,0 0-2 0,53-17-1 0,-53 17-3 16,24-11 4-16,-24 11-2 0,19-16 0 0,-19 16-1 15,22-23 0-15,-22 23 1 0,19-28-6 0,-19 28 3 16,14-24-2-16,-14 24 1 0,8-28-1 0,-8 28 0 0,0 0 9 16,7-30-1-16,-7 30 2 0,0 0-26 0,0 0 3 15,0 0 0-15,0 0-1 0,0 0-1 0,-1-35-1 16,1 35-1-16,0 0 4 0,0 0-3 16,0 0 1-16,0 0 2 0,0 0 1 0,-71 51-1 15,71-51 3-15,-25 29 4 0,25-29-3 0,-18 28 1 16,18-28 2-16,-9 24 0 0,9-24 0 0,0 0 1 15,-5 40 4-15,5-40 1 0,0 0 0 0,0 0 0 16,23 40 4-16,-23-40-2 0,28 13-2 0,-28-13 3 16,38 11-6-16,-38-11 4 0,42 4-1 0,-42-4 1 15,34 0 1-15,-34 0 2 0,0 0-6 0,48-7 6 16,-48 7-5-16,0 0 3 0,42-17-3 0,-42 17 3 16,20-14 2-16,-20 14-6 0,0 0 3 0,27-24-2 15,-27 24 1-15,14-19 2 0,-14 19-3 0,0 0 3 16,17-28-2-16,-17 28-1 0,0 0 1 0,0 0 5 15,6-27-2-15,-6 27 2 0,0 0-7 0,0 0 3 16,0 0-4-16,0 0-1 0,0 0 1 0,0 0 0 16,0 0-3-16,0 0 1 0,0 0 0 0,0 0 0 0,0 0-2 15,0 0 2-15,0 0-3 0,-86 17 2 16,86-17 2-16,0 0 2 0,0 0 0 0,0 0-6 16,0 0 2-16,0 0 4 0,0 0 1 0,0 0-1 15,0 0-1-15,0 0 8 0,0 0-8 0,0 0 7 16,0 0-2-16,0 0 2 0,0 0 1 0,0 0-4 15,0 0 2-15,0 0-1 0,0 0 1 0,0 0 2 0,0 0-5 16,0 0 2-16,0 0-2 0,0 0 3 16,0 0-4-16,0 0 6 0,0 0-8 0,0 0 6 15,0 0-7-15,0 0-2 0,0 0-2 0,0 0-3 16,0 0-1-16,0 0 0 0,0 0 2 0,0 0-3 16,0 0 3-16,0 0 2 0,57 57-1 0,-57-57 5 15,0 0-3-15,-2 37 1 0,2-37 7 0,0 0 1 16,-7 53 1-16,3-28 6 0,4-25-2 0,-4 40 3 15,4-40 4-15,-10 51-7 0,6-32-2 0,4-19 0 16,-10 49 11-16,10-49-4 0,-9 38 0 0,2-15 0 16,7-23-6-16,-8 34 0 0,8-34 1 0,0 0 4 15,-4 37-1-15,4-37-3 0,0 0-3 0,0 0 5 16,0 0-2-16,-3 33 3 0,3-33 0 0,0 0 6 16,0 0 15-16,0 0 13 0,0 0 9 0,0 0-4 15,0 0-5-15,0 0-3 0,0 0-5 0,0 0-5 16,0 0-2-16,0 0-5 0,0 0-9 0,0 0-8 15,69-78-12-15,-51 59-10 0,1-2-9 0,-2 2-8 16,3-4-17-16,-1 5-7 0,2-1-19 0,-1 0-16 16,-20 19-17-16,28-25-29 0,-10 7-32 0,-18 18-38 15,28-26-28-15,-28 26-127 0,21-21-389 0,-21 21 173 16</inkml:trace>
  <inkml:trace contextRef="#ctx0" brushRef="#br0" timeOffset="194173.87">33239 6428 50 0,'0'0'163'0,"0"0"-18"16,0 0-14-16,0 0-9 0,0 0-12 0,0 0-6 15,0 0 1-15,0 0-3 0,0 0-15 0,0 0 3 16,32 64-10-16,-32-64-6 0,8 29-8 0,-8-29-6 16,0 0-4-16,5 36-5 0,-5-36-2 0,0 0-8 15,6 29 1-15,-6-29 5 0,0 0 9 0,0 0 10 16,0 0 23-16,0 0 14 0,0 0 4 0,0 0-9 16,0 0-10-16,0 0-6 0,0 0-11 15,0 0-6-15,0 0-10 0,0 0-2 0,0 0-7 0,0 0-2 16,0 0-13-16,0 0-7 0,0 0-13 0,0 0-11 15,0 0-12-15,0 0-15 0,0 0-20 0,20-82-31 16,-20 82-22-16,0 0-24 0,22-16-14 0,-22 16-40 16,0 0-11-16,29-9-140 0,-29 9-356 15,0 0 158-15</inkml:trace>
  <inkml:trace contextRef="#ctx0" brushRef="#br0" timeOffset="194590.17">33474 6500 95 0,'0'0'184'0,"0"0"-5"0,0 0-7 16,0 0-4-16,0 0-3 0,0 0-11 0,0 0-10 15,0 0-12-15,0 0-13 0,0 0 17 0,0 0-11 16,0 0-9-16,0 0-9 0,0 0-3 0,0 0-15 16,0 0-7-16,0 0-9 0,0 0-5 0,0 0-11 15,-60 36-5-15,60-36-3 0,0 0-4 0,-16 23-7 16,16-23-2-16,0 0-3 0,0 0-5 0,0 0 1 15,-6 30-7-15,6-30-3 0,0 0 2 0,0 0-2 16,0 0 4-16,0 0-6 0,0 0 0 0,0 0-4 16,0 0 2-16,0 0-5 0,51 11-6 0,-51-11 9 15,0 0-3-15,0 0 0 0,0 0 0 0,41-41-4 16,-41 41 3-16,15-25 0 0,-15 25-3 0,13-34-1 0,-13 34-1 16,9-34-2-16,-9 34 5 0,8-34-2 15,-8 34 0-15,6-27 9 0,-6 27 5 0,0 0-2 16,5-33 8-16,-5 33-1 0,0 0-2 0,0 0-7 15,0 0-4-15,0 0-10 0,0 0 0 0,0 0-1 16,0 0-2-16,0 0 4 0,0 0-1 0,0 0 1 16,0 0-3-16,0 0 2 0,-13 97 2 0,13-97-1 15,-10 50-4-15,8-23-12 0,2-27-13 0,-4 53-28 16,1-29-31-16,3-24-42 0,1 36-52 0,-1-36-71 16,0 0-162-16,0 43-446 0,0-43 197 0</inkml:trace>
  <inkml:trace contextRef="#ctx0" brushRef="#br0" timeOffset="194818.27">33651 6591 2220 0,'0'0'190'0,"25"-27"-95"16,-25 27-49-16,0 0-30 0,0 0-13 0,0 0-6 0,21-19 0 15,-21 19-5-15,0 0 5 0,0 0 5 0,0 0 12 16,23 57 8-16,-18-27 9 0,3 2 1 0,-4 14-1 15,0 0-10-15,-3 3 8 0,-1 3-4 0,-1-6 2 16,-1 0-2-16,-3-10-5 0,0 13 3 16,-4-4-1-16,0-12-17 0,-2 2-30 0,-5-2-33 15,-1-4-52-15,-6 0-45 0,-10 7-65 0,-7-8-166 16,9-11-418-16,-3 0 185 0</inkml:trace>
  <inkml:trace contextRef="#ctx0" brushRef="#br0" timeOffset="208965.19">23636 7015 90 0,'0'0'162'0,"-1"-10"-1"0,-2 4-10 16,3 6-14-16,-2-13 2 0,0 8-8 0,2 5-4 0,-2-11-3 15,2 11-6-15,-2-11-11 0,2 11-6 0,-2-5-11 16,2 5-14-16,0 0-8 0,0 0-9 0,-3-8-5 16,3 8-12-16,0 0-3 0,0 0-5 0,0 0-6 15,0 0-2-15,0 0-1 0,0 0-5 0,-1 24-4 16,2-12 5-16,1 5-7 0,-2 0 2 15,1 4 1-15,-2-2-6 0,-1 7 0 0,1-8-1 0,1 7 1 16,0-7-2-16,0 2 0 0,0-2 0 0,-1 0-3 16,-1-3-2-16,1 3-1 0,1-7-11 0,-1 2-15 15,1-1-16-15,-3-1-22 0,5-1-7 0,-5 3-8 16,3-2-19-16,0-2-19 0,-1 1-13 0,-2-3-12 16,2 1-116-16,1-8-276 0,-4 11 124 0</inkml:trace>
  <inkml:trace contextRef="#ctx0" brushRef="#br0" timeOffset="209264.89">23682 6961 2 0,'29'0'123'16,"-2"6"-17"-16,0-1-4 0,-6 2-8 0,-1 2-10 15,-1 2-10-15,2 4 1 0,0 3-5 0,-9-4-6 16,0 4 5-16,1 4-12 0,-5-3 4 0,1-1-4 16,-3 6 0-16,-4 0-9 0,-5-5 0 0,-1 5 3 15,0-3-10-15,-3-2 4 0,-1-5-1 0,-2 4 1 16,-3-4 2-16,-2-1-8 0,-7 3-5 0,4-4 0 16,-9-1-3-16,0-2 5 0,-1 3-5 0,0-7-8 15,-1 3-6-15,1-4 3 0,6-1-9 0,5-1-13 0,3 0-18 16,1 1-20-16,4-3-19 0,2 0-32 0,7 0-32 15,-12-3-112-15,12 3-253 0,-4-5 112 16</inkml:trace>
  <inkml:trace contextRef="#ctx0" brushRef="#br0" timeOffset="209474.08">24072 7206 146 0,'0'0'160'0,"7"-1"-5"15,-7 1-12-15,0 0-10 0,0 0-17 0,0 0-9 16,0 0-15-16,0 0-4 0,0 0-10 0,9 7-4 16,-9-7-6-16,0 13-5 0,-1-3-8 0,0 1 0 15,-1-1-7-15,2 1-8 0,-1 1 0 0,0 0-24 16,2 1-18-16,-1 0-18 0,1-2-20 0,1 2-32 16,-1-2-38-16,0 0-23 0,-1 0-84 0,2-4-235 15,-1 1 104-15</inkml:trace>
  <inkml:trace contextRef="#ctx0" brushRef="#br0" timeOffset="209903.69">24312 7186 85 0,'0'0'159'0,"0"0"-7"15,0 0-15-15,0 0-17 0,0 0-10 0,0 0-8 16,0 0-12-16,-14 7-6 0,14-7-11 0,-8 6-6 15,4-3-5-15,4-3-13 0,-7 8-3 0,4-1-4 16,-1-1-3-16,3 3-3 0,-3 0-6 0,3 0-1 16,1-1-8-16,0 2 2 0,3 0 2 0,-1-1-5 15,2 1-10-15,0-1 1 0,3 0-4 0,0-1 3 16,0 0 0-16,0-1-15 0,-2 0 13 0,1-2 1 16,-1-1-12-16,-1 0 4 0,-1 3-1 0,-3-7 3 15,6 8-2-15,-6-8 3 0,-2 7-1 0,2-7 0 0,0 0-1 16,-13 13-10-16,3-9-8 0,-2 1-15 15,1-2-24-15,-2-1-11 0,0 2-23 0,2-1-20 16,0 0-109-16,1 0-234 0,4-1 104 0</inkml:trace>
  <inkml:trace contextRef="#ctx0" brushRef="#br0" timeOffset="210278.12">24669 7228 19 0,'0'-4'217'0,"2"-2"-19"0,-2 6-11 0,3-10-17 16,-3 10-15-16,0 0-15 0,0 0-16 16,-11-5-11-16,11 5-9 0,-17 3-10 0,6 4-11 0,-7 2-6 15,2 1 1-15,-1 3-10 0,3-2-9 0,-2 1-7 16,5 0-8-16,2-1 1 0,-1-2-10 0,6 1-1 16,-1 2-7-16,4-2-5 0,2-1-6 15,0-2-1-15,1-1-9 0,0 5-11 0,2-6 1 0,1-1-5 16,3 0-3-16,0-1 2 0,-1-1-2 0,0 0 4 15,-7-2-3-15,12-3 6 0,-5 1-1 16,1-2-3-16,1-2 4 0,-5-1-3 0,-1-1 5 16,3 0 1-16,-2-1 3 0,1-2-3 0,-1 2 8 0,0 0 3 15,-1 2 8-15,-1 1 8 0,-2 6 3 0,0-10-2 16,0 10-6-16,3-9-8 0,-3 9-1 0,0 0-6 16,2-4 5-16,-2 4-5 0,0 0-2 0,0 0 2 15,0 0-4-15,0 0 5 0,-4 30-1 0,4-20-3 16,0 0-1-16,-1 2-19 0,2-1-9 0,-1 0-12 15,4 0-16-15,-1-1-31 0,2 3-27 0,0-4-38 16,-1 0-146-16,4 1-322 0,-1-4 143 0</inkml:trace>
  <inkml:trace contextRef="#ctx0" brushRef="#br0" timeOffset="210682">24909 7322 159 0,'0'-7'167'0,"0"7"-5"0,-2-13-13 0,2 13-10 15,-5-9-14-15,5 9-13 0,-6-6-8 0,6 6-14 16,-9-1-11-16,9 1-7 0,-13 7-6 0,3 0 0 16,3 2-12-16,-5 3-3 0,-2-1-9 0,5 0 2 15,0-3-8-15,1 2-4 0,4 0-4 0,1 1 2 0,0-1-9 16,2 0-1-16,1-1 0 0,2 0 3 16,1-4-11-16,3 3-3 0,2-2-1 0,-3-1-8 15,1-3 8-15,1 0 0 0,-7-2-4 0,14 1 1 16,-6-2 1-16,-8 1-2 0,17-6 5 0,-9-1 0 0,-1 1 2 15,-1-1 1-15,-1-4-4 0,0 2 6 16,-2-3-1-16,0-5 8 0,-1 1 7 0,-1 0-12 16,-1-4 13-16,1-5 4 0,-2 6-4 0,0-6-2 15,-1-2 2-15,4 8 9 0,-2-1-8 0,1 3 2 0,0-1 9 16,-1 7 10-16,0 2 1 0,0 0-2 16,0 9-6-16,-1-11-8 0,1 11-10 0,0 0-5 15,0-9-3-15,0 9-4 0,0 0-2 0,0 0 0 16,0 0-2-16,0 0-1 0,-1 36 2 0,-1-18-6 0,2 6 4 15,-2-4-2-15,2 1 0 0,0-3-1 0,-3 8-4 16,2-8-15-16,1 2-20 0,-4-2-39 16,3-1-39-16,1-1-29 0,0 0-28 0,0-5-41 0,-1 1-131 15,-1-1-369-15,2-11 163 0</inkml:trace>
  <inkml:trace contextRef="#ctx0" brushRef="#br0" timeOffset="210992.12">24974 7350 81 0,'0'0'168'0,"4"-8"-3"0,-4 8-13 0,5-6-21 16,-5 6-16-16,0 0-12 0,0 0-13 0,0 0-3 15,0 0-14-15,14 10-8 0,-10-2-6 0,1 3-5 16,-1-2-7-16,1 4-4 0,1 0-5 0,-1 1-1 16,-2-3-5-16,1 2 0 0,0-3-6 15,-1-1 1-15,1 1 3 0,0-1-3 0,0 1-6 0,-4-10 2 16,7 9-4-16,-4-4 9 0,-3-5 20 15,3 7 20-15,-3-7 19 0,4 6 13 0,-4-6-9 0,0 0-6 16,0 0-4-16,0 0-9 0,18-14 0 0,-14 8-5 16,0-2-7-16,1-3-5 0,2 1-9 0,-1 0-1 15,4-6-5-15,-1 1-8 0,2-2 3 0,0 3-9 16,-3-4 0-16,0 1-7 0,3 2-21 0,-5 0-19 16,1 5-10-16,-2-1-14 0,-1 5-26 15,-4 6-38-15,7-11-43 0,-4 8-45 0,-1-2-23 0,-2 5-127 16,0 0-376-16,0 0 167 0</inkml:trace>
  <inkml:trace contextRef="#ctx0" brushRef="#br0" timeOffset="211292.12">25318 7393 85 0,'0'0'210'15,"2"-13"-10"-15,-2 13-8 0,0 0-19 0,0 0-17 16,0 0-18-16,0 0-9 0,0 0-10 0,0 0-14 15,-25 2-8-15,25-2-4 0,-11 10-14 16,2-5-11-16,2 3-4 0,1-3-7 0,1 0-8 0,1 2 3 16,0-2-14-16,1 1-3 0,3-6-4 0,-2 9-2 15,2-9-3-15,-2 8-2 0,2-8 1 0,0 0-4 16,5 11 0-16,-5-11-3 0,6 4 0 16,-6-4-2-16,9 2 0 0,-9-2 2 0,11-2-5 0,-11 2-1 15,14-4-1-15,-6 0 0 0,2 1-1 0,-10 3 0 16,11-4-6-16,-5 2 0 0,-6 2-4 0,0 0-3 15,14-2-9-15,-14 2-6 0,0 0-13 16,13 6-14-16,-13-6-32 0,0 0-35 0,7 12-19 0,-5-6-42 16,-2-6-140-16,0 0-339 0,2 25 151 0</inkml:trace>
  <inkml:trace contextRef="#ctx0" brushRef="#br0" timeOffset="211521.37">25545 7483 112 0,'5'-11'203'0,"-1"3"-13"16,0-1-3-16,-1 1-2 0,-1 3-11 0,2 0-19 15,-4 5-17-15,4-8-18 0,-4 8-16 0,0 0-11 16,2-5-12-16,-2 5-7 0,0 0-7 0,0 0-12 16,12 11-2-16,-12-11-3 0,5 10-6 0,-1-1-4 15,-2-2 5-15,1 2-13 0,0 2-2 0,-2-2-14 16,-1-9-19-16,4 20-16 0,-1-8-39 0,-3-12-32 15,-3 16-32-15,6-9-36 0,-3-7-142 0,0 0-325 16,-3 22 144-16</inkml:trace>
  <inkml:trace contextRef="#ctx0" brushRef="#br0" timeOffset="211752.29">25769 7267 94 0,'0'-10'252'0,"0"4"-18"0,0 6-25 16,1-10-22-16,-1 10-25 0,0 0-18 0,0 0-20 16,0 0-12-16,0 0 8 0,0 0-1 0,4 27-5 15,-6-9-6-15,2 2-7 0,-2 6-3 0,0 0-7 16,-1 1-5-16,-2-2-9 0,0 0-5 0,4-6-10 16,-2 0-2-16,1-1-5 0,0 0-8 0,-3 0-15 15,4 0-25-15,-2-2-35 0,1 2-25 0,0-6-43 16,0 0-57-16,-1-2-43 0,1-1-178 0,-1 2-405 0,3-11 180 15</inkml:trace>
  <inkml:trace contextRef="#ctx0" brushRef="#br0" timeOffset="213035.37">25830 7442 31 0,'13'0'116'16,"1"0"-12"-16,-1 0-9 0,-2 0-14 0,3 0-3 16,-1 0-11-16,-13 0-3 0,23 0-10 0,-16 0-4 15,-7 0-2-15,12 0 7 0,-12 0 3 0,10 2 13 16,-10-2 7-16,7 0 16 0,-7 0 6 0,0 0 7 16,0 0-10-16,6 2-5 0,-6-2-11 0,0 0-5 15,0 0-7-15,0 0 1 0,-15 15-6 0,6-8-5 16,0 3-10-16,-4 1-2 0,-1 3-5 0,3-2-4 15,0 0 0-15,1-1-9 0,1 0-2 0,5 0-3 0,0-1 0 16,0 1 2-16,4-11-9 0,0 14-3 16,0-14 2-16,6 12-4 0,-6-12 2 0,11 6-3 15,-2-3-3-15,2-1-2 0,0 0-2 0,-11-2 4 0,23-5 0 16,-14 3-2-16,3-1 2 0,-2-4-2 0,-1 3-2 16,1-2 4-16,-4 0 3 0,3-2 2 0,-5 1-5 15,3-2-1-15,0 0-1 0,-2-1 1 16,-1 1 6-16,0 3-2 0,-3-1 3 0,3 1-1 15,0 0 1-15,-4 6-5 0,5-7-4 0,-5 7-6 0,0 0-3 16,0 0 1-16,0 0-3 0,0 0 3 16,0 0-4-16,0 0 2 0,0 0 1 0,0 0 1 0,0 0 0 15,-1 21 3-15,1-21-3 0,0 0 3 16,1 18 0-16,-1-18 0 0,5 13-3 0,-1-7 4 0,0 1 4 16,-4-7-2-16,14 9 1 0,-1-7-1 0,-4-2 1 15,3 2 0-15,1-2-2 0,-13 0 3 0,27-3 9 16,-14 1-9-16,3-4-1 0,0 1 1 15,-6 1 4-15,0 0 1 0,-1-3 8 0,1 2 1 0,-2-2 0 16,1-2 8-16,-4 2 0 0,-1-2 1 0,3 0-4 16,-4 0 1-16,-3 9 12 0,4-14-3 0,-2 9-3 15,-2 5-3-15,2-9-3 0,-2 9-3 16,0 0-6-16,-2-10-3 0,2 10-1 0,0 0-6 16,-14-2 3-16,14 2-6 0,-20 6 2 0,7-2-4 0,4 1-2 15,0 1-8-15,0 0-7 0,2 2-3 0,2-2-5 16,1 2 1-16,4-8-1 0,-8 12-4 15,7-6 0-15,1-6 1 0,-4 13 1 0,4-13 3 16,0 0 6-16,0 10 0 0,0-10 2 0,0 0 1 0,6 9 3 16,-6-9 5-16,0 0-6 0,12 7 1 0,-6-4 2 15,-6-3 0-15,14 8-3 0,-10-3 2 0,3 3-4 16,-1-3 5-16,2 5 1 0,-1 5-3 0,1 1 1 16,-1 2 4-16,4 6 5 0,-6 3-4 15,1 0 1-15,1 2 1 0,-3-2 2 0,-1 2 0 0,2 2 2 16,-5-1 1-16,-2-1 3 0,2 0-3 0,-3-2 0 15,-2 1 2-15,-1-3 8 0,-1-1-7 0,0-5 1 16,-4-3 2-16,-2 1-2 0,-4 1 2 0,0-6-1 16,-3-3 1-16,2 0-7 0,0-2-3 0,-1-2 0 15,2-3-1-15,-2 0 4 0,8-5-4 0,-2 1 3 16,4-3 2-16,0-3-3 0,3-1-3 0,-2-1 0 16,6-1 0-16,4-7-2 0,4-6-4 0,5 0-4 15,3-3 2-15,5 1-6 0,6 0 3 0,-2 1-4 16,3 0 5-16,1 0-3 0,14-7 1 0,-12 8 1 15,0 0 4-15,0 1-1 0,0-3 1 0,8-3-2 16,-11 7 4-16,-1-3 1 0,-1 2 0 0,-1 1 1 16,0 2 5-16,-6 2 2 0,-3 1 0 0,-1 0 3 15,-4 4 6-15,-4 3 6 0,2-1 8 0,0-1 1 16,-5 2 7-16,0 0-2 0,0 4 1 0,-2 6 0 16,2-12-6-16,-2 12-2 0,-2-9-4 0,2 9-5 15,0 0-1-15,-4-7 0 0,4 7-6 0,-11 0-1 16,11 0 1-16,-23 9 1 0,7 2-6 0,1 1 1 15,-2-1-2-15,4 3 2 0,0-1 0 0,4 0-2 0,2-2-1 16,-1-1 2-16,5 2 0 0,0 1 1 16,3-3-1-16,3 2 1 0,2-2 0 0,1 1 1 15,1-2-4-15,5 4 4 0,3-4-2 0,1 0-4 0,1-1-2 16,2-3-4-16,-2-1-1 0,2 1-5 16,1-4-1-16,-3-1 0 0,-2 0 5 0,-2-3-1 15,0 0-3-15,-2-1 1 0,2-1-4 0,2-4 2 16,-5 1 0-16,1-2 0 0,-1 0 0 0,-1 1 9 15,2-4-6-15,-4 2 6 0,2-3-4 0,1 0 4 0,-5 1 1 16,3 2 3-16,-4-1-3 0,2 1 1 0,-3 4 0 16,-1-3 8-16,2 5 2 0,0-2 0 0,-4 7-4 15,3-7-3-15,-3 7-4 0,0 0-1 16,0 0-1-16,0 0 2 0,0 0 6 0,0 0 3 0,-7 25 0 16,3-12-2-16,-3 3 6 0,1 2 9 15,-2 0-4-15,-1-2 0 0,1 2-3 0,3-4 3 0,-2 3-4 16,0-2 1-16,-1 1-3 0,5-3 2 15,-3-2-4-15,4 1-21 0,-3-3-19 0,4 2-51 0,1-11-50 16,0 14-43-16,1-5-171 0,-1-9-380 0,5 9 170 16</inkml:trace>
  <inkml:trace contextRef="#ctx0" brushRef="#br0" timeOffset="213200.41">26989 7593 221 0,'2'-3'228'0,"-2"3"-14"0,0 0-20 0,7-7-22 16,-7 7-16-16,0 0-22 0,0 0-31 0,0 0-23 15,0 0-37-15,0 0-49 0,0 0-54 0,0 0-46 16,0 0-124-16,0 0-247 0,-14 31 110 0</inkml:trace>
  <inkml:trace contextRef="#ctx0" brushRef="#br0" timeOffset="213324.84">26986 7777 40 0,'0'0'27'0,"0"0"-39"16,19-14-12-16,-13 4 6 0</inkml:trace>
  <inkml:trace contextRef="#ctx0" brushRef="#br0" timeOffset="213500.91">27384 7654 213 0,'0'0'250'0,"0"0"-15"0,0 0-19 16,0 0-22-16,0 0-18 0,0 0-21 0,4-5-40 16,-4 5-44-16,0 0-52 0,0 0-53 0,0 0-42 15,0 0-38-15,0 0-123 0,0 0-257 0,0 0 114 16</inkml:trace>
  <inkml:trace contextRef="#ctx0" brushRef="#br0" timeOffset="213866.96">23596 7806 95 0,'22'12'158'0,"6"-6"-2"16,9 1-11-16,22-2-1 0,37 5-3 0,7-2-8 16,11 1-13-16,10 1-7 0,5-1-9 0,4 1-3 15,6 1-10-15,8-1-10 0,1 2-9 0,-2-2-8 16,0 2-9-16,-6-1 1 0,1 2-7 0,0 2-7 16,-3-2-19-16,-3-2-23 0,-3 1-30 0,-2-1-22 15,-2-2-29-15,-3 1-24 0,2-2-48 0,-11-1-101 0,-3-4-275 16,-1 1 121-16</inkml:trace>
  <inkml:trace contextRef="#ctx0" brushRef="#br0" timeOffset="214421.58">23874 6843 75 0,'1'-8'248'0,"-1"8"-12"0,0 0-16 16,0-7-12-16,0 7-22 0,0 0-19 15,0 0-18-15,0 0-17 0,0 0-25 0,1-8-40 0,-1 8-37 16,0 0-31-16,0 0-26 0,0 0-48 0,0 0-50 16,18 22-142-16,-14-14-288 0,0-1 128 0</inkml:trace>
  <inkml:trace contextRef="#ctx0" brushRef="#br0" timeOffset="-205653.35">23097 8765 67 0,'0'0'155'0,"0"-11"-8"0,0 11-3 0,1-7-6 0,-1 7-18 16,2-6-4-16,-2 6-15 0,0 0-3 15,0 0-13-15,0 0-12 0,0 0-5 0,0 0 10 0,0 0 4 16,0 0-6-16,-7 20 3 0,5-8-7 0,0 3-4 15,-2 0-4-15,0 1-4 0,2 1-3 0,-1-2-6 16,1 1-9-16,-2 1-3 0,0-1 1 16,1-1-7-16,1-3-2 0,-1 3-1 0,2-2-3 0,-2-1-2 15,2-1 1-15,-1 1-12 0,0-2-19 0,1 1-24 16,1 0-26-16,0-1-25 0,-1-2-29 0,0-1-30 16,1-7-31-16,-3 14-117 0,3-14-310 0,-4 8 137 15</inkml:trace>
  <inkml:trace contextRef="#ctx0" brushRef="#br0" timeOffset="-205290.43">23405 8820 12 0,'5'25'111'0,"-4"-7"11"15,0 0-21-15,-1 1-12 0,-1-3-5 0,0 3-4 16,-2-4-3-16,-1 2-7 0,0-1-4 0,-2 0-3 16,0 1-12-16,-2 0-2 0,0-1-2 0,-6 6 0 0,3-7-4 15,-1 0-21-15,-3-2-22 0,2 1-18 16,-1-1-26-16,-1-1-20 0,1-4-104 0,-4-1-182 16,1-1 80-16</inkml:trace>
  <inkml:trace contextRef="#ctx0" brushRef="#br0" timeOffset="-205094.84">22640 8847 101 0,'-16'11'147'0,"-2"0"-16"15,4 4-9-15,0 0-7 0,0 5-6 0,4-2-12 0,4 1-5 16,4 0-17-16,2 2-6 0,4 4 1 15,6-3-16-15,1 2-31 0,6-1-20 0,5-4-36 0,6-2-56 16,0 3-92-16,5-8-197 0,16 7 87 0</inkml:trace>
  <inkml:trace contextRef="#ctx0" brushRef="#br0" timeOffset="-204860.16">24230 8718 101 0,'0'-9'208'0,"0"9"-22"16,3-6-21-16,-3 6-17 0,0 0-15 16,4-6-20-16,-4 6-6 0,0 0-8 0,14 0-19 15,-2 0-2-15,1 3-15 0,9 1-27 0,-2-2-25 16,8 1-32-16,-7 2-23 0,0-1-37 0,-4 0-20 0,-4-1-113 15,-3 0-232-15,-3 0 104 0</inkml:trace>
  <inkml:trace contextRef="#ctx0" brushRef="#br0" timeOffset="-204517.34">24306 8719 78 0,'0'0'116'0,"0"0"3"0,-8 10 4 0,4-3-3 16,1 6 10-16,-2 3-5 0,-2 7-5 0,-1 2-5 15,3 3-3-15,-3-2-3 0,2 0-16 0,0 1-7 16,0-2-6-16,3-1-4 0,-3-5-12 0,4 0 1 16,1 2-9-16,-3 3-2 0,1-7-9 0,1 0-2 15,2-4-8-15,-3-2-3 0,4 2-1 0,-1-1 2 16,-1-1-5-16,0 1-13 0,0-2 7 0,-1-4 1 16,1 2-3-16,1-8 0 0,-5 9-2 0,0-6 0 15,0 0 0-15,-4 0-5 0,-2-3 1 0,0-1-5 16,-4-1 4-16,2-2-4 0,-1 2 0 0,-2-4 2 15,4 3-6-15,0 0 4 0,4 1 2 0,0-2 1 16,1 2 2-16,7 2 5 0,-9-4-2 0,9 4 0 16,-9-3-2-16,9 3-2 0,0 0 0 0,-10-1-4 15,10 1 0-15,0 0 1 0,0 0-1 0,0 0 1 16,0 0-6-16,40 2-16 0,-20 0-20 0,10 4-34 16,2-6-18-16,7 1-32 0,1 0-38 0,-1-2-28 15,-2 4-130-15,2-6-338 0,-1-2 150 0</inkml:trace>
  <inkml:trace contextRef="#ctx0" brushRef="#br0" timeOffset="-204252.99">24770 8916 111 0,'2'-5'240'0,"-2"5"-3"0,5-8-10 16,-5 8-13-16,3-7-13 0,-3 7-15 0,0 0-26 15,3-5-21-15,-3 5-17 0,0 0-17 0,0 0-8 16,0 0-8-16,0 0-5 0,-1 27-2 15,0-16-5-15,-3 6-7 0,-2 0-4 0,2 1-3 0,0-2-1 16,-2 2-6-16,2 0-2 0,1-1-11 0,-3 0-3 16,5-1-2-16,-2 1-4 0,3-4-3 0,0 3 6 15,-1-4-9-15,2 0-1 0,-1 0-6 0,1-3 1 16,1 2-4-16,3-3 0 0,-3 2-10 0,1-4-13 16,-1 0-20-16,-2-6-19 0,6 11-29 0,-4-6-38 15,-2-5-30-15,5 8-28 0,-5-8-33 0,9 0-188 16,-9 0-422-16,0 0 187 0</inkml:trace>
  <inkml:trace contextRef="#ctx0" brushRef="#br0" timeOffset="-204087.82">24676 8978 5 0,'-6'-3'201'16,"1"1"-12"-16,5 2-14 0,-5-5-16 0,5 5-7 15,0 0-9-15,-6-5-7 0,6 5-13 0,0 0 4 16,0 0-11-16,24 5-15 0,4 0-5 0,2 0-9 15,6-2-17-15,4-1-38 0,11 2-43 0,-12-1-46 16,13 0-61-16,-17 0-170 0,0-2-312 0,-2-2 138 16</inkml:trace>
  <inkml:trace contextRef="#ctx0" brushRef="#br0" timeOffset="-203588.45">25624 8873 1557 0,'22'-25'14'0,"-6"3"37"0,0-1 48 16,-2 1 4-16,-4 9-11 0,-5 2 7 15,1 3-11-15,-3 1-15 0,3 1-2 0,-4 2-10 0,-2 4-5 16,8-8-13-16,-8 8-8 0,0 0-3 0,0 0-8 16,0 0 1-16,0 0 2 0,2 27 6 0,-7-7 2 15,2 10 1-15,-3 2 0 0,-1 3-1 0,-1 11-2 16,-2 1-4-16,3-12-1 0,3-2-3 0,-3 12-3 16,3-12 0-16,-1 1-2 0,1-3-3 0,-1 0 4 15,1-2-2-15,-1 0-10 0,1 0 5 0,2-3 0 16,-6-1-4-16,8-6-17 0,-4 0-13 0,2-1-29 15,-2 0-25-15,1-2-36 0,1 0-34 0,-2-5-39 16,-1 0-50-16,-2 1-132 0,1-4-396 0,1-4 176 16</inkml:trace>
  <inkml:trace contextRef="#ctx0" brushRef="#br0" timeOffset="-203355.72">25740 9035 26 0,'20'-7'151'16,"0"3"-8"-16,3 1 12 0,-5 3-5 0,2 1-11 16,-3 3-13-16,0 2-11 0,-8 2-9 0,2 1-6 15,-4 0-8-15,-1 2-4 0,-3 1-10 0,-3 3-4 16,-3 3 2-16,-1 0-12 0,-5-1-2 0,0 1-5 0,-6 4-3 16,2-7-5-16,-6 1-3 0,0-4-7 15,2-2-2-15,-4 6-4 0,4-6-5 0,-1-1-19 16,0-1-27-16,0-5-33 0,2 2-37 0,3-2-34 15,-1-2-42-15,3 1-112 0,0-4-299 0,2-1 132 16</inkml:trace>
  <inkml:trace contextRef="#ctx0" brushRef="#br0" timeOffset="-202498.67">25976 9088 2 0,'9'-2'170'0,"-9"2"-17"16,13 0 12-16,-6 2-8 0,2 3-2 0,-2-2-14 15,-1 1-12-15,3 3-8 0,-1 3-16 0,-2 1-1 16,1 0-11-16,-1-1-8 0,-4 2-7 0,1 0-6 16,2 0-9-16,-1 0-5 0,-2 0-5 0,-2-1-9 15,0-2-1-15,0-1-7 0,0-1-1 16,0-7-2-16,-2 12-3 0,0-7 1 0,2-5-2 0,-7 10-1 16,7-10-4-16,-5 3-2 0,5-3 2 0,0 0 1 15,-10-1-5-15,10 1 0 0,0 0-3 0,-7-9 1 16,7 9-1-16,0-12 0 0,0 12-9 0,7-19 2 15,-3 8-5-15,2-1 1 0,4-4 0 0,1 3-3 16,0-3 0-16,3 4-1 0,-3 0 0 0,1 3 0 16,-2 3-1-16,-1-2 0 0,-3 2-4 0,2 3 0 15,-3-3-3-15,-5 6-1 0,10 0 1 0,-10 0 1 16,0 0-2-16,11 4 7 0,-5-1-2 0,-2 2 4 16,2 6 1-16,-1-2 6 0,-1-1-2 0,1 3 5 15,0 0-3-15,1 1 1 0,-1 0-2 0,1-1 0 16,3 2 0-16,0-3 6 0,0-1-3 0,0 1 3 15,0-3-3-15,0-1 1 0,0 0-2 0,-3-3 4 16,6 2-4-16,-3-1-1 0,-3-2-2 0,4 0 4 16,-10-2-2-16,11-2 0 0,-11 2 5 0,11-6-5 15,-5 1-1-15,-2-1-3 0,0-3 0 0,-2-1 1 0,2-2 1 16,-4-5-4-16,0 1-7 0,0-1-1 0,-4 0-4 16,0 0 3-16,-2 0-2 0,0 1 2 0,2-1 1 15,-1 5 1-15,-1 2-1 0,1 0 5 0,3 3 3 16,-3 0 0-16,3 1-4 0,2 6 3 0,-3-8-3 15,3 8 1-15,-6-7-6 0,6 7 1 0,0 0-1 16,0 0 0-16,0 0 4 0,0 0-1 0,19 0 1 16,-9 0 1-16,1 3-3 0,3 0 1 0,2 1 3 15,4 1-2-15,-2-1 4 0,0 2-6 0,0 0 1 16,-3 1 0-16,2 1-3 0,-7-1 2 0,4 5 0 16,-3 0 1-16,0 3-4 0,-4-4 6 0,2 3-4 15,0 3 5-15,-5-5-1 0,1 0 2 0,0 1-2 16,-3-1 3-16,5 2-3 0,-3-2 0 0,0-3 1 15,-1 1 3-15,-1-3-4 0,2-3-2 0,1 2 6 16,-4 0 2-16,-1-6 6 0,6 5 9 0,-6-5 11 16,6 5 6-16,-6-5-5 0,0 0 4 0,14-7-2 15,-7 4 3-15,0-6-3 0,3 2 1 0,-1-2-6 16,5-4-2-16,-1 1 0 0,1-2-3 0,4-6 0 16,-4 8-6-16,1-9 0 0,-1 7 2 0,-1-3-6 15,5-2 10-15,-3 4-14 0,-2 1 1 0,0 2-4 16,1 0 0-16,-6 2 1 0,-1 3-2 0,1-1 0 15,-2 2-2-15,-2 1-5 0,-4 5 3 0,5-5-6 16,-5 5 0-16,0 0 1 0,13 6-2 0,-9 0 2 16,-4 2 0-16,5 6 0 0,-5 0 1 0,2 1-3 15,0 3 4-15,-4 0 3 0,0 2-1 0,2-2 0 16,-3 0 1-16,1-2-2 0,0 1 2 0,0-1-3 16,2 1 2-16,-1-2 2 0,-3 1-14 0,4-4-25 15,-2 0-31-15,0-3-44 0,0 1-38 0,-1-2-29 0,-1-1-54 16,0 0-164-16,1-2-427 0,-4-3 190 0</inkml:trace>
  <inkml:trace contextRef="#ctx0" brushRef="#br0" timeOffset="-202340.69">26873 8919 14 0,'0'0'150'0,"2"-10"-22"0,-2 10-15 0,0 0-26 15,4-3-32-15,-4 3-29 0,0 0-44 0,18 12-28 16,-7-4-40-16,4 1-91 0,2 1 41 0</inkml:trace>
  <inkml:trace contextRef="#ctx0" brushRef="#br0" timeOffset="-201556.29">27344 9120 50 0,'0'0'193'0,"0"0"11"0,2-10 1 16,-2 10-4-16,0 0-6 0,-14-11-7 0,9 7-14 15,-3 0-13-15,-1 3-12 0,-1-2-12 0,-2 2-10 16,12 1-17-16,-19 4-9 0,8-3-2 0,3 4-17 16,-4 4-8-16,3-1-6 0,0 2-7 0,1 3-4 15,0-1-6-15,4 3-4 0,-1-4-5 0,5 0-1 16,0 1-7-16,3 0-2 0,-1 1 4 0,4-3-5 16,4 0-3-16,-3 0-5 0,3-1 0 0,2-1-3 15,-1-3-1-15,2-1-5 0,1 0 0 0,-3-3 3 16,1 1-5-16,-1-4 1 0,0 1 1 0,1-3 0 15,-4-3-7-15,-1-1 1 0,3-3 0 0,-4-4 1 16,2-2-6-16,1-6 2 0,-4-1 3 0,4-1-4 16,-4 0 1-16,1-3-1 0,-1 1-2 0,1 0 1 15,1-1-1-15,0 0 5 0,-2 1-8 0,-3 0 5 16,2 2-3-16,0 8 5 0,0 1 3 0,-4 6 7 0,4 0 6 16,-4 2-3-16,0 2-6 0,0 6-5 15,2-10-2-15,-2 10 1 0,0 0-3 0,0 0 3 16,0 0-6-16,0 32-4 0,-2-14 4 0,-2 9-1 15,-2 0 2-15,2 1 1 0,1 4-3 0,-1-7 0 0,4 3 3 16,-2-3-6-16,2 0 3 0,2 1 0 16,1-6 0-16,-1-1 3 0,4 1-3 0,0-4 6 15,0 1-2-15,1-2 0 0,2-2-1 0,-3-3 6 16,5-1-4-16,0-2-2 0,1 0 3 0,-1-2-3 16,2-3 5-16,4 1-2 0,-4-3-2 0,5-4 5 15,-1 1 0-15,-1-4-4 0,0-1 3 0,-2-1-3 16,1-3-2-16,-1-2 1 0,-1 1-4 0,1-3 0 15,-3-1-2-15,5-4-1 0,-7-1-6 0,-2 3 0 0,-1 2 0 16,0 1-1-16,-2 0-1 0,-4 4 3 0,0 4 2 16,0 0 0-16,0 8-3 0,-2-11 2 0,2 11-1 15,-8-6-1-15,8 6-3 0,-19 10 1 0,2-1 1 16,2 3 2-16,-1 2 2 0,3 2 2 0,-2 4-4 16,3 2 3-16,5-3-2 0,0-3 4 0,7 3-1 15,0-2 2-15,5 0-1 0,0-2 1 0,5-1 3 16,1-2 2-16,7-1-3 0,-1-2 0 0,4-2 1 15,6 0 2-15,-6-5-7 0,6-2-1 0,2 2-2 16,-9-4 5-16,2 0-2 0,-1-2 1 0,-2-1 0 16,0-1-1-16,-1-3 0 0,-2-1 6 0,2-2-4 15,-5 2 2-15,0-4-3 0,3-5 12 0,-4 5-11 16,-3 0 0-16,1 2 1 0,-5 0-1 0,2 3 0 16,0 2 2-16,-4 1-1 0,0 3-1 0,-3 3-4 15,5-7-1-15,-5 7-5 0,0 0 1 0,0 0-1 16,0 0 7-16,0 0-3 0,0 22 9 0,-2-12-6 15,-1 4 2-15,1 2-3 0,-7-3 0 0,7 4-1 16,-2-1 4-16,-1-1 0 0,1 1 3 0,1 0-4 16,2-3-8-16,-6 1-28 0,4 2-35 0,0-2-51 15,1-3-53-15,0 1-52 0,-2-2-184 0,4 2-447 16,-2-2 198-16</inkml:trace>
  <inkml:trace contextRef="#ctx0" brushRef="#br0" timeOffset="-201186.55">28427 9254 1868 0,'11'-25'83'0,"-2"10"69"0,-2 0-9 16,-3 3-25-16,1 4-23 0,-1 0-20 0,-2 2-13 16,0-1-19-16,-2 7-14 0,7-4-5 0,-7 4 6 0,0 0-4 15,5 14 2-15,-4-3 0 0,0 4 9 16,-1 4-9-16,2 0 0 0,-2 5-6 0,2-3 3 15,0-2-5-15,-1 0 2 0,2 1-7 0,-1-1 6 16,2-2-6-16,1-1-1 0,-1-2 17 0,1-2-2 0,0-3-3 16,-2 0 1-16,1-3-4 0,-2-1 7 0,1 0 19 15,-3-5 18-15,5 7 16 0,-5-7 13 0,6 2-2 16,-6-2-1-16,0 0-7 0,0 0-3 16,16-11-7-16,-9 2 2 0,-1-1-4 0,2-6-9 0,0 1-4 15,3-2-6-15,0-7-11 0,1 1-1 0,4-3 5 16,-1-2-18-16,-1 1 0 0,5-1-7 0,2 2-19 15,-1 1-15-15,-2 2-26 0,3 4-17 16,-5 7-27-16,-2 1-30 0,-5 4-42 0,3 1-45 0,-3 3-41 16,-3 3-18-16,-6 0-10 0,15 3 6 0,-7 7-17 15,-4 1-148-15,1 4-461 0,-1 3 204 0</inkml:trace>
  <inkml:trace contextRef="#ctx0" brushRef="#br0" timeOffset="-200378.51">28909 9397 90 0,'0'0'202'0,"0"0"1"0,0 0-2 0,0 0 6 16,7 2 1-16,-7-2-7 0,0 0-13 0,0 0-5 16,11-11-12-16,-11 11-11 0,6-11-11 0,-1 3-8 15,-1 2-11-15,1-3-16 0,-1 0-13 0,1-3-9 16,0 2-2-16,3-6-10 0,-5 6-7 0,0 5-8 16,1-6 0-16,-1 1-10 0,-3 0-6 0,0 4-4 15,1-3-5-15,-1 2-6 0,0 7-3 0,-3-11-4 16,3 11-6-16,-4-8-5 0,4 8-3 0,0 0-1 15,-14 3 2-15,14-3-5 0,-14 14-2 0,1-4 0 16,1 4 3-16,-1 2-4 0,0-1-3 0,2 2-2 16,2-2 5-16,0 2-2 0,1-1-7 0,2 1 5 15,1-1 0-15,3-3 0 0,2-1-1 0,2 2-1 16,0-2 0-16,2-2 2 0,3 0 2 0,0 0-1 16,4-2 7-16,0-2-11 0,0 0 2 0,1 0 2 15,1-2 5-15,1-2-5 0,-3-2 2 0,3 0-1 16,-2-2 2-16,-2 0-1 0,3-5-3 0,-3 2 0 15,0-1 5-15,2-2 3 0,0-2-6 0,-3 1 2 16,5-4-3-16,-2 1 3 0,2-2-5 0,-3 2 2 16,1-1-1-16,-1-3-3 0,2 2 4 0,-5 6-3 0,6-3-4 15,-6 3 2-15,-1-1 2 0,0 4 0 16,-1 1-8-16,-3 0 0 0,-3 4-1 0,7-2 0 0,-7 2-2 16,0 0 5-16,9 8 1 0,-4-2-3 15,-1 3 2-15,-1-1-1 0,-2-1 0 0,0 3 4 0,2 1 0 16,-1-1-2-16,0 2 1 0,0-5 5 0,1 1-2 15,-1-1 2-15,1-2 4 0,2 1-2 16,-2-1 3-16,2-1 3 0,1 1-1 0,2-3 6 16,1 0 2-16,0-1 1 0,-2-1-1 0,6-1 2 15,-4-3 1-15,3 0 2 0,-1 0-1 0,-1-1-4 0,3-1 1 16,-3-2 3-16,1 1-6 0,-4-1 2 16,3-1 2-16,-2 0 0 0,-2 0-4 0,1 0 6 15,-2 2-7-15,1 1 1 0,-2 1 4 0,0 0-7 16,-4 5-6-16,5-5 0 0,-5 5-5 0,0 0-2 0,0 0 0 15,0 0 0-15,0 0-4 0,0 0 1 0,0 0-1 16,7 12 6-16,-7-12-3 0,1 12-1 0,0-6 6 16,3 4-2-16,0-4 5 0,1-1-2 0,-1 1 2 15,2-1-3-15,1-1 2 0,1 2 0 0,1-4 4 16,2 2-5-16,-5-4 2 0,5-2-2 0,-3 2 18 16,-8 0-12-16,15-4 1 0,-6 1 5 0,3-1-2 15,-4-1-2-15,2 1 4 0,-4 0 9 0,-1 0 7 16,2 1 0-16,-1 1-1 0,-6 2-3 0,6-5 4 15,-6 5-16-15,0 0-2 0,8-2-9 0,-8 2 6 16,0 0-5-16,4 14-6 0,-4-4 2 0,-3 6 2 16,0 3 3-16,-4 4 3 0,-3 3-1 0,0 2-2 15,-2 0 2-15,0 0 18 0,0 1-29 0,2-1 3 16,-2-2 5-16,1 3 7 0,4-3-6 0,-3 1-18 16,1-3-24-16,3 2-30 0,-1-1-26 0,0-7-44 15,2 5-55-15,1-5-71 0,0 1-59 0,-3-2-216 16,5-1-580-16,-3-7 258 0</inkml:trace>
  <inkml:trace contextRef="#ctx0" brushRef="#br0" timeOffset="-199904.69">30440 9069 215 0,'5'-11'280'0,"-3"2"-9"16,1-1-27-16,-2 3-15 0,2 1-25 0,-3 6-20 16,4-10-24-16,-4 10-16 0,0 0-18 15,0 0-10-15,0 0-12 0,-3 31 2 0,-2-4-13 16,-4 5 7-16,0 16-4 0,0 1-11 0,-1-2-4 0,0-1 20 15,2-11-7-15,-1-2-13 0,1-1-4 0,2 1-6 16,-2 1-11-16,2-3-1 0,2 0-9 16,-2-2-1-16,2-3-8 0,0-2-6 0,1-4-1 15,1-2-6-15,2 0-20 0,-3-2-25 0,1-1-22 0,-1-2-37 16,1-3-40-16,-2 2-58 0,0-7-54 0,2 3-51 16,-4-4-171-16,6-4-487 0,-9 5 216 15</inkml:trace>
  <inkml:trace contextRef="#ctx0" brushRef="#br0" timeOffset="-199671.2">30445 9304 150 0,'20'-4'198'0,"1"1"-11"0,0 3-3 0,-1 3-6 15,-4 1-12-15,-3-1-10 0,0 4-17 0,-2-2-9 16,-3 5-11-16,0 0-13 0,-2 1-13 0,-2 0-4 15,-2 0-13-15,1 1 6 0,-3 0-17 0,-5 2-5 16,-3 2-3-16,-1-3-2 0,-4-2-7 16,-2 2-7-16,1-3-2 0,-2 0-4 0,0-2-20 0,0-2-30 15,-1 0-30-15,-1-1-50 0,5-5-47 0,1 1-66 16,0-2-120-16,2 0-354 0,-2-3 157 0</inkml:trace>
  <inkml:trace contextRef="#ctx0" brushRef="#br0" timeOffset="-199062.86">30820 9363 49 0,'0'0'218'0,"0"0"-7"0,0 0-5 0,0 0-13 16,-19 13-12-16,14-5-6 0,-2 1-18 0,-1 1-11 15,2-1-15-15,0 2-8 0,1 1-13 0,1 0-6 16,3-1-14-16,0 0-5 0,1 2-10 0,1-2-7 15,2-1-3-15,2-2-3 0,0 1-8 0,0-1-6 16,4-1-1-16,1-1-21 0,-1-1-1 0,1-1 0 16,-2-2 0-16,0 0 0 0,0-1-5 0,4-1 3 15,-12 0 0-15,14-3-2 0,-4 1-5 0,-3-2 3 16,-1 0 1-16,-1-2-4 0,1-2-2 0,-3 0 1 16,2-3-6-16,-5 1 0 0,2-2-2 0,-2 0 4 15,-3 0-2-15,1-1-1 0,0 2-2 0,1 0 1 16,-1 0-7-16,-2 3 6 0,2-1-5 0,1 2 3 15,1 7-4-15,-4-10 2 0,4 10 0 0,0 0-3 16,-1-9-6-16,1 9 2 0,0 0-2 0,0 0 5 16,6-5-3-16,-6 5 2 0,16 0 3 0,-2 2 0 15,1-2-2-15,3 3 3 0,0-1-5 0,-1 1 5 16,-4 0-6-16,0-1 5 0,1 2 0 0,-2-1-5 16,-2 1 7-16,0 1 0 0,-2 2-9 0,0-4 0 15,-3 6 2-15,-1-2-4 0,-1-2 2 0,-1 5 3 16,-1-1 2-16,-4 2 0 0,1 0 1 0,-1 1-1 15,1-2 1-15,-1 3 1 0,1-1 3 0,0-2-3 16,-1 3 0-16,3-1 8 0,0-1-11 0,0-2 5 16,1-1-1-16,1 0 0 0,4-1 9 0,-1 1-6 15,2-2 2-15,2 0 2 0,2-1 3 0,1-3 1 16,0 0 1-16,3-2 1 0,2-2 3 0,-3 1 6 16,2-3 4-16,1-1-3 0,-5 0 1 0,3-5-2 15,-6 1-1-15,2-3 0 0,3-2-2 0,-3 1-6 16,-4-2 1-16,-4-3-2 0,-1 0-3 0,-2-1-1 15,-1-1-9-15,-3 1-9 0,2 0-10 0,-3 3 2 16,-1 2-12-16,0 0-8 0,-1 6-24 0,1-2-25 16,-1 4-39-16,-1 1-29 0,0 4-34 0,8 1-38 15,-18 3-159-15,4 2-417 0,5 3 185 0</inkml:trace>
  <inkml:trace contextRef="#ctx0" brushRef="#br0" timeOffset="-198652.34">31385 9695 212 0,'7'-2'255'0,"-7"2"-10"0,13-6-6 15,-4 0-23-15,0-1-16 0,2 0-19 0,-2-2-12 16,4-2-12-16,3 0-11 0,-3-2-14 0,1-1-11 16,-1-2-9-16,3-4-6 0,0-1-8 0,-5 5-7 15,0-2-8-15,-4-1-2 0,2-5-8 0,-1 5-8 16,-4 0 2-16,-2 1-8 0,0-1-5 0,-4 2 10 15,1 3-11-15,-2 2 2 0,0 0-5 0,0 2-15 16,-2 1-3-16,0 4-6 0,2-1-4 0,3 6-5 16,-6-8-2-16,6 8-1 0,-7-4-5 0,7 4 0 15,0 0-2-15,0 0-1 0,0 0 2 0,-7 13-1 16,7-13-1-16,10 15 3 0,-1-8-12 0,9 2 4 16,0-1-1-16,9 4 4 0,-2-3-4 0,3-1-2 15,-1 1 2-15,1-1 6 0,-8-2-13 0,0-1 3 16,-4 1-1-16,-4-2 0 0,0 0-3 0,-2-1 0 15,-1 4 6-15,-3 0-6 0,-1 0 4 0,-1 1-1 16,0 2 3-16,-2 1 3 0,-2 1 0 0,0 0 1 16,-2-2 1-16,-2 3 0 0,2 3 0 0,-1-4 2 15,-1-1 1-15,2 5-1 0,-4-4-5 0,4 0-19 16,-2 0-23-16,3 0-31 0,-1 0-51 0,1-2-62 16,2-3-69-16,-1 2-226 0,0-9-521 0,0 12 231 15</inkml:trace>
  <inkml:trace contextRef="#ctx0" brushRef="#br0" timeOffset="-192117.07">24745 8919 40 0,'-6'-5'90'0,"6"5"3"0,0 0-8 15,-4-5-3-15,4 5 7 0,0 0-8 0,0 0-1 16,-8-5-8-16,8 5 3 0,0 0-6 0,0-7 4 15,0 7-7-15,0 0-4 0,-4-7-2 16,4 7 5-16,0 0-8 0,-2-7 5 0,2 7-12 0,0 0 5 16,0-11-5-16,0 11-1 0,0 0 3 0,0 0 0 15,1-11 0-15,-1 11-4 0,0 0-3 0,0 0 1 16,1-8-5-16,-1 8-2 0,0 0-4 0,0 0 2 16,0 0-7-16,4-6 0 0,-4 6-2 0,0 0-5 15,0 0-4-15,0 0-2 0,0 0-3 0,0 0-7 16,0 0 1-16,0 0 3 0,0 0-3 0,0 0-2 15,0 0-2-15,0 0-1 0,0 0 2 0,0 0-4 16,0 0-2-16,0 0 6 0,0 0-5 0,0 0 3 16,0 0-1-16,-4 27-1 0,3-19 1 0,-3 0 2 15,2 2 1-15,-1-1-4 0,1 2-1 0,-2 0 4 16,-1 0-1-16,1 2 4 0,-1-1-2 0,-1 3 5 16,-2 0 6-16,0 2-1 0,3 0 4 0,-3-3-3 15,1 1 4-15,2-1-5 0,1-1-2 0,0-3 1 16,1 0 0-16,-1 2-3 0,2-2 3 0,-1 0 3 15,1 0-5-15,-1-1 2 0,3 2 2 0,-4-2-7 0,3-2 0 16,1-7 2-16,0 16 0 0,1-9 0 16,-1-7 2-16,2 14-1 0,0-8 1 0,2-1 2 15,0 1-3-15,0 0-3 0,0-1 7 0,1 0-4 16,1-2-4-16,0 0-1 0,3 1 3 0,-2 0-4 0,-1-2-13 16,-1 0-17-16,3 0-10 0,-8-2-16 0,13 2-16 15,-13-2-21-15,11 1-18 0,-11-1-21 16,14-4-27-16,-9 1-31 0,2 0-115 0,-2-1-323 15,4-2 143-15</inkml:trace>
  <inkml:trace contextRef="#ctx0" brushRef="#br0" timeOffset="-191863.75">24523 8974 104 0,'0'0'104'15,"0"0"17"-15,0 0 0 0,0 0-8 0,0 0-4 16,31 4-13-16,-11-2 3 0,1-1-14 0,0 0-4 16,6-1-10-16,3 3-2 0,-3-1-12 0,-4-1-6 15,4 1-12-15,-6-2-21 0,0 2-36 0,0-1-19 16,-1-1-28-16,0 3-29 0,-3-2-94 0,0-2-202 15,-5-1 89-15</inkml:trace>
  <inkml:trace contextRef="#ctx0" brushRef="#br0" timeOffset="-191413.11">24708 8797 111 0,'0'0'143'15,"0"0"-9"-15,0 0-8 0,-2-6-21 0,2 6-9 16,0 0-7-16,0 0-15 0,0 0-5 0,0 0-11 15,0 0-4-15,0 0-1 0,0 0-4 0,0 0-4 16,0 0 3-16,0 33 4 0,-2-16 5 0,1 0 4 16,-2 2-7-16,1 0 1 0,-6 4 4 0,5-3-6 15,-3-1-2-15,-2 5 3 0,2 0-4 0,1-6 1 16,-1 0-4-16,1 0-3 0,-2-1-6 0,1-1 0 16,1 1-6-16,1-3 1 0,0-2 0 0,0-1 3 0,2 2-1 15,-1-1-4-15,1-1 0 0,-1-1-3 16,3-2-3-16,-1 0 0 0,1 1-3 0,0-9-3 15,4 11 3-15,-4-5-3 0,0-6-3 0,2 10 3 0,-1-5-3 16,-1-5-1-16,9 8-1 0,-4-5-1 0,1-1-3 16,0 2 3-16,2-2-12 0,3 0-14 0,-2 0-17 15,-1-1-24-15,3-1-18 0,-1-1-20 0,3-1-39 16,-3-2-22-16,1-2-18 0,0 1-131 0,1-1-327 16,-2-2 144-16</inkml:trace>
  <inkml:trace contextRef="#ctx0" brushRef="#br0" timeOffset="-191223.53">24614 9014 69 0,'0'0'134'0,"0"0"-10"15,0 0-8-15,0 0-9 0,0 0-10 0,0 0-8 16,37-3-9-16,-8 2-15 0,4-2-25 0,2 3-41 15,-1-2-10-15,-1 1-31 0,-1 1-30 0,-1-1-61 16,-2 2-144-16,-9-4 65 0</inkml:trace>
  <inkml:trace contextRef="#ctx0" brushRef="#br0" timeOffset="-186376.77">23594 10209 18 0,'-7'1'179'15,"7"-1"13"-15,0 0-10 0,0 0-10 0,0 0-12 16,0 0-12-16,3-16-19 0,2 7-8 0,4 1-7 16,4-5-9-16,0 3-7 0,8-8-4 0,1 0-10 15,1-1-8-15,1 1-5 0,1-3-7 0,0 0-4 16,-1 0-4-16,-1 0-5 0,4-2-5 0,-1 2-5 0,-1 0-4 16,0 0-8-16,-5 0 4 0,3-1-5 15,-1 0-1-15,-3 2-4 0,-4 4-6 0,2-3 0 16,-4 5 0-16,-3 2-3 0,-4 1 0 0,2 2-2 15,-3 1-1-15,-1 2-2 0,-2 1 1 0,1-1-3 0,-3 6-3 16,3-10-1-16,-3 10-1 0,0 0-4 0,0 0 1 16,0 0-2-16,-16-1-1 0,16 1 2 0,-29 10 7 15,8 0-8-15,-3 3-5 0,-1 0 6 0,7-1-2 16,0-1 1-16,-3 5-2 0,9-6-1 0,1-1 6 16,5 1-4-16,-2 2 3 0,6-3-3 0,2 1 4 15,2 0 0-15,3 3-6 0,2-2 6 0,2 2 4 16,5 3-5-16,-1-2 5 0,-2-3-5 0,4 2 4 15,0-1-1-15,0-2-3 0,-2 0 0 0,1 0 2 16,-4-2-4-16,-1 0 5 0,-2-1-3 0,-2-1 2 16,1-1-3-16,-2 0 1 0,-1 0 1 0,1 0 0 15,-4-5-3-15,3 9 4 0,-3-9 1 0,-3 10-3 16,3-10 4-16,-6 9 1 0,-1-2-4 0,0-2-5 16,-3 0-13-16,1 0-13 0,-2 0-12 0,0 0-27 15,2-1-22-15,2-1-33 0,1-1-26 0,6-2-35 16,-13 4-117-16,13-4-327 0,0 0 146 0</inkml:trace>
  <inkml:trace contextRef="#ctx0" brushRef="#br0" timeOffset="-186120.33">24216 9867 1762 0,'14'-23'9'0,"-4"6"29"16,-1 1 11-16,-1 2 1 0,-3 4-2 0,0 0 5 15,-1 0 4-15,-1 4 8 0,-1 0 0 0,1 0 0 16,-3 6-2-16,6-7-9 0,-6 7-8 0,0 0-7 15,0 0 0-15,0 0-2 0,0 0-6 0,0 0 12 0,3 23-6 16,-5-7-1-16,1 2-1 0,-8 5 3 16,5-3-2-16,1 7-2 0,-3 1 0 0,2-4-6 15,1-5 2-15,-5 3-9 0,4-3 2 0,0-1-1 16,-1 0 0-16,3 0-4 0,-2-2-1 0,1 1-1 0,1-6-6 16,-2 0-16-16,3 0-26 0,-2-2-16 15,2-1-28-15,-2 0-25 0,2-2-32 0,0 1-11 16,1-7-35-16,0 8-20 0,0-8-160 0,0 0-389 15,0 0 173-15</inkml:trace>
  <inkml:trace contextRef="#ctx0" brushRef="#br0" timeOffset="-185636.86">24109 9936 12 0,'0'0'125'0,"0"0"-10"15,0 0-6-15,9-10-2 0,2 8-5 0,3 1-8 16,13-4-2-16,4 4-11 0,1 0-2 0,2 1-12 15,1-2-3-15,-1 2-9 0,-2-1-5 0,1 1-5 16,-2 0-4-16,-1 0-4 0,-1 0-1 0,-11 0-7 16,-2-2-4-16,-3 2 3 0,-3 0-3 0,-1-1-5 15,-9 1 3-15,13 0-2 0,-13 0 4 0,10 0 0 16,-10 0-2-16,7 1 5 0,-7-1-1 0,0 0-4 16,0 0-2-16,0 0 6 0,0 0 6 0,-17 12 11 15,7-4-3-15,-4 2 2 0,-3 2-3 0,-2 4 3 16,3-3 3-16,2-1-4 0,-4 1-3 0,5 0 4 15,0 0-6-15,5-3-7 0,1 0 0 0,1-1-4 16,3 0-6-16,0 2 4 0,2-4-5 0,2 0 0 16,-1-7 4-16,6 15-7 0,-3-8-2 0,1-2 4 15,0 0-2-15,2-2-3 0,2 1 0 0,-8-4 1 16,13 2 1-16,-7-2-1 0,2 0-5 0,-8 0 1 16,19-6 3-16,-11 1-3 0,-1 1-2 0,-1 0 2 15,3-4-4-15,-1 1 1 0,0-2-1 0,-2-1-8 16,1-1-6-16,-2 0-3 0,-1-1 0 0,1 1-1 0,1 0 2 15,-1-5 0-15,-4 7 2 0,2 1 4 16,0 3-4-16,-3 5-3 0,1-11 3 0,-1 11-4 16,0 0 2-16,0 0-3 0,0 0 2 0,0 0 2 15,0 0 1-15,-7 30 0 0,3-15 6 0,1 0 2 0,1 1-2 16,0 0 0-16,-1 0-1 0,5 0-1 0,3 0 4 16,-3 0-19-16,3-1-27 0,-1-4-33 0,0 1-40 15,3-2-45-15,-2-1-157 0,1-1-346 16,0-1 153-16</inkml:trace>
  <inkml:trace contextRef="#ctx0" brushRef="#br0" timeOffset="-185238.39">24883 9849 51 0,'2'-7'214'0,"-1"2"-23"0,-1 5-28 16,1-8-11-16,-1 8-14 0,0 0 0 0,0 0-6 15,0 0-5-15,-5 42-5 0,1-16-5 0,-2 0-5 16,-2 3-13-16,2-2-6 0,1 1-7 0,-1-4-6 16,-1 0-6-16,0-7-5 0,5 0-12 0,-3-6-1 15,2-1-11-15,1 2 1 0,-2-3-5 0,2-1-3 16,-3-3-5-16,3 0 1 0,2-5 0 0,-5 9-4 16,5-9 0-16,-4 5-3 0,4-5 2 0,0 0-7 15,0 0 1-15,0 0-6 0,0 0-2 0,0 0-2 16,0 0-6-16,20-14-7 0,-9 7-2 0,3 2-4 15,1-1 1-15,-1 1 0 0,3 1 5 0,-5 2-5 16,2 1-3-16,-2 0 1 0,1 2 1 0,-4 2-4 16,1 0 0-16,-4 3 3 0,0-2 1 0,-3 3 0 15,-1-2 1-15,-4 6-2 0,1-4 10 0,-6 5 0 16,0-2-1-16,-5 3 3 0,0 0 1 0,-2-2-2 16,1 0 2-16,-1-1-6 0,1 0 10 0,-3 0-10 15,5-3-13-15,1-2-24 0,1 1-23 0,3-2-32 0,0-1-13 16,1 0-37-16,5-3-42 0,0 0-161 15,0 0-373-15,0 0 165 0</inkml:trace>
  <inkml:trace contextRef="#ctx0" brushRef="#br0" timeOffset="-185067.37">25057 10072 76 0,'5'-7'240'0,"-2"6"-15"15,-3 1-20-15,6-6-25 0,-6 6-17 0,0 0-14 16,0 0-11-16,0 0-5 0,12 10-11 0,-10 0-8 0,2 1-9 15,-4 1-13-15,0 4 0 0,0-1-12 0,-2 2-9 16,-2-1-7-16,2 4-8 0,-1-4-38 0,0 2-35 16,-2-1-40-16,0 0-41 0,-1-5-63 0,0 2-171 15,1-3-360-15,0-2 160 0</inkml:trace>
  <inkml:trace contextRef="#ctx0" brushRef="#br0" timeOffset="-184901.27">25050 9871 9 0,'3'6'-2'0,"-3"-6"-2"15</inkml:trace>
  <inkml:trace contextRef="#ctx0" brushRef="#br0" timeOffset="-184680.83">25305 9855 163 0,'2'-6'222'16,"0"-1"4"-16,2 1-5 0,-4 6-17 0,1-9-18 16,-1 9-20-16,0 0-21 0,6-5-17 0,-6 5-11 15,0 0-6-15,4 18-8 0,-6-2-1 0,0 5 0 16,0 6-6-16,-2 4-6 0,-1 1-12 0,0 0-4 15,-2-3-10-15,0 1-4 0,3-4-8 0,-4-1-4 16,3 1-4-16,0-2-5 0,0-5 0 0,1 0-19 16,0-2-37-16,2-2-32 0,-2-3-41 0,2 1-47 15,1-3-37-15,1 0-46 0,-2-1-150 0,2-9-399 16,0 10 177-16</inkml:trace>
  <inkml:trace contextRef="#ctx0" brushRef="#br0" timeOffset="-184482.44">25491 10046 228 0,'4'-3'222'16,"-4"3"-20"-16,7-7-18 0,-7 7-24 0,0 0-3 15,0 0-6-15,0 0 4 0,0 0-9 0,2 19-8 16,-4-9-13-16,-2 3 1 0,-1 3-20 0,1-1-11 16,-2 1-9-16,0-1-7 0,-1 1-10 0,3 1-4 15,0-2-8-15,0-3-3 0,1 1-21 0,0-3-28 0,-1 2-31 16,2-2-36-16,-1-1-40 0,-1 1-45 15,4-3-53-15,-4-1-151 0,4-6-381 0,0 0 168 16</inkml:trace>
  <inkml:trace contextRef="#ctx0" brushRef="#br0" timeOffset="-184310.51">25475 9836 160 0,'0'0'181'0,"0"-9"-20"16,0 9-15-16,0 0-21 0,0 0-14 0,0 0-27 16,0 0-40-16,0 0-23 0,0 0-32 0,11 22-48 15,-3-12-102-15,0 2-174 0,0-3 77 0</inkml:trace>
  <inkml:trace contextRef="#ctx0" brushRef="#br0" timeOffset="-183522.25">25799 9911 84 0,'4'-6'187'15,"-1"1"-2"-15,0-1 14 0,-3 6 13 0,5-11-12 16,-3 6 0-16,-2 5-6 0,2-7-13 0,-2 7-22 16,0 0-20-16,1-8-18 0,-1 8-12 0,0 0-7 15,0 0 5-15,-5 24-3 0,0 0 1 0,-5 4 6 16,0 0-17-16,-1 0-5 0,-2 3-9 0,-1-2-4 16,1 0-9-16,-1-3-4 0,3 0-5 0,0-3-4 15,1 1-4-15,4-6-5 0,-1 0 1 0,3 0-10 16,-3-2-13-16,2-4-16 0,1 0-23 0,-1-2-23 15,1-2-20-15,2 2-26 0,0-5-22 0,-2 0-11 16,4-5-4-16,-1 8-5 0,1-8-5 0,0 0-11 16,-7 3 0-16,7-3 2 0,0 0 2 0,-8-13 28 15,5 7-5-15,3-5 9 0,-2 2 14 0,4-3 8 16,-4-2 12-16,4-1 11 0,-2-2 9 0,3 1 6 16,1-3 9-16,2 0 5 0,6-4 14 0,-5 7 15 15,2 2 6-15,2 0 7 0,0 5 9 0,-2-3 7 16,0 7 8-16,0-4 1 0,-2 4 7 0,2-1 0 15,2 2 4-15,-4 2-4 0,0 1 0 0,-7 1 0 0,15 1 1 16,-8 1 4-16,-1 1-1 0,1 3 1 16,1 1 5-16,-2 2 4 0,-2 2 10 0,1-2-9 15,1 3 0-15,-3-1-4 0,4 2 3 0,-3-3-10 16,1 0 1-16,-1 2-4 0,1-2-3 0,1 0 0 16,3-4 1-16,0 4-3 0,2-3-1 0,3-3-5 0,1 1 3 15,0-2-6-15,-2-3 0 0,7 0 1 16,-7 0 2-16,5-3-2 0,-4 1 1 0,2-3-2 15,-3 2 3-15,1-3-2 0,-1 0 9 0,-4 1 5 0,2 0 4 16,-4-1 2-16,2-1 9 0,-2 0-7 16,-3 1-1-16,1-1-1 0,-1 0 1 0,-2 1 3 15,-2 6 4-15,5-8-1 0,-3 4-7 0,-2 4-3 16,0 0-7-16,4-7-8 0,-4 7-7 0,0 0-3 0,0 0-2 16,0 0 8-16,0 0-10 0,-4 30-1 15,2-11-1-15,-5 6 5 0,-1 3-6 0,-2 3 4 16,1 0-4-16,-2 1-2 0,-1 1 2 0,-3 12-2 0,-1 1-4 15,1 2 2-15,3-5-4 0,1 6 2 0,2 0 1 16,1 0-2-16,-4-3 2 0,7 2 1 0,-1-12 0 16,-1 0-2-16,2 11-4 0,-1-12 1 0,1-2 1 15,-1-2-2-15,1-4-3 0,-2-1-3 0,3-8 7 16,-1-3 5-16,1 0-3 0,0-5 7 0,-1-1-9 16,-2-2 7-16,-2-2 2 0,2-4-3 0,-3-2-4 15,-3-1 17-15,-2-5-15 0,-1-1 1 0,1-4-1 16,1-4-6-16,-3-5-7 0,3-6-15 15,3-3-3-15,2-2-3 0,-1-2 2 0,4-1-10 0,6 0 2 16,4 1 3-16,6-11 7 0,-1 10-2 0,8 2 2 16,10-10-8-16,5 5-5 0,1 4 1 0,4 2-1 15,-8 10-11-15,2 1 0 0,1 2-11 0,1 2-5 16,3 1-16-16,0 3-17 0,-2-2-43 0,2 5-46 16,15-5-37-16,-17 8-60 0,0-2-144 0,1 1-459 15,-3-1 203-15</inkml:trace>
  <inkml:trace contextRef="#ctx0" brushRef="#br0" timeOffset="-183353.75">26666 10360 2608 0,'0'0'109'0,"13"-4"-18"0,-13 4-27 0,9-1-13 16,-9 1 30-16,0 0 20 0,7-1 16 0,-7 1 4 16,0 0-10-16,0 0-6 0,9-3-18 0,-9 3-5 15,0 0-13-15,0 0-10 0,8-2-44 0,-8 2-40 16,0 0-45-16,0 0-61 0,0 0-62 0,0 0-61 15,0 0-279-15,0 0-578 0,0 0 255 0</inkml:trace>
  <inkml:trace contextRef="#ctx0" brushRef="#br0" timeOffset="-178438.67">27080 10182 120 0,'0'-7'159'0,"0"7"5"0,0 0-5 0,-6-12-23 16,6 12-9-16,-7-5-11 0,1 1-8 0,6 4-7 15,-14-4-5-15,5 4-9 0,-2 1-9 0,-1 3-1 16,-1-1-2-16,-3 4-6 0,1 1-4 0,-3 1-8 16,3 3-3-16,0-2-6 0,2 3-8 0,0-1 8 15,2 1-9-15,2 0-3 0,1 3-7 0,2-6 1 16,2 2 1-16,1 0-7 0,1-2 2 0,2 2-6 15,2 0 4-15,3-2-1 0,1-1-6 0,0 1 5 16,0-3-3-16,5 1-4 0,-2-4 2 0,5 0 0 0,-3-1-2 16,3 0-2-16,3-3 4 0,-3 0-4 15,-3 0 0-15,2-3-1 0,1-1-2 0,-3-1 0 16,1 1 3-16,-1-4 1 0,1 0-2 0,1-3-1 16,-3 0-1-16,2-3-1 0,-5 4 1 0,3-2-3 0,-3-4 3 15,0 2-3-15,-2-2 2 0,-1 1-5 16,1 1 2-16,-3 1 1 0,0 4 5 0,0-1 0 0,0 1 11 15,0 3-9-15,-2 6-3 0,1-10-1 16,-1 10-4-16,0 0-5 0,0 0 1 0,0 0-3 0,0 0 5 16,0 0-1-16,0 0-2 0,-9 24 1 15,7-8 2-15,0 1-3 0,-3-2-1 0,3 2 0 0,0 0 2 16,2-2 0-16,0-1 1 0,0-4 0 16,4 2-5-16,1-2 6 0,1-1-1 0,1-2 3 0,2 2-1 15,0-4-2-15,0 1 7 0,3-2-6 0,0-2 5 16,-1-1-4-16,3 0 0 0,-1-3-1 0,2 0 0 15,0-3-2-15,5-1 0 0,-9 0 1 0,3-4 2 16,-3 3-1-16,0-5-4 0,1 0-3 0,-2-2 3 16,-1 0-5-16,1-1 4 0,-3-1-2 0,-3 0 3 15,2 0-3-15,-3 1 3 0,2 4-2 0,-3 1 1 16,0 0-2-16,0 4 1 0,-2 6 2 0,3-10-6 16,-3 10 1-16,0 0-5 0,0 0 3 0,0 0-2 15,0 0 7-15,0 0 2 0,-14 32 1 0,7-14-2 16,-4 7 1-16,3-2 0 0,-4 1 2 0,1 0 0 15,1-5-1-15,3-1 0 0,-1 6 0 0,1-5 6 16,1-2-4-16,-2 1-3 0,4-3-22 0,0 1-21 0,-3-1-30 16,5-2-28-16,0-1-34 0,2-1-43 15,0-2-189-15,0 1-397 0,2-4 176 0</inkml:trace>
  <inkml:trace contextRef="#ctx0" brushRef="#br0" timeOffset="-178187.37">27995 10104 129 0,'5'-5'259'0,"-2"0"-27"0,-2-2-13 16,-1 7-23-16,0 0-7 0,0 0-3 0,0 0 3 16,0 0-15-16,-13 35-8 0,4-10-2 0,0 1-10 15,0 1-16-15,0 2-19 0,0 1-5 0,-1-2-6 16,2-2-15-16,1 0-8 0,-2 0-7 0,2-1-5 15,1-1-11-15,1-6-3 0,1 1-5 0,-1 1-15 16,1-4-21-16,-1 1-28 0,2-7-30 0,1 2-31 16,-2-1-34-16,0-1-42 0,2 0-32 0,-1-5-21 15,-2 2-44-15,1-2-140 0,4-5-415 0,-9 3 183 0</inkml:trace>
  <inkml:trace contextRef="#ctx0" brushRef="#br0" timeOffset="-177300.25">27912 10361 27 0,'14'-10'145'0,"-1"0"5"0,6 0-11 0,-4-1 3 16,2 1 9-16,-1 0-8 0,2 0-8 0,0-1-3 15,-2 1-8-15,0-1-6 0,-1-1-5 16,2 1-10-16,-3-1-2 0,1 2-8 0,-4-2 2 0,-1 3 1 16,0-1-6-16,-1 1-4 0,-3-1-5 0,1 2-8 15,-2-1-5-15,0 3-11 0,-1 2-5 0,-2-1-7 16,-2 5-5-16,7-5-10 0,-7 5-1 0,0 0-4 15,0 0-1-15,2 16-6 0,-5-4 2 0,-1 5-6 16,-4 6 2-16,-2 2 1 0,2 1-5 16,-2-2-1-16,-1 0-1 0,2-2-1 0,3-4 0 15,1-1 3-15,-2-2-7 0,4 1 2 0,1-6 0 0,-2 2-1 16,1-4 2-16,-1 1-6 0,3-2 2 0,1-7 4 16,-1 10-5-16,1-10 4 0,-4 7-3 0,4-7 0 15,0 0 2-15,0 0-1 0,0 0-2 0,8 5 0 16,-8-5-2-16,0 0 0 0,17-5 1 0,-17 5-1 15,17-4-4-15,-10 4 0 0,3 0 3 0,0 0-4 16,2 2 1-16,-1-2 2 0,2 3 2 0,2 1-2 16,2-2 1-16,-1 2 2 0,1-1-1 0,3-2-4 15,-1 2 7-15,1-1-2 0,-2-1 1 0,1-1-1 16,0-1 2-16,-1 2 13 0,-5-3 3 0,4 1-6 16,-4-3-2-16,0 1 0 0,0-1 5 0,-3-1-4 15,-1 1-1-15,2-1 2 0,-3-2-6 0,0 2 1 16,-3-1-2-16,-1 1-1 0,2-4 0 0,-1 1 1 15,-1-2-2-15,-1 1-2 0,1-2 2 0,-3 2-3 16,-1 2 0-16,1-2-1 0,-1 9-2 0,-1-11 2 16,1 11 0-16,-1-9-3 0,1 9-1 0,-6-5-1 15,6 5 3-15,0 0-5 0,-18 9 3 0,10-2 0 16,0 2 0-16,1 0 3 0,1 1-4 0,-2 2-2 16,3-1 5-16,-1-1 1 0,4 1-1 0,2 2-1 15,0-3 1-15,2 1-1 0,-2-5 5 0,6 3 0 16,-3-5 4-16,1 2-7 0,2-1 7 0,-2-1-1 15,-4-4 3-15,13 5-2 0,-6-3 2 0,2-1 1 16,-9-1-1-16,18-3 3 0,-8 3-4 0,0-3-3 16,-2 0 1-16,0 0-3 0,1-2 10 0,2 0-6 15,-2 0-2-15,0-2-2 0,2 0 2 0,-2 0-2 16,2-1 2-16,-2 2-4 0,0-2-2 0,1 2 2 16,-2 1-3-16,-2 1-1 0,1 2-8 0,-1-2 0 15,-6 4 3-15,10 1-1 0,-10-1 1 0,9 6 0 16,-4 0 3-16,-2 0 0 0,1 0-1 0,1 0 2 15,-2 0 2-15,0 4-3 0,2-3 2 0,-1 0 2 16,3 0 3-16,0-1-1 0,-2 1 0 0,5-1 1 16,1-2 2-16,0-2 0 0,1 1 0 0,2-2 1 15,-1-1-1-15,3-2-1 0,-3 0 1 0,-1-3 0 0,0 2-1 16,0 0 0-16,-3-2 3 0,0-1-1 16,0-1 3-16,-2-1-2 0,0 1 3 0,0-3 9 15,-3 1 5-15,0-1 0 0,-1 0-6 0,-2-1 3 16,0 1 3-16,-2 0 0 0,0 1 0 0,1 9-2 15,-3-12-3-15,-1 7-5 0,-1 1-4 0,5 4-3 0,-15 0-4 16,3 0 3-16,-1 7 1 0,-3-2-2 16,1 5-8-16,2 2-21 0,-4 0-23 0,4 2-32 0,3 0-66 15,-1 0-52-15,5 1-37 0,5 1-29 16,1 1-150-16,9-2-448 0,5 0 199 0</inkml:trace>
  <inkml:trace contextRef="#ctx0" brushRef="#br0" timeOffset="-176864.52">29388 10562 166 0,'11'-10'259'0,"-2"-5"-6"0,3 2-5 0,-3-1-15 15,0-2-16-15,1 0-17 0,-1 0-15 0,1-1-18 16,-1 0-13-16,0 0-9 0,0 2-16 0,-1-2-10 16,-1 2-13-16,5 0-10 0,-7 5 4 15,-1 0 2-15,0 3 2 0,-1 2-14 0,0-2-6 0,-3 7-9 16,5-7-7-16,-5 7-15 0,4-7-11 0,-4 7-3 15,0 0-7-15,0 0 4 0,0 0-8 0,-6 24-2 16,0-8-4-16,-1-2-5 0,2 3 1 0,-2-1-4 16,4 0-1-16,1 0 1 0,0-2-1 0,2-1 0 15,0-1 1-15,2-2-5 0,3 1 0 0,3-3 3 16,1 1-7-16,2-2 2 0,2-2 6 0,0 0-6 16,1-1-1-16,5-3 2 0,2-1-2 15,-4 0 2-15,-5-3-5 0,1 1 3 0,1-2-2 0,-3-1 3 16,-2 1 1-16,1-2-5 0,-3-2 0 0,1 3-1 15,-1-4 10-15,1 0-16 0,-3 0 9 0,-1-2-6 16,0 1 1-16,1 0 3 0,-3 0 1 0,1 2-2 16,1 1-5-16,-3 2-3 0,-1 5 0 0,1-8-2 15,-1 8-1-15,0 0-2 0,0 0 1 0,0 0 9 16,0 0 1-16,0 0-9 0,-9 33 3 0,3-18 2 16,0 1 0-16,-1 1-3 0,2-1 6 0,-5 2-14 15,5-1-18-15,0-1-26 0,-1 2-29 0,1-1-43 16,-1-2-57-16,2-4-52 0,2 2-57 0,-3-3-155 15,2 0-487-15,3-10 215 0</inkml:trace>
  <inkml:trace contextRef="#ctx0" brushRef="#br0" timeOffset="-176694.62">29532 10279 1807 0,'-2'-27'55'15,"0"8"-4"-15,1 3-22 0,0 4 8 0,1 1-31 16,-1 4-46-16,1 7-41 0,0-9-20 0,0 9-10 16,0 0-43-16,0 0-96 0,0 0-270 0,16 19 119 15</inkml:trace>
  <inkml:trace contextRef="#ctx0" brushRef="#br0" timeOffset="-176407.33">30220 10655 101 0,'4'-9'297'0,"1"0"-9"15,-1-2-11-15,1 3 4 0,0-3-2 16,0-1-28-16,3-4-19 0,1 2-27 0,0-2-17 16,2-1-20-16,7-5-14 0,1 4-19 0,-1-1-17 15,2 1-7-15,-4 5-12 0,3 3-12 0,-1 1-13 0,-2 1-6 16,-4 3-6-16,1 2-12 0,0 0-8 15,1 2 6-15,-3 3-7 0,-1 2-15 0,-1 1 1 16,0 3-8-16,-2 0 5 0,0 2-6 0,0 2-3 16,-2 3-2-16,-4-4 1 0,0 5 0 0,2 0-5 15,-2 0 5-15,-1-1-20 0,-1-4-30 0,1-1-29 0,0 3-31 16,-1-2-41-16,-1-1-66 0,2 1-51 16,-1-5-255-16,0 1-552 0,1-7 245 0</inkml:trace>
  <inkml:trace contextRef="#ctx0" brushRef="#br0" timeOffset="-176082.79">30815 10540 82 0,'3'-7'261'0,"-1"2"2"0,-2 5-5 0,4-6-14 16,-4 6-26-16,3-6-18 0,-3 6-23 0,0 0-14 16,0 0-11-16,0 0-2 0,0 0-17 0,-18 19-9 15,13-11-12-15,0 3-3 0,0-1-2 0,2 0-16 16,1 1-8-16,-4-1-6 0,6 2-11 15,0-4-1-15,3 3-5 0,2-2-3 0,3 1-4 16,1-4-5-16,6 3-2 0,2-4-1 0,4 2 3 0,1-4-18 16,7-3 1-16,0 0-4 0,-7 0 3 0,-1-3-6 15,-1-2-3-15,-1 0 2 0,-3-1 1 0,-2-1 10 16,3-1 9-16,-6-2 2 0,-4 1 8 16,0-3-5-16,0-3-7 0,-3-1 5 0,-3 1-7 0,-1-3-3 15,-4 2-10-15,-1 0-3 0,-2 2 2 0,0 4-1 16,-5-2-3-16,-2-1-5 0,-1 6-1 15,-4-1-12-15,-2 3-23 0,1 2-41 0,-2 1-28 0,2 4-34 16,1 2-52-16,-1 2-75 0,6 0-64 0,-4-1-221 16,7 1-579-16,1 0 255 0</inkml:trace>
  <inkml:trace contextRef="#ctx0" brushRef="#br0" timeOffset="-173297.98">23182 11100 6 0,'-11'-6'205'16,"3"0"-2"-16,0 0 3 0,2 2-22 16,2 1-17-16,4 3-22 0,-10-3-16 0,10 3-14 15,0 0-9-15,-9 6-10 0,6 2-1 0,2 3-10 0,-2 2-10 16,2 3-4-16,0 1-9 0,-2 0-5 0,0 1-4 16,1-1-2-16,1-2-7 0,0-2-3 0,0-3 3 15,-2 2-4-15,2-3-1 0,-2-1 2 16,2-2 6-16,1-6 6 0,-3 11 4 0,3-11 8 0,-1 6-8 15,1-6 1-15,0 0-3 0,-10 1-5 0,10-1-3 16,0 0-5-16,0 0-3 0,-12-14-3 0,12 7-3 16,-1 0-3-16,0-5-1 0,2 1-6 0,-1-1 4 15,4-4-10-15,1-2 0 0,3 0-3 0,3-8-3 16,4 0 1-16,-2 2-1 0,5 0-3 0,0 2 0 16,1 0-5-16,3 5 1 0,-4 7-4 0,0 1 1 15,-2 2 0-15,2 2-4 0,-5 4 0 0,0 2 1 16,-2 4-1-16,5 3-3 0,-2 4 6 0,-1 3-1 15,-2 2 0-15,-2 0 0 0,-3 1 4 0,0 1 10 16,-3 0 0-16,0 1 1 0,-2 0-3 0,0-4 1 16,1 1-2-16,-2-2 1 0,-2-2-2 0,1-1-1 15,0-3-1-15,-2-1 6 0,2-1-2 0,1-7-3 16,-1 10-1-16,1-10 1 0,-1 8 6 0,1-8-5 16,0 0-1-16,0 0 1 0,0 0-2 0,0 0 0 15,0 0 1-15,0 0-4 0,0 0-6 0,0 0-7 16,15-25-4-16,-10 13 2 0,3-2-1 0,2-1-8 15,1-1-1-15,1 1-3 0,4-6 2 0,-3 5 2 16,1 2-1-16,-2 1 3 0,2 2-2 0,-5 2 1 16,-2 4 2-16,2 0-1 0,0 4 3 0,-9 1-2 15,10 3 2-15,-4 2 1 0,1 2 4 0,1 3 1 16,-3 2 0-16,1 3 3 0,0 0-5 0,-1 1 8 16,2 0-4-16,-2 0 0 0,4 0 1 0,0-4 1 15,0-1 1-15,2 2 1 0,1-2-1 0,5-1 7 16,-2-2-7-16,3-1 6 0,1-3-1 0,1-1 1 15,0-3-1-15,7-3 2 0,-7 1-1 0,7-2 1 0,-7 0-1 16,0-1 0-16,-1-3-1 0,-1 1 1 0,-4-1-2 16,-2 0 5-16,1-1-2 0,-4-1 2 15,1 3 3-15,-3-5-5 0,1 2-5 0,-3-3 5 16,-3 1 1-16,-2-1 6 0,3-1-1 0,-6 3 3 16,2-1 0-16,-2 1 3 0,1 4 3 0,2 7-3 15,-4-12 0-15,0 7-4 0,4 5-3 0,-13 0 1 16,13 0-1-16,-20 7-2 0,5 5-1 0,-1 1-2 15,-3 6 0-15,2 1 1 0,1 1-2 0,6-5 1 16,2 1-3-16,0 0 5 0,3-2-9 0,4 1-13 0,1 1-22 16,3-1-20-16,0-5-34 0,6 4-30 0,0-5-37 15,4 0-23-15,5 2-15 0,2-6-10 16,1 0-150-16,7-2-388 0,0-3 173 0</inkml:trace>
  <inkml:trace contextRef="#ctx0" brushRef="#br0" timeOffset="-172972.5">24194 11314 98 0,'20'-10'37'0,"3"-4"16"16,-6 2 11-16,0-1 1 0,0-1 9 0,-5 0 12 15,1 1 5-15,0-1 21 0,-5 1 11 16,-2 5 23-16,0 0 14 0,-2 0-2 0,-3 4-10 0,-1 4-12 16,0-10-14-16,0 10-10 0,0 0-7 0,0 0-2 15,-20 3 0-15,12 4-3 0,-9 1-9 0,1 4-6 16,1-1-8-16,-2 2-8 0,5-2-5 16,-1 1-8-16,4 1-7 0,1-2-2 0,2-3-3 0,2 2-6 15,0-1-2-15,3 0-4 0,-1 0-3 0,2-1-6 16,0-8 0-16,6 10-6 0,-3-6-9 0,3-1-4 15,-1 0-2-15,-5-3-2 0,14-1 1 0,-14 1-1 16,14-6 1-16,-4 1-3 0,-2 1 3 0,2-3 1 16,0-2-2-16,-1 2 0 0,-1-1 2 0,-1-1-2 15,2 0-1-15,-1 1 3 0,-2 2 3 0,-2 0 3 16,0 1 1-16,-4 5 0 0,8-7-5 0,-8 7-3 16,5-4-3-16,-5 4-1 0,0 0 2 0,0 0-2 15,0 0 2-15,6 17-1 0,-6-10 2 0,0 2 0 16,2 3 4-16,0 0-13 0,-4 3-16 0,2-2-38 15,2 2-43-15,-4-3-55 0,4 3-43 0,-2-1-206 16,-2-2-443-16,2 0 196 0</inkml:trace>
  <inkml:trace contextRef="#ctx0" brushRef="#br0" timeOffset="-172436.88">24539 11275 191 0,'0'0'245'15,"2"-8"-21"-15,-2 8-20 0,0 0-19 0,0 0-18 16,0 0-4-16,0 0-12 0,0 0-7 0,0 0-10 16,0 0-11-16,-7 24-12 0,5-15-10 0,-1 0-8 15,1 1-8-15,0-1-7 0,1-1-6 0,1-8-8 16,-1 13-8-16,1-7-3 0,0-6 0 0,-1 8-10 16,1-8 0-16,-4 6 4 0,4-6 13 0,0 0 3 15,-2 9 6-15,2-9 1 0,0 0-3 0,0 0-10 16,0 0-5-16,0 0-4 0,0 0-7 0,0 0-3 15,8-20 6-15,-4 13-17 0,2 0-2 0,-1-1-5 16,3-2-4-16,-1-1-5 0,3 3-5 0,1-5-8 16,1 3-1-16,2 1-3 0,-5 1 1 0,0 3-2 15,2 1 3-15,-2 0-6 0,0 3-3 0,-1-1 4 16,-8 2 3-16,18 4-3 0,-12 0 5 0,3 2-6 16,0 0 1-16,-3 1 0 0,3 0 6 0,-2 0-3 15,0 1 5-15,-2-1-4 0,3 0 2 0,2 0 1 16,-3-1 1-16,1-1 0 0,0 0 4 0,4-2-3 15,-3 0 4-15,1-2 2 0,1 0-5 0,-2-1 1 16,-9 0-2-16,16-5 6 0,-7 4-2 0,-3-2-2 16,-2-3 3-16,3 2-2 0,-3 0-1 0,0-1-2 0,-4 5 2 15,8-12 1-15,-8 5-4 0,0 7 3 16,1-11 1-16,1 6 0 0,-2 5 1 0,1-10-2 16,-1 10 2-16,1-7-4 0,-1 7-7 0,0 0-2 15,0 0 1-15,0 0-1 0,0 0 2 0,0 0-1 0,0 0 1 16,0 0 1-16,-13 26 0 0,7-14-2 0,2 0 6 15,-1 3-2-15,1-3 1 0,-2 4 2 16,1-1 1-16,1-2-7 0,-1-2-16 0,2 6-24 16,-1-3-29-16,2-1-29 0,-1-1-47 0,2 0-36 15,2 0-43-15,-1-1-196 0,1-4-464 0,5 1 206 0</inkml:trace>
  <inkml:trace contextRef="#ctx0" brushRef="#br0" timeOffset="-172190.27">25360 11224 137 0,'5'-17'297'0,"0"0"5"0,-3 6 4 15,0 3-8-15,0-1-16 0,0 2-21 0,-2 7-32 16,2-8-34-16,-2 8-23 0,0 0-6 16,0 0-4-16,0 0 6 0,3 21 6 0,-4-4-24 0,-2 1-10 15,1 1 2-15,-3 5-32 0,0 1-2 0,2 0-16 16,-3 0-8-16,-1 0-7 0,5 1 1 0,-2-7-17 15,0 0-6-15,2 6-35 0,-1 0-35 16,1-9-44-16,0-1-28 0,-2-1-25 0,3-2-35 0,0 0-38 16,1-1-33-16,-2-5-40 0,0 1-27 0,0-1-199 15,2-6-523-15,-7 6 231 0</inkml:trace>
  <inkml:trace contextRef="#ctx0" brushRef="#br0" timeOffset="-171930.93">25374 11407 22 0,'11'-13'130'15,"-2"5"13"-15,0 0 3 0,0 1-8 0,-3 3-3 16,0 1-4-16,-6 3 3 0,10-1 14 0,-10 1-3 16,10 6-8-16,-4 0-9 0,0-1-10 0,0 1-6 15,1 2-8-15,-4 1-7 0,5-2-6 0,1 1-5 16,-4 1-13-16,3-1-2 0,-3-3-8 0,1 0-4 16,-1 0 3-16,4-3 3 0,-5 0 3 0,-4-2 6 15,13 4 7-15,-8-3 1 0,-5-1-4 0,12-1 6 16,-12 1-12-16,10-6 3 0,-9 0-10 0,-1 6-4 15,7-10-9-15,-5 4-5 0,-2 6-3 0,0-14-8 16,0 7 0-16,-2-2-6 0,-2 0-9 0,1 1-23 16,0 0-24-16,-1 1-24 0,0 2-32 0,1 0-42 15,3 5-63-15,-9-5-50 0,9 5-236 0,0 0-513 16,0 0 228-16</inkml:trace>
  <inkml:trace contextRef="#ctx0" brushRef="#br0" timeOffset="-171552.68">25989 11659 36 0,'0'0'297'0,"3"-6"-3"0,-1-2 2 0,-2 8-7 15,0-12-5-15,2 1-18 0,-2 0-24 0,6 0-22 16,-3-2-6-16,4-2-23 0,2-2-23 0,6-6-9 16,1 1-18-16,0 1-19 0,4 0-4 0,-2-1-17 15,4 0-4-15,-3 1-24 0,3 0 4 0,-4 3-7 16,2-3-7-16,1 1-2 0,-6 7-10 0,-1-1 6 15,-1 3-18-15,-8 4-1 0,6 0-5 0,-8 1-1 16,3 3 0-16,-6 3-18 0,4-8 0 0,-4 8-2 16,0 0-7-16,0 0 9 0,0 0-11 0,-20 14 4 15,3-3-7-15,0 1-1 0,2 0-16 0,-3 3-5 16,5-3-19-16,-2 3-12 0,5-1 3 0,3 2-1 16,0 3 5-16,7-4-1 0,5 2 0 0,-1-2 1 15,1 1 4-15,3-1 8 0,1-1 0 0,-1 1 6 16,3-3 2-16,0 1 4 0,-2-4 0 0,0 1-1 15,2-2 4-15,-2-2 2 0,-4 0 0 0,-1-2 4 16,0 2 0-16,-4-6 3 0,3 12-2 0,1-8-5 0,-4-4-8 16,-4 10-18-16,4-10-33 0,-5 7-44 15,5-7-44-15,-9 6-45 0,0-3-38 0,2-2-183 0,7-1-465 16,-13 1 206-16</inkml:trace>
  <inkml:trace contextRef="#ctx0" brushRef="#br0" timeOffset="-171296.51">26584 11303 2237 0,'17'-25'139'0,"-2"0"-38"0,-3 3-16 0,-4 5-14 0,-1 7 16 15,-3 0 11-15,1 2 5 0,0 1-12 0,-3 1-13 16,-2 6-7-16,4-6-11 0,-4 6-1 0,0 0-6 16,0 0 11-16,0 19 15 0,-2-4 10 15,-2 4 3-15,-1 7-6 0,-4 3-12 0,2-1 1 16,-1 2-3-16,-2-2-2 0,3 1-5 0,-3 2-9 0,3-1-4 15,0-2-2-15,-2-2-4 0,2 0-3 0,5-8-8 16,-5 0-7-16,4 0-6 0,-1-2-35 0,4-3-32 16,-4-2-27-16,0-3-30 0,3 1-32 0,-3-2-34 15,0 0-41-15,-1-2-30 0,0-1-34 0,1 0-32 16,4-4-174-16,-13 4-518 0,13-4 229 0</inkml:trace>
  <inkml:trace contextRef="#ctx0" brushRef="#br0" timeOffset="-171029.45">26560 11496 16 0,'11'-8'158'16,"-4"1"-1"-16,2-1-4 0,0 3 2 0,-2 1 1 16,1 2-4-16,-8 2 1 0,17 0-3 0,-11 2-5 15,1 2-4-15,-1-1-8 0,4 2-5 0,-4 2-7 16,1-1-15-16,2 0-5 0,-3 2-10 0,4-1-7 16,-1 0-5-16,2 0-2 0,0-1-11 0,-2 0-6 15,0-1-2-15,3-3 1 0,-2 1-2 0,1 0 3 16,-1-3 1-16,1 0 4 0,-11 0 0 0,12-3-1 15,-4 0-7-15,-3 0 1 0,-1-1-1 0,-4 4-2 16,9-10-5-16,-9 3-4 0,2 0-7 0,-2 7-2 16,-2-18-4-16,-1 9-4 0,-1-1-4 0,-2 0-5 15,-1 3-7-15,-2 0-19 0,-2 1-19 0,2 0-21 16,-1 2-29-16,-3-1-35 0,2 5-40 0,-1-2-57 16,2 1-57-16,1 2-188 0,9-1-489 0,-18-1 217 15</inkml:trace>
  <inkml:trace contextRef="#ctx0" brushRef="#br0" timeOffset="-170778.42">27009 11268 154 0,'6'-10'294'0,"-3"0"-3"0,3 2-3 16,-2-1 0-16,-2 4-21 0,-2 5-21 0,4-8-27 15,-4 8-28-15,0 0-14 0,0 0-7 0,0 0-2 16,0 0-5-16,6 31-3 0,-10-13 2 0,-2 9-17 15,-2 2-10-15,1 2-9 0,-3 2-12 0,1 1-8 16,-3-1-26-16,1 2 11 0,-1-2-7 0,2-2-12 16,1 1-9-16,0-3-1 0,0 1-6 0,2-2-2 15,0-3-34-15,3-5-34 0,-3-1-37 0,4-2-41 16,-1-1-34-16,4-4-38 0,-2 0-46 0,0-4-60 16,2-1-62-16,-2-1-200 0,2-6-575 0,0 0 255 15</inkml:trace>
  <inkml:trace contextRef="#ctx0" brushRef="#br0" timeOffset="-170564.12">27068 11416 161 0,'15'-7'231'0,"3"5"4"0,-5 2-7 0,1 0-13 16,-1 4-4-16,1-1-15 0,-3 2-9 15,-2 3-11-15,1 0-6 0,-4 0-13 0,3 6-14 16,-5 0-7-16,2-2-14 0,-4-1-8 0,0 2-5 15,-4-1-7-15,-2-1-5 0,0 2-8 0,-3-3-11 0,-3 2-9 16,-4 0-7-16,-1-3-19 0,0 1-31 0,-2-2-46 16,-4-1-48-16,1 2-66 0,2-4-82 0,-2 0-246 15,0-2-513-15,0 0 227 0</inkml:trace>
  <inkml:trace contextRef="#ctx0" brushRef="#br0" timeOffset="-159398.53">27851 11503 126 0,'0'-9'200'0,"-2"-2"-8"0,2 11-7 0,-2-14-3 16,2 14-12-16,0-10-13 0,0 10-12 0,-4-8-12 15,4 8-20-15,0 0-13 0,-1-8-15 0,1 8-7 16,0 0-10-16,0 0-4 0,0 0-1 0,-6 22-4 15,2-9-2-15,2 4-6 0,-1 0-1 0,-4 7-4 16,3-5-7-16,-3 1-1 0,5-1-5 0,-3 5-4 16,1-5 0-16,-1 0-4 0,0-2 0 0,1 2-2 15,2-2-3-15,0-2 1 0,0-2-9 16,-1 3-23-16,3-4-15 0,-2 0-23 0,0 1-37 0,0-2-28 16,2-1-33-16,0-3-37 0,-3-1-150 0,2 1-362 15,1-7 161-15</inkml:trace>
  <inkml:trace contextRef="#ctx0" brushRef="#br0" timeOffset="-159245.16">27876 11298 62 0,'0'0'39'16,"0"0"-28"-16,14 21-30 0,-10-4-20 0,-2 2 8 15</inkml:trace>
  <inkml:trace contextRef="#ctx0" brushRef="#br0" timeOffset="-159006.72">27980 11754 136 0,'2'-11'206'0,"6"1"-6"0,-1-4-11 0,0 0-11 15,2-1-8-15,0-2-13 0,7-3-19 0,-3 3-14 16,-1 0-8-16,8 1-16 0,-5 4-7 0,1 2-8 0,-1-2-15 16,0 5-7-16,-3 3-5 0,-1 0-4 0,-3 5-9 15,1-1-7-15,0 4 1 0,-2 2-8 16,-1 4-1-16,-1 5-5 0,-3-4 0 0,-2 5-3 16,0 0-4-16,-2 2-5 0,-2 2-27 0,1-4-30 15,-3 2-29-15,2 1-32 0,1-2-49 0,-3 1-186 0,0-1-366 16,2-5 162-16</inkml:trace>
  <inkml:trace contextRef="#ctx0" brushRef="#br0" timeOffset="-158380.5">28537 11532 16 0,'0'0'204'0,"-5"-11"-19"15,1 5-10-15,4 6-26 0,-10 0-11 0,10 0 3 16,-17 11-6-16,3-1-11 0,1 3-5 0,-1 3-6 16,-1 9-11-16,-1-2-8 0,4 1-8 15,1-6-5-15,0 5-8 0,4-6-7 0,1 2-6 0,6-3 7 16,-4 0-7-16,8 0 0 0,-2 0-10 0,2-4-2 16,0-1-4-16,4-1-5 0,0-2-2 0,2 2-2 15,-1-4-5-15,2 0-3 0,-2-2-1 0,4-1-2 16,-3-3 3-16,2 1-7 0,-1-1-3 0,2-1-1 15,-1-1 1-15,-2-1-2 0,3-3-1 0,-4 1-1 16,1-1-2-16,-1-2-1 0,-3 0-3 0,3-2-1 16,-5 0 1-16,2-2-1 0,1 2-6 0,-2-6-7 15,1 0-4-15,-1 6 4 0,-1-7-2 0,4 2 3 16,1 1-6-16,-3 3-1 0,1 3-2 0,1 0 1 16,0-1-2-16,1 4 6 0,0-1-4 0,0 3 2 15,1 3 0-15,-2 0 2 0,-8 0-2 0,14 9 2 16,-8-4 1-16,2 4 2 0,-3 1 1 0,0 2 1 15,-1 3 2-15,-2-1-1 0,1 1 1 0,0-2-4 16,-2 0 3-16,2-1 1 0,-1 0 1 0,-1 0 9 16,2-3-10-16,0 2 1 0,3-2 2 0,-4-2 0 15,3 0 1-15,-1-1 0 0,4 1-1 0,0-1 3 16,6-3-1-16,-4-3 0 0,5 0 1 0,0 0-3 16,5-3 0-16,-2 0 3 0,0-1-2 0,-3-2 1 15,0-1 2-15,-3 1-2 0,2-4 1 0,-5 0 1 16,2-4-6-16,2 2 4 0,-4-2 0 0,0 0-2 0,0-3-2 15,-3 0 5-15,-1-1-7 0,1 2 4 16,-6-1-1-16,2 2 1 0,-3-1-3 0,0 6 0 16,-3 0 1-16,1 0 6 0,1 4 1 0,-4 1 0 15,6 5-2-15,-14-2 2 0,4 3-1 0,-1 6-3 0,-6 2 2 16,-6 7 0-16,4 2 2 0,-2-3-4 16,2 4-1-16,4-5-14 0,2 7-23 0,1-6-42 15,6 2-29-15,1-2-41 0,1 1-33 0,2-1-159 16,2-4-370-16,2-1 165 0</inkml:trace>
  <inkml:trace contextRef="#ctx0" brushRef="#br0" timeOffset="-157603.02">29243 11682 128 0,'2'-11'217'0,"-1"1"-8"15,0 0-8-15,-1 10-11 0,-2-12-16 0,-2 6-22 16,-1 1-13-16,5 5-12 0,-10-1-14 0,10 1-7 15,-19 9-10-15,8-2-4 0,-3 4-7 0,-1 2-9 16,2 1-10-16,0-1-4 0,4 0-5 0,0 2-9 16,1-1-2-16,4-3-3 0,0 0-2 0,2-1-5 15,1 0-3-15,4 1-5 0,-2-4-3 0,3 0-2 16,0-2-7-16,1-1 3 0,4-2-16 16,-2 1-7-16,1-2-4 0,4-2-4 0,-2-2 2 0,0 0 0 15,-1-1 1-15,1 0 3 0,1-4 2 0,-1 1 0 16,-3-3 1-16,1 1-3 0,-2-1 7 0,2 0-4 15,-3-3 1-15,0 3 1 0,-1-3 0 16,0-3-3-16,-1-1 2 0,-1 4 4 0,-1 1 1 16,3 4 10-16,-3 0 4 0,1 2 2 0,-2 6-7 0,1-11-1 15,-1 11-4-15,0 0 3 0,0 0-7 0,0 0 3 16,0 0 2-16,0 0 1 0,-11 24 4 0,7-12 3 16,0-2 0-16,0 5-3 0,-1-1 2 0,2-2-1 15,2-2 0-15,0 1-2 0,1-2 0 0,1 1-1 16,0-4 2-16,3 1-2 0,0-1 1 0,1-2 0 15,3 0-3-15,3-1 2 0,1-1-1 0,2-1-3 16,0-4 0-16,4 0 1 0,-2-4 1 0,1 5-6 16,-2-6 0-16,-3 1-3 0,-2 1 3 0,-1-3-3 15,4-2-3-15,-4 1 3 0,0 1 2 0,-2-6-4 16,0 4-1-16,-2 1-1 0,-1-2 3 0,1 2 0 16,-1-2-1-16,-2 1 2 0,1 3 0 0,-1 1-2 15,-2 7-4-15,5-7-2 0,-5 7 0 0,0 0 2 16,0 0 0-16,0 0 2 0,0 0 5 0,0 0 4 15,-2 31-6-15,-3-16 4 0,1 2 0 0,1-1-2 16,-2 1 3-16,0 7 0 0,0-5-1 0,-3 0-1 16,3 4 2-16,-1-7-2 0,1 0 3 0,-2-2 0 15,1-2 1-15,2-4-3 0,-1 1 0 0,4-4 0 16,-2-1 0-16,3-4 2 0,-4 9 2 0,4-9-1 16,0 0 0-16,0 0-11 0,0 0-3 0,0 0-3 15,0 0-8-15,0 0-1 0,0 0-4 0,21-16 0 16,-14 9-5-16,4-5-4 0,-1 4 2 0,5-5-2 15,-1-1 7-15,2 0 3 0,3-5 1 0,-6 3 0 16,6-3 4-16,-8 3 1 0,-2 1 3 0,1 0 0 16,1 1 12-16,-5-1 12 0,-1 8 17 0,-1-4 9 15,2 7 2-15,-4 0-2 0,-2 4-4 0,3-7-5 0,-3 7-2 16,0 0-1-16,0 0 7 0,0 0-2 0,-30 13-2 16,16-3-4-16,2 2 5 0,1 1-8 15,-1 1-2-15,1 1-2 0,2-1-2 0,0 0-21 16,2 2-27-16,4-4-39 0,0 0-58 0,2 0-53 0,1-1-44 15,4 4-169-15,5-1-428 0,3 0 190 16</inkml:trace>
  <inkml:trace contextRef="#ctx0" brushRef="#br0" timeOffset="-157040.28">29975 11833 214 0,'10'-12'220'16,"-3"1"2"-16,4-3 2 0,-1 1-15 0,1-1-18 15,-2 0-16-15,0 0-14 0,0 3-20 16,3-3-11-16,-1-3-13 0,3 1-13 0,-2 1-12 0,0 1-5 16,1-1-9-16,0-1-6 0,-1 2-8 0,-2 2 2 15,-3 2-6-15,-1 2 3 0,-1 0-9 16,-1 2 0-16,-2 3-10 0,-2 3-2 0,5-9-7 16,-5 9-6-16,0 0-5 0,0 0-3 0,0 0 1 0,0 0-6 15,-13 19 1-15,2-6-4 0,2 3 0 0,-1 1 1 16,-2-3-2-16,3 0-1 0,0 1 0 0,3-1-1 15,2-3-3-15,0 0 2 0,4-1 0 0,0-3 3 16,0-7-1-16,5 16-1 0,-1-9-2 0,1-1-3 16,2 0 7-16,2-4-3 0,3-1 2 0,1 1-4 15,1-3-3-15,4 0 2 0,0-2-1 0,0-3 4 16,-5 2-6-16,0 0 3 0,3-3-2 0,-6 1 1 16,1-2-1-16,-1 3-1 0,-2-4 0 0,1 3 3 15,1-5-4-15,-4 3-1 0,2-2-1 0,-3 1-1 16,1 0 1-16,1 4 0 0,-4-1 0 0,1 0-3 15,-1 1-4-15,-3 5 0 0,0 0-1 0,0 0 0 16,0 0 2-16,0 0 0 0,0 0 3 16,0 0-1-16,0 0-1 0,0 21 3 0,0-21-1 0,-4 15 1 15,1-9-4-15,2 0 6 0,1-6-3 0,-2 12 2 16,0-7 1-16,2-5 0 0,-1 7 2 0,1-7-3 16,3 8 3-16,-3-8 1 0,5 6 4 0,-5-6-6 15,7 2 4-15,-7-2-3 0,13 1 4 0,-13-1-4 16,13 0-2-16,-4 0 1 0,0 0-2 0,-9 0 0 15,19-1-3-15,-12 1 6 0,1 1-3 0,3 1-4 16,-6 0 1-16,-5-2 3 0,12 5-2 0,-8 0 1 16,0 0-1-16,-1-1-2 0,-3-4-1 0,2 13-14 15,0-8-25-15,-2-5-23 0,0 12-27 0,-2-4-42 16,2-8-48-16,-4 10-48 0,1-4-175 0,-3-1-440 16,1 2 196-16</inkml:trace>
  <inkml:trace contextRef="#ctx0" brushRef="#br0" timeOffset="-156304.72">31233 11419 238 0,'3'-5'229'0,"-3"5"-19"0,6-10-20 0,4 3-18 16,-1 4-22-16,4-1-10 0,9-1-19 0,-2 2-9 15,8 1-13-15,1 0-9 0,-1 4-10 0,-9-1-11 16,0-1-27-16,-1 2-25 0,-4 0-24 0,-1 0-25 0,-2-2-33 16,1 1-17-16,-6 1-7 0,-1 2-2 15,-5-4 1-15,8 1 11 0,-8-1 9 0,0 0-2 16,0 0 17-16,0 0-2 0,0 0 9 0,-26 4 10 0,26-4 12 15,-19-2 3-15,8 2 19 0,-2 0 7 0,3 0 11 16,2 2 3-16,-1 2 9 0,2-2 10 0,-1 2 11 16,0 3 5-16,0 3 17 0,0 0 5 0,1 7 10 15,-2 1-2-15,-1 7-2 0,1 1 2 0,0-2 3 16,0 2 0-16,2-2-8 0,-2 2 0 0,2-2-5 16,2-5-6-16,-3 6-4 0,3-6-7 0,1-1 1 15,-1 0-5-15,0-3-5 0,1 2-22 0,2-5-1 16,-2-1-4-16,-1 1 0 0,1-2 0 0,4 0-3 15,-3-3 0-15,1 0-2 0,1 0 0 0,1-7-3 16,-4 9 3-16,2-4-2 0,2-5 4 0,0 0-2 16,-6 8-2-16,6-8-2 0,-9 0 0 0,9 0-4 15,0 0 4-15,-15-7-5 0,10 4 5 16,-4-3-7-16,4 1 1 0,0 0 0 0,-1 1-4 0,6 4 5 16,-7-8-2-16,2 4 0 0,5 4-2 0,0 0-4 15,-7-4 7-15,7 4-9 0,0 0 7 0,0 0-2 16,-6-3-8-16,6 3 3 0,0 0 2 0,0 0 3 15,0 0 0-15,0 0 0 0,0 0-1 0,18 11 2 16,-8-5-1-16,-1-3 4 0,6 0-4 0,2 3-9 16,2-2-17-16,3 0-28 0,5 1-41 0,3-1-41 15,0-3-39-15,-1-2-36 0,1 4-127 0,-9-3-366 16,7 0 162-16</inkml:trace>
  <inkml:trace contextRef="#ctx0" brushRef="#br0" timeOffset="-156086.43">31778 11800 3 0,'5'-5'202'0,"0"0"3"0,-1 2-1 0,-4 3-3 16,5-8-14-16,-5 8-11 0,0 0-8 0,0 0-14 16,-8-11-4-16,8 11-7 0,-16 3-4 0,3-1-7 15,-5 4 6-15,-2 2-12 0,0 1-4 0,-3 2-9 16,3 0-10-16,-3 1-10 0,6 1-6 0,2-3-12 16,3 0 0-16,-1 4-11 0,7-6-8 0,2 3-9 15,3-2 0-15,1 3-5 0,5-3-15 0,4 1-19 16,8-1-27-16,10 2-25 0,-1-4-35 0,5 1-26 15,1-3-32-15,0 0-18 0,3-3-22 0,-3 2-16 16,-2-4-9-16,-3-1-5 0,-5-2-122 0,-4 2-355 16,2-3 158-16</inkml:trace>
  <inkml:trace contextRef="#ctx0" brushRef="#br0" timeOffset="-155988.62">31991 11962 764 0,'12'-5'-35'0,"-2"1"18"0,-1-3 35 0,-3 4 29 16,-1-1 30-16,-5 4 10 0,8-9 16 16,-3 6 7-16,-5 3-3 0,4-5-6 0,-4 5-14 15,4-5-3-15,-4 5-14 0,0 0-18 0,2-8-20 16,-2 8-44-16,0 0-41 0,0 0-43 0,0 0-159 0,0 0-276 15,-7-8 124-15</inkml:trace>
  <inkml:trace contextRef="#ctx0" brushRef="#br0" timeOffset="-152324.22">23546 12086 88 0,'-12'-15'181'0,"-1"-1"-11"0,-2 2-15 16,-1 3-9-16,-7-5-8 0,4 7-9 0,-5-1-7 16,3 3-12-16,1 4-8 0,-2 0-5 15,2 2-9-15,-7 5-10 0,5-1 4 0,-1 8-9 16,-3 1-2-16,4 1-9 0,0 4-3 0,4 4 0 0,0-2-3 15,3 4-5-15,3 0-8 0,5-4-2 0,3 0-4 16,1 6 1-16,4-6-5 0,2 0-3 0,2 0-3 16,4-3-1-16,2 1-1 0,1-2-1 0,3-1-2 15,2-5 0-15,1 1-4 0,0-3-4 0,1-2 3 16,1-2-4-16,1-3 2 0,-1-2 2 0,-1-4-4 16,-2-2-1-16,2-3-3 0,-3-1-1 0,4-6-5 15,-3-2 5-15,-2 0 1 0,-5 2 1 0,2 1-1 16,-5-8-3-16,0 1-2 0,1-1 4 0,-2 0-4 15,-1 0-3-15,-3-2-1 0,4 0 3 0,-3-1 0 16,1 1 3-16,0 0-1 0,0-1 2 0,0 9 3 16,-3 0 2-16,2 1 0 0,-1 2 0 0,-2 5 2 15,3 1-1-15,-2 3-1 0,0-1-3 0,-1 8-3 16,2-8-3-16,-2 8-3 0,0 0 1 0,0 0-1 16,0 0 2-16,0 33-2 0,-2-14 2 15,-3 8 2-15,-1 2 0 0,-1 3-4 0,1-1 1 0,0 0 1 16,0 1 3-16,1-2-7 0,-3 2 1 0,2-2 3 15,0 2 5-15,1 1-7 0,0-6-10 0,-2-1-21 16,2 3-17-16,-1-4-26 0,-1 0-38 0,3-6-37 16,2-2-37-16,-1 0-186 0,0-5-402 0,3 1 179 15</inkml:trace>
  <inkml:trace contextRef="#ctx0" brushRef="#br0" timeOffset="-151764.54">23739 12098 160 0,'0'0'174'0,"4"-7"-7"0,-4 7-18 15,0 0 6-15,0 0-6 0,0 0-11 0,-2 24-8 16,-4-9-12-16,-1 3-8 0,-3 5-10 0,5-5-9 16,-2 6-8-16,2-7-7 0,-1 3-7 0,4-2-10 15,-1 0-6-15,3-1-4 0,2-2-1 0,-1-1-9 16,-1-5-2-16,4 2-2 0,3-3-3 0,-2 1-1 15,2-3-3-15,-1-3-2 0,4 1 0 0,-4-3-5 16,4-1 0-16,1-1-2 0,0-3-2 0,-1-1 0 16,2 0-1-16,-2-3-4 0,-1 0 5 0,4-3-7 15,-6 2-2-15,2-5 2 0,0 1-3 0,1-1 1 0,-4 3 3 16,1-4-3-16,0 1-2 0,-1 2-1 0,-2 1 1 16,0 3-6-16,-2 1 4 0,2 2-4 15,-4 5-4-15,5-8-2 0,-5 8 3 0,0 0 0 16,0 0 0-16,0 0-6 0,0 0 4 0,7 23 3 0,-6-10 1 15,-2 5 1-15,1-1 1 0,0-1-4 16,1 1 1-16,3-2 0 0,-3-2 2 0,0 2 1 16,3-4 0-16,0 0-3 0,2-2 4 0,1 0 0 15,2-2 1-15,0-1-1 0,1-2 0 0,1-3 1 16,1 1 4-16,1-5-3 0,1 2-3 0,2-6 2 0,1 1 2 16,-3-2-1-16,0-3 0 0,-1 2-3 15,-3-1 3-15,-4 1 0 0,5-4-1 0,-4 2-3 16,0 1-1-16,-1-2 6 0,-1-4-2 0,0 0-3 15,-3 1 5-15,0 0-4 0,0 5 3 0,-2-1-1 0,-2 2-6 16,1 2 1-16,1 7 2 0,-3-11-4 0,3 11-1 16,-6-3-3-16,6 3 2 0,0 0 3 0,-23 14-2 15,10-1 0-15,1-1 1 0,-3 10 0 16,1-1 2-16,2 3 0 0,2 0-7 0,2-5-14 16,3 1-28-16,3-1-29 0,2 0-24 0,7 0-30 0,1-3-30 15,3 1-165-15,0-5-355 0,7-2 158 0</inkml:trace>
  <inkml:trace contextRef="#ctx0" brushRef="#br0" timeOffset="-151522.54">24734 12173 226 0,'4'-17'261'15,"-2"5"1"-15,3 1-12 0,-2 1-16 0,-1 2-20 16,0 3-23-16,-2 5-26 0,2-6-20 0,-2 6-15 0,0 0-12 15,0 0-6-15,0 0 2 0,1 33-13 0,-6-8-7 16,-2 0-8-16,3 3-8 0,-3 2-7 0,2 3-6 16,-2-4-4-16,3 0-8 0,-1 1-4 0,-3-1-4 15,3 0-11-15,1-4-19 0,1 1-13 16,1-5-29-16,-2-2-28 0,0-1-20 0,2-1-34 0,-1-2-34 16,2-4-38-16,-1-1-28 0,-1 1-188 0,-2-4-428 15,2 0 189-15</inkml:trace>
  <inkml:trace contextRef="#ctx0" brushRef="#br0" timeOffset="-151238.79">24792 12377 70 0,'11'0'154'0,"1"2"-11"15,-3 1-6-15,2 0-5 0,0 1-17 0,0 0-8 16,0 1-6-16,-1 0-10 0,0 0-7 0,-1 0-4 15,3-1-5-15,-5-2-4 0,4 2-6 0,-1-3-6 16,0 1-3-16,-3-2 4 0,-7 0 4 0,16 0 0 16,-16 0 12-16,9-4 9 0,-5 1-5 0,0-3-10 15,-4 6-1-15,1-10-7 0,-2 0-8 0,-1 0-2 16,-3 0-2-16,-1 2-8 0,-2 0-5 0,-4-3-4 16,1 2-5-16,-5 2-3 0,-2-1-4 0,-1 3 1 15,2 1-11-15,1 0-19 0,1 4-23 0,-1 2-27 16,5 1-39-16,0 1-37 0,3 4-51 0,2 1-154 15,-2 2-367-15,5 1 162 0</inkml:trace>
  <inkml:trace contextRef="#ctx0" brushRef="#br0" timeOffset="-150232.46">25354 12564 226 0,'2'-9'278'0,"0"-1"-17"16,3 2-18-16,-3-2-15 0,0 0-23 0,3-2-12 16,-1 2-23-16,-1-3-18 0,3 3-12 0,-2 0-13 15,4-3-13-15,-2-1-13 0,-1 0-7 0,5-3-15 16,-2 1-6-16,-1 0-9 0,1-1-5 0,-1 3-7 16,-5 1-3-16,3 4-7 0,-3-2-2 0,-2 0-3 15,0 3-8-15,0 0-5 0,0 8 0 0,-5-12-8 16,-1 7 1-16,1 0-5 0,-6 4-3 0,11 1-2 15,-15-1 1-15,15 1-2 0,-14 5 0 0,7-1-5 16,2 2-3-16,3 0 2 0,2-6-1 0,0 16-4 16,4-7-2-16,4-1 2 0,3 2-1 0,5-1-1 15,-5-3 1-15,9 3 1 0,2-4-2 0,3 2-1 16,-4-4 0-16,-2 2 2 0,0-1 2 0,1 0-2 16,-9 0-1-16,0 1-1 0,-1-1 0 0,-2 1 5 15,1 2-5-15,-5 2 8 0,1-2 2 0,-2 3 2 16,-3 2 2-16,-2 0 4 0,1-1 1 0,0 1-4 15,-2-1 3-15,3 7-1 0,-1-7-3 0,1 1 3 16,0 1-4-16,0-2 1 0,1 0-1 0,3-1 2 16,1 0 2-16,-1-2-3 0,0-3 0 0,5-1 0 15,-1 0 0-15,3-2 1 0,2-3-1 0,-2 1-3 16,3-3 0-16,4-3 2 0,-5 1-2 0,-1 0 0 16,3-4-6-16,1 0 6 0,-7 1 5 0,4-4-7 15,-1-1-1-15,-3 2 2 0,-1-3 3 0,-3 3 2 16,2-2-4-16,-2 0 3 0,-1 1-7 0,-2 0 1 15,0 0 1-15,-1 3-2 0,3-1 0 0,-4 4 2 16,0 6-4-16,0-9-3 0,0 9-2 0,0 0-1 16,0 0 7-16,0 0-6 0,0 0 0 0,0 0 1 15,0 0-1-15,-13 28 5 0,8-13-2 0,0 2 0 16,0-2 1-16,4-2 1 0,1 2 2 0,0-2 1 16,0-1-3-16,4-1 1 0,3 1 4 0,-3-3 1 15,3 1-2-15,2-2 2 0,3-1 3 0,-2-1 2 16,3-3-2-16,6-1-1 0,0-1-2 0,0-2 3 15,-1-2-4-15,0-3 3 0,0 2 0 0,-3-2 1 16,-3-3-4-16,-1 4 0 0,-1-3-2 0,-2-1 5 16,1 0-5-16,-2 0 5 0,0-2 1 0,-2 0-7 0,-1 1-6 15,0-2-3-15,0 1 1 0,-1 0 1 16,-1 2 0-16,0 4 1 0,-2 5 2 0,6-11-4 0,-6 11-4 16,1-5 4-16,-1 5-2 0,0 0-1 15,0 0 2-15,0 0 1 0,0 30 2 0,-3-18 0 16,-1 5 2-16,0-1 1 0,0 4 0 0,1-1 3 0,-3 5-2 15,2-6 2-15,1 1 4 0,-4 0-4 16,2-2 1-16,1-1 0 0,-1-4 1 0,3-2 2 16,-2-1-1-16,2-3 2 0,0 1-1 0,2-7 4 15,-4 8 1-15,4-8 0 0,0 0-1 0,0 0-1 16,0 0-3-16,0 0 5 0,12 2-7 0,-12-2 0 0,23-10 3 16,-10 2-9-16,8 0-6 0,-2-4-6 15,8-2-5-15,0 0 4 0,1-1-4 0,-3-2-4 16,2 2 4-16,-1-2-3 0,1-1 7 0,-5 1 0 15,-1 1-2-15,-8 3 5 0,1-3-2 0,-3 2 9 16,-2 2 3-16,-3 2 4 0,-1 0 4 0,-2 3 4 0,-1 0 3 16,-2 7 6-16,0-10-2 0,0 10 0 15,-7-5-2-15,-5 5 4 0,12 0 5 0,-29 10 4 16,14-2 1-16,-3 6 0 0,-5 0 1 0,1 4 1 16,2-1-2-16,7-3 2 0,-1 1-5 0,5 2-3 15,0-2-4-15,2 0 3 0,4 1-6 0,-1-4-13 0,4-2-29 16,2 0-28-16,1 2-49 0,6-5-51 0,0 2-59 15,4-4-238-15,-1 0-490 0,5-2 217 0</inkml:trace>
  <inkml:trace contextRef="#ctx0" brushRef="#br0" timeOffset="-150049.45">25992 12192 111 0,'0'0'122'0,"0"0"-37"0,0 0-40 0,27 23-51 16,-14-10-54-16,9 3-64 0,1-2 28 0</inkml:trace>
  <inkml:trace contextRef="#ctx0" brushRef="#br0" timeOffset="-149820.72">26933 12460 266 0,'7'-5'296'0,"-3"1"-14"0,-4 4-20 0,7-5-30 0,-7 5-24 16,4-3-22-16,-4 3-15 0,0 0-15 15,0 0-16-15,4 16-10 0,-4-3-7 0,0 2-8 0,0 3-13 16,-4 0-9-16,0 2-9 0,1-1-8 0,-1 0-6 15,2-1-2-15,-3 1-11 0,-2 0-3 0,5-1-16 16,0-4-31-16,0 0-41 0,-1-2-35 0,3 0-46 16,-2-2-61-16,2-3-53 0,-2 0-204 0,2-7-467 15,-4 10 207-15</inkml:trace>
  <inkml:trace contextRef="#ctx0" brushRef="#br0" timeOffset="-149665.02">26899 12300 1134 0,'7'-25'14'0,"-2"7"-18"0,-1 2 14 0,0 5-41 15,0 2-27-15,-3 6-3 0,3-1-6 0,-4 4 4 16,0 0-17-16,18 12-53 0,-11 3-143 0,1 2 64 16</inkml:trace>
  <inkml:trace contextRef="#ctx0" brushRef="#br0" timeOffset="-149449.49">27116 12672 159 0,'0'0'246'0,"0"0"-5"0,0 0-7 0,0-18-2 0,0 18-17 16,0 0-16-16,-4-17-15 0,4 11-15 0,0 6-7 16,0-17-16-16,2 10-11 0,3-3-17 0,0 2-6 15,2-1-9-15,-1 2-13 0,1 0-14 0,4 3-7 16,-2 0-9-16,-2 3-9 0,-7 1-9 0,14 1-2 15,-8 3-4-15,1 5-5 0,1-2-8 0,0 1-18 16,-4 3-22-16,0 0-35 0,-3 0-36 0,1 1-44 16,0 0-66-16,2 4-251 0,-4-6-486 0,2 2 215 15</inkml:trace>
  <inkml:trace contextRef="#ctx0" brushRef="#br0" timeOffset="-149080.72">27916 12518 1707 0,'-2'-26'20'0,"0"7"33"16,4 2 28-16,-4 2-21 0,1 3-4 16,1 0 4-16,-2 0-2 0,1 2 5 0,1 3-2 15,0 7 4-15,0-12-7 0,0 12-8 0,0 0-9 0,0 0-2 16,0 0-2-16,0 0 0 0,0 0 5 16,-1 31 5-16,-1-7-1 0,-4 5 3 0,2 1 14 15,-3 0-6-15,0 0-7 0,-1-1-2 0,2 0-6 16,0-4-4-16,-2 2-4 0,4 1-1 0,0-3-6 0,3-7 1 15,-3 0-12-15,2-1-24 0,-2-1-27 0,2-3-29 16,0-1-47-16,-4-1-59 0,2-2-57 0,0 1-199 16,-3-4-460-16,0 0 203 0</inkml:trace>
  <inkml:trace contextRef="#ctx0" brushRef="#br0" timeOffset="-148656.59">27995 12854 64 0,'9'-7'228'0,"0"4"-6"0,-2-4-18 15,1 2-16-15,1-1-6 0,4-2-14 0,-3 1-11 16,4-3-11-16,-1 1-10 0,0-2-11 0,-1-1-9 16,1-1-13-16,-1 0-10 0,-1 0-10 0,-4-2-6 15,1 1-9-15,1-1-4 0,-8 1-8 0,1 4-2 16,-2-2-2-16,0 2 0 0,0 0-10 0,-2 3-3 15,-1 1-7-15,-6 3-1 0,3 0-7 0,-5 3-3 16,-1 5 0-16,-1 1-3 0,0 3-2 0,-2 3 0 16,-1 2-4-16,1 0 0 0,9 3 5 0,-1 0-10 15,5 0-7-15,-1 0-28 0,4-1-25 0,1 0-33 16,3-1-38-16,0-3-37 0,3 4-27 0,-2-5-36 16,5 1-123-16,1 0-377 0,-2-5 167 0</inkml:trace>
  <inkml:trace contextRef="#ctx0" brushRef="#br0" timeOffset="-148256.22">28259 12866 86 0,'4'-4'182'0,"0"-1"13"0,1-2 4 0,-1-2-11 16,-4 0 3-16,4-1-12 0,0-1 1 0,-2 1-5 15,2-1-11-15,0 0-13 0,-2-2-7 0,5 0-11 16,-1-4-8-16,1 2-7 0,3-1-7 0,1 0-16 16,0 2-7-16,1 1-8 0,3 3-9 0,-2 1-4 15,-2 2-8-15,1 2-8 0,-1 4-7 0,0-2-3 16,1 6-5-16,-2 0-7 0,-1 3 3 0,1 1-8 15,-1 2-2-15,-3 2-2 0,1 4-2 0,-1-2-2 16,-1-2-1-16,-2 2 2 0,-3-2-8 0,2 0 6 16,0-1-6-16,-2 0 2 0,0-3 0 0,0 1-2 15,0-8-1-15,-2 10 0 0,2-10 1 0,-2 9 4 16,2-9 1-16,0 0-5 0,-4 4 3 0,4-4-3 16,0 0 0-16,0 0-2 0,0 0 1 0,-11-16-5 15,11 16-6-15,0-10-2 0,0 10-4 0,3-18-2 16,4 8-5-16,-3-1-2 0,3-4-6 0,2 2-5 15,3-1-2-15,-1 2 2 0,4 1 1 0,1 1 3 16,-7 4 0-16,5 1 2 0,-1-1 3 0,-3 5-2 16,0 1 2-16,-10 0 1 0,16 5 1 0,-8 0 3 15,-1 2 0-15,-1 0 3 0,-1 1 1 0,-2 2 0 16,2-1 1-16,-1 4 1 0,-3-4 3 0,0 3-1 16,0-1-1-16,-1 1-5 0,0-2-19 0,0 1-33 15,-1 1-38-15,1-2-56 0,0-3-61 0,-2-1-188 16,2-6-442-16,0 9 195 0</inkml:trace>
  <inkml:trace contextRef="#ctx0" brushRef="#br0" timeOffset="-148006.8">28994 12498 135 0,'7'-12'274'0,"-4"1"-8"0,1 1-7 16,-1 3-14-16,-2 0-25 0,-1 7-24 0,5-5-23 15,-5 5-4-15,0 0-16 0,0 0-8 0,3 26 1 16,-4-9-10-16,-2 8-1 0,-1 2-3 0,-1 1-1 0,-1 1-9 16,-1-1-17-16,0 0-4 0,0-1-13 0,1-1-8 15,-2-2-8-15,1 3-10 0,0-1-4 0,1-3-2 16,1-4-15-16,2-1-21 0,-5-1-27 16,5-5-32-16,-1 5-30 0,0-2-36 0,-1-3-49 15,2 1-49-15,-1-4-33 0,-1 1-40 0,2 0-163 0,3-10-475 16,-8 10 210-16</inkml:trace>
  <inkml:trace contextRef="#ctx0" brushRef="#br0" timeOffset="-147791.16">29094 12598 220 0,'24'-11'232'0,"3"4"-11"0,-8 2-13 16,0 3-15-16,-1 4-14 0,-5 1-5 0,0 2-11 15,-2 3-16-15,0 0-8 0,-1 6-13 0,-4-4-6 0,1 4-7 16,-4-1-9-16,-1-1-29 0,-2 1 4 0,-8 1-5 16,-1 1-7-16,-2-1-19 0,-3-1 1 0,-6 4-34 15,-5-3-23-15,-1 0-37 0,-1-5-40 16,-1 1-37-16,-1-4-65 0,1 1-197 0,-3-4-415 16,1 0 185-16</inkml:trace>
  <inkml:trace contextRef="#ctx0" brushRef="#br0" timeOffset="-147403.15">27793 12521 53 0,'-20'-4'175'0,"3"-2"-11"0,0 3-11 0,5-1-6 0,0 1-13 15,3 2-14-15,1-1-6 0,8 2-15 16,-11-2-6-16,11 2-14 0,-8-2-1 0,8 2-6 0,0 0-4 16,0 0-6-16,0 0-1 0,0 0-8 0,42 6-7 15,-11-5-3-15,1 2-7 0,6-2-3 0,18 3-4 16,1-2-12-16,-1 1-23 16,3 1-49-16,-4-3-42 0,-3 1-62 0,-12 3-110 0,12-3-292 0,-15 0 130 15</inkml:trace>
  <inkml:trace contextRef="#ctx0" brushRef="#br0" timeOffset="-147151.28">29628 12823 2 0,'0'0'276'0,"0"0"-9"16,0 0-16-16,0 0-17 0,-8 2-20 0,8-2-22 15,0 0-19-15,0 0-17 0,0 0-17 0,0 0-14 16,-2 7-40-16,2-7-37 0,0 9-61 0,0-9-73 16,1 12-108-16,-1-12-118 0,0 0-337 0,0 0 149 15</inkml:trace>
  <inkml:trace contextRef="#ctx0" brushRef="#br0" timeOffset="-141901.34">29660 12837 10 0,'0'0'49'0,"0"0"-2"0,0 0 4 16,0 0-4-16,0 0-3 0,0 0-8 0,0 0 6 15,0 0-15-15,0 0 5 0,0 0-4 0,0 0-11 16,0 0-7-16,0 0-10 0,0 0-15 0,0 0-13 16,0 0-12-16,0 0-20 0,0 0-64 0,0 0 28 15</inkml:trace>
  <inkml:trace contextRef="#ctx0" brushRef="#br0" timeOffset="-140889.6">29902 12712 115 0,'0'0'151'0,"-3"-7"-5"16,3 7-15-16,-5-7-10 0,5 7-11 0,-6-5-14 0,6 5-7 15,-7-6 5-15,3 2-12 0,4 4-8 16,-9-4-8-16,9 4-7 0,-11-3-5 0,11 3-4 15,-9-3-5-15,9 3-2 0,-12-1-8 0,12 1-3 16,-13 0-1-16,13 0-8 0,-11-1-5 0,11 1 5 0,-11 4-4 16,11-4-1-16,-9 0-5 0,9 0-1 0,-9 2-1 15,4 0 4-15,5-2-6 0,0 0 2 0,-13 3-4 16,13-3 1-16,0 0-3 0,-5 3 1 0,5-3 0 16,0 0 0-16,0 0-5 0,0 0 5 15,-8 2-1-15,8-2-1 0,0 0-1 0,0 0 0 0,0 0 7 16,0 0-5-16,0 0-4 0,0 0-4 0,0 0 7 15,0 0-4-15,0 0-2 0,0 0 5 16,0 0 1-16,0 0-4 0,0 0 0 0,0 0 1 16,0 0-5-16,0 0 4 0,0 0-4 0,0 0 0 0,0 0 1 15,0 0 1-15,0 0-2 0,0 0 0 0,0 0 6 16,0 0-3-16,0 0-2 0,0 0 6 0,0 0-7 16,0 0 3-16,0 0-6 0,0 0 5 0,0 0 1 15,0 0 0-15,0 0-1 0,0 0 0 0,0 0 0 16,0 0 3-16,0 0-1 0,0 0-2 0,0 0-4 15,0 0 3-15,0 0 1 0,0 0 1 0,0 0-7 16,0 0 6-16,0 0-4 0,0 0 3 0,0 0 1 16,0 0 2-16,0 0 0 0,0 0-3 15,0 0 4-15,0 0 1 0,0 0 3 0,0 0-5 0,0 0 1 16,0 0 10-16,0 0-6 0,0 0 3 0,0 0-4 16,0 0 1-16,0 0-5 0,0 0 3 0,0 0 0 15,-10 1-3-15,10-1 0 0,0 0 8 0,-10 1-9 16,10-1-1-16,-11 4 2 0,5-2-1 0,1 1 4 15,-3 0 3-15,-1 3-2 0,2-2 2 0,-1 2 3 16,-1 0-2-16,1 2 7 0,-1 1-4 0,2 0 4 16,-2 1 2-16,2-1-5 0,2 2-3 0,1-3 2 15,-1 3 0-15,0-2 0 0,3 1 0 0,1-1 0 16,1 2 0-16,0-3-4 0,0-8 3 0,1 14 2 16,1-5-3-16,2-2 3 0,-1 1-6 0,3 0 3 15,-1-2-1-15,2 0 1 0,-1-2 0 0,3 0 0 16,-3-1-3-16,5-1-1 0,-1 0 2 0,0-1 2 15,-4 1 0-15,2-2-3 0,-8 0 2 0,15-2-1 16,-10 0 1-16,6-1-4 0,-2-2 1 0,-2 0 0 16,1-1 4-16,0 0-4 0,-2 1-1 0,0-3-3 15,1 0 3-15,-2-1 3 0,0-2-2 0,1 0-3 16,-1 1 3-16,-1 1 0 0,0-1-4 0,0-1 3 16,0 1 0-16,-1-1-3 0,0 1 3 0,1 3-3 15,-1 0 1-15,-2 0 6 0,-1 7 5 0,4-11-4 16,-4 11 4-16,1-6-7 0,-1 6-1 0,0 0-2 15,0 0 2-15,0 0-2 0,0 0-2 0,0 0 3 0,0 0 3 16,0 0-2-16,-4 31 1 0,4-18 2 16,-2-2 0-16,0 4-1 0,-3 1-5 0,2 0 5 15,0-2-1-15,2-2-2 0,2 4 2 0,-2-4 1 16,1-1-3-16,1 2-3 0,0-2-20 0,2 0-21 0,-2-4-21 16,-1 2-20-16,1-3-26 0,-1-6-26 0,3 14-19 15,-1-8-138-15,-2-6-315 0,2 8 141 16</inkml:trace>
  <inkml:trace contextRef="#ctx0" brushRef="#br0" timeOffset="-140495.06">29991 12762 90 0,'0'0'148'0,"0"0"2"0,0 0-6 16,0 0-5-16,0 22-9 0,-3-12-11 0,1 0-10 15,-2 1-12-15,0 1 4 0,1 0-13 0,-1-1-3 16,0 1-2-16,0 1-4 0,1-3-7 16,0-1 0-16,-3 1-18 0,3-3-4 0,1-2-1 0,2-5-3 15,-2 7 0-15,2-7-1 0,0 0 10 0,-4 8 1 16,4-8-1-16,0 0-6 0,0 0-2 16,0 0-5-16,0 0-6 0,0 0-3 0,0 0-4 15,0 0-4-15,8-24-1 0,-3 15-2 0,1 0-2 16,1-2-5-16,0 1-2 0,3 1-3 0,1-5-6 0,-1 1-1 15,4 1-1-15,-5 3-13 0,4-1 1 0,-3 1-4 16,-1 3-1-16,-1 1 4 0,-1 1-6 0,1 2 7 16,-2 0-3-16,-6 2 1 0,12 2 1 15,-12-2 1-15,9 7 7 0,-4-2-6 0,-3 3 2 16,1 1 1-16,-1 0 0 0,1 0 0 0,0 2 6 0,-3 0-5 16,1 0 1-16,2 0-1 0,-3 1-7 0,0-1-22 15,-2-1-33-15,2 2-35 0,0-5-36 0,0 2-17 16,0 0-27-16,-2-2-96 0,2-7-299 0,0 0 133 15</inkml:trace>
  <inkml:trace contextRef="#ctx0" brushRef="#br0" timeOffset="-140051.36">30371 12789 104 0,'0'0'174'0,"0"-12"-6"0,0 12-12 0,-5-9-10 0,5 9-16 15,-7-3-9-15,7 3-2 0,-14 2 4 0,5 2-17 16,-1 1-6-16,-4 1-7 0,1 4-10 0,-3 1-4 16,1 0-5-16,0 0-9 0,5-3-6 0,1 2-6 15,-2 2-3-15,4-3-6 0,2 0-5 16,-2 0-2-16,5 0-3 0,-1-3-2 0,2 0-4 0,1-6-2 16,3 9-2-16,-3-9 1 0,7 7-3 0,-1-3-4 15,0-1-1-15,0-2 0 0,3 0-1 0,-9-1-5 16,17-4 2-16,-6 2-1 0,-4-2 5 0,2 0-6 15,2-3-2-15,-2 0 0 0,-1 1 1 16,0-6-5-16,-1 3-2 0,2-6 1 0,-1 2-2 0,-2-2 3 16,3 0 1-16,-1 0 1 0,-1-3-5 0,0 1 5 15,-1-2-6-15,3-5 3 0,-2 0-5 0,2-1-2 16,-1 2 4-16,-3 4-2 0,-1 2-3 0,1 0 7 16,1 1 1-16,-4 6 5 0,0-2 8 15,1 4-2-15,0 2-4 0,-3 6-2 0,4-9-3 0,-4 9-3 16,0 0-2-16,0 0 2 0,0 0 7 0,0 39-2 15,-4-22 2-15,-2 9-4 0,2 2 3 0,-2 1-3 16,0-1-3-16,1 0-2 0,1 0 8 0,-2-1-1 16,2 0-8-16,1-3-26 0,2-3-23 0,-1 3-42 15,-1 2-31-15,2-8-53 0,-1-1-28 0,0 3-131 16,-2-4-360-16,1-5 160 0</inkml:trace>
  <inkml:trace contextRef="#ctx0" brushRef="#br0" timeOffset="-139464.34">30647 12899 79 0,'8'-10'186'0,"3"-3"-19"0,-2 3-8 16,1-2-14-16,1-1-4 0,1 0-10 0,-2 0-8 16,-2 2-10-16,0 1-3 0,-2-2 0 15,-1 2 4-15,0 1-7 0,2 0-8 0,-5 1-3 0,1-1 2 16,-1 3-1-16,0 0-10 0,-2 6-5 0,1-10-9 15,-1 10-3-15,0 0-14 0,0 0-6 0,-4-10-9 16,4 10-2-16,0 0-5 0,0 0-6 0,-22 16 0 16,11-5-1-16,-1 3-5 0,2 2-1 15,2-1-6-15,-1 0 3 0,1-2-4 0,2 3-1 0,4-4 3 16,-1 6-2-16,2-6-4 0,0 0 3 0,2-2-4 16,-1-1 2-16,4 0-1 0,0-1 0 0,1-3-3 15,2 0 2-15,4 1-1 0,-4-3 0 0,2-3 1 16,3 3-3-16,-3-3-2 0,1-2 4 15,3 1-5-15,-4 1 4 0,1-4-4 0,3-1-2 0,-3-2 3 16,1 4 0-16,-2-7 2 0,3 3-4 0,-2-2-1 16,0-1-1-16,-1-1-3 0,4-2 2 0,-3 1-2 15,-2 1-1-15,2 1 0 0,-2 1 3 0,-2 1-1 16,-1 3 3-16,-2 0 2 0,1 1-10 0,-4 4-3 16,6-5 4-16,-6 5-2 0,0 0-1 0,0 0 0 15,0 0 4-15,0 0 0 0,6 12 6 0,-6-12-6 16,-3 11 3-16,3-11-3 0,-4 13 4 0,1-9-2 15,3-4-1-15,-2 11 2 0,2-11 0 0,-3 7-1 16,3-7 3-16,-1 7-1 0,1-7 2 0,0 0-3 16,0 0 7-16,0 0-5 0,0 0 3 0,3 10-1 15,-3-10 1-15,0 0 0 0,0 0 0 0,13-1-6 16,-13 1 4-16,9-2 0 0,-9 2 0 0,12-3-1 16,-12 3 2-16,13-1-7 0,-7 0 0 0,-6 1-1 15,12 1-7-15,-12-1 2 0,12 4-4 0,-8-3-2 16,-4-1 0-16,8 7-11 0,-5-3-15 0,-3-4-24 15,6 9-17-15,-5-4-12 0,-1-5-26 0,1 11-31 16,-1-11-40-16,-2 9-145 0,-3-4-364 0,0 1 162 16</inkml:trace>
  <inkml:trace contextRef="#ctx0" brushRef="#br0" timeOffset="-139271.25">30741 12530 13 0,'14'0'48'0,"-2"2"-39"0,-2 3-21 0,0-1-13 15,1 2 6-15</inkml:trace>
  <inkml:trace contextRef="#ctx0" brushRef="#br0" timeOffset="-138480.72">31328 12779 95 0,'-1'-12'175'0,"1"12"-1"0,-3-13 7 16,1 7-10-16,-1-1-11 0,-2-1-5 0,1 2-18 0,0 1-5 15,4 5-3-15,-7-11-10 0,1 7-10 16,6 4-16-16,-9-6-6 0,9 6-10 0,-13 3-10 16,5 1-3-16,-3 3-1 0,-2 4-2 0,1 2-11 15,-1-2-3-15,4 1-3 0,3-2-7 0,-1 2-1 16,2 4-8-16,-1-5 6 0,2 0-8 0,5-1-4 16,-1-1-2-16,0 1 1 0,3-3-3 0,2 3 2 15,-2-3-4-15,0-1 0 0,3-1-3 0,-1 0 3 16,0-2-2-16,4-2-3 0,1-1 1 0,-1 2 0 15,2-4 0-15,-11 2 4 0,14-4-2 0,-6-2-6 16,1 1 0-16,0-2 2 0,-1 0-3 0,-2-2 2 16,2-1-6-16,-1 2 1 0,1-3 0 0,-1-3 1 0,3-2 0 15,-1 0-3-15,5-4 0 0,-4-5-1 0,-5 6-1 16,5-4 4-16,-3 5-2 0,0 0 2 16,1-8 0-16,1 4-9 0,-4 3 9 0,0 5 1 15,-1-2-1-15,-2 5 9 0,1 4-6 0,-2 0 1 0,-1 7-2 16,3-10-7-16,-3 10-1 0,0 0 0 0,0 0-2 15,0 0 3-15,0 0-2 0,-10 24-1 0,0 0 6 16,1 1 1-16,-2 2-2 0,1-1 4 16,1 0-4-16,1-2 3 0,3-5-3 0,0 0 2 15,3-1-2-15,1 0 1 0,3 0 2 0,-2-4-3 0,1-1 3 16,3-2-1-16,1 0 4 0,-1-2-2 0,1-5-1 16,3 5 3-16,2-3 0 0,0-3-2 0,2 2 1 15,0-3 0-15,3-1-4 0,4 1 3 16,-1-5-4-16,-4 1 2 0,2-3 3 0,2-1-4 15,-6 0-2-15,0 0 0 0,-1-1-4 0,3-4 0 0,-5 2-5 16,0-1 3-16,-4-1-1 0,2 0 3 0,1-5-3 16,-3 6 0-16,0 0 2 0,-2 1-4 0,1 2 2 15,-2 1 3-15,-2 6-7 0,4-11 2 16,-4 11-1-16,3-5 0 0,-3 5 0 0,0 0 1 0,0 0-1 16,0 0 3-16,-13 25 1 0,9-15 1 0,0-1 0 15,0 2 4-15,0-1-1 0,2 2 2 0,1 0-12 16,-2 0-29-16,1-1-28 0,2 0-35 0,0 0-39 15,3-3-53-15,-1 2-185 0,-2-4-411 0,1 2 183 16</inkml:trace>
  <inkml:trace contextRef="#ctx0" brushRef="#br0" timeOffset="-138306.42">31631 12572 56 0,'0'0'116'0,"0"0"-33"0,0 0-37 0,0 0-35 15,0 0-41-15,4 25-17 0,-4-25-52 0,1 14 24 16</inkml:trace>
  <inkml:trace contextRef="#ctx0" brushRef="#br0" timeOffset="-137742.65">31764 12743 92 0,'2'3'172'0,"5"1"-3"16,-2 2-11-16,0 3 2 0,-1 1-1 0,1-1-14 15,-1 2-7-15,1-1-7 0,-1 3-8 0,-1-3-4 16,0 1-10-16,0 1-13 0,-2-1-2 0,1 0-8 16,0-1-8-16,-1 1-6 0,2-5-2 0,-2-1-9 15,0 2 5-15,-1-7-14 0,1 10-4 0,-1-10 0 16,4 6-1-16,-4-6 2 0,0 0-3 0,4 5-2 15,-4-5-5-15,0 0 0 0,0 0-7 0,0 0 0 16,0 0-1-16,17-11-8 0,-12 7 0 0,1-2-4 16,0-1 0-16,1 0-5 0,-1-1 1 0,1-1-6 15,2 0-12-15,-2-2-10 0,0 0 3 0,0-3-1 16,2-1 0-16,-2 1-11 0,0-2-3 0,1 0-1 16,0-1 0-16,-3 2 1 0,1-2 6 0,-2 6 5 15,-1 1-4-15,-1 0 2 0,1 3 0 0,-3 1 3 16,0 6 3-16,0-11 0 0,0 11-4 0,0 0-1 15,-4-9 6-15,4 9-6 0,0 0 5 0,-17 13-2 16,8-5 4-16,2 0 1 0,0 2 1 0,1-2 8 16,1 2-2-16,2-2-5 0,-1 4 4 0,4-2-2 15,2-1 2-15,1 0 5 0,4 0-6 0,-1-1-15 16,3-1-9-16,3 0-15 0,-1-2-29 0,2-3-16 16,5 4-13-16,-5-4-2 0,6-1-6 0,-8-1 7 15,3 1 14-15,-1-2 8 0,-1-2-7 0,-2 0 15 16,-2 0 8-16,2-1 5 0,-4 1 5 0,-6 3 11 15,12-9 5-15,-7 2 14 0,-1 1-1 0,2-1 6 16,-2 1 13-16,-4 6 13 0,4-9 3 0,-3 4 9 16,-1 5 5-16,4-6 0 0,-4 6-6 0,0 0 21 15,0 0 8-15,0 0 13 0,0 0 8 0,0 0-5 16,0 0-3-16,0 24 2 0,-3-15-4 0,1 1-9 16,-1 0 3-16,2 1-10 0,-2-1-5 0,-1 1-2 15,1 1-7-15,-1-1-29 0,0 0-35 0,3-1-35 16,-2-1-62-16,3-1-48 0,0-8-103 0,-4 11-304 15,4-11 134-15</inkml:trace>
  <inkml:trace contextRef="#ctx0" brushRef="#br0" timeOffset="-137577.28">32159 12594 4 0,'14'20'17'16,"-9"-11"-21"-16,-1-1-4 0,-1 4 2 0</inkml:trace>
  <inkml:trace contextRef="#ctx0" brushRef="#br0" timeOffset="-136815.22">32403 12753 77 0,'0'0'215'0,"0"-7"-5"0,0 7-11 0,0 0-13 16,0 0-15-16,0 0-7 0,0 0-13 0,-26 2-10 16,17 4-11-16,1 2-11 0,-4-3-7 0,4 4-7 15,-5 1-10-15,3-1-5 0,2 0-11 0,2 0-9 16,1-1-7-16,1 1-3 0,0 0-6 0,2-3-8 16,1 2-1-16,1-8-1 0,1 11-6 0,0-4-5 0,4-3 1 15,-1 1-2-15,1-2-2 0,-5-3-4 16,12 4 2-16,-6-4-5 0,-6 0-2 0,14-1-4 15,-14 1 1-15,17-6-1 0,-6 1-7 0,-3-2 2 16,1 1 0-16,0-2-2 0,-2-3 1 0,-2-2-1 16,1 1-3-16,0-1 4 0,2-2-2 0,-5 0-5 0,3-2 1 15,-3-1 0-15,1 0-2 0,0-1 0 0,1-2 0 16,-1-4-1-16,0 1-1 0,-2 5 1 16,1 0 3-16,0 3 0 0,-1 0 2 0,-2 6 2 15,1 0 4-15,1 3 4 0,-2 7-7 0,0-10-5 16,0 10-1-16,0 0-3 0,0 0 1 0,0 0-1 15,0 0 6-15,-5 27 0 0,1-9-1 0,0 5 0 0,-1 1 2 16,2 3 0-16,-2-8 1 0,3 2 5 0,0-2 2 16,1 0-1-16,1 4-1 0,0-4 0 15,3-2-1-15,-2-5-1 0,3-1 0 0,1 1-1 16,-2-3 2-16,3 2-4 0,-1-3 4 0,-1 1-3 16,1-5 1-16,2 1-3 0,0 0 1 0,-2-2 2 0,3-2-3 15,-1 0 0-15,-7-1-1 0,16-1 1 16,-7-2-5-16,-9 3-2 0,13-3 4 0,-7-2-1 15,0-2 0-15,-1-1 0 0,0 2-4 0,2-4-3 16,-2-2-1-16,-1 3-7 0,-2-2-3 0,1-3 5 16,1 2-3-16,-2 0-1 0,0 1 2 0,0 3-6 15,-1 0 3-15,2 2 3 0,-3 6-4 0,1-6-1 16,-1 6 1-16,0 0-2 0,0 0 4 0,0 0 1 16,0 0 4-16,-15 19-1 0,11-13 3 0,-1 4-2 15,2-1 4-15,-2-1-3 0,0 1 7 0,4 0-7 16,0 0 5-16,1-2 0 0,0-7-1 0,-2 11 3 15,5-6-1-15,-3-5 2 0,5 10 0 0,0-7-1 16,-5-3 4-16,9 4-1 0,-3-3 0 0,-6-1 0 16,14-1-5-16,-6 1 4 0,-8 0-2 0,13-4-1 15,-6 0 4-15,0-1-6 0,-2 1 6 0,0-1-5 16,0 1-3-16,0-2 2 0,0-1-3 0,0 4 1 0,-5 3 1 16,0 0 3-16,0 0-4 0,0 0 3 15,0 0-4-15,25-26-2 0,-25 26-1 0,0 0 0 16,0 0-1-16,0 0 1 0,0 0 1 0,10 7 0 15,-10-7 4-15,1 12-1 0,-1-5 2 0,0-7 0 16,0 16 2-16,0-7 0 0,0-2-26 0,0 2-25 16,0-9-32-16,0 0-43 0,0 0-50 0,0 0-43 0,0 0-181 15,0 0-432-15,21 43 192 0</inkml:trace>
  <inkml:trace contextRef="#ctx0" brushRef="#br0" timeOffset="-136254.78">32903 12734 165 0,'0'0'183'0,"0"0"-4"15,0 0-3-15,0 0-7 0,0 0-6 0,-81 24-12 16,81-24-11-16,-28 18-12 0,28-18-8 0,-21 16-12 16,21-16-6-16,0 0-16 0,-18 25-4 0,18-25-10 15,0 0-4-15,0 0-10 0,0 0 1 0,2 33-8 16,-2-33-3-16,0 0-8 0,0 0-10 0,0 0-7 15,51 19-11-15,-51-19 4 0,0 0 2 0,39 0-3 16,-39 0-2-16,0 0-1 0,0 0-1 0,0 0-1 16,0 0-1-16,43-20-2 0,-43 20-1 0,0 0-1 15,0 0 2-15,16-22 1 0,-16 22-2 0,0 0 0 16,0 0 2-16,0 0-4 0,12-27 1 0,-12 27 1 0,0 0-5 16,0 0-3-16,0 0 0 0,0 0-1 15,0 0 3-15,0 0 5 0,0 0 5 0,0 0-3 16,0 0 5-16,0 0-4 0,0 0 6 0,0 0-4 15,0 0 3-15,0 0-2 0,0 0 3 0,0 0-1 16,0 0 3-16,0 0-6 0,0 0 6 0,18 58-2 16,-18-58-1-16,0 0 1 0,0 0 0 0,39 11-2 15,-39-11-2-15,0 0-1 0,42-1 2 0,-42 1-5 16,0 0 3-16,49-13 1 0,-49 13-3 0,22-11-2 16,-22 11 3-16,0 0-2 0,29-24 2 0,-29 24-4 15,14-20 3-15,-14 20 1 0,12-25-3 0,-12 25 0 16,14-32 0-16,-14 32-1 0,9-34-2 0,-9 34 0 15,14-34 0-15,-14 34 2 0,10-28 2 0,-10 28 8 16,0 0 7-16,8-29 3 0,-8 29-5 0,0 0-7 16,0 0-5-16,0 0 1 0,0 0 0 0,0 0-2 15,0 0 1-15,0 0 2 0,0 0 2 0,0 0-1 16,0 0 0-16,0 0-1 0,-17 101-1 0,17-101 0 16,-6 39-2-16,6-39-3 0,-3 42-24 0,3-42-38 15,3 36-36-15,-3-36-48 0,6 33-62 0,-6-33-233 16,8 28-474-16,-8-28 210 0</inkml:trace>
  <inkml:trace contextRef="#ctx0" brushRef="#br0" timeOffset="-135470.68">22906 12732 126 0,'4'-6'149'0,"-4"6"-6"0,0 0-2 0,0 0 5 15,17 14-4-15,-11-4-3 0,0 8-8 0,3 6-8 16,-1 2-6-16,0 3-10 0,-2 0-10 0,0 3-8 16,2-1-14-16,-4 1 1 0,5-3-9 0,-4 0-4 15,3-3-4-15,-2 0-10 0,0-6 0 0,-2-3-4 16,3 1 12-16,-3-7-5 0,1 1-2 0,-1-2-8 15,-1-1 3-15,2-1-2 0,-2-3 10 0,-1 1 18 16,-2-6 7-16,4 4-2 0,-4-4-2 0,0 0-6 16,0 0-5-16,9-19-7 0,-5 3-4 0,1 1-7 15,4-10-3-15,-4 0-5 0,3 0-2 0,1-5-5 16,1 5 2-16,-1-3-6 0,3-2-3 0,-1 0-3 16,2 0 2-16,2 2-7 0,-5-2-1 0,3 3-4 15,1 0 0-15,-2 4-3 0,-2 5-7 0,-1 4-15 16,-4 5-25-16,-1 4-40 0,-1 1-35 0,-3 4-4 0,0 0-24 15,0 0-32-15,15 13-25 0,-14-1-27 16,2 4-152-16,-2 4-408 0,1 4 181 0</inkml:trace>
  <inkml:trace contextRef="#ctx0" brushRef="#br0" timeOffset="-134706.66">23481 12985 101 0,'-3'-6'234'0,"-3"-4"-1"0,-1 5-8 16,0 0-12-16,-3-1-17 0,1 3-21 0,1 2-16 0,-4 2-20 16,-1 1-8-16,-4 6-12 0,3 3-11 0,-2 4-7 15,-1 4-12-15,0 3-9 0,5 0-7 16,4-3-5-16,0-1-9 0,3 1-6 0,4 1-5 16,0-2-3-16,3-2-3 0,-1-2-4 0,6 0-2 15,-1-2 0-15,1-3-7 0,2-1-4 0,2-2 0 0,1-1-2 16,0-5-1-16,6 1-6 0,-5-2-7 0,5-4 0 15,-2-3-3-15,1 2-1 0,-2-3-5 16,-1 0 3-16,-1-3-2 0,0-2-2 0,-3 1 2 16,2-1 2-16,-5 0-1 0,0-2 2 0,-1 0-3 15,-2 1 4-15,0 2-4 0,1-4-2 0,-4 5 3 0,2 1 0 16,-1-1 1-16,0 5 5 0,-1 1 0 16,0-2-2-16,-1 8-3 0,1-8-3 0,-1 8-3 15,0 0 0-15,0 0 1 0,0 0 1 0,0 0-1 16,-9 29 4-16,6-13 1 0,-1 3-3 0,1-3 1 15,0 4 1-15,0-1 6 0,3 1-7 0,1-1 0 0,1-1 6 16,1-1-4-16,0-2 1 0,2-4 0 0,3 2 2 16,-3-1-2-16,0-3 2 0,1-1 2 0,2-1 7 15,-2-3-4-15,1 0-2 0,2 0 0 16,-2-3 5-16,-7-1-8 0,18-3 6 0,-6 1-5 0,-5-1 2 16,0 1 2-16,1-4-5 0,0 0 1 0,0-2 0 15,-3-1 2-15,4-1-3 0,-1 3 2 0,-2-5-5 16,1 2 4-16,-1 0-4 0,0-2 3 0,4-4-3 15,-4 6-1-15,1-4 1 0,-1 5 1 16,1-1-2-16,1 2-5 0,-3 3-4 0,-5 5 3 0,12-9 0 16,-5 6-1-16,-1 3 1 0,-6 0 0 0,0 0-2 15,16 5-2-15,-14 0 0 0,6 4 3 0,-4-2-2 16,-2 3 4-16,2 0 0 0,0 2-1 0,-1-2 3 16,-1 1-5-16,1 2 4 0,1-4 1 0,1 1-1 15,1-1 0-15,-2 0 4 0,2-3 6 0,0-1-5 16,2 2 0-16,-1-3 1 0,-1-1-1 0,1-3 0 15,0 2 1-15,-7-2-4 0,18-2 1 0,-10 0 1 16,-1 1-2-16,4-5 0 0,-5 3 2 0,-1-2 0 16,2 0-1-16,-1-3 2 0,-1 0-1 0,0-1-1 15,-1 1 1-15,0-2 0 0,0-1-1 0,-2 1-1 16,2 2-2-16,-3 1 2 0,-1 7 0 0,2-11-3 16,-2 11 2-16,1-10 0 0,-1 10-6 0,0 0 1 15,0 0-2-15,0 0 0 0,0 0 1 0,0 0 5 16,0 0-5-16,-19 21 2 0,14-12 1 0,-1 4-2 15,3-3-11-15,-4 6-22 0,5-1-29 0,-2-2-35 16,3-2-36-16,-1 3-44 0,1-4-47 0,1 5-165 16,0-4-425-16,0-11 188 0</inkml:trace>
  <inkml:trace contextRef="#ctx0" brushRef="#br0" timeOffset="-134533.29">24008 12924 5 0,'0'0'40'0,"0"0"-22"0,25 26-29 16,-15-10-11-16,2-1 5 0</inkml:trace>
  <inkml:trace contextRef="#ctx0" brushRef="#br0" timeOffset="-134188.22">24358 13126 128 0,'0'0'219'15,"0"0"-3"-15,-8-11-14 0,8 11-10 0,-12-4-12 16,5 4-8-16,-4 0-11 0,-1 3-12 0,2 1-6 16,-9 5-8-16,5 3-14 0,-4 0-11 0,-1 5-10 15,6-3-11-15,0-1-10 0,3 4-3 0,0-3-9 16,3-3-10-16,6 1-3 0,-3 3-6 0,2-4-4 15,2 0-4-15,3-1-1 0,0-2-6 0,-1-4-4 16,4 1-1-16,0-1-5 0,2 0-7 0,1-2-1 16,0-1-6-16,2-2 6 0,-1-1-3 0,1-2-4 15,1-1-2-15,1-2 1 0,-4 0 0 0,1 2 0 16,0-3 0-16,-2-1-3 0,4 2 0 0,-6-2 2 16,0 3 0-16,3 1-3 0,-4-1-2 0,-1 2-1 15,-4 4-2-15,5-6-1 0,-5 6-4 0,0 0 5 16,0 0-1-16,0 0-1 0,8 10-1 0,-8-10 2 15,-2 17 3-15,-1-6 1 0,2-1-3 0,-1 2 0 16,1 0-4-16,1 0-19 0,0 0-23 0,0 3-33 16,0-2-33-16,0-3-42 0,3 2-33 0,-1-4-40 15,2 1-136-15,-4-9-395 0,7 11 175 0</inkml:trace>
  <inkml:trace contextRef="#ctx0" brushRef="#br0" timeOffset="-133947.34">24679 12998 281 0,'4'-11'291'0,"-2"5"-23"0,1 1-24 0,-3 5-31 16,1-7-19-16,-1 7-14 0,0 0-18 0,0 0-3 16,-2 34-11-16,-2-15-8 0,2 8-12 0,-5 3-8 15,-4-2-15-15,11 1-7 0,-5 1-13 0,-1-2-7 16,2 0-8-16,-2 0-6 0,2-2-6 0,4-2-2 15,-3-5-9-15,3 1-23 0,0-2-24 0,0-3-29 16,0 0-30-16,0-3-27 0,-2 0-38 0,2-12-50 16,0 14-34-16,0-9-29 0,0-5-146 0,0 0-415 15,0 0 184-15</inkml:trace>
  <inkml:trace contextRef="#ctx0" brushRef="#br0" timeOffset="-133677.4">24506 13208 170 0,'0'0'175'0,"0"0"-4"16,17-5-9-16,-4 5-7 0,1 0-14 0,6 2-3 15,3 0-11-15,3 0-8 0,3-2-10 0,-7 0-11 16,6-1-9-16,-8 4-5 0,1-3-6 0,-2 0-8 16,0 0-2-16,-6 1-2 0,0-1-4 0,-1 2-4 15,-5 0-4-15,-1-2-1 0,1 2-5 0,-7-2 10 16,12 4 11-16,-6 1 4 0,-2 1 0 0,-1 4 1 15,1-1 5-15,-4 3-4 0,2 0-7 0,-5 1-7 16,0 3-2-16,2 1-9 0,-3 0-7 0,2-1-2 0,-1 1-21 16,-2 0-24-16,2-1-24 0,1 0-41 15,-2-4-50-15,1 0-61 0,2-2-47 0,-1 1-192 16,2-11-453-16,-2 13 201 0</inkml:trace>
  <inkml:trace contextRef="#ctx0" brushRef="#br0" timeOffset="-133511.09">24855 13077 1787 0,'0'-17'43'16,"0"1"-53"-16,0 5 3 0,0 11-24 0,0-12-18 16,0 12-4-16,0 0 4 0,5-7-14 0,-5 7 0 15,0 0-43-15,0 0-128 0,27 19-252 0,-17-12 111 16</inkml:trace>
  <inkml:trace contextRef="#ctx0" brushRef="#br0" timeOffset="-132773.18">25106 13198 97 0,'-4'6'235'0,"0"-1"1"0,0 0-10 0,-1 4-10 15,-3-1-14-15,5 4-15 0,-5-2-15 0,3 5-14 16,2-2-15-16,-2 2-17 0,1 0-15 0,2-2-7 15,1-1-11-15,2-1-10 0,-1 0-9 0,1-2-3 16,3 0-5-16,-1-3-8 0,4 2-4 0,-3-2-4 16,1-1-5-16,1-2-6 0,2 0 0 0,3-2-4 15,-4-1-7-15,-7 0-5 0,14-3-5 0,-8 1-5 0,1-3-4 16,1-1-2-16,-1-1 1 0,0-1-3 16,-1-1-2-16,-1-1 1 0,-2 0 2 0,-1-1-6 15,-1 1-1-15,7-2 1 0,-7 1-3 0,2-3-2 16,4 0 0-16,-5 2 1 0,7-2 3 0,-7 5-3 15,5 1 7-15,-5 2-2 0,1 1-1 0,-3 5-1 0,7-6-2 16,-7 6 0-16,12 1-1 0,-12-1 2 16,10 10 5-16,-6-4 8 0,1 4-6 0,-3 1 5 15,0 1 0-15,-2 1 4 0,3 2-2 0,-3 0 4 16,0-2-3-16,0-2 0 0,0 0-2 0,-2-1 1 16,2 1-1-16,0-11 0 0,-1 12-1 0,1-7-1 0,0-5 3 15,0 0 2-15,0 13 0 0,0-13 1 16,0 0 6-16,-4 6 5 0,4-6 10 0,0 0-7 15,0 0 0-15,0 0-4 0,0 0-3 0,0 0-2 16,0 0 2-16,20-22-5 0,-13 12-5 0,-1 3-7 16,5-7 4-16,1 0-9 0,1 4-5 0,-1-1 2 0,3-1 1 15,-1 1-6-15,-3 3 1 0,0 1-4 16,-1 1 4-16,-1 1-3 0,-1 4-1 0,-2 0-1 16,3-1 1-16,-9 2 5 0,15 6-3 0,-9-3 0 15,-1 3 3-15,0 0 1 0,-1 2-3 0,-2 1 4 0,1-2-4 16,-1 2 4-16,4 0 1 0,-2-1 3 0,4 1 2 15,-3-2 7-15,1 0 4 0,-2-1-4 16,5-1-1-16,1-2 0 0,2-2 4 0,1-2-5 16,0 0 1-16,-3-3-3 0,4 1 3 0,-3-2 0 15,3 0 0-15,-3-2-3 0,0 0 2 0,-1 1 2 0,-1-2-3 16,-1-1 1-16,-3 0-2 0,2-1-4 16,-3 1 3-16,0-3-2 0,3 5 0 0,-5-4-2 15,0 5 3-15,0 0 0 0,-2 6-1 0,5-12-1 16,-5 12-7-16,0-7-1 0,0 7 1 0,0 0-5 15,0 0 5-15,0 0-3 0,0 0-2 0,0 0 4 0,0 26 0 16,-2-13 2-16,-1 1-2 0,-1 2 3 0,0 2 2 16,-2-2 1-16,1 3 2 0,-3-2-2 0,2 2 4 15,1-3-3-15,-1 1 7 0,2 0-6 0,-3 1 2 16,4-2-3-16,-1-5-21 0,0 2-37 0,1-3-46 16,1 1-58-16,2-4-70 0,-2 3-247 0,2-4-519 15,0-6 230-15</inkml:trace>
  <inkml:trace contextRef="#ctx0" brushRef="#br0" timeOffset="-132628.66">25787 13523 87 0,'0'0'299'0,"0"0"-18"0,10-2-20 0,-10 2-45 16,0 0-23-16,9-2-21 0,-9 2-23 0,0 0-42 15,0 0-49-15,0 0-67 0,0 0-77 16,0 0-202-16,0 0-312 0,0 0 138 0</inkml:trace>
  <inkml:trace contextRef="#ctx0" brushRef="#br0" timeOffset="-129460.42">22069 14026 11 0,'-4'-11'215'15,"4"11"-7"-15,-4-10-11 0,4 4-11 0,0 6-11 16,-3-9-3-16,0 4-16 0,3 5-12 0,0 0-17 16,0 0-12-16,-3-8-14 0,3 8-11 0,0 0-8 15,0 0-5-15,0 0-2 0,-7 21-3 0,2-10-7 16,1 4-2-16,-1 1-4 0,1 1-9 0,0 2 0 16,2-2-6-16,0 1-6 0,1-1-4 0,0 3 0 15,-2-2-5-15,0-3-2 0,5 0-1 0,-2-2-7 16,0 1-1-16,2-2 3 0,-2 0-4 0,0 0-14 15,-1-3-24-15,0 2-25 0,1-1-35 0,0-3-38 16,0-7-40-16,1 12-46 0,-1-12-157 0,-1 10-392 16,1-10 174-16</inkml:trace>
  <inkml:trace contextRef="#ctx0" brushRef="#br0" timeOffset="-129246.81">22339 14011 183 0,'2'-4'204'0,"-2"4"-11"16,4-8-22-16,-4 8-19 0,0 0-8 0,0 0-8 16,0 0-3-16,0 0-6 0,0 0-9 0,-6 27-15 15,3-12-6-15,-1 1-7 0,0 0-12 0,-1 2-7 16,0-2-6-16,-1 3-4 0,1-1-8 0,-2 0 0 16,4-1-10-16,-1-1 0 0,-1 0-19 0,-2-2-25 15,1 2-34-15,2-6-36 0,0 1-36 0,3-1-40 16,0-3-48-16,-2 2-103 0,2-3-322 0,1-6 142 15</inkml:trace>
  <inkml:trace contextRef="#ctx0" brushRef="#br0" timeOffset="-129034.64">22505 14100 69 0,'5'5'179'0,"0"2"-5"15,-2 2-14-15,-1 3-1 0,0 5-11 0,-1 0-14 16,-2 2-11-16,-2 0-11 0,-2 1-9 0,-3 0-9 16,2-1-6-16,-6 3-12 0,2-5-8 0,-5 3-4 15,2-3-16-15,-2-3-31 0,-3 5-32 0,1-6-35 16,0-1-18-16,0 1-53 0,-1-6-34 0,-9 5-80 16,6-6-254-16,1-1 112 0</inkml:trace>
  <inkml:trace contextRef="#ctx0" brushRef="#br0" timeOffset="-128806.83">21827 14122 71 0,'-11'8'199'0,"2"5"-9"0,-1 2-6 16,-2 2-18-16,0 6-8 0,1 2-9 0,2-3-14 15,3 3-16-15,0 0-9 0,2-7-16 0,4 1-5 16,2 5-8-16,2-7-4 0,3 1-15 0,0-2-16 16,3-2-31-16,2 0-37 0,3-2-49 0,3-5-43 15,4-2-54-15,0-1-94 0,6-4-283 0,-1-3 124 16</inkml:trace>
  <inkml:trace contextRef="#ctx0" brushRef="#br0" timeOffset="-128619.03">22290 13739 69 0,'0'0'172'0,"-9"-5"-24"0,9 5-9 0,-7-3-21 15,7 3-18-15,0 0-33 0,0 0-41 16,0 0-35-16,-8 16-38 0,8-5-84 0,0-11-141 0,5 17 63 15</inkml:trace>
  <inkml:trace contextRef="#ctx0" brushRef="#br0" timeOffset="-126014.64">22970 14068 102 0,'0'0'138'0,"0"0"-7"0,0 0-7 16,0 0 3-16,0 0-13 0,-1 27-9 0,-2-14-6 15,1 4-9-15,-1-1-5 0,3 1-11 0,-4-2-2 16,3 1-8-16,0 0-9 0,0 1-5 0,1-5-4 16,-2-1-1-16,4 1-5 0,-1-2 0 0,-2 0-6 15,2-3 0-15,-1-7 3 0,0 12 4 0,0-12 8 16,-1 8 12-16,1-8 6 0,0 0 14 0,-2 9-20 16,2-9-2-16,0 0-4 0,0 0-5 0,0 0-5 15,0 0-3-15,0 0-3 0,0 0-4 0,-6-22-5 16,4 13 1-16,5-1-4 0,-2 0-3 0,3-3-3 15,1-4-3-15,3 0 1 0,0 0-5 0,1-8-1 16,5 4 0-16,-2-1-3 0,5-1-1 16,-3 2-1-16,0 6-1 0,5-3-2 0,-3 4-2 0,-1 3 3 15,1 1-6-15,-3 7 1 0,4-3 3 0,-4 5-2 16,2 2-6-16,-5 5 8 0,2-3-2 0,3 9 2 16,-3 2-6-16,0 0 3 0,-3 4-4 0,-4-1 0 15,3 1 4-15,-3 1-5 0,0 0 2 16,0-1 1-16,-2 0-3 0,0-2 4 0,-1-1-2 0,-1-4-3 15,-1 1 6-15,0-3-2 0,0-3 0 0,2 1 0 16,-2-7 6-16,-3 11 0 0,3-11-2 0,0 10 2 16,0-10 15-16,0 0 0 0,0 0 0 0,-5 4 0 15,5-4 0-15,0 0-7 0,0 0-1 0,-9-17 2 16,9 17-2-16,-1-16-2 0,2 6 1 0,2-3-4 16,2-2 6-16,1-4 0 0,3 2-8 0,3-7-3 15,-3 8 1-15,6-7-3 0,2 0 2 0,2 6-1 16,-1-2-4-16,-3 9 1 0,-1-1-2 0,0 0 6 15,-2 6-6-15,-1 0 3 0,0 5-2 0,0 3 0 16,-5 0-2-16,4 3 0 0,-2 4 0 0,0 4 4 16,-1 11-2-16,0-8 1 0,-3 2 0 0,-3 8 0 15,0-2 2-15,-1 0 0 0,-2 1-1 0,2 2 2 16,-3-4-27-16,2-5-13 0,-4 7-28 0,3-7-26 16,0-3-29-16,1 0-38 0,1 0-22 0,0-2-23 15,0-2-118-15,1-1-349 0,0-5 155 0</inkml:trace>
  <inkml:trace contextRef="#ctx0" brushRef="#br0" timeOffset="-125698.41">23646 14294 34 0,'0'0'163'0,"0"0"-2"0,0 0 2 0,0 0-19 15,0 0-7-15,0 0-5 0,-8 24-10 0,6-15-7 16,1 1-5-16,1 2-10 0,0 0-10 0,1-1-2 15,3-1-7-15,1 1-5 0,0-1-5 0,3-1-4 16,-2 0-5-16,9 0 1 0,-4-2-3 0,0-1-3 16,6-2-2-16,0-3-2 0,0 1-2 0,2-4-4 15,-6 1-2-15,6-3 1 0,-2-3-2 0,1 1 5 16,-3-2-6-16,-5 1 0 0,1 0 1 0,1-7 0 16,-3 2 0-16,-1-1-6 0,-3-2-1 0,-1 1-4 15,0-3-4-15,-7 1-2 0,3-1-4 0,-2-1-6 16,-3 1 0-16,-2-1-11 0,1 4-6 0,-2-2-6 15,1 7-15-15,0 0-14 0,-1 2-30 0,1 1-22 16,-5 3-26-16,-1 3-16 0,-1 4-28 0,-2 4-16 16,-5 1-26-16,-2 6-126 0,4 5-351 0,-1-1 156 15</inkml:trace>
  <inkml:trace contextRef="#ctx0" brushRef="#br0" timeOffset="-125210.66">23900 14482 1 0,'9'-7'208'0,"0"1"-4"0,-1-5-12 16,0 1-15-16,-2 1-12 0,5-4-11 0,-3 0-9 15,-1 2-12-15,-1-5-7 0,2 2-11 0,-2-2-12 16,-2 0-3-16,0-2-7 0,-3 3-8 0,2-2-9 16,-2 0-8-16,-1 1-2 0,0 0-6 0,0 5-5 15,0-1-8-15,1 2 0 0,-1 3-8 0,0 7-5 16,1-12-4-16,-1 12-5 0,2-8-6 0,-2 8 2 15,11-5-8-15,-11 5 4 0,17 3-5 0,-6-1-3 16,2 2 1-16,2 1 1 0,1 6-2 0,0-3-2 16,-2 4-3-16,2-1-1 0,-3 2 0 0,-2-1 1 15,1 1 0-15,-5 3-2 0,1-3 1 0,-3 5 2 16,-1-1-1-16,0-1-2 0,-3-4-2 0,0 1 3 16,-1 0-2-16,-1-4-1 0,1 2 3 0,1-2-2 15,0 2-2-15,-1-3 4 0,2 3 1 0,2-4-4 16,-1-2 2-16,1 1 3 0,5-2-2 0,1-1 2 15,2 0-3-15,1-3 4 0,-2-2-2 0,3 0 0 16,0-2-1-16,-1 0-1 0,2-3 1 0,1-2-1 16,0 1 0-16,-3-4 1 0,2 0 0 0,-3-3 3 15,-3 3-6-15,2-3 2 0,-4-1 1 0,-3-1 0 16,0 2-4-16,-3 2 3 0,-2 2 0 0,1-1 5 16,-2 0-2-16,-3 2 2 0,3 3-4 0,-4 0 6 15,1 3-8-15,5 4-1 0,-16-2-3 0,4 5-2 16,0 2 4-16,1 4-2 0,-2 2 3 0,-1 2-2 15,5 1-2-15,-1 2-12 0,5 0-27 0,4 3-32 16,0-2-55-16,6 1-54 0,4-1-209 0,1 0-426 16,3-3 189-16</inkml:trace>
  <inkml:trace contextRef="#ctx0" brushRef="#br0" timeOffset="-124796.38">25058 14323 214 0,'-5'-10'244'0,"0"-1"-15"16,-3 4-16-16,3 0-18 0,-2 1-18 0,-3 3-18 15,-1 0-16-15,1 6-14 0,-10 0-14 0,3 6-6 16,-6 5-8-16,-1 3-8 0,1 2-12 0,1 2-4 15,7 2-11-15,4-6-6 0,1 6-2 16,6-5-7-16,0 1 0 0,4 0-9 0,4-1-6 0,3-2-1 16,5 6 4-16,1-6-12 0,5 2-19 0,-1-7-24 15,8 3-31-15,2-2-43 0,-7-5-49 0,1-4-46 16,3 3-195-16,-6-5-411 0,2-2 183 0</inkml:trace>
  <inkml:trace contextRef="#ctx0" brushRef="#br0" timeOffset="-124405.79">25275 14159 2 0,'2'-9'212'0,"-1"6"-23"16,-1 3-16-16,0 0-12 0,0 0-5 0,0 0-11 16,-4 25-1-16,-2-1-6 0,1 3-11 0,-1 3-11 15,-4 1-5-15,5 2-9 0,-5-3-9 0,2-1-6 16,3 4-6-16,-4-5-10 0,4 1-8 0,3-4-3 15,-2 1-5-15,1-7-9 0,1-1-1 0,0-3-4 16,0-2-4-16,2-4-2 0,-4-1 6 0,3-2 1 16,1-6 9-16,1 10 6 0,-1-10-2 0,0 0-5 15,0 0-3-15,0 0-8 0,0 0-5 0,0 0-3 16,0 0 1-16,0 0-1 0,10-25-7 0,-6 15-2 16,3-5-9-16,1 0-8 0,3 1-1 0,5-7-2 15,-3 6-6-15,5-3 3 0,-3 3-4 0,1 2 8 16,0 4-10-16,-7 1-1 0,3 5 1 0,-1-1-2 15,-3 1 1-15,1 3 4 0,0 3-3 0,-2 3 1 16,-3-1-2-16,4 4 4 0,-2 1-1 0,-3 2 4 16,1 2-6-16,1 4 5 0,-4 0 3 0,4-1-4 15,0-2-16-15,-5-2-37 0,7 2-28 0,-1 2-24 16,-1-8-29-16,3 1-30 0,0-2-25 0,0-1-20 16,3-3-123-16,3 0-360 0,3 0 159 0</inkml:trace>
  <inkml:trace contextRef="#ctx0" brushRef="#br0" timeOffset="-124116.39">25691 14548 107 0,'6'-12'131'0,"-1"-3"13"0,-3 2 17 0,0 2 18 16,1 0 11-16,-3 1-13 0,0 1-13 0,-3 2-9 15,3 7-5-15,-9-10-9 0,2 8-7 0,7 2-1 16,-17 2-6-16,6 2-5 0,0 2-9 0,0 5-11 16,-3-1-5-16,1 4-3 0,2-1-11 0,-1 0-3 15,5-2-10-15,3 1-4 0,-2 0 2 0,2-2-15 16,2 4-5-16,2-7-6 0,2 5 1 0,0-7-8 15,0 2 1-15,4-1-1 0,-2-2-4 0,3 0-3 16,-1-2-1-16,1 1-4 0,4-5-3 0,1 4 0 16,-2-5-3-16,0 0-2 0,-1-3-2 0,1 3 6 15,0-4-6-15,-1 1-2 0,-5 2 1 0,3-1-1 16,0-1-3-16,-2 1 2 0,1 4-4 0,-6 1-10 16,9-4-3-16,-9 4-5 0,0 0-12 0,0 0-10 15,14 5-36-15,-12 0-26 0,-2-5-44 0,0 12-36 16,2-6-50-16,-1 4-38 0,-1 1-155 0,-1-1-453 15,2 1 201-15</inkml:trace>
  <inkml:trace contextRef="#ctx0" brushRef="#br0" timeOffset="-123886.77">25843 14634 144 0,'7'-17'185'0,"4"2"-11"0,-2 0 2 16,2 0-2-16,1 1-11 0,-1 1-5 0,3 0-12 15,-5 5-2-15,-1-1-6 0,1 2-12 0,-3 6-12 16,2-4-12-16,-3 5-11 0,1-4-6 0,-6 4-9 16,14 4-3-16,-10 2-5 0,1 1-11 0,-1 0-1 15,2 3-3-15,-3 1-5 0,-1 0-4 0,1 1-4 16,-3 1-3-16,0-2-5 0,0 1-6 0,2-1-20 16,-2 0-28-16,0 1-33 0,-2-1-48 0,2-4-41 15,4 2-50-15,-4 0-176 0,0-9-400 0,3 11 176 16</inkml:trace>
  <inkml:trace contextRef="#ctx0" brushRef="#br0" timeOffset="-123297.1">26257 14457 228 0,'0'0'248'0,"2"-10"-21"0,-2 10-19 0,0 0-21 0,0 0-10 16,0 0-3-16,0 0-14 0,-33 19-12 0,19-4-11 15,1-1-16-15,-2 6-8 0,1 2-11 0,1-5-12 16,7 1-6-16,0-1-9 0,-1 2-6 0,-1-1-5 16,6 0-7-16,0-1-2 0,4-1-9 0,2-1 0 15,2-5-7-15,3 2 2 0,-1-4-3 0,7 3 0 16,4-4-3-16,-1 0 4 0,1-4-6 16,0-3-4-16,2 2-4 0,-1-4-1 0,-2 1-2 0,4-5-3 15,-4 2-1-15,2-2 0 0,-1-1-3 0,0-2 2 16,-2 1-1-16,0-3 9 0,1 0-13 0,-5-1 0 15,-1-2-4-15,1 0 1 0,-3 0-4 0,-1-1 2 16,-1-1-3-16,-1 0 2 0,0-1 9 0,-6 6-1 16,1-2-4-16,0 2-11 0,-4 0 0 0,0 1 1 15,-2 2-1-15,0 0-1 0,-1 5-4 0,-3 0-2 16,8 3 2-16,-21 7-2 0,11-1 2 0,-5 5 1 16,0 1 0-16,-1 2-1 0,7 2 1 0,-1 2 3 15,0-2-1-15,5 1-3 0,-1-1 2 0,6-1 2 16,0-1-1-16,4-4 2 0,-1 3 1 0,8 0 2 15,2-2-4-15,3 0 5 0,2-5 1 0,2-2 0 16,7 0-3-16,-5-2 1 0,5 1 0 0,-6-3 8 16,0-2-9-16,0 0-2 0,0-3 0 0,-3-1-2 15,-1 0 0-15,0-1 3 0,-4 0-7 0,1-5-2 16,-1 4 2-16,-2-4-3 0,1-1 4 0,-4 3-4 16,-1 0 2-16,-1 1-2 0,0-4 3 0,-2 4 3 15,0-3-2-15,1 5 1 0,-3 0-1 0,0 1 1 16,-2 6-2-16,4-8 6 0,-4 8-11 0,0 0 5 15,0 0-5-15,0 0 7 0,0 0 0 16,0 0 5-16,0 0 1 0,-10 30-2 0,3-19 1 16,1-2 1-16,-2 6-12 0,-1-5-24 0,5 6-34 0,-3-7-46 15,-2 7-56-15,6-6-32 0,1 3-2 0,2-2-31 16,3 1-123-16,6-3-390 0,0-2 173 0</inkml:trace>
  <inkml:trace contextRef="#ctx0" brushRef="#br0" timeOffset="-122726.29">27168 14595 200 0,'3'-5'250'0,"-3"5"-23"0,0 0-7 16,0 0-11-16,0 0-15 0,0 0-15 0,-15 25-16 15,10-18-17-15,0 4-6 0,2-1-22 0,-1 1-13 16,4-2-10-16,0 3-7 0,2-2-9 0,0 1-7 15,-1-2-6-15,1-2-6 0,5 3-8 0,-4-4 0 16,3-1-2-16,-4-1-4 0,5 0-2 0,-7-4 2 16,11 3-13-16,-6-2 0 0,-5-1-4 15,0 0-2-15,15-4-7 0,-13 0-3 0,-2 4-5 0,8-11-3 16,-6 5-4-16,-2-3-15 0,0-3-6 0,0 0 2 16,-4-3-3-16,2 0-6 0,-4 3 3 0,2-3 2 15,-3 6 1-15,5-4 3 0,0 4 2 0,-2 3 5 16,3-2 3-16,1 8-4 0,-2-8 4 0,2 8-1 15,-5-8-3-15,5 8 1 0,0 0-1 16,0 0 3-16,0 0 1 0,0 0 0 0,20-1 0 0,-7 2 5 16,1-1-5-16,2 4-3 0,4-6-2 0,1 0 1 15,0-1-3-15,-2-3 2 0,1 2 0 0,-2-2 3 16,-4-1 0-16,3 1 0 0,-3-3 1 0,-5 2 2 16,0-3 0-16,1-1 1 0,-2-3 0 15,-3 3 4-15,-1-4 2 0,0 5 7 0,2-3-1 0,-4 4 5 16,0-1 4-16,0 3 11 0,-2-1 0 0,0 8 0 15,4-11-2-15,-4 11-8 0,3-6-7 0,-3 6 2 16,0 0 0-16,0 0 4 0,0 0 5 0,-9 32 4 16,2-7 1-16,-3 1 3 0,0 4 11 0,-2 2 11 15,1 0 10-15,-2 3 3 0,-1 7-1 0,1-7-4 16,1-2 0-16,1 0-5 0,0-1-4 0,-3 0-11 16,6-1-1-16,-3-1 3 0,3-3-12 0,0-2 1 15,1-7-4-15,1 0-18 0,0-3-15 0,2-2-27 16,2-3-35-16,0 1-29 0,-1-2-40 0,1 0-41 15,0-4-50-15,2-5-53 0,-4 8-203 0,4-8-522 16,0 0 231-16</inkml:trace>
  <inkml:trace contextRef="#ctx0" brushRef="#br0" timeOffset="-122572.97">27391 14773 16 0,'16'-5'184'15,"4"1"-16"-15,-3 1-18 0,2 0-14 0,-2-2-21 16,2 2-2-16,1 3-32 0,-4 0-44 0,4-2-64 16,-7 1-70-16,-4 1-49 0,5-2-159 15,-14 2 71-15</inkml:trace>
  <inkml:trace contextRef="#ctx0" brushRef="#br0" timeOffset="-121986.63">22479 14811 152 0,'0'0'191'0,"3"-6"-20"0,-3 6-3 0,0 0 3 16,0 0-2-16,-3 34-5 0,-1-6-4 0,-3 3-12 15,-5 2-17-15,2 0-5 0,-1 0-13 0,-1 1-9 16,3-1-12-16,-2 1-6 0,0-1-11 0,4-4-5 16,0 0-10-16,1 1-4 0,0 4-4 0,-1-7-5 15,2-2-11-15,0-5-22 0,1-2-33 0,-2-3-39 16,3-3-44-16,1-1-61 0,0-1-39 0,0-3-134 15,2-7-363-15,0 0 161 0</inkml:trace>
  <inkml:trace contextRef="#ctx0" brushRef="#br0" timeOffset="-121182.89">22437 15094 143 0,'17'-9'137'0,"3"-1"-1"15,4-2-6-15,2 0-8 0,1 2-15 0,-8 3-8 16,7-5-5-16,-8 3-4 0,1 3-9 0,-4-2-4 16,2 0-4-16,-3 0-3 0,-3 0 1 0,3-1-1 15,-4 4-7-15,-3-2 3 0,1 0 3 0,-3-2-2 16,-1 2-2-16,1-2-6 0,-5 9 0 0,6-11-5 16,-2 5 1-16,-4 6-5 0,4-9-6 0,-4 9-6 15,0 0-7-15,5-7-5 0,-5 7-3 0,0 0-1 16,0 0-2-16,0 23-3 0,-2-5 2 0,-3 6 0 15,-2 2-1-15,-2 1-1 0,0 0 1 0,0-4-6 16,-1 4 3-16,-1-3-3 0,8-5-1 0,-6 4 0 16,1-6-2-16,3 0-4 0,0-4 7 0,-2 2-6 15,3-5 1-15,2 1-2 0,-1-1-1 0,1-3-2 16,-1-1 4-16,3-6-4 0,-2 10 5 0,2-10-1 16,-1 7 3-16,1-7-5 0,0 0 1 0,0 0 2 15,0 0-4-15,0 0-6 0,0 0 3 0,16-3-4 16,-16 3 8-16,12-7-7 0,-6 5-3 0,-6 2 1 15,0 0-1-15,18-2 1 0,-18 2 1 0,13 6 2 16,-5-4-2-16,-8-2 2 0,13 6-2 0,-2-2 1 16,-1 0-1-16,5 2 4 0,-5-2 7 0,1 1-8 15,-1-1 2-15,4-2 2 0,0-2 7 0,4-2-9 16,-1 0 6-16,2-3-2 0,1-1 1 0,-2 0 1 16,-2-2-2-16,1 0-1 0,-3-1 1 0,0 0 0 15,-6-1-1-15,3 4 1 0,-2-3-1 0,-2 0 0 16,0 0-3-16,-3 2 4 0,0-1 0 0,-1 0 1 15,-3-2-4-15,0 10 3 0,-2-15-3 0,0 6-1 16,0 2 0-16,2 7 1 0,-3-13-4 0,-1 9-3 16,4 4 2-16,-6-4-2 0,6 4-2 0,0 0 3 15,-18 9 1-15,9-3-4 0,0 1 3 0,-3 6 1 16,1-1 1-16,0 4 2 0,4-1 0 0,0-1-3 16,0 1 4-16,3-4 0 0,3 2-4 0,-1 0 5 15,4 0 3-15,-1 0 1 0,0-2 3 0,4-2-4 16,2 0 3-16,-1-3 1 0,-2-1 2 0,-4-5-2 15,13 8 2-15,-2-5 0 0,-2 0 1 0,3-3-2 16,-12 0 2-16,23-4-3 0,-13 0 0 0,1-1-3 16,1-1 2-16,-4-2 2 0,2 1 0 15,-1-2-1-15,-3 3 0 0,6-2-3 0,-3-2-1 0,-2 1-1 16,-2-2 0-16,4 2 3 0,-1-7-3 0,0 7 0 16,-3-1 1-16,4 1-3 0,-3 1-2 0,-2 3 2 15,0 0-3-15,-4 5-1 0,8-6-3 0,-8 6 1 16,7-2 4-16,-7 2 4 0,0 0 5 0,12 8 0 15,-10-2-2-15,-1 1-2 0,3 2-1 0,-1 1-1 16,-1-1 5-16,2 6 5 0,-1-2-15 0,-1 0-19 16,0 1-32-16,-2 3-48 0,1-3-40 0,-1-2-43 15,1-2-44-15,-2 3-130 0,1-13-387 0,-1 14 172 16</inkml:trace>
  <inkml:trace contextRef="#ctx0" brushRef="#br0" timeOffset="-120652.77">23341 15280 112 0,'0'0'209'0,"0"0"-9"0,0 0-20 16,9 19-12-16,-7-10-13 0,0 1-18 0,-1 1-9 16,-1-3-4-16,1 3-13 0,2-2-2 0,-3-1-8 15,0-8-11-15,0 14-7 0,2-8 1 0,-2-6-8 16,1 8 5-16,-1-8 9 0,2 8 8 0,-2-8 8 15,0 0-3-15,0 0-12 0,0 0-8 0,0 0-6 16,0 0-7-16,0 0-7 0,0 0-10 0,0 0-2 0,-14-24-11 16,14 24-8-16,1-18-5 0,-1 18-1 15,3-22-6-15,-1 12-8 0,1-5-3 0,3 2-4 16,3 0-2-16,-1-1-2 0,-1 4-2 0,2 1 2 16,0 0-3-16,-2 2 0 0,3 1-3 0,-1 2 0 15,-3 2-6-15,-6 2 5 0,12 2-4 0,-5 2 5 0,-2 2-2 16,2 1 7-16,-2 3-11 0,0 1 6 0,3 0 1 15,-5 6 1-15,0-1 2 0,0 1 1 16,-3-6-4-16,1 2 0 0,-1-1 0 0,0-2 2 16,-1-3 2-16,1-7 1 0,0 12 4 0,-2-7-1 15,2-5 0-15,0 0 1 0,0 12 4 0,0-12-4 16,0 0 4-16,0 0-2 0,0 0 0 0,0 0 3 16,0 0-12-16,0 0-1 0,0 0-1 0,7-28-1 15,-5 18-2-15,5-4 3 0,0-1-6 0,2 1 6 16,2 0-4-16,-1-1-2 0,0 3 1 0,2 1 4 15,-2 1-5-15,0 2 5 0,-1 3-4 0,-3 3-1 16,3-3-3-16,-9 5 5 0,13-1-3 0,-13 1 6 16,14 6-6-16,-6-2 5 0,-8-4 0 0,7 16 3 15,-3-10 1-15,0 7 0 0,-1 5-11 0,0-5-20 16,-1 2-27-16,-1 2-33 0,0-1-41 0,-1-4-41 16,3 0-39-16,-2-2-168 0,-1-10-414 0,4 16 184 15</inkml:trace>
  <inkml:trace contextRef="#ctx0" brushRef="#br0" timeOffset="-120282.77">23921 15287 180 0,'-4'-11'267'0,"4"11"-8"16,0 0-18-16,0 0-20 0,-10-6-16 0,10 6-21 15,0 0-12-15,-22 13-17 0,12 0-15 0,5-1-11 16,-7 4-12-16,1-3-11 0,2 2-16 0,4 0-4 15,1-3-11-15,0 0-7 0,3-1-6 0,1-1-5 16,-3 0-8-16,7 1-4 0,-3-4-3 16,2-3-5-16,2 1-6 0,-5-5-6 0,9 5 2 0,-4-2-6 15,-5-3-1-15,14-4-4 0,-14 4 1 0,13-5 0 16,-8 1-5-16,4-3 0 0,-1 0-4 0,-2 1 0 16,0-3 0-16,1 2 1 0,-3-2-3 15,-4 9 1-15,6-13-4 0,-3 6 6 0,-3 7-5 0,3-16 7 16,-1 10 5-16,-2 6-3 0,4-9-5 15,-4 9-3-15,0 0-4 0,3-11-2 0,-3 11 0 0,0 0-1 16,0 0 1-16,0 0 4 0,3 26-3 0,-3-19 3 16,4 3-3-16,-3 2 0 0,-1-2 2 15,2 1 0-15,1 1-14 0,0 0-19 0,1-4-32 16,-1 1-23-16,1-1-44 0,3-2-42 0,-1-1-46 16,-1-1-215-16,-5-4-468 0,18 0 208 0</inkml:trace>
  <inkml:trace contextRef="#ctx0" brushRef="#br0" timeOffset="-120054.64">24288 15067 22 0,'0'0'244'0,"5"-5"-13"0,-5 5-4 0,0 0 15 15,0 0 4-15,2 18-5 0,-3-7-13 0,0 7-15 16,-4 2-18-16,2 4-11 0,-4 3-24 0,1 0-9 15,0 0-17-15,-1 1-3 0,2 4-23 0,-2-5-10 16,0 2-11-16,1-3-7 0,-2 0-13 0,2-2-19 16,2-6-35-16,-1 0-17 0,0 1-39 0,-2-2-45 15,2-2-61-15,3-3-76 0,-7 1-249 0,5-3-513 16,-1 0 228-16</inkml:trace>
  <inkml:trace contextRef="#ctx0" brushRef="#br0" timeOffset="-119412.33">24966 15676 202 0,'-11'0'258'0,"11"0"-9"0,-7-3-17 16,7 3-20-16,-6-3-14 0,6 3-10 0,-3-8-24 15,3 8-12-15,0 0-18 0,8-19-5 0,-5 8-9 16,2 1-6-16,0-1-8 0,5-3 1 0,-5 0-15 16,3 0 1-16,2-1-12 0,-2-1-9 0,-1-1-4 15,-1-1-10-15,-1 1-4 0,0-2-1 0,-1 1-9 16,-3-6-5-16,1 7-2 0,-2-1-6 0,-1 0-7 16,-1 7-4-16,-5-1 0 0,4 2 0 0,-3 0-7 15,-1 2 0-15,1 3-9 0,0-2 1 0,-4 7 0 16,10 0-1-16,-23 6-10 0,5 5 8 0,-4 4 0 15,9-2 2-15,-7 8-2 0,6 0 1 0,0 1-1 16,8-6 0-16,2 1-2 0,1-1 2 0,3 0-4 16,0-3 2-16,4 2-7 0,4-1-3 0,-2-2-1 15,7 0-3-15,0-1-3 0,2-1-1 0,0-3-3 16,-1-1 6-16,-1-3-4 0,2 5 4 0,-3-6-1 16,5 0 2-16,-3-2 0 0,-1-1-2 0,-1 0 3 15,-2-1 4-15,-2 1-1 0,-8 1-2 0,16 0 1 16,-10 0 2-16,-6 0-3 0,11 4 1 0,-3-2 1 15,-3 4-1-15,1 1 5 0,0 1-4 0,-1 3 3 16,0-1 0-16,-1 3 5 0,-3-1-3 16,3 5 1-16,-2-1 0 0,0 1 4 0,0-2-3 0,-2 2 0 15,0-4-23-15,-1-2-24 0,2 3-41 0,-2-3-49 16,2-1-48-16,0-1-46 0,-1-3-155 0,0-6-421 16,-1 9 187-16</inkml:trace>
  <inkml:trace contextRef="#ctx0" brushRef="#br0" timeOffset="-119063.09">25327 15535 158 0,'0'0'229'16,"0"0"-7"-16,0 0-8 0,0 0-14 0,0 0-16 15,-3 28-15-15,1-15-17 0,0 2-13 0,0 3-16 16,0-1-9-16,6-2-10 0,-2 1-12 0,2 0-9 15,-1-5-7-15,2 0-7 0,2-1-4 0,1-2-5 16,-1 0-7-16,4-2-3 0,-2-4-5 0,4 0-1 16,-3-2-6-16,3-1-1 0,-4-1-4 0,3-1-2 15,-1-2-3-15,0-3-2 0,0 0-7 0,-2-2 3 16,-1-3 1-16,0 2-7 0,-2-5-1 0,1 1 0 16,-1 3-1-16,0-3-3 0,0 0-1 0,-1 6 1 15,-1 0 4-15,-2 0 5 0,0 3-2 0,1 1-3 16,-3 5-7-16,2-6 1 0,-2 6-4 0,0 0 2 15,0 0-1-15,0 0-3 0,5 22 1 0,-6-12-3 16,1 6 6-16,0-1-2 0,0 3-8 0,-2-1-28 16,0 2-28-16,2-3-43 0,-2 3-48 0,2-3-66 15,-4 0-210-15,3-3-462 0,-1-3 204 0</inkml:trace>
  <inkml:trace contextRef="#ctx0" brushRef="#br0" timeOffset="-118720.83">25659 15718 185 0,'0'0'231'0,"0"0"-10"16,9 10-12-16,-6-6-15 0,-3-4-18 0,2 9-14 16,-2-9-9-16,2 10-8 0,-2-10-5 0,0 7-3 15,0-7-8-15,0 0-1 0,0 8-1 16,0-8 7-16,0 0-2 0,0 0 12 0,0 0-13 15,0 0-10-15,0 0-15 0,0 0-15 0,0 0 0 0,0 0-8 16,0 0-9-16,0 0-10 0,3-23-6 0,1 12-9 16,2 2-6-16,1 1-8 0,0-2-9 0,2-4-3 15,0 4-1-15,-2 1-13 0,4 0 10 16,-2 2-5-16,-1 2-5 0,2-2-16 0,-5 4 11 16,3 1-4-16,-8 2 0 0,16 2-3 0,-9 2 3 15,-2 2 0-15,1 1-1 0,-2 3-2 0,1 1-1 16,-2-1 3-16,-1 4-1 0,-2-1-18 0,0 2-24 0,0 1-37 15,0 1-44-15,-5-1-53 0,4-4-78 16,1-2-260-16,-1 0-559 0,1-10 247 0</inkml:trace>
  <inkml:trace contextRef="#ctx0" brushRef="#br0" timeOffset="-118331.45">26067 15634 193 0,'-2'-11'271'0,"2"11"-22"16,0 0-22-16,0 0-16 0,0 0-19 0,-15 11-13 15,7-2-14-15,0 1-19 0,-1 3-11 0,1 1-14 16,1 1-11-16,0-1-14 0,2-1-6 0,1-1-12 16,2 1-7-16,0-4-7 0,2 1-2 0,2-1-11 15,0-3 0-15,0-1-5 0,-2-5-1 0,4 9-7 16,-1-5-1-16,-3-4-4 0,9 1-6 0,-9-1-8 15,0 0 1-15,15-6-2 0,-8 2 0 0,0 0-1 16,-2-1-2-16,1-1-2 0,-1-3 1 16,1 1-5-16,-1 1 2 0,2-3-3 0,-3 0 4 0,3 1-6 15,-5 3 3-15,0 1-2 0,0-1 7 0,-2 6 6 16,5-8-9-16,-5 8 6 0,5-5-11 0,-5 5 4 16,0 0 5-16,0 0 2 0,0 0 3 15,0 0-3-15,0 0 2 0,2 26-3 0,-2-17 1 16,-2 2-5-16,2 1 6 0,-5 4-5 0,5-5-1 0,0 1-11 15,-2 1-17-15,4-3-37 0,-2 2-26 0,0-2-25 16,0-10-45-16,2 16-60 0,1-10-67 0,-3-6-150 16,2 11-461-16,-2-11 205 0</inkml:trace>
  <inkml:trace contextRef="#ctx0" brushRef="#br0" timeOffset="-117878.39">26250 15697 33 0,'2'-4'286'0,"-2"4"-15"16,0-7-25-16,0 7-27 0,0 0-11 0,0 0-16 16,0 0-16-16,0 0-13 0,0 0-7 0,0 0-14 15,-7 29-16-15,5-22-6 0,2 3-17 0,0 2-8 16,-2-2-11-16,2 2-7 0,2-1-8 0,-2-2-6 16,2 0-4-16,0-2-2 0,3-1-6 0,0-1-6 15,0 0-6-15,3-1 1 0,-3-1-2 0,-5-3-3 16,11 2-11-16,-11-2 5 0,11 0-3 0,-11 0-3 15,9-3-3-15,-9 3 1 0,9-7-5 0,-6 3-1 16,1-1-4-16,-4 5 4 0,5-11-4 0,-1 4-1 16,0 1-9-16,-4 6 6 0,4-8-3 0,-4 8-1 15,3-6-4-15,-3 6-5 0,0 0 5 0,7-4-6 16,-7 4 2-16,0 0-2 0,0 0 2 0,0 0 0 16,5 14 3-16,-1-10 0 0,-4-4 1 0,2 13-5 15,2-8 3-15,-1 0 1 0,1 1 0 0,-4-6 1 16,10 9 1-16,-6-7 4 0,-4-2-1 0,9 2-8 15,-9-2 10-15,16-1-2 0,-10-2-10 16,-1-1 12-16,4-2 0 0,-1-2 7 0,0 2 2 0,-2-2 13 16,1-1 8-16,-3 0 5 0,0 0-4 0,2-2-3 15,-2 2 4-15,-4-2-2 0,2 1-2 0,-4-3-2 16,2 2-2-16,-2 1-8 0,-2-1-5 0,1 0-11 16,0 2-20-16,1 3-30 0,-2-2-31 0,-1 2-33 15,5 6-50-15,-8-8-57 0,8 8-71 0,0 0-194 16,-8-6-521-16,8 6 232 0</inkml:trace>
  <inkml:trace contextRef="#ctx0" brushRef="#br0" timeOffset="-116987.73">26726 15658 107 0,'-4'-4'302'0,"-4"1"-11"0,8 3-22 0,-11-4-17 0,11 4-31 16,-18 4-18-16,10-1-19 0,-6 7-20 16,1 1-22-16,1 2-7 0,2 0-9 0,0 2-20 15,3-1-1-15,1 3-15 0,2-3-8 0,1 2-9 16,1 0-6-16,4-5-8 0,-2 1-13 0,3-2 1 16,-1 0 1-16,2-1-6 0,0-2-4 0,1-3-2 15,-1 1 0-15,-4-5-8 0,10 6 2 0,-6-4-3 16,-4-2 0-16,13 0-6 0,-13 0 0 0,14-7-3 15,-9 5-2-15,-5 2-1 0,13-8-8 0,-7 4 6 16,2-3 2-16,-2 0-3 0,-1-2-1 0,3 1 0 16,-2-1-4-16,2 1-1 0,-3-2 5 0,3 1-6 15,-3 1 2-15,2 1-2 0,-2 2 5 0,-1 1-3 16,-4 4-4-16,4-6-3 0,-4 6-2 0,5-4 1 16,-5 4 5-16,0 0-2 0,0 0 3 0,8 10-4 15,-4-4 3-15,-2 1-2 0,-2-7-6 0,2 13 10 16,0-4 0-16,2-2-3 0,-1-2 0 0,3 4 3 15,-4-3-2-15,0 0 1 0,4 0 3 0,-2-3-2 16,0 3 3-16,1-3 0 0,-5-3 2 0,8 7 0 16,-8-7 4-16,10 1-7 0,-10-1 11 0,0 0 4 15,13-6-9-15,-8 4 3 0,1-1 0 0,-6 3-3 16,8-10 0-16,-4 4-1 0,-2 0-4 16,2-1-2-16,1-2 4 0,1 1 1 0,-1-2-7 0,2 1 1 15,-2 0-2-15,-1 2 2 0,0 0 5 0,0 3-2 16,-4 4-6-16,3-7-9 0,-3 7 3 0,7-4-5 15,-7 4 4-15,0 0-2 0,0 0 1 0,0 0 3 16,9 11-1-16,-9-11 2 0,4 10-4 0,-2-4 3 16,1 0 7-16,-3-6-4 0,4 10-1 0,2-4-1 15,-6-6-12-15,8 8 22 0,-6-3-5 16,-2-5 3-16,7 4 3 0,-3-2-4 0,-4-2 8 0,0 0-1 16,11 0 11-16,-11 0-4 0,0 0-4 0,10-3-2 15,-10 3 4-15,0 0 9 0,13-10-12 0,-13 10 5 16,6-6 13-16,-6 6-6 0,0 0-2 0,8-7 13 15,-8 7-14-15,0 0-5 0,0 0 1 0,6-6-10 16,-6 6-7-16,0 0 0 0,0 0 0 16,2 20 2-16,-2-20 4 0,0 28-9 0,-4-5-6 15,0 5 8-15,-2 0 7 0,4 6-9 0,-4-2 0 16,1 4 1-16,-3 10-3 0,-2 2 0 0,6-14 1 0,-1 12 3 16,1-14-2-16,2 1 3 0,-3-3 2 15,3-2 3-15,0-1-9 0,2-9-6 0,-2-1 10 16,0-5-8-16,-1-1-27 0,0-1 7 0,3 1-4 15,0-5 12-15,0-6-2 0,-8 10-2 0,3-9 8 16,5-1 10-16,-13 3-13 0,3-6-1 0,-2 0-1 16,0-3 10-16,-1-4-17 0,-4 1 2 0,-2-8-4 15,5 5-1-15,1-3 3 0,0-7 7 0,1-2-4 0,8-1 6 16,-1 0 9-16,5 0-13 0,5-5 3 16,1 1 2-16,4-1-14 0,1 3 1 0,4 2-4 15,-1-1-7-15,5 3-21 0,2-1-27 0,2 3-31 16,1 3-45-16,1 1-43 0,2 2-58 0,0-1-210 15,4 0-514-15,-4 2 227 0</inkml:trace>
  <inkml:trace contextRef="#ctx0" brushRef="#br0" timeOffset="-116844.7">27379 15848 163 0,'0'0'256'16,"0"0"-10"-16,7 2 5 0,-7-2 10 0,0 0-8 15,0 0-14-15,0 0-23 0,10 1-22 0,-10-1-24 16,0 0-8-16,0 0-31 0,0 0-37 0,0 0-47 15,0 0-60-15,8 2-74 0,-8-2-114 0,0 0-196 16,0 0-431-16,0 0 191 0</inkml:trace>
  <inkml:trace contextRef="#ctx0" brushRef="#br0" timeOffset="-108218.36">21091 16218 194 0,'3'-9'187'16,"-3"9"-14"-16,0 0-9 0,0 0-7 0,0 0-9 16,0 0-11-16,0 0-15 0,-9 25-11 0,6-12-1 0,-3 2-11 15,2 3-2-15,-2 1-34 0,1 0 1 16,2 0-15-16,-2 5 2 0,1-5-4 0,2 0-10 16,-2 1 2-16,1-3-6 0,1 2-2 0,-2-2-4 15,3-3 0-15,-1-3-7 0,1 1-6 0,-2 0-4 16,2 1-23-16,1-4-23 0,0-9-23 0,-2 14-28 15,2-14-20-15,-2 10-22 0,2-10-10 0,0 0-13 16,5 9-97-16,-5-9-268 0,0 0 118 0</inkml:trace>
  <inkml:trace contextRef="#ctx0" brushRef="#br0" timeOffset="-108034.77">21158 16484 346 0,'20'-19'-20'0,"0"-1"18"16,-3 0 14-16,-2-2 17 0,-3 5 8 0,-2 2 25 16,-1-2 23-16,0 3 25 0,-5 3 11 0,3 3 6 15,-4-4 12-15,0 8 2 0,2-3 1 0,-5 7-10 16,6-9-11-16,-6 9-8 0,0 0-21 15,0 0-2-15,7-6-14 0,-7 6-1 0,0 0 1 0,0 0-2 16,0 0-8-16,1 23-6 0,-1-23-7 16,0 23-2-16,1-8-5 0,-2 0-6 0,1 1 0 0,0-1-6 15,0 6-1-15,0-6-24 0,-3 2-30 16,3 0-27-16,-3-1-40 0,3-1-44 0,-5-3-50 16,2 0-175-16,-1-2-386 0,4-10 170 0</inkml:trace>
  <inkml:trace contextRef="#ctx0" brushRef="#br0" timeOffset="-107835.79">21509 16302 55 0,'9'-7'202'0,"-9"7"-11"15,0 0-14-15,0 0-21 0,0 0-11 0,-9 32-14 16,6-19-14-16,-3 3-8 0,1-2-13 0,-3 2-14 15,-2 0-28-15,4 1-35 0,-2-2-39 0,2 0-50 16,-2-4-50-16,2 1-101 0,1-4-240 0,-2 1 107 16</inkml:trace>
  <inkml:trace contextRef="#ctx0" brushRef="#br0" timeOffset="-107643.83">21718 16343 194 0,'10'10'195'0,"-10"-10"-16"16,1 17-13-16,0-4-14 0,-3 1-18 0,-2 2-10 15,-1 2-8-15,1 0-16 0,-4 2-9 0,-1 2-12 16,-1-4-5-16,-3 4-26 0,1-6-32 0,0-1-26 16,-1-1-40-16,-1 0-40 0,3-3-59 0,-12 1-80 15,4-2-246-15,-1-4 109 0</inkml:trace>
  <inkml:trace contextRef="#ctx0" brushRef="#br0" timeOffset="-107446.61">20978 16402 208 0,'-13'14'221'0,"-2"-3"-17"16,2 6-14-16,-2 4-16 0,5-6-18 0,3 3-9 15,0 9-14-15,2-8-16 0,5 0-14 16,2-1-8-16,3 2-25 0,1-3-30 0,2-4-51 16,2 3-53-16,5-6-78 0,-4-2-132 0,5-2-297 15,2-1 133-15</inkml:trace>
  <inkml:trace contextRef="#ctx0" brushRef="#br0" timeOffset="-107272.27">21370 16067 1675 0,'-8'-34'-51'0,"2"0"79"0,-2 5 85 0,1 6-57 15,1 7-15-15,1 3-13 0,0 3-14 0,5 10 5 16,-9-17-24-16,9 17-16 0,-5-6-27 0,5 6-22 16,0 0-28-16,0 0-49 0,0 0-109 0,0 0-277 15,0 0 123-15</inkml:trace>
  <inkml:trace contextRef="#ctx0" brushRef="#br0" timeOffset="-106870.96">22265 16245 168 0,'1'-8'223'0,"-1"1"-12"16,0 7-15-16,2-9-17 0,-2 9-18 0,0 0-18 16,0 0-5-16,0 0-7 0,-7 30-3 0,-2-5-9 15,-4 5-11-15,3 4-4 0,-4 1-11 0,0 9-7 16,1-11-9-16,5-2-10 0,2-1-3 0,-1 0-2 16,0-5-14-16,3 0-3 0,3-6-12 0,-2 0-13 15,2-1-28-15,-2 0-32 0,2-1-52 0,0-6-47 16,-1-1-54-16,-1 0-163 0,3-10-384 0,-8 15 170 15</inkml:trace>
  <inkml:trace contextRef="#ctx0" brushRef="#br0" timeOffset="-106530.35">22176 16512 44 0,'9'-7'136'0,"9"0"-11"0,-6 4-9 16,8-3-9-16,3 1-9 0,-4 1-9 0,10 0-7 15,-8 1-6-15,7-1-10 0,2 1-8 16,-1 0-4-16,-8 2-7 0,6-2-2 0,-8 2-5 0,-7-2-2 16,1 1 0-16,-1 0-3 0,-1-1-7 15,-3-2-3-15,-1 0 2 0,1-2-1 0,-3-2-5 16,2 3 27-16,-2-5 0 0,-4 1 8 0,2-2-16 16,-2-1-1-16,0 1 15 0,-1 12 18 0,-2-21-3 15,0 11-3-15,2 10 5 0,-1-14 10 0,1 14-3 16,-3-9-4-16,3 9-10 0,0 0-10 0,0 0-3 15,0 0-5-15,0 0 0 0,0 0 2 0,0 0 1 16,-5 31 3-16,-1-13-4 0,0 8-8 0,-2 0-2 16,3 0-4-16,0 0-3 0,-2-2 3 0,1 3-9 15,1-3-6-15,1 2-3 0,1-1-20 0,-2 0-25 16,3-6-29-16,-2 5-46 0,1-5-42 0,2-3-55 16,0 0-194-16,0-2-429 0,1-4 190 0</inkml:trace>
  <inkml:trace contextRef="#ctx0" brushRef="#br0" timeOffset="-106336.45">22707 16567 133 0,'0'0'200'16,"4"-9"-11"-16,-4 9-5 0,0 0-7 0,0 0-10 15,0 0-14-15,1 27-14 0,-5-14-12 16,0 4-12-16,-1-1-15 0,-1 2-6 0,1 0-14 15,-3 1-20-15,2 4-25 0,0-7-37 0,1 2-46 16,1-4-62-16,2 0-59 0,-6 1-102 0,5-3-293 16,-1-1 129-16</inkml:trace>
  <inkml:trace contextRef="#ctx0" brushRef="#br0" timeOffset="-105861.71">23033 16580 138 0,'0'0'229'0,"0"0"-2"0,-14-18-10 0,14 18-9 15,-12-6-14-15,1 4-13 0,11 2-11 0,-21-5-9 16,12 5-13-16,-3 0-14 0,12 0-10 0,-21 4-14 16,12-3-13-16,0 5-2 0,3-1-14 0,6-5-8 15,-13 8-10-15,9-1-6 0,4-7-5 0,-6 15-6 16,6-7-2-16,0-8-4 0,0 19-8 0,4-8 2 15,-2-1-8-15,3 1-1 0,3-1 3 0,-2 2-10 16,2 2 8-16,0 1-4 0,0-1-17 0,1 0 4 16,-3 2-3-16,0 1 2 0,0 0-4 0,-3 1 3 15,1 0-2-15,-2 0-1 0,-2 1 0 0,-1 6-1 16,0-5-2-16,-4 5 2 0,2-7 0 0,-4 5-1 16,0-6 30-16,-2 7 0 0,1-8-21 15,0 1 15-15,-1-3-26 0,2-2-24 0,1-3-30 0,-1 1-38 16,4-3-47-16,3-7-52 0,-6 9-73 0,6-9-154 15,-6 6-451-15,6-6 200 0</inkml:trace>
  <inkml:trace contextRef="#ctx0" brushRef="#br0" timeOffset="-105498.61">23238 16451 94 0,'13'-27'248'0,"-4"10"3"0,0 3-25 15,-5 5-21-15,1 5-24 0,-5 4-10 0,8-1 4 16,-8 1-8-16,5 18-7 0,-5 0-8 0,-4 8-6 0,-1 6-7 16,-3 0-11-16,-2-2-15 0,1 2-10 15,0 0-10-15,1-3-10 0,1 0-5 0,3-2-8 16,0-9 0-16,0 2-12 0,0-4-6 0,1 0-9 16,0-5-5-16,-1-3 1 0,4-8-3 0,-2 16-1 15,2-16-2-15,-3 7 3 0,3-7-6 0,0 0 0 16,0 0-4-16,0 0-5 0,0 0-6 0,0 0 1 15,17-24-1-15,-7 10-1 0,3-3-7 0,2-2-5 16,4-4-1-16,0 4-3 0,2 1 1 0,-1 1-6 16,-4 7 3-16,-1 2 0 0,-6 3 0 0,1 1-3 15,0-1-4-15,-2 5 3 0,-8 0 0 16,13 6 5-16,-3 1 2 0,-5 1-8 0,0 3 8 16,-1 1-1-16,-1 4 2 0,-2 3-3 0,0-2-16 0,1 8-29 15,-5-8-40-15,3 8-44 0,0-10-67 0,0 6-90 16,0 2-170-16,1 3-497 0,4-10 221 0</inkml:trace>
  <inkml:trace contextRef="#ctx0" brushRef="#br0" timeOffset="-105090.6">23778 17015 1989 0,'-3'-12'189'0,"-2"-5"-26"16,4 4-46-16,-1 2-19 0,4-6-19 0,-1 1-18 15,4-2-6-15,2-1-2 0,4-7-5 0,1 1-6 16,0 3 14-16,6-3-11 0,1 2-2 0,1 0-5 16,1-1-2-16,2-1-4 0,-1-3-2 0,4 1 0 15,-3 2-8-15,0-4 0 0,-4 5-3 0,-3-3 3 16,-1 4 0-16,-5 8-10 0,-4 0 3 0,-2 5-2 16,-3 3-4-16,-1-2-1 0,-4 1 0 0,-1 3-5 15,-4 1 0-15,-1 2-3 0,-7 4 0 0,0 2 0 16,-3 3 1-16,2 1-1 0,-6 6 0 15,8-2-2-15,0 1-3 0,5 1-1 0,-3 0-5 16,7 2-2-16,0 0-5 0,5 0-3 0,5 1 0 16,1-2 0-16,3 3 0 0,1-2 3 0,4-1-4 0,-2 0 2 15,4 7 3-15,-1-8-1 0,-2-1 3 0,1 3-5 16,-2 0 9-16,-1-3-7 0,-3 3 8 0,2-2 4 16,-6-3-1-16,1 1-3 0,0 0 9 0,-5-1-1 15,2 0 1-15,-4 0-4 0,1-1-4 16,-5 1 7-16,2-2-3 0,-2 0-21 0,1-2-18 15,1 3-20-15,-3-3-40 0,4-1-27 0,5-6-52 16,-4 9-50-16,4-9-141 0,0 0-405 0,0 0 179 16</inkml:trace>
  <inkml:trace contextRef="#ctx0" brushRef="#br0" timeOffset="-104858.41">24303 16488 208 0,'3'-9'283'0,"-1"2"-31"0,-2 1-19 16,0 6-27-16,4-5-14 0,-4 5 10 0,0 0-2 16,5 16-9-16,-5 2-7 0,-4 6-2 0,0 1-16 15,2 2-19-15,-2 1-10 0,-1 0-12 0,-4 2-9 16,1-1-15-16,1 2-3 0,-2-1-13 16,1-3-12-16,0 1-2 0,2-3-9 0,2 2-23 15,0-10-23-15,-1 2-26 0,4-5-27 0,-2-2-24 16,1 0-38-16,3-3-32 0,-1-9-29 0,-1 12-28 0,1-12-45 15,0 0-209-15,0 0-478 0,0 0 211 0</inkml:trace>
  <inkml:trace contextRef="#ctx0" brushRef="#br0" timeOffset="-104426.52">24173 16670 64 0,'0'0'165'0,"0"0"-9"0,9-9-18 0,2 5 1 16,-1 3-10-16,8-1-12 0,0 0-7 0,2 2-2 15,9 2-12-15,-1-2-4 0,-1 0-10 0,5 0-6 16,1 0-9-16,-4 4-4 0,1-3-13 0,-1-1 2 16,-2 2-13-16,-7-2 9 0,-3 0-11 0,-4 0 7 15,-2 0 3-15,-11 0 10 0,14 0 14 0,-14 0 8 16,0 0 2-16,0 0-2 0,0 0 11 16,0 0-2-16,-25 23 4 0,8-12 1 0,0 1 6 15,-4 3-5-15,4-2-8 0,-3 4-9 0,6-4-2 0,0 2-8 16,1 1-5-16,1 1-5 0,5-3-19 0,1 2 7 15,3-5-4-15,0 0-5 0,3-3-2 0,0-8-3 16,6 21 0-16,0-13-5 0,1-1-7 0,5-4-7 16,-3 3 1-16,0-4-7 0,3-1 0 0,-12-1-5 15,25-2 2-15,-14-4-5 0,-11 6 5 16,26-7-3-16,-15 0 6 0,2-2-6 0,-3 0 0 16,-2-1 3-16,1-4-8 0,-3 8 9 0,2-6-6 15,-6 4 3-15,4-2 1 0,-6 10-2 0,7-10-1 16,-7 10-4-16,5-9 2 0,-5 9-16 0,0 0 13 0,0 0 2 15,0 0-4-15,0 0 6 0,0 0-1 0,0 0 3 16,2 30-1-16,-4-19 2 0,0 0 2 0,-1 2-3 16,3 3-22-16,-1-4-32 0,5 2-34 15,-3-1-60-15,4-1-34 0,-1-1-82 0,1 1-205 16,3-5-508-16,2 0 225 0</inkml:trace>
  <inkml:trace contextRef="#ctx0" brushRef="#br0" timeOffset="-104042.5">24866 16531 263 0,'0'0'258'0,"4"-11"-28"0,-4 11-26 0,0 0-1 16,0 0-10-16,0 0-16 0,0 0-5 0,-2 47-11 15,0-24-5-15,-1 6-8 0,-1-1-13 0,0-2-16 16,2 3-7-16,-2-2-9 0,1-2-13 0,3-6-8 15,-2-1-8-15,0 0-4 0,2-2-5 16,-2-6-10-16,-1 2-6 0,3-12-3 0,-2 11-3 16,2-11-1-16,0 10-7 0,0-10 0 0,0 0-2 15,0 0-2-15,2 12-6 0,-2-12-12 0,0 0-11 16,0 0-5-16,0 0-7 0,27-15-6 0,-17 7-9 16,2 2-1-16,-2-1-3 0,5-3 5 0,-3 3-3 15,1 1 3-15,-2 1 5 0,2 1-1 0,-3 3-3 16,-10 1 3-16,15-3 1 0,-15 3 3 0,0 0 5 15,12 7 13-15,-12-7 5 0,0 14 8 0,-3-3 4 16,3-11 2-16,-14 18 4 0,6-6-6 0,-6 2-3 16,3-3 3-16,-2 3-4 0,1-2-4 0,0-2-22 15,1 3-19-15,3-8-35 0,3 2-56 0,5-7-53 16,-9 9-66-16,9-9-200 0,-3 6-477 0,3-6 210 16</inkml:trace>
  <inkml:trace contextRef="#ctx0" brushRef="#br0" timeOffset="-103840.43">25207 16722 120 0,'0'0'254'0,"7"-7"-15"0,-7 7-5 0,0 0-4 16,0 0-7-16,0 0-5 0,0 0-8 16,0 0-21-16,3 28-14 0,-3-18-18 0,0 2-15 15,0 3-16-15,0 2-13 0,-2 1-9 0,1-1-9 16,0-1-7-16,0-6-38 0,1 3-10 0,-2-1-32 15,1-1-44-15,1 4-38 0,0-15-50 0,-2 21-54 16,0-14-68-16,0 1-148 0,2-8-425 0,0 0 189 16</inkml:trace>
  <inkml:trace contextRef="#ctx0" brushRef="#br0" timeOffset="-103696.74">25056 16568 26 0,'6'-11'55'0,"-6"11"-69"0,0 0-15 0,0 0 7 15</inkml:trace>
  <inkml:trace contextRef="#ctx0" brushRef="#br0" timeOffset="-103484.42">25378 16515 49 0,'0'0'283'0,"0"-8"-14"0,0 8-23 0,0 0-29 16,0 0-14-16,0 0-9 0,0 0 0 0,0 0 3 15,0 0-14-15,-4 50-5 0,0-23-15 0,-2 1-15 16,0 1-8-16,0-3-20 0,1 6-21 0,0-5-2 16,1 2-19-16,0-1 9 0,-3 1-16 0,2-2-4 15,-1-3-22-15,4-6-31 0,-1 0-24 0,-1-1-38 16,4-4-39-16,0 3-39 0,0-16-51 0,0 19-64 15,0-10-202-15,0-9-479 0,0 0 213 0</inkml:trace>
  <inkml:trace contextRef="#ctx0" brushRef="#br0" timeOffset="-103307.31">25464 16773 48 0,'4'-8'251'0,"0"1"-17"0,-4 7-16 0,5-6-18 16,-5 6 6-16,0 0-11 0,0 0-7 0,0 0-14 15,12 20-12-15,-12-20-11 0,-5 24-16 0,1-7-9 16,3 1-12-16,-3 2-13 0,0-4-8 0,2 2-12 16,-1-1-14-16,1 1-29 0,-2-1-39 0,2 0-49 0,-4-7-56 15,6 2-74-15,-4-1-228 0,4-11-441 16,-6 18 195-16</inkml:trace>
  <inkml:trace contextRef="#ctx0" brushRef="#br0" timeOffset="-103153.28">25477 16640 144 0,'0'0'172'16,"2"-11"-27"-16,-2 11-39 0,0 0-68 0,0 0-72 16,0 0-62-16,0 0-103 0,0 0 47 0</inkml:trace>
  <inkml:trace contextRef="#ctx0" brushRef="#br0" timeOffset="-102932.43">25787 16594 85 0,'0'0'302'0,"7"-10"-16"0,-7 10-23 0,3-9-29 16,-3 9-25-16,0 0-12 0,0 0 0 0,0 0-9 15,8 22-7-15,-7-7-12 0,-4 3 0 0,1 3-17 16,-3 1-12-16,-2 4-10 0,1 0-9 0,1 0-17 15,-3-3-10-15,3 2-6 0,-3-4-14 0,5-2-3 16,0-1-16-16,-1 0-14 0,2 0-21 0,0-2-34 16,1-3-38-16,0-2-46 0,1-1-42 0,0-10-49 15,-1 11-45-15,1-11-241 0,0 0-512 0,0 0 227 16</inkml:trace>
  <inkml:trace contextRef="#ctx0" brushRef="#br0" timeOffset="-102587.33">25765 16717 7 0,'0'0'187'0,"0"0"-5"0,0 0-19 16,0 0-4-16,0 0 1 0,15 2-2 0,-15-2-9 15,0 0-13-15,12 17-10 0,-3-12-2 16,-1 3-17-16,2-4-8 0,1 1-6 0,2-1-9 16,1 1-11-16,1 0-4 0,-1-3-5 0,4 0-8 15,1-4-3-15,-6 0-8 0,1 0-2 0,-2-2 4 16,1 0 7-16,-1-1 2 0,-1 0-8 0,1-4-3 15,-3 4 1-15,-1-4 4 0,-1 1 5 0,-1 2-2 16,0-2-1-16,-6 8 3 0,8-8 5 0,-8 8-2 16,7-6-3-16,-7 6-15 0,0 0-5 0,0 0 2 15,0 0 14-15,12 13 7 0,-12-13 21 0,-5 30-4 16,0-6 9-16,-1 0 1 0,-1 4-7 0,-1-1-3 16,-2 2-14-16,1 1-3 0,0 0-8 0,-5 0-3 15,4 0-2-15,-1-1-10 0,-1-1 3 0,1-1-2 16,-1 2-13-16,-1-3-17 0,4-1-38 0,-3 2-27 15,4-9-45-15,1 1-29 0,3 0-40 0,2 0-55 16,2 0-60-16,2-3-237 0,2-2-569 0,3 2 251 16</inkml:trace>
  <inkml:trace contextRef="#ctx0" brushRef="#br0" timeOffset="-102279.61">26569 16458 31 0,'-14'0'28'16,"14"0"-39"-16,-17 7-9 0,3 2 4 0</inkml:trace>
  <inkml:trace contextRef="#ctx0" brushRef="#br0" timeOffset="-101774.45">22862 17048 121 0,'-8'-10'209'0,"1"1"-18"0,1 5-14 0,-4 0-13 16,1 4-16-16,-2 3-4 0,-1 4-9 0,2 9 21 15,-6 8-5-15,-2 7-10 0,-2 14 2 0,3 1-11 16,2 0-11-16,3-1-8 0,6-10-9 0,-5 13-7 15,-1-3-5-15,4-14-5 0,0 0-10 0,0 4-15 16,0-2 3-16,-2-4-6 0,1 2-6 0,3-2-36 16,-5 1 0-16,-3-4 0 0,4-2-1 0,2-2-1 15,-2-4-6-15,1-3-7 0,-1 0-22 16,1-4-19-16,3-1-18 0,-2-3-27 0,0 1-37 16,4-3-36-16,4-5-40 0,-7 7-197 0,7-7-426 0,0 0 189 15</inkml:trace>
  <inkml:trace contextRef="#ctx0" brushRef="#br0" timeOffset="-101320.52">22387 17451 40 0,'0'0'169'0,"13"-4"-10"16,-13 4-10-16,27-6-8 0,2 3-2 0,2 2-14 15,2-2-20-15,2 0-3 0,4 2-3 0,-3-3-10 16,4 0-11-16,-3 2-4 0,2-3-8 0,1-1-5 15,-4 2-10-15,-2-2 1 0,-3 1-8 0,-9 0 0 16,-4 0-9-16,-1 0 0 0,-5 3 13 0,-1-1 2 16,-11 3 14-16,12-5 3 0,-12 5 0 0,10-7-2 15,-10 7-3-15,0 0-10 0,0 0-4 16,0 0-6-16,0 0-1 0,0 0 0 0,0 0-5 16,0 0-1-16,-37 17-2 0,23-3 0 0,0 0 3 15,-4 6-5-15,0 0 0 0,3-1-5 0,4-2 1 16,1-1-5-16,4 0-5 0,2-1-1 0,2-4 3 15,-1 2-3-15,3-13-7 0,5 22 1 0,2-11 0 16,-2-1-3-16,4-4 9 0,-9-6-6 0,21 3 4 16,-9-3-2-16,-12 0-4 0,22-1 0 0,-22 1-4 15,21-8-1-15,-10 1 7 0,-1 3-6 0,-1-3 1 16,-3-2-1-16,2 0-10 0,1-1 12 0,-4 1-1 16,0 0-2-16,-1-3-1 0,-4 12-3 15,8-15 1-15,-8 15 1 0,8-11-5 0,-8 11-6 16,0 0 8-16,7-8-8 0,-7 8 8 0,0 0-2 15,0 0 1-15,0 0 4 0,0 0-5 0,10 22-5 16,-10-22-12-16,5 19-22 0,-2-12-28 0,-3-7-39 16,7 21-47-16,0-12-42 0,-3 1-198 0,2-2-429 15,-6-8 190-15</inkml:trace>
  <inkml:trace contextRef="#ctx0" brushRef="#br0" timeOffset="-101098.95">23463 17339 123 0,'0'0'248'15,"-23"6"-14"-15,9 4-17 0,0 2-3 0,-6 5-16 16,-1 2-11-16,2 2-24 0,4-1-2 0,-2 2-21 16,6-1-11-16,4-2-21 0,1-2-7 0,2 1-4 15,5 2-10-15,1-2-11 0,5-2-6 0,2-2-8 16,2 2-25-16,4-5-29 0,3 0-29 0,1-4-35 15,3-3-38-15,7-1-44 0,0-6-61 0,1 0-160 16,-2-3-389-16,-1 1 173 0</inkml:trace>
  <inkml:trace contextRef="#ctx0" brushRef="#br0" timeOffset="-100882.68">23838 17170 257 0,'0'0'250'0,"0"0"-14"0,0 0 0 0,0 0-8 16,0 0-11-16,0 0-11 0,0 0-15 16,-19 57-18-16,10-30-14 0,0 0-19 0,-4 1-18 15,3 1-9-15,2 2-5 0,0-4-16 0,0 2-8 16,1-2-5-16,1-3-18 0,0 2-23 0,3-8-23 16,-4 7-26-16,2-6-37 0,-1 0-34 0,3-2-41 15,-1-5-53-15,2-2-53 0,2-10-161 0,-8 16-422 16,8-16 187-16</inkml:trace>
  <inkml:trace contextRef="#ctx0" brushRef="#br0" timeOffset="-100557.79">23783 17412 67 0,'11'-5'197'0,"1"3"-11"0,-12 2-22 16,24 0 1-16,-12 3-10 0,-12-3-15 0,20 8-9 15,-10 0-12-15,-2 0-10 0,1 1-11 0,-1-1-3 16,1 0-10-16,-2 1-13 0,3 0-1 0,-2 0-1 16,2-1-12-16,3-2 1 0,-1 0-3 0,4-1-3 15,1 2-7-15,2-4 7 0,-2-2-6 0,1-2 5 16,-1-2 2-16,-4-1 5 0,1-2 6 0,-2 2 10 16,-12 4-4-16,15-12-5 0,-6 3-9 15,-5-1 2-15,-4 10-7 0,6-19-7 0,-6 19-15 16,-4-22 10-16,-1 12-9 0,-4-4 0 0,3 3-11 15,-3 2-8-15,-1 0-18 0,-2 2-13 0,-1 2-21 16,0 0-15-16,13 5-9 0,-27 2-18 0,14 3-17 16,1 2-20-16,-2 3-13 0,3 4-19 0,-1 3-23 15,5-2-35-15,-1 9-119 0,4-5-355 0,1-2 157 16</inkml:trace>
  <inkml:trace contextRef="#ctx0" brushRef="#br0" timeOffset="-100267.08">24102 17647 59 0,'31'-8'192'0,"-14"2"6"0,-1-2 8 0,0 0-5 0,-2-1-4 16,0 0-13-16,0-4-5 0,-3 1-12 16,0 0-8-16,-3-3-17 0,1 2-11 0,-1 2-7 15,-3-3-12-15,-2-3-9 0,3-1-7 0,-6 1-7 16,0 1-4-16,1 2-1 0,-1 14-2 0,-1-24-9 16,1 14 1-16,0 10-2 0,1-17-11 0,-1 17-8 15,0 0-4-15,-1-15-17 0,1 15 2 0,0 0-4 16,0 0 3-16,10-6-6 0,-10 6-4 0,0 0-4 15,0 0 3-15,37 17-10 0,-26-12 2 0,4 6-6 16,-1-2 2-16,-1 2 0 0,0 0-2 0,-2 3 1 16,1-2-16-16,-7-1 11 0,1 0 3 0,-1 1 1 15,-1-1-4-15,-1 5 4 0,-1-2-4 0,-1-3-1 16,-1-11-6-16,-1 28-20 0,1-16-31 16,-1 4-30-16,2-4-47 0,-1-12-59 0,3 20-53 15,-3-20-218-15,4 14-500 0,-4-14 221 0</inkml:trace>
  <inkml:trace contextRef="#ctx0" brushRef="#br0" timeOffset="-100127.35">24868 17622 2764 0,'10'-7'139'0,"-3"0"-30"15,3 1-41-15,-10 6-8 0,0 0-33 0,4-12 42 16,-4 12 3-16,0 0 1 0,0 0-16 0,0 0-5 16,0 0-5-16,-8-21-13 0,8 21-32 0,0 0-38 15,0 0-43-15,-3-13-65 0,3 13-92 0,0 0-277 16,9-16-556-16,-9 16 246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6:52:17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17942 10626 45 0,'-11'0'91'0,"11"0"12"0,-8 0-19 16,8 0-5-16,-10-2-18 0,10 2 7 0,-13-1-8 15,13 1-3-15,-13-3-3 0,6 2-10 0,-2 0-11 16,9 1 6-16,-17-3-9 0,5 1-2 0,1 2-1 15,1-1-6-15,-1 2 1 0,-2 0 9 0,0 0-10 0,1 2-6 16,0 1-3-16,-5 0-2 0,5-1-4 16,-1 4 3-16,-4 0-4 0,3-2-5 0,0 3 7 15,-3 1-5-15,3 1 1 0,-2 2 6 0,0 1-14 0,0-2 12 16,0 4 0-16,1-2-7 0,-4 3 4 0,3-2-5 16,-2 4 5-16,2-4 1 0,2 1-2 0,-4 2-6 15,0 3 4-15,1-2-1 0,0 1 6 16,5-2-6-16,2 0-5 0,-3 0 1 0,-1 4 1 15,1 1 5-15,2 1-2 0,0-5-2 0,4 4 4 0,-2 3-1 16,4 0-1-16,2-6 5 0,2 6-5 0,-2-4 16 16,1 5 4-16,3-2-7 0,0-6-2 0,2 0-5 15,2-1 6-15,-2 2-1 0,2-2 7 16,-1 2-8-16,3-2 3 0,-2 1 0 0,3 0 0 0,-2-1 3 16,1 0-2-16,4 0 0 0,-3-1-3 0,1 1 4 15,2-1 2-15,0-1 5 0,-1 1-4 0,0-1 2 16,1-2-7-16,1 3 5 0,1-2 10 0,0-1 2 15,0-1-8-15,3 1 11 0,-1-4-1 0,1 2 2 16,-1-3-7-16,2 0 1 0,-1-1-1 0,1-3-2 16,1 2-5-16,-2-1-3 0,3-2 4 0,3-2 5 15,-3-1-4-15,8 0 3 0,-5 0-4 0,6-4-4 16,1 1 2-16,1-2-2 0,-2-3-2 0,4 2-4 16,0-4-2-16,1 2 2 0,-1-1-3 0,-1-2 3 15,-1 2-3-15,1 1 3 0,0-5-4 0,-5 4 1 16,1-4-2-16,-2 2-1 0,-5 2-2 0,-2 1 3 15,0 2-1-15,1-2-2 0,-2-2 2 0,-1 1 4 16,-2 1-9-16,-2 0 3 0,-2 1 0 0,0 0 0 16,0 1 4-16,-1-4-6 0,-1 1 4 0,1 1-5 15,-4 0 9-15,0-3-7 0,-1 2 1 0,-1-5-2 0,-1-2 0 16,0-2-2-16,0 0 1 0,1-1 3 0,-3-6-1 16,0-4 1-16,-3 1-2 0,-1-1 1 15,0 2-1-15,1-5-2 0,-3 0 2 0,1 0-10 16,-1 0 8-16,1-2 2 0,-3 2-1 0,0 3 5 15,-2 0 1-15,0 0-3 0,0 1 0 0,0 2 2 16,-3 1 2-16,-1 1 0 0,0 2 2 0,3 7 4 0,-6-8-6 16,1 3 1-16,-3 2-1 0,5 4-2 15,-1 1-5-15,-6-6 10 0,-1 2-7 0,1 3 0 16,-2 1-4-16,4 4 4 0,-1 0-4 0,0 3-1 0,-6-5-1 16,0 6-1-16,-5 1 4 0,1 0-6 0,0 3 0 15,-1 2-2-15,-2 1-2 0,2 3-5 16,1-1-2-16,-2 5-6 0,-2 3-12 0,-1 2-6 15,2 6-37-15,-10 6-14 0,4 6-30 0,-5 3-28 0,-1 6-116 16,1-2-289-16,-2-1 128 0</inkml:trace>
  <inkml:trace contextRef="#ctx0" brushRef="#br0" timeOffset="3955.2">11665 13195 25 0,'0'0'56'0,"0"0"-5"16,0 0-6-16,0 0-3 0,0 0-8 0,0 0 1 16,0 0-9-16,1-6-9 0,-1 6-1 0,0 0-12 15,0 0-13-15,0 0-22 0,0 0-22 0,0 0-55 16,0 0 25-16</inkml:trace>
  <inkml:trace contextRef="#ctx0" brushRef="#br0" timeOffset="39765.08">29598 12153 42 0,'0'0'70'0,"0"0"-8"0,0 0-7 15,0 0-2-15,0 0-3 0,0 0-11 0,0 0 1 16,0 0-10-16,0 0 3 0,0 0-9 0,0 0-19 16,0 0-7-16,0 0-21 0,0 0-57 0,0 0-87 15,0 0 39-15</inkml:trace>
  <inkml:trace contextRef="#ctx0" brushRef="#br0" timeOffset="176322.21">24937 17644 41 0,'0'0'97'0,"0"0"6"0,0 0-12 0,0 0 7 16,0 0-6-16,0 0-8 0,2-13-6 0,-2 13-6 15,0 0-10-15,0 0-8 0,0 0-3 0,0 0-1 16,0 0-3-16,0 0-4 0,0 0-6 0,0 0 5 16,0 0-5-16,0 0-9 0,0 0 8 0,0 0-10 15,0 0 0-15,0 0 0 0,0 0-1 0,15 18-2 16,-13-13-7-16,-2-5 4 0,8 7-12 0,-5-3 4 16,-3-4 0-16,7 9 1 0,-6-6-5 0,3 3 1 15,0-1-4-15,-4-5-4 0,10 9 7 0,-6-5-3 16,0 1-2-16,-4-5 7 0,6 6-2 0,-6-6-1 15,3 4-2-15,1 0-2 0,-4-4-3 0,4 5 6 16,-4-5-5-16,0 0 4 0,8 6-2 0,-8-6 5 16,9 1-6-16,-9-1 2 0,18-3-6 0,-4-2 8 15,6-6-1-15,6-4-3 0,20-7 3 0,0-10-3 16,8-3-15-16,25-12-12 0,2-6-52 16,-2 2-29-16,4-4-119 0,-3 7-244 0,2 0 108 15</inkml:trace>
  <inkml:trace contextRef="#ctx0" brushRef="#br0" timeOffset="176750.42">26869 17087 99 0,'0'0'89'0,"0"0"7"16,0 0-8-16,0 0 8 0,0 0 3 0,0 0 6 0,0 0 3 16,0 0-2-16,0 0-10 0,0 0-6 15,0 0 8-15,14 33-13 0,-14-33-11 0,0 11-1 16,0-11-11-16,3 10-8 0,-3-10-1 0,2 11-2 16,-2-11-9-16,6 9 2 0,-6-9 8 0,10 4 2 15,-10-4-3-15,24-8-14 0,1-6-2 0,2-7-16 16,23-13-19-16,15-25-36 0,11-1-40 15,0-3-55-15,1-2-155 0,2-2-310 0,-6 1 138 0</inkml:trace>
  <inkml:trace contextRef="#ctx0" brushRef="#br0" timeOffset="-141407.78">24932 17499 78 0,'0'0'102'0,"0"0"-23"15,0 0-16-15,0 0-19 0,0 0-20 0,0 0-26 16,0 0-63-16,0 0-71 0,15 12 32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6:59:02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9052 4953 98 0,'0'0'161'0,"0"0"2"0,-2-8 3 0,2 8-4 15,0 0-6-15,0 0-12 0,-1-12 2 0,1 12-8 16,-1-6-7-16,1 6-5 0,-3-7-6 0,3 7 24 15,0 0-5-15,0 0-9 0,-1-11-7 0,1 11-9 16,0 0-5-16,0 0-8 0,-3-7-6 0,3 7-11 16,0 0-15-16,0 0 0 0,0 0-7 0,0 0-5 15,0 0-10-15,0 0 1 0,0 0-12 0,0 0-7 16,0 0-3-16,0 0-1 0,0 0-3 0,0 0-2 16,0 0 0-16,0 0-3 0,11 30-3 0,-6-19 3 15,0 5 0-15,0-1-6 0,-1 2 2 0,2-1-2 16,1 0 4-16,-2 1-6 0,-1 0 0 0,1 0 0 15,1 0 0-15,-1 0-9 0,1 0 10 0,0 1-3 16,0 0-1-16,2-1 2 0,-2 0 1 0,0-2 0 16,0 0 1-16,0-2-9 0,0-2 2 0,-2-1 0 15,1 5 2-15,-1-4 1 0,0-1-1 0,2 0 1 16,-2 0-9-16,1 0 10 0,-2-1-2 0,1-1 1 16,-4-8-5-16,5 11 2 0,-5-11 1 0,4 10 1 15,-4-10-1-15,4 7 4 0,-4-7 10 0,0 0 3 16,3 7 6-16,-3-7-2 0,0 0-1 0,0 0-3 15,17-17-1-15,-9 7 9 0,-1-6-13 0,3-1-1 16,3-5-1-16,2-3 1 0,0 1-3 0,0-2-2 16,-1 1-1-16,3-2-1 0,-6 0 4 15,3-1-7-15,-1 0-1 0,0 2-2 0,-2-2 2 0,-1 3-1 16,0 1 3-16,-3 6-2 0,-1 1 1 16,1 1 2-16,-1 0-1 0,-2 5-5 0,-1 2 3 0,2-1-2 15,-3 7 7-15,0-4-8 0,-2 7 0 0,2-9-3 16,-2 9-15-16,0 0-15 0,3-9-18 0,-3 9-25 15,0 0-27-15,0 0-27 0,0 0-21 0,0 0-13 16,0 0-35-16,0 0-41 0,0 0-222 16,5 28-498-16,-5-17 220 0</inkml:trace>
  <inkml:trace contextRef="#ctx0" brushRef="#br0" timeOffset="1083.82">9771 5189 22 0,'0'0'163'0,"1"-9"1"0,-1 9 0 15,0 0-5-15,0-8-5 0,0 8 0 0,0 0-2 16,2-9-3-16,-2 9-1 0,0 0-13 0,-2-10-4 16,2 10-5-16,0 0-7 0,0 0-8 0,-3-9-1 15,3 9-13-15,0 0-3 0,-4-7-4 0,4 7-14 16,0 0-8-16,-5-5-7 0,5 5-8 15,-7-4-2-15,7 4-6 0,-9-1-3 0,9 1-4 0,-9-2-6 16,9 2-1-16,-10 0-3 0,10 0-2 0,-14 2-7 16,6 0 1-16,-1 1-5 0,-1 1 0 0,1 2 0 15,-2-1 0-15,-1 3 3 0,1 0 0 0,-2 1-2 16,-1 1-3-16,1 0 1 0,-1 2-2 0,3-1-1 16,-1 3-1-16,-1 0 1 0,3 0-3 15,0 0 0-15,1 1 4 0,1-2 0 0,2 2 0 0,1-2-3 16,1-3 3-16,3 1-3 0,-3 0 5 0,4 0-3 15,0 0-2-15,1-1-1 0,0-1 0 0,2-2-2 16,1-1 1-16,-1 2 3 0,4 0 0 0,-2-1-4 16,3-1-2-16,-1-3 5 0,2 2-2 15,2-2 0-15,-4 1-1 0,3-1 2 0,-2 0 3 16,1-2-8-16,2 1 1 0,-3-2-3 0,0 0-15 0,-8 0-16 16,14 0-19-16,-8 2-26 0,-6-2-22 0,12 1-27 15,-12-1-22-15,0 0-22 0,15 1-29 16,-15-1-15-16,10 0-177 0,-10 0-422 0,0 0 186 15</inkml:trace>
  <inkml:trace contextRef="#ctx0" brushRef="#br0" timeOffset="1782.09">10121 5155 98 0,'-11'-9'176'16,"6"8"-7"-16,5 1 1 0,-11-2-7 0,11 2-6 16,-14 1-8-16,14-1-7 0,-16 3-9 0,3 3-9 15,3 0-9-15,2 1-10 0,-2 1-4 0,-3 4-20 16,4-3 0-16,-1-2-4 0,2 9-7 0,3-6-10 15,-1 0-4-15,1 3-6 0,2-4-2 0,1 2-11 16,-1 1 0-16,3-12-4 0,3 19-2 0,2-10-1 16,-5-9-6-16,6 14 0 0,-2-8-6 0,2-1 4 15,-1 0-2-15,6 1 0 0,-11-6 4 0,12 6-9 16,-5-4 4-16,-7-2-4 0,14 1-4 0,-14-1 5 16,15 0 3-16,-15 0-7 0,18-6 1 0,-18 6 2 15,12-2 3-15,-12 2 1 0,7-6 0 0,-7 6-3 16,7-5 2-16,-7 5 2 0,0 0 4 0,7-6 1 15,-7 6 3-15,0 0 5 0,0 0-4 0,0 0-1 16,0 0 6-16,-16-17-8 0,16 17 2 0,-16 1-1 16,16-1 2-16,-20 6-1 0,10 0 0 0,-3-1 3 15,1 0 0-15,0 4 0 0,-5 1 2 0,4 1 2 16,1 0-1-16,0 0 1 0,3-1-2 0,-2 1 6 16,3 0-3-16,1 4-2 0,2-5-2 0,0 1-2 15,1-2-5-15,3 3-2 0,0-3-4 0,1 1-3 16,1-1 2-16,3 0-2 0,1-3 3 0,0 1-6 15,7-1 2-15,-2 1 10 0,1-1-14 0,2-2-11 16,6-2-14-16,-1-1-14 0,-2-1-21 0,3-1-36 16,-1-1-35-16,2 0-43 0,2-4-61 15,-2 1-25-15,7 0-38 0,-7 0-159 0,6-4-482 0,-7 3 213 16</inkml:trace>
  <inkml:trace contextRef="#ctx0" brushRef="#br0" timeOffset="1962.9">10539 5266 147 0,'0'0'250'0,"0"0"2"0,5-6-12 0,-5 6-19 0,0 0-16 15,0 0-25-15,8-3-20 0,-8 3-13 0,0 0-13 16,11 0-11-16,-5-3-14 0,-6 3-7 16,17-2-13-16,-9 2-13 0,0 0-23 0,-8 0-26 15,20-1-33-15,-20 1-37 0,16 1-27 0,-9 1-37 16,3 0-38-16,-10-2-30 0,12 4-21 0,-12-4-100 15,5 9-320-15,-5-9 142 0</inkml:trace>
  <inkml:trace contextRef="#ctx0" brushRef="#br0" timeOffset="2117.83">10589 5359 180 0,'0'0'196'0,"-6"5"2"0,6-5 2 0,-7 3-8 16,7-3-3-16,0 0-10 0,0 0-7 0,-5 6-5 15,5-6-10-15,0 0-9 0,0 0-16 0,0 0-12 16,0 0-3-16,0 0-14 0,0 0-14 0,0 0-16 15,15 5-27-15,-15-5-24 0,15 0-36 0,-15 0-45 16,19 0-74-16,-1-2-59 0,-3 2-189 0,4-3-412 16,0 0 183-16</inkml:trace>
  <inkml:trace contextRef="#ctx0" brushRef="#br0" timeOffset="2715.94">11326 5061 172 0,'-2'-6'333'0,"2"6"-12"0,-3-9-12 16,3 9-30-16,-2-10-26 0,2 10-18 0,-4-5-24 15,4 5-22-15,0 0-21 0,0 0-20 0,0 0-22 16,0 0-14-16,0 0-14 0,0 0-5 0,0 0-6 15,11 26-3-15,-3-9-8 0,0 10-6 0,2 0-12 16,-1-2 0-16,0 1-9 0,-1 0-2 0,4 0-4 16,-3-3 5-16,0 1-19 0,0-7 5 0,0 2-7 15,-5-5 0-15,3 1-3 0,-4-5-3 0,1 2-2 16,0-3-3-16,-1-1 0 0,-3-8 0 0,6 11-7 16,-6-11 6-16,7 9 1 0,-7-9-7 0,3 6 2 15,-3-6 8-15,0 0 20 0,0 0 16 0,4 7 1 16,-4-7 14-16,0 0-27 0,0 0-8 0,15-29-2 15,-7 12 2-15,0-2-2 0,3-4-6 0,2-5-19 16,-2 0-8-16,1-1 1 0,-1 0 1 0,2-1-5 16,-5 2 2-16,1 0-1 0,0 0-3 0,1 1-2 15,-4 3-11-15,2 7 3 0,-3 0 4 0,0 7-1 16,0 1-1-16,-3 2-8 0,2 0-18 0,-4 7-23 16,2-10-26-16,1 5-30 0,-3 5-22 0,0 0-9 15,0 0-11-15,0 0-23 0,0 0-20 0,5 32-31 16,-5-16-31-16,-3 10-180 0,-2-1-480 0,3-6 213 15</inkml:trace>
  <inkml:trace contextRef="#ctx0" brushRef="#br0" timeOffset="2982.91">11897 5289 166 0,'0'0'273'0,"-4"-10"4"0,4 10-9 15,0 0-8-15,-11-8-12 0,11 8-12 0,-9-5-19 16,9 5-4-16,-11-3-12 0,11 3-13 0,0 0-24 16,-14 1-10-16,14-1-9 0,-14 7-13 0,6-1-8 15,8-6-10-15,-20 21-13 0,11-8-4 0,2 1-11 16,-2 2-8-16,2-1-15 0,-1 2 6 0,3-2-10 16,1-1-4-16,1-1-8 0,2-1 0 0,0 0-2 15,3 0-7-15,0 0-9 0,-1-1-1 0,5 0-33 16,-2-1-35-16,5-3-38 0,0 2-47 0,1-2-43 15,1-1-50-15,7-1-48 0,-1 0-43 0,1-2-194 16,1-2-544-16,2-1 241 0</inkml:trace>
  <inkml:trace contextRef="#ctx0" brushRef="#br0" timeOffset="3232.76">12253 5287 253 0,'0'0'287'0,"-5"-9"12"0,5 9-12 15,-4-9-13-15,4 9-15 0,-11-3-13 0,11 3-2 16,0 0-9-16,-21 2-6 0,10 3-10 0,0 0-5 0,-3 5-12 16,-1 0-11-16,1 4-18 0,3 1-11 0,0 0-9 15,-3 0-13-15,5 4-14 0,0-4-12 16,2 1-11-16,0-2-7 0,3-1-12 0,2-2-10 0,-2 1-9 16,4 0 0-16,2-1-6 0,2 0-6 15,-2-1-17-15,3-2-23 0,5 1-27 0,1-3-31 16,2-1-41-16,7 0-42 0,0-1-55 0,0-4-58 0,3 2-62 15,8-4-47-15,-2 2-252 0,-2-1-650 0,5-7 288 16</inkml:trace>
  <inkml:trace contextRef="#ctx0" brushRef="#br0" timeOffset="3432.79">12701 5317 98 0,'0'0'327'0,"0"0"1"0,0 0 8 15,0 0-8-15,0 0-23 0,0 0-31 0,0 0-21 0,0 0-20 16,12-2-9-16,-12 2-21 0,0 0-6 16,0 0-1-16,0 0-15 0,18 2-16 0,-18-2-16 15,18 0-13-15,-9 1-11 0,-9-1-16 0,23 0-11 16,-13 3-32-16,0-3-39 0,1 0-47 0,-11 0-62 16,18 2-65-16,-18-2-72 0,18 0-87 0,-7 2-292 15,0-3-647-15,-11 1 287 0</inkml:trace>
  <inkml:trace contextRef="#ctx0" brushRef="#br0" timeOffset="3749.68">13513 5098 223 0,'-4'-6'323'15,"4"6"-12"-15,0 0-16 0,0 0-29 0,0 0-23 0,0 0-21 16,0 0-21-16,0 0-19 0,0 0-19 0,0 0-20 16,8-8-12-16,1 6-8 0,3-1-15 15,5-1-14-15,0 2-7 0,2-1-14 0,1-1-28 16,-4 1-22-16,2 0-30 0,-5 2-31 0,-1-2-35 15,-3 2-36-15,-1-1-34 0,-8 2-24 0,15 0-35 16,-11-2-10-16,-4 2-1 0,0 0-136 0,9-1-378 0,-9 1 168 16</inkml:trace>
  <inkml:trace contextRef="#ctx0" brushRef="#br0" timeOffset="4116.03">13715 5050 864 0,'0'0'-62'0,"0"0"30"0,0 0 31 16,0 0 20-16,0 0 20 0,0 0 29 0,-25-4 20 16,25 4 19-16,0 0 18 0,-11-1 4 0,11 1-1 15,0 0-8-15,0 0-8 0,-9 0-11 0,9 0-8 16,0 0 19-16,-6 8 20 0,3 0 10 0,-2 3-5 0,-1 2-4 15,3 4-6-15,-3 1 2 0,2-1-10 16,1-1-16-16,-1 3 4 0,1 0-8 0,3-1 2 16,-2-2-14-16,2 2-5 0,0 0 6 0,2-1-10 15,-2 1 1-15,0-2 0 0,0 0-19 0,3-6 3 16,-3 2-11-16,2-1 4 0,0 0-11 0,-2 0 2 16,0-11-10-16,0 15 0 0,0-6-12 0,0-9 6 15,-2 11-4-15,2-11-9 0,-2 9-16 0,2-9-21 16,-7 7-15-16,7-7-13 0,-16 8-10 0,4-6-12 15,-1 0-11-15,0-1-4 0,-7 1 10 0,7-2 4 16,-1 0 8-16,1 0 8 0,13 0 4 0,-17-3 16 16,17 3-4-16,-15-1 0 0,15 1 17 0,-10-1-2 15,10 1 8-15,0 0 12 0,0 0 9 0,-17-1 2 16,17 1 2-16,0 0 0 0,0 0 1 0,0 0 0 16,0 0 1-16,0 0 2 0,0 0 2 0,0 0 2 15,0 0-2-15,0 0 4 0,40 4-3 0,-21-4-3 16,0 2-18-16,2-2-23 0,-3 0-28 0,10-2-44 15,-9 2-47-15,10-1-57 0,-2-2-48 0,2 3-226 16,-9-1-516-16,3-2 229 0</inkml:trace>
  <inkml:trace contextRef="#ctx0" brushRef="#br0" timeOffset="4349.6">14061 5334 166 0,'0'-6'302'0,"0"6"9"0,0 0-18 15,0 0-16-15,0 0-12 0,0 0-21 0,-11-9-12 16,11 9-11-16,0 0-8 0,-18 2-1 0,18-2-10 16,-18 11-2-16,9-2-2 0,-5 0-23 0,5 0-14 15,-2 1-25-15,0 2-14 0,0 0-4 0,4 1-15 16,5-2-9-16,-1 0-11 0,-2 0-7 0,5 1-4 16,0 0-11-16,0-1-14 0,6 1-26 0,-2 1-24 15,3-6-30-15,6 5-33 0,0-2-39 0,3 0-42 16,4-3-47-16,-1-1-55 0,2-4-54 0,7 1-282 15,-6-2-632-15,6-1 279 0</inkml:trace>
  <inkml:trace contextRef="#ctx0" brushRef="#br0" timeOffset="4615.76">14405 5250 2463 0,'4'-18'82'0,"-4"6"5"0,4-6 6 0,-3 8 50 16,-4 0 27-16,5 0 10 0,-2 10-3 0,0-15 5 15,0 9-17-15,0 6-16 0,1-9-11 16,-1 9-17-16,0-8-9 0,0 8-18 0,0 0-13 0,0 0-8 16,0 0-12-16,0 0-1 0,0 0-8 15,0 0-5-15,-3 46-2 0,-1-21 0 0,2-6-6 0,1 10-5 16,-2-3 0-16,-1 4-5 0,-2-2 1 0,3 0-6 16,-1-4-2-16,2-3 1 0,-2 5 0 0,1-7-7 15,-3-1 2-15,3 0-19 0,0-1-28 16,-1-2-36-16,4-3-34 0,-2 0-36 0,0 0-28 15,2-3-37-15,0-9-36 0,-3 17-50 0,3-17-35 0,0 10-24 16,0-10-194-16,0 0-584 0,0 0 259 0</inkml:trace>
  <inkml:trace contextRef="#ctx0" brushRef="#br0" timeOffset="4982.76">14434 5128 216 0,'7'-9'244'0,"-1"1"-5"0,2 2-15 16,0 0-21-16,-1-1-20 0,1 4-17 0,3 2-9 16,-1-1-8-16,-10 2-4 0,20 3-13 15,-9-1 0-15,-2 3-2 0,2 0-18 0,1 1-8 16,-3 1-6-16,-1 2-4 0,2-3-9 0,-4 3-4 16,-2-2-5-16,-1 3-7 0,-1-1-1 0,0 0-11 15,-6 1 5-15,0 0-16 0,-5 1-10 0,-3 0-8 16,1 1-16-16,-5-4-10 0,3 2-5 0,2-3-10 15,-1-2 1-15,1 2-7 0,4-1 7 0,-2-5 1 16,9-1 0-16,-15 7 2 0,15-7 4 0,-9 4 1 16,9-4 2-16,-9 3 6 0,9-3 6 0,0 0 4 15,0 0 1-15,-12 3 1 0,12-3-3 0,0 0-5 0,0 0 0 16,0 0 3-16,0 0-4 0,0 0 2 16,0 0-6-16,0 0 2 0,16 22 3 0,-8-17 0 15,0 3 3-15,1 0 1 0,0 1-5 0,2 4-6 16,-2-5 6-16,5 3-10 0,-3 1-20 0,0-1-40 15,0-1-45-15,-2-1-57 0,2-2-57 0,1 1-53 16,-3 0-154-16,2 0-463 0,1 0 206 0</inkml:trace>
  <inkml:trace contextRef="#ctx0" brushRef="#br0" timeOffset="5234.12">14974 5360 196 0,'0'0'334'15,"2"-12"8"-15,-2 12-10 0,0 0-13 0,-2-14-9 16,2 14-18-16,-8-9-28 0,8 9-6 0,-10-4-8 16,10 4-22-16,-23 3-12 0,6 4-15 0,2 3-11 15,-7 4-6-15,4 0-12 0,2-2-17 0,1 2-16 16,-1 4-10-16,4-6-11 0,2 6-14 0,2-4-13 16,2 2-8-16,1-4-11 0,3-1-3 0,0 1-10 15,6 1 0-15,0 1-6 0,1-2-10 0,1-2-14 16,7 3-21-16,1-4-32 0,1 1-51 0,1-3-54 15,3-1-57-15,-1-1-76 0,11-5-104 0,-11 3-344 16,1-6-769-16,0 2 341 0</inkml:trace>
  <inkml:trace contextRef="#ctx0" brushRef="#br0" timeOffset="55066.12">8070 6670 135 0,'0'0'157'0,"-6"4"-5"16,6-4-5-16,0 0-6 0,0 0-4 0,-3 6-5 16,3-6-2-16,0 0-3 0,0 0-3 0,0 0 6 15,0 0-7-15,0 0 1 0,0 0-3 0,0 0-4 0,0 0-7 16,0 0-4-16,0 0-8 0,0 0-4 15,0 0-5-15,0 0-10 0,0 0-7 0,16-17-6 16,-8 10-4-16,1-2-7 0,3-2-9 0,1-1-1 16,-2-1-5-16,-1 1-2 0,1-1-7 0,-4 3-2 15,2-1-4-15,-2 1 1 0,-1-2-5 0,-1-3 3 16,0 2-7-16,-2 2-3 0,1-1 3 0,-2-1-2 16,1 4-5-16,-2-1 4 0,-1 4-2 0,1-2 0 15,-1 8-7-15,2-8 4 0,-2 8-1 0,3-9-3 16,-3 9-1-16,0 0 5 0,0 0-13 0,0 0-2 15,0-8 3-15,0 8-4 0,0 0 3 0,0 0 3 16,-7 23 0-16,3-13 2 0,0 5-3 0,2-3 2 0,-1 4 0 16,-1 0-5-16,4-4 4 0,-1-2 2 15,2 1-2-15,0 2 1 0,1-3-4 0,0 1-17 16,2-2-18-16,0 2-15 0,1-2-19 0,3-1-27 16,-1-1-28-16,1-2-29 0,2 2-27 0,2-2-30 15,-1-1-170-15,2-2-414 0,-1-2 184 0</inkml:trace>
  <inkml:trace contextRef="#ctx0" brushRef="#br0" timeOffset="55214.6">8195 6286 15 0,'0'0'-3'15,"0"0"-2"-15,0 0 0 0</inkml:trace>
  <inkml:trace contextRef="#ctx0" brushRef="#br0" timeOffset="55487.47">8571 6301 78 0,'5'-5'236'16,"-5"5"-10"-16,5-7-1 0,-5 7-15 0,0 0-8 15,0 0-11-15,5-3-15 0,-5 3-12 0,0 0-6 16,0 0-21-16,0 0-14 0,0 0-11 0,0 0 10 16,0 0-11-16,-5 25 0 0,0-5-11 0,-2 8-5 15,0 4 0-15,-1-2-5 0,1 5-5 0,-2-3-7 16,2 1-9-16,0-1-6 0,2-2-6 0,0 1-6 16,2-3 1-16,2 0-11 0,0-2 1 0,1-1-7 15,0-7-3-15,-2-1-1 0,5 0-6 0,-1-1-16 16,0 2-23-16,0-5-20 0,2-2-37 0,0 0-35 15,0-2-32-15,-2 3-31 0,1-3-15 0,-1-2-41 16,2-3-36-16,-4-4-144 0,0 0-439 0,0 0 194 16</inkml:trace>
  <inkml:trace contextRef="#ctx0" brushRef="#br0" timeOffset="55649.66">8420 6637 166 0,'-1'-5'164'15,"1"5"-9"-15,0 0-14 0,0 0-10 0,-2-9-21 16,2 9-9-16,0 0-10 0,15-8-16 0,-5 4-9 16,4 1-22-16,4-3-31 0,11 0-40 0,2-1-46 15,4 1-121-15,-1-1-208 0,4 0 93 0</inkml:trace>
  <inkml:trace contextRef="#ctx0" brushRef="#br0" timeOffset="56032.64">9239 6334 3 0,'4'-7'277'0,"-4"7"-5"15,4-6-7-15,-4 6-13 0,0 0-21 0,4-3-23 16,-4 3-23-16,0 0-20 0,0 0-18 0,0 0-17 16,0 0-16-16,0 0-9 0,0 0-5 0,14 13-2 15,-10-2-10-15,4 3-8 0,-1 3-7 16,1 1-4-16,-2-1-9 0,3 6-1 0,-2-7-11 15,3 1 0-15,-4 0-3 0,2-1-7 0,-2 1 0 0,4 0-5 16,-4-6-3-16,-1-1-3 0,1 1-1 0,-1-1-2 16,2-3-3-16,-4 0-4 0,3 2 0 0,-3-2 1 15,1-2 0-15,-1 0 5 0,-3-5-10 0,4 7 3 16,-4-7-4-16,5 5-1 0,-5-5 1 16,3 4 4-16,-3-4-1 0,0 0 8 0,0 0 23 0,4 6 12 15,-4-6 1-15,0 0-11 0,0 0-6 0,4-22-9 16,0 6-1-16,-3 0-3 0,2-4-13 0,2-9-6 15,0 3 2-15,0-1-10 0,0-2-3 0,2 0-4 16,-3 4-10-16,2 1-3 0,0 6-1 0,-3 5-8 16,-1 0-12-16,4 3-15 0,-4 2-26 15,1 1-38-15,-2 1-50 0,-1 6-46 0,5-6-15 0,-5 6-24 16,0 0-201-16,0 0-490 0,13 11 217 0</inkml:trace>
  <inkml:trace contextRef="#ctx0" brushRef="#br0" timeOffset="56298.62">9744 6457 193 0,'0'0'274'0,"-2"-10"1"0,2 10-15 0,0 0-8 16,0 0-16-16,0 0-18 0,0 0-13 15,-8-7-18-15,8 7-16 0,0 0-14 0,0 0-10 16,-14 11 0-16,6-5-17 0,1 5-4 0,-2 0-8 0,-3 3-9 15,1 3-14-15,0-3-4 0,1 2-15 0,1-1-6 16,2 0-10-16,3-3-4 0,0 5-1 0,3-6-10 16,1 2-7-16,0-2-23 0,3 1-29 15,1-2-29-15,3-1-35 0,2 2-37 0,2-5-39 16,6 1-53-16,3-1-42 0,1-4-242 0,1-2-533 16,9-1 236-16</inkml:trace>
  <inkml:trace contextRef="#ctx0" brushRef="#br0" timeOffset="56732.67">10273 6418 95 0,'-6'-9'271'0,"6"9"-5"16,-10-3-8-16,10 3-12 0,-16 2-9 0,5 2-17 16,-2 0-14-16,0 1-13 0,-2 6-15 0,1-2-15 15,2-1-8-15,-2 0-19 0,4 1-15 0,3-2-12 16,0-1-1-16,2 3-21 0,1-2-12 0,3 0-4 15,0 0-7-15,1-7-7 0,1 15-9 0,3-8-5 16,-1-2-7-16,3 2-2 0,-1 0-6 0,3-2-5 0,0 0-3 16,0-1-6-16,0-1-1 0,1 0-2 15,0 1-2-15,-3-2 2 0,0 1 6 0,1-2-9 16,-7-1-2-16,10 2 0 0,-10-2 0 0,6 2 1 16,-6-2-2-16,0 0 11 0,7 2-8 0,-7-2 8 15,0 0-3-15,0 0 4 0,0 0 11 0,0 0 3 0,0 0-9 16,0 0-3-16,0 0-1 0,-17 11 3 15,6-6 4-15,-3 2-1 0,0-1 1 0,-2 3 8 16,-2-1-1-16,3 2-1 0,-2 0 3 0,7-3-6 16,-1 1 2-16,2-1-8 0,1 1-1 0,2-1-4 15,-2 3-3-15,8-10 9 0,-6 11-6 0,6-3-10 16,0-8 6-16,1 14 6 0,4-5-10 0,5-3 9 0,0-2 0 16,2 1 2-16,7 0-4 0,0-1-12 15,2 1-20-15,8-5 0 0,-2 3-37 0,2-5-35 16,-7 1-48-16,1 1-60 0,4 0-79 0,1-6-49 15,-9 3-221-15,4-2-589 0,-6 0 260 0</inkml:trace>
  <inkml:trace contextRef="#ctx0" brushRef="#br0" timeOffset="58999.27">11324 6586 182 0,'0'0'204'15,"0"-9"-14"-15,0 9-4 0,0 0 6 0,-8-12-15 16,4 8-10-16,-1 0-13 0,5 4 1 0,-13-7-10 16,7 2-10-16,-4 2-6 0,1-1-14 0,-2 4-16 15,-3-3-9-15,2 3-10 0,-6 5-6 0,-2 0-7 16,3 1-6-16,-6 6-5 0,4-5-9 0,-4 9-4 15,7-3-3-15,2-1-6 0,3 2-4 0,2 2-3 0,-1-2-3 16,3 1 1-16,2-3-5 0,4 1-4 0,0-2-4 16,2 1 2-16,0-1-4 0,3 2-2 15,0-1 5-15,2-2 0 0,2 0-3 0,-2-2-5 16,4 1-2-16,-1-3-1 0,3-1-1 0,1 2 6 16,-2-3-3-16,3-3-1 0,-1-1-3 0,6-1 4 15,-2-2-3-15,-3-2 2 0,3-3-3 0,0 0 3 0,-2 0 3 16,1-3-4-16,-3-5-2 0,1 3 3 15,-3-3 1-15,-2-4-2 0,3-3-1 0,-2 1 1 16,-3-4-5-16,-1 0 3 0,1-1-1 0,-3-2 0 16,0-2-1-16,-1 3 1 0,-2 1 9 0,-1-1-1 15,1 4 12-15,-1 7 12 0,-1 2 4 0,0 3 7 0,0 1 7 16,1 5 5-16,0 6-1 0,-2-13-1 0,2 13-8 16,0-9-10-16,0 9-5 0,0 0-8 15,0-10-4-15,0 10-2 0,0 0-11 0,0 0 2 16,0 0-3-16,0 0 0 0,-1 30 1 0,2-11 3 15,-2 10 6-15,-2 1-11 0,2 2-3 0,1-1 4 16,-1-2 1-16,1 0-2 0,0 0 0 0,0-5 1 0,2-3 0 16,1-3-1-16,0 1-1 0,0-2-2 0,2-2 4 15,-1-3-2-15,3 4 1 0,-2-5-4 16,1-1 2-16,2-1 1 0,1-3 2 0,-2 2-11 16,1-2 4-16,0-3-7 0,-2 1-3 0,7-3 0 15,-4-2-1-15,2 0 2 0,1-2-5 0,0-3 3 16,3-1-1-16,0-3-1 0,1 0-2 0,-2-3-8 15,-1 0-3-15,0-2-2 0,-4-2-4 0,5 1-8 16,-6 1 6-16,0-2 1 0,3 1 6 0,-7 0 9 16,0 4 0-16,1 2 1 0,-3-1 6 0,0 2 12 15,-2 3 4-15,0 6 5 0,4-8 6 0,-4 8 3 16,0-7 1-16,0 7-3 0,0 0-5 0,0 0 2 16,0 0-4-16,0 0 0 0,-31 17 2 0,17-4 0 15,2 1-2-15,-2 1 2 0,1-1 1 0,2 1-4 16,1 2-1-16,0-2 0 0,3 1 0 0,4-1-4 15,0-4-13-15,2 2-16 0,3 0-22 0,2-3-25 16,4 2-24-16,-1-5-38 0,7 3-38 0,4-4-44 16,3-2-196-16,-1-3-451 0,12-3 200 0</inkml:trace>
  <inkml:trace contextRef="#ctx0" brushRef="#br0" timeOffset="59833.1">11983 6525 5 0,'-9'-2'231'0,"9"2"-14"0,0 0-12 0,-16 5-13 15,9-2-10-15,1 4-8 0,-6 3-17 0,0 2-1 16,0 2-12-16,1 1-8 0,0 1-13 0,2-2-13 16,2 2-8-16,0 1-11 0,2-5-11 0,2 0-6 15,0 1-8-15,3-3-6 0,0 4-4 0,0-4-6 16,3 2-9-16,0-2 1 0,2-3 5 0,1 0-4 15,4 1 4-15,-1-1-2 0,0-3-4 0,7 3 1 16,1-3-6-16,1-4-2 0,1 3 9 0,-2-4-15 16,2-2-6-16,0 0-2 0,1 0 0 0,-1-2-3 15,0-2-7-15,0-4-1 0,-3 2-6 0,1 0-7 16,2-4-9-16,-4 1-15 0,-1 0-1 0,0-3-4 16,-2 0-12-16,1 0-7 0,0-7-3 0,-2 7 1 15,-7-4 0-15,1 2 1 0,1-2 6 0,-6 2 7 16,0 1 0-16,0 3 16 0,-2 1 7 0,0 0 5 15,-3 4 9-15,-1-2 10 0,-3 4 3 0,0 0 7 16,0 0-3-16,-5 4 10 0,3 0-8 0,0 2-5 16,-3 0-3-16,4 2 2 0,0 0-2 0,3 1-2 15,0-1-1-15,7-2-3 0,-8 4 1 0,8-4 3 16,-4 9-1-16,4-9-1 0,0 0 4 0,12 13-6 16,-3-12-3-16,5 3 3 0,4 1-7 0,0-5 5 15,2 0-2-15,0 0 0 0,1 0 2 0,-2-3-2 16,2-1 1-16,-3 2-1 0,-5 1-1 0,-1-1 4 15,-1 2-2-15,-2-2 2 0,-2 2-2 0,-7 0-2 16,11-1 0-16,-11 1-1 0,9-1-1 0,-9 1 1 16,7 2 9-16,-7-2 13 0,7 5 5 0,-3-1 1 15,-1 1 7-15,-3-5 8 0,2 13-6 0,0-1 6 16,-2-1-3-16,0 2 0 0,0-1 1 0,0 4-5 16,0-3 0-16,-3 3-1 0,3-2-2 0,-1-1-5 15,1-1-2-15,0 1-5 0,-2-3 1 0,4 2-6 16,0-3-2-16,2 2 4 0,-4-3-5 0,4 2 2 15,0-2-2-15,1 1 2 0,3-2-3 0,0-1 0 16,-1-2-4-16,-1-2-5 0,4 1-2 0,3-3 0 16,1 2-1-16,3-6 0 0,2 1-3 0,-4 0 2 15,5-1-5-15,-2-4-2 0,1 0 7 0,-3-2-12 16,1-1 3-16,-3 0-8 0,1-2-4 0,-2 1-5 16,1-3-3-16,-1-1 6 0,-3 0 2 0,-1 0 1 15,-1 2 3-15,-3 3 3 0,0-1 4 0,-3 2 9 16,1-1 5-16,-3 3 5 0,0-2 3 0,0 10 2 15,-1-11 2-15,-6 5 0 0,0 1 2 0,-1 3-5 16,8 2 1-16,-19 0 5 0,6 3-3 0,-1 4 3 16,-1 0-3-16,2 0 1 0,-1 1-4 0,3 4 9 15,2-2-3-15,2-1-3 0,1 3-8 0,1-2 2 16,1 0-1-16,2 3 1 0,1-3-24 0,1 4-22 16,3-5-28-16,1-1-33 0,1 2-22 0,1-2-42 15,6-1-22-15,-1 0-23 0,7-2-9 0,-1 0-126 16,4-3-374-16,-1 0 166 0</inkml:trace>
  <inkml:trace contextRef="#ctx0" brushRef="#br0" timeOffset="61032.81">13021 6541 76 0,'0'0'244'0,"-4"-6"-9"0,4 6-16 0,0 0-9 16,-17 3-18-16,17-3-9 0,-15 7-6 0,6 0-7 15,-2 1-12-15,2 2-6 0,-3 2-17 0,3 1-13 16,-1 1-13-16,2 0-9 0,2-3-11 0,1 0-11 16,3-1-7-16,0 0-7 0,0 2-3 0,2-3-8 15,2 0-4-15,-2-2-3 0,4 1-7 0,0-2-3 16,-1 0-4-16,4-1-4 0,-5-1-8 0,3 0 1 16,1-1-4-16,-6-3 1 0,7 4-2 0,-7-4 2 15,12 0 0-15,-12 0-1 0,9-1 1 0,-9 1 0 16,8-6-3-16,-4 0 2 0,-1 0-9 0,1 1 3 15,1-4-5-15,-2-1 5 0,-1 0-4 0,2 0-1 16,-2 0-4-16,2-3 8 0,-1 3-8 0,-1 0 3 16,0 2 5-16,-2 2 5 0,0 6 1 0,0-13 0 15,0 13 5-15,2-7 2 0,-2 7-2 0,0 0-7 16,2-11-3-16,-2 11 1 0,0 0 4 0,0 0 1 16,0 0-2-16,0 0 1 0,-6 27-1 0,4-18 6 15,0 1-9-15,-1 2-4 0,3-2 2 0,0-2 0 16,0 2-6-16,0-1 2 0,2-2-1 0,-1 0 2 15,1-1-3-15,2 1 1 0,0-2 3 0,-4-5 4 16,10 9-4-16,-4-8 4 0,5 0 0 0,-1-1-3 16,5-1 1-16,-3 1-6 0,3-5 5 0,-4 2-1 15,5-3-1-15,-3-2-1 0,-1 2 0 0,1-3 1 16,1-3 9-16,-1-2-12 0,-4 3-4 0,1-4 0 16,-1 0 3-16,-1-1-8 0,-1-1-1 0,0 0 0 15,-5 4 4-15,1-2 0 0,-1 3 0 0,0-1-1 16,0 6 3-16,-2 1 1 0,0 6 5 0,0-11-4 15,0 11 2-15,2-8 3 0,-2 8-7 0,0 0-6 16,0 0-2-16,0 0 4 0,0 0 1 0,0 0-1 16,-11 21-2-16,5-7 15 0,-1 3-10 0,2-1 3 15,3-3 3-15,-2 4-13 0,1-1 4 16,3 0-1-16,1 1-4 0,3-1 3 0,-2-1 6 0,2-1 0 16,1-2-3-16,2 3 0 0,-3-3 2 0,3-1 4 15,-3 0-1-15,1-2-2 0,-1-1-1 0,1 1-5 16,-2-3 5-16,-3-6 4 0,4 13 1 0,0-7-15 15,-4-6 0-15,0 12-1 0,0-12 4 0,0 0-12 16,-4 14-5-16,2-11 7 0,2-3 7 0,-8 3-7 16,8-3 5-16,-4 6-1 0,4-6 4 0,0 0-6 15,0 0 4-15,0 0-5 0,0 0-5 0,0 0 1 16,0 0-1-16,0 0-2 0,0 0 1 0,25-22 3 16,-9 12-1-16,1-1 1 0,6-3-3 0,0-1 4 15,-4 6 0-15,-4-3 10 0,2 1-8 0,8-6 5 16,-3 0-2-16,-8 5 2 0,4 1 5 0,-5 0 2 15,1-1 1-15,-3 2 4 0,-3 0 6 0,0 0 3 16,-2-1 1-16,-1 2 11 0,-1 3 7 0,0-1 9 16,-3 3 3-16,-1 4 7 0,4-11 5 0,-4 6-4 15,0 5 4-15,0 0-10 0,-4-11-4 16,4 11-5-16,0 0-8 0,-5-5 3 0,5 5-6 0,0 0-1 16,-15 9-8-16,5-5 3 0,-1 4-1 0,1 2 2 15,0-2-3-15,1 1-8 0,1 1 6 0,-2 3-6 16,3-4 2-16,1 2-2 0,1 0-1 0,5-1 0 15,-4 0-2-15,4-10 1 0,-2 13 3 0,2-13-7 16,2 16 7-16,2-9-2 0,-4-7 3 0,13 10-2 16,-3-4 2-16,-1-1 3 0,4-3-8 0,1-2-3 15,3 2 6-15,2-4-1 0,1 1-4 0,-2-2 4 16,6-2-2-16,-3 1-5 0,-3-2 1 0,2-2-3 16,1-1 0-16,-4 3-2 0,-1-3 1 0,-1-2-6 15,-1-1 7-15,-5 4-5 0,2-7-1 0,-4 5 6 16,2-4-9-16,-4 2 4 0,-1 2 1 0,0 1 5 15,-2-1 0-15,0 4 7 0,-1-1 6 0,-1 7 6 16,2-9-11-16,-2 9 3 0,2-7 5 0,-2 7-3 16,0 0-5-16,0 0-3 0,0 0-2 0,0 0-1 15,0 0 5-15,0 0-1 0,0 0-3 0,-17 21 7 16,12-10-4-16,1 1-2 0,-4 2-4 16,2-2 3-16,2 3 1 0,-1-1-4 0,1-2 3 0,4 2 5 15,-2 0-7-15,-1-2-1 0,-2-1 0 0,3 2 5 16,0-1-1-16,0-2 3 0,0-1 3 0,2-9-4 15,-5 19-1-15,5-11-6 0,-2 2 8 0,2-10-2 16,-4 12-3-16,1-3 3 0,3-9-8 16,-7 11-7-16,2-7-4 0,5-4-27 0,-10 12-24 0,3-6-29 15,0 1-31-15,-2-4-45 0,9-3-61 0,-17 11-36 16,11-6-233-16,6-5-544 0,0 0 241 0</inkml:trace>
  <inkml:trace contextRef="#ctx0" brushRef="#br0" timeOffset="61231.78">14041 6896 90 0,'0'0'238'15,"0"6"-16"-15,0-6-23 0,-2 13-17 0,-3-6-18 16,-4 2-18-16,-2-2-32 0,-2 5-54 0,-4-1-52 0,-1-2-76 15,-6 7-159-15,-3-1-243 0,2-4 107 0</inkml:trace>
  <inkml:trace contextRef="#ctx0" brushRef="#br0" timeOffset="77482.66">14741 6409 135 0,'0'0'134'0,"0"0"-9"0,0 0-18 0,0 0 0 16,0 0-5-16,0 0-3 0,0 0-5 0,0 0-7 15,0 0-1-15,0 0-14 0,0 0-3 0,0 0-5 0,-24-10-8 16,24 10-1-16,-7-2 0 0,7 2 1 0,0 0-8 15,-10-4 2-15,10 4-2 0,0 0-3 16,0 0-2-16,0 0-5 0,-10-1-7 0,10 1 3 16,0 0-5-16,0 0-3 0,0 0-4 0,0 0-3 15,0 0 1-15,0 0 0 0,0 0-13 0,36-5 9 16,-19 4-3-16,3-1 0 0,8-3-1 0,-5 1-2 16,5-1-6-16,-1 1-7 0,-7 1 0 0,1-1-24 15,-1 1-4-15,-2 1-15 0,0 1-17 0,-5-2-13 16,1 0-22-16,-5 2-3 0,1 0-21 0,-2 0-12 15,-8 1-91-15,11 0-243 0,-11 0 107 0</inkml:trace>
  <inkml:trace contextRef="#ctx0" brushRef="#br0" timeOffset="78089.23">14949 6351 59 0,'-10'0'87'0,"10"0"-1"0,0 0-9 16,0 0-6-16,-2 9 0 0,2-9 2 0,-2 13 2 15,0-2 7-15,0 4 6 0,1 1 2 0,-3 0-8 16,4 0 0-16,-1 1-4 0,0-2 1 0,1 2-3 16,0 0-8-16,0 1 10 0,-2-3-2 0,2-2-7 15,0-2-8-15,0 2-3 0,0-3-5 0,0 0-1 16,0 0-2-16,2-3-10 0,-2 1-4 0,0-8-5 16,-2 15 0-16,2-15-4 0,-2 11-2 0,2-11 0 15,0 9-2-15,0-9 1 0,-3 7-4 0,3-7-5 16,-3 7 5-16,3-7-6 0,-8 3 1 0,8-3-5 15,-10 2 0-15,1-1-1 0,9-1-3 0,-13-1-1 16,4 1-1-16,9 0 3 0,-19-2-7 0,9 1 4 16,2 0 3-16,8 1-4 0,-17-1-1 0,11 1 0 15,6 0-1-15,-10-1 0 0,10 1-3 0,0 0-2 16,-9 1 4-16,9-1-2 0,0 0-1 0,0 0-2 16,0 0 2-16,0 0 2 0,0 0 1 0,0 0 1 15,0 0-6-15,0 0 4 0,0 0 1 0,25 6-12 16,-14-4-2-16,5-2-15 0,0 0-9 0,2-3-16 15,2 2-8-15,-1-1-21 0,1 0-5 0,-2-1-1 16,3-1-8-16,-3-1 7 0,0 4 8 0,-4-2 3 16,2-3 11-16,1 1-3 0,-3 0 1 0,0-1 12 15,-3 1 3-15,1-2 18 0,-2 2 3 0,0-3 7 16,-2 2 22-16,2 0 8 0,-2-1 18 0,-3 1 14 16,-5 6 10-16,9-6 9 0,-4 3 5 0,-5 3 6 15,4-6 2-15,-4 6-1 0,0 0 0 0,6-4-6 16,-6 4-7-16,0 0-4 0,0 0-6 0,0 0 7 15,0 0 13-15,9 9 8 0,-9-9 4 0,2 17 7 16,-2-7-8-16,0 3 2 0,1 0 0 0,-1 2-3 16,-1 1-4-16,-1-3-6 0,0 4-9 0,2-2-4 15,0-3-2-15,0-1-9 0,-2 0 8 0,1 1-12 16,0-2-5-16,2 2-1 0,-1-1-6 0,0-11-14 16,-1 14-21-16,1-14-24 0,-1 12-28 0,1-12-24 15,0 0-17-15,0 0-29 0,0 18-6 0,0-18 6 16,0 0-5-16,-2 7-10 0,2-7-19 0,0 0-103 15,0 0-293-15,0 0 129 0</inkml:trace>
  <inkml:trace contextRef="#ctx0" brushRef="#br0" timeOffset="78433.14">15179 6706 20 0,'4'-15'48'0,"-1"-2"12"0,3 0 3 0,-1 2 5 16,3 0 12-16,0 2 7 0,-2 2-3 0,5-1 9 16,-3 3-4-16,1 1 1 0,0 1-4 0,0 1-1 15,-1 2-5-15,-2 0-10 0,-2 1-3 0,2 0-4 16,-6 3-13-16,14-2 6 0,-7 2 7 0,-7 0 19 15,11 2-2-15,-11-2-11 0,12 5 2 0,-7-2 11 16,-2 1-10-16,2 1 1 0,-5-5-1 0,8 10-3 16,-7-3-6-16,2 1-2 0,0-1-8 0,-3 2-2 15,1-3-8-15,-1 3-1 0,0-1-3 0,0-8-11 16,-1 15-10-16,1-9-7 0,-2 4-6 0,2-10-6 16,2 11-9-16,-2-11-7 0,1 11-3 0,-1-5-5 15,0-6 4-15,3 10-4 0,-2-5 1 0,3 1-3 16,0-1 5-16,-4-5 0 0,5 10 0 0,0-5 3 15,-1-1 2-15,-2 2 4 0,1-2 1 0,-3-4 2 16,6 9 0-16,-3-3 2 0,-3-6 5 0,1 8 3 16,-1-8 2-16,1 9 6 0,-1-9 0 0,-1 9 1 15,1-9 2-15,-6 10-14 0,-1-4 4 0,7-6-13 16,-12 8-16-16,4-2-23 0,0-2-28 0,1 1-35 16,7-5-36-16,-12 10-144 0,12-10-318 0,-15 8 141 15</inkml:trace>
  <inkml:trace contextRef="#ctx0" brushRef="#br0" timeOffset="78899.97">16086 6563 183 0,'3'-6'264'0,"-3"6"-8"16,0-10-4-16,0 10-12 0,0 0-17 0,-5-13-20 15,5 13-8-15,-10-6-17 0,3 5-7 0,-5 1-10 16,0 2-14-16,-2 1-14 0,-1 3-9 0,-3 3-13 16,1 1-13-16,1 2-8 0,2 2 3 0,-3 0-19 15,6 0-10-15,-1 0-10 0,1 0-2 0,4-3-8 16,2 0-2-16,2-2-7 0,1 2 3 0,2-1-13 16,1-1-7-16,0 0-7 0,3 1-9 0,0-4-8 15,0 0 2-15,0-2-6 0,1 3-2 0,1-4-2 16,2 2 3-16,1-1-6 0,-9-4-2 0,24 0-3 15,-17-2 2-15,4 0 3 0,-1 0-1 0,2-2 2 16,-1-3-1-16,-2 2-1 0,2-2 2 0,-1-3 0 16,0 0-1-16,0-2 3 0,-2 1 0 0,-1 3 4 15,-1-3-4-15,-1 0 4 0,0 1 0 0,0 2 4 16,-4-1 0-16,4 4 7 0,-5 5-1 0,4-9 3 16,-4 9-1-16,4-5-2 0,-4 5 3 0,0 0-7 15,5-6 2-15,-5 6 4 0,0 0 6 0,0 0 1 16,0 0-1-16,0 20 2 0,0-11-2 0,0 3 4 15,1-3-8-15,1 2 5 0,-1 2-1 0,2-2-2 16,-2 1 2-16,1-1-4 0,5-1-18 0,-3 1-20 16,-2 1-37-16,3-3-39 0,-1-2-38 0,1 1-45 15,3-2-41-15,-1-1-187 0,-7-5-455 0,20 3 202 16</inkml:trace>
  <inkml:trace contextRef="#ctx0" brushRef="#br0" timeOffset="79133.62">16474 6305 213 0,'-1'-8'268'0,"1"8"-6"0,0-11-18 0,0 11-24 0,1-8-25 16,-1 8-18-16,0 0-8 0,0 0-3 0,0 0-5 16,0 0-12-16,-7 33-13 0,5-8-12 0,-1 2-7 15,-2 1-12-15,3 4-9 0,1-3-10 0,-1 2-6 16,1 1-11-16,1-4-1 0,1-1-6 15,-1-1-22-15,2-5-21 0,-2 3-28 0,-2 0-52 16,4-6-29-16,-2 8-43 0,1-7-45 0,-1-3-29 0,0-1-40 16,-1 0-137-16,1-3-415 0,0-12 183 0</inkml:trace>
  <inkml:trace contextRef="#ctx0" brushRef="#br0" timeOffset="79517.69">16521 6783 102 0,'8'-7'191'0,"1"-1"-11"15,0-3-13-15,3 1-14 0,1-2-12 0,3-1-6 16,-4 2-2-16,0-1 1 0,-1-4-7 0,1 3-8 16,1-1-6-16,-3 0-4 0,2-1-9 0,-2-3-5 15,0 2-8-15,-1-1-6 0,1 0-3 16,-4 0 11-16,1 0-9 0,-3 5 3 0,-2 1 0 16,2 1 6-16,0 0 1 0,-3 3 3 0,2 0 4 0,-3 7-2 15,2-11-6-15,-2 11-2 0,3-8-9 16,-3 8-5-16,0 0-8 0,0-8-10 0,0 8-5 15,0 0-7-15,0 0-6 0,0 0-4 0,-22 16-4 16,17-7-7-16,-1-4-1 0,-1 3-15 0,4 1-9 16,-3-1-4-16,4 4-7 0,2-3-8 0,0 1-3 0,-1 1-6 15,3-1 2-15,1 1 0 0,-1-3 0 0,2 1 2 16,1-1 5-16,-1 0 2 0,1 2-2 16,1-2 7-16,-2-1-1 0,1 1 1 0,-2-1-3 15,3 0 6-15,-3-1 0 0,1-2 9 0,-2 3 6 16,0 0 9-16,-2-7-4 0,1 13 3 0,-2-7 2 0,1-6 2 15,-6 14-3-15,3-8-4 0,-6 2-5 0,2 1-15 16,-2-1-21-16,0-2-25 0,1 0-35 0,0 2-35 16,0-3-49-16,0 0-41 0,1 1-52 15,7-6-140-15,-13 7-444 0,13-7 197 0</inkml:trace>
  <inkml:trace contextRef="#ctx0" brushRef="#br0" timeOffset="79799.61">16859 6664 167 0,'0'0'204'0,"8"6"-15"0,-2-2-17 0,-1-1 0 15,1 0-4-15,-1 0-4 0,-5-3-3 0,13 8-2 0,-5-6 2 16,1 2-6-16,1-2-6 0,-2-1-1 0,2 1-9 16,-1-2-8-16,1-2-6 0,0 2-9 15,0-1 0-15,-2-2-9 0,-1 0-6 0,0-1 9 16,-7 4 2-16,12-6-10 0,-9 1 1 0,1 1-15 15,0-6-2-15,-1 3-2 0,-3 7-11 0,1-16-4 0,-2 4-4 16,-1 2-11-16,0-1-3 0,-3 0-8 16,1 1-10-16,-1 2 1 0,-3-1-12 0,2 2-1 15,1 3-10-15,-2-2-10 0,0 4-23 0,-1-1-13 16,-1 1-30-16,-1 3-37 0,-3 2-45 0,1 0-60 16,0 1-63-16,-4 3-283 0,1-1-600 0,6 1 266 15</inkml:trace>
  <inkml:trace contextRef="#ctx0" brushRef="#br0" timeOffset="81048.59">17643 6542 191 0,'-4'-4'288'16,"4"4"-10"-16,-10-9-15 0,4 4-22 0,-3 2-22 16,-1-1-19-16,-4 1-14 0,2 1-14 0,-6 2-9 0,0 0-36 15,0 3-5-15,7 1-13 0,-8 1-11 16,3 5 0-16,-1 1-14 0,1 1-16 0,3 0-8 15,-1 2-3-15,3-1-11 0,2 1-5 0,4-1-1 16,0-1-6-16,1 2 11 0,1-3-15 0,2 1-2 16,2-3-13-16,2 2-2 0,1-1-4 0,2-2 2 15,1 0-5-15,-2-1 0 0,6-4 0 0,-1 1 0 16,1-1-1-16,1 0 1 0,0-3-3 0,-1-1 3 16,9-1-5-16,-3-2 5 0,-1-2-1 0,-6 1 0 15,5-4-4-15,1 0 3 0,-2-1-4 0,-3-3 4 16,-1-1-3-16,1 1 1 0,-4-4-2 0,2-1 1 0,1-6 2 15,-1-2-1-15,0-3 3 0,0 0-9 16,-2-1 2-16,-1 2 3 0,-1-2-5 0,-1 0 3 16,-1 2 1-16,0 0-1 0,-1 1 5 0,0 7 12 15,1 2-7-15,-3 1 12 0,-2 5 2 0,2 2 0 16,-1 1-3-16,2-2 6 0,-1 11 3 0,-2-12-3 16,1 5 2-16,1 7-2 0,0 0-6 0,1-13 8 15,-1 13-11-15,0 0-3 0,-1-7-3 0,1 7-8 16,0 0-5-16,0 0 6 0,0 0-4 0,0 0 1 15,0 0-6-15,0 0 5 0,0 0-1 0,-2 29 0 0,0-16 3 16,2 7 0-16,-1 0-6 0,1 4 8 0,3 3-1 16,-6-3 2-16,1 3 0 0,4-1-1 15,-4-2-1-15,2 1 2 0,-3-6-1 0,4 0 0 16,-1-1-1-16,0 0 0 0,1 0-3 0,0-3 4 16,1-1 0-16,1-2 0 0,2 3-3 0,-1-3 0 0,0-1 2 15,1 0-3-15,1-1 2 0,-1-1-9 0,1 0 7 16,2-3 5-16,-5 1-1 0,5-2 2 0,1-1-2 15,-3 2-1-15,3-3 3 0,2 1 2 16,-1-3 1-16,0 1-1 0,0-1-3 0,3-1 1 16,-1-1 2-16,2-1 5 0,-3-1 0 0,2-1-8 0,0-3-1 15,2 1-2-15,-2-1 0 0,1-1-3 0,1-2 11 16,-3 0 0-16,2-3-14 0,-3 1 3 16,1-1 7-16,-1-1-12 0,1 1-2 0,-3-1 2 15,0 0-4-15,-2-1-4 0,-3 3 3 0,0 2 5 16,0-1-2-16,0 0-1 0,-2 1 6 0,2 4-5 0,-1-4 5 15,-3 3 0-15,1-1-1 0,-1 8 3 0,-1-11 1 16,1 11 0-16,-2-12-2 0,2 12-3 0,-2-10 2 16,-1 5-2-16,3 5 4 0,0 0 2 0,-2-11 0 15,2 11 4-15,0 0-5 0,-5-7 1 0,5 7 1 16,0 0-3-16,0 0 6 0,-4-5-8 0,4 5 3 16,0 0 2-16,0 0 0 0,-7-4-1 0,7 4-1 15,0 0-1-15,-10 0-1 0,10 0-1 0,0 0-1 16,-14 4-3-16,14-4 4 0,-9 5 1 0,4-3-6 15,-1 2 1-15,1 1-1 0,-1 0 4 0,-1 2 2 16,0-1-1-16,-2 2 0 0,0 0 0 0,2 2-2 16,-1 0 8-16,-1-1-6 0,0 1 5 0,3 0 1 15,-3-2 2-15,4 3-6 0,0-4-2 0,0 4 1 16,-1-4-1-16,4 3-1 0,-2 0-1 16,3-1 3-16,-2 1 1 0,3-3-2 0,0 3 5 0,-1-3-4 15,6 2-1-15,-2-1-2 0,-1 1 1 0,2 0 6 16,0 0-1-16,2-2 7 0,2 2-7 0,1-1 1 15,-2-1-3-15,3 0 4 0,0-2-1 0,0 3-2 16,-4-7 0-16,8 3-4 0,3 2-6 0,-4-4 4 16,-2 1-14-16,2-1-20 0,0 0-24 0,-2-2-28 15,1 0-27-15,-2-3-35 0,0 2-45 0,4-3-26 16,-1 1-42-16,-1-1-160 0,0-3-464 0,0 1 206 16</inkml:trace>
  <inkml:trace contextRef="#ctx0" brushRef="#br0" timeOffset="81899.58">18392 6416 29 0,'-2'-6'252'0,"-2"1"-6"0,4 5-15 0,-9-9-12 16,5 4-13-16,4 5-11 0,-11-6-14 0,7 4-19 15,4 2-8-15,-12-3-19 0,12 3-14 0,-14 4-9 16,7 1-7-16,-1 3-21 0,-4 4 2 0,2 0-6 15,1 4-11-15,0-2-11 0,3 2-3 0,-2-1-6 16,4 0-9-16,-1 1 1 0,4-4-6 0,0 1-5 16,1-1 0-16,0-1-6 0,2 1 5 0,1-2 4 15,1-1-1-15,1 1-2 0,1-2 0 0,2 0-2 16,-1-1 1-16,1 0 0 0,2-2-1 0,3 0-1 16,0-2 6-16,5-1-13 0,-1-2-1 0,2 2 1 15,2-4-3-15,-1 1-1 0,1-3-6 0,-2 0-6 16,2 0 2-16,-1-5-2 0,6 2-4 0,-2-5-5 15,-7 2-1-15,7-3-10 0,-9 3-4 0,1-3 2 16,-2 0-8-16,0-2 1 0,-3 2-11 0,1-2-2 16,-3 0-2-16,-2 0 2 0,-1 0 6 0,-3 2 1 15,2 2 5-15,-5-3 3 0,-2 5 7 0,1-4-3 16,-2 5 10-16,1 0 1 0,-4-2 2 0,4 4 9 16,-3-1 0-16,0 2 2 0,-2 0 4 0,7 5 3 15,-10-8-1-15,5 6 0 0,5 2 2 0,-9-5-5 16,9 5 3-16,-4-7-3 0,4 7-4 0,0 0-2 15,-9-3-2-15,9 3 0 0,0 0 4 0,0 0-4 16,0 0-1-16,0 0 1 0,0 0 1 0,0 0-7 16,0 0 4-16,0 0-2 0,19 12-1 0,-12-9 5 15,2 0-3-15,2-1-1 0,1 0 3 0,0 1 1 16,0-2-1-16,0 1-1 0,-1-2 2 0,-2 1-2 16,1 1 2-16,-2-1-6 0,-1 1 5 0,-7-2-4 15,13 4 2-15,-8-4 1 0,2 3-3 0,-7-3 0 16,7 7 5-16,-3-3 3 0,-1 1 2 0,-1 2-4 15,-2-7 5-15,4 16 2 0,-4-6-1 0,-1 2 0 16,1-1 1-16,-3 1-1 0,0 4-2 0,1-4 1 16,0-1 2-16,-1 2-1 0,1-2-1 0,0 0-1 15,2 1-5-15,-1 2 2 0,2-4 1 16,-1 0-2-16,3 0 1 0,-2-3 0 0,2 1 4 16,1-1-1-16,-1-3-2 0,6 1 3 0,0 2 0 0,0-3 2 15,3-1-2-15,0-1-3 0,1 0 3 0,6-2 0 16,-1-1 6-16,0-2-7 0,0 0 0 0,1-2-6 15,-1-1 4-15,0-2-2 0,0 0 4 0,1-1-4 16,-4-1 1-16,2-1-1 0,-3 0 0 0,-1-2 2 16,1-1-2-16,-4-2-5 0,2 0 2 0,-3 2-2 15,-3 0 2-15,-2 3 2 0,1 1 3 0,-1 1 0 16,-3-1 6-16,-1 4 4 0,1-1 11 0,-1 7 4 16,0 0 1-16,-6-15-9 0,2 12-3 0,4 3-4 15,-13-1 0-15,4 2-4 0,-2 2 1 0,1 3-4 16,-3 1 0-16,1 2-3 0,2-1 5 15,-1 1-3-15,0 3-2 0,4-2 0 0,-3 4 0 0,5-2 0 16,1-3-6-16,1 1-19 0,2-1-18 0,0 1-24 16,2-2-29-16,0 2-27 0,3-1-37 15,2-1-28-15,4 0-3 0,2-5-33 0,7 4-180 16,2-2-433-16,8-4 192 0</inkml:trace>
  <inkml:trace contextRef="#ctx0" brushRef="#br0" timeOffset="83099.45">19493 6364 122 0,'0'0'250'0,"-2"-11"-4"15,2 11-16-15,-7-8-14 0,0 5-11 16,1 1-16-16,6 2-12 0,-13 2-6 0,2 1-11 0,-1 3-4 16,-2 6-12-16,0-2-9 0,-1 3-9 0,1 1-14 15,1 2-9-15,0 0-13 0,3-1-11 0,2-1-9 16,2-2-6-16,-2 2-1 0,4-2-10 0,3-1-3 15,-2 0-1-15,3-1 0 0,0-3-8 16,3 3-3-16,0-1-3 0,2-3-2 0,1 0-7 0,-1-2 0 16,4-1-1-16,3 0-2 0,-1-2-5 0,-1-1 0 15,4-1-4-15,-3 1-3 0,0-3 1 0,1-3-1 16,-3 3-4-16,1 0 2 0,1-4 0 0,-3 0 0 16,-2-2 3-16,1 0-6 0,0-2 12 15,0 2-12-15,-1-6-2 0,-2 4-3 0,0-1 4 16,-2-1-1-16,1 2 5 0,-2 1 2 0,3 1-3 0,-3 1 12 15,-1 8 15-15,0-11 9 0,0 11-3 0,3-10 2 16,-3 10-10-16,1-6 10 0,-1 6-16 16,0 0-6-16,0 0-3 0,0 0 1 0,0 0-2 0,0 0 0 15,0 0-3-15,-10 22 6 0,7-12-7 16,-2 2 0-16,3 0-1 0,-2 0-4 0,1-1-1 0,3 1 2 16,-1-3 2-16,1 3 6 0,0-3-9 0,3 1 2 15,-1-3-12-15,1-1 3 0,2 4 1 0,-1-6 8 16,3 2 3-16,0-2 9 0,3-1-2 15,4-1 0-15,-1-1-6 0,0-4 2 0,7 1 4 16,0-2 0-16,0-2 7 0,-2 1-21 0,1-4 0 16,-1-1 13-16,-1 0-8 0,-1 0-5 0,-1-5-3 0,-3 1-7 15,0-1 6-15,0-1-2 0,-3 0-11 0,1-3 9 16,-4 2-3-16,0 1-9 0,-3 0 4 16,0 0 0-16,-2 5 2 0,-1-1-1 0,2 2-6 15,-2 3 5-15,0 7 0 0,-3-11 3 0,3 11 0 16,-1-9 3-16,1 9-10 0,0 0 3 0,0 0-2 0,-9-2 7 15,9 2-4-15,-9 13 2 0,3-4 2 0,0 1-4 16,1 3 1-16,0 2-1 0,0 0 4 0,2 4 5 16,0-3-1-16,3 0-2 0,0 1 9 15,2-2-16-15,-1-1 3 0,1-1 9 0,1 3-3 16,0-4 2-16,0 0 0 0,-1-2-1 0,1 0 1 16,-2-2 1-16,2 1-13 0,-1-1-6 0,-2-8 2 0,2 10-23 15,-2-10-2-15,0 10-8 0,0-10-5 0,0 7 4 16,0-7-1-16,0 0 4 0,0 7 8 15,0-7 1-15,0 0 2 0,0 0 10 0,0 0-11 16,0 0-3-16,0 0-1 0,0 0 2 0,0 0 2 16,26-13 3-16,-14 3 3 0,3 1 2 0,3-1 0 0,0-1 3 15,7-4-3-15,-2 1 5 0,2-2 4 16,-5 0 0-16,-2 3 3 0,-2 1 3 0,-1-1 3 0,-2 0 1 16,-1 0 2-16,-3 0-2 0,-1 3 3 15,-2 1 6-15,1-4 8 0,-4 6 9 0,0-5 8 16,-2 3-1-16,1 2 6 0,-2 7 11 0,-2-13-4 15,2 13 9-15,-2-11 1 0,2 11-3 0,-5-6-5 0,5 6-5 16,-8-5-7-16,8 5-2 0,-11 2-8 16,11-2 4-16,-16 9-6 0,9-2-2 0,-1 0-1 15,0 3-4-15,2-1 3 0,-2 1-6 0,2-1 1 16,-1 3 3-16,2-2-3 0,1 2 2 0,-1-1-3 16,3-1-6-16,-1-1 13 0,2-1 0 0,0 1-12 0,1-1 4 15,0-8 0-15,2 14 1 0,0-7-4 0,1-2 3 16,4-1 0-16,-4 2 1 0,5-4 3 0,-1 1-4 15,3 1-4-15,-3-1 4 0,5-3 4 16,2-1-5-16,-2-1-1 0,0 0 1 0,2 0-3 16,3-3 1-16,-6 3 0 0,1-5-1 0,-2 2 2 0,0-1-6 15,-1-3 5-15,0 1-6 0,0-1 4 0,-1 1 4 16,-2-1-5-16,1-1-5 0,-3 1 8 16,1 0-3-16,-3 3 4 0,1-1-2 0,-2 0-4 15,-1 7 5-15,4-11 4 0,-3 6 0 0,-1 5 3 16,0 0 3-16,4-10-7 0,-4 10 3 0,0 0 2 15,0 0-10-15,0 0-3 0,0 0 3 0,0 0-2 0,0 0 6 16,0 0-2-16,0 0-4 0,0 0-4 16,-12 26 8-16,7-16-2 0,-1 2 2 0,2 3 0 15,-1-1 1-15,0 2 0 0,0-4 2 0,1 2-6 16,-2-2 6-16,1-1 0 0,1 2-3 0,0-2-3 16,0 0 10-16,0-1-8 0,0 0 2 0,2-3-2 0,-2 1 5 15,0-1-2-15,2-3-2 0,-1 4-23 0,3-8-28 16,-3 9-31-16,1-4-43 0,2-5-50 15,0 0-47-15,-3 10-58 0,-1-6-203 0,4-4-523 16,0 0 233-16</inkml:trace>
  <inkml:trace contextRef="#ctx0" brushRef="#br0" timeOffset="83253.55">20300 6569 42 0,'0'0'263'16,"12"1"2"-16,-12-1-2 0,0 0-26 0,9 0-22 15,-9 0-22-15,0 0-17 0,7 0-23 0,-7 0-12 16,0 0-26-16,0 0-39 0,0 0-61 0,0 0-69 0,0 0-84 16,0 0-189-16,0 0-355 0,0 0 157 15</inkml:trace>
  <inkml:trace contextRef="#ctx0" brushRef="#br0" timeOffset="130050.77">8798 7472 36 0,'-2'-5'201'0,"2"5"-6"0,0 0-5 0,0 0-11 16,0 0-6-16,0 0-7 0,0 0-7 0,-4-7-8 15,4 7-11-15,0 0-10 0,0 0-6 0,0 0-14 16,0 0-12-16,0 0-8 0,0 0-12 0,0 0-9 15,0 0-10-15,0 0-8 0,0 0-2 0,0 0-7 16,0 0-6-16,0 0 1 0,17 17-7 0,-13-7-1 16,1-1-3-16,4 1-2 0,-2 4-4 0,1 1-2 15,0-1-2-15,2 1-2 0,-2 2-1 0,-1-1 1 16,1 1-1-16,1 0 0 0,0-1-4 0,-3 1 1 16,2-3-1-16,1 3-1 0,-3-3-1 0,1 1 0 15,-1-6-4-15,2 0 1 0,-3 0 3 0,1 0 2 16,-1 1-5-16,0-2 0 0,-1-2-1 0,2 0 3 15,-2-1-1-15,-1-1-2 0,-3-4 1 0,8 7 1 16,-6-5-1-16,-2-2 6 0,5 5 5 0,-5-5 12 16,0 0 6-16,0 0-1 0,0 0-5 0,0 0 0 15,13-8-2-15,-8-1 0 0,-1 0-2 0,1 0-1 16,-1-4-5-16,4-5 4 0,-3 0-3 0,2-6-4 16,2-3-2-16,5 2 1 0,-5-3-5 0,3 4 0 15,-2 0-1-15,-2 6 2 0,0 0-2 0,0-1 0 16,0 3-1-16,-2 0-1 0,1 2 6 0,-5 2 1 15,5 3-1-15,-3 1 1 0,-2 2-1 0,1 0 2 16,-1-1-2-16,-2 7-3 0,4-9 1 0,-4 9-5 16,1-6-4-16,-1 6-16 0,4-7-14 0,-4 7-17 15,0 0-21-15,5-3-17 0,-5 3-27 0,0 0-32 16,0 0-26-16,16 12-37 0,-10-5-35 0,-1 3-143 16,-1-1-415-16,0 0 184 0</inkml:trace>
  <inkml:trace contextRef="#ctx0" brushRef="#br0" timeOffset="130350.7">9518 7588 67 0,'-5'-3'259'0,"5"3"-10"16,-13-2-4-16,13 2-17 0,-16 4-17 0,5-1-16 15,-1-1-15-15,0 3-12 0,1-1-15 0,-4 6-16 16,3-1-11-16,-4 3-11 0,6-2-15 0,-1 2-11 0,2 1-7 16,1 2-6-16,2-4-9 0,-1 3-8 15,2-2-5-15,1 0-8 0,0 1-5 0,1-4-1 16,1 1-3-16,0 1-8 0,2-1 3 0,2 2 0 16,2-3-6-16,0 0 0 0,1 0-8 0,2-4-9 15,1 3-17-15,3-1-23 0,-1 0-29 0,4-3-29 0,-1-1-35 16,5 1-48-16,0-4-34 0,2 0-212 15,-1-3-452-15,8-1 199 0</inkml:trace>
  <inkml:trace contextRef="#ctx0" brushRef="#br0" timeOffset="130799.47">9877 7557 36 0,'-7'-4'273'15,"7"4"-7"-15,-13-3-11 0,13 3-12 0,-14 4-19 0,5-1-20 16,0 0-19-16,-2 1-16 0,-4 8-8 0,4-5-23 16,2 0-9-16,-4 4-16 0,3 2-10 0,0 1-11 15,2-6-8-15,1 3-11 0,5-1-8 16,1 2-5-16,-1-3-8 0,2 0-10 0,2 1-5 16,1-1-3-16,1-2 0 0,3 2-7 0,3-4-6 0,-2-1 1 15,2 0-3-15,-1-1-4 0,1-1-2 0,0 0-4 16,2 0 0-16,-5-1-3 0,4-2 0 15,-1-2-2-15,-10 3 2 0,15-1-3 0,-7-1 3 16,-2 1-1-16,-6 1 4 0,10-4-5 0,-10 4 4 16,8-4 2-16,-8 4 5 0,0 0 4 0,7 0 7 0,-7 0 4 15,0 0 1-15,0 0 0 0,0 0 0 0,0 0-3 16,0 0 2-16,0 0-4 0,0 0-4 0,0 0-1 16,-28-1-3-16,18 2-1 0,-1 5 0 15,0 0 0-15,-1 0 1 0,2 0 5 0,-2 1-9 0,2 1 0 16,1-1-3-16,-1 0 4 0,2 1-2 0,2 1-7 15,-1-2 0-15,1 0 0 0,2 2 0 0,3-4-4 16,-2 1 1-16,3-6 4 0,0 13-2 16,0-5 1-16,0-8-8 0,3 11 3 0,0-5-2 15,-3-6-6-15,7 11-12 0,-2-7-20 0,0 0-26 0,3-1-30 16,0-3-29-16,4 2-35 0,5-2-61 0,2-2-46 16,-2-1-203-16,1-1-508 0,2-3 225 0</inkml:trace>
  <inkml:trace contextRef="#ctx0" brushRef="#br0" timeOffset="131066.13">10440 7605 141 0,'-10'0'291'0,"10"0"-3"0,0 0-6 15,0 0-9-15,0 0-22 0,0 0-20 0,0 0-22 16,0 0-16-16,0 0-18 0,0 0-15 0,0 0-14 16,0 0-18-16,0 0-6 0,0 0-14 0,31-5-11 15,-21 4-15-15,1-2-15 0,1 2-20 0,0-2-30 16,1 1-28-16,-3 0-37 0,-2 2-43 0,-1-1-41 16,6-1-42-16,-3 2-35 0,-1-2-44 0,0 2-146 15,-9 0-432-15,13-1 193 0</inkml:trace>
  <inkml:trace contextRef="#ctx0" brushRef="#br0" timeOffset="131254.25">10466 7692 217 0,'-11'7'236'0,"7"-5"-3"0,4-2-13 0,0 0-8 0,-8 4-8 15,8-4-13-15,0 0-1 0,-2 5-9 0,2-5-4 16,0 0-16-16,0 0-16 0,0 0-11 0,0 0-13 15,18 8-10-15,-8-7-16 0,1-2-20 0,3-1-25 16,3-3-31-16,2 3-42 0,-3-2-56 0,3-2-69 16,2 0-61-16,-4 0-211 0,1 1-453 0,-1-3 202 15</inkml:trace>
  <inkml:trace contextRef="#ctx0" brushRef="#br0" timeOffset="137466.01">12062 7467 129 0,'0'0'194'0,"0"0"-5"16,0 0-10-16,0 0-3 0,2-6-5 0,-2 6-10 0,0 0-6 15,0 0-8-15,0 0-11 0,0 0-5 0,0 0-13 16,-14-11-8-16,14 11-3 0,0 0-11 15,-8-2-4-15,8 2-6 0,0 0-5 0,-5-3-6 16,5 3-8-16,0 0-4 0,0 0 0 0,0 0 0 0,0 0-2 16,0 0-8-16,0 0-3 0,0 0-10 0,0 0-4 15,0 0-8-15,9-10-1 0,5 7-3 0,3-2-8 16,4 0-6-16,6 2-11 0,-8-2-10 0,8 0-9 16,0 1-13-16,-8 1-23 0,0-2-18 15,2 4-19-15,-6-2-26 0,-2 2-19 0,4 0-12 0,-3 0-17 16,-3 0-3-16,1-1-9 0,-4 2-6 0,-8 0-105 15,13-1-314-15,-13 1 139 0</inkml:trace>
  <inkml:trace contextRef="#ctx0" brushRef="#br0" timeOffset="138100.46">12333 7393 10 0,'-9'0'56'0,"9"0"7"0,-17 0 9 16,5 2 4-16,2-1 8 0,-3 0 2 0,7 2-1 16,-3-3 5-16,0 0-11 0,9 0-6 0,-15 4-10 15,10-2-1-15,-2 3 2 0,1-1-5 0,-1 3-6 16,4-2 8-16,-3 3 5 0,1 3-4 15,1 0 10-15,0 4 3 0,1 1-3 0,1 0 2 0,-1 0-3 16,1 2 13-16,2-3-3 0,0 2 5 0,0-4-9 16,0 4-6-16,0-6-6 0,2 3-5 0,1-1-6 15,-3 0-8-15,2-1 4 0,-1-3-12 0,-1 1-2 16,0-4-4-16,2 2-2 0,0-1-1 0,-2-7-3 16,2 10-3-16,-2-5-2 0,0-5-2 0,2 9-2 15,-2-9-2-15,0 6 1 0,0-6-4 0,0 0 2 16,0 0-6-16,-2 11-6 0,2-11-6 0,-5 5-5 15,5-5-2-15,-9 1 1 0,9-1-8 0,-13 0 0 16,13 0 4-16,-11 0 3 0,1 0-1 0,10 0 2 16,-12 0 4-16,12 0-3 0,-9 0 3 0,9 0-1 15,0 0 2-15,-12-3-4 0,12 3 0 0,0 0 4 16,0 0-5-16,0 0 2 0,-7 2 0 0,7-2 2 16,0 0 1-16,0 0 2 0,0 0 1 0,0 0 1 15,0 0 1-15,18 8-3 0,-9-7-2 0,0 1-1 16,5-2-12-16,-1 3-15 0,3-5-18 0,1 1-12 15,4-1-15-15,-1 2-17 0,0-2-11 0,-1-1-10 16,1 1-5-16,2-2-1 0,-3 1-2 0,2-3-5 16,-3 1 15-16,1 1-6 0,-2-3-67 0,0 0 160 15,-5 1-124-15,0 0 131 0,-1 0-42 0,-2-3 21 16,-2-1 19-16,2 2 11 0,-2 1 25 0,-3-1 37 16,-2 0 11-16,0 3 6 0,1-1 8 0,-3 6 8 15,2-8 20-15,-2 8 5 0,2-10 18 0,-2 10 0 16,2-6-1-16,-2 6-8 0,0 0-10 0,0 0-10 15,0-7-12-15,0 7-8 0,0 0-7 0,0 0 2 16,0 0-1-16,0 0 6 0,0 0 3 0,0 0-2 16,-4 33-2-16,2-22 3 0,-1 3-9 0,3-3-5 15,-2 1-8-15,-2-1-8 0,2 1 1 0,2-2-7 0,-4 2-9 16,4 1-2-16,-1-3-4 0,1 3 1 16,-2-1-2-16,0-3-5 0,2 2-21 0,0-5-16 15,-3 2-20-15,1 1-19 0,1-3-25 0,0 3-31 16,1-9-27-16,-1 13-38 0,1-13-11 0,-2 8-18 15,2-8-161-15,-2 9-393 0,2-9 173 0</inkml:trace>
  <inkml:trace contextRef="#ctx0" brushRef="#br0" timeOffset="138466.12">12521 7581 123 0,'8'-4'146'0,"-4"1"-15"15,3 1-11-15,-7 2-11 0,12-4 2 0,-12 4 1 16,13 0-4-16,-13 0-21 0,13 2-3 0,-6 0-7 16,2 0-12-16,-4 1-3 0,1 1 0 0,1 0 15 0,-2 1 1 15,2 2-3-15,-5-1 3 0,2 1-9 16,-4 1-3-16,4 5-1 0,-4-4-5 0,-4 4-6 16,2-3-7-16,-2 0-2 0,-1 0-8 0,-1-3-1 15,2 6-21-15,0-6-1 0,0 1-6 0,0-1-14 16,3-1-9-16,-1 0-11 0,2-6-3 0,0 12-8 15,0-12 1-15,3 10 2 0,-3-10 1 0,4 11 0 16,2-6 9-16,-3 1-3 0,2-3 0 0,1 1 3 16,-1 1 10-16,1 1-4 0,-2-3 3 0,4 1 0 15,-4 1-1-15,-2 0 5 0,-2-5 1 0,7 7 10 16,-7-7 9-16,2 8 11 0,-2-8 2 0,-2 9 0 0,2-9-1 16,-8 11 0-16,3-7-2 0,-3 2-5 15,-2 2 4-15,1-3-10 0,-1 0-9 0,1 2-9 16,-3-3-18-16,2 1-26 0,1-1-25 0,2-1-46 15,-1 0-150-15,-2-2-298 0,3 2 133 0</inkml:trace>
  <inkml:trace contextRef="#ctx0" brushRef="#br0" timeOffset="138816.13">12983 7513 11 0,'2'-6'295'0,"-2"6"-4"15,5-8-14-15,-5 8-20 0,2-6-17 0,-2 6-23 16,0 0-24-16,4-6-20 0,-4 6-18 16,0 0-14-16,0 0-14 0,0 0-9 0,0 0-3 0,0 0-7 15,0 0-6-15,2 29-8 0,-2-14-8 0,0 3-4 16,0 1-8-16,0 5-7 0,0 2-7 0,0-8-6 15,0 3-1-15,0-1-6 0,0-2-4 0,0 0-3 16,-2-2-4-16,0 4-4 0,4-5-4 0,-4 1 2 16,2-4-3-16,0-1-11 0,0-1-23 0,0 0-24 15,-2-2-29-15,2-8-32 0,0 14-22 0,0-8-25 16,0-6-30-16,-2 10-13 0,2-10-18 0,2 8-10 16,-2-8-3-16,0 0-166 0,-5 5-410 0,5-5 181 15</inkml:trace>
  <inkml:trace contextRef="#ctx0" brushRef="#br0" timeOffset="139165.31">13034 7477 134 0,'10'-4'136'0,"-2"1"-19"0,1 3 2 0,0 0-5 0,1 0-2 15,0 0-17-15,-10 0-5 0,13 2-15 0,-5 0 0 16,-2 2-5-16,-1-1 3 0,3 1 5 0,-5 0-4 15,4 2-2-15,-5 0-4 0,3 0-4 0,-3 1-3 16,-2-7-8-16,-2 13-5 0,2-13 8 0,-5 12-16 16,3-6-4-16,-5 2-3 0,2-2-1 0,-1-2-4 15,1 1-4-15,-1-1 0 0,-2-2-5 0,8-2-3 16,-12 7-2-16,9-5 4 0,3-2-8 0,-8 5 1 16,8-5 2-16,-8 2-4 0,8-2-5 0,-6 3-2 15,6-3-1-15,0 0-5 0,-3 6 1 0,3-6 3 16,0 0-3-16,0 11 12 0,0-11-12 0,5 10 5 15,-1-5-1-15,1 5 4 0,0-3-1 0,3 1 4 16,-1-1-5-16,3 3-1 0,0-2-6 0,-3 0-12 16,2-1-11-16,3 3-16 0,-2-4-20 0,-1 0-24 15,3 0-17-15,-1 1-15 0,1-3-28 0,-3-1-109 16,1 3-275-16,-3-4 122 0</inkml:trace>
  <inkml:trace contextRef="#ctx0" brushRef="#br0" timeOffset="139398.63">13375 7638 194 0,'0'0'248'16,"0"0"-3"-16,2-7-12 0,-2 7-12 0,0 0-17 15,0 0-16-15,0 0-18 0,0 0-13 0,0 0-12 16,0 0-3-16,0 0-12 0,0 0-1 0,0 0-4 16,6 15-1-16,-6-6-12 0,0 1-11 0,0 3-10 15,0-4-9-15,-3 3-3 0,6 0-4 0,-6 1-14 16,3 0-3-16,0-1-10 0,0 3-2 0,0 1-1 15,3-4-4-15,-3 1-15 0,2-4-20 0,-2 2-24 16,2-3-33-16,-2 1-37 0,0 0-32 0,0 0-35 16,0-9-36-16,2 11-15 0,-2-11-30 0,-2 9-175 15,2-9-444-15,-2 7 197 0</inkml:trace>
  <inkml:trace contextRef="#ctx0" brushRef="#br0" timeOffset="139766.14">13425 7615 43 0,'7'-5'169'16,"1"1"-12"-16,0 1-10 0,1 0-17 0,-3 2-2 15,3-2-19-15,1 3-10 0,-10 0 3 0,15 1 16 16,-4 1-16-16,-4-1-7 0,2 2-6 0,-3 1-9 16,0-1-6-16,-2 1-2 0,2 2 2 0,-3-1 3 15,1 1-1-15,-2-2-1 0,-2-4-2 0,0 16-5 16,-4-8-7-16,4 2-2 0,-4-1-7 0,-1 0-6 15,-1 0-5-15,0 0-6 0,-2-2-6 0,1 0-9 16,1 2-6-16,-2 0-2 0,2-2-7 0,1 0-11 16,1-1-4-16,4 0-5 0,0-6-5 0,-2 15-2 15,4-9-6-15,0 0 0 0,0 4 6 0,5-2 0 16,-1 0 1-16,2 0 4 0,0 0 1 0,-1 0 2 16,3-1 1-16,-2 1-1 0,-1-2 5 0,-1 2-4 15,-1-3 3-15,0-2-1 0,-3 3 12 0,-2-6 16 16,3 9 8-16,-3-9 14 0,-3 8-2 0,3-8-2 15,-12 11-5-15,2-5-2 0,-1-2 4 0,-6 2-4 16,-1 0-2-16,-1-1-2 0,0 0-14 0,0-1-21 16,0-1-31-16,1 1-42 0,0-3-62 0,-2 1-233 0,-1-1-409 15,6-1 181-15</inkml:trace>
  <inkml:trace contextRef="#ctx0" brushRef="#br0" timeOffset="140302.65">14101 7722 12 0,'0'0'251'0,"0"0"-4"0,0 0-4 16,0 0-17-16,0 0-17 0,0 0-10 0,0 0-15 15,0 0-10-15,0 0-2 0,0 0-10 0,0 0-9 16,0 0-9-16,0 0-5 0,0 0-12 0,0 0-13 16,0 0-7-16,0 0-6 0,0 0-3 0,0 0-7 15,0 0-3-15,0 0 4 0,0 0 4 0,0 0-9 16,0 0-2-16,0 0-15 0,0 0 2 0,0 0-13 16,0 0-12-16,0 0 0 0,0 0-4 0,0 0-8 15,0 0-5-15,18-12-2 0,-4 9-2 0,7 3-2 16,-7-1-7-16,5 1 1 0,3-1-7 0,0-1 4 15,-1-1 5-15,-1 2-3 0,0 1 1 0,1-2-10 16,-4 0 2-16,-1 2-6 0,-3 0 0 0,1 0-13 16,-5-2-5-16,0 1-1 0,0 2-26 0,-9-1-13 15,11 0-17-15,-11 0-22 0,9 0-25 0,-9 0-30 16,7 3-28-16,-7-3-25 0,0 0-14 0,0 0-20 16,0 0 11-16,7 3-3 0,-7-3-171 0,0 0-430 15,0 0 191-15</inkml:trace>
  <inkml:trace contextRef="#ctx0" brushRef="#br0" timeOffset="140549.09">14273 7595 208 0,'-3'-5'244'0,"3"5"-4"0,-5-7-10 0,5 7-18 16,0 0-13-16,-6-5-26 0,6 5-13 0,0 0-22 15,0 0-12-15,0 0-9 0,0 0 4 0,0 0 2 16,-5 18-6-16,5-7-6 0,-2 0-4 0,2 0-14 15,0 0-6-15,0 5-10 0,0-3-5 0,0 2-8 16,2 2-6-16,-2-2-7 0,0 0 2 0,0 3-10 16,0-7-2-16,0 6-4 0,0-4-7 0,2-1 2 15,0-1-1-15,-1 1-21 0,-1 0-29 0,0-3-42 0,0 2-48 16,1 3-49-16,-1-7-52 0,0 2-21 16,1 1-206-16,-3-2-472 0,1-1 209 0</inkml:trace>
  <inkml:trace contextRef="#ctx0" brushRef="#br0" timeOffset="143185.69">14998 7489 202 0,'0'0'185'0,"0"0"-12"0,0 0-17 16,0 0-17-16,0 0-18 0,0 0-7 0,0 0-13 15,-7-3-9-15,7 3-13 0,0 0 0 0,0 0-18 16,0 0-4-16,0 0-9 0,0 0-3 0,6 24-5 0,-3-15-1 16,1 3-4-16,1-1-4 0,2 6-3 15,-2 1 3-15,3-4-9 0,-2 4-3 0,0-2 3 16,2-6-9-16,-3 6-3 0,3 0 4 0,-3-5 2 15,4 1 5-15,-4-2 0 0,3 0 0 0,-3-2 0 16,0 1 3-16,0-1 4 0,3-1 1 0,-6 0 1 0,2-2-2 16,-1 1-1-16,3-2 3 0,-2 0 0 15,-4-4 2-15,5 5 5 0,-5-5 8 0,7 4 8 16,-7-4 11-16,0 0 10 0,5 3 6 0,-5-3 9 16,0 0 4-16,0 0-19 0,0 0-4 0,11-12-8 0,-6 2-9 15,4-1-4-15,-3-1-4 0,-2-4-9 0,9-7 4 16,-4 5-7-16,1-5-5 0,-2 6 0 15,6-7-2-15,-4 1-4 0,2-1-4 0,-2 7-3 16,1-5-3-16,-3 7-1 0,1-1 23 0,-3 2-11 0,-1 4-10 16,1 2-8-16,-4 3-12 0,2-1-22 0,1 0-26 15,-5 6-28-15,0 0-37 0,3-9-29 16,-3 9-9-16,0 0-11 0,0 0-11 0,0 0-13 0,7 22-5 16,-8-11-11-16,0 5-124 0,-2 0-361 15,1 0 160-15</inkml:trace>
  <inkml:trace contextRef="#ctx0" brushRef="#br0" timeOffset="143433.97">15406 7669 196 0,'0'0'192'0,"0"0"-11"0,0 0-16 0,7 1-11 16,-7-1-18-16,0 0-11 0,0 0-5 0,0 0-4 15,0 11-2-15,0-11-3 0,-1 11-4 0,1-2-11 16,-1 1-5-16,1 1-5 0,0 2-4 15,0 2-8-15,0 2-3 0,0-5-9 0,-2 4-6 0,2-1-8 16,0 0-3-16,0 1-4 0,2-3-1 0,-4 0-5 16,5-2-4-16,-3-2-3 0,1 3 1 0,2 0-3 15,-3-4-8-15,0 2-11 0,0 0-18 0,1-2-23 16,-1-1-28-16,0-7-27 0,0 13-25 16,0-9-22-16,0-4-23 0,3 9-13 0,-3-9-14 0,0 0-101 15,0 0-311-15,0 0 138 0</inkml:trace>
  <inkml:trace contextRef="#ctx0" brushRef="#br0" timeOffset="143832.01">15475 7664 53 0,'7'-5'136'16,"1"2"-15"-16,0-2-5 0,2 3-10 0,0-2-6 15,0 3-14-15,-10 1-5 0,18 1-5 16,-8 1-5-16,-1 1-7 0,1 2 1 0,-1 3 2 0,-1-2 7 15,0 2-2-15,-1 1 4 0,-1-2 1 0,-3 3-3 16,-1 0-3-16,-4 2-3 0,-1 1-10 0,0 2-5 16,-5-1-3-16,0 0-6 0,2-3-2 0,0-1-6 15,-2-1-15-15,3-1-7 0,0 0-7 16,4-2-6-16,-2 2-8 0,1-3-12 0,2-5 0 0,-2 10-10 16,2-10-1-16,4 9 3 0,-1-3 0 0,3-3 7 15,-1 0-3-15,2-1 12 0,-2 2 2 0,0-1-2 16,5 1 0-16,-4-1 8 0,0 1-1 0,0-1-2 15,-1 2-3-15,-5-5 1 0,9 6 8 0,-5-3 15 16,-1 1 6-16,-3-4 15 0,3 9 8 0,-3-9 12 16,-1 9 11-16,1-9-14 0,-6 11-2 0,-1-7-2 15,0 3 0-15,-2 0-4 0,-2-1-3 0,0 0-5 16,1-1-6-16,-2 2-1 0,-1-3-12 0,2-1-11 16,-2 3-18-16,3-2-19 0,0-1-27 0,1-2-35 15,2 2-37-15,7-3-40 0,-13 2-143 0,7-3-338 16,6 1 150-16</inkml:trace>
  <inkml:trace contextRef="#ctx0" brushRef="#br0" timeOffset="144316.26">16039 7657 195 0,'0'0'229'0,"0"0"-14"0,0 0-14 15,-15-10-12-15,15 10-8 0,-14 4-3 0,4 0-8 16,-3 1-7-16,3 2-6 0,-4 1-15 0,0 3-11 16,0-2-10-16,3-1-13 0,2 1-13 0,-1 1-12 15,4-1-7-15,-1 1-9 0,2-1-4 0,3 1-5 16,-1-1-7-16,3 0-5 0,0 0-8 0,3 3-2 16,1-5-8-16,1 1-3 0,3 0-1 0,-2-5-5 15,4 4 2-15,2-3-6 0,0 0 1 0,0-1-1 16,-1-1-2-16,7-2-4 0,-5 1-1 0,0-2-1 15,-6 1 0-15,-7 0 0 0,13-3 0 0,-13 3 3 16,12-1-6-16,-12 1 3 0,7-3 4 0,-7 3-2 16,8-3 10-16,-8 3-5 0,0 0 12 0,0 0-2 15,0 0-3-15,0 0 1 0,0 0-9 0,0 0 3 16,0 0 3-16,-32 3-1 0,19 2 1 0,-1-1 1 16,-4 4 8-16,1 0 1 0,-1 2 6 0,1-3 8 15,3 6-4-15,-4-3 0 0,1 2-4 0,1 0 6 16,3 0-10-16,0-1 1 0,4-1-10 0,3-2 9 15,1 1-18-15,-3 0-1 0,6-3 2 0,-1 1 0 16,2 0-2-16,1-7-1 0,1 13 6 0,3-8 1 16,1 2-8-16,4-1 10 0,0-1-1 0,9-1-3 15,-2-2-1-15,3-2-4 0,3 2-13 0,6-1-12 16,2-5-18-16,-10 3-28 0,2-1-32 0,-5 0-38 16,3-1-50-16,-7 1-60 0,1 0-58 0,-5-2-210 15,2 0-550-15,-3 0 243 0</inkml:trace>
  <inkml:trace contextRef="#ctx0" brushRef="#br0" timeOffset="164100.38">9591 8999 169 0,'0'0'173'0,"0"0"-16"16,0 0-12-16,0 0-4 0,0 0-9 0,0 0-15 0,0 0-8 16,0 0-12-16,0 0-11 0,0 0-7 0,0 0-9 15,0 0-9-15,19 4-4 0,-10-3-9 16,5-1-3-16,4-3-3 0,2 3-5 0,0-1-2 16,-1-2-6-16,9 3-16 0,-9 0-17 0,-1 0-20 0,0 0-22 15,1 0-22-15,-5-1-25 0,-1 1-24 0,1 1-13 16,-1-4-97-16,-4 5-246 0,1-4 110 15</inkml:trace>
  <inkml:trace contextRef="#ctx0" brushRef="#br0" timeOffset="164500.62">9762 9015 44 0,'0'0'141'0,"-5"6"-17"0,5-6-9 15,-4 10 12-15,2 0-6 0,0 3-10 0,-3 2 19 16,3 2-12-16,-1 0-5 0,2 0 0 0,-2 9-8 16,1-7-10-16,-1-2-4 0,2 4-4 0,0-2-2 15,-1 0-3-15,1-2-10 0,1 2-8 0,-1-4 11 16,-1 0-8-16,2-3-5 0,-1 0-8 0,1-1-6 16,-1 1-3-16,0-2-4 0,-2-2-5 0,3 1-1 15,-2-2-3-15,-1 1-3 0,2 1-2 0,-3-2-1 16,1-1-3-16,0 0-3 0,-1-1-4 0,-1 1-3 15,-2-2-3-15,2 0-3 0,5-4 0 0,-13 5 0 16,7-3 1-16,-2 1-4 0,8-3 1 0,-13 1-2 16,13-1 2-16,-11 1 1 0,11-1-2 0,-11-1 0 15,11 1 1-15,-9-1 0 0,9 1 2 0,0 0 6 16,-11-2-2-16,11 2 4 0,0 0 1 0,0 0 0 16,-11-1 5-16,11 1 2 0,0 0 0 0,0 0-3 15,0 0-2-15,0 0-5 0,0 0-2 0,0 0-1 16,0 0-2-16,0 0-3 0,28-1-7 0,-14 1-7 15,-1 0-17-15,6-1-22 0,-1 1-22 0,1-2-23 16,0-2-31-16,9-1-22 0,-7 1-23 0,7 0-20 16,-8-1-149-16,1 0-364 0,-2-1 162 0</inkml:trace>
  <inkml:trace contextRef="#ctx0" brushRef="#br0" timeOffset="164750.74">9996 9303 106 0,'0'0'203'0,"1"-6"6"0,-1 6 6 0,0 0-5 15,0-9-8-15,0 9-11 0,0 0-11 0,0 0-18 16,0 0-17-16,0 0-15 0,3-7-15 0,-3 7-13 16,0 0 1-16,0 0 7 0,0 0-8 0,0 0-3 15,0 25 8-15,-1-15-4 0,2 0-6 0,-2 2-10 16,-1 0-3-16,1-1-12 0,0 2-1 0,1-3-9 16,-3 2-7-16,2 4-3 0,2-4 1 0,-1 1-11 15,-1-2-4-15,0-1-7 0,-1 1-17 0,1-1-20 16,1-3-16-16,0-7-28 0,-1 15-28 0,1-8-22 15,0-7-29-15,0 14-10 0,0-14-26 0,1 9-18 16,-1-9-25-16,0 10-1 0,0-10-8 0,3 5-124 16,-3-5-370-16,0 0 163 0</inkml:trace>
  <inkml:trace contextRef="#ctx0" brushRef="#br0" timeOffset="165116.13">10042 9303 121 0,'5'-10'136'0,"5"0"-8"15,-2 1-8-15,2-4-3 0,2 6-5 0,-2-2 1 16,0 3-9-16,3 0-8 0,-3 2-7 0,2 2-7 16,0 0-2-16,-1 0-11 0,-1 2-9 0,3-1-3 15,-4 2-10-15,0-1 1 0,2 3-7 0,-2 2-6 16,-2-1-1-16,-2 0-5 0,1-1 3 0,-2 2 5 16,0 3-5-16,-2 0 4 0,-1 0-6 0,-1 1-6 15,0 1 1-15,-1-1-5 0,0-1-12 0,-3 1-4 16,1 1 0-16,1-3-9 0,2-7-4 0,-5 12-4 15,4-6-8-15,1-6-4 0,-3 12-3 0,3-12 3 16,3 11 0-16,-2-6 0 0,-1-5-3 0,6 11 6 16,-2-6 1-16,-1 1 4 0,0 0 1 0,3-1 3 15,-1 0-3-15,-1 0 2 0,1 1 5 0,-2-1 1 16,0 1-3-16,-3-6 6 0,5 10 7 0,-2-5 9 16,-3-5 3-16,2 11 15 0,0-5-2 0,-2-6 2 15,-4 11 2-15,0-6-3 0,-1 1-3 0,0 2-5 0,-3-1 2 16,-1 0-4-16,1 0-13 0,-1-2-13 15,-2 0-14-15,3 0-19 0,-1-3-31 0,0 1-29 16,3-1-34-16,6-2-115 0,-13 1-270 0,13-1 120 16</inkml:trace>
  <inkml:trace contextRef="#ctx0" brushRef="#br0" timeOffset="165297.49">10636 9331 56 0,'12'-3'124'0,"-12"3"-10"0,10 0-22 15,-10 0-8-15,12 0-24 0,-12 0-25 16,8 3-29-16,-8-3-8 0,7 4-20 0,-7-4-13 16,2 6-8-16,-2-6-36 0,-2 10-84 0,2-10 37 15</inkml:trace>
  <inkml:trace contextRef="#ctx0" brushRef="#br0" timeOffset="165432.69">10663 9377 197 0,'-5'6'22'0,"0"-1"16"16,0 0 20-16,1 1 10 0,-5 2 10 15,4-3 5-15,0 0 9 0,0 0-2 0,1-1 3 16,4-4 0-16,-9 7-5 0,5-1-4 0,4-6 3 16,-5 6 0-16,5-6 7 0,-3 5 6 0,3-5 7 0,0 0-8 15,0 0-5-15,6 11-10 0,-6-11-11 0,11 3-26 16,-5-2-25-16,5-1-34 0,-1-1-43 16,8-2-60-16,0 0-185 0,-7-1-324 0,10-2 144 15</inkml:trace>
  <inkml:trace contextRef="#ctx0" brushRef="#br0" timeOffset="166000.46">12142 9004 50 0,'-4'-5'301'0,"4"5"-19"0,-4-9-20 0,4 9-20 15,-4-5-22-15,4 5-23 0,0 0-21 0,0 0-24 16,0 0-17-16,0 0-13 0,0 0-14 0,0 0-11 16,0 0-7-16,10 26-9 0,-4-11-7 0,2 2-8 15,3 11-7-15,0-2-3 0,1 3-2 0,1-4-8 16,-4-1-8-16,2 1-1 0,0-3-2 0,-4-3-3 16,4 3-3-16,-2-7-7 0,0 1 1 0,-5-4-7 15,1-2 24-15,0 0-4 0,-1-1-7 0,-1-3 2 16,1 0-3-16,0-1-7 0,-4-5 2 0,2 9-2 15,-2-9 1-15,6 6 15 0,-6-6 16 0,2 4 15 16,-2-4 20-16,0 0-15 0,0 0-9 0,0 0-6 16,15-16-4-16,-10 6-11 0,4-4 5 0,0-3-23 15,4-7 16-15,-1-1-14 0,1-1 0 0,1 0-4 16,-1-2-1-16,0 1 2 0,-3 0-17 0,3 3 9 16,-4 1-3-16,4 0-1 0,-6 7-2 0,0 2-3 15,-3 1 1-15,3 5-6 0,-2-2-8 0,-3 4-19 16,0 0-13-16,-2 6-36 0,4-7-33 0,-4 7-41 15,0 0-17-15,0 0-13 0,0 0-35 0,0 0-18 16,9 15-17-16,-9-6-17 0,0 4-153 0,-2 4-453 16,0-1 202-16</inkml:trace>
  <inkml:trace contextRef="#ctx0" brushRef="#br0" timeOffset="166265.26">12731 9239 75 0,'0'0'255'0,"0"0"2"0,-18-4-5 16,18 4-6-16,-18 1-11 0,7 0-8 0,-3 4-11 15,-1-1-6-15,4 2-9 0,-1 0-7 0,1-1-13 16,-3 3-7-16,3 2-5 0,-1 3-15 0,-1 0-15 16,3 1-6-16,1 0-16 0,-1 1-13 0,2-2-8 15,3-2-11-15,1 1-2 0,2-1-23 0,-1 2-2 16,3-3-4-16,0 2-2 0,0-1-12 0,1 0-13 15,3 0-18-15,0-2-8 0,5-1-32 0,-3-1-37 16,6-2-34-16,-1 0-40 0,2-1-44 0,5-4-53 0,10 0-38 16,-6 0-234-16,6-7-551 0,1 0 244 15</inkml:trace>
  <inkml:trace contextRef="#ctx0" brushRef="#br0" timeOffset="166668.09">13057 9249 73 0,'0'0'259'0,"0"0"8"0,-4-12-1 16,4 12-7-16,-5-5-16 0,5 5-15 0,-10-5-13 16,10 5-10-16,-15 4-17 0,6 1-11 0,0 1-15 15,-2 3-14-15,2 0-15 0,-2-1-13 0,4 2-13 0,-2 2-11 16,-1 3-8-16,4-4-14 0,2 1-2 0,1-1 2 16,1-1-23-16,2-1-4 0,2 1-9 15,-2-4-3-15,7 3-6 0,-5-2-2 0,8-1-8 16,-6-1-3-16,5-1-1 0,0 1-7 0,0-3-4 0,-2 0 2 15,4-1 3-15,-3-1-6 0,-8 0 2 0,14 0-1 16,-14 0-1-16,9-1-1 0,-9 1 7 0,10-2-3 16,-10 2 6-16,0 0-4 0,6-2 4 15,-6 2 10-15,0 0 1 0,0 0 4 0,0 0-5 16,0 0 2-16,0 0 3 0,0 0 2 0,0 0-13 0,-29 2 12 16,22 0-12-16,-4 3 10 0,0 0 2 0,-1 0 4 15,-1 3 4-15,4 1 4 0,-3-2 7 0,4-2-14 16,-1 4 4-16,3-1-5 0,-2 1 1 0,1 0-12 15,1 1 6-15,2-3-2 0,2 1-9 0,-1-1 5 16,3-7-9-16,0 14-4 0,0-14 3 0,3 11-15 16,-2-5 2-16,4-1-5 0,-1-1-24 0,-4-4-19 15,16 6-30-15,-5-8-37 0,4 1-37 16,-2-2-40-16,6-1-43 0,8-2-33 0,0-3-45 0,0 0-199 16,-2-2-556-16,4-1 247 0</inkml:trace>
  <inkml:trace contextRef="#ctx0" brushRef="#br0" timeOffset="166899.18">13461 9267 70 0,'0'0'248'0,"4"-4"4"0,-4 4 0 0,0 0 0 16,0 0-12-16,10-2-7 0,-10 2-4 0,0 0-5 16,11 0-6-16,-11 0-2 0,0 0-2 0,17-3-21 15,-17 3-13-15,17 2-20 0,-7-4 11 0,2 2-9 16,-3-2-13-16,0 2-18 0,5-1-11 0,-3 1-11 15,-1-3-10-15,-2 3-9 0,-8 0-16 0,11 0-10 16,-11 0-15-16,0 0-6 0,18-1-48 0,-18 1-48 16,5-2-46-16,-5 2-59 0,0 0-72 0,10 2-86 15,-10-2-282-15,0 0-646 0,0 0 286 0</inkml:trace>
  <inkml:trace contextRef="#ctx0" brushRef="#br0" timeOffset="167465.79">14007 9100 201 0,'-2'-9'263'15,"2"9"-10"-15,4-7-14 0,-4 7-19 0,0 0-19 16,0 0-23-16,0 0-20 0,0 0-14 0,0-10-18 15,0 10-14-15,0 0-1 0,0 0-21 0,0 0 2 16,18 19-2-16,-6-7-9 0,-1 2 10 0,3 6 2 16,0 2-12-16,0 0-8 0,0-1-10 0,4 0 0 0,-5 0 0 15,-2-3-10-15,1-1-4 0,-1-1 1 16,-1 1-6-16,2-2-10 0,-3 1 0 0,0-2-1 16,-1-2-2-16,0-4-2 0,0 1-2 0,-3-1-3 15,1-3 1-15,-2 1-3 0,0-3 2 0,0 2 8 0,-4-5 10 16,5 3 12-16,-5-3-5 0,0 0-6 15,16-6 8-15,-10 1 0 0,1-6-2 0,0 1-5 0,2-8-1 16,0 2-3-16,4-7-20 0,1-2 5 16,-5-1 2-16,3-2-4 0,1 0 0 0,-3-2-7 0,2 3 2 15,-3-2-1-15,2 3-1 0,-1 0-4 0,-4 9 10 16,1 0-16-16,1 2-4 0,-4 3-6 16,-1 3-22-16,0 2-27 0,3-1-31 0,-3 5-44 15,-3 3-45-15,2-8-41 0,-2 8-3 0,0 0-12 0,0 0-5 16,0 0-19-16,-2 28-194 0,-2-16-482 0,3 2 213 15</inkml:trace>
  <inkml:trace contextRef="#ctx0" brushRef="#br0" timeOffset="167718.04">14553 9232 54 0,'0'0'255'0,"0"0"4"15,0 0-1-15,9-5-6 0,-9 5-15 0,0 0-15 16,0 0-22-16,0 0-18 0,0 0-12 0,0 0-4 15,0 0-3-15,4 9-3 0,-4-9-9 0,-2 11-20 16,2 0 2-16,0 0-7 0,-2 2-9 0,2 2-6 16,0 2-19-16,-2 0 0 0,0-1-5 15,2 0-11-15,-1-1-9 0,0 0-15 0,-2 2 3 16,3-5-8-16,0 3 1 0,0-3-4 0,-3-1-3 0,3 1 3 16,0-1-15-16,0-2-21 0,0-1-22 0,0 0-25 15,0-8-36-15,0 14-35 0,-2-10-35 0,2-4-39 16,0 10-26-16,0-10-28 0,0 0-14 0,0 9-6 15,0-9-176-15,0 0-471 0,0 0 209 0</inkml:trace>
  <inkml:trace contextRef="#ctx0" brushRef="#br0" timeOffset="168107.56">14634 9225 81 0,'6'-7'173'0,"2"2"-4"16,-2 0-7-16,4 0-7 0,-1 1-17 0,3 1 0 15,-3 1-11-15,-2 1-9 0,6 0-12 0,-3 1-2 16,-2 0-6-16,2 2-7 0,-2 1-12 0,-1-1-5 16,4 2-3-16,-6 1 7 0,0 1-5 0,-1 0 3 15,-4 5-5-15,0-1-3 0,-1 1-9 0,-3 1-4 16,-4 4-8-16,1-2-6 0,-3 1-5 0,1-2-4 16,0-2-6-16,-1 2-10 0,3-2-10 0,2-1-7 15,1-1-5-15,-3-1-8 0,5-2-11 0,-3 0-9 16,5-6 3-16,0 13 0 0,0-13-1 0,5 8 2 15,-5-8 5-15,6 9 3 0,1-6 2 0,-2 0-2 16,1 2 5-16,-2-1 0 0,-4-4 3 0,13 4-2 0,-9-1 5 16,2 0 9-16,-1 1 3 0,-1-1 6 15,-4-3 11-15,9 7 10 0,-8-1 9 0,-1-6 15 16,4 11 19-16,-4-11 3 0,-4 8 4 0,4-8-4 16,-7 11 1-16,0-4-7 0,-2 0-3 0,1 0-6 15,-2-2-4-15,1 1-6 0,0 0-7 0,0-1-3 16,0 0-13-16,3-2-20 0,-2 1-21 0,-1-2-23 15,9-2-39-15,-10 5-41 0,5-4-53 0,5-1-67 0,-9 0-174 16,9 0-444-16,0 0 197 0</inkml:trace>
  <inkml:trace contextRef="#ctx0" brushRef="#br0" timeOffset="168534.19">15130 9222 235 0,'0'0'272'0,"0"0"-5"0,0 0-2 0,0 0-9 16,-12-8-10-16,12 8-3 0,-18 6-15 0,8 0-16 16,-4 3-11-16,-2 1-8 0,4 1-24 15,-2 1-11-15,1 1-17 0,4-4-12 0,3 2-13 16,-1 1-12-16,1-2-19 0,3 0-2 0,1 0-6 16,2 2-8-16,2-2-4 0,1-1-17 0,2 1-5 0,3-3-2 15,2-1-16-15,1 0-1 0,2-2-2 16,3 1-6-16,-1-3 8 0,-1-1-13 0,2-1-2 15,2 0-1-15,-5 2-2 0,0-4-1 0,-4 2 0 16,-2-1-1-16,-7 1 6 0,0 0 0 0,14 0 11 0,-14 0-18 16,0 0 3-16,0 0-2 0,0 0-4 0,0 0 2 15,0 0-5-15,-32 8 6 0,19-4 4 0,-3 3 6 16,-2-1 0-16,-1 2-1 0,0 1 6 16,0 0 6-16,1 3 22 0,-1 0-9 0,5-2-4 15,-2 0 12-15,3 3-16 0,3-6-4 0,2 3 11 0,2-2-22 16,2 1 6-16,-1 0-20 0,4-1 14 0,1 1-3 15,-1-3 0-15,1-6 2 0,2 13-6 0,3-7-4 16,1 1-6-16,3-3-10 0,2 0-2 0,0 0-14 16,0-4-26-16,9 0-24 0,-7 0-29 0,1 0-26 15,-2 0-35-15,0-2-42 0,-12 2-51 0,22-2-48 16,-13 1-224-16,0-3-579 0,-9 4 256 0</inkml:trace>
  <inkml:trace contextRef="#ctx0" brushRef="#br0" timeOffset="168999.46">13656 9823 11 0,'-51'5'262'16,"13"0"-6"-16,-1-2-8 0,5 0-7 0,1 0-6 16,4 0-12-16,8 1-10 0,4-3-1 0,-2 0-11 15,9 0-9-15,1 1-12 0,1 0-14 0,2 0-19 16,6-2-9-16,-11 0-12 0,11 0-9 0,-7 3-8 16,7-3-15-16,0 0 3 0,0 0-4 0,20 12-1 15,9-5 16-15,9-1-16 0,19-5-10 0,44 3-9 16,2-5-2-16,5-1-9 0,11-6-4 0,0-3-4 15,-2-2-8-15,4 4-6 0,-2-2-4 0,0 2 1 16,-5-1-20-16,-5 1 8 0,-8 1 0 0,-5 4-2 16,-6-5-3-16,-30 6 0 0,-1 0 5 0,-3 0-12 15,-2 0-1-15,-16 0 0 0,-1 2 4 0,-4-2-2 16,1 3 1-16,-14 0 1 0,-2-1-10 0,0 1 10 16,-6 0-11-16,-4 0 4 0,-1 0 1 0,-7 0-7 15,12-2 16-15,-12 2 6 0,10 0 10 0,-10 0 0 16,0 0-4-16,9 2-5 0,-9-2-9 0,0 0-18 15,0 0-27-15,0 0-37 0,0 0-36 0,-38 4-45 16,18 0-54-16,-5 2-65 0,5-1-63 0,0 3-300 16,-7-1-681-16,7 0 301 0</inkml:trace>
  <inkml:trace contextRef="#ctx0" brushRef="#br0" timeOffset="169749.86">14195 10111 217 0,'0'0'257'0,"-1"-10"-14"16,1 10-17-16,0 0-19 0,0 0-20 0,0 0-23 15,0 0-17-15,0 0-14 0,0 0-3 0,0 0 1 16,0 0-3-16,2 30-11 0,-2-19-5 0,0 8-8 16,-1 6-6-16,1-1 4 0,-1-3-2 0,0-1-9 15,1 4-7-15,0-5-12 0,1 0-3 0,0-3-8 16,0 1-8-16,1-1-3 0,-2-1-3 0,0 2-9 16,2-6-3-16,0 1-1 0,-2-2-4 0,2-1-5 15,0 0-1-15,-1-2-5 0,0-1-13 0,-1-6-14 16,1 11-12-16,1-5-21 0,-2-6-18 0,0 0-13 15,0 8-12-15,0-8-11 0,0 0-12 0,0 0-30 16,0 0-40-16,0 0-19 0,0 0-17 0,0 0-8 16,0 0-132-16,-13-24-380 0,9 14 169 0</inkml:trace>
  <inkml:trace contextRef="#ctx0" brushRef="#br0" timeOffset="170115.57">14202 10029 87 0,'20'-15'156'15,"6"4"0"-15,-7 2-1 0,8 2-3 0,-8 3-11 0,0 3-10 16,1 0-11-16,-3 3-14 0,-4 1-5 16,0 1 3-16,-3 3 4 0,3 3-6 0,-4 0 3 15,-2-1 7-15,0 6-3 0,-6-2-7 0,-2 2-2 16,-1 2-3-16,-3 0-9 0,-1 2-5 0,-4-2-5 0,-3 3-5 16,-1-4-8-16,1-3-10 0,-2 0-2 15,-2 1-1-15,-5 0-5 0,4-3-4 0,2-1-4 16,-2-5-6-16,6 1-4 0,0-3 3 0,-1 1-2 15,3-1-5-15,-4-2-1 0,9-1-3 0,5 0 18 0,-13 2-3 16,13-2 4-16,-8 0-3 0,8 0-1 16,0 0-2-16,0 0-9 0,-10-5-2 0,10 5-3 0,0 0-3 15,0 0-1-15,0 0-2 0,0 0-3 16,0 0-4-16,29 2-2 0,-22-1 5 0,4 4-4 0,-2 0 7 16,0 1-9-16,3 0 0 0,-1 0 1 0,7 3 3 15,-3-3-6-15,-3 2 5 0,6 0-5 0,-4 0 2 16,1-1-7-16,-1 1-31 0,-3-2-36 15,0-1-44-15,-1 2-50 0,0-1-61 0,1 0-41 16,-5-3-179-16,5 1-480 0,-3-1 213 0</inkml:trace>
  <inkml:trace contextRef="#ctx0" brushRef="#br0" timeOffset="170366.14">14642 10268 117 0,'3'-8'308'0,"-3"8"1"0,0 0-9 0,3-7-9 16,-3 7-22-16,0 0-17 0,0 0-26 0,0 0-15 16,0 0-8-16,0 0-6 0,0 0 0 0,0 0-9 15,0 0-11-15,-2 28-13 0,-2-18-12 0,2 2-22 16,0 0-8-16,2 0-4 0,-3 0-17 0,2 5-13 16,-2 0-6-16,1-1-10 0,0-2-2 0,0 0-13 15,0 1-7-15,2-3 1 0,-1-1-17 0,1-1-34 16,0 0-40-16,0 0-31 0,-1-3-37 0,1-7-40 15,0 13-44-15,-3-8-43 0,3-5-44 0,3 8-31 16,-3-8-216-16,0 0-570 0,0 0 253 0</inkml:trace>
  <inkml:trace contextRef="#ctx0" brushRef="#br0" timeOffset="170716.52">14663 10232 101 0,'8'-9'235'0,"-1"1"0"0,0 0-4 0,0 1-7 16,0 4-17-16,2-2-13 0,-2 0-16 0,4 4-18 16,-3 0-8-16,1-1-4 0,-9 2-7 0,19 4-6 15,-12-3-4-15,1 3-10 0,-1 0-7 0,0-1 3 16,-1 5-4-16,-1-2 5 0,-1 3-6 0,-1-2-4 16,-3 3-5-16,0 0-6 0,0 0-8 0,-2 2-16 15,0-2 5-15,-3 0-14 0,-2 0-6 0,4-1-9 16,-1 0-9-16,0-1-2 0,3 0-18 0,-2-2-11 15,2 1-5-15,1-7-5 0,0 13-4 0,1-6-2 16,2 0-6-16,-2 1-3 0,3-2 0 0,0 1-1 16,-1 0 8-16,4 1-2 0,-2-1 0 0,-1 0-6 15,2-2 2-15,-1 1 2 0,-1 0 1 0,-1-2 3 16,2 2 2-16,-5-6 1 0,2 10 9 0,-2-4 8 16,0-6-1-16,-4 10-8 0,-2-5-2 0,2 0 2 15,-2 1-3-15,-2-3-15 0,-3 1-26 0,0 0-33 16,-2 0-57-16,-1 0-83 0,-2-1-98 0,-4-2-195 15,-9-1-550-15,-1 0 244 0</inkml:trace>
  <inkml:trace contextRef="#ctx0" brushRef="#br0" timeOffset="195551.63">10360 10708 132 0,'0'-9'118'0,"0"9"0"0,0-9-6 0,0 9 3 15,-2-8 0-15,2 8-8 0,-1-10-4 0,1 10-1 16,-3-10-6-16,3 10-1 0,-3-11-8 0,1 6 3 16,2 5 3-16,-4-7-5 0,4 7-8 0,-5-7 0 15,5 7-5-15,-5-6-8 0,5 6-3 0,-8-4-5 16,8 4-6-16,-9-7-5 0,9 7 4 0,-10-3-7 16,2 1-6-16,8 2 0 0,-13 0-2 0,13 0-2 15,-14 3-4-15,3-2-3 0,4 2-2 0,-2 2-1 16,-1-1-2-16,1-1 0 0,3 3 0 0,-3 1-4 15,-1 0 1-15,6 0-3 0,-4 2 0 0,-1 5-7 0,2 4 4 16,-1-2-2-16,2 0-1 0,0 2-2 16,3 2 8-16,-2 5-6 0,2 0 13 0,1 3-4 15,2 1 1-15,0 1-1 0,0-1 1 0,1 3 8 16,1 2 22-16,-2-3-4 0,3 0 3 0,1 0 1 16,-2-2-5-16,1-1 1 0,1-1 3 0,-3-7-3 15,0 6 1-15,-1-7-3 0,1 0-3 0,1 0-3 16,-1 0-5-16,0 0 3 0,1-1-6 0,-2-7-5 15,0 2 4-15,0-1-2 0,-2 0 2 0,0 0-2 16,0 0-4-16,1-3 1 0,-1-1-11 0,-1 1 5 0,2-2-6 16,-1 0-11-16,0 1-12 0,2-8-14 15,-8 9-18-15,3-5-20 0,5-4-27 0,-10 5-32 16,10-5-40-16,-13 4-34 0,13-4-31 0,-13-6-35 16,4 2-161-16,-5-6-456 0,5 0 202 0</inkml:trace>
  <inkml:trace contextRef="#ctx0" brushRef="#br0" timeOffset="196566.14">10046 11260 33 0,'5'-4'145'0,"6"1"0"0,-3-2 0 0,2 0-4 0,4-1-4 16,1-1-6-16,2-3-10 0,1 2 0 16,1-1-19-16,6-3-6 0,0 0-8 0,0 2-7 15,2-4-9-15,-1 2-6 0,2 1-4 0,-2-2-8 16,-1 1-4-16,-8 2-5 0,2-1-4 0,-3 0-3 15,0-2-4-15,-2-2 2 0,2 4-10 0,-4-4 2 0,1 1-7 16,-4-1 2-16,-1 1-6 0,-2-2 3 0,-1 7 0 16,-2-1 6-16,-1-2 4 0,1 4 6 15,-3 0-1-15,0 8 2 0,-3-11 2 0,3 11-5 16,-5-9-1-16,-1 7-3 0,0-1 0 0,-1-1-4 0,7 4 2 16,-19 2-2-16,7 0-1 0,2 2 2 0,-1 1-6 15,-3 3 3-15,-2 2-3 0,5 2 4 0,-2 5-1 16,0-1 1-16,4 3 0 0,2-1-2 15,-1 0 1-15,4 0-4 0,-1 0-1 0,2-3-5 16,3 2 4-16,2-2-7 0,0-2-1 0,2 2 1 0,6-2-3 16,-2-3 2-16,1-1 4 0,6-1-6 0,1-1 0 15,0 0 1-15,1-3 8 0,5-2-6 0,-2-2 1 16,1 0-2-16,0-1-1 0,-2-1-5 16,2-1 0-16,-2-2 0 0,3-1-2 0,-6-1 3 15,3-3-6-15,0 2 1 0,-3-3-4 0,-1 0 3 0,-1-2-6 16,-1 1-3-16,-1-2 1 0,-2 1 0 0,-1-1 1 15,-3-2 0-15,3 1 1 0,-4 1 5 0,-1 2-5 16,-3 0 2-16,2 0 1 0,-3 0 1 16,-1 2-2-16,-1 0 3 0,0 0 7 0,-1 4 7 0,3 6 1 15,-5-12 5-15,-1 5-1 0,2 4 0 0,4 3 2 16,-11-3-4-16,3 3 2 0,-4 3-1 0,3 2 4 16,-1 1 0-16,-4 5 4 0,1 1-2 0,4 1 3 15,-1 0-7-15,4 2 0 0,-2 0-3 0,5 1-4 16,1-4 1-16,-1 2 1 0,3-2-3 0,0-1-3 15,3 2-2-15,1-2 8 0,1-2-13 0,1 1-8 16,2-1-11-16,2-2-10 0,0 0-13 0,2-2-11 16,2-2-4-16,5 1-12 0,2-5-4 0,7-1-4 15,-8 0-1-15,9-3 0 0,-2-2 1 0,-1 0 2 16,1-2 7-16,-3-1 0 0,-7 4 10 0,-2-3 1 16,3 0 12-16,-4 1-2 0,-5 1 8 0,0-1 5 15,0 0 15-15,-1 1 9 0,-4 1 7 0,2 0 15 16,-4 1 17-16,1 0 15 0,-3 5 7 0,4-10 8 15,-4 10 5-15,0 0-4 0,0 0-1 0,-7-12 1 16,1 10-4-16,6 2 5 0,-12 0 2 0,12 0 2 16,-19 5 3-16,10 0-8 0,-1-1 4 0,-4 6-11 15,5-2-2-15,0 4-7 0,-2 0 1 0,0 1-8 16,4-2-2-16,0 0-5 0,1-1-3 0,2 1-5 16,2 1-5-16,0-2 5 0,2 0-3 0,0 0-2 15,3-1-4-15,1-2 2 0,6 1-3 0,-5-4 4 16,0 1-8-16,4-2 4 0,0-1-2 0,1-1 4 15,2-2-1-15,0-1-8 0,1-1-7 0,1-2 7 16,-2 2 5-16,0-3-5 0,0-1 4 0,-2-1-3 16,2-4-3-16,-1-2 0 0,0 0-3 0,-4-1 9 15,1 0-7-15,-4-4-4 0,2 1-4 0,-1-8-2 16,-1 2-5-16,-1-1 0 0,-1-1-3 0,2-1 8 16,-4 2-5-16,1-2 0 0,-3 0 4 0,-1 3-2 15,2 5-1-15,-2 1 10 0,2 0 10 0,-3 1 3 16,3 7 4-16,1 3-4 0,0 7-3 0,-1-12-1 15,-1 5-5-15,2 7 4 0,0 0-3 0,0 0-3 16,0 0 10-16,0 0 15 0,-2 25-7 0,1-1 1 16,-5 3 1-16,6 1-3 0,-2 2 1 0,1 2 1 0,-1-2-2 15,2 2 0-15,0-1 2 0,0-1-10 0,0-1-5 16,0-4-14-16,2 0-18 0,0 0-23 16,1-8-32-16,-1 0-37 0,2-2-42 0,1 0-47 15,0-4-33-15,3-3-237 0,-3 0-519 0,3-4 230 16</inkml:trace>
  <inkml:trace contextRef="#ctx0" brushRef="#br0" timeOffset="196982.6">11376 10773 126 0,'0'-6'283'0,"0"6"-14"15,2-12-28-15,-1 6-27 0,-1 6-20 16,0 0-19-16,0 0-6 0,0 0-2 0,0 0-8 15,5 33-13-15,-5-14-10 0,-3 9-10 0,1-2-12 16,-1 0-9-16,1 0-12 0,0-1-4 0,-1 1 2 0,0-7-8 16,2 0-2-16,0-2-4 0,-2-2-7 15,-2 1-6-15,2-4-5 0,0-1 2 0,-3-1-5 16,3-2 1-16,1-2-4 0,2-6-12 0,-5 10-2 16,5-10 2-16,-4 8 0 0,4-8-9 0,-2 5-3 15,2-5-5-15,0 0-7 0,0 0-8 0,0 0-14 0,0 0-8 16,0 0-4-16,0 0-6 0,11-27 0 15,-3 20-1-15,1-2-1 0,0 1 1 0,1 1-1 16,1 1 3-16,-2 1 5 0,2 0-1 0,-1 2-1 16,-2 2 3-16,-2 0 2 0,-6 1 0 0,14-2 2 0,-14 2-2 15,10 3 3-15,-10-3 6 0,12 4 3 16,-10-1 8-16,1 1 2 0,-3-4 6 0,4 9 1 16,-4-9 0-16,-4 12 1 0,0-5-2 0,-1 0-1 15,-1 2 2-15,-2-3-7 0,-1 4-13 0,1-3-18 16,-2 0-17-16,2-2-22 0,-4 2-24 0,3-1-31 0,0 0-39 15,0-2-37-15,4-1-37 0,0 0-35 0,5-3-142 16,-10 4-438-16,10-4 193 0</inkml:trace>
  <inkml:trace contextRef="#ctx0" brushRef="#br0" timeOffset="197366.33">11701 10972 185 0,'-9'-10'270'0,"9"10"-3"16,-11 0-4-16,11 0-9 0,-16 3-12 0,5 3-13 0,1 0-14 16,-1 1-15-16,-1 1-3 0,0 3-22 0,0 3-11 15,2-5-20-15,1 4-16 0,3-3-11 0,-1 0-11 16,1 2-11-16,3-3-9 0,1 2-9 0,2-3-8 16,0 0-9-16,0-8-8 0,3 14-5 15,0-9-8-15,0-1-7 0,2-1-9 0,-5-3 0 0,8 7-7 16,-8-7-6-16,9 3-1 0,-9-3-1 0,12-4-7 15,-12 4-2-15,11-6 2 0,-6 1-4 0,-1 0-1 16,1-2 3-16,1-2-2 0,-1 2 0 16,-3 1-1-16,1-2 5 0,0 0-3 0,-3 8-1 15,3-10-2-15,-3 10 7 0,2-10-4 0,-2 10 0 0,0-7-2 16,0 7-1-16,0 0 4 0,0 0 8 0,4-5-10 16,-4 5 6-16,0 0 0 0,0 0-1 0,0 0 0 15,8 22 1-15,-6-15 3 0,-1 1-1 0,4 3-5 16,-2-2 5-16,1-1-22 0,-2 0-25 0,2 1-32 15,1 0-40-15,-2 0-38 0,2-4-48 0,1 2-31 16,1-3-28-16,2-1-193 0,0-1-488 0,1-2 216 16</inkml:trace>
  <inkml:trace contextRef="#ctx0" brushRef="#br0" timeOffset="197800.53">11937 10951 171 0,'-4'-12'243'0,"0"8"1"15,4 4-1-15,-8-9-7 0,3 9-11 0,5 0-12 16,0 0-10-16,-18 3-6 0,13 0-8 0,-3 6-6 16,1 1-8-16,-3 4-3 0,0 2-10 0,0 2-23 15,1-2-12-15,4 1-11 0,-3 1-12 0,2-1-8 16,4-4-17-16,2 2-1 0,3 0-12 0,-2-3 1 16,3-1-12-16,0-1-4 0,0-2-7 0,6 0 0 15,-4 0-11-15,3-4-10 0,2-2-7 0,1-2-12 16,1 0-11-16,1-2-11 0,3-4-6 0,0 0 0 15,0-2-10-15,0-2-4 0,-3 1 0 0,1-5 1 16,-2 1 3-16,1-1 6 0,-1 0 0 0,-4-2 0 16,2-1-2-16,-2-1-5 0,2-4 7 0,-3 4 4 15,0-1 3-15,-3 1 2 0,3-5 0 0,-5 5-1 16,0 1 4-16,1-2 6 0,-2 4 10 0,0 3 16 16,-1 0 16-16,-1 3 6 0,0 2 18 0,0 7 1 15,2-10 17-15,-2 10-8 0,1-8-3 0,-1 8-12 16,0 0-10-16,0 0 20 0,0 0 14 0,0 0 7 15,0 0 3-15,0 0-3 0,1 36 2 0,-2-17-7 16,-2 1 1-16,2 5-3 0,-3 0-12 0,2 0-7 16,-3 1-3-16,0-2-3 0,3 0-5 0,-4-4 1 15,3-2-15-15,1-1-27 0,0-1-40 0,0-3-40 16,0-1-47-16,-1 1-49 0,1-2-55 0,-3-3-58 16,5-1-62-16,-2 0-273 0,-2-1-669 0,4-6 296 15</inkml:trace>
  <inkml:trace contextRef="#ctx0" brushRef="#br0" timeOffset="198049.37">12305 10862 143 0,'4'-8'245'0,"-4"8"-8"16,0 0-7-16,0 0-15 0,0 0-15 0,0 0-18 15,0 0-12-15,-23 1-14 0,23-1-6 0,-11 5-15 16,4-1-13-16,-2 0-9 0,5-1-10 0,-3 1-13 15,3-1-8-15,4-3-9 0,-14 8-8 0,10-4-4 16,-1 0-5-16,1 1-10 0,4-5-6 0,-9 11-2 16,8-6-3-16,-3 2-5 0,2 0-4 0,0 0-1 15,2-7-5-15,4 17-7 0,-4-8-18 16,4 0-24-16,-1 1-41 0,4-1-45 0,-3 1-47 0,3-2-37 16,0-1-45-16,2 0-136 0,0-1-411 0,0-1 182 15</inkml:trace>
  <inkml:trace contextRef="#ctx0" brushRef="#br0" timeOffset="198582.77">12599 11130 17 0,'0'0'305'0,"0"0"1"0,11-4-2 0,-11 4-14 15,7-9-15-15,-3 3-17 0,5-1-8 0,-3 0-10 16,-1-2-17-16,3-1-18 0,0 1-15 0,1 1-16 15,-3-3-6-15,6-2-19 0,-1-1-12 0,-1 1-11 16,-1 0-17-16,-1 0-15 0,1 4-8 0,0-4-3 16,-4 2-10-16,-1 1-8 0,1-2-6 0,-1 1-2 15,-2 0-9-15,0 0-8 0,0 2-3 0,-2 1-4 16,3 1 2-16,-3 7-3 0,0-8 6 0,0 8-3 16,1-9-4-16,-1 9 3 0,0 0-8 0,0 0 0 15,0 0-3-15,0 0 1 0,0 0-7 0,0 0 5 0,-10 24 1 16,6-13 4-16,1 0-5 0,1 0-4 15,0-1-4-15,2 0 3 0,0 1-4 0,0-3-3 16,2 1 5-16,0 0-18 0,0-1 17 0,3-2-4 16,-1 2-1-16,2-3-1 0,4-1 1 0,-3-3 0 15,0 3 2-15,2-4 5 0,2 0-7 0,-11 0-6 0,19-4 5 16,-9 0-2-16,1 1 3 0,-1-5 1 16,-2 4-5-16,1-3-3 0,0-3-6 0,0 3 3 15,-2-2 6-15,-1 1 3 0,-1-1 0 0,2-1-3 16,-4 0-2-16,3 2 2 0,-4-1 0 0,0 2-2 0,-2 7 0 15,3-9 0-15,-3 9-9 0,4-7 7 0,-4 7-6 16,4-4-1-16,-4 4 6 0,0 0 3 16,0 0 6-16,0 0 8 0,2 26-2 0,-6-13-1 0,2 3-1 15,-2 0 11-15,4 0-18 0,-5 2 2 0,1-1 3 16,0 0-4-16,-1 2 2 0,0-2-12 0,1-2 11 16,3 0-18-16,-1-3-22 0,-2 0-32 0,2-2-39 15,0-1-40-15,-1-2-47 0,1-1-48 0,0 0-75 16,2-6-56-16,-9 6-255 0,4-4-676 0,5-2 299 15</inkml:trace>
  <inkml:trace contextRef="#ctx0" brushRef="#br0" timeOffset="198762.73">12672 10730 184 0,'0'0'302'0,"-4"-10"-28"15,4 10-25-15,-2-7-23 0,2 7-27 0,-3-8-18 16,3 8-23-16,0 0-34 0,0 0-42 0,0 0-45 16,0 0-54-16,0 0-73 0,0 0-68 0,0 0-135 15,17 3-315-15,-17-3 140 0</inkml:trace>
  <inkml:trace contextRef="#ctx0" brushRef="#br0" timeOffset="199265.59">13468 10830 208 0,'0'-9'266'0,"0"9"-11"16,-3-14-8-16,3 7-14 0,0 7-12 16,-2-9-25-16,2 9-18 0,4-8-11 0,-4 8-27 0,0 0-19 15,0 0-8-15,0 0 5 0,0 0 17 0,0 0-13 16,1 31 4-16,-1-12-2 0,-1 10-12 0,-3 0 8 16,2 6-25-16,-2-2-5 0,1-3-11 15,1 4-7-15,0 1-9 0,2-3-4 0,0-3-6 0,-2 2-5 16,4-4 0-16,0 0-14 0,-4-2-8 0,4-6-35 15,-4-2-25-15,2-4-27 0,0 3-37 0,0 0-33 16,-2-5-42-16,2 0-29 0,0-4-27 16,0 0-17-16,-2 1-10 0,2-8-149 0,-6 5-439 0,6-5 194 15</inkml:trace>
  <inkml:trace contextRef="#ctx0" brushRef="#br0" timeOffset="200266.08">13430 11103 53 0,'4'-8'148'0,"0"0"-3"0,2-1-6 16,4 0-7-16,-1-1-17 0,5-2-11 0,-1 2-7 16,0-4-9-16,1 2-3 0,1 2 2 0,-1-5-2 15,-5 7-3-15,0-2 2 0,-1 2-4 0,2-6-1 16,-3 5 2-16,2-1 2 0,-2 0 0 0,-3 0-2 16,1 0-4-16,-3 0-3 0,2-2-2 0,-2 2-8 15,-2-1 0-15,0 0-1 0,0 11-3 0,-2-15-2 16,2 8-6-16,0 7-2 0,0-12-5 0,0 12-5 15,0-8-4-15,0 8-8 0,0 0-6 0,0 0-2 16,0 0 3-16,0 0 1 0,0 0 8 0,0 0 7 0,0 0-6 16,7 40-4-16,-7-21 0 0,-3 7 0 0,2 0-5 15,0-1 0-15,-1-6-5 0,2 7-2 16,3-3 0-16,-6-3 2 0,5-2-7 0,-4-2 1 16,0-2 16-16,2-2-2 0,0-2-1 0,2 2-1 0,0-5-5 15,-2 0 3-15,0-7 2 0,1 11-6 0,-1-11-1 16,0 7 6-16,0-7-5 0,0 0-1 15,0 0 0-15,0 0-5 0,0 0-3 0,0 0 1 16,0 0-8-16,0 0 1 0,0 0-3 0,18-10 1 16,-18 10 0-16,9-6-4 0,-3 5 0 0,-6 1-2 0,12-3 3 15,-12 3-1-15,15 3 0 0,-7-2-1 0,2 2 0 16,-1 3 6-16,3-3-3 0,-1 2 2 0,0 0-4 16,1 0 1-16,-1-2 2 0,2 2-1 15,1-4 4-15,-1 2-1 0,5-3-2 0,-3 0 1 0,6 0-1 16,-3-2 6-16,-1-3-5 0,0 1 1 0,-4-2-1 15,3 0 1-15,-7 0 0 0,4-1 0 0,-3 0-1 16,0 1 4-16,-3-2-2 0,3-2 3 0,-2 1 1 16,1 0 1-16,-2-1-6 0,-5 1-1 15,3-3 4-15,-3 2-2 0,-2 0-1 0,0-1 5 0,0 1-2 16,0 1 7-16,-2 0 15 0,-3 3-2 0,2 0 5 16,3 6 2-16,-10-10-1 0,5 7-2 0,5 3-4 15,-9-4-2-15,9 4 7 0,-14 4-11 0,4 1-3 16,3 5 1-16,-3-1-1 0,2 6-3 0,1 2-3 15,3-2 3-15,-4 1-6 0,6-1 12 0,2 2-3 16,2-1-11-16,1-4-2 0,0-2 6 0,1 3-6 16,3-4 4-16,4 1 4 0,-2-2 10 0,2 0 2 15,0-2 10-15,0-2-3 0,1 0 2 0,1-2-3 16,1 1-3-16,-1-3-1 0,-1-1-22 0,3-1 15 16,-3 0 3-16,0-2-10 0,-1-1 8 0,-1 0 7 15,-1-3-11-15,2 2-6 0,-1-2 3 0,-4-2-2 16,3-1-7-16,-5 1-1 0,6 0-7 0,-4 0-5 15,1-6-6-15,-3 5-1 0,2 0-4 0,0 0 7 16,-1 2-3-16,-2 1 0 0,0 3 1 0,-1 0 1 16,-2 5-1-16,5-8-5 0,-5 8 3 0,0 0 3 15,0 0 3-15,0 0 0 0,17 12 0 0,-12-4 2 16,-3 2 2-16,1 0 2 0,1 1 0 0,0 1-5 16,0-3 9-16,-1 3 1 0,6-3 6 0,-2 1 7 15,1-2 4-15,2 0 3 0,-1-2 6 0,0-1-3 16,5-2 4-16,-2 0-4 0,5-2 1 0,1-2-1 15,0-2-5-15,-5 1-2 0,-3-2-2 0,1 0-1 16,1-3 0-16,-2 3 5 0,-1-4-5 0,1 1-1 16,-3-1 1-16,0-1-4 0,0 0 1 0,-2-1-15 15,-3-3 17-15,2 2-1 0,-2 0 2 0,-4-5-10 16,0 4 0-16,0 0 6 0,1 0-6 0,-3 3 5 16,0-1-15-16,2 4-15 0,-2 0 27 0,4 6-10 15,-10-8 0-15,6 6 3 0,4 2 8 0,0 0-4 16,-21 10 2-16,10-1-4 0,6 2 1 0,-5 2 0 15,3 2 3-15,0 2-8 0,3-2-13 0,1-3-22 16,1 4-43-16,0 0-46 0,4-1-42 0,-2-3-36 16,2 1-45-16,5-2-50 0,-1-2-256 0,2 3-604 15,2-4 267-15</inkml:trace>
  <inkml:trace contextRef="#ctx0" brushRef="#br0" timeOffset="200549.63">15045 10839 51 0,'6'-3'288'0,"-6"3"-16"0,12-1-8 15,-6-1-11-15,-6 2-17 0,12 6-14 0,-4-2-3 16,-1 3-11-16,1 2-7 0,1 3-9 0,-3 2-9 15,5 0-9-15,-3 4-20 0,-5 0-2 0,1 7-15 16,-3-1-10-16,-1 2-10 0,-1 3-14 0,-2-5-7 16,-3 1-14-16,-3 1-29 0,-3-1-28 0,-2 0-25 15,0-2-46-15,-4 0-35 0,-2 2-28 0,-2-2-53 16,-3 0-72-16,-1-3-42 0,-2 1-208 0,-4 0-524 16,-10 4 232-16</inkml:trace>
  <inkml:trace contextRef="#ctx0" brushRef="#br0" timeOffset="201149.27">9480 10427 78 0,'-12'1'197'15,"-1"6"-4"-15,-2 3-2 0,-7 7-8 0,3 8-11 16,-1 4-7-16,-6 13-8 0,4 7-10 0,2 4-7 16,5 4-9-16,1 1-16 0,5 0-11 0,4-1-8 15,7-1-14-15,3 1 13 0,4-2-12 0,7-2-8 16,1-4-4-16,4-2-7 0,3-1-10 0,8-2-20 15,-3-2-23-15,6-3-21 0,5 1-34 0,0-1-32 16,1-1-39-16,8-1-36 0,-3 2-33 0,2-2-159 16,-1-2-373-16,2-3 165 0</inkml:trace>
  <inkml:trace contextRef="#ctx0" brushRef="#br0" timeOffset="201333.23">10530 11868 3584 0,'3'5'166'0,"1"-3"-24"0,-4-2-62 16,4 7-64-16,-4-7-1 0,11 5-4 0,2-1-5 15,6-1-3-15,10 1-3 0,7-2-20 0,15-2-16 16,9 0-42-16,2-2-30 0,4 1-38 0,30-5-27 16,-4 2-15-16,-27 2-16 0,35-6 8 0,-3-4-9 15,0 0 1-15,-7-2 2 0,6 1-6 0,-8-2 4 16,-23 7-105-16,23-9-334 0,-24 6 147 0</inkml:trace>
  <inkml:trace contextRef="#ctx0" brushRef="#br0" timeOffset="201416.68">12094 11743 782 0,'60'-11'-46'0,"-11"2"29"16,-13 3 16-16,-7 0 15 0,-8 2 0 0,-8 4 4 16,3-2 8-16,-7 0 0 0,3 2 4 0,-6 0-1 15,-6 0 0-15,11 1 0 0,-11-1-8 0,0 0-25 16,4 3-34-16,-4-3-47 0,0 0-54 0,-24 7-148 16,2-5 66-16</inkml:trace>
  <inkml:trace contextRef="#ctx0" brushRef="#br0" timeOffset="-139081.06">12462 9940 15 0,'0'0'85'0,"0"0"2"0,0 0 7 0,0 0-4 16,0 0-5-16,-7-5-1 0,7 5 3 15,0 0-16-15,0 0 2 0,0 0-2 0,0 0-1 16,0 0-10-16,-7-4-5 0,7 4 5 0,-7-3-28 0,7 3 21 15,0 0-11-15,-9-4-2 0,9 4 2 0,-9-2-8 16,9 2-4-16,0 0 0 0,-13-1-5 0,13 1 1 16,0 0 5-16,-11 0-7 0,11 0-3 15,-12-2 2-15,12 2-8 0,-13 0 2 0,3 0 5 0,10 0-12 16,-17 2-2-16,7-4 0 0,-1 4-3 0,3 0 3 16,-1-1-3-16,-1 1-1 0,4 0-13 0,6-2 20 15,-13 0-8-15,13 0 8 0,-12 3-5 0,12-3 2 16,-9 1-1-16,9-1 3 0,-6 0 3 0,6 0 2 15,0 0 4-15,0 0-3 0,-9 1 2 0,9-1-1 16,0 0-5-16,0 0-1 0,0 0 3 0,0 0 0 16,0 0-2-16,0 0-4 0,-11 0-2 0,11 0-1 15,0 0 4-15,0 0-1 0,0 0-5 0,0 0 2 16,0 0 5-16,0 0-2 0,0 0 3 0,0 0 6 16,0 0 0-16,17 16 4 0,-10-15 4 0,2 1 7 15,2 1 2-15,3 0 2 0,4-2-2 0,0-1 3 0,5-4-1 16,-1 6 1-16,8-1 0 0,-1-2-4 15,2-1 1-15,-4 1-1 0,-1 0-1 0,3 1-4 16,1 1 4-16,-1 0-2 0,2-3-6 0,-4 1 5 16,2 0-3-16,-1 0 0 0,3 2-3 0,-2 0 1 15,3-3-1-15,-1 3-1 0,-2 0-4 0,-1-2 2 16,1 2-1-16,-8 1-5 0,2-1-3 0,4-1 4 16,-4 4-6-16,4-2 8 0,-7-1-4 0,7-2-2 15,2 5 2-15,-2-1 4 0,-4 0-3 0,-1-3 2 0,5 3-2 16,-3-3 2-16,-3 0 4 0,-1 0-4 15,2 2-4-15,-1 0 10 0,0-1-8 0,-4-1-5 16,3 0-2-16,-4 2 1 0,4-2 1 0,-5 2-2 16,-1 2-4-16,-1-3 8 0,4-1-8 0,-4 2 6 0,1 1-1 15,-3 0-1-15,5-2-5 0,1 3 6 0,-3-1 5 16,2-2 1-16,-2 1 1 0,-1 0 1 16,7-1 0-16,-2-1 6 0,-2 0-3 0,3-1-2 15,0 1-3-15,-4 0 3 0,1-2-5 0,2 2 0 0,0-3 1 16,-4 2-3-16,3-1 2 0,-3 2-4 0,-1-2-3 15,3 2 5-15,-3 0-3 0,-2-4-2 0,1 4 2 16,-3-1-3-16,2-2 1 0,1 3 3 16,-12 0-7-16,13-1 4 0,-7 1-1 0,4-2-3 0,-10 2 2 15,13 2-2-15,-13-2 4 0,11-3-7 0,-11 3 1 16,12 0 2-16,-6-2-1 0,-6 2 5 0,11 0-3 16,-11 0 3-16,12 0-2 0,-12 0 3 0,11 0 0 15,-11 0-2-15,9-2-2 0,-9 2 3 0,0 0-2 16,12 0 0-16,-12 0 3 0,0 0-5 0,0 0-1 15,8-1 6-15,-8 1-2 0,0 0 1 0,0 0-2 16,0 0-2-16,7 3 1 0,-7-3-3 0,0 0-6 16,0 0-13-16,0 0-19 0,0 0-19 0,0 0-22 15,0 0-30-15,0 0-29 0,0 0-44 0,0 0-47 16,0 0-208-16,0 0-473 0,0 0 211 0</inkml:trace>
  <inkml:trace contextRef="#ctx0" brushRef="#br0" timeOffset="-113246.25">24745 6639 8 0,'0'0'9'16,"0"0"2"-16,0 0-5 0,0 0-2 0,-5-5 0 16,5 5 5-16,0 0-2 0,0 0-4 0,0 0-1 15,0 0 1-15,0 0 1 0,0 0 0 0,0 0 0 16,0 0 3-16,0 0-4 0,0 0-4 0,0 0 1 16,0 0 0-16,0 0-6 0,0 0 4 0,0 0 1 15,0 0-5-15,0 0 4 0,0 0 1 0,0 0-3 16,0 0 6-16,0 0-1 0,-6-2-2 0,6 2-2 15,0 0-1-15,0 0 0 0,0 0 3 0,0 0 3 16,0 0-5-16,0 0 0 0,0 0 2 0,0 0-2 16,0 0-6-16,0 0-8 0,0 0 5 0</inkml:trace>
  <inkml:trace contextRef="#ctx0" brushRef="#br0" timeOffset="-66912.91">4898 12021 105 0,'-9'22'161'0,"3"-3"-10"0,-4 5-11 0,-1 1-12 15,2-1-8-15,1-6-6 0,1-3-11 16,2 3-5-16,-2-3-6 0,4-2-6 0,-1-2-3 16,0 4-8-16,2-4-3 0,0-1-4 0,0-2-1 15,0-1-4-15,0-2 1 0,2-5 5 0,-3 8 6 0,3-8 12 16,0 0 8-16,-2 10 12 0,2-10 10 15,0 0-7-15,0 0-3 0,0 0-10 0,0 0-11 16,0 0-11-16,0 0-5 0,0-26-8 0,2 7-5 16,1 1-6-16,3-10-4 0,-1 2-8 0,3-2-2 15,-2 0-6-15,-2-2-4 0,4 3-2 0,-2-1-6 0,3 1 0 16,-2-2-4-16,0 2-2 0,1 2-2 16,-1 7-1-16,0 3 5 0,-3 2-8 0,1 3 1 0,0 1-7 15,-2 3 2-15,-2 2-1 0,-1 4-4 16,9-8-2-16,-3 7 3 0,-6 1-2 0,12 5 0 15,0 3 2-15,-1 5-2 0,0 1 1 0,6 6-2 0,-4 3 4 16,1 2 8-16,0 0-4 0,-3 0 5 0,-1 1-2 16,3-5-1-16,-1 3 2 0,-2 3-7 15,-1-3 7-15,1-2 0 0,-3-6-7 0,-1-1 3 16,0 4-1-16,2-2-1 0,-4-2 0 0,1 1 4 16,-3-4-1-16,1-2-2 0,0 0-16 0,-2 0-28 0,0-3-33 15,2 2-38-15,-3-3-39 0,0-6-47 0,-3 8-41 16,3-8-198-16,-5 6-472 0,5-6 209 0</inkml:trace>
  <inkml:trace contextRef="#ctx0" brushRef="#br0" timeOffset="-66730.58">4927 12167 163 0,'-9'-4'207'0,"9"4"-15"15,0 0-10-15,-5-3-16 0,5 3-6 0,0 0-20 16,0 0-9-16,0 0-11 0,0 0-13 0,20-14-9 15,-6 11-8-15,2-3-12 0,6 2-8 0,5-2-15 0,-7 2-23 16,8 0-31-16,1-1-25 0,1 2-33 16,-2 0-27-16,0 2-28 0,2-1-17 0,-2 0-12 15,3-3-101-15,-3 2-260 0,-8-2 116 0</inkml:trace>
  <inkml:trace contextRef="#ctx0" brushRef="#br0" timeOffset="-66527.13">5431 12064 43 0,'6'-4'69'0,"2"2"23"0,-8 2 5 15,8-4 8-15,-8 4 12 0,4-4 10 0,-4 4 13 16,0 0 7-16,0 0 4 0,0 0 1 0,0 0-7 15,0 0-3-15,0 0-11 0,0 0-9 16,0 0-13-16,0 0-8 0,0 0-6 0,0 0 1 16,0 0 5-16,0 0 13 0,-8 32-2 0,7-19-5 0,-1 5-13 15,1 2 1-15,-2 7-13 0,2-1-12 0,0 3-7 16,-2-1-7-16,1 0-3 0,-1-2-4 16,1 1-6-16,1-1-3 0,-2-7-6 0,0 0-17 15,2-2-18-15,-3 1-21 0,3-2-26 0,1-5-30 16,-1 1-32-16,-1-2-34 0,0 0-33 0,2-5-34 0,0-5-21 15,-2 11-150-15,2-11-413 0,0 0 183 0</inkml:trace>
  <inkml:trace contextRef="#ctx0" brushRef="#br0" timeOffset="-66280.64">5439 12050 118 0,'11'-14'151'16,"1"4"-5"-16,-1 1 3 0,-2 3-21 0,1 2-11 15,2 0-7-15,-2 1 5 0,2 1-2 0,-2 3-3 16,0 0 11-16,0 3-4 0,0 1 1 0,-3 0 2 16,1 4-7-16,-5 1-3 0,1 0 7 15,-1 0-11-15,-6 3-5 0,1 3-8 0,-5 0-9 16,2-2-14-16,-4 0-4 0,0 1-6 0,0-1-7 16,0-1-25-16,-2-3-22 0,-1 1-29 0,5-2-28 15,-2-2-34-15,-1-1-40 0,2 1-38 0,3-4-47 16,0 1-138-16,5-4-376 0,0 0 167 0</inkml:trace>
  <inkml:trace contextRef="#ctx0" brushRef="#br0" timeOffset="-66080.42">5684 12071 38 0,'8'-3'203'0,"-8"3"-3"0,0 0-5 0,7-2-1 15,-7 2-5-15,0 0-7 0,3 11-12 0,-3-11-10 16,4 16-8-16,-4-4-7 0,0 1-12 0,1 4-13 15,0 1-10-15,1 7-3 0,-4 0-16 0,2-1-9 0,-1 0-10 16,0-4-2-16,1-1-11 0,0-1-3 16,-1 0-11-16,-2-1-22 0,3 2-27 0,-1-4-29 15,-1 1-37-15,0-1-30 0,-1-4-33 0,2 0-26 16,0-2-33-16,-1-2-160 0,0-2-379 0,2-5 168 16</inkml:trace>
  <inkml:trace contextRef="#ctx0" brushRef="#br0" timeOffset="-65847.08">5708 12041 38 0,'9'-9'147'0,"-1"0"3"0,-3 4-6 16,4 0 8-16,1 3-4 0,0-1 5 0,0 3-14 16,2 1-5-16,-5 3 2 0,3 0-2 0,-1 3 1 15,-3-1-5-15,-1 3-4 0,0-1 0 0,-1 2-6 16,-2-1-4-16,-2 3 1 0,0 1-9 0,-3 3-5 15,-1-4-13-15,-2 4-6 0,-2-1 0 0,-2 0-23 16,0 1-23-16,-2 1-18 0,-3-4-42 0,2-2-32 16,-1-1-35-16,0 1-31 0,5-4-51 0,3-3-59 15,-5 0-145-15,11-4-405 0,-10 1 179 0</inkml:trace>
  <inkml:trace contextRef="#ctx0" brushRef="#br0" timeOffset="-65630.44">5960 11818 226 0,'3'-6'243'16,"-3"6"0"-16,2-8-7 0,-2 8-16 0,0 0-11 15,5-7-21-15,-5 7-11 0,0 0-2 0,0 0-3 16,9 17-6-16,-7-5-7 0,0 8-18 0,1 5-7 16,-2 0-8-16,3 0-16 0,-7 4-3 0,2-3-11 15,0 2-8-15,-1-2-11 0,0 2-4 0,1-1-25 16,-2-7-27-16,2 6-28 0,-2-6-31 0,1 4-44 15,2-4-48-15,0-2-47 0,0-1-44 0,2-3-42 16,-2-2-157-16,0-12-454 0,1 15 200 0</inkml:trace>
  <inkml:trace contextRef="#ctx0" brushRef="#br0" timeOffset="-65147.45">6067 12075 79 0,'0'0'209'0,"0"0"-19"0,3-7-4 0,-3 7-1 15,0 0 1-15,0 0-3 0,0 0-13 0,0 0-14 16,15 11-13-16,-10-4-11 0,1 1-12 0,-1-1-8 16,1 2-12-16,2-2-12 0,-2 0-6 0,2-1-7 15,-2-3-8-15,1 0 0 0,0 2-2 0,0-3-2 16,0-1 4-16,-7-1 1 0,16 2-6 0,-6-4-1 16,-10 2-1-16,14-3-6 0,-6 1-1 0,-3-2-1 15,1-1-5-15,-2 1-5 0,-4 4-7 0,8-11 0 16,-7 7 0-16,4 0-7 0,-5 4-1 0,4-9-4 15,-4 9-4-15,4-7-1 0,-4 7-7 0,0 0-1 16,2-4-9-16,-2 4 7 0,0 0 3 0,0 0 2 16,9 16 2-16,-5-2 6 0,1 4-2 0,-2 7 1 15,2 6 0-15,-1 1 11 0,-1 2-12 0,3 12-3 16,-4-12 6-16,2 16-4 0,1-5 5 0,-1-10-7 16,-3-1 2-16,0 2-4 0,1-1 5 0,-2-2 1 15,1-2 3-15,-2 2-5 0,-4-4 0 0,1-3 14 16,-5-1-17-16,1-7 5 0,-1-1 1 0,-2-1-4 15,-2-2-1-15,-2-3-5 0,-1-2 9 0,-2-3-4 16,0-2 0-16,-1-2-5 0,1-3 2 0,-1-3-8 16,0-1 5-16,1-4-6 0,3-5 3 0,-4-7-7 15,2-3-6-15,7-1-1 0,2-5-1 0,6-1-3 16,2-2 1-16,6-2 3 0,6-11-4 0,0 14 2 16,5 0-4-16,2 0-4 0,2 3-8 0,2 1-9 15,2 1-19-15,2 1-29 0,0 5-35 0,-2-1-28 16,4 6-38-16,0 0-48 0,0 1-45 0,-2 5-201 15,-1-1-515-15,2 0 228 0</inkml:trace>
  <inkml:trace contextRef="#ctx0" brushRef="#br0" timeOffset="-64763.56">7100 11832 138 0,'3'-9'223'16,"-3"9"-12"-16,1-6-16 0,-1 6-8 0,0 0-4 15,0 0 9-15,0 0-1 0,1 26 3 0,-1-10-14 16,0 9-11-16,0 2-12 0,-1-1-16 0,0 1-16 16,1 4-7-16,-2-2-9 0,4-1-16 0,-2-1-3 15,0 5-13-15,1-7-4 0,-1 1-11 0,0 1-6 16,-1-1-8-16,-1-8-22 0,-1 0-35 0,1 2-34 15,0-4-55-15,-1 1-60 0,1-3-52 0,-2 1-244 16,0-3-491-16,0-2 218 0</inkml:trace>
  <inkml:trace contextRef="#ctx0" brushRef="#br0" timeOffset="-64447.04">7282 11939 19 0,'3'-6'199'0,"-3"6"-4"0,0 0 1 16,0 0-10-16,0 0-15 0,-16 17-15 0,8-9-10 16,-3 3-17-16,0 3-11 0,-1 0-14 0,-2 2-8 15,-1-3-9-15,2 1-11 0,1-2-10 0,3-2-3 16,0-1-7-16,3-2-5 0,-1-3-5 0,3 1 0 16,1-2-3-16,3-3 12 0,-8 8 11 0,8-8 11 15,-5 2 14-15,5-2 6 0,-4 5-6 0,4-5-5 16,0 0-12-16,0 0-7 0,0 0-8 0,0 0-5 15,0 0-6-15,0 0-10 0,0 0-6 0,0 0-3 16,0 0-6-16,0 0-2 0,0 0-2 0,22 9 0 16,-12-2 0-16,-1-2-16 0,6 4-6 0,-1 0-22 15,2 1-26-15,-2 1-43 0,2 1-51 0,-2-3-53 16,4 3-44-16,-4-2-185 0,3 0-462 0,-6-3 204 16</inkml:trace>
  <inkml:trace contextRef="#ctx0" brushRef="#br0" timeOffset="-64147.09">7426 11972 202 0,'-3'-7'268'0,"3"7"-7"16,0-9-19-16,0 9-24 0,0 0-24 0,-1-9-21 16,1 9-18-16,0 0-13 0,0 0-4 0,0 0-4 15,13 26-12-15,-7-11-15 0,1 5-13 0,0 5-2 16,1 0-7-16,0-6-11 0,1 5-5 0,1-2-3 15,-2-4-5-15,-1-4-8 0,0 0-4 0,0 1-6 16,0-5-3-16,0 0-6 0,-2 0-2 0,2-2 0 16,-2-3-3-16,-1 0 7 0,-4-5 17 0,10 4 6 15,-10-4 7-15,12-4 7 0,-12 4-3 0,12-12-4 16,-3 5-5-16,-2-5-9 0,3-3-4 0,0-4 0 16,0 2-9-16,1-7-9 0,-1-2-4 0,-1 1-22 15,-2 0-19-15,0 1-19 0,-2 5-24 0,1 2-33 16,-2 2-33-16,-3-2-35 0,2 6-33 0,-2 3-40 15,2-1-33-15,-3 9-197 0,1-9-500 0,-1 9 221 16</inkml:trace>
  <inkml:trace contextRef="#ctx0" brushRef="#br0" timeOffset="-63847.57">7891 11897 28 0,'0'0'242'16,"4"-5"10"-16,-4 5 1 0,0 0-3 0,5-5-14 15,-5 5-24-15,0 0-18 0,0 0-17 0,0 0 3 16,0 0 3-16,8 16-4 0,-7-2-14 0,-1 2-9 16,1 4-10-16,-1 3-8 0,0 5-6 0,2-2-12 15,-4-2-11-15,4 4-3 0,-2-3-3 0,-2-2-24 16,4-7-5-16,-2 0 1 0,0-3-8 0,0 3 4 16,0 0-17-16,0-4 9 0,1-1-5 0,-1-2-7 15,1-2-1-15,0 1 0 0,-1-8-14 0,2 10 0 16,0-5 0-16,-2-5-6 0,5 7-4 0,-5-7 4 15,8 7-12-15,-8-7 5 0,10 4 2 0,-3-5-15 16,0 2-19-16,5-1-12 0,1-2-12 0,4-2-30 16,0 1-37-16,4-2-38 0,-2-2-50 0,0 0-38 15,10-3-59-15,-3 1-38 0,-6 4-201 0,6-4-565 16,-6 2 250-16</inkml:trace>
  <inkml:trace contextRef="#ctx0" brushRef="#br0" timeOffset="-63693.9">8442 12111 96 0,'0'0'261'0,"0"0"-25"0,0 0-26 0,0 0-20 16,0 0-26-16,0 0-40 0,0 0-57 0,0 0-75 16,0 0-73-16,0 0-130 0,0 0-226 0,0 0 100 15</inkml:trace>
  <inkml:trace contextRef="#ctx0" brushRef="#br0" timeOffset="-61776.01">8350 12991 227 0,'-4'-12'243'0,"0"1"5"0,2-2-4 0,-2 3-2 16,1 1-5-16,0 3-6 0,3 6-11 15,-3-12-15-15,2 8-14 0,1 4-15 0,-1-10-22 16,1 10-14-16,0 0-19 0,-3-7-13 0,3 7-11 0,0 0 2 15,0 0-13-15,0 0-5 0,0 0-5 0,14 29 0 16,-10-18-13-16,5 14-3 0,0-1-7 0,-1 1-6 16,0 1-2-16,1-1-6 0,3-1-5 15,-6-6-6-15,0 0 9 0,1-1-30 0,-1-1 17 0,1 0-1 16,0-2-8-16,-3-5 5 0,3 1-6 0,-5-3-1 16,2-1 0-16,0-1 4 0,-4-5 1 0,4 8 9 15,-4-8-21-15,2 6 10 0,-2-6 28 0,0 0 16 16,4 4 2-16,-4-4-9 0,0 0-3 15,0 0-6-15,9-22-6 0,-4 4 0 0,6-7-10 0,-1-1-28 16,0-3 32-16,0-1-11 0,0 0 0 0,0 0-10 16,3-2-4-16,-4 3 9 0,1 3-25 0,3-3 4 15,-3 7 4-15,-2 6 0 0,-2 6-9 0,-1-1-12 16,-1 2-16-16,-2 3-53 0,0 0-23 0,1 2-24 16,-3 4-43-16,0 0-8 0,0 0-4 0,0 0-20 15,0 0-20-15,9 14-13 0,-8 1-12 0,-1-2-4 16,3 6-145-16,-1-1-442 0,3-1 196 0</inkml:trace>
  <inkml:trace contextRef="#ctx0" brushRef="#br0" timeOffset="-61530.53">8903 13018 12 0,'0'0'227'0,"0"0"-5"0,0 0-5 16,-7-10-9-16,7 10-5 0,-12 1-11 15,12-1-9-15,-15 2-8 0,5 2-4 0,-2 4-10 16,2-1-3-16,-5 3-17 0,2 3-8 0,1 2-5 0,0 1-5 16,-1 0-6-16,5-1-16 0,-2 3-7 0,2-1-9 15,2-1-8-15,2-1-7 0,1 2-7 0,0-4-10 16,1-2-3-16,2 0-5 0,5 3 0 0,-2-4-5 16,2 1-4-16,4 2-13 0,-3-3-17 15,6-1-9-15,1 2-20 0,3-1-27 0,0-4-38 0,1-2-47 16,3-2-44-16,8-2-42 0,-1-2-24 0,1-3-192 15,-1-2-471-15,-1-4 209 0</inkml:trace>
  <inkml:trace contextRef="#ctx0" brushRef="#br0" timeOffset="-61280.82">9219 13046 110 0,'-10'-2'240'0,"10"2"0"16,0 0 2-16,-28 13-5 0,16-8-8 15,-3 4-8-15,-1 1-3 0,3 3-8 0,-6 6-14 0,4 1-5 16,1 3-3-16,1-6-17 0,-1 4-19 16,7-3-18-16,-3 0-7 0,4 1-16 0,1-2-6 15,1-1-12-15,3 2-9 0,1-1-8 0,0-1-8 0,1-3-3 16,2-1-17-16,2-3-9 0,0 3-7 0,4-4-13 16,0 1-16-16,3-4-30 0,5 3-33 0,0-6-34 15,2 2-39-15,3-2-46 0,5-5-44 16,2 0-31-16,4-5-29 0,-4 1-150 0,1-4-469 15,3-1 208-15</inkml:trace>
  <inkml:trace contextRef="#ctx0" brushRef="#br0" timeOffset="-61062.91">9703 13118 85 0,'0'0'289'16,"0"0"5"-16,0 0 0 0,-16-7-4 0,16 7-10 15,0 0-25-15,0 0-12 0,0 0-21 0,0 0-11 16,0 0-17-16,0 0-9 0,0 0-9 0,0 0-22 16,0 0-7-16,0 0-13 0,0 0-15 0,23 0-14 15,-9 0-6-15,-1-2-4 0,6 0-21 0,0 0-16 16,1-2-42-16,-1 3-40 0,-2-1-49 0,-3-1-60 16,-14 3-69-16,23-3-74 0,-11 5-42 0,-12-2-182 15,0 0-539-15,16 1 238 0</inkml:trace>
  <inkml:trace contextRef="#ctx0" brushRef="#br0" timeOffset="-60862.37">9772 13228 1 0,'-3'3'300'0,"3"-3"-5"16,-9 5 12-16,9-5 12 0,0 0 16 0,0 0-22 16,-9 5-14-16,9-5-25 0,0 0-24 0,-5 2-21 15,5-2-21-15,0 0-19 0,0 0-18 0,0 0-15 16,0 0-13-16,0 0-24 0,0 0-41 0,33 2-32 15,-33-2-47-15,24-5-48 0,-5 1-55 0,-6 1-57 16,2 3-71-16,2-6-64 0,1 3-236 0,1 1-576 16,-1-2 255-16</inkml:trace>
  <inkml:trace contextRef="#ctx0" brushRef="#br0" timeOffset="-58579.26">10686 12851 59 0,'0'0'198'0,"0"0"-3"0,0 0-3 0,0 0-6 15,0 0-8-15,7 5-7 0,-7-5-11 0,0 0-13 16,14 2-11-16,-4-3-7 0,0 2-10 15,5-1-6-15,2-1-5 0,2 2-18 0,3-2-10 16,-4 0-4-16,1 1-9 0,-1 0-7 0,1 0-6 0,-1 0-10 16,-3 0-27-16,-1 0-26 0,-3 0-39 0,0 1-45 15,-1-1-38-15,-10 0-33 0,14-1-29 0,-14 1-131 16,9 1-350-16,-9-1 154 0</inkml:trace>
  <inkml:trace contextRef="#ctx0" brushRef="#br0" timeOffset="-58213.76">10796 12868 104 0,'-6'4'152'0,"6"-4"22"0,-4 9 5 15,3 0-6-15,-1 1 10 0,2 2-8 0,-1 4-8 16,0 3 4-16,1 0-6 0,0 0-8 0,2 0-12 16,0 1-13-16,-1-1-11 0,3 0-10 0,-2 1-6 15,2 5-5-15,-3-7-5 0,3 0-10 0,-1-3-8 16,-2-2-5-16,0-2-7 0,1 1-6 0,-1-2-5 15,0 0-7-15,-1-3-6 0,1-1-2 16,-1-6-3-16,0 10 0 0,0-10-7 0,0 10-4 0,0-10-2 16,-3 10-18-16,-3-5-2 0,1-1 0 0,-4-1-2 15,0 1-3-15,-2 0 0 0,0-2 1 0,-1 2-1 16,-1-1 0-16,3 0-1 0,2-2 0 0,1 0 5 16,-1 2-2-16,8-3-2 0,-13 1 6 0,13-1 3 15,-9 1-9-15,9-1-4 0,-7 2 7 0,7-2-7 16,0 0-2-16,0 0 7 0,0 0 3 0,0 0 1 15,0 0 2-15,0 0 4 0,0 0-2 0,0 0 0 16,23 11 0-16,-12-9 3 0,2-1-4 0,1 0-1 16,6 0-15-16,1-3-19 0,-1 1-26 0,10-2-26 15,-3 0-28-15,2-1-43 0,0-2-45 16,2 1-35-16,-2 0-182 0,-1-3-447 0,3 0 198 0</inkml:trace>
  <inkml:trace contextRef="#ctx0" brushRef="#br0" timeOffset="-57997.06">11231 13176 50 0,'0'0'223'0,"-7"-12"4"16,7 12-1-16,-7-3 4 0,7 3-4 0,-11-5-7 0,5 4-13 15,6 1-6-15,-17 2-6 0,7 2-5 0,0 1-5 16,1 1-8-16,-3 1-9 0,-2 4-10 0,4-1-9 16,0 4-7-16,1-4-19 0,0 3-10 0,3-1-17 15,2 3-13-15,0 0-2 0,-1-4-5 16,5 2-13-16,0-2-4 0,5 0-14 0,-4-2-15 15,4 3-24-15,2-4-20 0,2 1-25 0,2-3-37 0,-1-2-44 16,3-1-53-16,5 0-60 0,2-3-53 0,0-4-210 16,1 0-538-16,6-5 238 0</inkml:trace>
  <inkml:trace contextRef="#ctx0" brushRef="#br0" timeOffset="-57778.58">11404 13105 84 0,'-1'-10'234'16,"1"10"-2"-16,0 0 0 0,3-6-1 0,-3 6-11 16,0 0-10-16,12-3-19 0,-4 2-15 0,3 1-17 15,3-3-9-15,1 3-17 0,3-1-12 0,0-1-13 16,2 2 1-16,1-4-16 0,-2 4-14 0,2-3-23 0,-3 2-22 16,2-1-29-16,-3 0-33 0,-4 2-34 15,0-1-32-15,-2-2-40 0,-11 3-18 0,18-1-22 16,-11-2-14-16,-7 3-13 0,11-5-103 0,-11 5-330 15,5-6 146-15</inkml:trace>
  <inkml:trace contextRef="#ctx0" brushRef="#br0" timeOffset="-57580.55">11715 13023 151 0,'-6'-12'46'16,"6"12"21"-16,-9-13 6 0,5 8 6 0,-3-1 13 0,7 6 17 15,-11-10 23-15,7 6 3 0,-1 0 14 0,5 4 8 16,-8-5-2-16,8 5-1 0,-7-4-12 16,7 4-9-16,0 0-7 0,0 0 10 0,0 0 17 15,-13 9 5-15,13-9 0 0,-4 20 6 0,2-8-8 16,0 6-5-16,-2-3 3 0,2 4 1 0,-1 0-11 15,2-1-14-15,0 1-13 0,0-1-9 0,-1 0-12 16,2 1-13-16,0-1-7 0,0-1-9 0,0 0-8 16,0-5-28-16,0 0-43 0,0-2-43 0,0 0-45 15,3-1-49-15,-2-1-46 0,-1-8-50 0,5 11-44 16,-2-6-237-16,-3-5-568 0,10 3 251 0</inkml:trace>
  <inkml:trace contextRef="#ctx0" brushRef="#br0" timeOffset="-56864.13">11846 12908 132 0,'0'0'208'16,"18"-3"-16"-16,-6 1-5 0,1 0-18 0,3-1-13 15,2-1-16-15,2 1-7 0,-3-2-18 0,0 2-9 16,-2 0-11-16,1 1-8 0,-3-1-5 0,-1-1-10 15,-3-1-6-15,0 3-5 0,0 0-1 0,-9 2 1 16,9-3 13-16,-3 1 5 0,-6 2 10 0,4-3-8 16,-4 3-9-16,0 0-7 0,0 0 5 0,0 0 4 15,0 0-1-15,0 0-2 0,0 0-2 0,0 0 1 16,0 0-12-16,0 0-8 0,0 0-7 0,0 0 1 16,0 0 5-16,0 0 1 0,-14 21 6 0,13-9-1 15,1 1-7-15,0 3 1 0,0 1-1 0,0 0-1 16,0 2 1-16,1 0-2 0,-1 1-4 0,1-3 0 15,2 2-4-15,1-1-1 0,-4-1-10 0,2-1 0 16,0-6-6-16,0 2 0 0,0-3-5 0,1 1 0 16,-1-3 0-16,1-1 2 0,-3 1-3 0,0-7 3 15,2 10-1-15,-2-10-5 0,1 10-4 0,-1-10-16 16,-8 9-4-16,3-4-14 0,1-1-8 0,-2 1-5 16,-3 0-6-16,-1-1-4 0,-2-1 0 0,1-2-7 15,-1 1 1-15,2-2 7 0,-1 0 4 0,11 0 5 16,-16-3 2-16,6 3 3 0,2-2 4 0,8 2 4 15,-11-2 5-15,11 2 3 0,-8 0 10 0,8 0 4 16,0 0 5-16,-10-3 1 0,10 3 1 0,0 0 0 16,0 0 4-16,0 0 1 0,0 0 2 0,0 0 2 15,0 0-1-15,0 0 1 0,37 1-5 0,-24-2-7 16,-3 0-10-16,9-2-14 0,-1 0-23 0,0 0-26 16,2-4-29-16,7 1-28 0,-7 0-28 0,9-3-18 15,-4-2-21-15,0 1 3 0,-5 2 8 0,0-2 3 16,-3 1 13-16,0 2 14 0,-3-3 21 0,-1 0 9 15,-4 3 15-15,1 0 26 0,-4-2 23 0,-2 3 28 16,0-3 27-16,-4 9 27 0,2-14 30 0,1 7 8 16,-3 2 17-16,0 5 16 0,2-8 12 0,-2 8 12 15,0 0 2-15,0-8-5 0,0 8-10 0,0 0-3 16,0 0 7-16,0 0 17 0,0 0 15 0,0 0 4 16,-2 29-16-16,-1-18-5 0,1 5-11 0,0 1-5 15,0 0-7-15,0 0-12 0,0 2-5 0,0-1-10 16,0-1-7-16,1 2-5 0,1-3-9 0,-1-1-19 15,1-2-25-15,0 1-25 0,0-3-38 0,0-2-41 16,1 1-41-16,-1-1-33 0,0-2-35 0,0-7-41 16,3 10-192-16,-3-10-477 0,0 0 212 0</inkml:trace>
  <inkml:trace contextRef="#ctx0" brushRef="#br0" timeOffset="-56463.75">12376 12987 193 0,'5'-5'206'0,"1"-1"0"0,-3 2-3 16,-3 4-12-16,12-4-8 0,-4 4-11 0,-8 0-9 15,13-2-18-15,-4 2-11 0,-9 0-12 0,16 3-10 16,-9-3-9-16,0 2-12 0,0 2-5 0,-7-4-12 16,13 4-6-16,-13-4-6 0,12 9-9 0,-6-6-1 15,-6-3-4-15,7 10-6 0,-3-4-1 0,-4 1-7 16,-4 3-3-16,3-2-2 0,-3 3-6 0,-4 0-7 15,-3 1-5-15,3 3 3 0,-1-2-14 0,3-3-7 16,-2 1 0-16,2 0-7 0,1 0-3 0,1-3-8 16,-1 2-4-16,4-4-1 0,1 1 1 0,0-7-2 15,2 13 4-15,2-7 4 0,0-1 0 0,1 0 4 16,3 1 4-16,0-1-4 0,0 1 8 16,1-3-4-16,1 2 3 0,-1-1 1 0,0 0 6 0,1 1 2 15,-2 0 6-15,-1-2 7 0,-1 3 6 0,0-3 3 16,-4 2 10-16,4-2 13 0,-2 3 14 0,-2 0-5 15,-2-6 4-15,0 13-6 0,0-13-6 0,-6 15 4 16,-2-7-5-16,4-1-5 0,-4 3-3 0,1-3-2 16,-1 2 0-16,-2-2-15 0,-1 0-9 0,-1 0-29 15,1-2-30-15,0 1-43 0,-3 0-51 0,1-3-56 16,-4 0-240-16,4-1-478 0,0-2 211 0</inkml:trace>
  <inkml:trace contextRef="#ctx0" brushRef="#br0" timeOffset="-56213.91">12774 12762 181 0,'18'0'272'16,"4"4"-7"-16,-3 2-9 0,4 4-6 15,-4 4-16-15,2 4-15 0,-2 4-21 0,-3 3-16 0,-3 0-15 16,1 1-17-16,-3 1-12 0,-4 6-15 0,2 0-8 15,-6-2-2-15,-1 1-22 0,-7-2 5 0,-2 0-27 16,-4 0-8-16,0 1-8 0,-7-6-16 0,-5 6-24 16,-1-7-32-16,-13 10-32 0,6-11-40 15,-9 6-56-15,-5 0-44 0,-5-5-44 0,-2 0-191 16,2-2-460-16,-2-1 205 0</inkml:trace>
  <inkml:trace contextRef="#ctx0" brushRef="#br0" timeOffset="-55743.24">10659 12598 232 0,'-9'-4'232'0,"2"2"-9"0,-2 1-8 0,9 1-11 16,-19 6-8-16,7 1-11 0,-2 7-4 0,-4 9-6 15,0 5-2-15,-3 16-4 0,-1 3-9 0,6 6-10 16,-1 3-10-16,4 25-16 0,4-24 3 0,5-1-20 16,3 3-17-16,2 0-9 0,7-1-5 15,1-4-6-15,2-3-12 0,8-1-10 0,-1-4-21 0,8-4-20 16,3-2-32-16,-3-12-33 0,11 4-38 0,-6-9-30 15,0-3-58-15,19 1-55 0,0-5-215 16,3-6-491-16,-1-3 216 0</inkml:trace>
  <inkml:trace contextRef="#ctx0" brushRef="#br0" timeOffset="-54347.28">13427 12954 139 0,'3'-8'197'0,"-1"2"9"0,-2 6 3 0,0 0 4 16,4-9-10-16,-4 9-2 0,2-7-5 0,-2 7-9 16,0 0-13-16,2-7-12 0,-2 7-14 0,0 0-10 15,0 0-16-15,0 0-13 0,0 0-7 0,0 0-1 0,0 0 10 16,0 0 7-16,6 26 3 0,-8-9-23 16,-2-1-7-16,2 9 1 0,2 0-12 0,0-1-7 15,0 2-4-15,0-7-11 0,0 1-9 0,0 1-1 16,0-2 52-16,0 6-31 0,-2-7-2 0,2 0-9 15,0-1-6-15,0 0-12 0,0-1-31 0,-2-3-25 16,2-3-17-16,0 1-37 0,-4-3-28 0,1-1-25 16,3-7-33-16,0 12-28 0,0-12-16 0,-2 7-36 15,2-7-24-15,0 0-18 0,0 0-148 0,0 0-462 16,0 0 204-16</inkml:trace>
  <inkml:trace contextRef="#ctx0" brushRef="#br0" timeOffset="-54013.75">13394 12882 156 0,'9'-11'165'0,"2"1"-4"16,0 3-2-16,2 0-4 0,-1 3-3 0,1 0-1 0,1 2-17 15,-1 2 0-15,0 0-4 0,-3 3-1 16,3 2-2-16,-3 1-6 0,-2 2-8 0,-1 2-3 16,1 4-6-16,-3 1-3 0,-5-2-4 0,0 3-7 15,0 2-6-15,-7 0 0 0,1 0-7 0,-3-1 1 0,0-1-13 16,-2-1-9-16,2-1-2 0,-5-4 7 15,5-1-15-15,-4 0-6 0,4-3-4 0,0-1-2 16,2-3-3-16,3 4 1 0,-4-5-1 0,8-1 2 16,-10 5-5-16,10-5 1 0,-7 0 5 0,7 0 6 15,0 0-8-15,0 0 1 0,-12-1-5 0,12 1-2 0,0 0-6 16,0 0-6-16,0 0 7 0,0 0-9 16,0 0 0-16,21 16-4 0,-13-9 4 0,2 1-1 15,3 2-3-15,1 0 1 0,1-1-1 0,-1 2-24 16,2-1-26-16,2 1-24 0,-1-1-35 0,0 0-48 0,4-3-55 15,-2 0-57-15,1 2-219 0,0-6-519 0,0 3 229 16</inkml:trace>
  <inkml:trace contextRef="#ctx0" brushRef="#br0" timeOffset="-53763.91">13896 13144 171 0,'-6'-3'268'0,"6"3"-1"0,-11-4 5 15,3 4-12-15,8 0-8 0,-13 0-11 0,5 4-13 0,-2-1-8 16,1 3 0-16,-1 3-13 0,0 1-17 16,1 3-7-16,-4 3-3 0,1 0-8 0,2 0-19 0,3 1-10 15,1-1-13-15,0 0-16 0,2 1-14 0,2-1-7 16,2-3-11-16,2 1-5 0,2 0-5 16,1-2-9-16,0-1-7 0,4-1-25 0,1-1-11 0,2-3-24 15,6 1-23-15,0-4-31 0,3 0-44 16,-2-4-51-16,2-1-47 0,6-1-55 0,2-4-40 0,-2 4-38 15,-3-5-174-15,3 0-549 0,0-3 244 0</inkml:trace>
  <inkml:trace contextRef="#ctx0" brushRef="#br0" timeOffset="-53480.52">14415 13082 186 0,'0'0'270'0,"-14"-3"6"0,14 3-1 0,-10-3 8 16,10 3-27-16,0 0-6 0,0 0-11 0,-14-3-3 15,14 3-17-15,0 0-14 0,-8-5-12 0,8 5-16 16,0 0-18-16,0 0-9 0,0 0-13 0,0 0-11 16,26-5-17-16,-26 5-2 0,25-1-7 0,-6-2-7 0,0 2-13 15,1 0-5-15,1-2-16 0,2 2-3 16,-2-4-5-16,7 3-3 0,-1 0-5 0,-7 1 3 15,0 1-31-15,-2-2-33 0,-1 0-36 0,-4 0-32 16,-3-1-38-16,-3 3-35 0,2-1-37 0,-9 1-34 0,0 0-27 16,16 0-22-16,-16 0-21 0,4 3-170 15,-4-3-508-15,0 0 225 0</inkml:trace>
  <inkml:trace contextRef="#ctx0" brushRef="#br0" timeOffset="-53262.88">14564 12937 155 0,'0'0'275'0,"-8"-6"3"0,2 5-3 16,6 1-8-16,0 0-14 0,-7-3-8 0,7 3 6 15,0 0-6-15,-9 14 1 0,9-14 1 0,-5 23-9 16,2-8-12-16,1 4-20 0,-2 6-14 0,-2 1-14 16,4-2-21-16,0-5-14 0,2 2-14 0,0 3-11 0,-2 2-13 15,1-7-7-15,1 7-30 0,0-7-34 16,0 1-66-16,1-4-69 0,1 2-65 0,2-1-79 15,-2-1-87-15,-2-4-294 0,4 1-678 0,0-3 300 16</inkml:trace>
  <inkml:trace contextRef="#ctx0" brushRef="#br0" timeOffset="-50105.74">15391 12857 141 0,'-16'0'250'0,"9"-1"2"0,7 1-9 0,0 0-12 15,-11-1-17-15,11 1-15 0,0 0-13 16,0 0-10-16,-11 0-13 0,11 0-3 0,0 0-11 0,0 0-17 16,0 0 0-16,0 0-27 0,0 0-9 0,0 0-11 15,29-9-6-15,-14 8-6 0,3-3-14 0,3 0-15 16,5 1-20-16,-8 1-27 0,4-2-28 15,-3 1-28-15,-2 0-29 0,0 1-37 0,-4 0-34 0,4-3-26 16,-4 3-27-16,0-2-177 0,-4 1-421 0,-2 0 187 16</inkml:trace>
  <inkml:trace contextRef="#ctx0" brushRef="#br0" timeOffset="-49563.49">15473 12807 84 0,'-5'2'157'0,"0"2"-1"0,0 1 8 15,0 3 7-15,1 0 7 0,-1 3-1 0,1 5 2 16,2-1 3-16,-1 3 2 0,-1 0-11 16,4 3-4-16,-1 3-5 0,1 1-18 0,0 1-2 15,1-2-13-15,1-5-12 0,-2 1-8 0,2 0-11 0,-1-2-2 16,1 0-15-16,0-1-11 0,1 0-4 0,-2-5-12 16,-1 0-1-16,0 0-4 0,0-2-8 15,0-3-4-15,0 0 0 0,0-7-7 0,-1 10-1 0,1-10-8 16,-5 9-9-16,2-6-12 0,-2 1-10 15,-2-1-7-15,0-1-8 0,-3-1-1 0,10-1 4 0,-18-3-7 16,5 2 9-16,1-1 1 0,0-2 1 0,1 0 1 16,4 0 2-16,-1 2 2 0,-1-1 1 0,9 3 3 15,-9-3 9-15,9 3-2 0,-6-4 5 0,6 4 1 16,-9-1 0-16,9 1 2 0,0 0-1 0,0 0-1 16,0 0 4-16,0 0-4 0,0 0 1 0,29 0 1 15,-16 0-2-15,6 0-4 0,-1-1-11 16,2-1-6-16,0 0-9 0,0 1-20 0,11-3-17 0,-4 0-22 15,1 0-21-15,-2 0-24 0,1-1-16 16,-7 2-14-16,10-3-2 0,-10 1-1 0,-1-1 9 0,0 2 13 16,-1-1 11-16,-7 0 9 0,1-1 19 0,-2 1 10 15,-1-1 22-15,-1-1 14 0,-6 2 20 0,4-4 11 16,-3 4 29-16,-3 5 25 0,4-11 20 0,-3 7 22 16,-1 4 11-16,3-9 14 0,-3 9 9 0,1-9 9 15,-1 9 3-15,0 0-6 0,1-6-4 0,-1 6-9 16,0 0-9-16,0 0-2 0,0 0 10 0,0 0 4 15,0 0 9-15,0 22-13 0,-1-10 5 0,0 3 0 16,-1 2-24-16,1 1-5 0,0 0-7 0,1 1-6 16,-2 0-7-16,2 1-3 0,0-1-6 15,-2-1-5-15,2 0-19 0,0 0-41 0,0-3-27 0,0 1-22 16,0-2-31-16,2-3-31 0,-4 0-31 0,4-3-34 16,-2 0-42-16,0-2-27 0,0-6-160 0,-2 10-459 15,2-10 203-15</inkml:trace>
  <inkml:trace contextRef="#ctx0" brushRef="#br0" timeOffset="-49179.59">15812 13046 144 0,'10'-6'207'16,"-1"-2"2"-16,1 2-8 0,0 2-11 0,2 3-8 15,0-2-12-15,-12 3-9 0,21 1-10 0,-12 1-9 16,3 0-7-16,-12-2-9 0,10 9 1 0,-2-1-5 15,-2 1-3-15,-5 1-2 0,-1 2-17 0,-1-1-7 16,-5 5-10-16,1 0-7 0,-1-5-5 0,1 1-8 16,0 4-11-16,-4-3-5 0,3 2-3 0,2-5 7 15,0-1-16-15,-1 2-10 0,4-4-8 0,-2 2-5 16,3 0 0-16,0-9-6 0,1 14 0 0,2-7-3 16,2 2-2-16,-1-2-1 0,1-1 2 0,4 2-4 15,-1-2-1-15,-2 2 2 0,2-1 0 0,2-1 1 16,-1 1-3-16,3-1 2 0,-2 0 1 0,-3 2-2 15,0-2-1-15,-1-2 3 0,-2 2 0 16,1-1 6-16,-2 1 4 0,-3-6 3 0,1 11 0 0,-1-11-2 16,-5 13 1-16,-3-6 7 0,0 2-9 15,1-2 0-15,-5 0-3 0,2-1-4 0,0-1-7 0,-2 1-11 16,1-2-16-16,1-2-19 0,-3 0-19 0,4 1-34 16,0-2-33-16,0 1-45 0,9-2-57 0,-10-4-192 15,10 4-464-15,0 0 206 0</inkml:trace>
  <inkml:trace contextRef="#ctx0" brushRef="#br0" timeOffset="-48910.75">16272 13001 139 0,'6'-12'258'0,"-1"2"3"15,1-1-4-15,-3 0 2 0,1 1-10 0,-1 0 4 16,-2 4-15-16,-1 6-16 0,5-9-16 0,-5 9-20 15,4-6-25-15,-4 6-4 0,0 0 0 0,0 0 3 0,0 0-6 16,0 0-9-16,1 38-12 0,-2-17-2 0,-3 5-11 16,2-1-14-16,-2 3-4 0,0-1-11 15,1 0-7-15,0 1-14 0,3-3-4 0,-3-5-8 16,2 6-6-16,-1-2-28 0,1-5-32 0,1 0-29 16,0-3-34-16,0-1-40 0,0-3-41 0,0 1-36 0,0-4-46 15,0 1-43-15,1-4-38 0,-1-6-203 16,0 0-561-16,-1 16 248 0</inkml:trace>
  <inkml:trace contextRef="#ctx0" brushRef="#br0" timeOffset="-48580.64">16335 12873 102 0,'14'-10'213'0,"-3"4"-5"0,2 0-3 16,-1 2 1-16,0 2 2 0,0 2-23 0,1 0-8 15,-1 2-9-15,-1 1-5 0,-1 3 1 0,0 1-16 16,-4 2-8-16,0 0-6 0,-4 2-11 0,-2 2-11 0,-2 4-1 16,-1-3-18-16,-5 3-10 0,-1-1-2 0,-1 2-8 15,-3-4-8-15,-1 2-10 0,1-3-6 16,0 0-12-16,0-2 1 0,-1-2-6 0,2-1-6 16,3-2 1-16,-1-1-4 0,2-1-2 0,3-1 0 15,-1 0-5-15,6-3-1 0,-9 6-2 0,9-6 7 16,-6 2-5-16,6-2-9 0,-6 3-3 0,6-3 0 15,0 0-1-15,0 0 1 0,2 11 1 0,-2-11-4 16,10 8 2-16,-5-2-2 0,1 0 2 0,2 5-5 16,1-3 1-16,1 1 2 0,3 2-2 0,1 1-25 15,-1-2-35-15,2 2-36 0,-2-2-46 0,1 3-44 16,1-7-49-16,1 5-235 0,0-5-512 0,3 0 227 0</inkml:trace>
  <inkml:trace contextRef="#ctx0" brushRef="#br0" timeOffset="-48348.01">16698 13166 235 0,'-3'-7'286'15,"3"7"15"-15,-2-9 7 0,2 9-2 0,0 0-14 0,-7-13-24 16,7 13-25-16,0 0-19 0,0 0-17 16,-5 0-5-16,5 0-9 0,0 0-15 0,-9 21-17 15,5-8-11-15,3 2-22 0,-3-3-7 0,3 4-13 16,-2 0-8-16,1 1-12 0,0 0-14 0,2-2-4 15,-1 1-7-15,2 0-22 0,-2-3-24 0,2-1-32 16,-1 0-40-16,0-1-48 0,2-1-45 0,-2 2-46 16,1-4-49-16,0 1-42 0,-1-3-35 0,0-6-181 15,0 0-541-15,4 16 239 0</inkml:trace>
  <inkml:trace contextRef="#ctx0" brushRef="#br0" timeOffset="-47980.27">16713 13089 147 0,'8'-14'220'16,"-3"5"0"-16,2 3-8 0,4-1-1 0,-4 2-21 15,1 3-8-15,3-1-11 0,-11 3-13 0,17 0 0 16,-7 1-20-16,-10-1-8 0,14 6-4 0,-5-1-12 16,-1 2-5-16,0 0-5 0,-3 3-10 0,-3-5-6 15,3 5-7-15,-2-1-6 0,-3-1 1 0,1 2-10 16,-3-1-10-16,0-2-4 0,1 5-6 0,-3-3-4 15,0-1-11-15,1 1-8 0,-1 1-11 0,0-4 0 16,2 1-19-16,-1 0-2 0,0-1 0 0,2 1-2 16,1-7 0-16,0 15 2 0,0-8 3 0,3 0 0 15,-1-1 2-15,1 0-2 0,-1 1 0 0,6 0 2 16,-3-1-1-16,3 1 2 0,-2-2-3 0,3 2 4 16,-4-2-2-16,2-1 2 0,-4 0-5 0,3 0 5 15,-6-4 1-15,3 9 1 0,-3-3-1 0,0-6 2 16,-6 10 7-16,-2-3-8 0,-1-1 4 0,-2 1-5 15,-3 0-2-15,-4 2-7 0,1-3-2 0,-2 1-4 16,2 0-21-16,-3-2-23 0,1 1-28 0,2 0-32 16,-1-1-42-16,7-2-57 0,-2 1-199 0,3-2-454 15,10-2 201-15</inkml:trace>
  <inkml:trace contextRef="#ctx0" brushRef="#br0" timeOffset="-47530.58">17320 13059 157 0,'-15'-2'273'0,"1"2"-2"0,2 1-4 15,2-2-7-15,10 1-3 0,-17 0-16 0,11-2-13 16,6 2-12-16,-10-2-9 0,10 2-13 16,0 0-13-16,-12 0-8 0,12 0-23 0,0 0-7 0,0 0-8 15,0 0-11-15,0 0-14 0,0 0-7 0,46 0-6 16,-24 0-15-16,6-4-4 0,3 1-12 16,-1 1-7-16,1-2-18 0,-4 3-21 0,2-4-13 15,-8 4-38-15,-1 0-29 0,-2 0-34 0,-4 1-30 0,-1 1-42 16,-4-1-48-16,1-2-42 0,-2 2-32 0,-8 0-197 15,10 1-525-15,-10-1 233 0</inkml:trace>
  <inkml:trace contextRef="#ctx0" brushRef="#br0" timeOffset="-47296.27">17391 12883 101 0,'0'0'303'0,"-3"-7"-1"0,3 7 0 15,-5-4-7-15,5 4-18 0,0 0-24 0,0 0-28 0,0 0-7 16,0 0 10-16,0 0-3 0,0 0-17 0,-8 22-10 16,9-5-18-16,-1-2-12 0,2 2-17 0,-2 2-13 15,2 7-11-15,-3 1-16 0,2-8-5 0,2 7-15 16,0-1-5-16,-5-6-18 0,6 7-28 0,-2-1-45 16,-1-5-62-16,1-3-69 0,-2 2-59 0,2-2-80 15,0 0-65-15,-2 0-225 0,0 0-610 0,0-6 270 16</inkml:trace>
  <inkml:trace contextRef="#ctx0" brushRef="#br0" timeOffset="-45030.53">17942 12886 19 0,'-6'-6'271'16,"6"6"-6"-16,-2-7-7 0,2 7-7 0,0 0-9 15,-4-7-17-15,4 7-20 0,0 0-22 0,0 0-21 16,0 0-19-16,0 0-14 0,0 0-15 0,0 0-11 15,0 0-8-15,0 0 0 0,21 21-5 0,-13-7-11 16,2-1 1-16,3 3-2 0,-4 1-1 0,2 8 0 16,1-1-4-16,-2 2-6 0,-1-8-3 0,-1-3-4 0,-1 1 2 15,0-1-12-15,2 0 3 0,-2-1-10 16,-1-3 3-16,-1-1 7 0,0-2-25 0,-3-1 5 16,3-1-12-16,-1-1-2 0,-1-1 13 0,-3-4-2 15,5 9 17-15,-5-9 22 0,3 3 11 0,-3-3 9 16,0 0-10-16,0 0-10 0,0 0-6 0,0 0-7 0,10-21-2 15,-6 10-4-15,1-7 3 0,0 1-27 0,1 0 8 16,2-9-3-16,2 1-1 0,-4 0-7 16,1 0 0-16,1 0-3 0,-1 0-8 0,1 9 0 15,-2-3-13-15,1 2-6 0,0 1-6 0,0 3 4 16,-5 4-11-16,3-1-19 0,-2 4-20 0,-1-1-40 16,1 3-36-16,-3 4-47 0,4-6-19 0,-4 6-14 15,0 0-11-15,0 0-26 0,0 0-29 0,9 14-14 16,-9-3-183-16,0 0-516 0,2 1 229 0</inkml:trace>
  <inkml:trace contextRef="#ctx0" brushRef="#br0" timeOffset="-44795.97">18363 13008 1 0,'0'0'229'0,"0"0"2"0,0 0-5 15,0 0-7-15,0 0-14 0,0 0-9 0,0 0-8 16,0 6-2-16,0-6-6 0,-3 15-4 0,1-4 0 15,-1-1-10-15,1 2-3 0,-1 5-16 0,2 0-13 16,-2 0-7-16,1 0 5 0,-1 0-22 0,-1 2-11 16,3-2-12-16,0 1 1 0,-2-1-18 0,3-2-2 15,-2 2-1-15,-1-1-11 0,2 0-11 0,1-4-5 16,-1-1-15-16,1 2-12 0,-2-4-24 0,0 0-24 0,2 2-27 16,-3-4-26-16,3-7-30 0,-1 12-31 15,-1-6-34-15,2-6-28 0,0 0-25 0,0 10-13 16,0-10-169-16,0 0-454 0,0 0 201 0</inkml:trace>
  <inkml:trace contextRef="#ctx0" brushRef="#br0" timeOffset="-44380.7">18383 13036 76 0,'5'-7'171'0,"-1"1"-1"15,4 0-5-15,-8 6-9 0,14-9 0 0,-8 6-10 16,1-1-15-16,0 3-4 0,-7 1-9 0,18-4-5 15,-11 3-1-15,-7 1-5 0,16 3-3 0,-7 0-8 16,-1 1-4-16,-8-4-3 0,15 7-3 0,-11-1-5 16,1 0-5-16,-5-6-2 0,5 16-4 0,-3-10-4 15,-4 6-4-15,1-2-7 0,-3 3-1 0,0 0-6 16,-1 1-6-16,-2 0-5 0,-1 0-3 0,0 0-10 16,2-3-4-16,1-1-6 0,0-1-10 0,1-2-8 15,0 3-4-15,4-3-10 0,0-7 5 0,0 13-7 16,0-13-2-16,6 11 8 0,1-4 2 0,-3-2-1 15,1 0 2-15,4 0-1 0,1-1 7 0,-2 1-3 16,1-1 2-16,-1 2-2 0,1 0 1 0,-1-2 0 16,-3 0 0-16,0 0 0 0,0-1 0 0,0 1 14 15,-1 0 7-15,-4-4 1 0,4 7 13 0,-4-7 7 0,1 10 0 16,-1-10 7-16,-7 12 0 0,2-6-3 16,-4 1 2-16,0-1-7 0,-2-1 0 0,1 2 3 15,-1-2-9-15,-1 0-1 0,0 0-5 0,1 1-2 16,-3-3-13-16,3 1-14 0,3-3-17 0,0 2-20 15,1-1-27-15,7-2-42 0,-16 2-47 0,16-2-59 16,-9 0-221-16,9 0-475 0,0 0 210 0</inkml:trace>
  <inkml:trace contextRef="#ctx0" brushRef="#br0" timeOffset="-43880.42">18871 13055 28 0,'0'-9'237'16,"0"9"-4"-16,-5-7-2 0,5 7-5 0,-8-7-8 15,8 7-9-15,-12-2-9 0,12 2-10 0,0 0-13 16,-27 7-6-16,17-1-8 0,-2 0-22 0,3 2-2 16,0 0-16-16,-2 3-8 0,3 0-13 0,-1 3-9 15,4-1-7-15,0-2-16 0,1 4 1 0,1 1-8 16,3-6-5-16,1 3-9 0,1-2-6 0,3-1-3 15,2-1-1-15,-1 0-5 0,1 0-8 0,3-3 0 16,0 0-3-16,0-2-3 0,-2-2-1 0,3 0-6 16,-2 0 3-16,2-1-4 0,-3-1 0 0,0 0-4 15,-8 0 1-15,12 0 1 0,-12 0 3 0,10 0-6 16,-10 0 0-16,0 0-2 0,6-3 5 0,-6 3-5 16,0 0-1-16,0 0 0 0,0 0 4 0,0 0-1 15,0 0 2-15,-21-8-2 0,10 8 1 0,11 0 2 16,-20 6 1-16,8-2 11 0,-5 2 11 0,1 2 9 15,2 0 5-15,-1 2 7 0,0-1 3 0,2 2-3 16,0 0 2-16,0 1 3 0,5-4-9 0,-2 3 2 16,5-1 4-16,-3-1-14 0,5 0-4 0,0 2-5 15,2-3-4-15,-1 1-2 0,2-1-10 0,0-8 5 16,6 13 8-16,0-6-7 0,2-1-7 0,2-2 9 16,1-2-3-16,7 0 6 0,0-2-3 0,1-1-4 15,3-2-9-15,-1 0-9 0,0-1-10 0,-2 0-25 16,-2 1-27-16,-3-2-28 0,-2 2-28 0,-1-1-35 15,1-2-50-15,-6 4-56 0,2-3-81 0,-4 3-265 16,-4 2-652-16,0 0 288 0</inkml:trace>
  <inkml:trace contextRef="#ctx0" brushRef="#br0" timeOffset="-41830.46">8884 14380 172 0,'-9'0'194'0,"9"0"4"0,0 0-11 15,-9 0-8-15,9 0-9 0,0 0 22 0,-9 2-10 16,9-2-3-16,0 0-8 0,0 0-8 0,0 0-13 16,0 0-6-16,0 0-12 0,0 0-11 0,0 0-7 15,0 0-8-15,0 0-8 0,0 0-11 0,0 0-1 16,0 0-9-16,26-5-6 0,-12 4-9 0,3-2-6 15,2 0-14-15,0 2-12 0,-2-2-23 0,3-1-16 16,-3 4-21-16,-2-1-30 0,-2-1-24 0,5 2-32 16,-6 0-23-16,2 0-30 0,-2 0-34 0,1-3-21 15,-3 3-166-15,-2-2-422 0,-8 2 187 0</inkml:trace>
  <inkml:trace contextRef="#ctx0" brushRef="#br0" timeOffset="-41412.65">8993 14363 32 0,'0'0'181'0,"0"0"-5"0,-9 0-14 0,9 0-15 15,0 0-17-15,0 0-8 0,0 0-2 0,0 10 9 16,0-10 12-16,1 18 19 0,0-6-2 0,3 6-3 16,-1 1-4-16,2 7-3 0,-2 6-2 0,0-6-11 15,0 2-8-15,2-1-23 0,-3-2 5 0,1 1-13 16,-3-2-6-16,4 2-5 0,-3-1-14 15,0-7 5-15,1 2-11 0,-2-2-20 0,0 0 10 16,1-3-7-16,-1-1-7 0,0-1-3 0,0-3-1 0,0 2-2 16,-1-4-3-16,-1 3-4 0,1-5 3 0,-1 3-6 15,-2-3-6-15,1 0-9 0,-3-1 12 0,1-1-2 16,-3-1-3-16,2 1-3 0,6-4-16 16,-14 3 11-16,3-2-2 0,1-1-2 0,-1-1 1 15,-1 0 5-15,1-1-5 0,-1 0-2 0,3 1 4 16,0 0-16-16,9 1 13 0,-15 0 3 0,15 0 0 0,-10-3-4 15,10 3 4-15,-8-2-5 0,8 2 7 0,0 0-3 16,-10-1 3-16,10 1 2 0,0 0 7 0,0 0-3 16,0 0 3-16,0 0-15 0,0 0 6 15,0 0 10-15,0 0 9 0,32 3-6 0,-20-5-4 0,1 2-2 16,1-1-1-16,3-1 2 0,3-2-14 16,-3 1-9-16,5-3-34 0,-2 1-37 0,0-2-35 15,0 5-36-15,7-6-45 0,-8 3-60 0,3-3-38 16,-2 3-203-16,-1-2-534 0,8-3 237 0</inkml:trace>
  <inkml:trace contextRef="#ctx0" brushRef="#br0" timeOffset="-41180.58">9335 14717 141 0,'0'0'278'0,"-4"-10"5"0,4 10 4 15,0 0-12-15,0 0-16 0,0 0-22 0,0 0-17 16,0 0-25-16,0 0-7 0,0 0-10 0,0 0 9 15,0 0-4-15,0 0-8 0,-7 28-15 0,7-16-16 16,0 3-4-16,-2 2-16 0,2 0-17 0,0 3-8 16,0-5-13-16,0 3-5 0,0-1-27 0,0 0 6 15,2-2 0-15,-2 2-25 0,1-5-23 0,-1-1-31 16,0 1-38-16,0-4-38 0,0 0-40 0,0-8-39 16,-1 14-39-16,1-14-43 0,0 12-36 0,0-12-210 15,0 0-542-15,0 0 240 0</inkml:trace>
  <inkml:trace contextRef="#ctx0" brushRef="#br0" timeOffset="-40795.99">9360 14694 184 0,'6'-11'200'0,"-1"7"-5"16,-5 4-6-16,13-10-9 0,-5 8 0 15,-1-2-8-15,1 3 6 0,1 1-9 0,-9 0 3 16,15 5-4-16,-6 0-8 0,0 0-4 0,-3 3-7 15,1 1-5-15,-2-1-6 0,0 1-9 0,-1 1-11 16,-3-1-2-16,2 2-22 0,-3 1 8 0,-2 1-10 0,2-2-11 16,-1 3-9-16,0-3-7 0,-2 2-7 15,1-4 1-15,-1 2-8 0,1-1-18 0,2-1-6 0,-2-1-18 16,2-8-7-16,-1 11-7 0,2-5-3 16,-1-6-6-16,4 9 0 0,1-4 0 0,-2 0 0 15,-3-5 2-15,9 7 2 0,-4-4 1 0,0 0-8 16,0-1 9-16,-5-2 0 0,12 5 1 0,-7-1-1 15,-1 0 3-15,-4-4 8 0,6 8 6 0,-6-8 9 16,6 6 3-16,-3-2 6 0,-3-4 10 0,0 11-2 16,0-11 2-16,-5 11 2 0,1-5-10 0,0 1 1 15,-1-3-6-15,5-4 1 0,-9 8 7 0,5-4-18 16,-2 2-7-16,0-2-14 0,-1 2-16 0,3-2-24 16,-1-1-33-16,-1 1-37 0,6-4-48 0,-13 5-43 15,13-5-68-15,-9 3-250 0,9-3-570 0,0 0 253 16</inkml:trace>
  <inkml:trace contextRef="#ctx0" brushRef="#br0" timeOffset="-40629.7">9821 14755 182 0,'13'-3'195'0,"1"1"-19"0,-3-1-19 16,3-1-12-16,-2 1-15 0,-12 3-17 0,20-1-21 15,-11 2-38-15,-9-1-42 0,13 1-45 0,-13-1-35 16,9 7-35-16,-9-7-73 0,0 0-189 16,1 10 83-16</inkml:trace>
  <inkml:trace contextRef="#ctx0" brushRef="#br0" timeOffset="-40478.01">9868 14867 50 0,'-3'3'229'15,"-1"3"11"-15,4-6-2 0,-7 9-7 0,5-6-4 16,2-3-18-16,-6 6-14 0,6-6-18 0,0 0-9 0,-3 5-9 15,3-5 1-15,0 0-1 0,0 0-12 16,0 0-14-16,0 0-15 0,14 6-24 0,-14-6-23 16,18-6-45-16,-8 3-45 0,1-2-56 0,1 0-75 15,3-4-77-15,3 0-200 0,0 2-462 0,1-5 204 16</inkml:trace>
  <inkml:trace contextRef="#ctx0" brushRef="#br0" timeOffset="-37330.49">11931 14193 232 0,'0'-11'242'0,"0"11"-11"0,-5-6-8 15,5 6-8-15,0 0-7 0,0 0-16 0,0 0-16 16,-1-10-17-16,1 10-15 0,0 0-15 0,0 0-17 16,0 0-10-16,0 0-13 0,0 0-9 0,0 0-3 15,0 0-2-15,12 20-5 0,-8-5 0 0,3 1-2 16,-2 2-1-16,2-2-1 0,3 9-5 0,-3 0-4 16,-1-8-6-16,1 2-2 0,2 6-7 0,-2-8 1 15,0 1-4-15,1-3-4 0,-2 0-6 0,2-1-1 16,-5-1-1-16,2-2-2 0,2-4-2 0,-1 3-3 15,0-2-1-15,-3-1-2 0,0-2-4 0,0 1 3 16,-3-6-2-16,4 7 4 0,-4-7-5 0,3 6 32 16,-3-6 8-16,4 5 9 0,-4-5 4 0,0 0 9 15,0 0-12-15,0 0-2 0,0 0-14 0,11-19-1 16,-6 7-6-16,0 2-3 0,1-8-26 0,0 1 26 16,2 1-7-16,-2-1-10 0,3-6-18 0,-4-1 17 15,4 5 7-15,-5 0-12 0,3-5-17 0,-1 6 17 16,-1-2 3-16,2 4-4 0,-4 5 0 0,1-1 4 15,0 4-8-15,-2 1-7 0,1 0 1 0,-3 7-25 16,4-8-9-16,-4 8-24 0,2-7-23 0,-2 7-7 16,0 0-20-16,0 0-13 0,0 0-25 0,10 14-32 15,-8-4-27-15,0 2-29 0,1-1-17 0,-1 5-19 16,2-1-191-16,0-1-496 0,-1-2 220 0</inkml:trace>
  <inkml:trace contextRef="#ctx0" brushRef="#br0" timeOffset="-37047.9">12493 14382 57 0,'0'-7'269'16,"0"7"-2"-16,0 0-8 0,0 0-11 0,0 0-8 16,-18-2-13-16,18 2-23 0,-13 2 2 0,3 0-7 15,0 1-8-15,1 2-8 0,-1 2-11 0,1-1 1 16,-3 0-16-16,2 2-17 0,1-1-1 0,2 2-9 15,1 2-10-15,-2 0-9 0,0 4-16 16,3-5-10-16,1 0-4 0,4 2-4 0,-2-1-6 0,2 2-2 16,-2-2-16-16,4 0 2 0,2-1-18 0,-2 2 0 15,2-1-20-15,1-3-22 0,0 1-24 0,4-2-25 16,-1 0-39-16,1-1-33 0,1-1-48 16,3-1-38-16,-2-2-43 0,9-1-30 0,1-3-22 0,-3 1-165 15,2-3-511-15,7-3 226 0</inkml:trace>
  <inkml:trace contextRef="#ctx0" brushRef="#br0" timeOffset="-36798.12">12768 14372 246 0,'0'0'263'0,"-8"-3"1"0,8 3 1 16,-11-3-6-16,11 3-10 0,-16 0-10 0,16 0-6 15,-17 7-5-15,8 2-4 0,-3-1-5 0,1 4-4 16,-1 1-16-16,1 2-17 0,-1 0-10 0,7 2-8 15,-3 0-17-15,2-1-16 0,0 0-16 0,3 3-13 16,-1-4-9-16,-1 1-9 0,5-4-9 0,0 0-6 16,1 3-4-16,3-4-9 0,-2 0-7 0,3-5-5 15,1 3-12-15,0-2-7 0,4-1-27 0,1-2-22 16,-2-1-31-16,1-2-40 0,0 0-45 0,3-2-42 16,6 0-38-16,-6 0-38 0,7-3-42 0,1-3-30 0,-2 1-187 15,2 1-561-15,4-8 248 0</inkml:trace>
  <inkml:trace contextRef="#ctx0" brushRef="#br0" timeOffset="-36489.18">13158 14434 64 0,'0'0'282'16,"0"0"2"-16,0 0 5 0,0 0-14 0,0 0-5 15,0 0-17-15,0 0-15 0,0 0-14 0,0 0-15 16,0 0-15-16,0 0-3 0,6-6-20 0,-6 6-4 15,12 0-12-15,-12 0-10 0,17-2-11 0,-3-1-3 16,4 1-6-16,0 0-7 0,3 0-20 0,-2-1-8 16,2-2 9-16,-1 1-3 0,-2-1-3 0,-2 3-2 15,-1-1-2-15,1 1-4 0,-3 0-4 0,-1 1-8 16,-5-1 0-16,-1 0 6 0,-6 2-2 0,11-1 7 16,-11 1 2-16,10-3 5 0,-10 3 2 0,0 0-9 15,9-2 10-15,-9 2-4 0,0 0-7 0,0 0-8 16,0 0-8-16,0 0-8 0,0 0-7 0,0 0-9 15,0 0-21-15,0 0-24 0,0 0-31 0,0 0-38 16,0 0-41-16,0 0-46 0,0 0-59 0,0 0-59 16,0 0-59-16,0 0-65 0,-25 12-344 0,25-12-806 15,0 0 357-15</inkml:trace>
  <inkml:trace contextRef="#ctx0" brushRef="#br0" timeOffset="-34512.92">14054 14232 45 0,'0'0'127'0,"0"0"0"0,0 0-1 0,0 0-2 16,2-8-1-16,-2 8-12 0,0 0 2 15,0 0-4-15,0 0 0 0,0 0-5 0,0 0 0 16,0 0-7-16,0 0 3 0,0 0-6 0,0 0-3 15,0 0 3-15,0 0-9 0,0 0-2 0,0 0-6 0,0 0-2 16,0 0-3-16,0 0-7 0,0-7-7 0,0 7-7 16,0 0-3-16,0 0-5 0,0 0-3 15,0 0-5-15,0 0-3 0,0 0-1 0,0 0-2 16,0 0-1-16,0 0-4 0,0 0 5 0,0 0-3 16,0 0 2-16,0 0 2 0,0 0 0 0,0 0 1 15,0 0 2-15,0 0 0 0,0 0 3 0,0 0 2 0,0 0 2 16,0 0 1-16,0 0 3 0,0 0-4 15,0 0 1-15,0 0-1 0,0 0-5 0,0 0 1 16,0 0-5-16,0 0-3 0,0 0-2 0,0 0-5 0,0 0-3 16,0 0-9-16,0 0 6 0,0 0-5 15,0 0-2-15,0 0 0 0,0 0-2 0,0 0 3 16,0 0-1-16,0 0 0 0,23 7-3 0,-10-7-4 0,-2 1 2 16,2-1-3-16,1-1-11 0,-1 1-12 15,6-1-15-15,-6 1-21 0,1-1-18 0,-1 1-20 16,1-3-30-16,-1 2-29 0,0-1-22 0,1 0-19 15,-3-1-17-15,1 0-11 0,-1 0-129 0,-5 2-382 16,-6 1 170-16</inkml:trace>
  <inkml:trace contextRef="#ctx0" brushRef="#br0" timeOffset="-34112.89">14193 14189 16 0,'0'0'150'0,"-8"3"4"16,8-3-4-16,-6 9 13 0,2-5 6 0,4 7-3 15,0-1 0-15,-2 3 9 0,0 2-3 0,2 3-6 16,-1 0-7-16,2-1-6 0,-1 2-8 0,-1 0-4 16,2-1-9-16,1 9-12 0,-2-9-9 0,2 1-14 15,-2-3-6-15,0 0-11 0,2-4-8 0,0 2-5 16,-1-4 0-16,0 3-12 0,-1-3-5 0,3 0-2 16,-2-1-6-16,-1-9-1 0,-4 13-5 0,3-7-5 15,1-6-1-15,-3 10-1 0,1-5-3 0,2-5 0 16,-8 8-17-16,5-5 14 0,3-3-6 0,-11 2-3 15,11-2 0-15,-18 0-11 0,12-2-1 0,-6 2 1 16,1-3 4-16,2-1-1 0,-1 2-2 0,-1-2-3 16,3 2 4-16,1 1 1 0,7 1 4 0,-14-3-2 15,14 3-1-15,-11-3-2 0,11 3-4 0,-6 0 7 16,6 0-11-16,0 0 4 0,0 0-1 0,0 0 8 16,0 0-3-16,0 0 5 0,0 0 2 0,0 0 2 15,13 17 1-15,-5-14-3 0,2 1 1 0,3-2 2 16,-2 1 1-16,1-1-10 0,7 1-6 0,-2-3-12 15,4 1-19-15,9-3-23 0,-10-2-32 0,-1 0-36 16,8 0-35-16,-6-1-32 0,6-2-32 0,-1-2-17 16,2 2-5-16,-7 1-161 0,6-1-436 0,-7 1 193 15</inkml:trace>
  <inkml:trace contextRef="#ctx0" brushRef="#br0" timeOffset="-33863.88">14562 14473 79 0,'0'0'121'0,"0"0"8"0,0-6 3 0,0 6 20 16,0 0 3-16,0 0 17 0,0 0-11 0,-16-5 1 15,16 5-1-15,-15 0 2 0,15 0-2 0,-14 1 5 16,4 1 7-16,0-1-2 0,0 2-7 0,1 3-3 16,0-2-6-16,1 3-2 0,-2 1-6 0,2 0-10 15,-1 2-14-15,-1 5-19 0,1-2 10 16,1 1-19-16,5-2-5 0,0 1-4 0,-1-1-13 0,4-1-5 16,0 0-14-16,4 0 4 0,-3-2-13 0,4-1 5 15,-1 1-17-15,3-2-18 0,-3-1-14 0,6 1-13 16,-3 0-16-16,1-4-32 0,3-1-32 0,1-1-37 15,1 2-34-15,1-4-39 0,-1-1-11 16,6-1-36-16,-1 0-17 0,1-5-4 0,-1 2-147 16,0-1-452-16,-2-2 200 0</inkml:trace>
  <inkml:trace contextRef="#ctx0" brushRef="#br0" timeOffset="-33614.15">14822 14349 98 0,'0'-6'231'0,"0"6"-1"15,0-13 2-15,0 13 1 0,0-7-3 0,0 7-9 16,0 0-14-16,0 0-4 0,0 0-3 0,0 0 9 16,0 0 0-16,0 0-7 0,0 0-4 0,-13 20-15 0,13-10 2 15,-3 1-16-15,1 1-16 0,0 2-8 0,2-2-16 16,-1 4-8-16,1 0-12 0,0 0-11 16,1-3-6-16,-1 0-13 0,0 4-2 0,2-1-25 15,-2 2 7-15,0-8-4 0,1 3-8 0,-1-2-8 16,1 1-11-16,0-1-24 0,-1-1-27 0,2 0-18 15,-2-3-33-15,0-7-30 0,2 14-44 0,-2-9-40 0,0-5-35 16,0 0-40-16,0 14-34 0,0-14-32 16,-2 8-178-16,2-8-548 0,0 0 243 0</inkml:trace>
  <inkml:trace contextRef="#ctx0" brushRef="#br0" timeOffset="-33230.6">14827 14226 201 0,'7'-7'213'0,"1"2"-5"0,1-2-6 15,1 4-12-15,-2 0-5 0,2 3-2 0,-2 0-8 16,4 0-12-16,-4 0-13 0,-1 3-11 0,1 0-10 16,-4 1-12-16,4 0-3 0,-3 2-6 0,-1-2-6 15,-1 3-9-15,-2 1-8 0,1-3-7 0,-3 5-8 16,-1 1-5-16,-1-2-9 0,-1 0 1 0,0-1-13 15,0 2 1-15,-2-1-8 0,1-3 3 0,-1-2-15 16,2 1 7-16,-1 0-5 0,-2-2-3 0,7-3-4 16,-9 6-1-16,4-3-1 0,5-3-2 0,-5 4-3 15,5-4-10-15,0 0 7 0,-7 6 1 0,7-6-5 16,0 0-3-16,-2 6 1 0,2-6-1 0,0 0-1 16,0 0 1-16,4 14 4 0,1-10-8 0,0 3 1 15,0-2 3-15,3 1-2 0,0 1 0 0,1 0 5 16,-1 0-5-16,1 2-2 0,-1-2 6 0,1 1-4 15,2 0 1-15,0 0 3 0,0 1-5 0,1-5-26 16,-3 3-38-16,2-2-38 0,-1 0-49 0,-2 0-44 16,3 2-45-16,1-3-217 0,-3 1-495 15,-9-5 219-15</inkml:trace>
  <inkml:trace contextRef="#ctx0" brushRef="#br0" timeOffset="-32905.7">15366 14418 251 0,'0'0'270'0,"-8"-6"2"16,8 6-8-16,-10-3-4 0,10 3-7 0,-13 3-7 16,3-1-32-16,10-2 14 0,-22 5-8 15,8 2-22-15,0 1 8 0,2-2-11 0,-3 2-10 16,2 2-17-16,2-1-9 0,0 3-15 0,-2 0-14 15,5-1-5-15,4 0-18 0,-1 2-9 0,1-2-11 16,0 6-10-16,2-6-4 0,1 0-8 0,1-11-6 0,1 20-8 16,4-12 1-16,0 1-7 0,2-1-3 15,0-3-3-15,1 0-2 0,0-2-9 0,6 0 1 16,-3-3 0-16,2 0-3 0,6 0-3 0,-6-1-1 16,5-4-4-16,-7 2-8 0,7-1-13 0,-8 1-11 15,1 0-10-15,-3-2-20 0,1 1-40 0,-1 2-34 16,0-3-42-16,-8 5-43 0,0 0-53 0,13-6-65 0,-13 6-309 15,0 0-682-15,0 0 302 0</inkml:trace>
  <inkml:trace contextRef="#ctx0" brushRef="#br0" timeOffset="-31098.29">15871 14403 53 0,'0'0'118'0,"0"0"7"0,0 0 1 0,0 0-16 16,0 0 4-16,0 0 0 0,0 0 6 15,0 0-2-15,0 0 7 0,0 0-1 0,0 0-5 0,0 0 4 16,0 0-5-16,0 0 1 0,0 0-1 16,0 0 0-16,0 0-6 0,0 0-6 0,0 0-6 15,0 0-7-15,0 0-6 0,0 0 5 0,0 0-9 16,0 0-5-16,0 0-3 0,0 0-6 0,0 0-3 0,0 0-3 16,0 0-3-16,0 0-5 0,0 0-4 15,0 0-5-15,0 0-4 0,0 0-8 0,0 0 0 0,0 0-4 16,0 0-6-16,0 0-5 0,0 0-1 15,0 0 4-15,0 0-9 0,0 0 2 0,0 0 0 16,15 2-1-16,-2 0 2 0,0-1-5 0,-1-1 0 0,6 1 6 16,-4-1-1-16,7-1 1 0,-3-2-2 0,1 5 0 15,0-4 1-15,-6 2-5 0,0-1 1 16,2 1 0-16,-2 0-3 0,1-1 5 0,-5 1-4 16,-2 2 1-16,-7-2 0 0,16-1 0 0,-16 1-10 15,10 0 7-15,-10 0-1 0,8 0-1 0,-8 0-5 16,0 0 5-16,10 0-1 0,-10 0 1 0,0 0 1 15,0 0-6-15,8 1 4 0,-8-1-4 0,0 0 6 16,0 0-2-16,0 0-6 0,0 0 4 0,0 0-15 16,0 10-15-16,0-10-19 0,0 0-32 0,0 0-42 15,-8 15-42-15,8-15-54 0,-4 7-54 0,4-7-205 16,-1 10-516-16,1-10 229 0</inkml:trace>
  <inkml:trace contextRef="#ctx0" brushRef="#br0" timeOffset="-30612.88">16544 14204 66 0,'0'0'243'0,"0"0"-1"0,4-6-13 0,-4 6-9 16,0 0-14-16,0 0-19 0,0 0-18 0,0 0-3 0,0 0-6 16,0 0-2-16,0 0-3 0,11 20-14 15,-7-11-13-15,2 1-6 0,-1 3-11 0,0-3-10 16,2 6-6-16,0-2-7 0,-1 0-4 0,2 0-5 16,-2 0-9-16,2 1-4 0,-2-3-10 0,-1-2-6 15,1 0-4-15,-1 0-5 0,2-1-1 0,-3 0-5 16,1-1-5-16,0 0-4 0,-1-1 1 0,-1-2-2 15,-1 0-2-15,5 2-2 0,-7-7 6 0,5 7-7 16,-5-7-9-16,2 5 3 0,-2-5 9 0,0 0 20 16,0 0 13-16,0 0 2 0,0 0-10 0,0 0 0 15,0 0-6-15,18-12 5 0,-10 0-12 0,-3 2-1 16,0-2-9-16,3-7 3 0,1 1-6 0,0-5 1 16,0-3-1-16,0 1-6 0,1 0 2 0,-1-1 2 15,-1 0-13-15,0 2 4 0,-3 5-2 0,2 1 4 16,-3 6 0-16,-2 1-17 0,1 3-23 0,-2 2-31 15,2 0-34-15,-3 6-33 0,5-7-33 0,-5 7-15 16,0 0-10-16,0 0-14 0,0 0-38 0,-8 30-25 16,4-15-26-16,2 3-155 0,-2 1-476 0,3 0 210 15</inkml:trace>
  <inkml:trace contextRef="#ctx0" brushRef="#br0" timeOffset="-30362.86">16893 14354 171 0,'0'0'218'0,"0"0"4"16,0 0 0-16,0 0-9 0,0 0-12 0,0 0-16 16,0 0-18-16,0 0 3 0,0 0 1 0,0 0-2 15,0 0-3-15,0 0-3 0,1 21-14 0,1-12-7 16,-2 1-8-16,0 3-6 0,0 2-12 0,-2-2-3 16,4 4-12-16,-4 0 1 0,-1 2-16 0,3-5-14 15,0 2 0-15,0 0-16 0,-2-2-1 0,1-2-7 16,1 4-5-16,-2-5-2 0,3 2-18 0,1-1-11 15,-2-12-21-15,-1 16-28 0,1-10-30 0,0-6-31 16,0 0-35-16,-1 16-35 0,1-16-43 0,0 0-33 16,1 9-29-16,-1-9-176 0,0 0-486 0,0 0 215 15</inkml:trace>
  <inkml:trace contextRef="#ctx0" brushRef="#br0" timeOffset="-29962.39">16953 14317 121 0,'8'-4'202'0,"-2"0"-11"0,1 0-9 16,-1 1-2-16,3 2-2 0,-9 1-13 0,12 1-4 15,-12-1-5-15,12 3-15 0,-5 0-11 16,-1 1-5-16,0 1-14 0,2 0-10 0,-3 0-7 16,0 2-12-16,-1-2-6 0,-1 1-7 0,-1 2-5 0,0 2-6 15,-2-1-5-15,-2-1-7 0,-2 2-4 0,1-1-1 16,-4 1-6-16,1-1-3 0,-2 1-5 0,4-2-11 15,2 3-5-15,-2-6-7 0,1 1-2 16,2 2-6-16,1-8 3 0,0 13-6 0,0-13-5 16,3 10 0-16,-1-4 4 0,3-1-3 0,0 2 2 15,3-3 1-15,1 0-2 0,-1 5 8 0,-2-5-6 0,-1 0-1 16,2 0 3-16,0 1 0 0,-2-2 2 16,1 3 1-16,-3-2 0 0,1 2 9 0,-1-1 5 15,-3-5 5-15,0 14 5 0,0-14-4 0,-5 11 6 16,1-1 10-16,-1-3-5 0,-2 1 2 0,1-1 2 15,-2-1-4-15,2-1 0 0,-3-1-3 0,-1 4-2 16,3-3-4-16,-2 1 0 0,2-3-13 0,-3 3-20 0,2-3-24 16,1-1-20-16,7-2-39 0,0 0-43 15,-20 2-47-15,20-2-46 0,0 0-163 0,0 0-428 16,0 0 190-16</inkml:trace>
  <inkml:trace contextRef="#ctx0" brushRef="#br0" timeOffset="-29508.97">17399 14376 95 0,'0'0'232'0,"0"0"1"16,-15-3-2-16,15 3-3 0,-18 4-9 0,8-1-10 16,-2 1 0-16,1 0-10 0,-1 1-12 0,2 1-17 15,-2 3-11-15,2 0-8 0,1 6-17 0,4-4-18 16,-2 4-14-16,0-6-2 0,3 3-9 0,1 0-11 15,3-1-7-15,0-1-9 0,1-3-5 0,3 2-6 16,3 0-5-16,0-3-8 0,3 1-5 0,3-3 1 16,-3 0-2-16,3-4-9 0,3 0-1 0,-2 1-5 15,-1-3 1-15,0 1-7 0,1-2 4 0,-5 2-2 16,-1-1-1-16,-2 0-2 0,-6 2 0 0,10-7-5 16,-7 5 3-16,-3 2-6 0,0 0 3 0,0 0-3 15,0 0-2-15,0 0 6 0,0 0-13 0,-28 1 8 16,15 2 10-16,1 4-5 0,-3 0 8 0,-2 2-8 15,1 0 17-15,-1 1 6 0,-1 1 12 0,4 0 2 16,-1 3 9-16,1-1 0 0,1 0-5 0,4-4-8 16,-1 5-3-16,3-3-4 0,1 0-3 0,1-1 0 15,3-1-2-15,0 0-3 0,2-1 1 0,0-8-7 16,9 11 4-16,-1-5-4 0,2-2 8 0,3-3-17 16,-2-1-6-16,6-2-13 0,2-3-7 0,-1 1-11 15,0-2-17-15,0 0-23 0,-3 0-21 0,2 0-27 16,-7 2-33-16,-1-2-33 0,-2 3-45 0,-7 3-54 15,11-6-275-15,-11 6-599 0,0 0 266 0</inkml:trace>
  <inkml:trace contextRef="#ctx0" brushRef="#br0" timeOffset="-28430.92">12055 15195 127 0,'-7'-2'187'0,"7"2"-17"0,0 0-1 0,-11-4-8 15,11 4-4-15,0 0-11 0,0 0-2 0,-6-4-7 16,6 4-12-16,0 0-9 0,0 0-9 0,0 0-5 16,0 0-14-16,0 0 16 0,-8-2-8 0,8 2-10 15,0 0-8-15,0 0 8 0,0 0 5 0,0 0 2 16,0 0 1-16,25 6-8 0,-13-4-1 16,7 1 1-16,4 0-8 0,5-3-9 0,5 1-1 0,-2 0-12 15,1 0-5-15,4 1-3 0,-1-2-4 0,4 1-1 16,-1 3-6-16,-2-3-3 0,18 3 0 15,-16 1 2-15,16-3-2 0,-16 1 0 0,17 1-2 16,-1-2 3-16,3 4 3 0,-1 0 3 0,7-2 4 16,0-1-7-16,-4-3 6 0,3 3-13 0,3 0 8 15,-2-2-8-15,5 2-4 0,25 1 9 0,-31 0 0 16,5-6-4-16,26 2-2 0,-1 2 4 0,-27-4 4 0,29 9 2 16,-2-11 0-16,-29 1-6 0,35-4 11 0,-33 3-10 15,28-4 3-15,-26 5 0 0,30-8 2 16,-5 5-3-16,-3-1-2 0,2-2 3 0,-25 4-6 15,28 0 1-15,-4-5-4 0,-26 3 3 0,28-1-3 16,-27 4 0-16,27-4 0 0,-26 3 0 0,28-1 0 0,-28 3-3 16,24-4 2-16,-28 4-1 0,3-2 4 15,-3 4-5-15,2-3 3 0,-1 0-3 0,0 0 2 16,-6 2-2-16,4-3 1 0,-2 6 1 0,3-3-2 16,-4-1 0-16,0-2-1 0,1 3 0 0,-4-1-3 15,0-2-3-15,-2 2-1 0,-2 1 3 0,1-3-4 16,-13 2-1-16,-1-1 3 0,16-2 4 0,-4 2-1 15,-9 0 2-15,11-1-2 0,1 1 1 0,-15-2 0 16,0 3-6-16,15-3 5 0,-2 2-2 0,-13 1 2 16,2-1 5-16,13 0-3 0,4 0 1 0,-6 0 1 15,1 2-6-15,-1 0-1 0,0-2 6 0,-1 0-7 16,-13 2 3-16,14-4-3 0,-13 4 1 0,-3-2-4 16,5 1 2-16,0 1 0 0,-2 0-3 0,3-1-1 15,9-3-11-15,-15 6 16 0,0-1-1 0,-2-2 0 16,0 0 0-16,-2 0-1 0,-2 2 2 0,-8-1 2 15,1 2 0-15,1-1-4 0,-7 0 1 0,5 1-1 16,-5-1 0-16,3 1-10 0,-3 0 6 0,-5 0-8 16,0-2 7-16,-3 2-3 0,-8 0 1 0,13-1-1 15,-13 1-5-15,12 0 1 0,-12 0-8 0,7-1-23 0,-7 1-22 16,0 0-30-16,0 0-38 0,0 0-54 16,0 0-38-16,0 0-41 0,0 0-53 0,-40 1-44 15,23-1-50-15,-5 0-317 0,-7 0-772 0,2 1 341 16</inkml:trace>
  <inkml:trace contextRef="#ctx0" brushRef="#br0" timeOffset="-26646.3">14270 15740 163 0,'-3'-9'217'15,"3"9"-3"-15,-4-5-1 0,4 5-5 0,-4-8-6 16,4 8-5-16,-3-6-3 0,3 6-9 16,0 0-3-16,-4-6-8 0,4 6-15 0,0 0-11 15,0 0-12-15,0 0-17 0,0 0-6 0,0 0-16 16,0 0-6-16,0 0 1 0,0 0-4 0,0 0 7 15,0 38-4-15,0-21-6 0,0 2-3 0,0-1-10 16,0 2-4-16,0 5-3 0,-2-7-5 0,1 0-21 0,0 0 11 16,-1 1 0-16,2-1-12 0,0-1 6 15,-4 0-10-15,2 1-5 0,2-1-7 0,-2-2-4 0,-2-4-16 16,1-1-22-16,1 1-21 0,0 1-31 16,0-3-21-16,2 1-23 0,-2-5-23 0,2-5-11 15,-1 9-13-15,1-9-6 0,0 0-35 0,0 0-25 16,0 0-13-16,0 0 7 0,0 0 12 0,0 0-117 15,0 0-369-15,-3-29 163 0</inkml:trace>
  <inkml:trace contextRef="#ctx0" brushRef="#br0" timeOffset="-26309.75">14238 15894 532 0,'0'-28'-14'0,"2"2"11"15,3-2 15-15,-1 2 12 0,-3-2 13 0,1 2 5 16,2 0 9-16,1 1 16 0,-1 7-7 0,2 2 16 16,0-1-1-16,0 5 0 0,1 1 2 0,1 1 0 15,2 2 4-15,-3 1 0 0,4 2 3 0,3 1-4 16,-3 1 4-16,2 3 0 0,0 2 2 0,-3 1-7 15,3 1 4-15,-2 0-7 0,0 5 1 16,1 2 2-16,-1 1-2 0,-4-1-5 0,-3 0-7 0,3 6-4 16,-5-1-7-16,-1 0-3 0,-2 2-3 0,-3-2-3 15,-3-1-6-15,-4 0-5 0,0 1-1 0,-1-2-7 16,-1-1 4-16,-3-2-4 0,-1 1-2 0,-2-4-1 16,6 0-4-16,-3 0 0 0,5-4-2 0,2 0-6 15,-3-1 7-15,3-2-5 0,1-1-1 0,-2 0-1 16,10 0 0-16,-9 0 3 0,9 0 0 15,0 0-5-15,-12 0 1 0,12 0-3 0,0 0 0 16,0 0-1-16,0 0 3 0,0 0 3 0,0 0-5 0,0 0-1 16,15 14 3-16,-5-8-2 0,0-1 1 15,-1 3-1-15,1 1-7 0,3-1 6 0,0 2 1 16,1-1-9-16,-3-2-22 0,4 2-25 0,-1 1-39 0,-1-3-62 16,1 0-60-16,-1-2-228 0,-1-1-473 15,3-1 209-15</inkml:trace>
  <inkml:trace contextRef="#ctx0" brushRef="#br0" timeOffset="-26042.99">14777 15786 69 0,'-20'2'262'0,"9"0"2"0,2 2-9 0,-2 1-11 16,-2 0-9-16,3 3-15 0,-4 2-1 0,3-1-19 15,0 4-7-15,4-3-20 0,1 2-5 0,1-2-16 16,2 3-10-16,-1 0-7 0,2-2-14 0,2-11-16 16,2 22-11-16,1-12-6 0,1-1 1 0,-1 2-22 15,3-4-4-15,0 2-4 0,1 0-5 0,3-2-3 16,-1-1-7-16,0-1-17 0,2-4-17 0,0 2-15 16,2-2-33-16,2 1-37 0,-5-2-42 0,4 0-46 15,-1-2-58-15,6-2-47 0,-4-1-218 0,-2 1-527 16,1-4 233-16</inkml:trace>
  <inkml:trace contextRef="#ctx0" brushRef="#br0" timeOffset="-25813">15099 15783 78 0,'0'0'228'0,"0"0"-10"16,0 0-8-16,0 0-7 0,0 0-3 15,0 0-8-15,13-4-7 0,-13 4-12 0,15-2-11 16,-2 1-11-16,-2 1-11 0,1-1-10 0,7-1-14 16,-1 1-12-16,-5-1-10 0,6-2-10 0,-5 2-7 15,-1-1-10-15,1 2-21 0,-1 0-29 0,-2 0-40 16,-1 0-40-16,-10 1-42 0,12-1-51 0,-12 1-33 16,12-3-43-16,-12 3-120 0,0 0-380 0,0 0 168 15</inkml:trace>
  <inkml:trace contextRef="#ctx0" brushRef="#br0" timeOffset="-25597.13">15227 15673 185 0,'0'0'226'0,"0"0"-10"16,0 0-10-16,0 0 2 0,0 0 12 0,0 0 1 15,0 0 2-15,-7 28-11 0,7-18-12 0,2 2-16 16,-2 2-13-16,-2 1-14 0,2 0-9 0,3 2-20 15,-3-2-9-15,1-2-10 0,-1 2-11 16,0-2-12-16,3 1-5 0,0 3-21 0,-1-5-12 16,-2-1-26-16,1 0-31 0,-1 0-39 0,-1 2-42 0,2-3-46 15,-1-10-57-15,5 19-53 0,-2-7-222 0,-3-12-507 16,2 15 224-16</inkml:trace>
  <inkml:trace contextRef="#ctx0" brushRef="#br0" timeOffset="-25080.17">15752 15561 125 0,'0'0'227'16,"0"0"2"-16,0 0 3 0,-5-13-6 0,5 13-8 16,0 0-10-16,-4-8-7 0,4 8-18 0,0 0-16 15,0 0-13-15,0 0-6 0,0 0-16 0,0 0-3 16,0 0-17-16,0 0-1 0,-6 30 1 0,4-14 7 16,2 1-12-16,2 0-8 0,-1 2-8 0,-1 0-3 15,1 0-1-15,0 1-14 0,-1-2-11 0,2 1 0 16,-1-1-8-16,-1 0-7 0,3 0-3 0,-3-2-4 15,2 1-7-15,-1-6 0 0,1 1-1 0,-2-2-5 16,1 3-3-16,-1-13-10 0,0 19-15 0,0-10-16 16,0-9-19-16,4 11-27 0,-3-4-30 0,-1-7-31 15,0 0-29-15,0 13-33 0,0-13-27 0,0 0-31 16,0 0-30-16,-5 9-167 0,5-9-478 0,0 0 211 16</inkml:trace>
  <inkml:trace contextRef="#ctx0" brushRef="#br0" timeOffset="-24713.75">15774 15448 92 0,'11'-5'185'0,"-1"1"-6"0,2 0-1 0,2 3-4 15,-3 2-9-15,1 1-12 0,-2 1-7 0,-2 1-6 16,0 0-7-16,-3 2-5 0,1 3-6 0,-1-2-5 15,-2 6-5-15,-3-3-12 0,0 2-10 0,-3 1-8 16,-2 3-7-16,-3 1-8 0,-1-5-7 0,0 4-3 16,0-4-5-16,-2 2 2 0,2-4-10 0,-4 2-7 15,4-4-2-15,-1 2-5 0,2-4 0 0,-2 0-4 16,4-2-4-16,-1 1 3 0,1-1-4 0,1 1-2 16,5-5-5-16,-9 4-1 0,9-4 0 0,-3 4-3 15,3-4-6-15,-3 3 3 0,3-3-3 0,0 0 3 16,0 0 4-16,6 16 2 0,0-12-2 0,2 3 1 15,0 0-3-15,-1 2 1 0,2-1-2 0,1 2 4 16,-1-1-3-16,4 1 0 0,1-1-2 0,-5 0 2 16,4-1-2-16,-4-1-13 0,3-2-27 15,-1 4-31-15,-2-1-46 0,1-3-42 0,0 1-45 0,1 0-40 16,-4 0-155-16,-7-6-425 0,13 8 189 0</inkml:trace>
  <inkml:trace contextRef="#ctx0" brushRef="#br0" timeOffset="-24463.91">16047 15760 109 0,'0'0'265'0,"-5"-7"1"0,5 7-9 0,0 0-12 16,0 0-25-16,0 0-12 0,0 0-19 0,0 0-2 16,0 0 6-16,0 0-5 0,0 0-6 0,0 0-2 15,0 0-14-15,0 0-14 0,1 45-14 0,1-35-18 16,-2-10-8-16,3 24-10 0,-1-12-11 0,0 0-9 15,-2-12-7-15,-1 21-6 0,2-9-8 0,-1-12-3 16,3 23 1-16,-3-14-21 0,0-9-11 0,-1 20-24 16,-1-12-27-16,2-8-32 0,2 13-34 0,-2-13-32 15,0 11-36-15,0-11-39 0,0 0-42 0,1 16-34 16,-1-16-208-16,0 0-521 0,0 0 232 0</inkml:trace>
  <inkml:trace contextRef="#ctx0" brushRef="#br0" timeOffset="-24080.57">16120 15706 212 0,'10'-7'225'0,"-2"1"-3"0,1-1-8 16,0 5-12-16,-9 2-14 0,14-7-7 0,-5 3-8 16,-9 4-8-16,18 0-13 0,-18 0-11 15,15 2-10-15,-15-2-6 0,13 2-10 0,-13-2-10 16,10 4-10-16,-10-4-4 0,6 5 5 0,-6-5-7 15,7 9-8-15,-7-9-6 0,0 13-10 0,0-13 5 16,-7 15-15-16,0-6-6 0,0 3-8 0,1-2 2 16,-2 2-7-16,2-2-6 0,2 0-6 0,-2-1-12 15,2-1-2-15,0 2-9 0,4-10-1 0,0 19-7 0,0-19 2 16,2 15-2-16,1-8-4 0,-3-7 2 16,9 11 0-16,-4-7 0 0,7 2 1 0,-5-2 1 15,2 1 0-15,-2-1 7 0,-7-4-6 0,15 5 3 16,-10-2-2-16,-5-3-1 0,9 7 1 0,-9-7 2 15,6 8 5-15,-6-8 0 0,0 0 0 0,-7 15 0 16,0-7 2-16,0-2 7 0,-7 4-8 0,1-1-1 16,-1 2-5-16,-2-2-17 0,2 1-28 0,-2-1-37 15,-3 2-55-15,2-2-57 0,-1 2-93 0,-1-2-152 16,-7-2-480-16,-4 1 213 0</inkml:trace>
  <inkml:trace contextRef="#ctx0" brushRef="#br0" timeOffset="-19296.11">8111 16537 131 0,'-5'-8'195'0,"0"-1"-12"15,-2 1-13-15,-2-1-7 0,-2 1-8 0,1-1 0 16,-2 3 25-16,1-1-8 0,-1 3-3 16,0 1-25-16,0-3 8 0,0 3-5 0,0 0-7 15,1 2-12-15,11 1-7 0,-24 0-10 0,14 1-6 16,-2 2-7-16,2-1-9 0,0 4-3 0,1 0-9 16,0 2-2-16,1-1-5 0,2 3-8 0,-4 3 1 15,2 0-12-15,3 3-3 0,-1 0-8 0,-1 0-1 16,2-2-5-16,3-3-9 0,0 2 5 0,1-1-5 15,1-1-4-15,1 2 2 0,-1-3-5 0,3 0 2 16,-2-1-7-16,-1-9-2 0,5 13 0 0,-1-5-1 16,-4-8 3-16,8 12-2 0,-3-7-3 0,-5-5 4 15,9 8-1-15,-3-6 0 0,-6-2-6 0,16 3 3 16,-6-5-1-16,-10 2-1 0,19-3 2 0,-10-3-8 16,4 0-17-16,-3 1 17 0,-1-4 0 0,3-3 5 15,0 0 1-15,-4-1-6 0,2-3 0 0,-2 1 3 16,-2-2 0-16,-1-2-1 0,0-5-2 0,2-2 4 15,-4 2-4-15,-1-2-4 0,-1-1 1 16,2 0-2-16,-2 0 2 0,-1 2-5 0,-3-7 4 16,1 7-2-16,0-6 0 0,-3 4 1 0,2 2 3 15,0-2 0-15,1 9 6 0,-1 1 2 0,2 2 3 0,-2 6 7 16,3 9 7-16,-3-17-6 0,3 17 1 16,-2-13-4-16,2 13-2 0,0 0 1 0,-3-12-10 15,3 12-11-15,0 0 12 0,0 0 1 0,0 0-13 0,0 0 14 16,0 0 0-16,0 0 7 0,8 38-2 15,-5-18 6-15,-1 5-2 0,2 6-12 0,-1 1 11 16,-1 0-3-16,-2 4-4 0,1-3 6 0,1 0 4 16,-2-1-22-16,0 0 20 0,0-1-6 0,-2-1 1 15,1-1-8-15,1-3 6 0,-2 1 6 0,0-2-19 16,1-7-18-16,1 7-18 0,-1-7-28 0,2 0-29 16,-2-2-34-16,1 0-41 0,1-5-37 0,0 0-46 15,3 0-57-15,-1-1-156 0,2-1-508 0,-5-9 225 16</inkml:trace>
  <inkml:trace contextRef="#ctx0" brushRef="#br0" timeOffset="-18994.25">8414 16271 256 0,'0'0'265'0,"0"0"-2"0,-14-4-15 16,14 4-19-16,0 0-22 0,0 0-20 0,0 0-17 16,-12-5-25-16,12 5-3 0,0 0-17 0,0 0-9 15,0 0-12-15,0 0-12 0,30-11-6 0,-18 8-10 16,1-2-8-16,1 2-16 0,-1 0-15 0,6 0-22 15,-3-2-30-15,-2 1-33 0,2 0-33 0,-3 2-28 16,-13 2-27-16,22-3-31 0,-12 2-28 0,-10 1-161 16,14-3-384-16,-14 3 170 0</inkml:trace>
  <inkml:trace contextRef="#ctx0" brushRef="#br0" timeOffset="-18563.77">8511 16234 112 0,'0'0'194'0,"0"0"-6"0,-13 4-12 16,13-4-6-16,-5 6-6 0,5-6 11 0,-5 15 0 16,0-4 10-16,4 6-3 0,-1 0-11 0,1 1-9 15,0 0-4-15,1 8-7 0,0-6-14 0,0-1-12 16,0-2-10-16,0 1-13 0,1 0-2 0,0-2 0 16,1 0-7-16,-1 2-10 0,-2-2-3 0,1-5-4 15,-3 2-7-15,2-1-2 0,0-2-5 0,1 0-5 16,-3 0-14-16,3-10-4 0,-4 14 2 0,2-9-1 15,2-5-5-15,-8 12 1 0,5-5-8 0,3-7-5 16,-12 9 3-16,6-6-3 0,-1 1-5 16,7-4-1-16,-15 4-3 0,15-4 0 0,-19 4 1 0,8-5-5 15,11 1 4-15,-21 1-8 0,21-1 1 0,-13-3-15 16,13 3 15-16,-11-1-13 0,11 1 14 16,0 0-5-16,0 0 3 0,-14-1-4 0,14 1-4 15,0 0 1-15,0 0-1 0,0 0 6 0,0 0-11 16,0 0 4-16,0 0 4 0,0 0-16 0,0 0 19 15,0 0-3-15,45 1-3 0,-35 0-20 0,-10-1-1 16,24 0-16-16,-11-1-23 0,1 1-33 0,4-1-24 16,3-1-25-16,-1 1-18 0,-2-5-16 0,4 2-20 15,-1-2-21-15,-1 0 1 0,7-3-9 0,-7 2 16 16,0 0 5-16,0-2-119 0,-3 3 281 0,-2-3-219 16,-3 4-285-16,-2-3 127 0</inkml:trace>
  <inkml:trace contextRef="#ctx0" brushRef="#br0" timeOffset="-18361.7">8732 16548 913 0,'5'-8'-63'0,"-5"8"29"0,7-11 22 0,-7 11 25 16,2-13 24-16,-2 13 18 0,-1-14 18 0,1 14 10 15,-3-12 17-15,3 12 10 0,-4-11 8 0,4 11 15 16,-6-8 12-16,6 8-7 0,-5-8 12 0,5 8-7 16,0 0-10-16,-6-5-7 0,6 5-19 0,0 0 2 15,0 0 13-15,0 0-5 0,0 0 3 0,-7 21-11 16,5-10 2-16,0 6-15 0,0-2-3 16,2 1-7-16,0 2-2 0,0-1-13 0,-2 2 0 15,1-2-6-15,0-3-16 0,2 4 1 0,-2-1 0 0,0-5-13 16,1 4-1-16,-2-3-2 0,2-3-20 15,-2 3-14-15,2-2-24 0,0-11-31 0,-1 16-28 16,1-16-35-16,0 11-27 0,0-11-30 0,0 12-15 0,0-12-11 16,0 0-35-16,0 0-28 0,0 0-154 15,0 0-451-15,0 0 200 0</inkml:trace>
  <inkml:trace contextRef="#ctx0" brushRef="#br0" timeOffset="-17980.59">8742 16444 88 0,'7'-15'178'0,"-2"5"-2"16,1-1-2-16,1 3-1 0,-1 1-11 0,-1 0-10 16,-5 7-6-16,10-7-8 0,-10 7-3 0,13-6-2 15,-13 6-5-15,12 0-9 0,-12 0-7 16,0 0-3-16,17 6-5 0,-17-6-9 0,8 7-6 16,-4-1-9-16,-4-6-5 0,8 11-4 0,-6-5-4 15,2 4-9-15,-4-10-1 0,0 22-4 0,0-10-3 0,-1 1-8 16,-4 0-2-16,1 3-3 0,-1-4-8 0,0 2-2 15,1-1-5-15,-1-3-2 0,2 2-2 16,-1-2-3-16,3-3-4 0,-1 5 1 0,3-4-4 16,-1 1-6-16,0-9 3 0,7 18-1 0,-3-12-3 15,0-1-1-15,1 3 5 0,2-2-6 0,-2 0 0 16,5-1 3-16,-5 1-4 0,-5-6 4 0,10 7-12 16,-5-3 17-16,-5-4-6 0,10 8 3 0,-10-8 0 15,7 8 3-15,-7-8-1 0,3 10 4 0,-3-10 1 16,0 10-2-16,0-10-13 0,-6 15 13 0,2-8-2 15,-2 0 0-15,-1 3-4 0,-1-1-9 0,0 0-17 16,-2-1-17-16,-3 2-23 0,3-3-45 0,-1 1-18 16,0 0-38-16,-4 1-57 0,1 0-203 15,1 0-458-15,0-3 202 0</inkml:trace>
  <inkml:trace contextRef="#ctx0" brushRef="#br0" timeOffset="-17563.84">7983 17165 259 0,'-17'2'280'15,"4"-1"-11"-15,0 1-13 0,1-2-20 0,12 0-21 16,-11 3-19-16,11-3-24 0,-9 2-14 0,9-2-9 16,0 0-13-16,0 0-4 0,0 0-14 0,50 5-3 15,-18-6-13-15,6-2-7 0,17-3-5 0,5-1-11 16,6-2-3-16,23-6 4 0,-27 3-2 0,29-4-5 16,-30 1-8-16,6 5-11 0,20-6 5 0,-28 4-11 15,-2 1 2-15,-5 2 3 0,-2-2 3 0,-12 6-1 16,1-2-9-16,-1-3 0 0,-3 4 0 15,-2-1-2-15,0-1 1 0,-5 1-6 0,-6 3 1 16,-4 0 4-16,-1 0-11 0,-5 2-6 0,-12 2 1 16,16-5-6-16,-16 5 19 0,14-1-19 0,-14 1-3 15,0 0-11-15,0 0-21 0,0 0-28 0,0 0-36 16,0 0-44-16,0 0-51 0,0 0-64 0,-40 16-50 16,13-8-282-16,-1 4-616 0,-5-3 273 0</inkml:trace>
  <inkml:trace contextRef="#ctx0" brushRef="#br0" timeOffset="-15481.41">8246 17476 179 0,'-5'-6'223'0,"5"6"-6"0,-6-7-6 15,6 7-14-15,-8-3-11 0,8 3-12 0,-11-3-7 16,11 3-10-16,-17 3-8 0,7 0-13 0,-3 4-5 16,3-1-6-16,-3 5-9 0,-1-1-1 0,6 1-16 15,-3 1-5-15,1 1-5 0,-1 2-6 0,2 1-9 16,2 0-2-16,2-2-10 0,1-3-6 0,1 1-8 16,0-1-4-16,0-1-8 0,2-1-1 0,1-9 1 15,-2 19-4-15,2-19-6 0,3 11-3 0,1-4-2 16,-4-7-2-16,6 9-5 0,-6-9-1 0,14 3 0 15,-14-3-1-15,12 1 1 0,-12-1-1 0,0 0-4 16,30-9 2-16,-21 1-1 0,2 2 0 0,-4-2-2 16,4-4 10-16,-5 3-9 0,4-3-4 15,-5-1 2-15,2-4 1 0,-2 2 0 0,-1-3-5 16,-1 2 4-16,-1-4 6 0,-2-5-6 0,1 6 1 16,-2-6-9-16,-1-2 4 0,-1 1-1 0,0 1 7 15,2-2-6-15,-2 3 4 0,-2-1 0 0,1 7-4 16,3 1 7-16,0 4 7 0,1 13 2 0,-4-22-2 15,4 22 7-15,-2-13-8 0,2 13 0 0,0 0-7 16,-1-16-3-16,1 16-2 0,0 0-5 0,0 0 0 16,0 0 3-16,0 0-2 0,0 0 4 0,0 0 8 15,0 0 6-15,5 44-7 0,-1-17 0 0,-1-1 3 16,-2 3 1-16,2-4 1 0,-3 7-6 0,1-5 7 16,2 0 4-16,-3-1-9 0,1 1 0 0,0-3-1 15,0-5 5-15,3 0-3 0,-4 6-2 0,3-1 2 16,-3-7-5-16,3 0-6 0,1-2-16 0,0-5-17 15,0 1-19-15,0-3-18 0,1 0-28 0,3-2-28 16,-3 0-33-16,-5-6-30 0,16 5-51 0,-16-5-30 16,31-4-193-16,-9 0-499 0,-3-3 221 0</inkml:trace>
  <inkml:trace contextRef="#ctx0" brushRef="#br0" timeOffset="-15282.91">8599 17265 19 0,'0'0'227'0,"0"0"-3"0,0 0-19 15,-6-4-19-15,6 4-12 0,0 0-16 0,0 0-15 16,0 0-10-16,0 0-11 0,0 0-10 0,27-5-7 16,-16 3-17-16,3-4-12 0,-1 3-16 15,6 0-19-15,-2 0-33 0,-3-1-30 0,0 3-32 16,-14 1-39-16,24-4-39 0,-12 2-28 0,-2 1-110 15,-10 1-293-15,0 0 129 0</inkml:trace>
  <inkml:trace contextRef="#ctx0" brushRef="#br0" timeOffset="-14881.58">8684 17292 177 0,'-2'10'184'0,"2"-10"1"16,-5 17-2-16,6-5 5 0,-1 1-1 0,-1 0-9 15,1 2-10-15,1 2-14 0,-1-5-8 16,0 0 3-16,3 5-4 0,-2-4-16 0,1-2-7 16,-1 6-12-16,1-3-13 0,2 0-6 0,-1-2-8 0,-2-1-12 15,0-2-4-15,2 2-4 0,-3-11-5 0,2 21-10 16,-2-11 1-16,0-10-7 0,-3 15-2 16,3-15-5-16,-7 15 0 0,5-7-7 0,-3-3 2 15,5-5-5-15,-11 10-4 0,4-5-1 0,7-5 5 16,-12 7-8-16,12-7-3 0,-14 1-1 0,14-1-3 15,0 0-2-15,-19 0 9 0,19 0-10 0,0 0 1 16,-18-1-6-16,18 1 3 0,0 0 1 0,0 0-8 16,0 0 2-16,0 0 1 0,-17 0-5 0,17 0 1 15,0 0 0-15,0 0 3 0,0 0 0 0,0 0-3 16,0 0 6-16,0 0 3 0,0 0-3 0,43 1-1 16,-29-1-2-16,-2 0 0 0,6 0 4 0,0-1-19 15,0-2-13-15,-5 3-20 0,7-1-34 0,2-3-34 16,-5-1-33-16,3-1-30 0,1-1-23 15,4-2-16-15,1-1 1 0,2 0 9 0,-4 0-123 16,3-2-358-16,-4-1 159 0</inkml:trace>
  <inkml:trace contextRef="#ctx0" brushRef="#br0" timeOffset="-14663.04">9077 17471 542 0,'0'0'-22'0,"7"-13"22"16,-7 13 35-16,2-11 23 0,-2 11 18 0,0 0 21 16,-2-15 17-16,2 15 10 0,0 0 15 0,-9-8 7 15,9 8 3-15,-11-5 4 0,11 5 7 0,-14 0 2 16,14 0-1-16,0 0-1 0,-24 5 4 0,15 1-3 15,9-6-3-15,-15 14 12 0,6-6-12 0,2 1 5 16,-3 3-5-16,1 4-14 0,3-1-13 0,1-3-8 16,0 0-19-16,2 1-10 0,-1-2-2 0,4 6-15 15,0-17-10-15,2 20-5 0,1-10-3 0,1 0-10 16,1 1-8-16,-5-11-28 0,14 14-10 0,-4-10-30 16,2-1-26-16,-12-3-35 0,23 2-33 0,-10-4-42 15,5-1-54-15,0-2-39 0,7-6-49 0,5 1-232 16,-5-5-580-16,3 1 258 0</inkml:trace>
  <inkml:trace contextRef="#ctx0" brushRef="#br0" timeOffset="-14396.08">9933 16876 277 0,'0'0'307'0,"0"0"-2"15,0 0-6-15,-12-3-12 0,12 3-26 0,0 0-26 16,0 0-16-16,0 0-19 0,0 0-16 16,0 0-14-16,14-15-13 0,-14 15-22 0,12-7-13 15,-2 3-14-15,0-2-30 0,0 2-25 0,3 1-38 0,-1-1-40 16,0-1-48-16,-3 1-46 0,2 2-46 15,-11 2-50-15,12-4-39 0,-12 4-174 0,0 0-461 0,0 0 204 16</inkml:trace>
  <inkml:trace contextRef="#ctx0" brushRef="#br0" timeOffset="-14220.32">9891 16980 77 0,'-7'7'286'0,"-1"-1"5"0,2 0-5 0,1-2-8 16,-1 0-20-16,2 1-14 0,4-5-15 0,-5 7-16 15,5-7-7-15,0 0-15 0,0 0-4 0,0 0-20 16,0 0-15-16,18 8-16 0,-18-8-21 0,0 0-30 16,26-5-36-16,-12 0-41 0,3-1-54 15,-2-3-60-15,2 2-63 0,0-1-78 0,0 0-235 16,2-1-522-16,-1 4 231 0</inkml:trace>
  <inkml:trace contextRef="#ctx0" brushRef="#br0" timeOffset="-9889.3">11587 16680 118 0,'10'0'166'0,"-10"0"-10"0,0 0 2 0,0 0-5 15,0 0 7-15,0 0-4 0,0 0-2 0,0 0 4 16,0 0-1-16,0 0-7 0,0 0-8 16,0 0-8-16,0 0-4 0,0 0-4 0,0 0-7 15,0 0-2-15,0 0-6 0,0 0-4 0,0 0-12 16,0 0 2-16,0 0-8 0,-27-7-3 0,27 7-3 15,-12 0-2-15,12 0-8 0,-13 0 0 0,13 0-5 16,-10 0 5-16,10 0-2 0,-12-2-6 0,12 2-9 16,0 0 1-16,-9 0-2 0,9 0-3 0,0 0-7 15,-9 2-6-15,9-2-4 0,0 0-7 0,0 0-7 16,0 0-2-16,0 0 10 0,0 0-14 0,0 0 4 16,0 0-5-16,0 0 3 0,31 6-3 0,-11-5-2 15,0-2-1-15,1 2 3 0,9 0 1 0,-9-2-5 16,5-3 0-16,2 4-3 0,-5-1 3 0,-6 1 4 15,4 0-7-15,-1-2 2 0,-2 2-2 0,-1 0-3 16,0 0-3-16,-3 0 9 0,-2 0-5 0,-12 0-1 16,19 0 1-16,-19 0-4 0,11 0 8 15,-11 0-2-15,14 0-3 0,-14 0 1 0,0 0-5 16,11-2 8-16,-11 2-1 0,0 0 1 0,0 0-4 0,0 0 3 16,13 2 9-16,-13-2 14 0,0 0-12 0,0 0-7 15,0 0 1-15,0 0-3 0,0 0-1 0,0 0-7 16,0 0-17-16,0 0-24 0,0 0-36 15,0 0-44-15,0 0-57 0,0 0-66 0,0 0-74 16,0 0-262-16,0 0-627 0,0 0 277 0</inkml:trace>
  <inkml:trace contextRef="#ctx0" brushRef="#br0" timeOffset="-8733.99">12837 16248 115 0,'0'0'186'16,"-4"-9"4"-16,4 9-8 0,-2-5 6 0,2 5-8 16,0 0 4-16,-3-9-5 0,3 9-4 0,0 0-7 15,0 0-10-15,-3-9-11 0,3 9-13 0,0 0-10 16,0 0-17-16,0 0-10 0,0 0-12 0,0 0-4 15,0 0 1-15,0 0-3 0,0 0 1 0,0 0-2 16,3 29-11-16,-3-17 6 0,0 4 2 0,0 4-4 16,2 5-5-16,-1-5 1 0,-4 4 0 0,3 0 2 15,2 1-14-15,-1-6-5 0,-1 2-13 0,-1-2 3 16,2 5 5-16,-2-6-14 0,1 0 3 0,1-1-12 16,0-2 4-16,-1 2 5 0,1-2-10 0,-2 0 0 15,1-2-1-15,3-1-4 0,-1-1-1 0,-2 0-1 16,0-2-5-16,2-1-14 0,0 0-14 0,-2-1-25 15,0-7-15-15,2 12-19 0,-2-7-16 0,0-5-9 16,0 0-10-16,2 7-11 0,-2-7-18 0,0 0-18 16,0 0-35-16,0 0-26 0,0 0-28 15,0 0-158-15,0 0-438 0,0 0 193 0</inkml:trace>
  <inkml:trace contextRef="#ctx0" brushRef="#br0" timeOffset="-8297.05">12877 16143 59 0,'11'-7'148'0,"-2"1"-1"0,2 0-10 16,-11 6-11-16,21-6-7 0,-12 4-14 0,-9 2 7 16,20-1-15-16,-9 2-1 0,0 2 5 0,1 4 0 15,-3 0 0-15,-1-2-8 0,0 5-8 0,-2 1-2 16,-2 1 5-16,1 3-5 0,-3 2 1 0,-4 0-4 15,-3 0-8-15,-1 7-4 0,0-8-9 0,-6 2-6 16,-1 6 0-16,1-9-10 0,1 1-1 0,-4-3-4 16,1 1-3-16,-2-2 0 0,0 1-3 0,3-7 0 15,-3 3-6-15,5-4-1 0,1 0-3 16,-1 2 0-16,5-5-4 0,-1 0 2 0,7-2-4 0,-13 2-1 16,13-2 6-16,-9 0-4 0,9 0 2 0,0 0-4 15,-7-7-1-15,7 7-1 0,0 0 0 0,-2-9-3 16,2 9 1-16,0 0-5 0,0 0 2 15,0 0-2-15,13-8-5 0,-13 8-1 0,9 0 4 16,-9 0-5-16,12 3 4 0,-6 0-3 0,3 2 5 16,-3-1-2-16,6 3 8 0,-3-4-1 0,2 7 1 15,-1-4-1-15,1 0-2 0,2 2 0 0,0 2 30 16,0 0-2-16,-3-3-7 0,1 0-11 0,0 3-25 16,-1-3-32-16,-2 1-37 0,1 0-31 0,1-1-46 15,-2-1-40-15,3 0-44 0,1-2-148 0,-7 0-416 16,5-3 185-16</inkml:trace>
  <inkml:trace contextRef="#ctx0" brushRef="#br0" timeOffset="-7996.76">13365 16413 177 0,'0'0'263'0,"0"0"-1"0,-7-13-10 0,7 13-15 16,0 0-7-16,-16-2-7 0,16 2-14 15,0 0-10-15,-18 5-7 0,7 1 2 0,2 4-11 16,-2-3-1-16,-1 8-8 0,1-2-9 0,2 2-7 16,-2-1-12-16,2 1-15 0,0 0-11 0,2 2-6 15,2-3-9-15,1 2-8 0,2-5-24 0,2 3 7 16,0-2-9-16,-2-3-14 0,2-9-4 0,2 17-4 16,2-7-5-16,1-3-5 0,-5-7 2 0,11 14-9 15,-4-10-3-15,2 0-3 0,0-2-9 0,2-1-5 16,2 0-14-16,1-1-13 0,-14 0-20 0,22-1-25 15,-10-1-38-15,-1 2-26 0,-11 0-42 0,14 0-43 16,-14 0-30-16,15 0-69 0,-15 0-256 0,0 0-610 16,9 8 270-16</inkml:trace>
  <inkml:trace contextRef="#ctx0" brushRef="#br0" timeOffset="-7503.87">12583 17027 189 0,'-14'-1'284'0,"14"1"0"16,-17 0-5-16,17 0-28 0,-14 0-21 0,14 0-20 15,0 0-21-15,0 0 0 0,0 0-17 0,0 0-8 16,0 0-9-16,0 0-10 0,59 9-15 0,-26-6-10 16,3-5-9-16,16-1-6 0,0 0-4 15,3 0-8-15,3-2-11 0,-1-2 6 0,1-1-24 0,1 0 16 16,-3 2-11-16,0 0 13 0,-2-1-9 15,-2 0-3-15,-14 0 0 0,16-2-7 0,-16 4 4 16,1 0-13-16,-2 1 2 0,-3-1 0 0,-2 1-3 16,-3 0-10-16,0 2 3 0,-10-1-2 0,-2 1-5 0,-2 0-5 15,-3 2 2-15,-12 0-12 0,23-1-2 0,-23 1 0 16,0 0-4-16,15-1-1 0,-15 1 2 0,0 0-6 16,13-3 2-16,-13 3-1 0,0 0 4 15,0 0-21-15,0 0-13 0,0 0-18 0,0 0-21 16,0 0-26-16,0 0-32 0,0 0-26 0,-42 4-36 15,42-4-35-15,-23 5-33 0,12-4-40 0,2 1-52 16,9-2-193-16,-20 7-571 0,20-7 252 0</inkml:trace>
  <inkml:trace contextRef="#ctx0" brushRef="#br0" timeOffset="-6582.91">12428 17376 115 0,'-3'-7'265'0,"3"7"-3"0,-6-12-3 0,6 12-10 0,-2-10-6 16,2 10-15-16,0 0-9 0,-3-11-21 15,3 11-15-15,0 0-22 0,0 0-11 0,0 0-11 16,0 0-6-16,0 0 11 0,0 0-7 0,0 0-2 16,-4 30-16-16,4-15-7 0,0 3-9 0,0-1-12 15,4 2-6-15,-4 0-10 0,1 0 2 0,1-2-11 16,-1 2-7-16,0 1 0 0,1-2-16 0,0 0 5 15,0-2 1-15,1 1-14 0,-3 0-5 0,0-6 4 16,1 4-7-16,1-3-28 0,-1-3-13 16,-1-9-16-16,1 19-21 0,-1-9-24 0,0-4-21 0,0-6-25 15,-1 12-23-15,1-12-26 0,0 0-17 16,-1 13-21-16,1-13-21 0,0 0-29 0,0 0-200 0,0 0-497 16,0 0 220-16</inkml:trace>
  <inkml:trace contextRef="#ctx0" brushRef="#br0" timeOffset="-6212.92">12429 17336 78 0,'8'-8'153'0,"-3"1"1"16,5 1-7-16,0 2 1 0,1 1 5 16,-1 2-8-16,-10 1-8 0,24 1 0 0,-11 2-10 15,-2-1-10-15,0 4-6 0,-1-3-14 0,-2 3-5 16,-1 1-8-16,2 1 4 0,-5 1-8 0,-4 1 4 15,0 2-10-15,0 0-7 0,-4 3-6 0,-3-4-7 16,1 3-4-16,-1 1-3 0,-5-2-12 0,1-1 1 16,-2-1-6-16,0 1-3 0,4-6-4 0,-3 1-1 15,1-1-5-15,0-1 1 0,2-2-3 0,0 1 1 16,0-2-2-16,3 1-1 0,6-3 0 0,0 0-1 16,-14 3-1-16,14-3 1 0,-7 3-1 15,7-3 2-15,0 0 0 0,0 0-4 0,0 0 4 16,0 0-2-16,0 0 5 0,0 0 0 0,18 14 5 15,-18-14 3-15,18 9 1 0,-8-5 2 0,2 1 7 0,-1-1-8 16,6 4-2-16,-6-2-1 0,7 0 0 0,-8 0-1 16,7 1-3-16,-4-1-18 0,0 1-26 15,-3 0-30-15,5 1-48 0,-5-2-48 0,1-2-47 0,-1-1-51 16,0 4-150-16,-1-2-431 0,-9-5 192 16</inkml:trace>
  <inkml:trace contextRef="#ctx0" brushRef="#br0" timeOffset="-5930.73">12879 17503 69 0,'0'0'258'0,"-11"-2"-4"16,11 2 0-16,-16 0-11 0,16 0-6 0,-20 5-9 15,9 0-4-15,2 0-12 0,0 1-10 16,-3 3 0-16,1 1-14 0,1 3 0 0,0-3-9 15,1 5-10-15,3-5-13 0,1 7-22 0,-2-3-6 16,5 0-17-16,2-3-11 0,-2 1-15 0,0-3-3 16,1 2-7-16,1-11 4 0,5 17-20 0,-3-9-6 15,5-1 10-15,-2 1-23 0,1-3 0 0,-6-5-30 16,16 9-19-16,-7-7-26 0,2 2-36 0,-1-3-46 16,-1 0-48-16,-9-1-34 0,22-4-44 0,-9 2-39 15,-2-2-25-15,5-3-176 0,-5 2-523 0,6-3 233 16</inkml:trace>
  <inkml:trace contextRef="#ctx0" brushRef="#br0" timeOffset="-5714.18">13088 17490 73 0,'0'0'242'0,"-4"-3"8"15,4 3-14-15,0 0-13 0,0 0 5 16,0 0-16-16,0 0-13 0,0 0-16 0,19 0-13 15,-19 0-19-15,21 0-10 0,-9-3-20 0,1 3-5 16,-2-3-11-16,3 2-11 0,-1-2-26 0,1 1-22 16,-1 0-27-16,1-1-43 0,-3 3-19 0,0-2-42 15,-11 2-33-15,16-3-28 0,-9 0-35 0,-7 3-30 16,10-2-135-16,-10 2-373 0,0 0 166 0</inkml:trace>
  <inkml:trace contextRef="#ctx0" brushRef="#br0" timeOffset="-5495.88">13203 17367 10 0,'-7'-4'257'0,"7"4"-13"15,0 0-14-15,0 0 3 0,0 0 10 0,0 0 4 16,0 0-7-16,-9 18-2 0,9-8-12 16,0 2-14-16,0 0-20 0,0 0-19 0,0 4-9 15,2-1-20-15,-4 1-13 0,4 0-9 0,0-4-7 16,-2-1-20-16,2 5-13 0,-2-4-6 0,3-1-16 15,-3 4-21-15,3-2-41 0,-1-3-39 0,-2 2-46 16,0-1-53-16,2-2-60 0,-2-9-57 0,4 16-251 16,-4-7-550-16,0-9 244 0</inkml:trace>
  <inkml:trace contextRef="#ctx0" brushRef="#br0" timeOffset="-5213.97">13503 17284 270 0,'0'0'319'0,"3"-8"-3"15,-3 8-11-15,0 0-32 0,0 0-15 0,0 0-14 16,0 0-5-16,0 0 5 0,0 0-6 0,0 0-17 16,0 0-9-16,3 36-18 0,-3-20-23 0,0-1-12 0,0 0-16 15,-1 3-13-15,1-1-9 0,0-1-12 16,-5 1-16-16,5-2-7 0,0 1-4 0,0-3-10 15,0 4-7-15,0-2-9 0,0-15-14 0,0 23-25 16,0-13-36-16,0-10-38 0,0 21-22 0,-2-14-35 16,2-7-33-16,2 20-45 0,-2-20-50 0,0 0-42 15,-2 16-54-15,2-16-197 0,-4 9-579 0,4-9 256 16</inkml:trace>
  <inkml:trace contextRef="#ctx0" brushRef="#br0" timeOffset="-4863.88">13490 17244 148 0,'5'-11'246'0,"3"1"-6"0,2 0-2 16,-1 3-24-16,2 0-11 0,0 3-8 0,0-1-18 16,-2 5-6-16,5 0-7 0,-14 0-15 0,21 4-8 15,-13-1-10-15,-1 2-12 0,1 1-13 0,-8-6-4 16,10 13-11-16,-8-4-2 0,-2 0-12 0,0 3-3 15,0-12-10-15,-7 22-6 0,2-11-6 0,-3-1-8 16,-1-2-7-16,2 3-6 0,-4-2-2 0,2-1-3 16,0 0-1-16,-1-3-3 0,0 1-4 0,3-1-5 15,7-5 1-15,-10 7-6 0,4-3 1 0,6-4 2 16,-9 4-2-16,9-4 4 0,-8 5-10 0,8-5 0 16,0 0 1-16,-8 3 2 0,8-3-8 0,0 0 5 15,0 0 7-15,0 0 3 0,0 0-2 0,12 18-4 16,-12-18 6-16,13 11 1 0,-7-6-7 15,4-1 6-15,-3 3 1 0,3 1-6 0,0-1-5 16,-1-1-19-16,0 2-39 0,-1-3-44 0,2 1-50 16,-1 0-49-16,-3-3-57 0,4 1-231 0,-10-4-527 15,0 0 233-15</inkml:trace>
  <inkml:trace contextRef="#ctx0" brushRef="#br0" timeOffset="-4396.92">13819 17321 213 0,'0'0'298'0,"0"0"-7"0,0 0-16 0,-3-12-23 15,3 12-16-15,0 0 1 0,0 0-1 0,0 0-11 16,0 0-14-16,0 0-6 0,3 38-16 0,-4-24-11 16,2 2-9-16,-1 1-14 0,0 0-20 0,2-6-8 15,-2 6-3-15,2-5-7 0,-2 5-11 0,0-5-11 16,2-2-9-16,-2-1-9 0,0-9-4 0,0 16-2 15,0-16-8-15,2 11-4 0,-2-11 3 16,0 9 11-16,0-9-2 0,0 0 7 0,0 0 6 16,0 0 2-16,0 13-4 0,0-13-8 0,0 0-9 15,0 0-9-15,0 0-3 0,0 0-7 0,0 0 0 16,0 0-8-16,0 0-3 0,0 0-3 0,-13-26-3 16,13 26-7-16,0 0-5 0,9-23 2 0,-1 14-10 15,-1 0-2-15,3 2-6 0,0 0-4 0,-1 0 6 16,7-1-8-16,0 0 4 0,-2 5-1 0,1 0 2 15,4 3-4-15,-4 0 0 0,-3 1 0 0,1 1 0 16,0 1 0-16,-4 2 5 0,0 0 6 0,-2 2-6 16,-2-1 2-16,-1 2-6 0,-4-8 4 0,4 15-2 15,-6-6-2-15,2-9 4 0,-11 18-1 0,4-9 2 16,-6 4 4-16,-1-3-10 0,1 0 2 0,-3 0 1 16,0-4 2-16,-4 2-12 0,4 1-15 0,-4-1-28 15,2-2-35-15,0-1-47 0,-4 1-53 0,4-3-67 16,-2 2-81-16,6-1-108 0,-4 0-226 15,0-3-728-15,0-1 323 0</inkml:trace>
  <inkml:trace contextRef="#ctx0" brushRef="#br0" timeOffset="6285.8">16050 16526 40 0,'-4'-8'196'0,"4"8"1"0,-4-11-6 0,4 11-6 16,-1-10-17-16,1 10-16 0,0 0-17 0,-2-11-12 15,2 11-18-15,0 0-14 0,0 0-9 0,0 0-10 16,0 0-5-16,0 0 9 0,0 0 16 0,-1 32 5 15,2-7-4-15,-1 3-6 0,3 7-11 0,-6-1-6 16,1 12-7-16,-3 1-4 0,2-3-6 0,-1-10-9 16,1 0-2-16,-3-3-4 0,3 2-4 0,0-2-3 15,-6 2 25-15,3-4 1 0,2-4-10 0,3 1-4 16,-3-7-7-16,2-1-1 0,1-1-4 0,1-2-2 16,0 1-2-16,-1-5-5 0,2-2-2 0,0 1-2 15,1-3-3-15,-1 3-1 0,2-3 4 0,2 2 11 16,0-4 3-16,0 1 2 0,1-3 2 0,1 2 0 15,2-2-4-15,2 1-1 0,-2-1 3 0,-1-2-2 16,7 1-3-16,2-1-9 0,-2-2-11 0,2-1-20 16,-2 1-17-16,2 0-31 0,1 1-31 0,-6-3-38 15,-12 3-34-15,25-5-41 0,-10 3-39 0,-4-2-201 16,0 1-481-16,-11 3 213 0</inkml:trace>
  <inkml:trace contextRef="#ctx0" brushRef="#br0" timeOffset="6703.85">16703 16620 76 0,'0'0'191'0,"0"0"0"16,-23 3-10-16,23-3-11 0,-19 6-5 0,10-1-14 16,-3 0-8-16,3 1-9 0,-1-2-12 0,1 4-11 15,3-1-9-15,6-7-12 0,-9 9-10 0,3-2-10 16,6-7-7-16,-5 10-6 0,5-10-3 0,-1 15-9 16,1-15 1-16,0 0-5 0,5 21-8 0,0-13-1 15,-5-8 1-15,9 11-8 0,-1-3-2 0,-8-8 3 16,15 12-5-16,-7-6-3 0,0 0 2 15,-8-6-6-15,11 12 0 0,-11-12 0 0,9 8-3 16,-9-8-2-16,5 9 5 0,-5-9 12 0,3 13 9 16,-3-13 3-16,-5 18-2 0,5-18 4 0,-13 17-7 15,1-5 1-15,0-1-6 0,0 2-2 0,-3-5-4 16,2 3 1-16,0-4-6 0,3 0 1 0,-4 1-7 16,2-1-12-16,3-1-18 0,-2-1-23 0,11-5-27 15,-14 7-21-15,14-7-43 0,-9 6-35 0,9-6-43 16,0 0-163-16,0 0-406 0,0 0 180 0</inkml:trace>
  <inkml:trace contextRef="#ctx0" brushRef="#br0" timeOffset="6919.51">16799 16706 63 0,'8'-12'229'0,"-8"12"8"0,7-8 5 0,-7 8-7 0,0 0-10 15,0 0-17-15,6-10-20 0,-6 10-19 0,0 0-16 16,0 0-14-16,0 0-9 0,0 0-9 0,0 0-9 15,0 0-11-15,0 0-6 0,7 26-12 16,-5-13-7-16,-3 2-11 0,2 0-4 0,3 1-4 16,-4 0-8-16,1 0-10 0,1-1-42 0,-1 3-8 15,1-3-40-15,1 1-36 0,-3-16-41 0,1 28-43 16,3-16-42-16,-3 0-190 0,-1 0-435 0,0-12 193 16</inkml:trace>
  <inkml:trace contextRef="#ctx0" brushRef="#br0" timeOffset="7302.74">17004 16845 47 0,'0'0'178'0,"0"0"-9"16,0 0-5-16,0 0-7 0,-37-19-5 0,37 19-14 16,-6-17-6-16,6 6-13 0,0 11-2 0,2-21-7 15,2 9 3-15,-4 12-4 0,7-18-7 0,-7 18-7 16,7-12-12-16,-7 12-6 0,13-8-11 0,-13 8 2 15,13-1-8-15,-13 1-3 0,0 0-4 0,22 12-9 16,-15-6 1-16,2 8-7 0,-1-3 2 0,0 3-3 16,-3 4-3-16,0-1-3 0,0 0-5 0,1 2-22 15,-2 0-24-15,0-2-42 0,1-1-28 0,0-1-37 16,0-1-50-16,0 2-189 0,-1-6-395 0,1-2 176 16</inkml:trace>
  <inkml:trace contextRef="#ctx0" brushRef="#br0" timeOffset="7669.26">17346 16698 130 0,'-16'-3'241'0,"16"3"-3"0,-16 5-3 16,8 3-11-16,-2 0-9 0,-2 3-8 0,2 3-19 15,-3 3-14-15,4 1-19 0,0 4-12 0,4-4-14 16,1 0-14-16,2-1-14 0,2-6-5 0,2 7-11 15,3-1-9-15,-1-5-2 0,5 0-13 0,0-2-1 16,1-1-1-16,2-2 1 0,3 2-2 0,-2-6-6 16,5 2-2-16,-1-5-5 0,2 0-3 0,-3-2 4 15,2-3-14-15,0-1 0 0,-1-2-3 0,-1 2-3 16,-3-4-4-16,-3 2-2 0,3-3-1 0,-4-4 0 16,-1 1-2-16,-1 1-7 0,-3 1 0 0,-3-1-3 15,1-2-1-15,-2 15-2 0,-3-21 2 0,-1 11-3 16,4 10 5-16,-7-14-1 0,7 14-2 0,-9-9 3 15,9 9 2-15,0 0-2 0,-21 4 2 16,21-4-3-16,-18 20 3 0,7-7-4 0,2 2 2 16,0 1-4-16,4 2 3 0,-1 0-6 0,3 1-22 15,3-1-29-15,3 0-60 0,2 0-51 0,0-3-66 16,4 2-70-16,-3-3-179 0,7-2-516 0,-2-4 229 16</inkml:trace>
  <inkml:trace contextRef="#ctx0" brushRef="#br0" timeOffset="8087.7">18039 16589 267 0,'0'0'263'16,"-1"-10"-18"-16,1 10-15 0,0 0-13 15,0 0-4-15,0 0-18 0,0 0 5 0,0 0-19 0,0 0-12 16,12 27-11-16,-10-15-19 0,6 1-1 0,-2 3-14 16,1-2-7-16,0 1-10 0,1 1-10 15,1-2-8-15,-3-3-9 0,1-2-11 0,1 3-3 16,2-3-7-16,-5 1-6 0,1-2-1 0,1 0-4 16,-2-2-9-16,0 1-4 0,-5-7-19 0,7 8 16 0,-7-8-14 15,7 8 13-15,-7-8 6 0,4 6 8 16,-4-6 2-16,0 0 17 0,0 0 2 0,0 0-9 15,0 0-13-15,0 0-1 0,14-14 7 0,-12 4-10 16,3-4-3-16,-1-2-15 0,3 0 8 0,-2-1-9 16,2-9 2-16,-3 8 5 0,3-1-16 0,-1 2 9 15,-2 1-7-15,1-1 3 0,0 6-2 0,-1 1-4 16,-2 4-15-16,-2 6-16 0,4-11-37 0,-4 11-39 16,0 0-13-16,0 0-33 0,0 0-40 0,0 0-43 15,0 0-45-15,7 31-42 0,-7-21-201 0,0-10-555 16,5 23 246-16</inkml:trace>
  <inkml:trace contextRef="#ctx0" brushRef="#br0" timeOffset="8319.46">18458 16741 28 0,'0'0'266'15,"0"0"10"-15,0 0-2 0,-13-16-4 0,13 16-8 16,0 0-12-16,-12-1-15 0,12 1-4 0,0 0-10 15,-18 14-7-15,9-7-2 0,0 3-26 0,-1 5-16 16,0 1-7-16,-4 7-15 0,5-5-15 0,0-1-12 16,0 1-7-16,4 0-23 0,-1 0-6 0,2-1-2 15,0-2-17-15,4 3-18 0,1-5-27 0,2-1-34 16,-1-2-24-16,3 0-40 0,3-1-35 0,3-4-44 16,4 1-31-16,4 0-43 0,2-6-50 0,-1-2-233 15,1-3-556-15,9-4 246 0</inkml:trace>
  <inkml:trace contextRef="#ctx0" brushRef="#br0" timeOffset="8537.18">18734 16770 165 0,'0'0'262'0,"-9"-4"9"16,9 4 5-16,0 0 2 0,0 0-2 16,-40 11-2-16,25-2-6 0,-1 3-18 0,-7 5-3 0,0 2-2 15,10-4-22-15,-6 3-6 0,9 0-17 16,0-1-21-16,0 0-18 0,1 1-12 0,3-3-19 15,-2 2-9-15,6-5-14 0,2 0-7 0,5 2-17 16,-2-2-18-16,1-2 9 0,0 0-13 0,-1-1-16 16,-3-9-25-16,22 10-31 0,-10-6-68 0,2-1-38 15,-1-2-61-15,6 2-74 0,0-5-71 0,3 1-309 0,-1 0-684 16,7-3 303-16</inkml:trace>
  <inkml:trace contextRef="#ctx0" brushRef="#br0" timeOffset="8919.64">19360 16922 233 0,'0'0'282'0,"0"0"-3"15,0 0-8-15,0 0-17 0,-16 15-14 0,9-8-23 16,-2 1-22-16,-7 3-17 0,2-1-22 0,-1 5-14 0,0-1-12 16,1 1-22-16,1-3-34 0,-2 0-35 15,4 1-50-15,2 2-64 0,-3-3-67 0,4 3-93 16,-5 0-155-16,6-5-421 0,-1 0 186 0</inkml:trace>
  <inkml:trace contextRef="#ctx0" brushRef="#br0" timeOffset="9437.35">19513 16592 118 0,'-5'-9'264'0,"1"2"-3"0,2 1-8 15,2 6-9-15,-4-10-12 0,4 10-20 0,-2-7-24 16,2 7-15-16,0 0-19 0,-3-8-16 0,3 8-5 15,0 0 18-15,0 0-5 0,0 0-6 0,19 23-3 0,-10-11-11 16,2 2-9-16,1 1-14 0,1 1-2 0,-2-1-11 16,4 6-7-16,-4-5-3 0,-1 0-12 15,0-1 3-15,0-1-15 0,2 0 4 0,-5-3-12 0,2-4-9 16,-1 2 5-16,1 0-13 0,-1-2-1 16,-1 2 1-16,-1-6-3 0,0 3-9 0,-6-6 4 15,6 6 1-15,-2-3 0 0,-4-3 22 0,0 0 4 16,6 5 16-16,-6-5-5 0,0 0-4 0,0 0-3 15,9-15-5-15,-5 5-3 0,3-2 2 0,-1-4-10 16,3-7-4-16,-1-1-9 0,2-1 1 0,-1 0-9 16,0-3-17-16,5-3-21 0,-4 0-16 0,3 5-16 15,-2 0-17-15,1 2-24 0,-3 6-23 0,-2 4-44 16,-1 5-47-16,-3-1-57 0,1 7-27 0,-4 3-3 16,0 0 1-16,0 0-198 0,12 18-533 0,-12-5 236 15</inkml:trace>
  <inkml:trace contextRef="#ctx0" brushRef="#br0" timeOffset="9652.78">19934 16758 216 0,'0'0'238'0,"0"0"6"16,0 0-10-16,0 0-12 0,-25-4-1 0,25 4-10 0,0 0-12 15,-4 17-16-15,4-17-15 0,0 18-16 0,0-6-14 16,-1 0-5-16,2 6-20 0,-1 0-12 0,3 1-9 15,-3-2-9-15,4 2 13 0,-3-1-15 16,0-1-26-16,1-2-20 0,-1-2-27 0,0 0-25 16,0-3-39-16,1 0-31 0,-1-1-37 0,-1-9-33 15,3 12-36-15,-3-8-42 0,0-4-158 0,0 0-425 16,0 0 188-16</inkml:trace>
  <inkml:trace contextRef="#ctx0" brushRef="#br0" timeOffset="10019.29">19995 16735 188 0,'9'-6'214'0,"-4"1"7"0,1 0-12 0,-6 5-5 15,14-4-16-15,-14 4-9 0,17 0-17 0,-17 0-10 16,15 4-11-16,-7-1-2 0,0 1-13 0,-8-4-6 16,10 10-7-16,-7-5-9 0,3 5-10 0,-4-3-10 15,-2-7-7-15,2 19-5 0,-5-10-16 0,3-9 4 16,-7 21-4-16,3-12-7 0,-2 1-8 15,1-1 1-15,5-9-14 0,-4 13-7 0,2-7-5 16,2-6-2-16,0 0-4 0,5 17-6 0,-5-17-10 16,6 10 11-16,0-5-3 0,0-1 2 0,-6-4-3 15,15 11-1-15,-10-9 0 0,3 3 4 0,-8-5-6 16,10 8 4-16,-5-4 0 0,-5-4 12 0,6 9 5 16,-6-9-3-16,1 12 10 0,-1-12-11 0,-3 16 19 15,-1-7-1-15,-1 2 1 0,-2-1-7 0,-1 0 6 16,0-1-11-16,2 0-3 0,-4 0 0 0,2 0-21 15,0-3-15-15,3 0-28 0,-2 1-27 0,7-7-28 16,-5 6-29-16,5-6-27 0,0 0-37 0,0 0-30 16,0 0-24-16,24 2-141 0,-6-9-419 0,0-3 186 15</inkml:trace>
  <inkml:trace contextRef="#ctx0" brushRef="#br0" timeOffset="10352.08">20452 16781 42 0,'2'-10'239'0,"-2"10"-8"15,0 0 3-15,0 0 2 0,0 0-6 0,-22 0-4 16,22 0-9-16,-18 12-8 0,9-6-14 0,-1 3-16 16,10-9-10-16,-12 17-17 0,6-8-9 0,0-1-13 15,6-8-20-15,-4 19-8 0,1-10-7 0,3-9-10 16,0 0-9-16,9 19-23 0,-4-11 13 0,-1-2-8 16,2 0-8-16,2-1-4 0,-8-5-4 0,12 5 0 15,-12-5-10-15,11 3 1 0,-11-3-7 16,12 4 1-16,-12-4-4 0,9 3-12 0,-9-3 7 15,0 0 6-15,0 0-7 0,0 0 0 0,0 0 1 16,0 0 1-16,0 0 6 0,0 0 9 0,-23 26 11 0,7-13-2 16,3-2 4-16,-4 3-5 0,-5 2-5 15,-5 1 24-15,5 2-22 0,1-2 11 0,7-4 2 16,3-1-6-16,1-2-3 0,6 0-8 0,-2 0 4 16,5 1-7-16,-2-3 3 0,3-8-8 0,5 15-2 15,2-7-5-15,-7-8-11 0,29 9-26 0,-2-6-28 16,3-4-44-16,2-2-56 0,3-3-59 0,2-1-74 15,17-3-63-15,-3 3-258 0,1-4-648 0,2 2 287 16</inkml:trace>
  <inkml:trace contextRef="#ctx0" brushRef="#br0" timeOffset="11437.15">21392 16540 285 0,'-12'-13'285'0,"3"5"-5"16,-5-2-4-16,-2 2-17 0,-3 4-15 0,0 1-5 15,-2 3-11-15,0 1 1 0,-4 6-16 0,-1 3-13 16,2 4-13-16,6-1-10 0,-2 5-18 0,0 1-12 16,4 2-16-16,-1 0-18 0,8-4-9 0,0 0-9 15,3 0-4-15,3 0-15 0,5-1-3 0,2-5-11 16,2 5-6-16,4-7-3 0,3 2-11 0,6-2 4 15,-2-1-7-15,3-4-6 0,8-1-4 0,-6-3-6 16,6-3 2-16,-1-2 0 0,-1-2-6 0,-6-2-8 16,0 1 4-16,3-4-1 0,-5 4-9 0,-4-6 7 15,-1 2-3-15,-1 0-3 0,-1-4-1 0,-3 3 0 16,-2-3-6-16,-1 0 0 0,-3 3-7 0,-2-4 4 16,-2 0 5-16,1 2-3 0,0 2 2 0,1-3 4 15,-3 5-11-15,1 2 8 0,2 9-6 0,-4-15 5 16,4 15-3-16,-5-10 3 0,5 10 1 0,0 0-11 15,-2-10 9-15,2 10-1 0,0 0 10 16,0 0 0-16,0 0 3 0,7 33 3 0,-6-16-3 16,3 1 2-16,-2 1 3 0,2 1 4 0,0-1-5 15,-1-1 0-15,3 0 7 0,-1-2-7 0,2 1 2 0,-1-2-7 16,3-1 6-16,1 1-3 0,-2-6-5 16,1 0 12-16,1-1 8 0,1-1-7 0,0-1 8 15,1 1 0-15,1-3-4 0,2-3 3 0,-2-2-10 16,5-3 2-16,0-2-1 0,-1 2 0 0,-4 0 1 15,3-5-1-15,-2 1-8 0,1-1-4 0,-3-3-6 16,-3 3 1-16,0-2-9 0,0-2-4 0,-3-2-2 16,-3 2-10-16,-1-4 0 0,0-1 2 0,-1 0-3 15,-4 0-5-15,-2 2 10 0,3-2 0 0,-6 0 4 16,3 2 2-16,-5 1-11 0,-2 2 11 0,3 4 1 16,-1 0-4-16,-1 3 5 0,0 0 10 0,1 2-7 15,1 0 7-15,9 4-4 0,-14-3 3 0,14 3-14 16,0 0 12-16,-15 4 1 0,15-4-5 0,-3 10 1 15,3-10 0-15,0 0 4 0,0 0 3 0,18 22 3 16,-10-18 0-16,3 2 2 0,2-2-1 0,0 0-8 16,3 1 7-16,2-2-4 0,0 0 1 0,-5 0-5 15,1-2 11-15,-1 1-6 0,-2 0-8 0,2 0 1 16,-13-2 3-16,16 6 2 0,-9-1 7 0,-1 1 2 16,0 1 8-16,-3 5-11 0,1-3 11 0,-1 1 9 15,-4 4 4-15,1 1-2 0,-2 1-2 0,1 0 4 16,0 0 1-16,-1-2-3 0,4 0-2 0,-2-1-8 15,2-1 9-15,0 0-7 0,2-2-8 0,-1 2 2 16,2-3 0-16,2 1-2 0,-1-5 8 0,3 2-8 16,2-1-1-16,1-4 3 0,8 1-10 0,0-5 8 15,7-2-2-15,-8-1-2 0,2 0 6 16,4-3-9-16,-5 0-5 0,-2 0 0 0,0-3 4 16,-4 1-10-16,0-3 4 0,-2 0-4 0,-1-1 4 15,-2 0-2-15,-4-2-12 0,4 0 3 0,-6-1 5 16,-3 2 1-16,1-1-4 0,-2 0 1 0,-2 4 6 15,-3-4-6-15,-1 6 6 0,2-1-5 0,-1 6 5 0,-4 1-4 16,10 4 9-16,-20 0-9 0,8 5 4 16,-1 3-2-16,-5 3-12 0,4 2 18 0,2 1 4 15,1 1-16-15,1 2-5 0,4-1-27 0,3 1-28 16,3 0-40-16,2 0-39 0,5-3-49 0,7 1-51 16,4-4-56-16,8-1-330 0,5 2-692 0,7-7 308 15</inkml:trace>
  <inkml:trace contextRef="#ctx0" brushRef="#br0" timeOffset="12170.04">22603 16818 166 0,'0'0'276'0,"23"-11"0"0,-19 6-8 16,1-2-12-16,-1 1-6 0,1-4-14 0,4 1-12 16,-3-1-9-16,5-5-13 0,-2 1-9 0,0 0-5 15,1-1-15-15,0 1-8 0,0-1-13 0,1-2-8 16,-1 1-9-16,1 1 0 0,-2-1-13 0,2 1-11 15,1-6-7-15,-5 4-10 0,-4 0-5 0,1 0-9 16,-2 3-4-16,-1 1-4 0,0 4 0 0,-2-3-3 16,0 4-3-16,1 8 2 0,0-12-6 0,-3 7-3 15,3 5-12-15,-6-5-14 0,6 5 5 0,0 0 10 16,-12 13-6-16,5-1-6 0,-1 3 1 0,1 4-7 16,5 0-2-16,-5 7-4 0,1-1 0 0,5 1-4 15,2-9-4-15,0 1 0 0,4-1-6 0,4-2 4 16,-1 0-2-16,-1-4 2 0,4 2-1 0,-3-3-6 15,2-3 3-15,6 0 0 0,-1-1 2 16,-2-3-3-16,-1-3-2 0,3-2-2 0,2-1 3 16,-3-1-4-16,0-3-5 0,-2 1 8 0,0 1-2 0,-3-1 1 15,3-4-1-15,-5 3-1 0,2-1 1 0,-3-2-9 16,0 2 9-16,0-2-4 0,-2-1-4 16,1 1-4-16,-1-1 2 0,0-5-5 0,0 5 2 15,0 2 1-15,-1-2 0 0,0 6-2 0,-1-1-5 16,-2 6 3-16,2-8-6 0,-2 8-3 0,0 0 15 15,0 0-3-15,0 0 4 0,0 0-4 0,0 0 6 16,13 14 1-16,-12-7 0 0,0-1-3 0,-1-6 4 16,2 13-2-16,0-8 1 0,-2-5 2 0,3 10-6 15,-3-10 9-15,2 9-8 0,-2-9-4 0,1 5 11 0,-1-5-2 16,4 5 4-16,-4-5 0 0,0 0 1 16,12 0-4-16,-12 0-7 0,14-2 13 0,-8-3-3 15,2 3 2-15,-2-2-2 0,-1 0-4 0,3-1 5 16,-2 3-8-16,-6 2 3 0,13-1-3 0,-13 1 4 15,13 3-6-15,-8-3 6 0,0 3-3 0,0 3-5 16,1 0 4-16,-3 0 2 0,2 2 4 0,-3 2-13 16,-1-1-23-16,0 1-26 0,-1-3-33 0,-1 3-38 15,0-1-51-15,-2 1-39 0,-3-2-50 0,5 3-57 16,-3-3-67-16,4-8-203 0,-11 11-646 0,11-11 287 16</inkml:trace>
  <inkml:trace contextRef="#ctx0" brushRef="#br0" timeOffset="12351.93">22804 16177 148 0,'-10'-5'262'0,"3"2"-29"15,7 3-20-15,-9-3-21 0,9 3-24 0,0 0-23 16,0 0-37-16,7 29-51 0,4-16-56 0,10 6-71 15,3 3-174-15,4-1-262 0,14 3 116 0</inkml:trace>
  <inkml:trace contextRef="#ctx0" brushRef="#br0" timeOffset="13020.32">23538 16449 159 0,'-12'-1'317'0,"-1"-2"-8"16,0 2-21-16,1 1 10 0,-6 3-25 0,4 2-16 16,-3 1-14-16,2 5-28 0,-2 0-11 0,4 4-26 15,1 1-2-15,-1 7-18 0,1-8-11 16,7 3-16-16,0 0-22 0,3-1-1 0,3 0-15 16,0-6-12-16,3 6 4 0,2-3-9 0,4-2-15 15,-2-2-3-15,0-3-5 0,3 1-9 0,1-3-9 16,-1-1 8-16,5 0 1 0,-3-3-16 0,-1-2 4 15,8-3-1-15,-3-1 3 0,-4 0-8 0,2-6-3 16,1 2 2-16,-1-3-7 0,-3 1 1 0,-1-3 1 16,-3-1-1-16,-1-1-10 0,0-3 0 0,-1 2-1 15,-1-2 0-15,-1-9 1 0,0 0-10 0,-4 1 10 16,1-3-6-16,2 4 1 0,-3-1 4 0,-3 1-4 16,1-1-1-16,-2 1 7 0,-1-2-5 0,0 4 2 15,1 5-4-15,1 2 3 0,-1 5-5 0,3 0 19 16,1 12-9-16,-5-20 2 0,5 20-4 0,-3-12-14 15,3 12 12-15,0 0-1 0,0 0-3 0,0 0 4 16,0 0-10-16,0 40 5 0,0-13 17 0,-2 4-5 16,3 0-8-16,-1 3 7 0,0 0-3 0,1-1 6 15,1-1-6-15,4-1-6 0,1-3-4 0,-1-2 7 16,3-3-6-16,2 0 9 0,-2-8-8 0,5 1 5 16,1-6 0-16,0 0-6 0,0-1 5 0,4-5-1 15,0 0 4-15,1-3 3 0,1-2-5 0,1-2-1 16,-1-1 1-16,5-4-2 0,-7 1-3 15,0-2 7-15,-3 1-5 0,-1-4 6 0,1-1-9 16,-2 2 8-16,-3-3-5 0,0 1-1 0,-5 2-1 0,2-5-3 16,-3 5 9-16,-3-1-9 0,-2 1-1 0,-1 1 3 15,-2 4-3-15,0-1 5 0,3 7-2 0,-11-14-3 16,5 10 0-16,6 4-2 0,-19 0-3 16,19 0 9-16,-27 13 1 0,14-3 0 0,0 4-4 15,-1 1-1-15,5 1 8 0,-1-1-11 0,0 1 3 16,5 2 1-16,2-1 4 0,2 0-3 0,5 0 2 15,0-1 1-15,0-2-23 0,4-5-30 0,1 1-43 16,4 2-39-16,2-4-48 0,0 0-45 0,2-2-41 16,4-3-46-16,-2 1-46 0,0-4-190 0,0 0-594 15,1-5 262-15</inkml:trace>
  <inkml:trace contextRef="#ctx0" brushRef="#br0" timeOffset="13252.24">24179 16264 90 0,'-3'-10'305'0,"1"0"-2"0,2 10-10 16,-3-14-16-16,3 14-16 0,0 0-15 0,0 0 6 15,0 0-2-15,0 0-14 0,0 0-15 0,0 45-16 16,2-18-25-16,-2 0-10 0,1 5-21 0,1 0-6 16,1-1-19-16,-3 2-9 0,2-2-8 0,-1-1-14 15,0 0-3-15,0-1-8 0,1-2-9 16,0-1-7-16,-3 0-9 0,2-7-28 0,-1 0-26 0,1-1-31 15,-1-3-42-15,-1 1-49 0,1 1-52 0,-1-6-60 16,1-2-50-16,-1 0-306 0,-3 0-636 0,4-9 282 16</inkml:trace>
  <inkml:trace contextRef="#ctx0" brushRef="#br0" timeOffset="13687.01">24246 16479 197 0,'10'-5'261'16,"-4"3"2"-16,4 1-5 0,-3 0-8 0,-7 1-8 16,15 1-27-16,-9 1 0 0,0 2-13 0,-6-4-20 15,10 9-11-15,-9-2-17 0,2 1-11 0,-5 2-13 16,0-2-18-16,-5 4-5 0,2-3-19 0,-1 2-1 16,-3-1-11-16,-4 2-3 0,4-5-14 0,0 2-8 15,2-3-9-15,2 0 2 0,1-4-6 0,-1 1-2 16,5-3-8-16,-7 5-2 0,7-5 2 0,0 0-5 15,0 0-1-15,0 0-4 0,0 0-2 0,22 0-6 16,-8-2 6-16,5-1 0 0,-2-2-4 0,2-1-4 16,-1 0 3-16,7-4-2 0,1-2-3 15,-7 5 5-15,0-2-3 0,-1-2 0 0,0 2-3 0,0-1 3 16,-6 0-18-16,5 0 17 0,-8 2-2 16,3-5-2-16,-5 4 2 0,-1 0 0 0,-4-1 1 0,-1 1-2 15,-1 9-5-15,2-18 7 0,-2 18 2 16,-4-13-1-16,-1 4 9 0,5 9 12 0,-17-8 6 15,11 6 1-15,-5 1 10 0,11 1 5 0,-19 7 8 16,11 1-5-16,-3 4 1 0,-3 2-4 0,3 2-1 16,-2 1-10-16,3 1 2 0,1 5-4 0,1-6-1 15,2-1-19-15,4 2-31 0,4-3-55 0,-2 2-44 16,1-4-59-16,2-1-54 0,4-1-43 0,3-3-70 16,-3 1-240-16,0-5-627 0,5-2 279 0</inkml:trace>
  <inkml:trace contextRef="#ctx0" brushRef="#br0" timeOffset="14019.48">24597 16512 146 0,'2'-7'296'0,"-2"7"-4"16,0 0 12-16,0 0-9 0,0 0-10 0,0 0-18 16,17 16-15-16,-12-7-28 0,-2-1-10 0,-2 2-14 15,2-1-14-15,-2 2-16 0,1 0-10 0,-2-11-15 16,2 13-10-16,-2-13-8 0,2 14-7 0,-2-9-2 15,0-5-11-15,0 9 17 0,0-9 1 0,0 0-16 16,3 6-11-16,-3-6-9 0,0 0-9 16,0 0-7-16,0 0-5 0,0 0-12 0,0 0-4 15,5-31-10-15,-2 22-9 0,0-2 1 0,4 1-6 0,2-4-9 16,-1-3-4-16,-1 2-12 0,6-1 2 16,-3 3 1-16,0 3-6 0,-1 1 1 0,0 0 4 15,-1 2-2-15,1 1 1 0,-4 4 2 0,3 0-6 16,-8 2-3-16,12 4 5 0,-3 2 2 0,-4 1-5 15,-2 3 2-15,-1 2-6 0,0 0-24 0,-1 0-35 16,0 5-54-16,-1-2-27 0,0 2-47 0,2-4-52 16,-6 2-36-16,6-3-45 0,3 0-296 0,-1-2-672 15,3-3 298-15</inkml:trace>
  <inkml:trace contextRef="#ctx0" brushRef="#br0" timeOffset="14635.7">25094 16435 205 0,'-5'-5'307'16,"-4"2"2"-16,2 1-9 0,-4 1 1 0,0 1-17 15,-1 2-21-15,3 3-11 0,-6 4-14 0,2 2-15 16,-1-1-22-16,1 5-13 0,3-1-19 0,1 1-14 16,0-1-8-16,4 1-15 0,0 2-19 0,2-5-2 15,3 0-10-15,0-1-9 0,3-2-10 16,-1 2-18-16,4-2 1 0,3-3-6 0,-1 1 0 15,4-2-5-15,-3 0-14 0,2-3 4 0,2-2-7 0,-2-1-4 16,1-3-1-16,0-1-11 0,-2-2 3 0,2 2 2 16,-3-4-6-16,1-1 0 0,-2 1 1 0,-1 0 0 15,-3-2-3-15,2-6-5 0,-1 1-2 16,0-1 2-16,-2-1-5 0,-2-1 0 0,2 1-10 16,-1-9 10-16,-2 2-1 0,0 1 1 0,0-2-3 15,-4 7 1-15,4-6-4 0,0 5-2 0,0 2 3 16,0 1 5-16,-2 2 3 0,2 4 3 0,0 11 15 15,0-17 0-15,0 17-4 0,0-10-5 0,0 10-4 16,0 0-10-16,0 0 17 0,0 0 11 0,0 0 2 16,0 0 1-16,2 38 4 0,-3-20-6 0,1 1 4 15,1 6 8-15,3 2-1 0,-2-1 7 0,-1-1-2 16,0-5 1-16,2 6-5 0,-1-1-1 0,2-8-5 16,0-1-2-16,2-1-3 0,1 1-3 0,-1-6-6 15,-1 1 1-15,3-2-4 0,1-1-4 0,0 0-5 16,0-3 8-16,2-1-1 0,-1-2-4 0,1-2 1 15,-11 0-2-15,22-4-5 0,-11 0 0 0,0-2 1 16,0-3-4-16,0 2-1 0,-3-3-2 0,-1 0-4 16,1-1-5-16,0-4-3 0,-4 4-5 0,-2-2-3 15,-2-2 1-15,0 3 4 0,-4-1-5 0,-2 2 2 16,2 0 7-16,-2 1-1 0,1 3-4 0,-3-2 1 16,0 4 1-16,-1 0 1 0,9 5 1 0,-20 0 6 15,20 0-8-15,-21 11 3 0,11-3-3 0,-1 3 5 16,2 2 0-16,-1 2-4 0,3 2-22 15,2-1-39-15,2-1-48 0,1 1-50 0,-1-5-72 16,6 2-69-16,1-2-70 0,1 0-73 0,1-2-246 16,6-2-753-16,-2-1 333 0</inkml:trace>
  <inkml:trace contextRef="#ctx0" brushRef="#br0" timeOffset="14853.19">25378 16522 142 0,'4'-10'354'0,"-3"-3"1"0,3-2-1 0,0 3-3 16,6-3-18-16,-1 2-18 0,-1 4-25 0,0-1-28 16,-1 2-25-16,2 2-29 0,-1 0-15 0,-8 6-22 15,16-6-17-15,-16 6-10 0,13-2-16 0,-13 2-13 16,12 0-9-16,-12 0-7 0,13 6-9 0,-9-1-6 16,-4-5-9-16,12 14-11 0,-9-3-4 0,-1-3-7 15,-2 4-5-15,0-12-20 0,-7 21-42 0,7-9-38 16,-5-2-64-16,2-1-65 0,-3 2-74 15,2-2-66-15,-2-2-325 0,6-7-699 0,-5 9 308 16</inkml:trace>
  <inkml:trace contextRef="#ctx0" brushRef="#br0" timeOffset="15102.92">25641 16201 218 0,'1'-15'336'0,"3"4"22"15,-4 11 4-15,2-15-11 0,-2 15-20 0,0 0-27 16,3-13-20-16,-3 13 1 0,0 0 3 0,0 0-12 16,0 0-3-16,8 39-11 0,-8-20-17 0,0 7-9 15,0 2-19-15,0 2-7 0,-4-3-20 0,3 1-19 16,1 1-16-16,1-3-14 0,-1 0-18 0,0 1-9 16,2-2-14-16,-4-7-6 0,4-1-10 0,0 1-20 15,-2-3-30-15,0-3-28 0,0 2-54 0,0-4-48 16,0-10-50-16,0 13-62 0,0-8-65 0,0-5-71 15,-4 7-89-15,4-7-328 0,0 0-825 0,-19 0 366 16</inkml:trace>
  <inkml:trace contextRef="#ctx0" brushRef="#br0" timeOffset="15254.01">25607 16370 213 0,'5'-5'256'16,"-5"5"-22"-16,14-4-20 0,-4-1-22 0,2 0-18 15,-1 2-17-15,1-1-20 0,-1 0-14 0,-2-1-33 16,4 1-44-16,-2 1-50 0,-2 0-63 0,1-1-77 16,-10 4-127-16,13-6-292 0,-13 6 129 0</inkml:trace>
  <inkml:trace contextRef="#ctx0" brushRef="#br0" timeOffset="16168.42">19803 17451 101 0,'-11'0'259'0,"11"0"-6"16,-10 3-17-16,10-3 19 0,-10 13-3 0,5-3-10 15,3 3-12-15,-1 0-16 0,1 4-18 0,3 0-13 16,1 0-13-16,4 3-8 0,0-5-19 0,2 4-13 15,4-3-5-15,-1-1-13 0,4-1-2 0,0-5-6 16,1 3 2-16,-1-5-7 0,3 1-11 0,-3-1 2 16,-1-6-14-16,4 0 1 0,-3 0-3 0,-3-2-6 15,0-2-6-15,0-2-10 0,-1-1 2 0,0-1-4 16,-5 2-11-16,-6 5-4 0,13-15 3 0,-10 6-4 16,-1-1-2-16,-2-2-9 0,0 12-6 0,-5-21-8 15,1 10-3-15,-2 0-1 0,-4-2-5 0,-3-1-11 16,0 0 1-16,-3 3-9 0,0 0 15 15,-2 0-2-15,3 3-8 0,-3 1 10 0,0 3-17 16,7 1 17-16,-1 1-17 0,12 2 22 0,-21 2-4 16,21-2 7-16,-13 0-4 0,13 0-6 0,-9 7 6 15,9-7 0-15,0 0 5 0,0 0-7 0,0 0-1 16,25 17 6-16,-11-15-8 0,7 0 6 0,1-4 0 16,7-3 3-16,-1-1-4 0,3-1 8 0,-3-3-5 15,1-1 4-15,-1 0-9 0,-4-1-1 0,-7 2 3 16,0-1 9-16,2 0 2 0,-4 0-3 0,-3-1 4 15,-4 3-10-15,1-4 8 0,-2 0-7 0,-3 3 4 16,0-2-1-16,-4 3-1 0,0 9-8 0,-1-21 11 16,1 21-1-16,-2-16-8 0,2 16 10 0,-4-10-2 15,4 10 0-15,-5-8 3 0,5 8-3 0,0 0 7 16,0 0 1-16,0 0 14 0,-17 28 3 0,13-9 5 16,1 8 6-16,-1 4 3 0,2 1 3 0,2 3 1 15,0 1-4-15,-2 9-1 0,6-10 11 0,-3 1-5 16,1-2-3-16,2-1-8 0,-3 0 0 15,2 1-5-15,-2-1-5 0,1-5 4 0,-2 1-8 16,2-1-2-16,0-2 0 0,-2-2-16 0,0-6-20 0,2-1-33 16,-2-5-36-16,0 0-56 0,0-1-43 0,0-11-52 15,-3 20-49-15,3-20-51 0,1 10-35 0,-1-10-265 16,2 9-684-16,-2-9 303 0</inkml:trace>
  <inkml:trace contextRef="#ctx0" brushRef="#br0" timeOffset="16319.42">20147 17757 50 0,'0'0'217'0,"0"0"-20"0,16-10-14 16,-6 4-13-16,6-1-17 0,1 3-13 0,2 0-28 16,8-3-48-16,-7 1-58 0,11 0-59 0,0-3-67 15,1 1-67-15,-3 2-202 0,4-4 89 0</inkml:trace>
  <inkml:trace contextRef="#ctx0" brushRef="#br0" timeOffset="17069.41">20879 17477 29 0,'0'0'238'16,"0"0"-5"-16,0 0-11 0,2-7-4 0,-2 7-7 15,0 0-8-15,0 0-10 0,17-9-15 0,-8 4-13 16,-9 5-12-16,21-5-15 0,-10 1-16 0,2 0-11 15,6 0-12-15,-3 0-8 0,1 0-21 0,0 2-24 16,-5-2-26-16,0 1-22 0,1 0-38 0,-13 3-25 16,21-4-23-16,-10-2-18 0,-11 6-13 15,16-4-1-15,-16 4 12 0,0 0 2 0,0 0-4 16,12-10 2-16,-12 10 12 0,0 0 5 0,0 0 16 16,0 0 4-16,0 0 7 0,0 0 33 0,0 0 15 15,-36-7 7-15,36 7 27 0,0 0 9 0,-21 8 8 0,21-8 16 16,-16 11 20-16,11-3 14 0,-1 2 18 15,1 6 16-15,1-1 13 0,-1 3 4 0,0 0 6 16,1 7 2-16,0-5-2 0,0 5 0 0,2 0-1 16,3 0-2-16,0-6-10 0,-1 2 0 0,3-1 5 15,-1 4-19-15,2-7-14 0,0 1-13 0,1-1 5 16,-1-3-16-16,0-2-4 0,0-1-8 0,-2 1 1 16,2-3-22-16,-4-9-1 0,3 13-3 0,-3-13 3 15,0 0-10-15,1 12-2 0,-1-12-17 0,0 0 4 16,0 0-19-16,0 0-8 0,-14 11-8 0,14-11-2 15,0 0-1-15,-15 0-2 0,15 0-1 0,0 0 9 16,0 0 0-16,-25-11-3 0,25 11 8 0,-11-5-3 16,11 5 5-16,0 0-8 0,-11-5 2 15,11 5-1-15,0 0 7 0,0 0-4 0,0 0 10 16,0 0 6-16,0 0 5 0,0 0 0 0,0 0-5 16,0 0 1-16,0 0 0 0,45 16-4 0,-33-14-2 15,6 1-2-15,-4 0 4 0,5-3-13 0,3-3-25 16,-2 3-21-16,0-1-32 0,10-5-31 0,-8 2-23 15,-1 1-32-15,0-2-22 0,6-2-9 0,-1 0-16 16,0-3 19-16,-6 4 4 0,6-3 14 0,-2-4 26 16,-5 5 9-16,2 0 20 0,-5-2 4 0,1 0 24 15,0 1 8-15,-5 3 17 0,-1-2 11 0,-4-1 28 16,1 1 25-16,-8 8 19 0,11-12 23 0,-11 12 19 16,0 0 25-16,2-13 10 0,-2 13 18 0,0 0 14 15,0 0 7-15,0 0 7 0,-24-9 11 0,24 9 11 16,0 0 5-16,-35 15 5 0,18-8 3 0,3 5 13 15,-2 2-9-15,-4 3 8 0,8-2-7 0,0 1-11 16,1 6-13-16,2-6-17 0,2 0-8 16,4 1-19-16,1-1-8 0,2-3-10 0,0-3-11 15,4 4-4-15,1-5-11 0,3 0-31 0,3-1-18 16,1-3-21-16,6-1-46 0,1-1-36 0,3-6-46 16,6-2-46-16,-1-4-43 0,3 1-47 0,2-2-51 15,0 1-202-15,-1-1-573 0,0-3 253 0</inkml:trace>
  <inkml:trace contextRef="#ctx0" brushRef="#br0" timeOffset="17620.66">22135 17190 176 0,'-11'-3'297'0,"11"3"-28"16,-13-3-32-16,13 3-24 0,-5-1-17 0,5 1-19 16,0 0-2-16,0 0-12 0,0 0-8 0,0 0-3 15,0 0-9-15,0 0-6 0,26-2-4 16,-26 2-8-16,25-2-9 0,-11 0 0 0,5 0-2 16,-2 0-2-16,-2 0-8 0,-2 1-2 0,-1-1-11 15,-1 1-7-15,-11 1-6 0,21-1-6 0,-12 0-17 16,-9 1 7-16,12 1-7 0,-12-1-4 0,12 2-3 15,-12-2-8-15,11 5 7 0,-11-5 9 0,8 6-8 16,-8-6 12-16,8 10-2 0,-6-4 6 0,-2-6-2 16,7 16-11-16,-5-6 13 0,-1 2 3 0,1 4-1 15,-1 1 4-15,-1 4-7 0,4 4 18 0,-4 1 0 16,0 3-5-16,-1 0 6 0,-1-3-3 0,0 6 0 16,-2 1-1-16,1-3-2 0,2 4-5 0,-3-1-6 15,2 0-3-15,-1-2-6 0,1 0-5 0,-1 3 6 16,-1-4-9-16,2-2 6 0,2 0-3 0,1-2-6 15,-1-6-4-15,-1-3 0 0,2 1-1 16,-2-1-2-16,1-2-4 0,-2-3-2 0,1 0 1 0,1-12-3 16,1 19-9-16,-2-12 3 0,1-7 5 0,-3 14-5 15,3-14-8-15,-3 12 6 0,-2-6-5 0,2-1 0 16,3-5-3-16,-9 11 0 0,0-4-3 16,0 1 4-16,-2-1-6 0,11-7-3 0,0 0 2 15,-51 30 5-15,33-21-8 0,18-9 4 0,-45 21-2 16,18-9-7-16,0-3 2 0,0 3-5 0,27-12-30 15,-54 22-38-15,22-12-71 0,3-4-84 0,-3 4-98 16,2 0-121-16,-7-1-446 0,1-1-965 0,-16-3 427 16</inkml:trace>
  <inkml:trace contextRef="#ctx0" brushRef="#br0" timeOffset="21603.08">21719 9969 2 0,'0'0'206'0,"5"-11"-5"0,-4 5 1 15,2-1-4-15,-3 7-2 0,0-12-5 0,0 12-5 0,0-10-4 16,0 10-5-16,-3-8-12 0,3 8-5 0,-1-10-8 16,1 10-5-16,-4-8-5 0,4 8-3 0,-4-6-5 15,4 6-6-15,-3-6-10 0,3 6-16 0,-7-5-6 16,7 5-10-16,-13-2 0 0,13 2-5 0,-19 0-8 15,5 3-3-15,-5 2 2 0,-2 1-1 0,4 2-2 16,-9 5-2-16,-1 2-2 0,2 0 7 0,-2 1-6 16,1 2-16-16,2-1 21 0,3 2-16 0,-1-1-6 15,2 0-6-15,2 1 2 0,3-4-7 0,5-2 2 16,-2 1-3-16,1 1-11 0,3-5-1 0,4 0-6 16,-1 3 1-16,3-3 3 0,0 3-2 0,5 0-7 15,1-3-1-15,2 1-6 0,5 0 5 0,4-1 2 16,1 1-1-16,4 1 0 0,5 0-2 0,3 0 0 15,0 0-6-15,-2-3 1 0,3 1-3 0,-3 2 5 16,-2-1-1-16,-4-2-7 0,-4-1 2 0,2 2-2 16,-3-2 14-16,-5-1-12 0,-1 0-4 0,-1 1 3 0,-2 1 6 15,-2 1 0-15,0-1-5 0,-4 4 1 16,-5-3 8-16,-3 3 2 0,-3 0 1 0,-10 4-1 16,-3-4-2-16,-2 3 0 0,-3-4 1 0,-5 1-1 15,-1-1-3-15,-1-2-14 0,2 0-12 0,1-2-27 16,1-3-41-16,-4-2-35 0,8 1-48 0,7-2-62 15,2-2-74-15,-1 1-66 0,-2-1-228 0,5 0-648 16,-1-2 287-16</inkml:trace>
  <inkml:trace contextRef="#ctx0" brushRef="#br0" timeOffset="42269.52">22216 10390 46 0,'0'0'268'0,"0"0"-18"0,0 0-13 0,0 0-14 16,0 0-11-16,0 0-18 0,0 0-14 0,0 0-16 16,0 0-11-16,0 0-11 0,15-15-12 0,-10 13-8 15,3 0-11-15,5-1-11 0,-3 0-8 0,0-1 8 16,2 1 1-16,-1 3-12 0,3-3-12 0,0 1-9 15,-1-2-26-15,0 3-19 0,-1-1-25 0,-1-1-27 16,-1 2-35-16,1 0-34 0,-5 1-40 0,-6 0-35 16,17-2-21-16,-12 4-25 0,-5-2-150 0,7 4-398 15,-7-4 177-15</inkml:trace>
  <inkml:trace contextRef="#ctx0" brushRef="#br0" timeOffset="42436.25">22332 10445 80 0,'-6'4'183'0,"1"-2"6"0,5-2 3 15,-12 7 5-15,9-6-2 0,3-1-9 0,0 0-1 16,-9 4-11-16,9-4-7 0,0 0-4 0,0 0-15 16,0 0-9-16,-4 5-12 0,4-5-7 0,0 0-16 15,0 0-11-15,21 3-22 0,-12-3-22 0,3 0-35 16,1 0-37-16,-1 1-39 0,1-1-56 0,6-1-45 16,-1-1-57-16,-5 2-145 0,6-1-396 0,-2-3 175 15</inkml:trace>
  <inkml:trace contextRef="#ctx0" brushRef="#br0" timeOffset="43136.73">24019 9858 19 0,'-4'-11'256'0,"1"3"-7"16,-4-4-7-16,2 4-2 0,3-2 1 0,-4 1-2 0,3 0-12 15,-1 3-13-15,1 0 1 0,3 6-16 0,-5-10-9 16,1 6-16-16,4 4-19 0,-5-7-8 16,5 7-16-16,-2-5-12 0,2 5-15 0,0 0-12 15,0 0-12-15,0 0-2 0,0 0-10 0,0 0-6 0,-7 18-10 16,5-6 0-16,0 4-12 0,-2 2-3 0,3 1-3 16,-3 6-6-16,1-5 1 0,0 4-3 0,1 2-4 15,0-6 3-15,-2 0-6 0,3 5-2 0,0-1 12 16,1-5-15-16,-3 0 2 0,3 1-5 0,2-2-8 15,-4-1-14-15,4-2-36 0,-4-1-31 0,5 2-42 16,-2-5-52-16,-1-2-56 0,1 1-50 0,2-1-266 16,0-2-589-16,-1-2 261 0</inkml:trace>
  <inkml:trace contextRef="#ctx0" brushRef="#br0" timeOffset="43357.24">24164 9967 203 0,'0'0'204'0,"11"0"0"0,-4-3 1 15,-7 3-10-15,15-3-3 0,-4 1-17 0,1 2-12 0,7-4-11 16,1 2-9-16,-1 0-11 0,3 1-18 16,7-3-10-16,-8 1-7 0,0 1-13 0,-1-2-24 15,-1 3-27-15,-7-2-35 0,1 3-38 0,-1 0-47 16,-3-1-39-16,-1 1-36 0,-8 0-37 0,11 0-109 15,-11 0-332-15,0 0 147 0</inkml:trace>
  <inkml:trace contextRef="#ctx0" brushRef="#br0" timeOffset="43556.28">24346 9849 61 0,'-5'-5'230'0,"5"5"4"0,-9-9 5 15,6 6-4-15,3 3 5 0,-4-6-27 0,4 6-16 16,0 0-20-16,-7-6-15 0,7 6-18 0,0 0-4 15,0 0-8-15,0 0 3 0,0 0-8 0,-6 15-5 0,5-6-7 16,1 3-17-16,0 3-2 0,2 4-11 0,-2-2-5 16,3-1-8-16,-1 10-8 0,-2-8 0 15,0 1-15-15,2 0-1 0,-1 5-12 0,-1-4-27 16,0 0-26-16,2 0-36 0,0 4-50 0,0-5-49 0,0-2-68 16,3-1-64-16,-3 1-179 0,2-2-501 0,0-5 222 15</inkml:trace>
  <inkml:trace contextRef="#ctx0" brushRef="#br0" timeOffset="43837.66">24855 9800 152 0,'0'-9'324'0,"0"1"-5"15,0 8-13-15,0-12-9 0,0 12-14 0,-2-9-26 16,2 9-17-16,0 0-34 0,0 0-16 0,0 0-10 15,0 0-9-15,0 0-8 0,0 0-6 0,-8 35-15 16,7-18-11-16,-1 2-9 0,-3 7-11 0,3 2-8 16,0 0-18-16,1-2 2 0,1 1-11 0,-4-2-1 15,2 0-18-15,2-6-3 0,-2 6-4 0,2-5-7 16,-1-1 4-16,1 0-5 0,0 0-9 0,-2-2-6 16,-1 2-23-16,2-4-25 0,-1-4-30 0,2 2-22 15,-3-3-28-15,1-1-29 0,1 1-40 0,-3 0-37 16,3-4-42-16,1-6-30 0,-3 10-264 0,0-7-587 15,3-3 261-15</inkml:trace>
  <inkml:trace contextRef="#ctx0" brushRef="#br0" timeOffset="44253.25">24810 9639 203 0,'9'-18'215'15,"3"1"-5"-15,7-1-5 0,1 0 0 0,-4 8-7 0,5-7-9 16,-1 8-15-16,0 3-9 0,0 0-9 16,1 3-1-16,1 1-14 0,-2 0-6 0,1 3-6 0,-3 2-6 15,0 2-2-15,-3 0-7 0,-4 1-10 16,3 2-6-16,-7-2-9 0,1 5-3 0,-5-2-8 16,2 2-4-16,-5-1-1 0,0 2-6 0,-6 4-15 0,0 0 12 15,-2-3-13-15,-1 0-10 0,1-2 0 0,-1 2-7 16,2-4-8-16,-1 0-12 0,0-2-1 0,5-1-6 15,0 0-3-15,-2-2-9 0,5-4 2 16,-5 6-14-16,5-6-2 0,-1 8-2 0,1-8 1 0,0 0 3 16,6 11-2-16,-1-9-2 0,-1 2 7 15,6-2 4-15,-4 2-4 0,3 0 4 0,-3-1-3 0,2 2-1 16,-3-2 1-16,2 3 5 0,-2-3 1 0,0 2 2 16,-2 0-3-16,2 1 2 0,-3 0 6 0,2 2 11 15,-4 0-11-15,0-8 0 0,0 11 4 0,-4-4 6 16,4-7-7-16,-7 15 2 0,0-7-5 0,1 0-22 15,-2 1-25-15,-3-1-35 0,-2 4-40 0,-2 1-50 16,3-2-52-16,-2 1-56 0,-8 5-166 0,1 1-483 16,6-7 213-16</inkml:trace>
  <inkml:trace contextRef="#ctx0" brushRef="#br0" timeOffset="44785.25">23799 10594 84 0,'-19'-4'259'0,"5"1"-2"0,3 2-1 15,1-2-13-15,3 2-20 0,-1 0-19 0,8 1-19 16,0 0-20-16,0 0-10 0,0 0-9 0,0 0-9 0,44 1-12 15,-6 0-10-15,25-3-6 0,34 0-10 16,3-5-6-16,2 3-14 0,2-5-6 0,4 0-6 16,1 1-4-16,-1 1-6 0,2-5-5 0,-2 2 0 15,-6 1 0-15,-4 2 0 0,-30 2-8 0,24 0-5 0,-31 3-2 16,-2-2-5-16,-2 0 3 0,-1 2 5 16,-4-2-6-16,-14 1 1 0,0 0-3 0,-5 1 5 0,-3 0 7 15,-8 0-5-15,-3 1 0 0,-6 1-3 16,1-2-2-16,-5 2 4 0,-3-1 2 0,-6 1 4 0,11-1 0 15,-11 1-8-15,12-2 1 0,-12 2-14 16,0 0-17-16,5 3-23 0,-5-3-4 0,0 0-25 16,0 0-27-16,0 0-38 0,-19 9-42 0,10-4-51 15,-2 3-33-15,-5-2-39 0,1 3-240 0,1 2-557 0,1-1 248 16</inkml:trace>
  <inkml:trace contextRef="#ctx0" brushRef="#br0" timeOffset="46436.65">23720 10846 80 0,'0'0'257'0,"-7"-9"-8"0,3 4-6 16,0-1-8-16,4 6 1 0,-8-8 1 15,8 8-22-15,-5-8-12 0,5 8-7 0,-5-5-11 0,5 5-21 16,0 0-12-16,-3-5-19 0,3 5-13 0,0 0-18 16,0 0-12-16,0 0-8 0,0 0-8 0,0 0 0 15,-5 14-9-15,4-2-3 0,2 7 19 0,-2 0-18 16,1 7-1-16,1 2 0 0,-1 3 5 0,0-2-3 16,-2 2 2-16,0-1-6 0,1-1-5 0,2-2-1 15,-1 1-12-15,2-1 2 0,-5-4 5 0,4-3-1 16,-2 4 0-16,0-6-4 0,2 0 9 15,-1-2-21-15,0 0 5 0,3 0-9 0,-2-4 1 0,-1 3-7 16,1-4 6-16,-1-1-14 0,0-3-1 0,0 4-2 16,0-3 4-16,2-2-1 0,-2-6 1 0,1 13-9 15,-1-13-10-15,1 11-26 0,-1-11-22 0,1 6-21 16,-1-6-23-16,0 0-23 0,0 0-24 0,-1 11-31 16,1-11-56-16,0 0-58 0,0 0-41 0,0 0-195 15,0 0-568-15,9-22 252 0</inkml:trace>
  <inkml:trace contextRef="#ctx0" brushRef="#br0" timeOffset="46674.41">24027 11151 124 0,'6'-2'220'16,"-6"2"-17"-16,0 0 6 0,8-6 7 0,-8 6-10 15,0 0-16-15,9 0-7 0,-9 0-4 0,0 0-6 16,15 3 0-16,-3-2-11 0,1-1-13 0,-1 2-7 15,5-2-10-15,1 0-9 0,1-2-13 0,0 2-9 16,0-1-10-16,1 1-11 0,1 1-3 0,-2-2-15 16,-4 1-3-16,-3-1-13 0,2-1-25 0,-1 2-29 15,0-2-35-15,-4 4-41 0,-1-2-46 0,0 0-53 16,-8 0-36-16,13 0-53 0,-13 0-144 0,9 0-449 16,-9 0 198-16</inkml:trace>
  <inkml:trace contextRef="#ctx0" brushRef="#br0" timeOffset="46970.28">24675 10926 201 0,'0'0'309'16,"-4"-13"6"-16,4 13 2 0,-1-12-1 0,1 12-1 15,-1-11-13-15,1 11-16 0,-6-9-20 0,6 9-27 16,-1-6-25-16,1 6-21 0,0 0-19 0,0 0-17 15,0 0-5-15,0 0-17 0,0 0-8 0,-5 28-9 16,6-11-3-16,-5 2-5 0,2 7-4 0,-2-2-9 16,4-4-1-16,-4 6-14 0,2-2-10 0,-1 2-6 15,1-6-7-15,0 4 0 0,0-3-19 0,-2-3 4 16,5 1-5-16,-2-1 1 0,-2-1-17 0,3 0-25 16,0-6-25-16,2 4-27 0,-4-3-44 0,2-2-34 15,3 0-33-15,-2-2-38 0,-1-8-42 0,1 13-35 16,1-9-36-16,-2-4-40 0,6 6-195 0,-6-6-598 15,0 0 265-15</inkml:trace>
  <inkml:trace contextRef="#ctx0" brushRef="#br0" timeOffset="47336.8">24671 10858 93 0,'2'-9'223'0,"-4"0"-13"0,6 2-9 0,1 0 0 16,3-3-17-16,2 4-7 0,-2 0-7 15,3 1-11-15,4-2-8 0,-2 5-9 0,7-1-11 0,-5 2-9 16,1 1-10-16,0-1-5 0,0 2-5 16,-2 1-11-16,-1 1-4 0,-4 0-7 0,0 2-8 15,0 1 1-15,-3 2-3 0,1-2-2 0,-5 3 4 0,2 0-7 16,-4 3-7-16,0-3-5 0,-5 2-8 0,0 1 1 16,-1 0-6-16,-1-2-13 0,1 0-10 0,-3 0-2 15,3-2-3-15,0 2-15 0,0-2-10 16,3-2-4-16,-3-1-8 0,5 0-6 0,1-5-4 0,-3 13-3 15,3-7 11-15,0-6-5 0,5 10 4 0,0-5 2 16,-2-1 4-16,-3-4 1 0,8 7 2 0,-4-2 2 16,1-1 0-16,-5-4 3 0,6 6 2 15,-6-6 0-15,6 5 4 0,-6-5 2 0,1 7 11 16,-1-7 8-16,0 0 5 0,0 0-2 0,-7 13-2 0,2-9 2 16,-1 0-12-16,-1-1-11 0,-3 1-14 0,-2 2-26 15,2-2-37-15,0 1-42 0,-2 1-55 0,2-1-54 16,-3 1-172-16,5 0-440 0,-4-2 195 0</inkml:trace>
  <inkml:trace contextRef="#ctx0" brushRef="#br0" timeOffset="47886.08">25583 10836 91 0,'3'-4'331'0,"-2"-2"10"16,-1 6 5-16,3-10 0 0,-3 10-19 0,4-7-26 16,-4 7-22-16,0 0-9 0,0 0-28 0,0 0-12 15,-25 9-13-15,12 1-19 0,-3 4-12 0,-3 3-17 16,-4 0-14-16,0 4-7 0,-4 0-20 0,5 0-17 16,1 2-8-16,-1-3-8 0,2-1-10 15,0-1-10-15,5-4-9 0,2 2-7 0,2-6-6 0,0-1 0 16,4 0-7-16,-2-4-4 0,5 0-5 0,-4 0 2 15,3-2-9-15,5-3-2 0,-5 8 3 0,5-8-8 16,-5 4 0-16,5-4 2 0,0 0-2 0,0 0-8 16,0 0 2-16,0 0-7 0,0 0-5 0,0 0-2 15,0 0 0-15,0 0-6 0,0 0-12 0,13-22 11 16,-3 18-1-16,-1 1 1 0,0 0 1 0,4 1 5 16,-2 0-6-16,3 2-4 0,4 0-5 0,0 1-2 15,0 0-2-15,2 1-1 0,1 0-9 0,-8-1-4 16,6-1-3-16,0 2 3 0,-1-1 4 0,-1 1-17 15,0 0 11-15,0-4 4 0,-3 2-3 0,0-1 2 16,-1 1 3-16,-2-1 3 0,0 0 2 0,1-1 8 16,-5 1 11-16,-1-1-14 0,2-1 3 0,-8 3 2 15,8-8-12-15,-5 3 18 0,-3 5 5 0,4-10 8 16,-4 4-8-16,0 6 3 0,-4-20 3 0,3 11 14 16,-5-2-10-16,-2 2-1 0,2-2 6 0,-1 0-3 15,-2-2 1-15,-2 0-2 0,2 4-15 0,1 1 10 16,-2 1-4-16,3-1 4 0,-1 2-8 0,1-1 3 15,1 5-44-15,0-2-35 0,6 4-49 0,-9-7-54 16,9 7-60-16,-4-3-39 0,4 3-24 0,0 0-30 16,0 0-219-16,0 0-599 0,36 2 266 0</inkml:trace>
  <inkml:trace contextRef="#ctx0" brushRef="#br0" timeOffset="48409.25">25830 10778 168 0,'-4'-6'265'0,"4"6"-3"0,0 0-5 0,0 0-16 0,0 0-19 16,0 0-18-16,0 0-22 0,6-13-18 0,-1 12-16 15,1-2-15-15,3 1-14 0,5 0-12 16,-3-2-11-16,3 3-9 0,-3 0-18 0,-1 0-9 16,0-1-12-16,-3 2-14 0,-7 0-9 0,13-3-5 0,-6 3-5 15,-7 0-2-15,7-2 3 0,-7 2-5 0,0 0-4 16,7-1 1-16,-7 1 1 0,0 0-1 0,0 0 5 15,0 0 0-15,0 0 6 0,0 0-6 16,0 0 2-16,-30 3 2 0,30-3-1 0,-11 0-4 16,7 3 2-16,-3 0 5 0,7-3-3 0,-9 8 7 0,5 0 8 15,-1 0 6-15,1 3 11 0,-1 5 2 0,0-2 0 16,1 2-2-16,0 1 5 0,3 0 1 0,-1 0-3 16,2-1 0-16,-2 1 21 0,0 0-21 15,4-1-20-15,-2 0-3 0,0-3 0 0,0-1-2 0,0 0-3 16,0-1 3-16,2-1-2 0,-2-1-5 15,2 0-2-15,-2-4 3 0,0-5 0 0,-4 13-4 16,4-8-1-16,0-5 0 0,-5 9 5 0,5-9-4 16,-6 6 0-16,6-6-4 0,-9 4 13 0,9-4-16 15,-9-2 3-15,9 2-11 0,0 0 6 0,-16-4 0 0,16 4-4 16,-7-4 5-16,7 4-4 0,-7-4-2 0,7 4 1 16,0 0 2-16,-8-4-7 0,8 4 1 0,0 0-4 15,0 0-7-15,0 0 4 0,0 0-4 16,0 0 5-16,0 0-3 0,0 0-2 0,0 0-3 0,31 8 3 15,-20-6-22-15,0 0-14 0,7-4-15 0,1 4-20 16,-2-2-23-16,4-2-29 0,1 1-26 0,0-2-28 16,7 1-22-16,-1 0-5 0,3-1 1 0,-4-1-2 15,0 1-9-15,2 1-148 0,-14-1-405 0,2 1 179 16</inkml:trace>
  <inkml:trace contextRef="#ctx0" brushRef="#br0" timeOffset="49036.24">26360 10843 8 0,'0'0'263'0,"0"0"-12"0,0 0-10 16,0 0-11-16,0 0-14 0,0 0-20 0,0 0-17 15,0 0 2-15,0 0 6 0,0 0-4 0,0 0-1 16,0 0-8-16,-6 34-12 0,6-21-4 16,0 0-12-16,-3 3 6 0,3 1-21 0,-2 0-11 15,2 1-6-15,-5-3-14 0,5 0-6 0,-2 2-9 0,0-2-8 16,2-3-7-16,0 1-14 0,0-2-5 0,-1 0 7 15,1-1-14-15,0-1-1 0,-2-1-8 16,2-1-21-16,-2 1-25 0,2-8-24 0,0 11-31 16,0-11-26-16,0 8-36 0,0-8-37 0,-2 9-38 0,2-9-34 15,0 7-24-15,0-7-31 0,0 0-161 0,0 0-489 16,0 0 218-16</inkml:trace>
  <inkml:trace contextRef="#ctx0" brushRef="#br0" timeOffset="49402.31">26385 10858 106 0,'6'-9'184'0,"-1"1"-11"0,3 0-7 0,-2 3-1 15,0 0-15-15,1 1-8 0,-1 2-1 0,-6 2 4 16,0 0 0-16,17 5-1 0,-11-1-4 16,-2-1-1-16,1 4-5 0,-1 2-10 0,2 0-2 0,-4 1-8 15,4 1-6-15,-4 0-14 0,-2-2-7 0,0 3-5 16,-2 0-8-16,0 0-7 0,-2 3-8 0,-1-3-4 15,2-2-6-15,1 3-4 0,-2-2-7 0,-3 1-3 16,5-1 4-16,-2 0-22 0,2-1-13 0,1-1-9 16,-1-1-17-16,2-2-5 0,0-6-11 0,5 13-8 15,-1-7-5-15,0-1-3 0,3 2-4 0,-3-3 5 16,4-1 2-16,1 0 5 0,1 2 4 0,-5-3 6 16,-5-2 3-16,12 4 3 0,-12-4 9 15,10 3-3-15,-7 0 3 0,-3-3 10 0,6 6 10 0,-6-6 6 16,6 6 6-16,-6-6 8 0,2 7 0 0,-2-7 3 15,0 0 4-15,-3 11 1 0,3-11-3 0,-7 10-3 16,3-5-1-16,1 0-2 0,-5-1-12 0,1 1-18 16,-3-2-27-16,2 1-34 0,-5 2-45 0,3-2-37 15,1 0-51-15,-4 0-166 0,-1 2-403 0,1-5 178 16</inkml:trace>
  <inkml:trace contextRef="#ctx0" brushRef="#br0" timeOffset="49704.1">25751 11421 206 0,'-13'1'275'0,"-1"0"-22"0,5 2-22 16,1-3-13-16,8 0-13 0,0 0-8 0,0 0-11 15,0 0-13-15,0 0-11 0,46 4-10 0,-8-6-11 16,19 2-15-16,3-2-5 0,-1-2-11 0,4 0-9 16,-1-3-13-16,-5 3-10 0,-1-6 1 0,-4 7-5 15,-12 1-12-15,-2-2-7 0,0 3-6 0,-1-1-7 16,-6-1-3-16,-1 1 0 0,-4 0-6 0,-4 2-4 16,-1-2-7-16,-10 1-16 0,0 2-29 0,-2-1-32 15,-2-1-41-15,-7 1-48 0,9 3-43 0,-9-3-46 16,0 0-236-16,0 0-509 0,0 0 225 0</inkml:trace>
  <inkml:trace contextRef="#ctx0" brushRef="#br0" timeOffset="50187.25">26151 11567 177 0,'-11'-2'281'0,"11"2"1"0,-14 3-1 0,7 0-2 15,1-1-8-15,-3 6-16 0,-3-3-13 0,4 1-12 16,-9 5 0-16,3 0-20 0,-3-2-5 0,2 4-10 16,-3-2-16-16,2 1-14 0,0 0-9 0,-1 0-15 15,-1 0-9-15,5 0-6 0,2-3-13 0,-2 1-8 0,3-4-9 16,2-1-6-16,-2 1-19 0,7 0 6 16,-4-3-9-16,7-3-6 0,-9 5-8 0,9-5-4 15,-5 5 0-15,5-5-3 0,-4 3-5 0,4-3 2 16,0 0-18-16,0 0 4 0,0 0-4 0,0 0-5 0,23 0-3 15,-10-3-7-15,-1 3-2 0,5-2-6 0,2 0-2 16,-2 1 0-16,1 1-4 0,3 1-9 0,-2-1-7 16,2 1-5-16,0 2-4 0,0-3-20 15,0 2 11-15,-2 1 6 0,4-2-1 0,-4-1-10 0,1 1 4 16,0 1 1-16,-2-5-3 0,-2 4 10 0,2-2-1 16,-5 1-6-16,1-3 11 0,-3 2 2 0,0-1 2 15,-4 0 2-15,0 0 1 0,-1-2 4 0,-6 4 2 16,5-7 1-16,0 3 10 0,-5 4 6 0,0-13 4 15,0 13 9-15,-6-13 11 0,2 7-4 0,0-5-2 16,-5 3-5-16,2-3 4 0,-6-2 3 0,-1 3 2 16,0-4-10-16,-3 6-3 0,3-2 4 0,-1-2-7 15,3 6-1-15,1 1 0 0,2 0-9 0,3 1-23 16,-1 1-26-16,7 3-48 0,-9-6-44 0,9 6-48 16,-5 0-51-16,5 0-53 0,0 0-40 0,0 0-236 15,0 0-615-15,27-4 272 0</inkml:trace>
  <inkml:trace contextRef="#ctx0" brushRef="#br0" timeOffset="50669.1">26396 11477 70 0,'0'0'201'0,"0"0"-4"0,14-5-10 15,-10 4-14-15,3-1-15 0,-1 0-13 0,3 0-12 16,-9 2-15-16,14-1-9 0,-5-1-5 0,-1 2-13 15,-8 0-3-15,14-3-7 0,-9 2 0 0,-5 1 1 16,9-4 7-16,-9 4 8 0,7-2 8 0,-7 2 0 16,0 0-5-16,0 0-1 0,0 0-5 0,0 0 1 15,0 0 3-15,0 0 0 0,0 0 0 0,0 0-7 16,0 0-3-16,0 0 7 0,0 0-13 0,0 0 9 16,-21 8 9-16,19 0-4 0,0-1 4 0,-2 5-1 15,-1-1-21-15,4 6 10 0,-1-1-9 0,0 1-8 16,2 0-3-16,-2-1-9 0,-3 0 0 0,5 0-3 15,0-3-22-15,-2 1 11 0,4 0-10 0,-2-4 4 16,0 1-9-16,0-1 1 0,3-1-5 0,-6 2-1 16,3-3 6-16,0-8-9 0,-2 13-4 0,0-7 1 0,0-1 14 15,2-5-19-15,-4 9-2 0,-1-5 1 16,5-4-15-16,-12 5 8 0,6-3-23 0,6-2 14 16,-13 1-9-16,13-1 8 0,-14 0 3 0,14 0-8 15,-11 0-1-15,11 0 0 0,-10 0 4 0,10 0 0 0,0 0 3 16,-11-1 5-16,11 1-15 0,0 0 4 15,0 0 6-15,0 0-5 0,0 0 1 0,0 0-1 16,0 0 1-16,0 0 0 0,0 0 9 0,23 12-12 16,-14-10-13-16,2 0-14 0,1 0-32 0,1-1-29 0,7 0-26 15,1-1-36-15,-2-1-33 0,2 0-40 0,8-2-36 16,0 0-22-16,-2-1-24 0,3 1-180 0,-4 1-536 16,1-1 239-16</inkml:trace>
  <inkml:trace contextRef="#ctx0" brushRef="#br0" timeOffset="50902.74">26879 11681 155 0,'0'0'232'0,"0"0"-5"0,2-9 5 0,-2 9 11 16,0 0 3-16,0 0 1 0,-14-7-2 0,3 9 0 15,11-2 8-15,-23 8-2 0,8-1 3 0,-3 2-17 16,1 0-6-16,2 2-7 0,0 1-4 0,1 1-23 16,1 0-21-16,5-3-20 0,2 0-11 15,0 2-10-15,3 0-22 0,-1 0-8 0,4-3-9 0,2 3-9 16,1-3-14-16,3-1-9 0,2-2-11 15,2 1-27-15,3-1-17 0,4-3-20 0,0-1-27 0,2-1-22 16,1-1-42-16,-3-1-33 0,-3-1-30 0,-3 2-36 16,0 0-40-16,-3-3-47 0,0 3-53 0,-8 0-259 15,9-6-649-15,-4 4 288 0</inkml:trace>
  <inkml:trace contextRef="#ctx0" brushRef="#br0" timeOffset="51686.68">21966 12700 168 0,'-15'-2'296'0,"15"2"-8"0,-11 0-7 0,11 0-14 16,0 0-16-16,-9 0-18 0,9 0-19 15,0 0-9-15,0 0 1 0,0 0-14 0,0 0 3 16,0 0-12-16,0 0-15 0,23 11-1 0,-9-9-18 16,4-1-31-16,0 1 3 0,2-2-15 0,8 0-6 0,-7 0-16 15,-1-2-27-15,7 2-35 0,-6-3-33 0,-1 1-37 16,-6 2-37-16,4-2-40 0,-5 2-45 0,-3-1-40 16,3 0-36-16,-4-2-18 0,-1 1-24 15,-8 2-150-15,8 0-474 0,-8 0 210 0</inkml:trace>
  <inkml:trace contextRef="#ctx0" brushRef="#br0" timeOffset="51869.49">22000 12821 79 0,'-17'6'208'0,"1"3"4"0,0-4 2 0,4 1-3 16,4 0-9-16,2-2-10 0,-1 0-10 0,3-1 0 0,4-3-3 16,-6 8-3-16,6-8-4 0,0 0-11 0,8 10-11 15,-2-6-8-15,4 0-17 0,4-2-13 0,3-2-21 16,3 2-21-16,7-5-27 0,1 1-29 15,-2-1-44-15,2-1-43 0,0 0-55 0,2-2-59 0,-1 0-61 16,-9 2-161-16,0-2-443 0,-1 3 197 0</inkml:trace>
  <inkml:trace contextRef="#ctx0" brushRef="#br0" timeOffset="55107.08">23701 12243 117 0,'3'3'128'0,"-3"-3"-11"0,0 0-5 0,3 5-8 16,-3-5 0-16,0 0-4 0,4 6 2 0,-4-6-4 16,0 0-8-16,2 6-2 0,-2-6-2 0,0 0-2 0,0 0-6 15,0 0 3-15,0 0-8 0,3 6 1 0,-3-6 0 16,0 0 8-16,0 0-1 0,0 0 4 15,0 0 4-15,0 0 2 0,0 0 2 0,0 0-3 16,0 0-5-16,0 0-5 0,0 0-9 0,0 0-1 0,0 0-14 16,0 0 4-16,0 0 0 0,0 0-2 0,-10-22 3 15,9 15-1-15,1 7 2 0,-4-13 0 16,0 4-6-16,0 0 2 0,2 1 0 0,1 2 12 16,1 6 3-16,-4-13-2 0,1 9-2 0,3 4-1 0,-1-9 4 15,1 9-8-15,-4-6-11 0,4 6 0 0,0 0-13 16,0 0 1-16,-1-8-4 0,1 8-6 0,0 0-3 15,0 0-4-15,0 0 3 0,0 0 3 0,-2 34 6 16,0-18 5-16,2 4-2 0,0 5 9 0,-1-6-10 16,1 7 4-16,-3-5 0 0,1 3 7 0,-2 1-8 15,3-5-2-15,-1-1-3 0,2 1-5 0,-1-1 0 16,0-3-2-16,-1 0-9 0,0 0 11 0,-1 0-7 16,3-1-4-16,0-2-4 0,0-2-4 0,0 0 4 15,-1 1-3-15,1-2-33 0,-1 0-28 0,-2-4-29 16,3-6-36-16,-1 12-15 0,-1-6-42 0,2-6-45 15,0 0-48-15,0 9-36 0,0-9-44 0,0 0-182 16,0 0-568-16,0 0 251 0</inkml:trace>
  <inkml:trace contextRef="#ctx0" brushRef="#br0" timeOffset="55302.67">23890 12387 5 0,'0'0'208'0,"12"-5"-7"0,-7 1 5 15,4 2-4-15,0-2-2 0,0 1-12 0,0-1-19 16,3 1-13-16,0 3-13 0,6-4-17 0,-2 1-7 16,4 2-17-16,-1 1-10 0,-3 0-7 0,2-1-12 15,0 0-27-15,-3-1-25 0,-3 2-26 0,1 0-40 16,-2 0-31-16,0 0-38 0,-11 0-26 0,14 0-20 16,-14 0-141-16,8-1-325 0,-8 1 144 0</inkml:trace>
  <inkml:trace contextRef="#ctx0" brushRef="#br0" timeOffset="55506.97">24119 12241 98 0,'-3'-4'227'0,"3"4"-1"0,-9-9 0 15,7 6-4-15,2 3 0 0,-9-5-19 0,9 5-12 16,0 0-16-16,-6-3-14 0,6 3 1 0,0 0 2 16,0 0 0-16,-9 16-4 0,5-6-3 0,1 3-5 0,2 4-18 15,-2 0-6-15,2 0-19 0,-1 0-9 16,0 0-3-16,1 1-24 0,0 0 2 0,1 0-10 15,-1 0-7-15,1 0-15 0,1-3-26 0,-1 2-25 16,1-3-41-16,0 1-44 0,3 1-50 0,-1-4-49 0,0-2-58 16,1 3-263-16,-1-2-555 0,1-2 246 15</inkml:trace>
  <inkml:trace contextRef="#ctx0" brushRef="#br0" timeOffset="55788.04">24484 12156 163 0,'2'-5'313'0,"-2"5"-11"0,1-11-12 0,-1 11-13 16,4-7-21-16,-4 7-17 0,0 0-4 0,0 0-7 0,0 0-3 16,0 0-5-16,1 29-6 0,-1-16-14 0,2 6-16 15,-2-2-14-15,-2 4-13 0,2-2-15 16,3 8-8-16,-3-2-18 0,0-6-24 0,-3 0 8 15,3 0-16-15,-1-1 1 0,2 2-26 0,-2-4 12 0,2 2-10 16,-1-1-27-16,-1-4-21 0,1 4-26 0,1-6-47 16,-2 0-45-16,-2 2-43 0,2-2-45 15,-2-1-51-15,2-1-39 0,1-3-47 0,-2 1-218 16,2-7-594-16,-1 9 262 0</inkml:trace>
  <inkml:trace contextRef="#ctx0" brushRef="#br0" timeOffset="56169.09">24538 12069 122 0,'10'-15'226'0,"4"0"1"0,1-1-2 0,1 4-3 16,-1 0-11-16,5 3-8 0,-4 0-14 16,5 3-12-16,-5-1-13 0,3 4-7 0,-6 1-13 15,5 2-7-15,-5 1-12 0,0 0-10 0,-2 0-7 16,0 4-13-16,-3-1 2 0,0 1-6 0,0 2 3 0,-2 0 1 15,-2 4-11-15,-2-3-7 0,-4-2 0 0,-1 5-17 16,-2-1 5-16,1 0-4 0,-3 0-7 0,0-1-1 16,0 1-4-16,-1-1-8 0,2-1 2 15,1-1-22-15,1-2-3 0,-1 0-9 0,5-5-15 0,-4 10-5 16,4-10-4-16,-3 7-8 0,3-7-4 0,0 0-1 16,8 7 10-16,-3-4-2 0,3-2 0 0,-1 1 3 15,3-1-2-15,-1 1 3 0,3 0 4 0,1-1 1 16,-4 1-2-16,0 1 2 0,-2-2 3 15,0 0 0-15,-7-1 1 0,11 6 0 0,-5-6 5 0,-6 0 5 16,8 6 1-16,-8-6 3 0,6 5 0 0,-6-5-1 16,0 0 0-16,0 0-4 0,-10 14-16 0,6-9-15 15,-4 1-25-15,1-1-30 0,-2 0-37 0,-2 4-45 16,3-4-54-16,-2 3-65 0,-8 1-166 0,4-1-486 16,-4 2 215-16</inkml:trace>
  <inkml:trace contextRef="#ctx0" brushRef="#br0" timeOffset="56636.78">23536 12837 279 0,'-19'2'310'0,"1"-1"-4"0,7-1 4 16,-1 0-9-16,4 0-11 0,8 0-23 0,0 0-24 15,0 0-28-15,0 0-8 0,0 0-16 0,58-10-23 16,-2 1-6-16,37-4-13 0,5 0-21 16,3 0-14-16,10 0-7 0,-4 0-17 0,8 0 5 0,-9 1-21 15,0 0-3-15,-3 2-17 0,-8 2 4 0,-5 2-7 16,-25 0-7-16,0 4 2 0,0-3-1 0,-5 2-8 16,-1 0-9-16,-7 0 3 0,-15 3-9 0,-4-1 4 15,0 1-4-15,-6 0-1 0,-9 0-5 0,-6 1-1 16,1-1-3-16,0 0-4 0,-7 0-6 0,2 0-4 15,-8 0-15-15,11 0-23 0,-11 0-15 0,0 0-37 16,0 0-38-16,0 0-42 0,-24 12-50 0,6-8-54 16,-2 3-47-16,-10 2-225 0,-6 0-594 0,-2 1 264 15</inkml:trace>
  <inkml:trace contextRef="#ctx0" brushRef="#br0" timeOffset="57157.56">23218 13179 145 0,'-1'-7'283'0,"-2"-1"6"0,1-1-13 0,0 1-10 16,2 8-5-16,-5-10-1 0,3 5-18 0,2 5-20 16,-3-7-25-16,3 7-18 0,0 0-11 0,0 0 10 0,0 0-1 15,0 0-7-15,-2 19-12 0,2-4-2 16,-2 4-7-16,0 4-7 0,0 4-11 0,2-8-10 16,-1 5-9-16,0 3-25 0,1-7 4 0,-1 5-8 15,-2-1-12-15,3-5-7 0,1 0-6 0,-1 1-8 16,2 0 1-16,-5-2-11 0,2 0-1 0,-1-1-45 15,1-1-16-15,-1-4-49 0,2-2-45 0,-2 1-62 16,2-1-43-16,-1-3-51 0,2 0-39 0,-1-7-39 16,4 11-212-16,0-7-609 0,1-2 271 0</inkml:trace>
  <inkml:trace contextRef="#ctx0" brushRef="#br0" timeOffset="57400.33">23498 13318 45 0,'5'-5'214'16,"-5"5"0"-16,0 0 5 0,5-4-7 0,-5 4-5 15,0 0-14-15,0 0-14 0,0 0-7 0,10-2-3 16,-10 2-2-16,11 1 1 0,-11-1-4 0,12 0-1 16,0-1-9-16,-1-1-7 0,7 2-6 0,0-1-15 15,3-3-9-15,-1 2-14 0,-1-1-7 0,3-1-6 16,-2 3-14-16,-2-2-2 0,3-1-13 0,-3 3-7 0,-4-2-1 15,-3 1-6-15,2 4-3 0,-2-4-6 16,0 0-23-16,-2 2-24 0,-2-2-33 0,-7 2-37 16,12 0-37-16,-12 0-37 0,0 0-42 0,12 0-35 15,-12 0-27-15,0 0-23 0,0 0-148 0,0 0-461 16,0 0 204-16</inkml:trace>
  <inkml:trace contextRef="#ctx0" brushRef="#br0" timeOffset="57635.78">23664 13118 115 0,'0'0'256'0,"-6"-5"-2"0,6 5-1 0,-4-5-11 16,4 5-12-16,0 0-9 0,0 0-3 0,0 0-2 16,-8 13-11-16,5-2-1 0,2 1-8 0,0 7-8 15,-2-1-16-15,3 1-11 0,-2 0-14 0,1 9-11 16,-1-9-16-16,1 6-14 0,0 2-14 0,1-2 2 15,-1-6-21-15,1 6-12 0,0-5-25 0,1-2-32 16,0 1-32-16,-1-2-42 0,3-1-45 0,0 2-57 16,0-2-63-16,-2-3-59 0,2-1-221 0,1-1-557 15,0-1 246-15</inkml:trace>
  <inkml:trace contextRef="#ctx0" brushRef="#br0" timeOffset="58152.92">24152 13197 44 0,'-1'-10'264'0,"1"10"5"15,0-16 6-15,0 9 2 0,-1 0-7 0,1 7 2 16,-2-11-12-16,2 11-13 0,-1-9-14 0,1 9-12 16,0 0-23-16,-2-7-11 0,2 7-22 0,0 0 10 15,0 0-4-15,0 0-8 0,-6 20-11 0,5-8-13 16,0 4-8-16,0 0-4 0,-1 1-14 0,2 2-11 16,-2-2-7-16,2 2-7 0,-3 0-14 0,2 0-4 15,5 0-6-15,-7 1-8 0,2-1-3 16,1-2-4-16,-1 0-8 0,2 0-3 0,-1-4-1 0,1-2-7 15,-2 2-5-15,2-1-14 0,-1-1-28 0,0-2-25 16,3 0-40-16,-2-3-42 0,-1-6-58 0,-1 12-34 16,1-12-37-16,-3 8-39 0,3-8-29 0,0 0-34 15,0 9-196-15,0-9-596 0,0 0 264 0</inkml:trace>
  <inkml:trace contextRef="#ctx0" brushRef="#br0" timeOffset="58552.07">24186 13144 23 0,'13'-16'207'0,"2"3"2"0,0-1 5 15,7-1-1-15,-6 5-4 0,2 0-12 0,-1 2-11 16,-1-2-5-16,-4 5-7 0,6-1-13 0,-5 1-14 16,-3 2-13-16,-3 1-16 0,3 0-8 0,-3 1-6 15,-7 1-1-15,9 3 2 0,-9-3 1 0,6 9-6 16,-4-2-5-16,-4 0-5 0,-3 5-8 0,-1-3-6 15,-3 4-8-15,-1 1-6 0,-3-1-12 0,3 1 4 16,-3-2-7-16,5-3-6 0,-1 0-1 0,2 2-2 16,-1-2-8-16,3-1-12 0,0 1-11 0,2-3-1 15,2 1-5-15,1-1-2 0,0-6-7 0,2 13-6 16,1-7-2-16,5 0-1 0,2 1-1 0,-1-1 1 16,0-2 4-16,2 0-1 0,-2-1 4 0,2 3-3 15,0-3 6-15,-4-1-2 0,-1-1 1 0,1 2 0 16,-7-3 1-16,9 2 1 0,-9-2 10 0,7 4 2 15,-7-4 13-15,0 0-5 0,0 0 2 0,0 0-2 16,0 0-2-16,-18 14 15 0,9-11-4 0,0 0-14 16,-2 1-4-16,0-1-13 0,2 1-17 0,-5-1-21 15,4 1-32-15,0 1-38 0,0 0-52 0,2-3-66 16,1 3-66-16,1 0-166 0,-1 0-504 0,7-5 222 16</inkml:trace>
  <inkml:trace contextRef="#ctx0" brushRef="#br0" timeOffset="60268.61">24977 12964 7 0,'0'0'251'0,"-2"-12"-3"16,2 12 1-16,-1-11-5 0,1 11-3 0,-2-8-23 0,2 8-18 16,0 0-17-16,0-9-20 0,0 9-18 0,0 0-10 15,0 0-15-15,0 0 1 0,0 0-1 0,0 0-3 16,0 0-4-16,-6 30-6 0,5-12-6 0,-2 0-9 16,-1 0-7-16,0 6-5 0,1-5-9 0,-1 7-5 15,-1-8-7-15,4 0 3 0,-2 1-15 0,-1 2 1 16,4-2-9-16,-2-2-7 0,-2-1 1 0,3 1-9 15,-1-6-1-15,1 3 2 0,1-4-22 0,-1-1-17 16,0 2-42-16,1-5-21 0,-2 0-30 0,2-6-30 16,-4 14-33-16,3-10-33 0,1-4-26 15,0 0-29-15,-4 10-180 0,4-10-473 0,0 0 211 0</inkml:trace>
  <inkml:trace contextRef="#ctx0" brushRef="#br0" timeOffset="60619.96">25008 12833 23 0,'18'-10'173'0,"-1"4"-5"0,2-2-11 15,-2 3-9-15,-3 2-15 0,-3 2-10 0,3-1-9 16,-3 4 0-16,0-1-7 0,1-1-11 0,-6 4-2 16,1 2 4-16,-4 0-5 0,2 2-1 15,1 0-3-15,-4 3-11 0,-7-1-5 0,5 2-6 0,-4-2-7 16,-5 5-6-16,0-1-4 0,-5-2-6 15,1 1-4-15,-1-3-2 0,1 0-1 0,-2-1-7 0,5-2-2 16,-3-4 2-16,2 4-3 0,0-4 4 0,2 1 2 16,2-2-1-16,1 0 2 0,6-2 1 15,-11 3 5-15,11-3 3 0,-8 3-7 0,8-3-2 0,-6 1 1 16,6-1-13-16,0 0 10 0,0 0-15 0,0 0-2 16,0 0-3-16,9 13 1 0,-3-9-3 0,4 0 2 15,0 5 0-15,1-3-3 0,3 5 1 0,4-3-1 16,0 3-21-16,0-3-27 0,2 1-35 15,-4 1-49-15,11-1-45 0,-7-4-54 0,-5 5-173 16,4-3-427-16,1-3 189 0</inkml:trace>
  <inkml:trace contextRef="#ctx0" brushRef="#br0" timeOffset="60870.61">25619 12898 40 0,'-12'-4'233'0,"-1"4"-2"16,-6 0 16-16,0 0-10 0,-3 5-4 0,1 0-7 16,-6 5-14-16,3 4-9 0,-1 1-13 15,2 2-5-15,3 2-12 0,6-5-18 0,1 2-14 16,-3 4-12-16,4-3-11 0,7-1-10 0,-2 3-16 0,6-2-6 16,1 0-8-16,3-2-5 0,6 1-10 0,2-1-5 15,0-1-4-15,3 0-3 0,3-5-18 0,-1 0-14 16,16 0-14-16,-5-2-27 0,4 0-24 15,-3-6-29-15,1 1-36 0,-7-2-46 0,-2 0-42 16,3-2-39-16,-6 1-32 0,-3 1-157 0,-5 0-460 0,0 0 204 16</inkml:trace>
  <inkml:trace contextRef="#ctx0" brushRef="#br0" timeOffset="61155.52">24913 13411 163 0,'-14'4'194'0,"3"1"-16"15,5-4-1-15,2 3 0 0,4-4-3 16,0 0-7-16,15 8-4 0,2-5-6 0,14-2-8 16,3-1-4-16,6-1-3 0,15-5-8 0,2 2-10 0,1 0-6 15,1-1-8-15,-2-1-10 0,-3-2-5 0,-1 3-6 16,-13 1-10-16,-2-1-5 0,14-2-6 15,-15 4-8-15,-2 3 2 0,1-3-15 0,-7 0-2 16,-2 2-2-16,-5 0-22 0,-4 1-21 0,0 0-32 16,-6 1-40-16,-2 0-41 0,-3 2-47 0,-2 0-27 0,0 2-42 15,-5-5-182-15,-5 12-445 0,-2-3 198 16</inkml:trace>
  <inkml:trace contextRef="#ctx0" brushRef="#br0" timeOffset="61465.75">24983 13662 171 0,'-9'-4'282'16,"9"4"2"-16,-8-1 2 0,8 1-11 0,0 0-1 15,0 0-40-15,-8-3-20 0,8 3-22 0,0 0-16 0,0 0-18 16,0 0-2-16,-4 8-2 0,4-8 7 15,0 20-2-15,0-8-15 0,-2-1-8 0,1 2-11 16,2 6-9-16,-2-1-13 0,0 0-12 0,1 2-8 16,-2-4-7-16,4 2-2 0,-2 0-11 0,0-1 2 0,-2-2-11 15,1 2 4-15,1-3-12 0,1-3-9 0,-2 1-3 16,1 0 2-16,0-2-15 0,0-1-13 16,-2-2-16-16,4 1-39 0,-2-8-31 0,-2 13-29 0,2-13-29 15,-2 12-29-15,2-12-29 0,-1 7-28 16,1-7-22-16,-3 6-18 0,3-6-32 0,0 0-172 15,-7 2-503-15,7-2 223 0</inkml:trace>
  <inkml:trace contextRef="#ctx0" brushRef="#br0" timeOffset="61837.1">25018 13594 93 0,'13'-5'187'0,"-1"4"-12"0,1-1-5 0,-2 2 0 15,-1 3-3-15,2-1-12 0,-4 2-3 0,-1 1-10 16,-1 0-4-16,0 1-7 0,-2 1-8 0,-3 0 1 16,1 2-13-16,-2 3-12 0,0-3-5 0,-2 1-7 15,-2 0-5-15,-3-1-10 0,1 2-2 0,-1-3-11 16,-1 2-2-16,-6 0-8 0,4-2-3 0,1-2-7 0,-3 1-4 16,3-1-7-16,-2-1 5 0,-1-3-7 15,3-1 0-15,3 0-7 0,-3 2 3 0,9-3-2 16,-11 2 0-16,11-2-6 0,-10 2 3 0,10-2-7 15,-7 0-2-15,7 0 0 0,0 0 1 0,0 0-4 16,0 0 3-16,0 0-2 0,0 0 2 0,2 13 0 16,-2-13 2-16,12 7 0 0,-3-1 5 0,-4 0 4 0,6 0 0 15,-2 3-2-15,1-3-3 0,1 2 2 16,0 1-1-16,0-2-3 0,0 0 1 0,4 3-7 16,-1 1-14-16,-7-3-27 0,3-1-32 0,5 2-33 15,-4 0-42-15,-3-4-34 0,4-1-37 0,-3 1-35 16,-1 1-136-16,2-3-415 0,1 0 185 0</inkml:trace>
  <inkml:trace contextRef="#ctx0" brushRef="#br0" timeOffset="62886.75">25545 13741 16 0,'0'0'212'0,"-7"-4"-6"0,7 4-4 16,0 0-9-16,-7-1-11 0,7 1-3 0,0 0-4 15,-15 1-6-15,15-1-6 0,-12 4 5 0,6 0-15 16,6-4 3-16,-18 10-13 0,6-1 3 0,2-1-20 0,0 1-4 16,-3 3-1-16,4 2-4 0,-2-2-9 15,2 2-3-15,2 0-4 0,2-2-9 16,0 4-9-16,1-5-7 0,2 1 3 0,2 1-6 0,-1-2-4 16,2-1 0-16,1 1-7 0,2 0-3 0,1-2-10 15,2 3-1-15,-1-5-7 0,1 3-2 0,0-4-8 16,2 0 4-16,0-1-11 0,2-1 5 0,1-2-13 0,-3 1-18 15,1-1-26-15,3-2-33 0,-1-2-39 16,-2 2-36-16,1-1-41 0,-2-1-44 0,3-2-54 16,-2-2-34-16,-1 3-179 0,-1-1-529 0,2-4 233 15</inkml:trace>
  <inkml:trace contextRef="#ctx0" brushRef="#br0" timeOffset="63102.77">25673 13791 20 0,'0'0'230'16,"0"0"-3"-16,0 0 0 0,0 0-2 0,0-10-9 16,0 10-11-16,4-5-6 0,-4 5-15 0,9-3-14 15,-3 2-13-15,-6 1-6 0,19-3-23 0,-8 2-11 16,5-1-15-16,-3-1-7 0,4-2-10 0,0 4-11 16,1-1-20-16,-1-3-18 0,-3 2-32 0,-2 3-37 15,-1-2-34-15,0 0-32 0,-11 2-38 0,13-6-32 16,-5 5-19-16,-2-1-28 0,-6 2-118 0,9-7-360 15,-9 7 160-15</inkml:trace>
  <inkml:trace contextRef="#ctx0" brushRef="#br0" timeOffset="63303.93">25835 13619 165 0,'-7'-5'231'0,"7"5"-2"0,0 0-8 0,-10-3-1 15,10 3-2-15,0 0 4 0,-11 8 3 0,7-2 0 16,0 3-1-16,-1 4-8 0,0-2-12 0,3-1-9 15,-3 2-26-15,1 5-8 0,2-1-3 0,0 1-29 16,-3-6-15-16,4 3-8 0,0 2-12 0,-1 0-11 16,2-1-1-16,2 1-9 0,-1-4-15 0,-1 1-20 15,2-4-24-15,0 4-37 0,0-6-36 0,2 3-48 16,-4-2-50-16,2 2-48 0,1-5-57 0,-1 3-54 16,0 0-176-16,0-4-531 0,-2-4 236 0</inkml:trace>
  <inkml:trace contextRef="#ctx0" brushRef="#br0" timeOffset="63569.53">26071 13637 53 0,'0'-7'294'0,"0"7"2"16,2-11 4-16,-2 11-10 0,0-8 5 0,0 8-30 15,2-6-21-15,-2 6-20 0,0 0 0 0,0 0 4 16,0 0-4-16,0 0-11 0,4 20-16 0,-4-8-10 15,0 0-10-15,0 7-14 0,0-3-10 16,-2 1-18-16,2 0-9 0,-2 2-10 0,2-1-17 0,-2 0-9 16,2 0-12-16,-2 2-2 0,-1-3-14 0,0 0-1 15,3-2-21-15,0-2-35 0,-2-1-31 0,2-2-32 16,0 0-46-16,2-1-34 0,-2 1-52 0,0-3-39 16,0 1-56-16,0-8-39 0,2 8-25 0,-2-8-187 15,0 8-579-15,0-8 256 0</inkml:trace>
  <inkml:trace contextRef="#ctx0" brushRef="#br0" timeOffset="63923.35">26113 13569 184 0,'11'-16'215'16,"3"3"8"-16,-3-1 4 0,3 2-7 0,1 2-3 0,-4 4-8 15,-1 0-13-15,3 3-8 0,-2 0-1 0,0 0 4 16,2 5-5-16,-3-1-27 0,-3 0-5 0,-1 4-3 15,3 1-10-15,-5 1-2 0,-1 2-9 16,-1 1-12-16,-2-10-14 0,-5 21-15 0,-1-11-2 16,-1 1-15-16,-2 2-4 0,-2-1-7 0,2-3 4 0,0-1-12 15,-3 1-4-15,2-2-2 0,-1 0-4 0,-1-1-9 16,1 0-1-16,0 0-5 0,1-1-2 0,4-2-2 16,-1 0 2-16,1-1 2 0,6-2-11 0,-10 6 6 15,4-6-8-15,6 0 9 0,-5 3-16 0,5-3-11 16,0 0-1-16,-4 5 7 0,4-5-2 0,0 0 0 15,0 0 3-15,6 13-5 0,-6-13 3 0,9 15 1 16,-3-8 2-16,0 0-4 0,1 1 2 0,3 0-16 16,0-1-19-16,3 1-28 0,3-1-39 0,2 1-38 15,-4-4-46-15,3 0-51 0,1 0-41 0,-2 0-42 16,-2 0-204-16,3-2-565 0,-3-1 251 16</inkml:trace>
  <inkml:trace contextRef="#ctx0" brushRef="#br0" timeOffset="64305.86">26506 13634 239 0,'2'-5'267'0,"-2"5"8"0,0-8 5 15,0 8-18-15,0 0-23 0,0 0-15 0,0 0 3 16,0 0-1-16,0 0-8 0,0 0-11 0,0 0-11 16,-2 26-21-16,2-14-9 0,-2 0-12 15,0 1-11-15,-1 2-12 0,1 0-4 0,2-2-8 16,-2-3-10-16,1 3-12 0,1-1-1 0,0-1-4 15,-2-3-14-15,2-8-6 0,0 13 0 0,0-8-6 16,0-5-6-16,-2 9-1 0,2-9-2 0,0 0-3 0,-2 9 2 16,2-9-5-16,0 0-4 0,0 0-2 0,0 0-7 15,0 0 0-15,0 0-9 0,0 0-2 16,0 0-3-16,0 0-3 0,18-16-12 0,-9 8 5 16,4 1-3-16,1-2-4 0,3 4 0 0,-2-1-3 15,-2 3-2-15,1 1 1 0,-1-1-9 0,-1 2 7 0,1 3 0 16,0 1 0-16,-2 1-2 0,-2 3-1 15,-2-1 0-15,2 2 1 0,-4 0 0 0,-3 2 4 0,0-1-2 16,-2 3 0-16,-2-2 7 0,-2 1-9 16,-4 0 8-16,-3 0-7 0,2-1 2 0,-7 0 1 0,3-1-3 15,-3 1 1-15,1-3 1 0,1-3-9 0,1 0-23 16,-4-2-45-16,-2-1-48 0,3-1-55 0,0 1-73 16,0-2-95-16,1-2-359 0,1 1-763 0,5-6 337 15</inkml:trace>
  <inkml:trace contextRef="#ctx0" brushRef="#br0" timeOffset="79320.5">20973 12535 61 0,'0'0'194'16,"0"0"-7"-16,0 0 0 0,-2-12-10 0,2 12-5 15,0 0-13-15,-5-6-1 0,5 6-1 0,0 0-4 16,0 0-5-16,-4-9-5 0,4 9-7 0,0 0-1 16,-6-4-11-16,6 4-2 0,0 0-12 0,0 0 1 0,-6-6-6 15,6 6-3-15,0 0-13 0,-9-2-4 16,9 2-11-16,-9-1-2 0,9 1-1 0,-17 3-8 16,7 0-1-16,-2 3-5 0,0-2 1 0,-3 4 0 15,-2 1-4-15,-1 0-4 0,0 4-3 0,0-2-9 0,2 0-2 16,4 0-2-16,-2 0-6 0,1 2 0 15,4-4-2-15,0-1-10 0,1 1 5 0,1-1-2 16,2 3-3-16,-1-1-5 0,1-3 1 0,1 3 0 16,3-1-1-16,0 1 0 0,0 0-2 0,2-1 8 15,4 1-11-15,0-1-1 0,0 1 1 0,9 0-1 0,-1 2-3 16,-3-3 10-16,2-1 0 0,3 2-4 16,0-2-2-16,1 2 8 0,0-2 0 0,0 1-5 15,-5-3-8-15,1-2 16 0,-1 2-10 0,-1 1-5 16,0-2-7-16,-3 0 5 0,0 0 0 0,0-1-4 15,-3 0 2-15,0 0 3 0,0 1 0 0,-4-5 8 0,2 9 1 16,-2-9 12-16,-7 14 20 0,0-6-23 0,-4-2 6 16,-2 3 1-16,-5 0 5 0,0-2-3 15,-2 1 0-15,-6 1-5 0,-2-2-3 0,0 1-3 16,1 3 5-16,0-6-21 0,6-2-22 0,0 0-29 16,2 0-49-16,0 1-47 0,3-1-57 0,2-1-63 0,1-1-76 15,-4-2-215-15,5 1-603 0,-1 0 267 0</inkml:trace>
  <inkml:trace contextRef="#ctx0" brushRef="#br0" timeOffset="79820.13">20146 12043 180 0,'-3'-8'226'16,"1"3"-7"-16,2 5-3 0,-4-9-14 0,4 9-1 15,-3-7-18-15,3 7-23 0,0 0-16 0,0 0-16 16,0 0 5-16,0 0 9 0,-9 19-4 0,7 0-5 16,-1 12-7-16,2 13-5 0,-2 7-4 0,2 1-6 15,1 5-2-15,0 24 3 0,0-23 7 0,1 23 5 16,2-24 8-16,-1 25 5 0,-2-24-4 0,3 1 9 16,2 24-10-16,-1-22 4 0,0 33-10 0,7-9 1 0,-11-2 1 15,3-22-8-15,1 21 1 0,-4-23-3 16,6 0-12-16,-2 22-5 0,-3-30-4 0,-2 2-7 15,2 1-6-15,3-2-7 0,-3 3-4 0,-1-4-3 16,2-3-8-16,-1-14-31 0,1-2-3 0,-3-2-2 16,2 0-1-16,1 0-3 0,-4-3-5 0,5-3 1 15,-4-5-14-15,-2 0-13 0,2-2-15 0,-3-1-24 16,1-3-15-16,-2-3-39 0,-1 0-35 0,-2-3-34 16,1 1-35-16,-2-4-44 0,-3-2-51 0,2-4-45 15,0-2-43-15,-3-3-242 0,1-6-682 0,0-14 302 16</inkml:trace>
  <inkml:trace contextRef="#ctx0" brushRef="#br0" timeOffset="82052.2">20170 11853 84 0,'-9'-7'173'0,"1"4"-5"0,3-3-3 16,0 2-11-16,5 4-12 0,-9-6-15 0,9 6-15 15,-4-4-13-15,4 4-9 0,0 0-7 0,0 0-8 16,0 0-2-16,0 0-2 0,32-1-8 0,-1 5-1 15,-2-1-10-15,6 0-4 0,3 1-5 0,17 1 1 16,1-3-5-16,2 1-4 0,6-1-2 0,-3 0-2 16,2-2 1-16,2 1 9 0,-4 3-4 0,3 1-8 15,-1-3 0-15,-3 1-2 0,4 3-3 0,1-2-1 16,-1 2 0-16,27-1-4 0,-30 0 0 0,2-2 0 16,-1 4-1-16,3-1-3 0,-2-2 0 0,0 2 1 15,-1-3-2-15,1-2 4 0,-3 3 2 0,3-3 1 16,1 1 1-16,-1-2-3 0,0 2-1 0,2-2 0 15,23-3 4-15,-28 2-3 0,4 0-2 0,3-3-2 16,-3 2 1-16,1-2-2 0,-3 2 1 0,28-3-2 16,-30 0-4-16,1 3 2 0,2-1 3 0,-1-1-2 15,0 2-3-15,-1-3 2 0,-1 4-1 0,3-1 2 16,-2 0 0-16,2-1-2 0,1 1-1 0,-3 0-1 16,0 0 4-16,1 0-5 0,-1-1 7 0,4 0-7 15,2 0-1-15,-3 0 3 0,2-1-2 0,25-3-3 16,-30 5-1-16,2-1 5 0,1-1-3 0,-5-2-3 15,2 4 1-15,0-3 0 0,-1 1 0 0,0 1-3 16,-1-3 3-16,1 1-3 0,-4 2 5 0,1-2-4 16,-2 1 3-16,0 1-1 0,2-1 0 0,-5 2-2 15,1-3 5-15,-1 1-7 0,-14 2 2 0,1-2-4 16,-1 1 4-16,16 1 0 0,-18 0 0 0,4-1 0 16,-2 3-1-16,1 0-1 0,-1-3 1 0,2 1-1 15,-4 0 2-15,2 1-1 0,-1 0 0 0,2 0 0 16,-2 0-2-16,4 1 6 0,-3 0-4 0,-1-2-3 15,-1-1 1-15,0 2-1 0,-7-1 0 0,3 2 1 0,-1 0-2 16,-2 0-1-16,-2-2 3 0,2 0-2 0,1 2 1 16,-12-2 2-16,2 2 4 0,0 0-5 15,1 2-2-15,-6-1 0 0,2 0 1 0,-4-1 2 16,-1 2 3-16,0-2-5 0,2 2 1 0,-5-1 0 16,2-1 2-16,-5 1-3 0,6 2 0 0,-7-2 1 0,3 1 1 15,-8-2-1-15,13 4 3 0,-7-2-4 0,-6-2 0 16,8 3 0-16,-8-3 4 0,9 5-5 15,-5-3 2-15,1 1 2 0,-5-3-4 0,5 6 2 16,-5-6 1-16,4 9-4 0,-1-6 2 0,-3-3 0 0,6 11 3 16,-4-5-1-16,3 0-1 0,-5 0-1 0,0-6 3 15,4 12 0-15,-2-4 0 0,1-1 0 0,-1 1-2 16,1 0 1-16,1 1 2 0,0-1-2 16,1 0 0-16,-3 1 1 0,4-1 1 0,2 1-1 0,-2-2 0 15,-1 1-2-15,-1-1 4 0,3-1 0 0,0 0-3 16,-2 1-2-16,3-2 0 0,-3 2 3 0,1 0-2 15,-2-2 2-15,4-2-1 0,-2 2 1 0,-1 0 0 16,-1-1-2-16,3 1 2 0,0 0 2 0,-2 1-4 16,1-1 2-16,1 0-1 0,-1 0 0 0,0-1 2 15,0-1 2-15,0 5-3 0,-3-3-1 0,3 1 1 16,-3-1 0-16,4 0-3 0,-3 2 3 0,1-3-2 16,-1 2 3-16,0 0-6 0,1-2 7 0,0 1-3 15,-3 1 1-15,0 1-2 0,3 1-3 0,-3 0 3 16,0 1 1-16,0-1 0 0,0 0-1 0,0 3 2 15,-1-1 0-15,-1 3 0 0,2-1 2 0,-2 3 0 16,0-2-1-16,4 5 2 0,-6 0 1 0,2 0 6 16,2 0-2-16,-2 2 1 0,0-1-2 0,5 6 4 15,-5 0-1-15,3-8 7 0,1 7-2 0,0 1 3 16,-2-1-2-16,1-3 5 0,3 5 3 0,-2 0 4 16,-1 0-2-16,4-1-1 0,-5 0-3 0,5-1 3 15,-5-4-6-15,5 5 3 0,-7-5-2 0,7 6 5 16,-3-7 2-16,1 1-1 0,4 2-3 0,-1-3-2 15,-2 0 7-15,6 3-5 0,-5-2-1 0,-2-3 2 16,4 2-5-16,-5-2 6 0,5 1-6 0,-2 5 3 16,-1-5-5-16,4 1 1 0,-2 4 0 0,-3-5 0 15,-1 0 0-15,2 0 0 0,2 0 2 0,-3 0-1 16,3-1 0-16,-1 6 1 0,0-4-7 0,2 4-2 16,-7-6-19-16,5-1-1 0,-1 4 1 0,4 4 3 15,-6 0 2-15,1-7 2 0,1 2 0 0,-1-1 1 16,2-1-1-16,-3 1 14 0,1-1-14 0,1 0 10 15,-1 2-8-15,2-4 1 0,-3 2 8 0,-3-2-9 16,3 2 0-16,2-2 2 0,-3 0-3 0,1 1 2 16,-2 0 3-16,0-1-1 0,4 2-1 0,-2-3 5 15,-2 3-9-15,-2-5 1 0,4 3 2 0,1 2-2 16,-3 0 1-16,0-6-2 0,3 3 4 0,-3 1 1 16,1 2-3-16,3-3 3 0,-3-1-4 0,-1-1 2 15,2 3-1-15,0-4-1 0,-1 0-1 0,1 0 1 16,-4 1 1-16,5-2 1 0,-5 2 2 0,2-1-2 15,0-1-3-15,-1 2 1 0,1-3-2 0,-2 0 1 16,0 1 1-16,0 0 1 0,-2-3 1 0,2 3-2 16,0 2 0-16,-1-2-3 0,1 0 5 0,0 0-1 15,-2 2-1-15,0-2 1 0,2 0 0 0,0 0 2 16,-3-1 0-16,1-2-1 0,-2 3 2 0,-1-2-1 16,5-2-3-16,-4 2 1 0,0 4-4 0,-1-4 3 15,-2 0-1-15,4 0 0 0,-1 1 1 0,-2 0-2 16,1-1 5-16,1-1-9 0,0-1 7 0,0-1 1 15,-2 3 1-15,-1-1-2 0,1 1-2 16,1-1 4-16,-4 3-4 0,4-3 2 0,-1 0 2 0,-1 0-1 16,-1 1-3-16,2-2 3 0,-2 2-1 0,-1 0 2 15,-1-4-5-15,1 5 1 0,-1-2 3 0,1 1-2 16,-5-3 2-16,1 4-5 0,-3-1 13 0,3-1-12 16,-3 1 7-16,0 1 5 0,-4-2-4 0,4 2-6 15,-4-1 4-15,-1 1-4 0,-4 0-2 0,0 1-3 16,-1 1 2-16,-1-1-1 0,0-4 4 0,-4 3-3 15,2 0 7-15,-3 1-3 0,-4-3 1 0,-1-1-6 16,-2 0 5-16,-12 1 1 0,-1 1 0 0,0-4-3 16,-1-1 2-16,-2 4-2 0,-1-5 1 0,-3 0-6 15,3 3 6-15,-3-5 0 0,-1 3 1 0,4 1 0 16,-2-4 0-16,-2 1 2 0,3-1-6 0,-2 0 6 16,3 1-7-16,-7 1 0 0,-1-2 2 0,1 2 0 15,-1-4 3-15,-3 2-1 0,1-4-1 0,-25 2 3 16,30 4-6-16,-6-4 4 0,-21 1-1 0,26 1-1 15,-4 0-1-15,1 0 9 0,-25 0-10 0,1-1-1 16,21 1 1-16,-21-3-3 0,-1 4-1 0,24-4 3 16,-25 3 1-16,2 0 2 0,21 0-5 0,-24-2 0 15,27 1 12-15,-26 2-10 0,26-1-1 0,-24-1 0 16,25-1 4-16,-3 2-1 0,1-2-3 0,-24 1 4 16,25 1-3-16,-1 0 4 0,-24 0-5 0,26-3 8 15,0 1-5-15,-28 1-2 0,30 1 6 0,-5-2-4 16,1 2 2-16,-25 2 0 0,30-4-3 0,-4 2 4 15,1 0 3-15,-2 0-8 0,1-1 1 0,-1 1 2 16,-26-6 1-16,28 8 1 0,-26-2-2 0,30 0 0 16,-2-4 1-16,-1 4 4 0,0-1-7 0,2-2 3 15,0 2-3-15,-1-2 12 0,2 0 1 0,5 2-11 16,-1-4-3-16,5 3 3 0,10-2 2 0,-14 0 1 16,3 4 0-16,1-5-3 0,12 1 2 0,-12-1-5 15,13 3 2-15,-13-5 1 0,14 2 7 0,1 0-5 16,-2 0-3-16,-1-2 1 0,2 1 1 0,0 1 4 15,-1 0-3-15,1-2-4 0,-1 0 7 0,0 1-2 16,5 0 0-16,-1 0 4 0,-1 2-1 0,3-2 2 16,-1 3 6-16,2-1-3 0,2-2 1 0,2 2-6 15,-1 1 3-15,5 1 1 0,2-2-3 0,1 1 0 16,0 2-1-16,-1-1 3 0,-1 0-2 0,2 0-3 16,1 0 6-16,0 0-5 0,-3 0 5 0,4 2-4 15,-4-2 0-15,2 2 2 0,2-1 0 0,-3 0 0 16,4-1 3-16,0 1-5 0,2 1 3 0,3-2-3 15,-1 0 0-15,2 0-7 0,3 4 7 0,8-2 1 16,-13-2-3-16,13 2 3 0,-10-2 1 0,10 2-9 16,-7-1-8-16,7 1-7 0,0 0-9 0,0 0-13 15,0 0-14-15,0 0-14 0,0 0-21 0,0 0-31 16,0 0-32-16,19-7-34 0,-10 4-42 0,1 3-25 16,0 0-185-16,-10 0-474 0,18-2 210 0</inkml:trace>
  <inkml:trace contextRef="#ctx0" brushRef="#br0" timeOffset="102720.51">27838 12414 132 0,'0'0'213'16,"-11"-4"-6"-16,11 4-2 0,-7-2 6 0,7 2-11 15,0 0-10-15,-11-1-13 0,11 1-3 0,0 0-13 16,0 0-4-16,-7-3-5 0,7 3-6 0,0 0-7 15,0 0-3-15,0 0-3 0,-6-4-11 0,6 4-1 16,0 0-14-16,0 0-12 0,0 0-1 0,13-10-10 16,-7 6-8-16,3-3-5 0,1 0-1 0,3-3-17 15,-6 1-4-15,2-1-3 0,-2 0-4 0,-1-5-1 16,3 6-4-16,-2-2-4 0,0 0 7 0,-1 2-13 16,0-4-4-16,-3 3-3 0,-1-1-2 0,1 0 0 15,-1 4-4-15,-1-2 3 0,0 3-5 0,1-2-4 16,-2 8 3-16,0-9 8 0,0 9 1 0,0-9-16 15,0 9 6-15,0 0 1 0,-6-7-4 0,6 7 4 16,0 0 5-16,0 0 4 0,-21 12-5 0,11-4-7 16,0 3-4-16,4 0 7 0,-5 5-5 0,1-2 4 15,2 0-5-15,1 2-4 0,3-1 3 0,2 1 0 16,-1-3-3-16,3-2 2 0,3 0-3 0,1 0 6 16,2 0-13-16,1-2-24 0,4-1-16 0,-2-2-33 15,5 1-30-15,-1-2-35 0,4-1-28 0,2 0-49 16,-3-4-40-16,2 0-28 0,-5 0-196 0,1-3-525 15,-4-1 232-15</inkml:trace>
  <inkml:trace contextRef="#ctx0" brushRef="#br0" timeOffset="102871.7">27955 12023 16 0,'0'0'146'0,"-7"-6"-24"0,7 6-8 0,0 0-31 15,0 0-22-15,0 0-29 0,0 0-35 16,0 0-29-16,15-3-59 0,-15 3-96 0,19 4 43 16</inkml:trace>
  <inkml:trace contextRef="#ctx0" brushRef="#br0" timeOffset="103137.09">28222 11969 138 0,'-7'-3'221'0,"7"3"-4"0,0 0-11 0,0 0-11 0,0 0-6 16,-21 12-4-16,18-3-2 0,-5 5-2 0,-2 3-3 16,3 10-7-16,-2-3-5 0,2 8-9 0,3 0-4 15,-3 3 1-15,0 11-8 0,3-13-4 0,-1 2-2 16,3-3-11-16,-1 3-16 0,-1-3-3 16,0-2-9-16,4-2-11 0,-2-2-7 0,1 0-6 0,1 1-6 15,1-12-11-15,1 5-3 0,-4-2-7 0,4-3 5 16,0 0-12-16,1-2-9 0,-3-3-12 0,1-1-24 15,-1-2-26-15,0 0-34 0,0-7-31 16,-1 10-29-16,1-10-36 0,0 9-36 0,0-9-34 0,-3 6-42 16,3-6-240-16,0 0-553 0,0 0 244 0</inkml:trace>
  <inkml:trace contextRef="#ctx0" brushRef="#br0" timeOffset="103352.08">27959 12468 125 0,'0'0'186'0,"3"-12"-7"0,1 6-7 0,5-1 3 15,1 0-2-15,0 0-5 0,6-3-3 0,0 1-8 16,4 2-9-16,0-1-5 0,1 0-6 0,5-1-1 16,-8 0-4-16,5 2-1 0,-3 0-8 15,-1 2-1-15,-2 0-9 0,3 0-12 0,-8 1-3 0,2 1-11 16,-4 0-9-16,-2 3-10 0,0-4-6 0,-8 4-5 16,12-4-5-16,-7 3-8 0,-5 1-13 0,9-4-15 15,-9 4-17-15,0 0-24 0,0 0-28 0,10 0-35 16,-10 0-50-16,0 0-59 0,11 0-51 0,-11 0-191 15,0 0-474-15,7-1 210 0</inkml:trace>
  <inkml:trace contextRef="#ctx0" brushRef="#br0" timeOffset="103819.36">28925 11891 131 0,'-4'-6'254'0,"4"6"-12"15,0 0-12-15,-3-4-18 0,3 4-19 0,0 0-17 16,0 0 2-16,0 0 24 0,0 0-9 0,-6 22-7 16,3-6-4-16,1 4-8 0,-5 4-8 0,4 3-8 15,1 0 0-15,-2 2-1 0,2-2-10 16,-3 3-3-16,1-3-15 0,2 2-5 0,-2 1-11 0,3-5-15 15,-2 1-8-15,3-7-3 0,-1 0-13 0,-1 0-3 16,0-3-1-16,2-1-11 0,-1-2-3 0,2-1-5 16,-1 0-11-16,0 0-1 0,0-2-6 0,-1 1 1 15,1-2-20-15,0-3-26 0,0-6-31 0,-2 10-25 16,2-10-28-16,0 8-24 0,0-8-21 0,0 0-18 16,-1 9-17-16,1-9-30 0,0 0-43 0,0 0-18 15,0 0-15-15,0 0-193 0,-6-27-514 0,2 12 228 16</inkml:trace>
  <inkml:trace contextRef="#ctx0" brushRef="#br0" timeOffset="104152.75">28801 12037 16 0,'2'-20'127'0,"3"2"8"15,2-3 0-15,0 6 1 0,0-2 0 0,2 4 1 16,2 1-2-16,2 2 3 0,-1 2-9 0,1-1 2 16,5 4 0-16,-5 2 2 0,-1 1-1 0,2 0-8 15,-2 6-9-15,-2 0-1 0,4 0 0 0,-3 3-5 0,-1-1-10 16,-1 1-8-16,0 1-1 0,-4 0-3 15,2 2-6-15,-3 0-1 0,-3 2-8 0,1-1-4 16,-2 1-5-16,-4-2-3 0,1 2-8 0,-3-1-5 16,1 1-4-16,-2-3 2 0,2 2-9 0,-2-1-5 15,0-1-4-15,1-2-3 0,0-1 3 0,0-1 0 0,-1-1-8 16,0 1 1-16,2-3 2 0,5-2-1 16,-7 7 2-16,7-7-8 0,-6 3 11 0,6-3-14 15,-3 5 0-15,3-5-7 0,0 0 2 0,-3 8-2 16,3-8 2-16,0 0 0 0,8 11-3 0,-3-7 2 0,4 3-1 15,1 0-2-15,2 1 0 0,-1-1 4 16,6 0 0-16,0 3-1 0,0-5-2 0,2 6-19 16,1-5-17-16,-1 1-22 0,0 2-42 0,1-2-46 15,-1-1-49-15,2 0-43 0,-5 1-30 0,1 0-186 0,-7-2-486 16,3-2 215-16</inkml:trace>
  <inkml:trace contextRef="#ctx0" brushRef="#br0" timeOffset="104480.74">29491 12137 203 0,'0'0'261'0,"0"0"2"0,-10-8-3 16,10 8-6-16,-13 2-10 0,13-2-18 0,-20 8 0 16,6-1-12-16,-3 2 4 0,2 1-10 0,0 4-15 15,-1 1 1-15,-2 2-20 0,6-1-10 0,-2 0-3 16,3 0-30-16,2 0 5 0,2-1-9 0,2-4-8 15,2 2-14-15,1-1-2 0,4-1-13 0,1 6-3 16,-1-6-6-16,3-3-11 0,2 4 9 0,-1-6-3 16,4 3-9-16,0-2-1 0,2-2-6 0,3 2-3 0,3-3-3 15,-5-1-6-15,2-2-5 0,2-1-5 0,1-1 5 16,-4 1-11-16,-1-2-1 0,1 1 1 16,-4-3-11-16,0 3-1 0,-1-2-9 0,0 1-11 15,-3 0-14-15,-6 2-6 0,11-4-19 0,-6 2-25 16,-5 2-24-16,10-4-39 0,-10 4-35 0,6-3-37 0,-6 3-43 15,0 0-56-15,7-8-59 0,-7 8-257 0,1-5-664 16,-1 5 294-16</inkml:trace>
  <inkml:trace contextRef="#ctx0" brushRef="#br0" timeOffset="108004.05">30157 12385 2 0,'0'0'110'0,"0"0"-3"16,0 0 0-16,0 0-1 0,0 0-7 0,-2 6-1 15,2-6 10-15,0 0-4 0,0 0-2 0,0 0 7 0,0 0-6 16,0 0-5-16,0 0 0 0,0 0-4 0,0 0-1 15,0 0-3-15,0 0-2 0,0 0-6 0,0 0-2 16,0 0-10-16,0 0-4 0,0 0-5 16,0 0-1-16,0 0-3 0,0 0-4 0,0 0-2 15,0 0-5-15,0 0-2 0,0 0-4 0,0 0 1 0,0 0-5 16,0 0-2-16,0 0-6 0,0 0 1 0,0 0-7 16,0 0 2-16,0 0-5 0,0 0-3 15,0 0-2-15,0 0 0 0,20-6-2 0,-20 6 1 0,0 0-3 16,0 0 0-16,0 0-4 0,0 0-5 0,0 0-14 15,0 0-12-15,0 0-20 0,0 0-10 0,0 0-26 16,0 0-24-16,0 0-32 0,0 0-23 0,0 0-27 16,0 0-138-16,0 0-352 0,0 0 157 0</inkml:trace>
  <inkml:trace contextRef="#ctx0" brushRef="#br0" timeOffset="109200.16">30109 12119 110 0,'0'0'160'0,"1"-9"2"0,-1 9-5 16,-1-10-5-16,1 10-4 0,1-10 2 0,-1 10 4 0,1-8 0 16,-1 8-7-16,1-9-6 0,-1 9-3 0,0 0-5 15,-1-9-4-15,1 9-13 0,0 0-9 16,0 0-12-16,0 0-1 0,0 0-19 0,0 0-2 15,0 0-5-15,0 0 4 0,0 0-8 0,0 0 1 0,13 21-4 16,-8-11-2-16,3 6-2 0,-1-1 0 0,1-1-7 16,0 1-5-16,-1 3-5 0,1-1 4 15,0-2-4-15,-2 0-2 0,3 0-9 0,-1-1 2 0,-2-4 0 16,-1 0-6-16,1-1 0 0,0 2-7 16,-4-5 2-16,3-1 2 0,-1-1 4 0,-1 1 0 0,-3-5 9 15,5 5 10-15,-5-5 9 0,6 4 6 0,-6-4 0 16,8 1-6-16,-8-1-5 0,0 0-6 0,12-11 0 15,-7 1-3-15,0 1-6 0,1-2-1 16,-1-2-6-16,2-1 5 0,-1-2-5 0,1 0-13 16,0-2 8-16,-1-1-4 0,2 2 2 0,-3 0-8 0,4-7-6 15,-1 5-2-15,-2 1-10 0,-1 0-8 0,-2 3-13 16,1 4-9-16,2-2-12 0,-6 4-26 0,0 2-32 16,0 7-33-16,3-11-38 0,-3 11-43 15,0-8-28-15,0 8-11 0,0 0-8 0,0 0-187 16,0 0-490-16,0 0 217 0</inkml:trace>
  <inkml:trace contextRef="#ctx0" brushRef="#br0" timeOffset="110069.53">30483 12153 170 0,'0'0'184'0,"5"-7"-8"0,-5 7-9 15,4-9-7-15,-4 9-15 0,4-8-4 0,0 3-7 16,-2 0-4-16,-2 5-4 0,8-9-10 15,-6 3-6-15,-2 6 0 0,4-9-3 0,2 3 0 0,-6 6 0 16,2-10 2-16,-2 10-4 0,4-6 2 16,-4 6-7-16,1-7-2 0,-1 7 1 0,0 0-5 0,0 0-6 15,0 0-10-15,-6-8-3 0,6 8-6 0,0 0-8 16,-12 0-8-16,12 0-1 0,-12 7-8 16,5 0 3-16,1 2-5 0,-1 0-8 0,1 2-1 15,1 0-6-15,1 1-10 0,3 1 7 0,-1-1-5 16,2 1-4-16,3 0 4 0,-2-1-5 0,2-1 14 0,1-1-8 15,5-3-13-15,-3 1 0 0,3-1 3 0,2-1 0 16,0-2 0-16,-1 0-3 0,3-2 2 0,-2 1-4 16,-1-5 1-16,3 4 4 0,-1-6 5 15,-1 3-6-15,-2-3-5 0,1 1 3 0,-2-2-10 16,2-1 12-16,-1 1 2 0,-1-2-5 0,1 0-1 16,-4-2 2-16,0 0 3 0,-2-2-13 0,2-2-2 0,-3 2 6 15,2 0-1-15,-4-2-7 0,5 2 4 0,-4-1 0 16,-1 3-2-16,4-2-1 0,-3 3 0 15,2 2 3-15,-3 6-3 0,3-11-1 0,-3 11-4 16,1-7 7-16,-1 7-4 0,4-5 1 0,-4 5 2 16,0 0-6-16,9 0 6 0,-9 0-1 0,0 0 0 0,12 10 4 15,-8-4 0-15,0 4 1 0,-1-4-8 0,2 2 4 16,-1 0 2-16,-2 1 0 0,3 1 0 0,-1-4 1 16,-3 0 4-16,2 1-1 0,1 0-1 15,1-1 2-15,0 0-5 0,-1-1 0 0,2 0 1 16,-1-2 2-16,1 2 5 0,3-1-2 0,-4 0 3 0,2-3 1 15,-7-1 0-15,14 3 10 0,-8-2-16 0,-6-1 3 16,12-1-3-16,-12 1 6 0,12-4-1 16,-6 0-3-16,0 0 4 0,0-2-3 0,-1 1 2 0,1-2 0 15,-2 2-5-15,-4 5 3 0,5-15 0 16,0 9-2-16,-1 0-1 0,-3 0 2 0,-1 6-1 0,4-9-2 16,-4 9 0-16,3-4-1 0,-3 4-3 0,0 0 0 15,0 0-1-15,0 0 7 0,0 0 4 0,0 0-4 16,0 0-4-16,1 22 5 0,2-16 0 0,-3-6 2 15,2 11 1-15,2-5-6 0,-1 0-2 16,-3-6 10-16,7 8-7 0,-3-4 6 0,0 0-1 0,-4-4 2 16,9 4 8-16,-3-4 2 0,-6 0-4 0,12-2-3 15,-12 2 10-15,11-8-12 0,-3 2 3 0,-4 1 1 16,2 0 5-16,-1-1-7 0,-1-1-7 0,-1 1 4 16,-1 0 0-16,-1-1-2 0,3-3 9 15,-1 1 4-15,-2 4 9 0,-1 5 13 0,4-10-12 0,-4 10-3 16,1-7-12-16,-1 7 5 0,0 0-6 0,0 0 5 15,0 0 8-15,0 0 1 0,0 0-4 0,-6 36-1 16,3-19 1-16,1 2 3 0,-2-2-1 16,0 2 0-16,0 5-13 0,3-6 5 0,-2 7-1 0,2-5-10 15,0-1 10-15,1-1-11 0,0 0-19 0,0-3-17 16,1 2-31-16,0-4-43 0,0-2-42 0,-1 3-50 16,0-2-59-16,3-2-46 0,-3 2-276 0,1-1-626 15,2-4 277-15</inkml:trace>
  <inkml:trace contextRef="#ctx0" brushRef="#br0" timeOffset="110386.24">31283 12262 72 0,'17'-21'184'0,"-6"6"5"0,1-2-4 16,-2 2-8-16,3-8-10 0,0 0 1 15,1 2-9-15,-7 2-10 0,-2 2-4 0,2-8 4 16,-5 0-8-16,0 0-2 0,-2-1-2 0,1 0-12 0,-2 7 7 15,-2 1 20-15,1 2-6 0,-2-1-7 0,1 4-4 16,1 1 2-16,0 5-5 0,1-1 2 0,1 8-15 16,-4-9-15-16,4 9-17 0,-2-8-6 15,2 8-11-15,0 0-2 0,0 0 8 0,0 0-6 0,-7 28-5 16,4-8 1-16,-1 4-9 0,-3 0-11 0,5-3-1 16,-2 3 1-16,2-7-3 0,1 2-9 0,2 0 4 15,-1 0-14-15,0 0 1 0,2-1-6 0,0 1 1 16,2-3-1-16,-1 1-19 0,2-7-36 0,0 4-28 15,3 2-34-15,-2-7-40 0,0 2-43 16,0-1-37-16,-1-1-36 0,5-2-31 0,-2 1-19 0,-1-3-203 16,3 1-548-16,1-2 243 0</inkml:trace>
  <inkml:trace contextRef="#ctx0" brushRef="#br0" timeOffset="111601.78">31639 12050 188 0,'0'0'214'15,"-4"-10"7"-15,4 10-3 0,-8-5-3 0,8 5-5 16,-12 2-3-16,12-2-7 0,-17 9-5 0,8-2-11 16,-4 0-13-16,3 5-12 0,-3-1-15 0,3 1-14 15,1 3-7-15,1-1-15 0,4-2-13 0,-1-2-6 16,4 0-10-16,0 1-3 0,2-3-14 0,1 2-3 16,0-4-7-16,3 1 1 0,0-1-3 0,0-2-2 15,1 1-5-15,2-3-6 0,1 0-4 16,-1-1-5-16,-8-1 2 0,20-3-6 0,-12 1-2 0,-2-2 0 15,3 0-4-15,-3 0 3 0,1-1-3 0,-1-1-1 16,1-2-2-16,-2 1-1 0,0-3-1 0,0 0-3 16,-1 1-2-16,-2-1-1 0,1 0 2 0,-2 1-3 15,0 2-2-15,-1 7-1 0,3-10 9 0,-2 4-5 16,-1 6 3-16,0 0-5 0,3-8-2 0,-3 8-4 16,0 0-2-16,0 0 7 0,0 0 8 0,0 0 2 15,0 0 1-15,0 0-9 0,0 24 5 0,0-24 2 16,1 13 1-16,1-6 0 0,-1-1-5 0,1 4-1 15,2-5 6-15,1 2 1 0,0 0 7 0,-1-3 5 16,1 4-4-16,0-3 1 0,4-2-2 0,-2 1 2 16,-1-2 1-16,2-1-6 0,1 2-3 0,-9-3 10 15,12-1-10-15,-1-1 16 0,-2 1-20 0,-9 1 1 16,14-4 1-16,-8 1-6 0,2-2 2 0,-2 1 11 16,-1-6-18-16,0 7-10 0,2-6-2 0,0 0-4 15,0-2-1-15,-2 4-7 0,1-5-8 0,1 3 6 16,0-1-13-16,-2 1 4 0,2-1 0 0,-2 3 4 15,-1 3-2-15,0-1 7 0,-4 5-4 0,6-5 4 0,-6 5 6 16,0 0-4-16,0 0 4 0,0 0-1 16,0 0 6-16,13 10-1 0,-12-4 4 0,-1-6 4 15,1 12-3-15,-1-6 3 0,3 0 0 0,0 0 4 16,-3-6 0-16,3 13-4 0,2-6 7 0,-1-2 4 16,3 2 2-16,-3-3-3 0,5 0 7 0,1 1-5 15,1-3-2-15,1-2 3 0,0 0-1 0,0 0 2 16,3 0-3-16,-2-2 2 0,4-1-6 0,-6 0 0 15,0-1 0-15,0-1 12 0,-1 0-9 0,-1 0-1 16,0-2-1-16,0 0-3 0,-1 0-1 0,-4 2-1 0,1-4 5 16,0 0 8-16,-3 1-5 0,1 1-2 15,-2-3 0-15,2 1-1 0,-3 2 6 0,0 7 2 0,1-10 7 16,-1 10 3-16,-4-10-4 0,4 10-3 16,-5-5 0-16,5 5 5 0,0 0-2 0,-19 6-2 15,12-2-7-15,0 1 8 0,-3 1-3 0,2-1 1 0,1 1 1 16,2 0-9-16,-1-1-4 0,2 1 1 0,0-1 1 15,2 1 4-15,2-6-7 0,-2 11 2 16,2-11-15-16,0 8 10 0,0-8-4 0,0 0-5 16,4 11-8-16,-4-11 8 0,6 6-2 0,-6-6 2 0,8 0 1 15,-8 0 2-15,0 0-2 0,11 0 4 0,-11 0-5 16,0 0 3-16,0 0 6 0,9-4-6 0,-9 4 0 16,0 0 1-16,5-5 1 0,-5 5 6 15,0 0 10-15,0 0-20 0,0 0 1 0,6-3 4 16,-6 3-4-16,0 0 4 0,0 0 1 0,0 0-1 0,0 18 6 15,0-7-2-15,0 0-4 0,-1 5 4 0,-1 5 9 16,0-3 9-16,-1 10 3 0,3-3-8 0,-2 1 2 16,1-1-1-16,-2 0 6 0,0 1 2 15,0-2-6-15,0-5 3 0,0 1-5 0,0 4 7 0,-5-5 2 16,3-2-5-16,0-1-1 0,-3 0-6 0,2-3 6 16,-3 1 1-16,-3 0-13 0,3-5 11 0,-5 2-4 15,4-3-1-15,-3-2 0 0,-2 1 2 0,3-2-3 16,0-1 0-16,0-1-6 0,-1-2-4 0,3-2-8 15,2 1-8-15,2-4 2 0,-1-1 5 0,7 5-11 16,-6-12-3-16,8 0-9 0,0 0 7 0,6-5-5 16,2-4 1-16,5-1 3 0,3 2 1 0,1-3 3 15,1 3 0-15,4-3-1 0,0-1 0 0,-1 3-4 16,2-1 8-16,-1 0 5 0,1-2 7 0,-1 3-12 16,1-2 6-16,-1 2 3 0,-1-3 0 0,-3 5-3 15,1-1 2-15,-4 1 3 0,-3 3 0 0,-2 1 12 16,-1 1-14-16,-4-1 12 0,4 1 9 0,-8 3 9 15,4 3 6-15,-5-1 10 0,1 3 19 0,0-1 7 16,-2 1-3-16,-1 6 1 0,0-9-4 0,0 9 1 16,0 0-9-16,-14-4 8 0,14 4-3 0,-16 5 0 15,7 3-5-15,0 0 0 0,-1 2-5 0,1 2-4 16,2-2-8-16,0 0 4 0,2 3-4 0,-1 5-7 16,5-7 5-16,1 2-10 0,2-3-28 0,3 2-44 15,3-2-32-15,3 2-49 0,-2-4-43 0,3-1-50 16,7 10-54-16,-2-9-59 0,-5 1-272 0,4-1-664 15,-9-1 294-15</inkml:trace>
  <inkml:trace contextRef="#ctx0" brushRef="#br0" timeOffset="112552.36">29063 12836 62 0,'0'0'236'16,"-2"-13"-4"-16,0 7 3 0,2 6-1 0,2-12-3 15,-2 12-11-15,0 0-36 0,-2-7-16 0,2 7-17 16,0 0-15-16,2-9-15 0,-2 9-14 0,0 0-4 16,0 0 4-16,0 0 4 0,0 0-2 0,8 25 4 15,-2-9-17-15,-1 3-3 0,1 7-4 0,-1-2-2 16,-1 1 2-16,-1 1-9 0,1 3-2 0,1-3-5 16,-4-1-1-16,0 2-4 0,1-8-3 0,0 0-7 15,-2 4-5-15,0-4-8 0,3-2-4 0,-2 0-3 16,0-2-2-16,2-2-6 0,-1-1 1 0,-2-1-3 15,2 0-2-15,-1-1-2 0,-1-1-3 0,0 1-15 16,1-3-13-16,-1-7-20 0,1 10-15 0,-1-10-12 16,0 8-22-16,0-8-18 0,0 0-22 0,-1 9-23 15,1-9-21-15,0 0-23 0,0 0-29 0,0 0-8 16,0 0-13-16,0 0 0 0,0 0-2 0,-9-30-125 16,9 17-389-16,-2-3 172 0</inkml:trace>
  <inkml:trace contextRef="#ctx0" brushRef="#br0" timeOffset="112903.11">29094 12950 16 0,'0'-23'105'16,"0"5"6"-16,2 1 1 0,2 1 2 0,-1 4 7 16,-1 1-2-16,4 1 2 0,0 0-8 0,2 2-6 15,-2 1-2-15,2 0-5 0,-3 4 0 0,4-2-4 16,-3 3 1-16,2 2 2 0,-8 0-6 0,16 3-5 16,-11 0-2-16,2 1-7 0,-1 0-5 0,1 2-6 15,-2 1-4-15,-1 1-4 0,-1 1-8 0,0 1-1 16,-3-1-6-16,-1 2 1 0,-2-1-5 0,1-1-6 15,-5 2-2-15,2-2 0 0,0 0 1 0,-3-1-11 16,2 2-1-16,-2-2 0 0,2-3-5 0,1 1 2 16,0 0 3-16,0-3-8 0,5-3-4 0,-8 4 2 15,8-4 0-15,-8 6-2 0,8-6-2 0,0 0-2 16,-5 7 3-16,5-7-1 0,0 0-5 0,0 0 2 16,-2 4-4-16,2-4 2 0,0 0-1 0,0 0 4 15,7 11-1-15,-2-7 6 0,3 3 5 0,1 0 2 16,0 0 2-16,2 1-3 0,1 4 3 0,0 0 0 15,3-1-9-15,-1 1 4 0,1-4 0 0,-1 3-1 16,0 0-7-16,-1 1-10 0,2-2-22 0,-1 1-25 16,0-1-30-16,-3-3-33 0,0 0-29 0,1 0-31 15,-2-2-26-15,0 1-17 0,2 0-124 0,-2-1-369 16,0-2 163-16</inkml:trace>
  <inkml:trace contextRef="#ctx0" brushRef="#br0" timeOffset="113132.75">29544 13021 202 0,'-3'-7'203'0,"1"0"8"0,2 7 6 16,-7-7-6-16,7 7-13 0,-5-4-10 0,5 4-1 15,0 0-2-15,0 0 0 0,-14 15-2 0,10-3-14 16,2-2-11-16,-2 7-1 0,0 0-20 0,1 0-15 16,1 0-11-16,1 4-7 0,-1-4-13 15,1 2-8-15,1-1-7 0,1 0-11 0,1-1-6 0,0-1-11 16,-1 0-9-16,2 0-32 0,-2-4-29 0,2 0-26 15,-1-1-32-15,0 0-28 0,-1-2-34 0,-1-1-22 16,0-8-27-16,3 11-15 0,-2-5-5 0,-1-6 7 16,3 4-9-16,-3-4-122 0,0 0-362 0,0 0 160 15</inkml:trace>
  <inkml:trace contextRef="#ctx0" brushRef="#br0" timeOffset="113452.43">29515 13253 397 0,'1'-20'-4'0,"4"-4"12"0,-3 0 13 0,1-2 19 0,1 8 10 15,5-5 18-15,-3 6 3 0,3 2 16 0,-1 1 14 16,3 1 1-16,-1 5 8 0,3-3 8 15,-5 3 14-15,2 2 3 0,0 1 0 0,1 1-13 0,-1 0 4 16,1 2-3-16,-11 2 11 0,19-2-6 0,-19 2-15 16,12 5-7-16,-6 0-3 0,-6-5 3 15,9 10-4-15,-5-3-6 0,0 1-8 0,-4 2-6 0,0-2-5 16,-1 5-8-16,-3-4-7 0,0 2-7 0,0-3-6 16,2 3-5-16,-3-2-3 0,2 1-3 0,-1 1-2 15,0-5-9-15,2 3-9 0,-1-4-1 0,-1 3-3 16,4-8-5-16,0 11-5 0,0-11-2 0,5 11 7 15,-5-11-5-15,5 9 1 0,-1-5-2 0,0 0-5 16,1-1 6-16,-5-3-4 0,8 4 1 0,-3 0-4 16,-5-4 1-16,5 6 8 0,-5-6-3 0,4 9 5 15,-4-3 4-15,0-6 0 0,-1 11-3 0,-3-2-4 16,-4-3 8-16,2 1-10 0,-2 0-9 16,3 1-15-16,-1-1-20 0,-1-2-25 0,2 0-31 15,0 0-33-15,-1 3-47 0,2-5-46 0,0 2-35 0,4-5-182 16,0 0-474-16,-8 8 209 0</inkml:trace>
  <inkml:trace contextRef="#ctx0" brushRef="#br0" timeOffset="113637.32">29941 13185 137 0,'0'0'226'0,"10"-4"1"0,-10 4 3 15,9-5 0-15,-5 2-5 0,-4 3-23 0,14-4-18 16,-6 3-10-16,4-1-24 0,-1 0-19 0,3 1-9 15,4-1-21-15,1-2-31 0,1 2-47 16,0 1-51-16,-1-2-59 0,8 1-60 0,-8 0-62 16,1 4-119-16,7-1-353 0,1-1 157 0</inkml:trace>
  <inkml:trace contextRef="#ctx0" brushRef="#br0" timeOffset="114020.56">30440 13262 108 0,'0'0'257'0,"0"0"-7"0,0 0-12 16,0 0-8-16,0 0-7 0,6-29-17 0,2 19-13 16,1 1-13-16,3-4-4 0,1 1 4 15,1-1-12-15,7-6-9 0,-1 1-10 0,-6 2-6 16,0 2-11-16,3-5 2 0,1-2-8 0,-5 6-14 16,3-7-6-16,-2 1-10 0,-2 5-5 0,-2 0-15 15,0 0 0-15,-3 5 11 0,0 0 1 0,-2 0-2 0,-2 2 0 16,-2 2-1-16,1 0-9 0,-2 7-2 0,-2-12-3 15,2 12-2-15,-9-5-16 0,2 2 4 16,7 3-19-16,-18 4 10 0,5-1-6 0,1 3-5 16,2 1-3-16,-1 0 2 0,1 1-2 0,2 1-8 15,0 1-10-15,3-1-17 0,1 3-2 0,3-2 3 0,1-10-18 16,1 21-3-16,2-9-6 0,3-4 15 16,-1 3-4-16,2 4 3 0,-1-5 8 0,-1 1-1 15,0-2 2-15,3 3-3 0,-3-3 2 0,-1-1 5 16,-2 2-1-16,-2 0-6 0,0-3-2 0,0 2 1 15,-1 1 8-15,-1-1-3 0,0-1-6 0,0 0-7 0,-1-2-35 16,-1 0-31-16,2 0-31 0,-2 4-44 0,2-4-40 16,-2-1-59-16,4-5-51 0,-4 9-48 15,-1-4-186-15,5-5-586 0,0 0 260 0</inkml:trace>
  <inkml:trace contextRef="#ctx0" brushRef="#br0" timeOffset="114537.4">30780 13103 54 0,'5'-3'224'0,"-5"3"-21"16,0 0 8-16,0 0 10 0,0 0 0 0,13 1-12 16,-13-1-15-16,5 7-11 0,-5-7-14 0,4 9-3 15,-3-5-12-15,1 3-12 0,-2-7 1 0,4 9-11 16,-3-3-5-16,-1-6-3 0,0 8-5 0,0-8 4 0,3 7-3 16,-3-7 9-16,0 0 2 0,2 6 8 15,-2-6 6-15,0 0 8 0,0 0-14 0,0 0-5 16,0 0-9-16,0 0-16 0,0 0-4 0,0 0-13 15,0 0-14-15,0 0-7 0,-10-21-2 0,10 11-10 16,0 10-11-16,4-20-4 0,0 8-5 0,2-3-2 0,1 1-5 16,2-3-2-16,2 3-5 0,-3 3-4 15,5 0-7-15,-3 4-1 0,-1 0-4 0,0 0 1 16,1 0-4-16,-1 4 0 0,-1 1-3 0,-1 2-1 0,-7 0 0 16,17 3-6-16,-11 1 7 0,2 1-1 15,0 2 4-15,-3 1-8 0,1 1 6 0,-1 0 0 0,-1 1-3 16,1-1 4-16,-2 1-3 0,0-2 2 15,-1-1-2-15,0-3-8 0,-2-4 9 0,2 8 11 16,-2-8-5-16,0 0 10 0,2 5 5 0,-2-5-1 16,0 0 4-16,3 6 0 0,-3-6-4 0,0 0-6 15,0 0 0-15,0 0-4 0,0 0-3 0,0 0-2 0,1-21 0 16,2 15-8-16,2-3 1 0,4-2-5 16,-3 1-11-16,2-1-1 0,3-1 2 0,1-1-4 15,1 3 0-15,1 1 4 0,-4 2 0 0,1 0-1 16,-3 4 2-16,1-2 1 0,-3 4-2 0,-6 1 2 15,14 1 1-15,-14-1-5 0,11 5 13 0,-6 1-7 16,-5-6 9-16,9 14-2 0,-3-5-12 0,-2 7-23 0,0-5-31 16,-3-2-32-16,2 1-31 0,-1 0-31 15,2 1-28-15,-1-1-34 0,-3-10-42 0,7 14-48 16,-3-8-42-16,0 0-214 0,2 1-620 0,5-4 275 16</inkml:trace>
  <inkml:trace contextRef="#ctx0" brushRef="#br0" timeOffset="115336.15">31417 13007 196 0,'0'-9'222'0,"3"1"18"0,-3 8 13 16,-5-15 8-16,5 15 0 0,-7-9-3 0,7 9-13 15,-15-8-13-15,9 7-10 0,6 1-11 0,-23 1-8 16,14 3-3-16,-3 0-13 0,2 3-17 0,1 2-17 16,1-1-8-16,3 0-14 0,-2 2-22 0,4 3-8 15,-1-3-13-15,3 0-8 0,1-10-9 0,1 19-2 16,4-11-10-16,0-1-6 0,-5-7-1 0,12 10-20 15,-2-5 1-15,0 0-5 0,-2-4-7 0,-8-1-4 16,22-1 13-16,-22 1-20 0,18-6 6 0,-8 2-1 16,3 0-7-16,-7-4 1 0,4 3 2 0,-1-1-1 15,-2 1 4-15,-2-4-4 0,-5 9-2 0,8-14 7 16,-5 9-6-16,-3 5 13 0,4-15 6 0,-1 9 4 16,-2 1 0-16,-1 5 4 0,1-10 3 0,-1 10 1 15,1-7 8-15,-1 7-5 0,0 0-10 0,0 0-2 16,0 0-4-16,0 0-3 0,0 0 1 0,0 0-2 0,0 0-3 15,0 0-4-15,0 0 0 0,0 0 0 16,-5 22 1-16,5-12-4 0,2-3-2 0,-1 0-2 16,0 1 4-16,3-2-4 0,-1-1 2 0,2 1 2 15,0-1-5-15,2-2 4 0,0-1-5 0,1-1-1 0,3-1 0 16,0 0 5-16,0-2-6 0,0-2 11 0,3 4 3 16,-2-4 0-16,1-1-5 0,-2-2 2 0,-1 1 0 15,2-2 6-15,-2 3 7 0,-2-1 4 16,-1-4-8-16,1 0 5 0,0-4 3 0,-4 4 1 0,0-3-7 15,4-1 1-15,-3-1-4 0,-2-1 2 0,2 1-6 16,-1 1 23-16,-1-1-5 0,-1-1-5 0,1 0-3 16,0 3-4-16,1 1 10 0,-1 3-2 15,-1 0 6-15,0 3-2 0,0-2-7 0,-2 8 3 16,2-9-3-16,-2 9-2 0,2-6-6 0,-2 6-4 0,0 0-5 16,0 0 6-16,0 0 5 0,0 0-6 0,-2 32 2 15,0-20-2-15,-2 5-1 0,2 0 0 0,1 0-2 16,-1-1-5-16,2 1 3 0,-1 1-2 0,1-2-2 15,1 0-2-15,2-6 3 0,-1 0-4 16,2 0 3-16,1 0-1 0,2-1-5 0,-1-3 4 0,2 1 0 16,2-5-4-16,3-2 4 0,-2 1-3 0,1-3 0 15,3 1 1-15,2-3-1 0,-3 0-4 0,1-3 1 16,0-1 1-16,1-1-6 0,-1 1 2 0,-5 0 3 16,3-3-6-16,-4 2 7 0,0-4-5 0,-1 0 1 15,1 0-1-15,-6-2-1 0,3 2 2 0,-1-2 0 16,-3-1 1-16,2-1 1 0,-1 6-6 0,-2-2 7 15,3 4-1-15,-3 3-2 0,-1-1 0 0,0 7 1 16,3-9-13-16,-3 9 10 0,0 0-1 0,0 0 3 16,0 0 7-16,0 0-4 0,-10 25-1 0,4-9 1 15,0 2-1-15,1 0 5 0,0 0-4 0,-4 8 3 16,6-9-7-16,2 0-21 0,0 0-28 0,2-2-46 16,-1 4-45-16,4-8-47 0,2 4-58 0,-2-2-58 15,1-5-57-15,0-3-77 0,2 3-368 0,-7-8-874 16,12 5 388-16</inkml:trace>
  <inkml:trace contextRef="#ctx0" brushRef="#br0" timeOffset="120400.01">25705 12844 9 0,'0'0'18'0,"0"0"-17"0,0 0-6 0,0 0-6 16,0 0 4-16</inkml:trace>
  <inkml:trace contextRef="#ctx0" brushRef="#br0" timeOffset="122166.09">25774 12743 3 0,'0'0'30'0,"0"0"-10"16,0 0-7-16,0 0-18 0,0 0-6 0,0 0-11 16,0 0 6-16</inkml:trace>
  <inkml:trace contextRef="#ctx0" brushRef="#br0" timeOffset="127440.09">22470 14786 149 0,'2'-9'191'0,"-2"9"-5"0,3-8-3 16,-3 8-8-16,2-6-12 0,-2 6-6 16,0 0-3-16,0-11 8 0,0 11 1 0,0 0-4 15,0 0-9-15,-3-11-3 0,3 11-11 0,0 0-7 0,-1-8-3 16,1 8-6-16,0 0 0 0,-8-6 0 0,8 6-10 15,-6-4-14-15,6 4 1 0,-8-5-10 16,8 5 0-16,-9-1-2 0,9 1-7 0,-14 1-4 16,14-1-1-16,-17 2-4 0,6 1-5 0,0 1 9 15,-1 0-12-15,-6 5-7 0,7-2 0 0,-5 0-2 16,6 1 9-16,-1 0-20 0,2 1 11 0,-2 1-13 0,0 2-6 16,3-2 7-16,2 0-4 0,1 2 4 15,2-2-21-15,-2 1 0 0,1 1 4 0,3-1-6 0,2 0 0 16,2-1-3-16,1 1 4 0,1 0-9 15,2 1 7-15,1-3-11 0,4 5 9 0,-2-3-5 16,3 0 2-16,-2-2-1 0,-2-1-1 0,1 1 0 0,2 1 0 16,2-2-4-16,-4 1 0 0,-1-2-3 15,-1 3 0-15,-1-3 2 0,3-1-1 0,-3 3 3 16,1-2-4-16,-4-1-3 0,1-2 9 0,0 3-6 16,-4-2 3-16,-1-5-4 0,0 10 1 0,0-10 2 15,-4 13-4-15,-2-8-4 0,-4 1 13 0,0 2-2 0,-6-1-10 16,-2 2-3-16,-1-4 14 0,0 1 6 0,-2 0 3 15,0-2 6-15,-8 1-1 0,8-3-1 16,0 0 0-16,-2 0-6 0,2-1 2 0,0 0 0 16,1-1-7-16,2 0 2 0,6-1-1 0,-3 0-6 15,9-1-14-15,6 2-29 0,-16-1-23 0,11 0-30 0,5 1-34 16,0 0-39-16,0 0-34 0,0 0-38 16,0 0-51-16,19-9-32 0,-5 7-250 0,4-2-617 15,3 1 274-15</inkml:trace>
  <inkml:trace contextRef="#ctx0" brushRef="#br0" timeOffset="128268.51">22904 14970 186 0,'0'0'199'0,"0"0"-13"0,0 0-3 0,0 0 3 15,0 0-17-15,0 0-6 0,0 0-6 0,0 0-7 16,0 0-8-16,0 0-4 0,0 0-5 0,0 0 0 16,0 0-7-16,0 0 1 0,0 0-6 0,0 0 3 15,0 0-9-15,0 0-1 0,0 0-1 0,0 0 3 16,0 0-15-16,0 0-12 0,0 0 0 0,-17 14-3 15,17-14-4-15,0 0-2 0,0 0-6 0,0 0-10 16,-14-12-7-16,14 12-2 0,-5-9-7 0,2 3 0 16,3 6-6-16,-1-12-5 0,2 2-9 0,-1-2 2 15,0 2-6-15,4 2 0 0,-3 1 2 0,3-2-6 16,-1 2 1-16,-1 1-7 0,2-1 2 0,-4 7-3 16,5-7 5-16,-2 3-8 0,-3 4 1 0,10-5-5 15,-10 5 6-15,10 1 1 0,-10-1-10 0,12 7 1 16,-5-2 4-16,1-2-7 0,-2 5 0 0,4 1 2 15,-2-1-2-15,0-1-2 0,1 1 2 0,0 0 2 16,1-2 4-16,-1 1 1 0,0-2 17 0,1-2-3 16,1 0-6-16,-1 0-6 0,-1 1 16 0,-9-4 8 15,15-1-6-15,-7-1-3 0,1 0 6 0,0-1-6 16,1-1 5-16,-1-2-1 0,-2-1-4 0,1 1-9 16,0 0 6-16,-2 0-3 0,-1-3-2 0,-1 4-5 15,-1 0 12-15,0-1-6 0,-3 6-1 0,6-11-3 16,-6 11-6-16,1-6 0 0,-1 6-5 0,1-8-10 15,-1 8-21-15,0 0-26 0,-6-7-26 0,6 7-29 16,0 0-27-16,0 0-40 0,-19 11-41 0,11-3-53 16,3 1-39-16,-3 1-271 0,0 0-627 0,1 1 277 15</inkml:trace>
  <inkml:trace contextRef="#ctx0" brushRef="#br0" timeOffset="128620.52">22999 15199 208 0,'-2'4'214'16,"2"-4"-4"-16,-4 10 3 0,4-10 0 0,-5 8-5 16,1-5-10-16,4-3-12 0,-5 4-8 0,5-4-8 15,-4 6-8-15,4-6-3 0,0 0 4 0,0 0-4 16,-9 7 1-16,9-7-11 0,0 0-8 0,0 0-5 16,0 0-4-16,-15-4 7 0,15 4-16 0,0 0-19 15,-10-6-1-15,10 6 8 0,-7-9-22 0,7 9-7 16,-2-11-8-16,2 11-11 0,-4-14-2 0,4 14-9 15,0-13-3-15,0 13-5 0,4-11-6 16,-4 11-5-16,0-6 6 0,0 6-10 0,6-5 0 0,-6 5-8 16,6-2 4-16,-6 2-2 0,0 0-14 0,18 1 9 15,-18-1-2-15,14 4-5 0,-5-2 3 0,2 1 1 16,-2-1-2-16,1 1-4 0,0-1 0 16,0 1 5-16,1-2 0 0,0 0-9 0,-1 0 6 15,1 0-6-15,0-1 4 0,-1-1-6 0,-1 0-11 0,2 0-20 16,-1-1-12-16,0 0-19 0,-1 1-20 0,0-3-23 15,-2 3-28-15,1-1-31 0,-8 2-38 0,15-3-42 16,-4 0-38-16,0 1-31 0,-2 0-229 0,-9 2-583 16,20-5 259-16</inkml:trace>
  <inkml:trace contextRef="#ctx0" brushRef="#br0" timeOffset="129270.64">23554 14879 35 0,'0'0'274'0,"0"0"-21"0,-1-11-20 16,1 11-14-16,2-7-19 0,-2 7-15 0,2-10-16 0,-2 10-12 16,6-6-18-16,-2 1-14 0,-4 5-14 0,10-10-9 15,-2 4-9-15,-1-1-7 0,2 1-6 0,0 0-2 16,0 0 0-16,-9 6-1 0,9-10 2 0,-4 4 6 15,-5 6-9-15,10-10 0 0,-6 6-2 16,-4 4 6-16,6-8-1 0,-6 8-3 0,3-9-8 16,-3 9 5-16,0 0 18 0,0 0-10 0,3-12 12 0,-3 12 2 15,0 0-4-15,0 0-1 0,0 0-22 0,3-9 10 16,-3 9-8-16,0 0-10 0,0 0 0 16,0 0-6-16,0 0 12 0,0 0 15 0,0 0 6 15,1 26-2-15,-5-11 2 0,0 4-2 0,0 1-2 16,0 3-3-16,0 1-1 0,1 3-5 0,-5-3-4 15,2-1-5-15,1 3-8 0,1-1-5 0,1-6-5 0,1-2-3 16,-2 4-6-16,4-4-3 0,-3 1-5 0,2-3-3 16,0-3 0-16,-1-1-3 0,1-1-4 15,2 1-1-15,-1-4-1 0,0-7 0 0,2 13-1 16,-2-6-8-16,0-7 3 0,0 8 1 0,0-8 0 16,0 0-1-16,0 10-1 0,0-10 0 0,0 0-1 0,0 0-2 15,-2 7-5-15,2-7-5 0,0 0-7 0,-7 2-4 16,7-2-1-16,-12 1-1 0,6 0-1 0,6-1 5 15,-14-1-5-15,14 1 5 0,-14 0 0 0,14 0 3 16,-14-1-4-16,6 1 4 0,8 0 1 0,-13 0-4 16,13 0 3-16,0 0-1 0,-13 0-2 15,13 0 2-15,-6-2-4 0,6 2 0 0,0 0 1 0,0 0 2 16,0 0 3-16,0 0 0 0,0 0-3 0,0 0 9 16,0 0-3-16,0 0-3 0,0 0 3 15,32 0 3-15,-24-1 0 0,6 0-1 0,-3 0 0 16,8 0-1-16,-10 0-7 0,4 1-17 0,-13 0-15 15,23-1-28-15,-13 0-12 0,3-2-29 0,-3 2-30 0,4-1-20 16,-3 0-33-16,-4 0-28 0,-7 2-30 0,16-3-38 16,-6-1-23-16,0 2-26 0,0-1-221 0,-10 3-605 15,18-9 267-15</inkml:trace>
  <inkml:trace contextRef="#ctx0" brushRef="#br0" timeOffset="130702.12">24139 14722 167 0,'0'0'246'15,"2"-10"5"-15,-2 10-2 0,1-8 6 0,-1 8-4 0,1-6-16 16,-1 6-14-16,3-6-21 0,-3 6-17 15,0 0-18-15,0 0-14 0,0 0 9 0,0 0 4 16,0 0 1-16,0 0 3 0,-1 29-14 0,2-13 2 16,-4 0-12-16,2 3 3 0,-2 1-15 0,0 5 0 15,-1 2-10-15,-1-1 7 0,0 2-22 0,-1 0 0 16,1 0-6-16,0 1-3 0,-1 0-7 0,-2-4-3 16,3 1-4-16,1 0-6 0,0-7-1 0,2 7-6 15,-1-1-4-15,1-7-5 0,0 2-5 0,-1-4-3 16,0 4-7-16,1-3 1 0,0 4-11 0,0-7 0 15,0 3-1-15,2 1-7 0,-3-3 2 0,0-2-5 16,0-2-1-16,1 2-1 0,-1 4-5 0,1-5-1 0,0-2 1 16,0 1-3-16,1 0-2 0,-1-1 20 15,0-1-6-15,-1 1 0 0,1-4-2 0,-1 1-4 16,-2 1-2-16,2-2-4 0,0 0 0 0,-4 1 0 16,2-4-1-16,-3 5-2 0,2 0 0 0,-3-2-9 15,-2 2 5-15,-2 0 3 0,0 0-5 0,3-2-1 16,-9 0 1-16,1 1-4 0,0 2-5 0,-10-2 8 15,1 1 3-15,0 0-4 0,-5 1-2 0,-4-2 2 16,3 1-2-16,0-2 0 0,-4-1-1 0,1 2-3 16,1 0 4-16,1-1 0 0,-2 1 1 0,3-1-4 15,-1-3 3-15,2 0 1 0,0 4-3 0,-2-4-11 16,4 2 8-16,-1-3-4 0,-2-2-2 0,2 2-4 16,-2 0-3-16,1-4 3 0,-1 4-3 0,-2-2 1 15,1 1-1-15,-3 0-1 0,-2-3-1 0,4 2 1 16,-4-3 4-16,5-2 0 0,0 5-1 0,-1-3-1 15,-1 2 1-15,1-3 2 0,-2-4-12 0,0 5 9 16,-15-5-2-16,16 3 1 0,-1-1 4 0,-14-2-3 16,12 0 6-16,0 0-6 0,2-1 3 0,0-1 7 15,2-4-1-15,1-1-4 0,2-1 7 0,1 1-5 16,0-2 0-16,1-1 0 0,2 0 5 0,1 2 0 16,0-1-2-16,4-4 1 0,1 1-12 0,3-2 14 15,0 0 1-15,4-1-3 0,-2-1-3 0,8 7 3 16,-1-9-7-16,0 1-8 0,1-3-4 0,1-1 0 15,3 0-3-15,-3-2-4 0,6-2-4 16,-2-3 10-16,1 3-2 0,1-2 1 0,-1-1-7 0,1 1-5 16,-2 1 6-16,1 0-1 0,-1 5 3 0,-3 0 4 15,3 1-4-15,0-1 6 0,-2 3-6 0,-1 2 10 16,3 5 2-16,-1-5 2 0,3 4 0 0,-2 2 3 16,3-1-5-16,-2 4 3 0,3-1 1 0,-1 5 1 15,0-1 4-15,1 12 3 0,1-20-4 0,0 11-2 16,-1 9 8-16,4-14-4 0,-4 14 4 15,5-13-6-15,-5 13 2 0,4-12 6 0,-4 12-3 16,4-10 1-16,-4 10-5 0,6-7 5 0,-6 7-13 0,9-9 13 16,-2 3 5-16,0 3-13 0,2-4 6 0,0 1 5 15,5 2-5-15,1-4 4 0,3 2 3 0,0 1 0 16,1 1-2-16,3 0 1 0,10-1 1 0,-5 0-1 16,6 1-5-16,-2-1 6 0,2 0 1 15,1 1 1-15,4 1-3 0,0-3-3 0,16 2 0 16,-16-1 0-16,18 1 4 0,-4 0-18 0,1 2 24 0,-1 0-7 15,2 2-2-15,-2 2 1 0,1-4-9 0,3 2 5 16,-5 0 7-16,7 2 0 0,-3 1-2 0,1-3-2 16,-1 1-3-16,2-1-2 0,3 2 3 15,-2-4-3-15,1 1-1 0,-3 1-2 0,-1-1-1 16,1 2-1-16,-4 0-4 0,2 2 4 0,-13-3-3 16,10 0 2-16,-14 0-4 0,3 2 4 0,-4-2-5 0,2 1 4 15,-1 1-3-15,-1-1-5 0,0 0 8 0,-1-1 5 16,-3-2-9-16,3 4-4 0,-4-3 12 15,-3 1 3-15,1 0-10 0,-7 1 7 0,-3-2 6 16,1 0 1-16,-2 2-4 0,-6-1-2 0,1 1-1 16,2-1 3-16,-2 0-19 0,-2 1 20 0,-1 1 5 15,-10-2-3-15,18 0-1 0,-18 0-18 0,11 2 21 0,-11-2-2 16,9 3 4-16,-9-3-1 0,0 0 0 16,10 4 1-16,-10-4-1 0,0 0-6 0,5 11 14 15,-5-11 0-15,1 10 5 0,-1-10-2 0,1 17 6 16,-1-7 3-16,0-1-2 0,0 4 4 0,2 3 6 15,-4 2 2-15,1 7 1 0,2 1 3 0,-1-1-2 16,-2 1 0-16,2 0 0 0,0 5 5 0,2-2-5 0,0 0-4 16,0-2 7-16,2 2-2 0,-1-3-13 0,2 2 7 15,1-2-7-15,0 2 4 0,1-9-6 0,-5-1 1 16,4 2-4-16,0-3 1 0,0 0-3 16,-1 0-5-16,-1-1-4 0,1-1 8 0,-1-4-1 15,-2 0 1-15,0 2 1 0,-1-2-4 0,-1 0 1 16,0-2 6-16,-1 1-3 0,-3 1-2 0,2-2-1 15,0 1 2-15,-3-2-1 0,1-1 6 0,-1 2-2 16,-1-2 3-16,0-1-4 0,-1 1-1 0,-1-1-1 16,3-1-1-16,-2-1-3 0,-1 0 2 0,-1-1-5 15,3 0 2-15,-4 1-2 0,2-1-6 0,8-3-15 16,-19 0-23-16,10 2-22 0,9-2-22 0,-21 3-24 16,8-4-38-16,2 1-31 0,-4 1-51 0,-3 0-47 15,0 0-77-15,0 2-71 0,0-3-230 0,-1 1-703 16,0 0 311-16</inkml:trace>
  <inkml:trace contextRef="#ctx0" brushRef="#br0" timeOffset="131266.29">25194 14985 25 0,'-8'-3'38'0,"3"0"0"15,-4-1-7-15,9 4-10 0,-13-2-3 0,8 1-8 16,5 1-5-16,-14 0 6 0,14 0-4 0,-11 0-1 16,11 0-3-16,-9 1-5 0,9-1-8 0,-10 0-24 15,10 0-37-15,-12 2 18 0</inkml:trace>
  <inkml:trace contextRef="#ctx0" brushRef="#br0" timeOffset="132452.94">24819 14898 139 0,'0'0'180'0,"-4"-5"-9"16,4 5-4-16,0 0-8 0,-6-7-22 0,6 7-12 16,0 0-8-16,0 0 12 0,0 0 9 0,0 0-1 15,1 21-7-15,2-10-8 0,-1 2-8 0,1 1-12 16,2 3-3-16,0 1-6 0,2-1-3 0,0-1-9 15,0 1-6-15,2-2-7 0,-1-2-3 0,3 2-8 16,0-3-2-16,0 1 1 0,1-2-4 0,-1-2-4 16,1-1 8-16,1 0-11 0,4 1 1 0,-2 0-8 15,-3-4-1-15,2-1-7 0,5-2 2 0,0 1-5 16,3-2-3-16,4-1 0 0,4-1 8 0,1-3-14 16,2 1 6-16,1-2-7 0,6 1 0 0,-2-5-5 15,16-1 5-15,0-4-5 0,1 0-2 0,3 1 1 16,-1 0 1-16,2 2-5 0,4-4 3 0,0-1-3 15,-4 0-1-15,3 1 7 0,1 2-8 0,-2 1-3 16,-3-1 0-16,1 4-4 0,-1-4 3 0,5-1-7 16,-4 0-6-16,1 1-6 0,-1 0 4 0,1 0-9 15,1-2-7-15,-2-2-9 0,3 3-2 0,-7 0-1 16,-2-1-4-16,-3-1-1 0,2 0 4 0,-2 0 3 16,-4-1 1-16,-10 3 0 0,-1 0 4 15,18-3 5-15,-20 2 1 0,3-1 3 0,0 5 1 0,1-5-1 16,-5 0 2-16,2 5 5 0,0-3 4 0,-3 1-1 15,-4 1 4-15,0 2-2 0,-5 2 3 0,-3-1 2 16,0 0-1-16,-2 1 9 0,0 2 1 0,1-4 3 16,-4 1 1-16,-1 1 0 0,1-1 8 15,2 0-2-15,-1 2 3 0,-5 0 1 0,2-2 2 16,-1-2-3-16,-1 2-1 0,1-3 5 0,-2 2-2 0,3-4-3 16,0 0 4-16,-3 0-3 0,-1-3 1 0,1-1-4 15,2-6 1-15,-2 1-4 0,0 6-3 0,2-9 1 16,1-1 1-16,-2-2-1 0,-1-1-5 15,1 1-2-15,-1 1-2 0,1-7-3 0,2 3 3 0,-3-1-1 16,-4 0 1-16,3-13-7 0,-5 13 6 16,0-1 1-16,-1 0 2 0,0 1-1 0,-5-1-3 0,-1 1 2 15,1-1 6-15,-1 3-2 0,1 1-4 0,-1 3 2 16,-2-1 2-16,-1 0 0 0,0 2 9 0,0 1-12 16,0 0 6-16,-1 8 0 0,-4-8 1 0,8 7 1 15,-3 0 0-15,1 1 5 0,-2 1 2 16,3-3 2-16,0 9 6 0,0-1 8 0,1 2 0 15,-1-1 1-15,0 1-1 0,5 9-3 0,-4-12 0 0,4 12-5 16,-5-7 0-16,5 7-5 0,0 0 4 0,-4-11 3 16,4 11-11-16,0 0-2 0,0 0-3 15,0 0 5-15,-3-8-1 0,3 8-4 0,0 0 2 16,0 0-1-16,0 0 4 0,0 0-3 0,0 0 3 16,0 0 3-16,0 0-2 0,0 0 0 0,0 0 1 15,0 0 0-15,0 0-6 0,0 0-1 0,0 0 0 0,0 0-2 16,0 0 0-16,0 0 1 0,0 0-3 15,0 0-2-15,0 0 1 0,0 0-1 0,0 0 4 16,0 0-3-16,21-4 0 0,-21 4 7 0,22 2-5 16,-10 0-8-16,9-4 5 0,0 0 0 0,0 4 4 15,2-4-2-15,5 0-3 0,-6 1 0 0,6-3-1 16,-8 1 0-16,10 1 2 0,-11-1-3 0,3-1-1 0,-1 1 2 16,-1-2 1-16,0 3 4 0,0-1-4 15,0-3-2-15,-4 2 0 0,0 0-2 0,-2 1 4 16,-1 1-3-16,-1 0 3 0,1-2-1 0,-3 3 2 15,-10 1-1-15,17-5 2 0,-10 3 1 0,-7 2-5 16,13-3 3-16,-13 3 1 0,9-2 3 0,-9 2-5 16,0 0 0-16,14-2 0 0,-14 2-1 0,0 0 1 15,9-3 1-15,-9 3 0 0,0 0-2 0,0 0 3 0,13 0-5 16,-13 0 4-16,0 0-2 0,0 0-2 16,0 0 1-16,0 0 0 0,0 0-2 0,0 0 5 15,0 0-2-15,11-2 0 0,-11 2 3 0,0 0-3 16,0 0 7-16,0 0 1 0,0 0 2 0,0 0 6 15,0 0 0-15,-15 24 1 0,10-16-2 0,-4-1 0 16,5 2 2-16,-1-2-3 0,0 2-1 0,-3 0-5 16,4-1 4-16,-2 2-4 0,1-1 2 0,0 0-1 15,0 1-1-15,2-1-3 0,-2 1-2 0,2-1 5 16,-2 1-3-16,3-1-6 0,-3 2-12 0,1-3-21 16,4 3-31-16,0-11-31 0,-9 20-35 0,5-11-36 15,0 1-50-15,1-2-32 0,-2 1-179 0,0-1-464 16,5-8 206-16</inkml:trace>
  <inkml:trace contextRef="#ctx0" brushRef="#br0" timeOffset="132687.24">28253 13254 202 0,'-9'-14'234'0,"-4"1"11"16,-1 0 0-16,1 0-3 0,-3 1-8 0,6-2-9 15,-7 1-1-15,6 0-16 0,0 0-13 0,-1 0-19 16,1 1 7-16,3 2-18 0,1 1-18 0,2-1-3 16,-3 1-11-16,8 9-17 0,-8-15-7 0,8 15-13 15,-5-15-14-15,5 15-6 0,-6-11-10 0,6 11-21 16,0 0-30-16,-5-11-44 0,5 11-48 0,0 0-51 16,0 0-67-16,0 0-56 0,0 0-61 0,0 0-158 15,0 0-508-15,11-23 225 0</inkml:trace>
  <inkml:trace contextRef="#ctx0" brushRef="#br0" timeOffset="-211403.9">25969 5073 6 0,'-2'-4'100'0,"2"4"-3"0,-9-10-7 0,5 4-5 16,-1-1 5-16,0-2-6 0,-3 3-6 0,3-4 2 15,-3 1-6-15,0-1-3 0,1 1 1 0,-2-2-7 16,1-2 6-16,-4 0 1 0,3-1-9 0,-4-3-8 16,2 2-4-16,-5-6-2 0,2 2-10 0,-3-4-3 15,5 1 0-15,-1 0 6 0,-1-3-10 0,3-3 2 16,0 2 1-16,-1 0 1 0,4-3-6 0,-1 0 3 15,-1 0-3-15,2 0 6 0,1-2-13 0,-2 0 3 16,5 2 1-16,-4-5-6 0,4 6-2 0,-1-3 6 16,1 3 3-16,-2 0 0 0,2-1 1 0,-4 1 19 15,4 2-2-15,-3 1 0 0,1 1 1 0,3 5 6 16,-4 1-5-16,2 0 0 0,1 1-6 0,2 2-2 16,-3-2-7-16,-1 2-5 0,4 0 9 0,-6-1 0 15,6 6-2-15,-2 0-3 0,-1-2-3 0,1 0-2 16,0 2-4-16,2 1 2 0,-2-1-3 0,0 5-2 15,0-5 1-15,2 1 0 0,-2 2 1 0,1 1-1 16,3 6-1-16,-4-13-4 0,0 6 2 16,4 7-3-16,-5-11 2 0,3 3-3 0,-1 2-1 0,3 6 2 15,-5-13-5-15,3 6-2 0,-2 1 3 0,2-2-2 16,2 8-2-16,-9-18 3 0,7 8-5 0,-7 0 2 16,6-2 1-16,-3 2 1 0,1 0 1 15,3 1 2-15,-5 0-4 0,2 0 3 0,1 1 3 0,0-1 1 16,2-1 3-16,-3 2-7 0,1-1 3 0,-1 0-4 15,3 2 6-15,-6-3-11 0,2 2 11 16,1-1 3-16,4 2-2 0,-4-1-4 0,1-1-3 0,1 1 3 16,-2-1-4-16,3 0 3 0,-5-1-3 15,5 2-2-15,-2-3-1 0,0 3-2 0,-1-1 1 16,0 0 0-16,1 0-2 0,2 1-1 0,-1 0 1 0,-1 0 0 16,2 0-2-16,-2 0 2 0,1-1 5 0,-1-1-18 15,4 2 9-15,-7 0 4 0,4 1-4 0,-1-3 1 16,4 3-1-16,-5-4 4 0,3 4-2 15,-2-3-1-15,2 4 4 0,-3-2-1 0,2-3-4 16,1 3-2-16,0-1 1 0,-2 1 2 0,0-1 1 16,3 0 0-16,-3 3-3 0,4-3 0 0,0 9-3 15,-5-14 6-15,1 7 0 0,4-2 1 0,-5 0-6 16,1 0 0-16,2 2 5 0,-1-1-4 0,3 8 1 16,-2-12 2-16,0 6 0 0,2 6 0 0,-4-11-3 15,4 11 3-15,-2-12-5 0,-1 6 4 0,3 6 0 16,-4-11-1-16,2 5-5 0,2 6 4 0,-8-7-3 15,3 2 2-15,1-2-2 0,4 7 2 0,-4-7-3 16,4 7 2-16,-7-8 0 0,2 4-4 0,5 4 5 16,-4-7 0-16,4 7-5 0,-5-6 5 0,5 6-2 15,0 0 2-15,-4-7-7 0,4 7-2 0,0 0-4 16,0 0-2-16,0 0-8 0,-8-4-5 0,8 4-8 16,0 0-1-16,0 0-21 0,0 0-16 0,0 0-15 15,0 0-20-15,0 0-16 0,0 0-15 0,0 0-24 16,0 0-3-16,0 0-11 0,0 0-5 0,0 0-102 15,0 0-311-15,0 0 138 0</inkml:trace>
  <inkml:trace contextRef="#ctx0" brushRef="#br0" timeOffset="-211190.07">25209 3125 6 0,'-13'7'94'0,"3"-1"-5"0,-6 3-1 16,0 1-9-16,-6-1 3 0,6 1-5 0,-2-1-18 16,0 1-3-16,4-1-10 0,-2-1-1 0,1 0-8 15,4 0 0-15,-1-2-11 0,2-1-7 16,1-1-4-16,-1 1-26 0,4-1-14 0,-1-1-17 16,2-1-11-16,5-2-12 0,-7 5-46 0,7-5-118 15,0 0 52-15</inkml:trace>
  <inkml:trace contextRef="#ctx0" brushRef="#br0" timeOffset="-211055.32">25056 3210 42 0,'14'-9'12'0,"5"3"7"16,-8 0 12-16,6 0 11 0,0 1-10 16,-1 1 6-16,-4 0 2 0,2 0-4 0,2 2 8 15,-3 0-11-15,1-1 12 0,2 3-4 0,-1-3-9 16,-2 4 0-16,1-1-8 0,-1 0 3 0,6 3-12 16,-6-1-13-16,3 0-20 0,1 3-15 0,0 2-57 15,-2 0-97-15,-3 1 43 0</inkml:trace>
  <inkml:trace contextRef="#ctx0" brushRef="#br0" timeOffset="-210260.45">20387 2695 44 0,'0'0'219'0,"0"0"-4"0,0 0-5 15,0 0-8-15,0 0-11 0,0 0-11 0,0 0-11 16,0 0-14-16,0 0-20 0,-21-10-10 0,21 10-15 16,0 0-13-16,0 0-14 0,0 0-4 0,0 0-10 15,0 0-7-15,-2 21-6 0,1-10-2 0,0 5-6 16,-2 2-4-16,2 0-2 0,-3 0-8 0,3 1-2 16,1 7-3-16,-3-7 1 0,2 1-3 0,1 4-8 15,0-5-16-15,1-3-23 0,-1 2-20 0,0-4-10 16,1-3-26-16,-1-11-33 0,0 23-23 0,-2-13-30 15,2-10-27-15,-1 15-143 0,1-15-357 0,-3 13 158 16</inkml:trace>
  <inkml:trace contextRef="#ctx0" brushRef="#br0" timeOffset="-209977.23">20326 2652 95 0,'15'-7'144'0,"4"1"-2"0,2 3-7 0,-3 3-7 16,3 2-2-16,0 2-14 0,-3 2 1 0,0 2-15 16,-3 2-5-16,2 2-2 0,-5 1-4 0,2 3-7 15,-5 0-8-15,0 0-3 0,-1 0-13 0,-3 3 0 16,-4-1-2-16,1 1-7 0,-6 0-1 0,-3-2-2 16,-5 5-7-16,-4-2-3 0,-3 1-3 0,-1-4-5 15,4-6 0-15,-9 0-3 0,6-1-2 0,1-2-3 16,-10-2-2-16,6 0 0 0,4-2-1 0,-1-2-3 15,6-3 2-15,-2 2 0 0,15-1-1 0,-23-1-2 16,23 1-18-16,-14-2-19 0,14 2-17 0,0 0-39 16,-16-5-26-16,16 5-40 0,0 0-31 0,0 0-92 15,0 0-293-15,0 0 130 0</inkml:trace>
  <inkml:trace contextRef="#ctx0" brushRef="#br0" timeOffset="-209727.45">20762 2840 127 0,'0'0'312'0,"0"-10"-14"0,0 10-19 0,0 0-23 16,1-7-28-16,-1 7-19 0,0 0-24 0,0 0-21 15,0 0-16-15,0 0-17 0,0 0-11 0,0 0-14 16,0 0-8-16,0 0-10 0,0 0-8 0,-1 33-4 15,-2-20-8-15,2-1-23 0,1 5-24 0,-4-3-31 16,4 3-40-16,-1 0-45 0,-2-7-48 0,3 6-53 16,-1 0-48-16,-3-1-140 0,-1 1-415 0,1-5 183 15</inkml:trace>
  <inkml:trace contextRef="#ctx0" brushRef="#br0" timeOffset="-209310.44">20732 2681 163 0,'0'0'157'15,"4"-10"-55"-15,-4 10-36 0,9-6-28 0,-9 6-18 16,17-3-19-16,-3 3-12 0,-1 3-11 0,6-2 0 16,0 3-7-16,1 0-1 0,1 1 3 0,-2 0 5 15,1-1 1-15,-2-3 5 0,3 1 13 16,-7 1 7-16,-1-2 2 0,-3 0 14 0,-10-1 7 15,15 2 2-15,-15-2 16 0,12 2 27 0,-12-2 11 16,0 0 18-16,12 2 17 0,-12-2 1 0,0 0-12 16,0 0 9-16,0 0-4 0,0 0 0 0,0 0 2 15,-25 17-8-15,15-11-2 0,-1-1-16 0,2 4-1 16,0-2-15-16,-1 3-3 0,3-3-10 0,-1 4-4 16,-2 0-3-16,5 0-10 0,-1-2-3 0,1 2-3 15,4 0-2-15,0 0-5 0,1 0-1 0,2 0-10 16,1-1-8-16,-1 2 1 0,2-2-7 0,0 0 1 15,1-1 2-15,0-1-2 0,-1 2 0 0,1-5-5 16,-5-5 6-16,9 15-5 0,-7-11 1 0,-2-4 1 16,2 13 3-16,-2-13-3 0,-2 12 4 0,2-12-7 15,-6 16-6-15,3-8-5 0,3-8-13 0,-13 18-20 16,4-10-28-16,0 0-36 0,0-2-24 0,-1-1-31 16,10-5-164-16,-17 13-355 0,9-11 157 15</inkml:trace>
  <inkml:trace contextRef="#ctx0" brushRef="#br0" timeOffset="-208860.69">21275 2798 88 0,'-7'-13'247'0,"0"9"-22"0,-3-2-16 0,10 6-13 15,-19-6-17-15,6 5-11 0,-5 1-5 0,2 2-19 16,-3 2-9-16,3 4-11 0,3-1-14 0,-2 3-9 16,-1 4-11-16,1-3-11 0,3 4-3 0,3 1-17 15,2-3 1-15,3-2-10 0,-1 3 1 0,4-2-12 16,2 0-7-16,-1-12-17 0,5 21-9 0,-1-10-5 16,-4-11-4-16,9 17 0 0,1-11-2 0,2 0 2 15,0-2 1-15,-12-4-5 0,26 1 0 0,-8-1 4 16,-18 0 2-16,22-6-4 0,-11 1 8 0,1 0-1 15,-2 0 3-15,2-4-2 0,-5 1 5 0,6-4 8 16,-5 0 6-16,-3 2-3 0,0-3 6 0,0 3 9 16,-1-2 1-16,2-4-2 0,-3 5 8 0,-1 2 11 15,0-1 1-15,-2 10 0 0,1-13 2 0,-1 13 0 16,1-11-4-16,-1 11-5 0,0 0-6 16,3-9-4-16,-3 9 2 0,0 0-10 0,0 0-5 15,0 0 0-15,0 0 1 0,0 0-3 0,-7 36-4 16,2-20 2-16,1 0-2 0,1 0-5 0,0 1 1 15,1-1-11-15,-1-1-16 0,2-5-27 0,1-10-37 16,1 30-36-16,2-15-29 0,-3-15-43 0,6 21-48 16,3-11-30-16,-1 0-146 0,-1-5-444 0,5 1 196 15</inkml:trace>
  <inkml:trace contextRef="#ctx0" brushRef="#br0" timeOffset="-208427.09">21577 2889 129 0,'-9'-11'226'16,"4"6"-18"-16,5 5-6 0,-13-8-5 0,3 3-10 16,0 4-13-16,10 1-6 0,-23 0-10 0,11 3-8 15,-4 3-15-15,4 0-11 0,-3 2-12 16,1 5-13-16,-2-2-9 0,2 0-10 0,4 2-8 0,0-4-10 16,4 2-3-16,2-1-6 0,1 0-3 0,2 1-9 15,0-1-18-15,1-10-7 0,2 19-11 0,1-10 2 16,-3-9-4-16,7 9-1 0,0-5-2 0,-7-4-3 15,14 4-7-15,-5-4 3 0,-9 0-2 16,21-8 7-16,-10 4-4 0,0-3 0 0,1 1-1 16,-5-2 11-16,2-3-9 0,-4 1 5 0,1-2 8 15,0-5 7-15,-5-2-9 0,3 2 8 0,-3-3-6 16,3-6 4-16,-4 7-5 0,-4-9 1 0,3 1 0 16,1-1 8-16,-2 5 4 0,2-3 8 0,-2 7 2 15,1 3 34-15,0 1 3 0,2 4 3 0,-1 5 4 16,0-1-10-16,0 7-8 0,0-9-5 0,0 9-12 15,0 0-5-15,0 0 2 0,0 0 3 0,0 0 4 16,-1 42-4-16,-2-15 2 0,1 3-8 0,0-1-5 16,2 0-1-16,-2 0 0 0,0 1-2 0,2-2-6 15,0 0 0-15,0-3-11 0,2-6-19 0,0 0-24 16,1 0-35-16,1 0-43 0,-3-2-41 0,3-1-39 16,-2-4-57-16,3-2-257 0,-5-10-549 0,3 17 244 15</inkml:trace>
  <inkml:trace contextRef="#ctx0" brushRef="#br0" timeOffset="-208143.8">21650 2917 74 0,'0'0'185'16,"8"-1"10"-16,-8 1-5 0,0 0-4 15,11 12-9-15,-11-12-13 0,8 10-8 0,-3 1 3 16,0 0-12-16,0-1-16 0,1-1-6 0,-1 1-14 15,1 1-1-15,-2-3-5 0,1 1-9 0,0 1-17 16,-5-10 6-16,9 9-7 0,-7-3-7 0,-2-6 1 16,4 7-3-16,-4-7 23 0,0 0 10 0,0 0 6 15,0 0 1-15,0 0-3 0,0 0-11 0,0 0-6 16,28-12-3-16,-28 12-3 0,10-18-5 0,-3 6-7 16,0-3-8-16,2 0-9 0,-3-2-15 0,3-1-11 15,2-7-28-15,-2 3-39 0,-5 3-38 0,2 0-52 16,-1 2-49-16,2 0-58 0,2 0-79 0,-8 0-184 15,5 3-542-15,-3 4 240 0</inkml:trace>
  <inkml:trace contextRef="#ctx0" brushRef="#br0" timeOffset="-207982.06">22014 2817 67 0,'4'6'341'0,"-4"-6"5"16,0 0-19-16,0 0-13 0,0 0-28 0,0 0-23 15,0 0-26-15,6 10-24 0,-6-10-27 0,0 0-16 16,0 0-17-16,0 0-36 0,0 0-44 0,6 6-55 16,-6-6-56-16,0 0-73 0,0 0-93 0,0 17-256 15,0-17-498-15,0 0 221 0</inkml:trace>
  <inkml:trace contextRef="#ctx0" brushRef="#br0" timeOffset="-207790.16">21986 3271 188 0,'0'0'401'0,"0"0"8"0,-5 6-22 15,5-6-20-15,0 0-34 0,-8 5-42 0,8-5-18 16,0 0-22-16,0 0-31 0,0 0-26 0,0 0-30 16,0 0-47-16,0 0-58 0,0 0-49 15,0 0-51-15,0 0-62 0,0 0-69 0,19-25-70 0,-11 20-276 16,-8 5-561-16,11-13 248 0</inkml:trace>
  <inkml:trace contextRef="#ctx0" brushRef="#br0" timeOffset="-207617.45">22256 3007 223 0,'0'0'346'16,"0"0"-20"-16,10-5-31 0,-10 5-29 0,0 0-28 15,0 0-27-15,0 0-49 0,0 0-28 0,0 0-50 16,0 0-63-16,0 0-66 0,0 0-58 0,0 0-67 16,0 0-162-16,0 0-358 0,0 0 158 0</inkml:trace>
  <inkml:trace contextRef="#ctx0" brushRef="#br0" timeOffset="-207244.22">20505 3427 275 0,'-10'3'309'0,"6"-1"-32"0,4-2-20 0,0 0-24 16,29 6-19-16,7-7-25 0,29-4-12 0,35-4-14 0,-1 1-25 15,3-4-8-15,3-2-15 0,4 4-9 16,-3-4-9-16,-6 1-13 0,-4 3-2 0,-2-2-9 16,-28 7 0-16,23-7-8 0,-30 4-7 0,7 1 0 15,-3 0-4-15,-3-1-1 0,-4 2-6 0,-4 0-8 16,-17 5 0-16,0-2 1 0,-7 1-5 0,-7-1 2 16,-4 3-2-16,-6 0 0 0,1-2-5 0,-2 2 5 15,-5-1 9-15,-5 1-3 0,12-2 9 0,-12 2 5 16,7-1 0-16,-7 1 2 0,0 0 7 0,0 0-8 15,0 0-8-15,11-3-28 0,-11 3-16 0,0 0-42 16,0 0-41-16,0 0-69 0,0 0-64 0,0 0-81 16,0 0-270-16,0 0-610 0,-25-8 271 0</inkml:trace>
  <inkml:trace contextRef="#ctx0" brushRef="#br0" timeOffset="-206144.61">22796 2759 135 0,'-5'-6'306'0,"5"6"-10"16,-6-9-11-16,3 6-14 0,3 3-31 0,-6-8-19 15,6 8-19-15,0 0-21 0,-4-6-21 0,4 6-10 16,0 0-25-16,0 0-20 0,0 0-9 0,0 0-10 16,0 0-10-16,0 0-12 0,-6 24-2 0,7-7-2 15,-2 0-11-15,-2 3 0 0,0-1-6 0,2 2-2 16,-1-4-5-16,0 9-4 0,1-7-3 0,1-1 0 16,0-1-6-16,1-2-7 0,-1 3-18 0,0-2-21 15,2-4-33-15,-2 0-44 0,0 0-39 0,0-1-42 16,0-11-44-16,2 13-35 0,-2-13-154 0,0 0-448 15,3 18 198-15</inkml:trace>
  <inkml:trace contextRef="#ctx0" brushRef="#br0" timeOffset="-205807.12">22874 2601 143 0,'9'-8'135'0,"1"3"-19"0,1 1-5 15,-1 4-13-15,-2 0 2 0,3 1 9 0,-5 2-9 16,5 4-7-16,-4 2 0 0,1 1-8 0,-3 3-8 16,0 2-5-16,-4 2-5 0,-2 2-5 15,-1 1-15-15,-4 3-7 0,0-5-10 0,-7 6-8 16,-1-2-12-16,2-6-7 0,-10-1-3 0,3 2 0 0,2-5-5 16,2-4 5-16,-4 1-9 0,4-1-2 15,-1 0 13-15,4-5-2 0,1 1 13 0,-1-4 4 0,5 2 10 16,0 0 6-16,7-2 10 0,-12 3 1 15,12-3-4-15,-8 3-9 0,8-3-8 0,0 0-1 0,0 0-6 16,0 0 2-16,0 0-4 0,0 0 1 16,0 0-2-16,19 19 4 0,-10-14-4 0,4 5 6 15,2-1 0-15,-2 1-1 0,2-2 2 0,4 2-2 16,-1-3 1-16,1 3-3 0,-1 1-20 0,1-2-22 16,1-1-37-16,-1 0-50 0,1-2-38 0,-3-1-143 15,-2-2-318-15,2 3 141 0</inkml:trace>
  <inkml:trace contextRef="#ctx0" brushRef="#br0" timeOffset="-205590.16">23228 2876 137 0,'0'0'286'0,"0"0"-26"16,0 0-27-16,-1-14-21 0,1 14-26 0,0 0-14 15,0 0-16-15,0 0-2 0,0 0-6 0,0 0-9 16,0 0-9-16,0 0-9 0,-5 43-14 15,5-27-10-15,-1 1-10 0,1 1-7 0,1-1-6 16,0 2-9-16,-1-1-5 0,0-3-7 0,1 1-19 16,-1-2-20-16,2-1-31 0,-4 3-24 0,2-4-21 0,0-12-32 15,2 21-39-15,-1-10-28 0,-1-11-42 0,0 14-180 16,0-14-414-16,0 0 183 0</inkml:trace>
  <inkml:trace contextRef="#ctx0" brushRef="#br0" timeOffset="-205253.58">23272 2824 36 0,'10'-5'164'16,"0"2"2"-16,3 1-11 0,-2 1-9 0,-11 1-11 16,23 1-16-16,-12 0-1 0,-2 1-12 0,2 2-4 15,-3 0-12-15,1 1 2 0,-3 2-10 0,2-2-5 16,-8-5-7-16,7 13-8 0,-3-4-6 15,-1 1-6-15,-1-1-10 0,-2-9-3 0,-1 21-10 0,0-11-3 16,1-10-12-16,-1 13-9 0,1-13-3 0,-3 14-7 16,3-14-1-16,0 0-6 0,-1 18 3 0,1-18-5 15,2 13 6-15,-2-13 3 0,4 12-5 16,-4-12 6-16,8 14-2 0,-6-6 7 0,-2-8-6 0,7 15 6 16,-7-15-5-16,4 13-1 0,-3-3 1 15,-1-10-4-15,0 0 5 0,0 22 4 0,0-22-8 16,-3 14-2-16,3-14-13 0,-9 16-18 0,9-16-27 15,-9 10-26-15,4-1-24 0,5-9-125 0,-13 10-262 16,7-5 116-16</inkml:trace>
  <inkml:trace contextRef="#ctx0" brushRef="#br0" timeOffset="-204926.05">24143 2714 264 0,'-2'-11'363'0,"-1"-1"-14"16,3 12-10-16,-2-17-15 0,-1 10-21 0,3 7-28 15,0 0-27-15,-4-15-30 0,4 15-19 0,0 0-26 16,0 0-19-16,-1-11-24 0,1 11-4 0,0 0-15 15,0 0-25-15,0 0-7 0,0 0-4 0,5 54-11 16,-5-26 1-16,0 2-7 0,-4 2-2 0,4 0-10 16,-4 0-7-16,2 0-2 0,1-2 4 15,-2 1-6-15,2-2-4 0,-1 0-14 0,-1-2-35 0,3-2-20 16,-3 0-32-16,0-6-21 0,1-1-33 16,1 1-25-16,-2-3-48 0,-1 0-47 0,2-3-40 15,-2-2-231-15,0 1-559 0,4-12 248 0</inkml:trace>
  <inkml:trace contextRef="#ctx0" brushRef="#br0" timeOffset="-204678.22">24230 2788 90 0,'17'-4'144'0,"-3"2"-10"16,-1 2-5-16,-1 2-11 0,1-1-7 0,-3 3-10 15,2 1 6-15,-7-1 1 0,3 2-2 0,-3 4 2 16,-1-1 1-16,-1 1-5 0,-3 0 0 0,0-10-6 16,-10 25-4-16,-5-11-9 0,-4 4-9 0,-3-4-9 15,-1 0-8-15,-3-1-12 0,0-1-21 16,0-1-23-16,6-5-25 0,0 2-26 0,3-2-39 0,4-3-40 16,1 1-45-16,12-4-107 0,-20 1-302 0,20-1 134 15</inkml:trace>
  <inkml:trace contextRef="#ctx0" brushRef="#br0" timeOffset="-203860.72">24386 2856 147 0,'0'0'210'0,"15"1"-10"16,-15-1-12-16,14 5-6 0,-7 2-8 0,-1-3-8 15,2 2-12-15,2 0-2 0,-2 2-6 0,0 0-10 16,-1 0-20-16,-2 0-6 0,-1 2-12 0,-4-10-5 15,13 16-8-15,-12-10-11 0,-1-6-3 0,8 13-6 16,-8-13 0-16,0 0-5 0,2 12-2 0,-2-12 2 16,0 0 1-16,4 10-1 0,-4-10-7 0,0 0-2 15,0 0-3-15,0 0-6 0,0 0-2 0,0 0-11 16,0 0-8-16,0 0-10 0,0 0-11 0,0 0-1 16,0 0-2-16,0 0 2 0,-6-36-14 0,8 25-4 15,3 1-3-15,4-6 5 0,-3 5-4 16,5-4 2-16,-3 5 4 0,1-3-1 0,-3 2-1 15,4 2 1-15,-2 2 3 0,1-1 0 0,-5 4 2 16,-4 4-3-16,10-8 0 0,-10 8 1 0,8-5 1 16,-8 5 4-16,0 0-2 0,0 0 15 0,0 0 1 15,16 11 0-15,-11-5 0 0,-5-6 2 0,9 13 4 16,-7-7 4-16,1 3 2 0,-3-9-4 0,8 15-3 16,-5-7 2-16,3 1 0 0,-1-3-1 0,-1 2-3 15,-4-8 3-15,7 11-2 0,-2-7 4 0,-5-4-4 16,7 8-3-16,-7-8-4 0,9 4 1 0,-9-4 1 15,8 3-5-15,-8-3 1 0,0 0 4 0,0 0-7 16,0 0 4-16,0 0-5 0,18-10 3 0,-18 10-3 16,3-7-6-16,-3 7 1 0,4-14 3 0,-2 5-12 15,-2 9-5-15,-2-17 0 0,2 17-1 0,-4-15-4 16,4 15-3-16,-1-18 5 0,0 9 5 0,1 9 0 16,-3-11-4-16,3 11 3 0,-2-11-2 0,2 11-4 15,0 0-5-15,-3-11-5 0,3 11 1 0,0 0 3 16,10-7 0-16,-10 7-2 0,11-3 4 0,-11 3 9 15,16-1-1-15,-16 1 4 0,16 1-1 0,-16-1 0 16,19 5 2-16,-10-2 5 0,0 2-3 0,0 2 10 16,0 0 6-16,-2 0 3 0,0 3 11 0,2-1 1 15,-3 2 9-15,1 1 4 0,-1-2 1 0,-1 0-6 16,1 0 0-16,0 0-3 0,-1-1 3 16,-3-3-7-16,-2-6-2 0,8 13-2 0,-6-9 3 0,-2-4-2 15,7 10 4-15,-7-10-5 0,0 0 11 16,5 6 2-16,-5-6 3 0,0 0 2 0,0 0-5 15,20-10-2-15,-8 3-3 0,-1 0-2 0,-1-1-2 0,2 1-2 16,0-5 3-16,1 1-6 0,0-2-1 0,1 0 0 16,-1 0 1-16,-1 1-3 0,-1 2-2 15,0 0-3-15,-3 3 0 0,2-1-3 0,-1 1 1 0,-2 1-1 16,-1 2-2-16,-1 1 1 0,-5 3-2 16,7-5-1-16,-7 5 2 0,0 0-4 0,0 0 2 15,15 8 2-15,-15-8 11 0,5 14 5 0,-2-5 3 16,-3-9-4-16,2 19 1 0,-2-8-4 0,2 1 1 15,-2 0 0-15,-2 1 1 0,4-3 0 0,-4 2-16 16,2 0-17-16,0-12-29 0,0 21-42 16,0-21-61-16,0 17-65 0,0-17-216 0,-5 14-468 15,5-14 208-15</inkml:trace>
  <inkml:trace contextRef="#ctx0" brushRef="#br0" timeOffset="-203708.82">25102 2720 123 0,'0'0'92'0,"-2"-7"-69"16,2 7-41-16,0 0-19 0,0 0-40 0,0 0 18 16</inkml:trace>
  <inkml:trace contextRef="#ctx0" brushRef="#br0" timeOffset="-202859.45">25491 2766 261 0,'0'0'265'15,"0"0"-11"-15,0 0-15 0,-47-3-19 0,37 6-12 16,-4-1-17-16,2 3-13 0,-2 1-15 0,2 0-15 16,-1 6-9-16,0 0-18 0,2 0-12 0,0 2-8 15,4-4-13-15,0 4-8 0,1 2-7 16,1-2-8-16,3-3 2 0,2 1-11 0,0-12-3 0,2 22-10 15,3-11-3-15,-3-3-5 0,-2-8-8 0,12 17-2 16,-4-13-3-16,3 0-1 0,-11-4-6 0,20 3-5 16,-20-3 1-16,24-4-3 0,-12 1 6 0,0-1-14 15,-1-1 10-15,0-7-13 0,-2 4 5 0,-3-3-2 16,6-3 1-16,-7 0 1 0,1-1-2 16,-2-2 8-16,-2-2-8 0,1-2 8 0,-1 2-10 0,3-9-3 15,-2 2 4-15,-4-2 0 0,1 2-1 0,-2 0 3 16,2 0 11-16,0 7-2 0,0 2 7 0,0 5 20 15,0 2 4-15,-2 0 11 0,2 10-5 16,0 0-1-16,0-17-5 0,0 17-7 0,0 0-4 16,0-11-6-16,0 11-9 0,0 0-8 0,0 0 6 15,0 0-3-15,-3 36-1 0,1-14 1 0,-3 6 2 16,3-2-1-16,0-1-6 0,2 2 11 0,-3-3-12 16,3 2 4-16,3-7-7 0,-1 0 8 0,0-2-3 15,0 0 1-15,6 0 0 0,-6-5-3 0,7 3-2 16,-5-6 3-16,5 0 1 0,-1 0 1 0,2-6-5 15,-1 5 2-15,5-5 5 0,-1 0-5 0,1-3-5 16,3 1-2-16,2-5-8 0,-4-1 6 0,-1 1 4 16,-1 0-6-16,5-4-3 0,-4-1-2 0,-3 2 7 15,0-1-2-15,-2-2 2 0,3-3-8 0,-6 0 3 16,1 2-1-16,1-3 0 0,-3 3 0 0,0-1 0 16,-1 0 4-16,-1 2 0 0,-1 1 2 0,-2 2-3 15,0 7 6-15,0-14 4 0,0 14 7 0,0 0 1 16,-4-11-5-16,4 11-2 0,0 0-5 0,-16 3-2 15,16-3 4-15,-22 15-3 0,8-3 5 16,1 1-3-16,0 0 6 0,3-2-7 0,3 1 2 0,0 1 0 16,1-2-4-16,3-1 3 0,3-1-2 0,0-9 3 15,3 16-1-15,0-9 3 0,5-1-3 0,1 0-5 16,1-3-5-16,7 1-3 0,0 0 0 0,4-5 1 16,-3 1-6-16,2-4-7 0,-2 0-4 15,3-2 1-15,-2 0 0 0,-4 4 2 0,2-5-1 16,-6 2 3-16,-2-4 2 0,4 3 3 0,-3-1-1 15,-3-2-1-15,1-1 3 0,-1-1-1 0,-1-1 1 16,0 1 3-16,0 0-2 0,-2 1 2 0,-2 0 1 16,1 2 5-16,-1 2-5 0,-2 6 0 0,2-8 9 15,-2 8-3-15,2-9-2 0,-2 9 0 0,0 0 5 16,0 0 6-16,0 0 7 0,0 0 0 0,0 0 1 16,-4 32 10-16,2-20-3 0,-3-1 1 0,1 2 0 15,0 2 0-15,-1 1-3 0,0 0-1 0,1-3 0 16,-1 1-3-16,1-2-1 0,0-2-1 0,4 1-4 15,0-11-13-15,-2 18-19 0,0-9-24 0,2-9-30 16,-1 13-30-16,1-13-44 0,-4 13-35 0,4-13-47 16,-7 10-184-16,7-10-457 0,-9 6 203 15</inkml:trace>
  <inkml:trace contextRef="#ctx0" brushRef="#br0" timeOffset="-202128.17">26416 2856 160 0,'0'0'252'0,"0"0"-16"16,0 0-23-16,3-7-22 0,-3 7-23 0,0 0-17 0,0 0-19 15,0 0-18-15,0 0-15 0,0 0-10 0,0 0-1 16,8 11 2-16,-5-5-8 0,-3-6-2 16,4 13-7-16,-2-7-8 0,0 2-3 0,1-3-4 15,-3-5-3-15,2 13-2 0,-2-13-8 0,1 8 5 16,-1-8 0-16,0 6 3 0,0-6 9 0,2 8 10 16,-2-8 4-16,0 0 15 0,0 0 16 0,0 0 3 15,0 0 8-15,0 0-16 0,0 0-7 0,0 0-12 16,0 0-11-16,0 0-16 0,8-24 0 0,-3 13-15 15,-1-2 8-15,6-2-25 0,-2 0-2 0,-1-2-3 16,11-4-7-16,-5 1-3 0,6 0-5 0,0 2-3 16,-2 5 1-16,0 4-2 0,-1-1 0 0,-3 4-3 15,1 0-5-15,-3 2 2 0,1 3 1 0,-3 1-4 16,1 3 2-16,-1 1 9 0,1 6-8 0,-1-3 3 16,2 6 0-16,0 1 3 0,-6 0-5 0,3 2 0 15,-3-1-1-15,2 0 8 0,-3 1-11 0,-1-4-15 16,-1 4-27-16,0-3-47 0,0 0-46 0,-2-13-50 15,4 21-66-15,-4-12-52 0,0-9-161 16,-2 15-513-16,2-15 226 0</inkml:trace>
  <inkml:trace contextRef="#ctx0" brushRef="#br0" timeOffset="-201875.72">26933 2846 70 0,'0'0'199'0,"0"0"-17"15,0 0-13-15,0 0-17 0,0 0-16 0,11 14-11 16,-11-14-8-16,4 13-16 0,1-8-4 0,-5-5-5 16,8 11 5-16,0-7 4 0,1 1 0 0,-1-1-2 15,4-1 0-15,-1 1-4 0,2-6 0 0,3 1-5 16,-5 1-4-16,1-4 3 0,-12 4-11 0,15-7-3 16,-6 4 6-16,-1-2 1 0,-2-1-3 0,-6 6-4 15,7-16-12-15,-7 8-2 0,2-3-1 0,-2 11-8 16,-7-18-11-16,3 10-8 0,-3-1-21 0,0 1-21 15,3-1-30-15,-5 2-35 0,0 1-41 0,0 0-39 16,0 1-41-16,9 5-42 0,-13-4-157 0,13 4-427 16,-15-3 190-16</inkml:trace>
  <inkml:trace contextRef="#ctx0" brushRef="#br0" timeOffset="-201644.07">27304 2597 264 0,'0'0'336'16,"0"0"-21"-16,6-10-23 0,-6 10-27 0,0 0-21 16,0 0-28-16,0 0-20 0,0 0-12 0,0 0-7 15,0 0-13-15,9 23-6 0,-9-13-13 0,0 3-10 16,2 3-14-16,0 2-19 0,0 2-2 0,0-2-11 16,-1 1-5-16,1-1-8 0,0 1-6 0,-2-1-15 15,6-1-2-15,-4 1-16 0,2-2-29 0,0 0-32 16,-1-2-42-16,-1-1-50 0,0-1-44 0,-2-12-42 15,0 21-55-15,0-13-254 0,0-8-552 0,0 0 244 16</inkml:trace>
  <inkml:trace contextRef="#ctx0" brushRef="#br0" timeOffset="-201494.47">27288 2771 190 0,'0'0'182'0,"10"-6"-22"0,2 1-20 16,-3 0-35-16,10-3-34 0,9 2-46 0,-1-2-54 0,7 2-112 16,0 0-153-16,1-1 68 0</inkml:trace>
  <inkml:trace contextRef="#ctx0" brushRef="#br0" timeOffset="-200893.08">27935 2679 206 0,'0'0'232'16,"-21"13"-14"-16,16-7-7 0,-1 1-13 0,1-1-9 16,-1 7-13-16,-3 1 2 0,0 0-18 0,6-1-14 15,-5 1-13-15,6 1-10 0,-1-3-10 0,2 1-9 16,1 3-3-16,0 0-10 0,2-5-2 0,2 2-8 16,1-3 3-16,1 0-6 0,0 0-2 15,2-1-8-15,-4-4-12 0,-4-5-4 0,17 12-3 0,-7-9-10 16,-10-3-4-16,11 4-5 0,-11-4-2 0,15 3-10 15,-15-3-2-15,13-4 1 0,-13 4 1 0,8-7-9 16,-8 7 7-16,6-11-25 0,-2 3 2 0,-3-2-3 16,2 1 12-16,-1-2-15 0,-2-2 1 15,3 1-12-15,-2-4 3 0,1 4-4 0,0 1 3 16,-1-4-1-16,1 2 1 0,0 3 0 0,2-1 1 16,1 2 5-16,2-1 1 0,0 3 1 0,2-1 4 15,0 4-8-15,2 1 7 0,-2 3 0 0,2 2 0 16,1-1 4-16,0 6-3 0,2 3 7 0,-7 0 6 15,4 2-9-15,-2-1 9 0,1 3-1 0,-2 1 1 0,-1 0 20 16,2-1 2-16,-4-3 2 0,-1-1 1 16,1 1 0-16,-4-3-7 0,2-1-1 0,-3-7 3 15,4 10-2-15,-4-10 1 0,3 10 5 0,-3-10 6 16,0 0 8-16,0 0 5 0,0 0-8 0,0 0 1 16,0 0-5-16,0 0 0 0,0 0-12 0,0 0 1 15,0 0-16-15,0 0-7 0,0 0 0 0,-11-30-2 16,11 30-5-16,5-19-4 0,-2 6-9 0,6 0 1 15,-4-2-4-15,4 1 5 0,4 0 27 0,-3 6 2 16,0 0-4-16,-1 0 0 0,1 2-5 0,-2 2-7 16,-3 2 8-16,-5 2 0 0,16 0-3 15,-9 2 7-15,-1 2-6 0,0 2 6 0,-3 0-3 0,4 4 9 16,-2 0 0-16,-3 2 6 0,0 0-5 0,0 3 6 16,0-4-9-16,-2 2 5 0,0 4-1 0,-2-5 3 15,0 4-5-15,0-4-6 0,1 0-31 0,0 1-44 16,1-1-61-16,0-12-59 0,-3 20-74 0,3-20-257 15,-7 12-563-15,7-12 249 0</inkml:trace>
  <inkml:trace contextRef="#ctx0" brushRef="#br0" timeOffset="-200669.12">28523 2653 249 0,'0'-7'353'0,"0"0"-14"0,0 7-29 15,4-9-25-15,-4 9-22 0,0 0-24 0,2-6-22 16,-2 6 5-16,0 0 0 0,0 0-19 0,1 31-19 16,-1-13-26-16,-1 0-6 0,0 2-15 0,0-1-16 15,-1 7-8-15,0-7-17 0,2 5-15 0,0-3 3 16,2-3-38-16,1 1-35 0,-1-2-36 0,1 0-46 16,1-3-39-16,-4-2-43 0,6 0-31 0,-6-12-42 15,3 17-44-15,-1-11-238 0,-2-6-550 16,0 0 244-16</inkml:trace>
  <inkml:trace contextRef="#ctx0" brushRef="#br0" timeOffset="-200193.55">28674 2817 213 0,'3'-7'240'0,"-3"7"-4"0,0 0-13 16,0 0-20-16,0 0-21 0,0 0-18 0,0 0-16 15,0 0-12-15,0 0-14 0,6 22-11 16,-6-22-11-16,0 0-7 0,7 9-6 0,-7-9-3 15,4 8-3-15,-4-8-4 0,9 2-16 0,-9-2 7 16,0 0-4-16,13-2-10 0,-13 2 9 0,0 0-1 16,16-7-6-16,-16 7 5 0,9-5-4 0,-5 0-1 15,-4 5 4-15,10-9-1 0,-10 9 0 0,7-7 3 16,-7 7 3-16,8-7-4 0,-8 7-2 0,0 0-4 16,7-6-2-16,-7 6-6 0,0 0-24 0,0 0 15 15,0 0-8-15,0 0-4 0,0 0 4 0,10 16 7 16,-9-5 5-16,1 6-7 0,-1 9 6 15,-4 1 1-15,2 3 0 0,0 4 7 0,-1 13-8 0,0-12-3 16,-2 1 6-16,3 1-11 0,0 8 4 0,1-14-3 16,-1 3-8-16,1-1 2 0,0-1-6 0,1-1-1 15,-1-3 3-15,0-1-2 0,-3-8-4 0,5-1-6 16,-4-5-8-16,2-13 12 0,-4 22-1 0,3-15 5 16,1-7 3-16,-4 14 8 0,4-14-8 15,-11 8 1-15,11-8-1 0,-22 1-7 0,4-5 1 16,-1 0-16-16,-5-4-12 0,-2-5-6 0,2 0-6 15,2-6-5-15,1 1 3 0,4-3 2 0,4 0-8 16,5-4-3-16,6-1-8 0,2-2 1 0,6-1-9 16,4 0-3-16,3 0 2 0,5-1 1 0,10-12-3 0,-5 15-10 15,12-7-12-15,-11 10-17 0,3 1-17 16,2 0-23-16,3 4-38 0,-6 1-20 0,9-1-51 16,-1 2-48-16,-6 0-185 0,2 3-512 0,-1-4 228 15</inkml:trace>
  <inkml:trace contextRef="#ctx0" brushRef="#br0" timeOffset="-199570.53">29307 2769 134 0,'-6'-3'337'16,"6"3"-30"-16,-14-7-14 0,7 4-30 0,-1 3-38 16,-3 0-14-16,1 3-19 0,-3 1-23 0,1 1-17 15,-4 4-11-15,2 1-19 0,4-2-13 0,1 2-7 16,0 4-12-16,4-3-9 0,1-1-9 0,0 1-12 16,3 0-19-16,2 1 5 0,4-1-12 15,-2 1-2-15,5-3-6 0,-1-1 2 0,3-1-8 16,1 1 0-16,0-4-5 0,2-3 1 0,0 1-7 15,1-2 2-15,-14 0 4 0,25-6-4 0,-14 1 2 0,0-3-3 16,1 1-1-16,-5-3 4 0,2-3-4 0,-2-1-1 16,-1-3 3-16,-2 0-2 0,-4-2 3 15,4-7 8-15,-6 0-7 0,0 1 7 0,-2-3 5 16,1 0 0-16,-3 0 3 0,2-1 6 0,-1 4 9 16,3-1 12-16,-1 7-12 0,0 1 19 0,1 2-3 15,1 4 11-15,-2 3-2 0,3 9-7 0,-1-11-4 16,1 11-6-16,-3-10-9 0,3 10-10 15,-1-6-8-15,1 6 0 0,0 0-3 0,0 0-11 0,-1 25 11 16,0-5 6-16,1 9-8 0,-2 0-2 0,2 2-1 16,-1 0 1-16,0 0-5 0,2 0 4 0,-2-2-16 15,2-1-14-15,2-3-31 0,0 1-37 0,1-7-48 16,-1-2-52-16,-2 2-46 0,4-4-63 0,-1-3-299 16,-2-3-639-16,-2-9 282 0</inkml:trace>
  <inkml:trace contextRef="#ctx0" brushRef="#br0" timeOffset="-199323.92">29674 2670 273 0,'-6'-5'323'16,"6"5"-18"-16,-12-5-25 0,5 4-23 0,-5 4-12 15,-2 7-25-15,-1-1 2 0,3 2-1 0,-1 4 0 16,1-2-23-16,1 3-12 0,0-3-9 0,6 4-22 15,-3-1-17-15,4 1-19 0,3 0-1 0,0-1-20 16,1-5-5-16,4 6-8 0,1-6-18 0,4 3-26 16,2-1-24-16,1-1-33 0,4-3-34 0,4 0-36 15,5 0-47-15,2-4-40 0,0 0-43 0,2-4-66 16,-7 0-236-16,5-2-560 0,2 0 248 0</inkml:trace>
  <inkml:trace contextRef="#ctx0" brushRef="#br0" timeOffset="-198759.77">30358 2717 29 0,'-3'-9'325'0,"2"-1"2"0,1 10-15 16,-1-13-16-16,1 13-18 0,-3-11-16 0,1 7-13 16,2 4-14-16,-1-10 5 0,1 10-11 0,0 0-10 15,-3-7-20-15,3 7-22 0,0 0-24 0,0 0-16 16,-3-6-9-16,3 6-17 0,0 0-18 0,0 0-4 16,0 0-10-16,0 0-23 0,0 0 6 0,0 0-7 15,0 0 0-15,0 0-9 0,0 0-8 0,0 0 2 16,7 30-12-16,-7-19-6 0,1 2 7 0,-1 3-17 15,1 4 13-15,-1 0-5 0,3 4 5 16,-6 1-9-16,1-4 1 0,2-3 0 0,-1 1 5 16,-1 8-3-16,1-7 0 0,-2-1-5 0,3 0-3 0,-1-1 4 15,0-1-1-15,1 0-4 0,0-5-2 16,-2 0-2-16,2-3 1 0,0-9-2 0,0 13 7 0,0-13-5 16,0 12 2-16,0-12-6 0,0 0 7 0,-1 10-3 15,1-10 0-15,0 0-2 0,0 0 7 0,0 0 2 16,0 13-5-16,0-13 4 0,0 0-4 15,0 0 2-15,0 0-3 0,0 0 4 0,0 0-4 16,0 0-2-16,0 0 0 0,0 0 0 0,0 0-1 0,0 0 1 16,0 0-3-16,0 0 0 0,-13-26-2 15,13 26 1-15,0 0-3 0,0 0 3 0,0 0-2 16,0 0-1-16,-2-12 3 0,2 12-1 0,0 0-9 16,0 0-3-16,0 0-12 0,0 0-6 0,0 0-17 15,0 0-9-15,0 0-11 0,0 0-19 0,0 0-19 0,0 0-8 16,0 0-25-16,0 0-22 0,0 0-25 15,0 0-28-15,0 0-32 0,0 0-25 0,0 0-27 16,0 0-211-16,0 0-548 0,0 0 243 0</inkml:trace>
  <inkml:trace contextRef="#ctx0" brushRef="#br0" timeOffset="-198516.68">30398 2556 27 0,'5'-14'250'0,"-1"2"-15"0,-1 1-13 16,0 1-16-16,-1 3-22 0,1 1-16 0,-2-1-4 16,-1 7-12-16,4-9-19 0,1 7-14 0,0-2-14 15,-5 4-12-15,18 1-7 0,-9 3-6 0,8 2-12 16,-3 3-21-16,-1 2-32 0,1 0-32 0,0 5-45 15,4 3-45-15,-7-5-48 0,1 2-181 0,-5 1-363 16,-4 1 160-16</inkml:trace>
  <inkml:trace contextRef="#ctx0" brushRef="#br0" timeOffset="-197972.95">30355 2907 228 0,'-2'3'293'0,"2"-3"-4"0,0 0-6 15,0 0-13-15,0 0-27 0,0 0-20 0,0 0-22 16,0 0-24-16,24-12-19 0,-6 5-12 16,0-1-19-16,6 0-8 0,4-3-14 0,-1 2-14 0,-7 3-20 15,10-4-13-15,-7-1-4 0,-4 3-9 0,-2-1-21 16,1 0 2-16,-3-2-9 0,0-1-4 16,-1-1 0-16,-3 0 1 0,-2 1-16 0,-2 1 18 15,-2 1-7-15,2 0 1 0,-5 2 2 0,-2 8 13 16,3-13-2-16,-3 7-13 0,0 6 20 0,-1-14 0 15,1 14 2-15,0 0-4 0,-4-13-17 0,4 13 12 16,0 0-4-16,-8-8 0 0,8 8 3 0,0 0-4 16,-20 14 2-16,12-7-3 0,-2 2-5 0,2 1 4 15,2 0-2-15,-3 3-5 0,5 0 4 0,-4-3 0 16,4 2-5-16,3 1 3 0,0-3-8 0,1 1 5 16,2 0 0-16,2-1-1 0,1-2 1 0,5-1-3 15,-2 0-2-15,5 0 2 0,4-2-7 0,0 1-4 16,1-2-11-16,0-2 14 0,-1-2-5 0,2-2-1 15,-1 0-6-15,1 0 8 0,1-2-4 0,-3 0 8 16,0-1-6-16,-4 0 0 0,-2-2 4 0,-2 0 0 16,-1-3-3-16,-1 2 0 0,2-2 1 0,-4-1-1 15,1 2 2-15,-4-3 1 0,1 0 2 0,-3 2-10 16,0 10 13-16,1-20 7 0,-1 20 0 16,-1-15-3-16,1 15 3 0,-5-11-13 0,5 11 21 15,-10-3 2-15,10 3-6 0,0 0 2 0,-20 6-2 16,11 1 1-16,-4 0 1 0,4 1-1 0,0 1-1 15,3 1-9-15,0 1 7 0,-1 2-3 0,4-1 3 16,0-2-10-16,2 0-28 0,1-10-33 0,4 22-47 16,3-8-49-16,1-4-53 0,3-4-76 0,3 2-204 15,6-2-529-15,-3-4 234 0</inkml:trace>
  <inkml:trace contextRef="#ctx0" brushRef="#br0" timeOffset="-197572.03">31228 2727 153 0,'-5'-6'320'16,"5"6"-13"-16,-14-7-26 0,6 3-31 0,8 4-24 15,-15 0-22-15,1 0-14 0,14 0-23 0,-23 9-11 16,11-1-16-16,0 1-14 0,3-1-12 0,-1 1-11 16,3 1-8-16,2 2-12 0,-1-2-14 15,2 1-4-15,3-1-3 0,-1 1-11 0,2-11-20 0,5 17 2 16,2-9-3-16,-3-1-14 0,-4-7 0 15,11 7-4-15,-3-4-9 0,-8-3-7 0,18 0-4 16,-8 0-3-16,-10 0 4 0,18-7-9 0,-11 2 8 16,1-1-1-16,1-1-6 0,-3 0 8 0,-2-4 6 15,-1 0-4-15,1 1 3 0,-3-5-1 0,2 0 5 16,-1-1 1-16,-1-4-2 0,3 2-2 0,-1-2-2 16,2-5 6-16,-1 0-1 0,0 1-2 0,-1-1 18 15,-1 8 12-15,-1 1 15 0,0 3 12 0,1 4 22 16,-2 9 6-16,1-14-4 0,-1 14-2 0,5-12-7 15,-5 12-9-15,1-7-5 0,-1 7-13 16,0 0-7-16,0 0-8 0,0 0 6 0,0 0-1 0,0 0-2 16,-5 56-1-16,1-38-1 0,2 2-3 0,2 6-5 15,-4-1-28-15,4 0-25 0,1-4-39 0,0-3-42 16,6 6-49-16,-2-6-54 0,0 0-67 16,0-2-276-16,3 0-604 0,-3-7 267 0</inkml:trace>
  <inkml:trace contextRef="#ctx0" brushRef="#br0" timeOffset="-197159.32">31485 2546 242 0,'0'0'260'0,"0"0"-25"15,0 0-10-15,0 0-3 0,0 0-8 0,0 0-2 16,15 23-23-16,-13-14-9 0,2 6-16 0,-3 2 6 15,0-1-21-15,0 0-15 0,1-1-13 16,2 1-13-16,-4-4-8 0,0-1-9 0,2 0-8 16,-2-11-8-16,1 16-6 0,-1-9-8 0,0-7-3 15,0 0-5-15,0 13 1 0,0-13-7 0,0 0-4 16,0 0-2-16,4 10-2 0,-4-10-1 0,0 0-10 16,0 0-15-16,0 0-12 0,0 0-15 0,0 0-6 15,0 0-8-15,0 0-14 0,0 0-6 0,22-17-5 16,-12 11-8-16,2 3 0 0,-1 0 2 0,2 0 0 15,-2 2 9-15,-2 1 2 0,3 1-2 0,-3 2 11 16,-1 0-2-16,0 0 8 0,-1 4 4 0,-2-1 10 16,-3 2 6-16,1-2 14 0,-3-6 9 0,-3 18 6 15,3-18 8-15,-9 16 10 0,3-6-2 0,-4-1 2 16,0-2 3-16,-4 4-3 0,2-4-1 0,-2-1-4 16,-4 0 0-16,-1-2-20 0,6-3-21 0,2 3-29 15,-3-3-30-15,14-1-61 0,-20 0-82 0,10-4-254 16,10 4-506-16,-10-8 224 0</inkml:trace>
  <inkml:trace contextRef="#ctx0" brushRef="#br0" timeOffset="-196809.58">31958 2610 53 0,'0'0'285'0,"0"0"-11"0,0 0 1 0,-27-6-4 16,11 14-16-16,-1-1-24 0,-1 1-14 0,1 1-15 15,2 0-23-15,0 2-17 0,1 0-21 0,1 1-11 16,1 1-7-16,3-3-18 0,3-2-13 0,2 2-3 16,0-1-15-16,4-9-20 0,-1 14-17 15,1-14-23-15,4 13-17 0,-4-13-12 0,5 10-9 16,-5-10-5-16,12 4-1 0,-12-4-3 0,15 0 4 16,-15 0 0-16,15-1 5 0,-15 1-3 0,17-7 8 15,-9 2-2-15,-2 0 0 0,3-1 1 0,-2-2 5 16,0 0 3-16,-7 8-1 0,9-10 9 0,-5 4 12 15,-4 6 7-15,7-7 2 0,-7 7 3 0,0 0-5 16,7-6 0-16,-7 6 4 0,0 0-1 0,0 0 5 16,0 0 2-16,0 0 7 0,0 0-2 0,10 19 1 15,-10-19-8-15,3 12-2 0,-3-12-4 0,1 14-15 16,0-8-33-16,-1-6-49 0,3 13-51 0,-3-13-96 16,8 13-233-16,-8-13-498 0,8 7 220 0</inkml:trace>
  <inkml:trace contextRef="#ctx0" brushRef="#br0" timeOffset="-196376.08">32205 2606 1 0,'-10'-4'258'0,"10"4"-11"0,0 0-2 0,-21 4-4 15,8 1-9-15,4 1-8 0,0 3-21 0,-2 2-16 16,2 3-14-16,1-3-16 0,-3 2-4 0,3 3-11 15,-1-2-13-15,5-2-13 0,2 0-8 0,0 1-8 16,4-3-9-16,1 6-7 0,4-2-9 0,2-1-3 16,6-2-22-16,-5-3-10 0,7-1-21 0,10-3-26 15,-7 1-18-15,8-2-23 0,-6-3-33 0,6-1-28 16,-7-1-16-16,-1-1-23 0,2-1-25 16,-3-3-1-16,-4-2-6 0,1 0 9 0,-5 0 3 15,-3 0 13-15,-2-1 22 0,1 0 12 0,-2-6 17 16,0 1 13-16,-1-3 26 0,-3 2 15 0,3-2 17 15,-3-2 21-15,3 1 11 0,0 0 17 0,2 0 17 16,-3 3 27-16,-2 1 20 0,1 5 33 0,0 0 25 16,-2 10 15-16,-2-14 10 0,2 14-3 0,3-8-8 15,-3 8-17-15,0 0-13 0,0 0-9 0,0 0 25 16,0 0 2-16,0 0 1 0,0 0 7 0,-4 37-5 16,0-20-4-16,3 2-12 0,-5 0-3 0,2 0-5 15,1 2-11-15,3-3-8 0,-2 1-13 0,1 0-7 16,1-1-6-16,-2 0-9 0,4-1-3 0,-4-1-22 15,2-16-38-15,0 21-54 0,2-11-55 0,-1-1-79 16,-1-9-83-16,2 14-78 0,-2-14-235 0,0 0-629 16,0 0 278-16</inkml:trace>
  <inkml:trace contextRef="#ctx0" brushRef="#br0" timeOffset="-196107.53">32642 2565 163 0,'0'0'309'16,"0"0"-7"-16,0 0 3 0,0 0-18 0,0 0-18 15,-39 13-24-15,28-10-14 0,-3 7-21 0,-3-3-29 16,2 2-8-16,1 0-23 0,4 1-14 0,-3-1-11 16,4-2-13-16,9-7-16 0,-9 11-13 0,9-11-2 15,-7 12-11-15,7-12-7 0,-2 18-7 16,2-18-6-16,6 15-5 0,1-3 3 0,-1-3-3 0,3 1-11 15,-1 0-4-15,2 0-10 0,3 1-9 16,-4-3-12-16,2-1-31 0,-1 0-39 0,1 0-35 16,0 0-50-16,-1-1-63 0,-10-6-83 0,16 3-206 15,-16-3-549-15,0 0 243 0</inkml:trace>
  <inkml:trace contextRef="#ctx0" brushRef="#br0" timeOffset="-195023.12">22263 3502 86 0,'2'-5'308'0,"-2"5"-40"16,0-10-21-16,0 10-24 0,0 0-22 0,1-9-24 16,-1 9-22-16,0 0-10 0,0 0-16 0,0 0-13 15,0 0-1-15,0 0-7 0,0 0-2 0,-4 37-6 16,3-11-7-16,-3-1-12 0,0 0-2 0,-2-1-17 15,2-3-3-15,1-4 1 0,-2 3-9 0,3-2-5 16,-2 0-7-16,1-2 3 0,1 0-10 0,-1-4-1 16,-1-2-2-16,4-10-7 0,0 16 3 0,-2-10-3 15,2-6-1-15,0 0-2 0,-3 13 1 0,3-13-3 16,0 0-2-16,0 0-3 0,0 0 0 0,0 0-1 16,0 0-6-16,0 0 1 0,10 0 1 0,-10 0-10 15,24-15 4-15,-5 6-7 0,7-3 7 0,2-1-4 16,1 3-1-16,0-1 0 0,0 4 1 15,-2 3-2-15,-6 1-1 0,-1 0-2 0,-3 2 4 16,-3 0-4-16,-1 2 5 0,-1 3-7 0,-1-2 5 0,-4 3 2 16,1 2 0-16,-3 3 4 0,0 1 3 0,-4 0 4 15,-2 2-3-15,-3 3 4 0,-3 0-1 0,-4 0-1 16,-1-1 0-16,-6-3-6 0,-4 6 9 0,-2-1-4 16,1-2-12-16,-3-3-6 0,6-5-6 15,3 3-11-15,-1-7-13 0,7 3-18 0,-2-1-29 16,3-4-39-16,10-1-51 0,-18-3-49 0,13 1-206 15,5 2-470-15,-8-10 208 0</inkml:trace>
  <inkml:trace contextRef="#ctx0" brushRef="#br0" timeOffset="-194427.19">22644 3649 56 0,'0'0'254'0,"8"-3"-16"16,-8 3-20-16,0 0-22 0,0 0-18 0,0 0-10 15,0 0-15-15,-12 29-18 0,7-19-11 0,3-3-11 16,0 3-12-16,1 1-11 0,2-4-7 0,2 5-9 16,-1-2-4-16,4 1-4 0,0 0-3 0,3 0 1 15,1-5 3-15,-1 1-11 0,5-3 0 0,0-1-6 16,4 0-4-16,-4-3-5 0,4-3-3 0,-1 0-2 16,1-2-3-16,1-1 0 0,-4-1-5 0,-3 2-4 15,0-4-3-15,1 0 7 0,-4 0-4 0,-1 1 0 16,-1-1-1-16,0-2-1 0,-2-1 2 0,1 3 3 15,-3-2 4-15,1 1 8 0,-3-1-4 0,0 3 1 16,1 1 2-16,-2 7 2 0,2-10 0 0,-1 4-4 16,-1 6-2-16,0 0-3 0,3-9-6 15,-3 9-5-15,0 0 5 0,0 0-8 0,0 0 3 16,0 0-3-16,-14 23-5 0,10-14-2 0,0 3 5 0,3-2-6 16,0 0 1-16,1-10-3 0,0 24-1 0,1-13 1 15,4 1-1-15,-1-3 1 0,2 2-3 0,1 0-1 16,0-5-6-16,3-2-3 0,-1 1 3 0,4-4 1 15,1 1-4-15,3-2 3 0,1-3-3 16,1-1-1-16,-7-1-8 0,5-1 4 0,-1-2-2 16,-5 2 0-16,2-2-3 0,-4-1 0 0,4-3 5 15,-3-1 0-15,0-2 0 0,-3 0 0 0,0 1 4 16,-3-3-2-16,0-1 6 0,0 1-3 0,-3-1 0 16,0-1 0-16,1 0 0 0,-2 0 2 0,-2 0 0 0,1 0 5 15,1 4 4-15,-3 3 7 0,2 1 8 16,1 6 2-16,0 5-5 0,-2-13-3 0,2 13-3 15,-2-7-5-15,2 7-2 0,0 0 6 0,0 0 12 16,0 0 1-16,0 34 11 0,-1-15 0 0,-2 7-6 16,2-3 5-16,-1 3-2 0,2 2-3 0,-2-2-1 15,-1 3-3-15,1-2-7 0,1-1-1 0,0-1 7 16,1 0-14-16,0-5-23 0,1-2-29 0,-1-1-44 16,3-2-47-16,-3-3-50 0,3-1-61 0,-3-1-62 15,0-10-188-15,0 13-535 0,0-13 236 0</inkml:trace>
  <inkml:trace contextRef="#ctx0" brushRef="#br0" timeOffset="-194260.72">23007 3653 149 0,'8'-7'159'0,"-8"7"-14"16,20-5-23-16,-2 1-36 0,3 0-52 0,11-1-41 15,1-2-40-15,4 1-61 0,-1 0-115 0,2-1 52 16</inkml:trace>
  <inkml:trace contextRef="#ctx0" brushRef="#br0" timeOffset="-193402.62">23793 3565 160 0,'8'1'310'0,"-8"-1"-3"16,0 0-26-16,0 0-23 0,0 0-15 0,0 0-19 15,0 0-10-15,0 0-18 0,0 0-15 0,0 0-15 16,-22 25-14-16,10-13-11 0,-4 2-1 0,-3 1-27 16,3 0-6-16,5-1-15 0,1 0-7 0,1 0-3 15,2-2-17-15,2 3-4 0,0-4-7 0,1 0-12 16,4-11-11-16,-1 21-11 0,1-21-14 0,6 19-5 16,-3-12-11-16,1 0-3 0,1-1-2 0,1 0 1 15,3-3-6-15,-9-3 1 0,12 4 1 0,-12-4 4 16,11 3 0-16,-11-3 3 0,0 0 4 0,17-10 0 15,-13 4 3-15,2-1-1 0,-6 7 5 0,7-15 0 16,-5 5 0-16,-1 0 6 0,1-1-6 0,0 0 0 16,-1 0 0-16,1 1 3 0,-1-2 4 0,0 0-6 15,-1 12 2-15,0-16 1 0,0 16 9 0,-1-12 3 16,1 12-2-16,0 0 0 0,0-14-10 0,0 14-1 16,0 0 2-16,-3-4-8 0,3 4 4 0,0 0 2 15,0 0 10-15,0 0 1 0,0 0-2 0,5 37-1 16,-2-28-3-16,-3 3 4 0,1 1-3 0,3-3-3 15,0 1 3-15,0-1-5 0,5 0 0 0,-3-2 9 16,1 2-2-16,2-2-4 0,1-4-3 0,1 2 7 16,1-4-2-16,2-3 5 0,0-2-8 0,5-1 5 15,-1-3-3-15,1 0-2 0,0-1 5 0,-2 0-6 16,-1-4 4-16,-3 2-1 0,1-2-2 0,-2-2-6 16,-2 2 6-16,1-5 0 0,-3 2-2 15,0-1-3-15,-4-1 0 0,3 0 1 0,-3-4 1 16,0-2-9-16,0-3 9 0,-2 7-3 0,0-7 2 15,-1 6-1-15,0-5-1 0,-1 9-2 0,0-1 3 0,0 4 11 16,2 3 6-16,-2 2 3 0,0 1 2 0,0 7-4 16,0-10 0-16,0 10-2 0,0-7-13 0,0 7 1 15,0 0-1-15,0 0-7 0,0 0 3 0,0 0 8 16,-6 22-1-16,3-5 3 0,-3 9 2 16,1-1 3-16,-1 3-1 0,1-1-5 0,0-1 4 15,2 0-4-15,2-1 4 0,0-2 5 0,1-6-5 16,0 0-2-16,2 0 0 0,0-5-10 0,3 0 5 15,-1 4-2-15,4-6-3 0,-1-1 7 0,0-1-2 0,3 2 4 16,2-5-3-16,5 1 2 0,-1-3-7 16,1-2 0-16,1-2-5 0,1-2 1 0,0-3-4 15,2 1-2-15,-5-3 1 0,2-2-8 0,0-1 2 16,-4 0-2-16,-1 0 0 0,1-1 3 0,-2 0 3 16,0-2-3-16,-4-1 7 0,0 1-5 0,-4 4 5 15,-2-2-2-15,0 2 3 0,1 0-2 0,-3 3 11 16,0 7 1-16,0-11 8 0,0 11 0 0,0-8-6 15,0 8 1-15,0 0-8 0,0 0 1 0,0 0-6 16,0 0 8-16,0 0-1 0,0 0 8 0,0 0-5 16,-10 35 1-16,6-20 3 0,2 0 0 0,-2 1 13 15,1 0-10-15,-1 1 1 0,2 2-8 0,-2-2 15 16,0 2-1-16,2-1-1 0,0-1 3 0,0 1-7 16,0-1 7-16,0-6-12 0,-1 1-17 0,1-3-29 15,0 1-30-15,0 0-32 0,1-3-37 0,1-7-53 16,0 0-52-16,0 0-39 0,-2 13-46 0,2-13-182 15,0 0-548-15,0 0 242 0</inkml:trace>
  <inkml:trace contextRef="#ctx0" brushRef="#br0" timeOffset="-193120.43">24486 3688 87 0,'0'0'211'0,"0"0"-7"0,0 0-14 0,9 0-12 16,-9 0 7-16,0 0 4 0,0 0-9 0,18 8 0 15,-18-8 1-15,12 2-8 0,1-3-11 0,5 1-13 16,-4-2-8-16,3-2-18 0,1 0-11 0,1-1-8 16,-3-2-13-16,-2 2-3 0,-2 0 0 0,0-1-6 15,-2-3-4-15,0 2-2 0,-5 1 16 0,0-1 7 16,-5 7-9-16,5-13 1 0,-5 4-4 0,0 9-3 16,-5-16-7-16,5 16-11 0,-8-11 6 0,-1 3-25 15,-2 4-7-15,-2 1-1 0,-6 1-15 0,-8 2-20 16,7 1-29-16,-7 3-29 0,9 1-33 0,0 2-37 15,4-3-56-15,3 2-78 0,3 1-76 0,-3 0-183 16,11-7-561-16,0 0 248 0</inkml:trace>
  <inkml:trace contextRef="#ctx0" brushRef="#br0" timeOffset="-192342.46">25969 3445 81 0,'0'-10'301'0,"0"10"-7"0,0-14-17 0,0 14-21 15,-2-12-10-15,-2 6-10 0,1 0-19 0,3 6-13 0,-11-9-9 16,4 6-13-16,-4 0-17 0,0 3-10 16,-7 5-13-16,-3 3-16 0,-2 4-12 0,0 2-8 15,0 4-7-15,3-1-9 0,2 1-10 0,4-4-11 16,1 2-5-16,4-1-7 0,-2 0-4 0,6 1-7 16,3-3-5-16,0-2-6 0,4 2 4 0,2-4-11 15,-1 3 0-15,4-3-8 0,-1 1-6 0,3-3-6 16,2 1-3-16,3-4-8 0,-5 0 1 0,5-1-3 15,-2-3-4-15,-1 0 0 0,3 0-5 0,-2-3 8 16,0-1 2-16,0-1 2 0,-1 0 3 0,-1-1-2 16,1-1-4-16,-3-2-1 0,0 0 9 0,-1-4-3 15,-1 3 6-15,-2-2-3 0,1 1-6 0,1-3 11 16,-2 2-1-16,0 0 3 0,-2 3-1 0,0 2 3 16,-2 0 6-16,0 7-2 0,4-7 2 0,-4 7-14 15,1-8 1-15,-1 8-1 0,0 0-4 0,4-5 2 16,-4 5 1-16,0 0-3 0,0 0 6 0,0 29 5 15,0-13-10-15,-4-3 6 0,3 4 3 0,1 0-6 16,0 0 15-16,0-2-27 0,0 0-14 0,0 1-23 16,2-3-28-16,3-3-33 0,-1 0-37 15,4 3-36-15,-2-5-39 0,3 0-57 0,2-2-246 0,1-2-563 16,1-3 249-16</inkml:trace>
  <inkml:trace contextRef="#ctx0" brushRef="#br0" timeOffset="-192110.75">26381 3451 29 0,'-4'-11'267'0,"0"3"2"0,0 0-21 15,-3 4-6-15,1 0-15 0,-6 3-11 0,1 1-12 16,-10 4-10-16,-2 7-5 0,0-1-4 16,-2 5-3-16,4-1-4 0,0 2-13 0,5-3-15 15,2 3-13-15,5-1-16 0,0-1-13 0,5-2-9 16,2 5-6-16,2-5-12 0,0 0-5 0,6 3-13 15,3 1-16-15,1-5-25 0,7 1-30 0,8-3-30 16,2 0-43-16,2-2-56 0,2-3-68 0,3-1-75 16,-3-1-228-16,5-4-549 0,-7 0 243 0</inkml:trace>
  <inkml:trace contextRef="#ctx0" brushRef="#br0" timeOffset="-191643.96">27330 3291 8 0,'-6'-9'354'0,"-3"0"-5"15,4 2-25-15,1 3-19 0,-1-3-21 16,0 4-28-16,5 3-27 0,-4-6-33 0,4 6-22 15,0 0-18-15,0 0-15 0,-4 16-16 0,2 1 0 16,-1 10 2-16,3 1-10 0,-4 4 8 0,4 1-8 16,2 0-14-16,3-2-16 0,-8 1 5 0,6 1-6 15,-6-5-10-15,6 0-12 0,-2-2-7 0,0 1-7 16,1 1 0-16,-2-9-7 0,0-1 2 0,2 1-6 16,-2 0-4-16,0 0-12 0,0-8-28 0,2 4-33 15,-4-4-28-15,0 0-40 0,2-11-47 0,-4 14-49 16,-1-8-70-16,5-6-77 0,-14 7-180 0,3-3-573 15,11-4 255-15</inkml:trace>
  <inkml:trace contextRef="#ctx0" brushRef="#br0" timeOffset="-190759.48">27212 3624 168 0,'10'-5'190'0,"1"-1"-12"16,1 0-15-16,4-3-12 0,2 2-8 0,9-5-2 15,-1 3-6-15,-3-1-5 0,-2 2-34 0,-1-1-4 16,-1 2-6-16,0-2-3 0,-2-1-2 0,0 2-7 16,-2-3-3-16,-4 5-9 0,-2-4 2 0,-2 3-1 15,-1-2 1-15,2 2-8 0,-1-3-1 0,-3 2-2 16,-2 1 6-16,0-3-6 0,-2 3 7 0,2 0 4 16,-2 7-5-16,-2-13-8 0,-2 5 0 0,4 8 2 15,-5-7 0-15,1 4-8 0,4 3-2 0,-14-2-12 16,14 2-1-16,-18 7 0 0,5 0 0 0,0 5-5 15,-1 1-1-15,3-1-6 0,2 1-1 16,-3 1-2-16,7-3-4 0,1 1 3 0,2 1-1 16,0-2-4-16,4 1 0 0,0-1-1 0,5 0-6 15,2-2-7-15,0-1-4 0,2-2-6 0,5 0-6 16,2-2-1-16,2-1-6 0,8-2-4 0,-6-3-8 0,7 1 4 16,-11-3 1-16,4 0 2 0,-4-3 3 15,2 2 3-15,-3-3 8 0,-2 0 2 0,-4 1-1 16,1-6 3-16,-4 5 2 0,1-1 3 0,1-5 0 15,-6 4 4-15,1-3 12 0,-3 2 0 0,1-1 3 16,-2-1 6-16,-1 4 7 0,0 9 2 0,-1-17 14 16,0 11 0-16,-2-1 1 0,3 7 0 0,-6-8-4 15,6 8-6-15,-9 1-2 0,9-1-3 0,-14 9-2 16,5 0-5-16,-2 2 1 0,-1 2-7 0,6-1 3 16,0 2-5-16,2-1 0 0,1-1 2 0,0 0-8 15,3 3-13-15,0-2-9 0,8-3-17 0,-4 0-24 16,4 1-14-16,1-1-32 0,7 0-23 0,-1-3-29 15,4-4-29-15,2 2-18 0,1-4 9 0,7 0 7 16,-2-1 11-16,2-1 16 0,-9-2 23 16,-4 0 15-16,6-3 18 0,-6 2 22 0,-4-3 28 0,-1 2 21 15,1-2 29-15,-6 1 13 0,2-2 17 0,-3 0 16 16,-1-1 15-16,3 1 11 0,-4-1 13 0,-3 9 8 16,0-20 9-16,0 20 10 0,-4-16-1 15,-2 10-3-15,6 6 4 0,-9-10 3 0,1 7-4 16,3 1-15-16,-8 3-3 0,0 1-8 0,-1 3 1 0,-2 2-8 15,-2 3-1-15,5 1-6 0,-1 0-11 0,3-1-1 16,4 0-9-16,1 0-2 0,-1 0-5 0,0-1-3 16,5 3-4-16,2-1-1 0,0-11-5 0,0 17 2 15,0-17-7-15,9 14 0 0,-2-7-5 16,2-2-3-16,1-2-5 0,-2 0 2 0,-8-3 3 16,20 1-5-16,-7-3-2 0,-13 2 0 0,18-7-2 15,-6 2 2-15,-4-1-4 0,-3-2 3 0,-1-2-2 16,1 0 6-16,-2-2-3 0,3-4 4 0,-3 2 0 15,-2-2 1-15,-1 0 2 0,1-3 3 0,-1-1-3 16,-1-5-2-16,-3 6 1 0,4-1 2 0,3 1 6 16,-6 0-2-16,3-5-5 0,0 7 3 0,0 5 10 15,0 3 4-15,0 9-1 0,-5-16-4 0,5 16-1 16,0 0-6-16,0-13-4 0,0 13-3 0,0 0 7 16,0 0-3-16,0 0 6 0,-4 32-5 0,-1-12 3 15,3 3-3-15,0 2 0 0,-2 1-3 0,2 0-4 16,-1-6-6-16,1 4-20 0,2 2-34 0,2-9-38 15,1 2-36-15,-1-1-40 0,2-2-43 0,3-5-44 16,-1 4-194-16,2-4-485 0,-2-2 215 0</inkml:trace>
  <inkml:trace contextRef="#ctx0" brushRef="#br0" timeOffset="-190379.58">28217 3351 45 0,'0'-5'295'0,"0"5"-20"16,0 0-26-16,4-9-32 0,-4 9-20 16,0 0-19-16,0 0-10 0,0 0-2 0,0 0-7 15,0 0-8-15,1 29-14 0,-2-18-14 0,0 0-3 16,0 5-12-16,1 0-11 0,-4-4-9 0,4 1-10 0,-2-1-7 16,0-3-6-16,2 1-6 0,0-1-3 15,-1-1-6-15,1-8-3 0,-2 11-5 0,1-5 0 16,1-6-7-16,0 0-6 0,0 0-5 0,0 10-4 0,0-10-10 15,0 0-10-15,0 0-4 0,-1 8-8 16,1-8-12-16,0 0-9 0,0 0-3 0,0 0 0 16,0 0 2-16,9 3-3 0,-9-3 0 0,9 2 0 15,-9-2 5-15,11 1 2 0,-4 2 2 0,-7-3 2 16,9 6 1-16,-7-2 5 0,4 2 1 0,-3-2 10 16,-2 4 9-16,1-1 14 0,-2-7 6 0,0 13 3 15,0-13-1-15,-8 20 0 0,0-12-1 0,1 2 0 16,-1-3-2-16,1 1-4 0,-1 0-22 0,-1-1-21 15,1-1-26-15,0-2-42 0,8-4-34 0,-8 5-54 16,8-5-51-16,0 0-160 0,0 0-427 0,0 0 190 16</inkml:trace>
  <inkml:trace contextRef="#ctx0" brushRef="#br0" timeOffset="-190027.64">28555 3478 164 0,'-25'0'279'0,"18"3"-7"16,-4 1-12-16,0 4-21 0,-1 3-20 0,2-3-21 16,0 1-20-16,1-1-14 0,4-1-16 15,-3 3-14-15,4-3-18 0,-1 4-3 0,4-2-12 0,-1 1-12 16,2-1-13-16,0-9-18 0,5 13-11 16,-2-7-14-16,1-2-15 0,3 0-8 0,-7-4-13 15,11 5-1-15,-2-2-4 0,-1-3-5 0,-3 0 2 16,-5 0 0-16,15-4 0 0,-8 2 3 0,-1-2 5 15,-6 4-3-15,8-9 0 0,-6 3 3 0,1 0 5 16,-3 6 10-16,2-11 2 0,1 7-2 0,-3 4 0 16,4-10 14-16,-4 10-3 0,0-7-3 0,0 7-3 15,0 0-1-15,0 0-1 0,0 0-6 0,0 0 2 16,0 0 2-16,0 0 2 0,0 0-4 0,0 0-3 16,10 20 3-16,-9-15 0 0,1 4-23 0,1 0-25 15,-3-9-37-15,6 13-51 0,2-6-45 0,-4-1-44 16,2 0-196-16,-6-6-443 0,11 7 197 0</inkml:trace>
  <inkml:trace contextRef="#ctx0" brushRef="#br0" timeOffset="-189594.59">28801 3509 106 0,'-4'-2'265'0,"4"2"-14"0,-11 3-19 0,11-3-11 0,-19 7-13 15,9 1-9-15,-2 1-3 0,3-1-13 16,-1 0-16-16,1 2-10 0,3 0-15 0,0-1-13 16,3 3-19-16,0 0-10 0,2 0-8 0,1 0-7 15,2-1-11-15,3 0-7 0,-1-1-5 0,4-1-12 16,3 0-4-16,1-4-24 0,5 0-24 0,1-3-16 16,1 2-19-16,0-4-11 0,-1-1-10 0,0-3-3 15,-7 3 4-15,3-4-9 0,-4 0 2 0,1-2 9 16,0 2 7-16,-3-4 1 0,-1 0 4 0,1 0 9 15,-2-2-1-15,-2-1 8 0,1 2 5 0,1-6 6 16,-4 2 4-16,2-1 3 0,-3 0 12 0,2-2 6 16,-1 0 6-16,0 1 7 0,0-1 7 0,1 2 24 15,-2 5 10-15,0-2 10 0,-1 12 22 0,1-11 13 16,-1 11 0-16,3-10-4 0,-3 10-10 0,0 0-6 16,0 0-7-16,0 0 4 0,0 0 12 0,0 0 5 15,0 0 11-15,0 0-15 0,4 39 0 0,-3-22-7 16,-2 2 3-16,2-3-13 0,-2 2-9 0,0 1-5 15,-2-2-1-15,4 2-16 0,-2 0 2 0,0-2-4 16,2 1-19-16,-1-1-47 0,-1-2-38 0,1-3-54 16,-2 1-67-16,2-13-61 0,0 19-65 0,-1-12-60 15,1-7-192-15,0 0-601 0,0 0 266 0</inkml:trace>
  <inkml:trace contextRef="#ctx0" brushRef="#br0" timeOffset="-189393.81">29237 3443 230 0,'0'0'271'0,"0"0"7"0,0 0-10 15,0 0-20-15,0 0-21 0,0 0-19 0,-42 14-18 16,28-5-18-16,-1 3-12 0,3-2-16 16,1 2-11-16,3-1-17 0,-1 2-11 0,4-3-12 15,0 2-8-15,2-3-13 0,3 2-5 0,0-11-20 16,8 18-37-16,-4-10-40 0,6-2-49 0,0-1-74 15,8 0-69-15,1 0-218 0,-6-4-477 0,7 0 210 16</inkml:trace>
  <inkml:trace contextRef="#ctx0" brushRef="#br0" timeOffset="-189246.2">29401 3669 199 0,'0'0'302'0,"0"0"-5"0,0 0-8 0,0 0-19 16,0 0-26-16,0 0-25 0,-4 18-18 0,4-18-29 15,0 0-14-15,0 0-33 0,0 0-38 0,0 0-59 16,0 0-62-16,0 0-66 0,0 0-90 0,0 0-189 16,0 0-408-16,0 0 181 0</inkml:trace>
  <inkml:trace contextRef="#ctx0" brushRef="#br0" timeOffset="-187877.29">30283 3556 56 0,'0'0'262'0,"-2"-11"-22"0,2 11-21 0,0 0-19 15,0 0-17-15,-16 19-18 0,8-5-18 0,3 1-13 16,-2 1-16-16,2-1-3 0,3-2-16 16,-1-1-10-16,3 2-7 0,0-3 2 0,4 4 0 15,-1-3-2-15,2-2-6 0,1 0-3 0,2-1-7 0,-2 0-6 16,2-1-4-16,0-2-11 0,-8-6-1 0,11 9-5 15,-11-9-2-15,12 7 2 0,-12-7-9 16,0 0-2-16,12 2-3 0,-12-2 6 0,12-2-10 16,-12 2-4-16,10-10 0 0,-10 10-3 0,8-12-3 15,-6 6 3-15,3-2 1 0,-2-2-9 0,-3 10 10 16,4-13-1-16,-4 13 4 0,4-12 1 0,-4 12 2 16,3-9-10-16,-3 9-1 0,0 0-6 0,0 0 1 15,0 0-5-15,6-5 2 0,-6 5 0 0,0 0-2 16,0 0 1-16,17 15 0 0,-10-9 11 0,-7-6-9 15,20 19-2-15,-10-13 6 0,6 5-5 0,-1-3 6 16,2-2-5-16,1-1-1 0,3-1 5 0,0-2-4 16,1-2 2-16,-2 0-1 0,0 0 1 0,-3-2-3 15,-2 0-3-15,-3-1-1 0,-2 0-14 0,0-1-8 16,-10 4-6-16,13-11-7 0,-8 2-12 0,-2-2-3 16,-1 1 4-16,0 1 1 0,-2 9 1 0,-4-28 1 15,-1 17 7-15,0-5 1 0,-4 1 7 0,-1 0 2 16,-1 0-6-16,3 2 20 0,2 3 13 0,-3 1 12 15,5 1 4-15,4 8-3 0,-6-13 6 16,6 13-12-16,-5-7 1 0,5 7-9 0,-5-8 0 16,5 8-3-16,0 0-2 0,0 0 1 0,18-17-1 15,-6 12 2-15,4-2-2 0,3-1 2 0,-1 2-3 0,9-4-1 16,-7 3 3-16,-2-1 0 0,1 1 28 16,0 0 0-16,-3-2-4 0,0 1 1 0,-5 0-1 15,-2 1-7-15,2 0 5 0,-5 0-1 0,1-1-2 16,-3 2 10-16,-2-4 1 0,4 2-5 0,-2 2 3 15,-2-1 7-15,-2 7 2 0,3-12-2 0,0 7 2 16,-3 5-3-16,0 0-8 0,4-10-2 0,-4 10-4 16,0 0-2-16,1-6-9 0,-1 6-1 0,0 0-9 15,0 0 11-15,0 0 6 0,4 31-1 0,-3-11 1 16,1 5 4-16,-2 1-5 0,0 0-1 0,0 0 1 16,0-1-1-16,0 2 1 0,0-8-1 0,0 0 3 15,-2-2-4-15,1-1-14 0,2-4 14 0,-1-2-4 16,0-10 3-16,0 14-6 0,0-14-5 0,0 12 1 15,0-12-2-15,0 0 0 0,-1 12-4 0,1-12-10 16,0 0 8-16,0 0 0 0,0 0-3 0,6 4-1 16,-6-4 2-16,0 0-1 0,22-10 5 0,-13 6 0 15,0-1-2-15,2 1 1 0,0 2-5 16,-1 0 9-16,1-1 0 0,-4 3 0 0,5-1-10 16,0 2 16-16,1-1-3 0,-2 2 3 0,2-2 1 15,0 0-2-15,0 1 4 0,-1 0-3 0,1-2 3 16,0 1 0-16,0-3-4 0,-2 2 5 0,-2 0 1 15,3-3-2-15,-7 1 5 0,3 0 6 0,-2-1 2 16,-1 0 0-16,-1-1 2 0,1-2-5 0,-1 1 0 16,-2-2-1-16,1 3 2 0,1-5-3 0,0 2 0 0,-4 0 6 15,0 8 6-15,3-14-2 0,-3 8 4 0,0 6 1 16,2-8-2-16,-2 8-4 0,0 0-4 16,1-9-7-16,-1 9-2 0,0 0-3 0,0 0 1 15,0 0 1-15,0 0 3 0,-1 25-7 0,2-13-10 16,-1-3-21-16,-1 3-20 0,2 3-29 0,1 1-34 15,-2 0-33-15,0-16-33 0,3 21-51 0,0-12-230 16,-2 0-497-16,-1-9 221 0</inkml:trace>
  <inkml:trace contextRef="#ctx0" brushRef="#br0" timeOffset="-187723.78">31180 3366 89 0,'-4'-10'152'16,"4"10"-49"-16,0 0-58 0,-1-7-33 0,1 7-32 15,0 0-44-15,0 0-69 0,0 0 31 16</inkml:trace>
  <inkml:trace contextRef="#ctx0" brushRef="#br0" timeOffset="-187477.19">31520 3411 44 0,'0'0'283'0,"0"0"-2"0,0 0-14 0,0 0-23 16,0 0-29-16,0 0-12 0,0 0-17 0,-17 17 11 15,9-10-9-15,-1 1-17 0,-1 5-11 0,0 1-23 16,0 1-16-16,-1-2-3 0,5 3-16 0,1 0-6 16,-3 0-10-16,6-5-10 0,1 2-2 15,1-13-15-15,3 23-5 0,-1-10-14 0,6 0-12 0,-1-2-17 16,5 2-13-16,1-3-29 0,3-2-16 0,0-3-33 15,1-3-23-15,1-1-26 0,1-1-16 0,-2-1-16 16,1-4-20-16,-2-1-5 0,-3-1-9 0,2-1-8 16,-7-1 7-16,2-1-101 0,-5-2-322 15,3-1 142-15</inkml:trace>
  <inkml:trace contextRef="#ctx0" brushRef="#br0" timeOffset="-187176.11">31667 3483 429 0,'1'-24'-2'16,"-5"-1"16"-16,0 0 19 0,2-2 21 0,-1 2 16 15,2 7 10-15,-1 0-2 0,1 5 22 0,-1 3 2 16,2 10 0-16,-2-11-12 0,2 11-7 0,-1-10-12 0,1 10 0 15,0 0 26-15,0 0 24 0,0 0 12 16,0 0 16-16,4 46-7 0,-3-20-9 0,-1 2-12 16,0 0 2-16,0 4-6 0,0-7-5 0,0 0-4 15,-1 2-9-15,3-8-7 0,0 1 1 0,-1-2-6 16,2-5-11-16,-2-4-9 0,-1 3-6 0,0-12-5 16,1 14 0-16,-1-14-6 0,3 9-7 0,-3-9 0 15,0 0 5-15,0 10 4 0,0-10 9 0,0 0 0 16,0 0-2-16,0 0-5 0,0 0-17 0,0 0 0 15,0 0-9-15,28-23-2 0,-15 13-6 0,1-2-4 16,2 1 2-16,0 1-9 0,-1 2-11 0,2-1 4 16,-2 2-7-16,-2 2 10 0,-2 4-14 0,1-2 11 15,-12 3-18-15,16 2 14 0,-16-2 4 0,17 6-5 16,-9 0 2-16,-2 3 1 0,1-2-5 0,-1 2-33 16,-1 2-36-16,-1-2-48 0,0 2-52 0,-1 1-70 15,3 5-64-15,-5-5-207 0,0 1-558 0,4-2 248 16</inkml:trace>
  <inkml:trace contextRef="#ctx0" brushRef="#br0" timeOffset="-186527.27">32132 3842 174 0,'0'0'304'0,"0"0"19"0,12-19-24 0,-9 13-31 16,0-2-29-16,2-3-20 0,-1 4-24 15,1-3-18-15,1-2-17 0,0-2-11 0,0 4-7 16,1-7-17-16,0 3-12 0,0-2-8 0,0 0-7 16,0 0-10-16,1 0-1 0,-2-4-12 0,2 1-12 15,-3-4-14-15,3-2 9 0,-2-1-14 0,-1 1 3 16,0 1-6-16,-3 5-6 0,-1-1-1 0,0 4 2 16,-2 4 15-16,1 1 5 0,0 11-7 0,-3-19 2 15,3 19 4-15,-3-11-4 0,3 11-7 0,-8-8-6 16,8 8 2-16,-11 0-7 0,11 0 0 0,-23 8-4 15,7 1-1-15,1 3-11 0,-1 0 3 0,3-1-4 16,0 3-1-16,4-6-4 0,1 1-15 0,3-1 5 16,0 0 6-16,2-1-14 0,3-7-7 0,2 17 1 15,-2-17-6-15,5 12-6 0,1-5 1 0,3-1-14 16,1-2 13-16,1-3 0 0,0 3-1 0,0-4 5 16,2 1 7-16,1-1-1 0,-14 0-6 0,21 1 1 15,-21-1 12-15,13 2-8 0,-13-2 2 0,9 1-16 16,-9-1 23-16,10 4-5 0,-10-4 2 0,9 8 10 15,-7-2-12-15,-2-6 14 0,8 14 1 0,-5-5-1 16,-1 3 5-16,2-1-8 0,-2-1 8 0,1-1-5 16,-2 1-4-16,3 0 2 0,-1-1 3 0,4 0 0 15,0-1 4-15,3-1-6 0,-1 1 2 0,2-2-14 16,2-3 16-16,-3 2-1 0,4-4-5 0,0 1-7 16,4-2 10-16,-1-3-4 0,1-2-7 0,-7 2 5 15,3-2-15-15,2-2 17 0,-6 0 3 0,1-1-5 16,-2-2 5-16,-1 1-7 0,1-1 6 15,-3-1-6-15,0-1 0 0,-1-5 6 0,-3 0-7 16,0 1 4-16,-1-2-30 0,1 2 6 0,-5 1 9 16,0 4 1-16,0 1 1 0,0 0 5 0,-3 1 2 15,2 2 5-15,4 7 3 0,-8-7-3 0,8 7-3 0,-12-1 3 16,12 1 5-16,-15 11 2 0,2-3-5 0,5 1-2 16,-2 5 4-16,3-2-6 0,-1 0-11 0,1 5-40 15,5-5-43-15,2 4-51 0,2-6-52 16,2 0-67-16,1 0-227 0,4-1-537 0,3-2 238 15</inkml:trace>
  <inkml:trace contextRef="#ctx0" brushRef="#br0" timeOffset="-185760.63">32810 3520 56 0,'0'0'259'0,"0"0"-21"0,0 0-13 15,-47-19-6-15,34 23-10 0,2 1-13 0,-7 0-18 16,4 5-16-16,2 1-14 0,-3 0-17 0,5 2-14 16,0 0-10-16,3-1-11 0,2-2-10 0,3 2-9 15,2-2-6-15,0-10-9 0,5 22-16 16,0-12-9-16,2 1-9 0,-7-11-14 0,0 0-12 0,0 0-11 16,40 20-5-16,-40-20-4 0,0 0-5 15,0 0-9-15,49-5 4 0,-49 5 1 0,0 0 7 16,33-19 2-16,-33 19 4 0,0 0 4 0,24-32 4 15,-24 32 3-15,12-28 0 0,-12 28 8 0,9-34-3 16,-9 34 5-16,6-45-1 0,-5 20 0 0,-1 25 5 16,4-53 2-16,-4 25-5 0,0 28 5 0,1-54 1 15,-1 25 7-15,0 29 8 0,7-44 14 0,-7 44 9 16,1-28 14-16,-1 28 1 0,0 0-6 0,0 0-6 16,0 0-7-16,0 0-12 0,-1-39-4 0,1 39-4 15,0 0-6-15,0 0 3 0,0 0 4 0,0 0 0 16,0 0 2-16,0 0-4 0,-7 116-1 0,7-116-2 15,-2 55-1-15,1-27-3 0,1-28-1 0,2 46-2 16,-2-46-2-16,8 42-1 0,-8-42 0 0,6 35 2 16,-6-35-4-16,12 28 2 0,-12-28-3 0,12 21 2 15,-12-21-3-15,0 0 2 0,20 21-6 0,-20-21 2 16,0 0-2-16,0 0-1 0,32 10 2 16,-32-10-3-16,0 0-4 0,0 0 4 0,0 0 0 0,0 0-1 15,0 0 1-15,49-30-3 0,-49 30 2 16,0 0 0-16,16-32-3 0,-16 32-4 0,7-23 4 0,-7 23-2 15,0 0 2-15,5-34-1 0,-5 34 5 16,0 0 2-16,0 0 0 0,0 0-3 0,0 0-4 0,0 0 0 16,7-32-2-16,-7 32 3 0,0 0 2 0,0 0 6 15,0 0 2-15,0 0-3 0,0 0 3 16,0 0-4-16,0 0-2 0,0 0 6 0,0 0 2 16,0 0-10-16,0 0 1 0,0 0-1 0,-4 98-6 15,4-98 0-15,0 0-11 0,0 0 0 0,0 0 6 16,0 0-7-16,18 23 4 0,-18-23-2 0,0 0 2 15,0 0 0-15,0 0 0 0,0 0 3 0,0 0 2 16,0 0-3-16,0 0 8 0,0 0-4 0,0 0 8 16,0 0-9-16,0 0 2 0,58-50-2 0,-58 50 4 15,0 0-1-15,0 0 5 0,12-25-4 0,-12 25-2 16,0 0-1-16,0 0 1 0,0 0-1 0,0 0-2 16,0 0-1-16,0 0 1 0,0 0 2 15,0 0 3-15,0 0 4 0,0 0-2 0,0 0-2 0,0 0-8 16,0 0-13-16,0 0-30 0,0 0-34 0,27 48-50 15,-27-48-40-15,0 0-64 0,0 0-217 0,13 26-495 16,-13-26 219-16</inkml:trace>
  <inkml:trace contextRef="#ctx0" brushRef="#br0" timeOffset="-185143.96">33260 3395 8 0,'0'0'251'0,"0"0"-6"0,0 0-8 0,0 0-19 15,0 0-17-15,0 0-16 0,-39 57-15 0,39-57-10 16,0 0-18-16,-7 33-15 0,7-33-8 0,0 0-13 16,5 36-9-16,-5-36-7 0,0 0-2 0,16 32-10 15,-16-32-3-15,20 16-8 0,-20-16-5 0,0 0 11 16,42 14-6-16,-42-14-14 0,31 0 1 0,-31 0-16 15,0 0 1-15,0 0-3 0,55-9-6 0,-55 9-1 16,0 0-10-16,31-21 6 0,-31 21-9 0,15-15 1 16,-15 15 4-16,0 0-4 0,17-29-1 15,-17 29-4-15,0 0 3 0,7-36-12 0,-7 36 7 16,0 0-3-16,2-36 2 0,-2 36 0 0,0 0-2 16,0 0 13-16,0 0 2 0,0-36-2 0,0 36-1 15,0 0-3-15,0 0-5 0,0 0 6 0,0 0 13 16,0 0-2-16,0 0 2 0,0 0-6 0,0 0-1 15,0 0-2-15,0 0 2 0,-52 65-4 0,52-65-2 16,0 0-3-16,-6 34 3 0,6-34-7 0,0 0 3 16,0 0-3-16,0 0-3 0,27 47 9 0,-27-47-4 15,27 13-8-15,-27-13 0 0,36 6-4 0,-36-6 6 16,39-2-5-16,-39 2-2 0,0 0 0 0,46-9 2 16,-46 9-4-16,0 0 3 0,35-19 1 15,-35 19 4-15,17-16-8 0,-17 16 3 0,0 0 1 16,16-33-8-16,-16 33 3 0,10-27-3 0,-10 27-10 0,0 0 6 15,8-37 3-15,-8 37 2 0,0 0-3 0,0 0 7 16,1-32 3-16,-1 32-3 0,0 0-1 0,0 0-2 16,0 0 7-16,0 0 9 0,0 0-2 15,0 0 0-15,0 0 3 0,0 0 1 0,0 0 8 16,0 0 5-16,0 0-1 0,-27 90-9 0,27-90 2 16,-8 33 0-16,8-33-9 0,0 0-10 0,-5 43 13 15,5-43 1-15,-2 28-4 0,2-28-12 0,0 0-20 16,-6 32-29-16,6-32-39 0,0 0-38 0,0 0-54 15,-8 30-59-15,8-30-296 0,0 0-581 0,0 0 258 16</inkml:trace>
  <inkml:trace contextRef="#ctx0" brushRef="#br0" timeOffset="-185005.48">33642 3615 49 0,'0'0'80'16,"0"0"-83"-16,0 0-18 0,0 0-23 0,0 0 10 16</inkml:trace>
  <inkml:trace contextRef="#ctx0" brushRef="#br0" timeOffset="-184340.58">30362 4537 26 0,'-2'-9'327'0,"2"1"-11"0,0 8-11 0,2-12-16 0,-2 12-32 15,0-10-31-15,0 10-22 0,2-9-18 0,-2 9-19 16,0 0-22-16,0 0-5 0,0 0-8 0,0 0 0 15,13 18-13-15,-3-2-6 0,-2 3-5 0,5 3-11 16,-6-4-16-16,5 6-3 0,-2 2-5 0,2-2-8 16,-6-6-6-16,3 0-4 0,4-1-5 15,-3-3-7-15,-1-1-5 0,-1-3 2 0,0-1-7 0,0-1-1 16,1-2-20-16,0 0 28 0,-4-2 17 0,-1 0 16 16,-4-4 15-16,8 5-8 0,-8-5 12 0,0 0-4 15,14-10-10-15,-7 1-12 0,1-7-8 16,0 3-1-16,2-4-17 0,-2-1 7 0,2-5-4 0,-6-6-8 15,6 4-5-15,-2-2-8 0,-2-1-14 16,3 1-17-16,1 0-25 0,-1 0-25 0,-2 8-28 0,0 3-23 16,-3 5-30-16,-2-1-23 0,2 5-21 0,-1-5-30 15,0 7-28-15,-2 0-43 0,-1 5-34 0,2-7-199 16,-2 7-560-16,0 0 248 0</inkml:trace>
  <inkml:trace contextRef="#ctx0" brushRef="#br0" timeOffset="-184059.62">30804 4561 113 0,'0'9'220'0,"-1"3"-4"0,-2 1-6 0,1-3-3 16,-1 1-13-16,0 0-16 0,1-1-5 0,1 0 0 15,1-4-12-15,0-6-18 0,-2 10-11 16,2-10-14-16,5 10-10 0,-2-7 9 0,3 0 8 16,1 3-5-16,2-6-11 0,4 3-1 0,7-6-8 15,-2 3-14-15,1-4-3 0,4-1-9 0,-6 2-11 16,0-4-6-16,-4 1-1 0,0 1-10 0,-3-3 2 15,-1 0-6-15,-2-3-3 0,0-3-5 0,-4 2-7 16,-2-7-1-16,-4 9 0 0,0-6-4 0,-4 5-4 16,0-1 2-16,-4-1-11 0,4 3-6 0,-5 2-3 15,1 0-19-15,-2 2-9 0,0 3-17 0,-5 1-15 16,2 3-27-16,0-1-14 0,4 3-31 0,-5 4-35 16,2 0-36-16,4 0-31 0,1 1-39 0,1 2-137 15,7-3-443-15,2-7 197 0</inkml:trace>
  <inkml:trace contextRef="#ctx0" brushRef="#br0" timeOffset="-183805.9">31139 4402 57 0,'0'-7'312'0,"0"7"12"0,-4-10-4 15,3 3 28-15,1 7-4 0,-2-8-19 0,2 8-38 16,0 0-25-16,0 0-38 0,0 0-29 0,0 0-11 15,0 0-13-15,0 0-12 0,0 0-8 16,4 28-9-16,-3-11-15 0,1 4-10 0,-2-2-13 16,2 7 3-16,2 0-15 0,0 1-14 0,-3-11-4 15,3 4-9-15,-1-1-20 0,-1-2-43 0,2 1-57 0,0-2-49 16,-2-4-52-16,0 0-54 0,0-1-46 0,2-3-49 16,-3 0-33-16,2-3-194 0,-3-5-577 15,0 0 255-15</inkml:trace>
  <inkml:trace contextRef="#ctx0" brushRef="#br0" timeOffset="-183590.06">31331 4429 135 0,'1'-8'273'0,"-1"1"17"0,0-1 0 16,0 8-17-16,0-11 28 0,0 11 1 0,0 0-24 16,0-10-25-16,0 10-28 0,0 0-25 0,0 0-1 15,0 0-9-15,0 0-13 0,0 0-16 0,-3 29-11 16,3-14-14-16,-2 1-7 0,3 2-14 0,-1-2-13 15,1 3-6-15,1-2-8 0,-2 2-8 0,0 0-7 16,2-3-16-16,2 0-42 0,-2 0-34 0,1-7-53 16,-2 2-47-16,2 0-53 0,-1-4-44 0,-2-7-35 15,2 14-36-15,-2-14-16 0,-2 7-9 0,2-7-162 16,0 0-512-16,0 0 228 0</inkml:trace>
  <inkml:trace contextRef="#ctx0" brushRef="#br0" timeOffset="-182643.62">31286 4528 85 0,'0'0'125'0,"20"-4"-10"16,-6 3-18-16,7-3-3 0,4 0-1 0,-3 2-1 15,6 0 1-15,-6 0-9 0,-2 0-4 0,2-3-14 16,-2 1-9-16,2 2 8 0,-5-3-9 16,-1 3-5-16,-4 1 1 0,-2-2 4 0,0 1 14 0,-2 1 22 15,-3-2 0-15,-5 3 5 0,9-2 5 0,-9 2 7 16,0 0 2-16,6-5 1 0,-6 5 2 15,0 0-7-15,0 0-11 0,0 0-7 0,0 0-6 16,0 0-5-16,-28 6-5 0,20 0-10 0,-2-1-3 16,1 4-7-16,-3 4-5 0,2 3-4 0,0-4 2 15,5-1-4-15,0-1-5 0,3 2-14 0,1-5 0 0,1 2 3 16,0-9-5-16,3 14-9 0,2-3-8 0,3-4 2 16,-1-2-1-16,0 0-4 0,5-2 3 15,-1-3-3-15,2 2-5 0,0-2 3 0,0-2 0 16,-1 0-2-16,0-1 1 0,-2-1-1 0,4 0 11 0,-4-2-3 15,2-3 1-15,-5 1-2 0,0-1 15 16,-1 3-5-16,1-4 6 0,-1 2-1 0,-2-1-8 16,0 3 15-16,-4 6 8 0,4-8 11 0,-2 3-11 15,-2 5 7-15,4-8-3 0,-4 8 6 0,0 0-12 16,4-4-5-16,-4 4-4 0,0 0-3 0,0 0 1 16,0 0-3-16,0 0-5 0,0 0 0 0,0 0-1 15,-5 27-1-15,6-19-3 0,0-3 3 0,1 3-4 16,1-2-2-16,4-1-3 0,2 1 1 0,0 1-1 0,3-4-4 15,5-1-3-15,2-1-3 0,4-2-7 16,-2-2 13-16,2 2-1 0,-3-5-12 0,-1-2 6 16,2 2 0-16,-2-2 6 0,-4 2-1 0,2-1-1 15,-8 2 2-15,1-2-4 0,-2 0 10 0,1 1 6 16,-3 0 4-16,-2-2 5 0,-2 0-3 0,1 2 12 16,-3 6 21-16,0-12-14 0,0 12 15 0,0-10 5 15,0 10 7-15,-1-9-10 0,1 9-6 0,-4-6-11 16,4 6 1-16,0 0-4 0,-13-1 0 0,13 1-15 15,-13 8 5-15,7-2-6 0,-1 4 1 0,2 1-12 16,-3 3 4-16,1 10 2 0,-1 1-1 0,3-6 3 16,3 8 3-16,-1-1-7 0,3 0 5 0,0 2-7 0,3 2 3 15,-2-1-6-15,1-2 7 0,1 3-5 16,0-1 4-16,0 0-7 0,-1 3-4 0,-1-3 9 16,2 0 4-16,-2-3-1 0,-1 1-1 0,0-2-9 15,-1 0 8-15,1-7 1 0,-3 0 2 0,-1-2-15 16,0 0 14-16,0-4-7 0,-1-1 5 0,-1-1 0 15,-2-1-5-15,-1-2-15 0,-1 0 1 0,-3-4 0 0,1 1-8 16,-1-2 14-16,1-2-1 0,12 0-3 16,-21-4-9-16,13 1 2 0,1-2 2 0,1-3-3 15,2 0 1-15,3-4-1 0,2-5-7 0,6 0-2 16,3-6 0-16,3 0-7 0,6 0 5 0,3-2-4 16,-2-1 9-16,4 0-8 0,-1 0-6 0,2 1 3 15,-5 2 4-15,3 1 5 0,0-7-8 0,-1 5 3 16,0 0 0-16,-3-2 1 0,-4 2-3 0,2-3 11 15,-6 3-4-15,2-2 4 0,-3-3 1 0,-1 7 4 16,-5-4 1-16,2 8 5 0,-4 3 8 0,0 2 10 16,-2 3 22-16,0-2-5 0,-1 2-5 0,-2 4 3 15,3 6 5-15,-5-10 0 0,3 5-1 0,2 5-4 16,-16 2-10-16,6 4 2 0,-8 2 2 0,2 3-6 16,-4 8 4-16,6-7-8 0,3 3-1 0,1 2-2 15,2 1-24-15,3-3-18 0,4 3-32 0,1-6-35 16,2-1-40-16,3 2-36 0,8 2-34 0,0-5-29 15,5-1-36-15,8 1-193 0,-5-3-512 0,7 0 227 16</inkml:trace>
  <inkml:trace contextRef="#ctx0" brushRef="#br0" timeOffset="-182209.48">32700 4495 8 0,'-3'-6'313'0,"-4"-2"-12"15,2 1-14-15,-5 3-3 0,1-1 20 0,-2 3-16 16,11 2-21-16,-24-2-30 0,10 6-20 0,4 1-24 16,-5 3-32-16,5 0-11 0,-2 4-10 0,3-2-16 15,3-1-16-15,2 1-10 0,-1 0-11 0,5 0-12 16,0-10-12-16,2 22-10 0,2-11-13 0,3-2-15 16,0 0-10-16,5-2-16 0,-2-1-5 15,0-1-8-15,4-1-1 0,-2-4 3 0,1 1 0 0,-13-1 2 16,0 0 6-16,0 0 0 0,0 0-1 0,0 0 3 15,52-17 3-15,-52 17 1 0,0 0-1 16,0 0 20-16,0 0 7 0,24-22 4 0,-24 22 1 16,0 0 0-16,0 0-4 0,0 0-6 0,0 0-7 15,0 0-7-15,0 0-1 0,0 0 1 0,0 0 8 0,0 0-7 16,23 41 2-16,-23-41 1 0,4 47-4 0,-3-19 6 16,-1-28-4-16,0 62 5 0,0-33 8 0,2 2-10 15,-2-31 13-15,-2 60 5 0,0-31-4 16,2-29 3-16,-5 52 5 0,-2-24-2 0,-2-3 3 15,3-6 2-15,-6 4-21 0,-3-1 9 0,0 0-4 16,-4-4 5-16,-3-2-25 0,5-5-19 0,-3-3-27 16,2 2-23-16,-1-5-29 0,2 1-40 0,3-6-50 15,-1 1-46-15,1-4-46 0,1-3-299 0,-2-3-624 0,6-4 276 16</inkml:trace>
  <inkml:trace contextRef="#ctx0" brushRef="#br0" timeOffset="-181287.57">33002 4507 115 0,'0'0'350'0,"0"0"-20"0,0 0-10 16,0 0-29-16,0 0-22 0,0 0-32 0,0 0-18 16,0 0-10-16,0 0-9 0,0 0-17 0,0 0-12 15,0 0-13-15,0 0-24 0,-91 31-9 0,80-16-17 16,11-15-16-16,-12 27-10 0,12-27-2 0,0 0-1 15,-7 33-18-15,7-33-12 0,0 0-12 0,0 0-4 16,0 0-21-16,19 46 4 0,-19-46-12 0,0 0-9 16,28 15-7-16,-28-15-13 0,0 0 8 15,0 0 6-15,38-1-10 0,-38 1 9 0,0 0 8 0,0 0-4 16,0 0 5-16,0 0 8 0,37-35-2 0,-37 35 1 16,0 0-4-16,12-36 5 0,-12 36-2 0,0 0 5 15,2-32 2-15,-2 32 2 0,0 0 7 0,0 0 2 16,0 0-1-16,0 0-3 0,2-32 2 0,-2 32-3 15,0 0-6-15,0 0-2 0,0 0-3 16,0 0-1-16,0 0-7 0,0 0 17 0,0 0-3 16,0 0-3-16,0 0 1 0,0 0 0 0,0 0-3 15,0 0-1-15,0 0 0 0,0 0-4 0,0 0 5 16,0 0-2-16,-2 99 2 0,2-99 1 0,0 0-8 0,0 0 4 16,22 16-7-16,-22-16 2 0,0 0-6 15,0 0 5-15,42-1 4 0,-42 1-1 0,0 0-5 16,0 0 3-16,45-20-4 0,-45 20 0 0,0 0-1 15,32-24 11-15,-32 24-8 0,14-20 5 0,-14 20 1 16,0 0-1-16,15-32 1 0,-15 32-1 0,0 0-4 16,11-32 0-16,-11 32 3 0,0 0-16 0,6-29 16 15,-6 29-4-15,0 0 11 0,0 0-5 0,0 0 0 16,0 0-2-16,0 0 0 0,0 0 1 0,0 0 3 16,0 0 1-16,0 0 0 0,0 0 4 0,0 0-5 15,0 0 13-15,0 0-9 0,0 0 5 0,0 0-10 16,0 0 0-16,0 0 3 0,0 0-3 0,0 0 2 15,0 0 1-15,0 0-4 0,0 0-3 0,0 0 3 16,0 0 0-16,0 0-8 0,8 88 3 0,-8-88 4 16,0 0-3-16,0 0 5 0,0 0-5 0,29 5 0 15,-29-5 1-15,0 0-2 0,0 0-4 0,0 0 2 16,0 0 5-16,0 0-2 0,0 0-5 16,54-31 0-16,-54 31 3 0,0 0-5 0,0 0 5 0,18-23-2 15,-18 23-1-15,0 0-1 0,0 0-3 0,10-25 8 16,-10 25-6-16,0 0 3 0,0 0-6 0,0 0 2 15,0 0 4-15,0 0-1 0,0 0-4 0,0 0-2 16,0 0 11-16,0 0 2 0,0 0-4 0,0 0 3 16,0 0-2-16,0 0 2 0,0 0-3 0,0 0-3 15,0 0 7-15,0 0 2 0,0 0-20 0,0 0 22 16,0 0-2-16,0 0-14 0,0 0 14 16,0 0 3-16,0 0-9 0,0 0 6 0,0 0 1 0,0 0 0 15,0 0-6-15,0 0 6 0,0 0-3 0,0 0-2 16,0 0 3-16,0 0-3 0,0 0 5 0,59 22-8 15,-59-22 3-15,0 0 1 0,0 0 0 16,0 0-2-16,33-7-2 0,-33 7-1 0,0 0-1 16,0 0 3-16,0 0-17 0,0 0 18 0,0 0-13 15,0 0 20-15,29 15 0 0,-29-15 9 0,0 0-3 16,0 0 1-16,8 30-5 0,-8-30 3 0,0 0-3 16,0 0 4-16,4 35 0 0,-4-35-20 0,0 0-15 15,0 0-31-15,0 0-40 0,-1 37-62 0,1-37-61 16,0 0-96-16,0 0-202 0,0 0-560 0,0 0 248 15</inkml:trace>
  <inkml:trace contextRef="#ctx0" brushRef="#br0" timeOffset="-181099.33">33263 4302 148 0,'0'0'242'0,"0"0"-46"0,0 0-49 16,0 0-27-16,0 0-35 0,0 0-52 0,0 0-53 15,0 0-61-15,0 0-64 0,0 0-158 0,0 0 70 16</inkml:trace>
  <inkml:trace contextRef="#ctx0" brushRef="#br0" timeOffset="-180941.83">33645 4614 33 0,'0'0'394'0,"0"0"4"0,0 0-24 16,0 0-34-16,0 0-27 0,22 27-31 0,-22-27-17 15,0 0-18-15,0 0-31 0,0 0-29 0,0 0-36 16,0 0-50-16,0 0-52 0,0 0-68 0,0 0-91 16,0 0-107-16,0 0-284 0,0 0-543 0,0 0 240 15</inkml:trace>
  <inkml:trace contextRef="#ctx0" brushRef="#br0" timeOffset="-177209.63">30178 6925 183 0,'0'0'213'0,"-8"0"-32"0,8 0-21 0,0 0-22 15,0 0-12-15,0 0-12 0,0 0-10 0,22 6-12 16,-2-8-8-16,7-2-10 0,4 4-1 0,-1-5-12 15,4 3-4-15,3-1-6 0,-5 0-3 0,-2-3-4 16,2 3-3-16,-5-1-6 0,-5 4 0 0,-4-2-3 16,0 1 1-16,-4 1-8 0,-2-1 4 0,0 1-4 15,-2-4 0-15,-2 2-2 0,-8 2-1 0,11-1-2 16,-11 1 2-16,8-2 4 0,-8 2-3 0,8-3 6 16,-8 3 0-16,7-2 6 0,-7 2 1 0,0 0 6 15,0 0 1-15,0 0 4 0,0 0-6 0,0 0 5 16,0 0 1-16,0 0-1 0,0 0-2 0,9 4-4 15,-9-4-4-15,0 0-2 0,0 0-6 0,-1 10-1 16,1-10-3-16,-12 11-1 0,6-1-3 0,-7 3 0 16,0 0-2-16,-4 4-21 0,1-3-18 0,-4 4-34 0,6-3-35 15,-4 4-43-15,5-6-32 0,-3 3-32 16,3-2-188-16,-3 2-418 0,2-3 185 0</inkml:trace>
  <inkml:trace contextRef="#ctx0" brushRef="#br0" timeOffset="-176994.8">30617 6799 82 0,'-10'-18'227'0,"1"1"3"0,-4 3-15 16,4-1-6-16,-5 2-10 0,7 2-16 0,-4-1-11 15,1 4-14-15,7-1-32 0,-3 1-7 0,0-1-19 0,1 7-8 16,0-2-11-16,5 4-16 0,-7-7-34 15,4 2-38-15,3 5-45 0,0 0-46 0,-3-8-31 16,3 8-28-16,8-7-151 0,-8 7-334 0,20-3 149 16</inkml:trace>
  <inkml:trace contextRef="#ctx0" brushRef="#br0" timeOffset="-176244.63">31035 7114 212 0,'0'0'234'0,"0"0"-15"0,0 0-14 0,8-21-11 0,-6 15-1 16,0-3-12-16,2-1-9 0,-2-1-20 0,3-1-8 16,0-2-21-16,-1 1-7 0,1-2-6 0,0-3-7 15,-1 0-6-15,1 0-3 0,0 0-11 0,1-1-2 16,-4-1-14-16,3-5 4 0,-2 5-20 0,-1-4 10 15,-2 6-10-15,-1 0-5 0,0 1 5 0,0 1 7 16,-1 6-1-16,2-2-3 0,-2 2 0 0,0 3 12 16,0-2 2-16,2 9-6 0,-4-10-7 0,1 5-9 15,3 5-2-15,-10-5-9 0,5 2-6 0,5 3-4 16,-13-1-5-16,13 1-4 0,-15 4 0 0,5 1-3 16,2 0 2-16,1-1-5 0,-2 2 0 0,3-2-18 15,1 1-11-15,1 1 6 0,4-6-13 0,-5 12-18 16,5-6-11-16,0-6-11 0,5 12 3 0,-2-6 4 15,5 0 1-15,1 1 0 0,2 0 2 0,1-1 1 16,-1-1 2-16,7 0 3 0,-3 4 2 0,2-2 3 16,-4-3 5-16,-1-2 4 0,-1 5 3 0,-2-2 1 15,1-1 3-15,-5 0 2 0,0 3 5 0,2-2 4 16,-4 1 5-16,5 4 4 0,-5 1 5 0,-1 1 0 16,1 3 1-16,-3 2 4 0,2-6-2 0,-2 1 4 15,2 0-3-15,-4 0-1 0,4 4 2 0,-2-4 0 16,1 1 1-16,-1-1 0 0,2-2-1 0,2 0 0 15,-1 2-15-15,1 1-21 0,1-6-23 0,-3 2-32 16,5-1-41-16,2-2-43 0,1 0-28 0,-3 1-152 16,4-3-384-16,3-2 170 0</inkml:trace>
  <inkml:trace contextRef="#ctx0" brushRef="#br0" timeOffset="-174710.65">31495 6807 109 0,'-2'-6'217'16,"-3"-2"-17"-16,1 4-17 0,4 4-10 0,-10-3-14 16,10 3-4-16,-18 3-7 0,2 3-11 0,1 5-9 15,1 2-10-15,-3-1-13 0,3 3-6 0,-1 4-16 16,3-3-4-16,3-1-4 0,3-1-15 16,-1-2-5-16,3 1-9 0,2-3-5 0,2 1-14 0,0 0-11 15,2 0-6-15,-1-6-6 0,4 4-3 0,0-2 0 16,1-4-6-16,1 1-5 0,-1-4-1 0,2 5 1 15,-8-5-8-15,15 0 8 0,-15 0-4 0,13-5 5 16,-5 2-2-16,2-3 7 0,-7 0 0 0,2 1 4 16,-1-4 0-16,1 1 4 0,0-2-1 0,-3 0 9 15,1 0-3-15,-1 0-1 0,0-1-1 0,-2 0 0 16,1 3 10-16,-1 8 3 0,1-12 4 0,-1 12 0 16,-1-13-10-16,1 13 8 0,4-7-5 0,-4 7-1 15,0 0-6-15,0 0 1 0,0-7-5 0,0 7 2 16,0 0 6-16,0 0-2 0,0 0 1 0,-3 31-3 15,3-21 6-15,-1 1-5 0,2-1-6 0,0-1 4 16,1 2-2-16,0-2-2 0,2 1 1 0,0-1 1 16,1-4-3-16,-1 3-1 0,0-2 4 0,0 0-1 15,3 0-3-15,1-1 8 0,2 0 3 0,0-3-5 16,3-2 2-16,0 0 1 0,0-2-2 0,-1 0 4 16,0-1-5-16,1-1 1 0,-3 1 0 0,-1-4 6 15,2 1-4-15,-6 3 4 0,5-7-4 0,-5 2-1 16,0 0-1-16,0-4 0 0,0 2-3 0,-1-3 1 15,0 3 2-15,-2-6-7 0,-2 1 1 0,1 2 1 16,-2-2-8-16,1 6 8 0,-1-3 5 0,-2 4 2 16,1-1 6-16,0 3 10 0,2 6-5 0,-3-13 2 15,0 8-6-15,3 5-1 0,-5-8-5 0,5 8-1 0,0 0-2 16,-4-7-5-16,4 7 0 0,0 0-12 16,0 0-9-16,0 0 0 0,-2-6-9 0,2 6-1 15,0 0 4-15,0 0-4 0,0 0 3 0,0 0 4 16,0 0 0-16,24 4 3 0,-24-4 0 0,15 4-1 15,-7-3 5-15,1 3 1 0,0 0-1 0,-2-2 1 16,1 2-2-16,-3-1 2 0,0 3 2 0,1-3 1 16,-1 1 5-16,1 2 8 0,-2 3-3 0,0-1 3 15,-1 3-1-15,-1-1 8 0,0 0-1 0,0-1 4 16,-1 2-5-16,2-2 4 0,-2 2-7 0,0 0 6 16,0-3-6-16,3 2-2 0,-3 0 3 0,1-3-3 15,1 0-5-15,1 1 8 0,1 0-1 0,1-3 5 16,-1 0-10-16,1-4-1 0,0 4-2 0,6-3 3 15,-1-1-2-15,0 1 0 0,0-3 2 0,2 0-4 16,0-2 2-16,-2-2 0 0,7 0-1 0,-6 0 1 0,0 1 1 16,4-4 0-16,-2-2 0 0,-3 0 0 0,2-4 8 15,-5 5-3-15,2-4-7 0,-4-3 10 16,1 5-12-16,-1-6 3 0,-1 3-6 0,-3 2 6 16,0 1 7-16,-1 2 12 0,-1-1 37 0,2 1 4 15,-2 9-1-15,-2-11-1 0,2 11 2 0,0-9-2 0,0 9-5 16,0 0-1-16,-2-6-14 0,2 6 4 0,0 0-4 15,0 0-6-15,0 0-5 0,0 0-3 16,-21 16-1-16,15-7-1 0,-2 2-1 0,2 3-4 16,1-5-6-16,0 4-14 0,1-4 20 0,1 3-9 0,1-2-11 15,2 0 17-15,0 2-7 0,0-4 2 0,1 1-1 16,2-2-1-16,-1 1 2 0,2-1-3 0,1-3-2 16,0 2-5-16,0-3-5 0,2 3-2 15,-1-4-3-15,6 0-2 0,-5 0-1 0,5-2-5 16,-1-3-1-16,2 2 1 0,1-1-3 0,-2-1-3 0,-2-1 2 15,0 1-2-15,0-2 3 0,1-1 0 0,-1-1 4 16,1-6 1-16,-3 3-2 0,1-4 7 16,-3-1 0-16,2-1 1 0,6-6-4 0,-8 6 4 0,3-10 1 15,-5 7 3-15,4-5 2 0,-4-3-2 0,4 3 7 16,-1-1 4-16,-2 0 4 0,-1 8 2 0,-1-4 3 16,-2 6 16-16,1 0 3 0,1 3 6 0,-2 0 1 15,-5 3 14-15,4 9 3 0,3-14 4 0,-3 9-1 16,0 5-13-16,0 0 4 0,0-11-5 0,0 11-25 15,0 0-12-15,0 0 27 0,0 0-3 0,0 0 3 16,-18 34-4-16,8-10 5 0,1 0-10 0,-1 4 4 16,2-1-9-16,-2-2 6 0,5 0-8 0,2-7-7 15,0 9 3-15,1-10-1 0,3-1-4 0,0 3 6 16,2 1-10-16,1-4 5 0,0-4-3 16,5 3 0-16,-2-1 4 0,4-1-1 0,0 0-3 15,-2-4-11-15,0-3-4 0,2-1 6 0,-2 1-3 0,2 1 0 16,1-6 0-16,-1 1 2 0,0-4 2 0,2 5-2 15,-13-3-7-15,19-1 5 0,-9-2 3 0,-10 3 0 16,17-7-9-16,-7 1 0 0,-4-3-2 0,2-1 6 16,-1 0-4-16,-1 2 5 0,2-3-2 15,-3 4-5-15,0 0-14 0,-3 1 20 0,1 0-3 0,-3 6 5 16,6-6-7-16,-6 6-2 0,7-2 2 0,-7 2 1 16,0 0-6-16,0 0 3 0,6 14 9 0,-5-6 2 15,2-1-1-15,1 3 4 0,-2 0 1 0,2 0 1 16,-4-2 4-16,4 1-7 0,1-3 0 15,-2 1 1-15,0-1-1 0,1-1-18 0,1-1 25 16,-1 0-4-16,3 0 3 0,-1 1-1 0,0-4-5 0,-6-1-6 16,11 2 13-16,-11-2 3 0,12 0-11 0,-12 0 7 15,11-4-3-15,-11 4 0 0,10-3 2 0,-5 1-2 16,-5 2 5-16,13-7 0 0,-11 4-4 0,-2 3-4 16,8-3 9-16,-8 3-1 0,7-3-13 15,-7 3-3-15,0 0-2 0,10 5 3 0,-10-5-2 0,7 11 11 16,-4-5-1-16,1 6-4 0,-2 5 12 0,1 0-5 15,-1 8 0-15,-2-5 1 0,2 6 0 16,-4 0 2-16,1 2-3 0,-1-3-4 0,0 0-21 16,1 0-16-16,-2 1-35 0,1-3-27 0,-1-4-29 15,-2 6-51-15,0-1-50 0,0-2-58 0,-4 1-250 0,-1 2-580 16,-2 4 258-16</inkml:trace>
  <inkml:trace contextRef="#ctx0" brushRef="#br0" timeOffset="-173427.26">31502 7660 2882 0,'-17'-18'152'0,"6"4"-42"16,0-1-21-16,5 5-28 0,-2-2-24 0,4 6 11 15,1 0-3-15,-1 1-10 0,4 5-6 0,-5-6-3 16,5 6-10-16,-8-3 1 0,8 3 5 16,0 0 9-16,-4 23 4 0,6-8 10 0,-2 4-2 15,-2 1-4-15,4 5-3 0,1 0-3 0,1-7 2 0,1-1 1 16,2 0-11-16,-2-2 3 0,3 0-2 0,0-5 16 16,4 3-1-16,-3-5 0 0,1 0 7 0,-1 0-6 15,-3-5-2-15,3 0 14 0,3 1-11 0,-6-3 3 16,-6-1 4-16,17-4-9 0,-8 1 4 0,1 0-9 15,-2-3-5-15,2 1 5 0,-2-1-2 0,-3-2 0 16,7-6-8-16,-5 4-3 0,-2-2-1 0,1-3 0 16,1-2-1-16,-1 1-3 0,-2 3-4 0,1 0 3 15,0 1-10-15,-1 2 2 0,0 1 3 0,-1-1 3 16,-2 6-34-16,-1 4 26 0,2-9-6 0,-2 9-6 16,5-4 3-16,-5 4-11 0,0 0 4 0,0 0 9 15,0 0 1-15,7 22-16 0,-5-10 19 0,0-2 4 16,1 5-2-16,-3-2-2 0,3-3 8 0,0 3-11 15,0-4-8-15,-1 3 10 0,3-4 2 0,-1 0-3 16,-1-1-9-16,1-1 18 0,0-1-3 0,1-2-2 16,2-1-4-16,3 0-1 0,0-1 2 0,3-2-1 15,-2-3-7-15,6-1 10 0,-2-3-1 0,-1-2 1 16,-1 4 1-16,0-6-9 0,-3 2 2 0,-1 1 2 16,-4-2-5-16,4-3 1 0,-4 0 8 0,2-2-5 15,-4-2-6-15,0 1-4 0,0-1 4 0,-2 0-4 16,-1 5 6-16,1 2-3 0,-1 0 3 0,-1 3 2 0,1 8-3 15,0-14 7-15,0 14-16 0,-1-8 14 16,1 8-3-16,0 0-1 0,0 0-1 0,0 0 4 16,0 0 0-16,-7 26 10 0,5-9-22 0,-1 1 16 15,-1 2 4-15,3-1-7 0,0 1 1 0,1 4 6 16,0 4-9-16,0-9 4 0,0-1 4 0,1 0-1 16,-1 1-7-16,1-1 8 0,2-7-5 0,-2 2-12 15,-1 0 18-15,1-3-6 0,1 0 3 0,-2-5-6 16,0-5 2-16,1 14-9 0,-1-14-13 0,-1 6-8 15,1-6-11-15,0 0 16 0,0 9-8 0,0-9-11 0,0 0-7 16,0 0-3-16,0 0-18 0,0 0-8 0,0 0-9 16,19-12 3-16,-9 3 5 0,5-2 3 15,1-2 8-15,6-3 5 0,-2-3 3 0,3 5 3 0,-3-4 3 16,3 1 6-16,-4-3 3 0,-6 7 8 16,3-4 2-16,-2 5 4 0,1-1 5 0,-7 3 12 0,-1-3 13 15,-1 4 11-15,0-1-2 0,-4 1 16 16,0 3 11-16,-2 6 19 0,-4-12-5 0,4 12 1 15,-6-10 13-15,0 7-5 0,6 3-4 0,-13-3-12 16,13 3 4-16,-21 6-5 0,9 1-3 0,1-1-6 16,-1 7 1-16,3-4-8 0,1 0-1 0,0 4-5 0,4-1 4 15,1 0-4-15,-1-1-2 0,6 0-13 0,-2-1-9 16,2 1-18-16,3-1-16 0,8-1-20 16,-1-4-24-16,-1 3-18 0,7-2-23 0,0-4-22 0,3 1-19 15,-1-3-43-15,9 1-34 0,2-2-25 16,-3-2 8-16,0-3 21 0,0 1 23 0,2 0 29 0,-3-1 26 15,-6-1 21-15,5-2 16 0,-8 2 23 0,0-3 27 16,-4 3 21-16,-2-1 28 0,-1-1 25 0,-2 5 31 16,1-5 27-16,-4 2 27 0,-2 3 22 0,0-3 18 15,-4 7 9-15,0-7 7 0,0 7 6 16,0 0-10-16,-6-8 2 0,6 8-10 0,-13 0 1 0,13 0-6 16,-21 5-7-16,7 2-2 0,0-1 4 0,-2 4-24 15,3 2-2-15,-1-4-8 0,1 5-15 0,4-4-9 16,0 1-2-16,2 0-9 0,3 0-4 15,0 1-1-15,1-3-21 0,2 0 14 0,1-8-4 16,4 14-6-16,-3-10-9 0,3 2-2 0,-4-6-21 0,13 6 19 16,-6-6-6-16,5 0 3 0,-2-3-9 0,2-1 3 15,-1-1 1-15,0-2-4 0,4-2-1 16,-5 1-1-16,1-4 0 0,-2 3 5 0,0-1-5 0,-2-4 0 16,0-1 5-16,1-2-7 0,-4-1 9 0,2 1-3 15,-2-1-1-15,1 1 4 0,-2 0-6 0,2-8 3 16,-1 6 0-16,0 2 1 0,-1-1-2 0,4 2 10 15,-4 3 8-15,0 3 6 0,0-1-2 0,-2 5-2 16,-1 6-2-16,4-10-4 0,-4 10-2 0,0 0-2 16,0 0 8-16,0 0 19 0,0 0-6 15,0 0 3-15,-2 37-7 0,-1-18 6 0,-4 7-9 0,2 5-3 16,-2-2-19-16,0 0-40 0,1 3-63 0,-1-3-80 16,0-3-98-16,0 4-80 0,2-5-193 0,1-6-594 15,2-2 262-15</inkml:trace>
  <inkml:trace contextRef="#ctx0" brushRef="#br0" timeOffset="-173292.09">32869 7873 143 0,'0'0'306'0,"0"0"-29"0,0 0-37 0,0 0-43 0,0 0-60 15,0 0-76-15,0 0-68 0,0 0-80 16,0 0-125-16,0 0-229 0,0 0 102 0</inkml:trace>
  <inkml:trace contextRef="#ctx0" brushRef="#br0" timeOffset="-161813.8">24523 7018 8 0,'0'0'12'0,"0"0"-3"0,0 0-2 0,0 0-6 16,0 0-4-16,0 0 1 0,0 0-4 0,0 0-6 15,0 0 3-15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7:13:08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25992 9713 146 0,'0'0'158'0,"-3"-8"-9"0,3 8 0 0,0 0-18 15,0 0-2-15,0 0-15 0,0 0-7 0,0 0-5 16,0 0-6-16,0 0-12 0,0 0-8 0,0 0-5 15,0 0-10-15,0 0 1 0,0 0-11 0,0 0-6 16,0 0-6-16,0 0-3 0,0 0 1 0,0 0-9 16,0 0-7-16,0 0 7 0,0 0-15 0,0 0-2 15,0 0 0-15,0 0-1 0,0 0 2 0,0 0-2 16,0 0-1-16,0 0-1 0,0 0 0 0,0 0-4 16,0 0 1-16,-2 26 2 0,2-26 5 15,0 12-5-15,-2-5 0 0,2-7-4 0,0 15 6 0,2-7-1 16,-2 0 0-16,0-2 10 0,0-6 9 0,3 16-2 15,-1-6 0-15,-2-1-5 0,2-3-2 0,0 5 8 16,2-4 3-16,-4 3-6 0,3-1 1 0,-1 1-3 16,3-3-3-16,-1 2-2 0,-1 0 4 0,1 2 9 0,0 0-1 15,-1 0-2-15,3 3 4 0,0-3 8 0,-2 0-10 16,2-1 1-16,-3 2-4 0,1 0-2 0,2-2 1 16,-4 1-2-16,4 0-1 0,-2 0 3 15,0-1-2-15,1 2-1 0,-1-1 0 0,0-1-3 16,1 2 4-16,0-2 2 0,-2 2 0 0,3-2 0 0,-2 2-1 15,1-1 0-15,1 0 0 0,0-1 3 16,0-1-7-16,0 1 3 0,-1 1 7 0,1-2-8 16,4 6-3-16,-5-6 2 0,1 1-2 0,-2 0 0 15,3 1-1-15,0-1 0 0,2 0-3 0,-2 0 3 0,3 4-2 16,2-2 4-16,-5 0-3 0,4-1 5 16,0 4-2-16,0-3-2 0,0 0 2 0,5-1-1 0,-5 2 3 15,3-4 1-15,-3 1-6 0,-2-2 1 16,5 3-1-16,-5-3 0 0,5 5-1 0,-6-5-2 0,1 0-4 15,3 0 3-15,-3-1-1 0,-1 1-3 0,1 0 5 16,-1-1-5-16,0 0 1 0,1 1 3 0,-2-2-3 16,2 2 5-16,0-1-4 0,-3 0 0 15,1-1-1-15,0-3-1 0,2 5 1 0,0-1 7 0,0 0-11 16,0 0 2-16,0-2 2 0,-1 2 2 0,2 0-3 16,-3-1 17-16,1-2-16 0,2 2-2 0,-5 0-1 15,5 0 2-15,-3-2-2 0,-1 3 1 0,2-4-1 16,0 4 6-16,-1-5 3 0,-2 2-3 0,4-1 1 15,-5 0-4-15,3 2 3 0,2 2 10 0,-3-2-16 16,2 1 4-16,-2-1-3 0,-1-1-3 0,5 2 11 16,-2-2-10-16,1 2 2 0,-3-2 9 0,1 1-1 15,2 0-1-15,0-1 6 0,-3-2-11 0,-1 1 4 16,3 2 0-16,-2-3 0 0,1 2-1 0,-7-4 6 16,10 6 3-16,-2-4-14 0,-2-1 0 0,-1 2-1 15,-5-3 5-15,11 5-4 0,-4-3 11 0,-7-2-10 16,11 4 1-16,-7-2 5 0,-4-2-1 0,13 3-3 15,-7-3 0-15,-6 0 1 0,11 2-2 0,-7 0 8 16,-4-2-7-16,9 2 1 0,-9-2-1 0,12 1 4 16,-12-1-1-16,8 1-1 0,-8-1 3 0,5 2-7 15,-5-2 5-15,9 2 0 0,-9-2-11 0,9 1 5 16,-9-1 4-16,9 4-6 0,-9-4 6 0,10 2-3 16,-10-2-6-16,8 1 17 0,-8-1-20 0,9 2 1 15,-9-2-1-15,6 3 2 0,-6-3-8 0,9 1 12 16,-9-1-1-16,10 1-2 0,-10-1-4 0,8 2 9 15,-1 0-2-15,-7-2-5 0,12 1 0 0,-12-1 3 16,8 3-2-16,-8-3-8 0,11 1 13 0,-11-1 8 16,10 2-14-16,-3 0 17 0,-7-2-16 0,10 0-5 15,-3 2 6-15,-7-2 1 0,12 1 3 0,-4 0 0 16,-8-1-3-16,9 1 5 0,-9-1-8 0,10 0 3 0,-10 0 17 16,11 0-9-16,-11 0-5 0,11 0-1 15,-11 0 0-15,11-1-1 0,-11 1 1 0,9 0 4 16,-9 0-9-16,0 0-3 0,13 0 4 0,-13 0 1 15,10 0-2-15,-10 0 9 0,0 0-9 0,9-2 5 16,-9 2 1-16,0 0 3 0,8-2-2 0,-8 2 2 0,0 0 4 16,0 0-5-16,8-2-1 0,-8 2-2 15,0 0 1-15,8-2 3 0,-8 2 4 0,0 0 2 0,0 0-3 16,9-3-4-16,-9 3-1 0,0 0-5 16,7-4 0-16,-7 4-2 0,7-2 3 0,-7 2-1 0,0 0-2 15,9-2 1-15,-9 2 2 0,0 0 3 0,4-3-5 16,-4 3 4-16,0 0-4 0,0 0 1 15,0 0-3-15,0 0 7 0,0 0-1 0,11-1-3 0,-11 1 6 16,0 0 7-16,0 0-15 0,0 0 6 0,0 0 7 16,0 0-7-16,0 0 0 0,0 0-3 0,0 0-2 15,0 0 6-15,0 0-9 0,0 0 8 0,0 0-5 16,0 0 2-16,0 0 3 0,0 0 2 0,0 0-9 16,0 0 3-16,0 0-2 0,0 0 1 0,0 0 0 15,0 0 0-15,0 0 7 0,0 0-5 0,0 0-3 16,0 0 2-16,0 0 4 0,0 0-7 0,0 0 2 15,0 0-1-15,0 0-2 0,0 0 2 0,0 0-1 16,0 0 3-16,0 0-11 0,0 0 11 0,0 0 1 16,0 0-4-16,0 0-1 0,0 0 2 0,0 0-7 15,0 0 6-15,0 0 0 0,0 0 1 0,0 0-2 16,0 0 1-16,0 0 6 0,0 0-7 0,0 0 0 16,0 0 2-16,0 0-6 0,0 0 6 0,0 0-3 15,0 0-5-15,0 0 5 0,0 0 4 0,-22 15 3 16,10-9-8-16,2 0-6 0,-1-1 12 0,-1 3-4 15,3-1 10-15,-5 0-13 0,1 2 4 0,4 0 6 16,-2-3 7-16,0 2-13 0,0-2-2 0,3 1-11 16,0-1 8-16,-1 0 0 0,5-2 2 0,-1 0 0 15,-2 0 8-15,5 1-11 0,2-5 4 0,-7 7 1 16,3-4-26-16,4-3-8 0,-5 6-13 0,5-6-14 16,-6 5-19-16,6-5-12 0,0 0-20 0,-5 4-19 15,5-4-21-15,0 0-27 0,-9 4-28 0,9-4-24 16,0 0-19-16,0 0-26 0,0 0-208 0,0 0-526 15,0 0 233-15</inkml:trace>
  <inkml:trace contextRef="#ctx0" brushRef="#br0" timeOffset="225.23">27241 10781 143 0,'0'-4'214'0,"0"4"11"0,4-12-3 0,-4 12-4 16,0-11-2-16,0 11-12 0,-2-9-1 0,2 9-12 15,-5-12-10-15,2 8-4 0,-1-4-4 0,-4 1-8 16,1 0-20-16,-1 1-15 0,0-1-14 0,-1 3-9 16,1-2-9-16,-4 0-7 0,1 0-12 0,0-1 1 15,1 1-21-15,1-3-26 0,-2 5-18 0,0-1-24 16,4-3-29-16,-1 4-41 0,-4-1-56 0,7 1-69 16,-1-2-35-16,2 2-225 0,-3 1-502 0,1-3 222 15</inkml:trace>
  <inkml:trace contextRef="#ctx0" brushRef="#br0" timeOffset="890.94">25973 9823 121 0,'0'0'195'0,"-4"-6"-9"0,4 6-6 15,-6-7-13-15,6 7-8 0,-5-4-5 0,5 4-7 16,-4-6-12-16,4 6-9 0,0 0-17 0,-10-3-6 16,10 3-11-16,0 0-7 0,-17 10-3 0,8-3-2 15,-5 4-5-15,-1 3-6 0,-4 2-7 0,-1 4-5 16,0 1-6-16,2 0-3 0,5-6-8 0,-4 5-1 16,5-3-5-16,2-3-3 0,1 3-4 15,0-4-6-15,1-2-10 0,-2 2-25 0,4-2-28 0,3-1-23 16,-1-3-30-16,0 1-29 0,2-3-29 0,2-5-19 15,-3 8-21-15,3-8-112 0,0 0-331 0,0 0 147 16</inkml:trace>
  <inkml:trace contextRef="#ctx0" brushRef="#br0" timeOffset="1099.16">25960 9809 121 0,'3'-5'181'0,"1"2"-6"0,-4 3-6 16,6-7-11-16,-6 7-19 0,6-4-14 0,-6 4-11 0,0 0-10 15,6-3-14-15,-6 3-5 0,0 0-1 16,13 4-10-16,-8-1-4 0,2 0-8 0,2 3-5 16,-1-2-7-16,1 0-8 0,5 0 0 0,-3 1-3 15,5 1-10-15,-1 1-14 0,-3-1-26 0,4 4-24 0,4-3-27 16,0-2-25-16,0-1-41 0,-1 2-23 16,-2 1-108-16,1-2-280 0,-7 2 124 0</inkml:trace>
  <inkml:trace contextRef="#ctx0" brushRef="#br0" timeOffset="6258.44">25130 10558 12 0,'-3'-5'185'0,"-2"-1"3"0,5 6-7 0,-9-11-1 15,6 7 7-15,-1-2-5 0,2-1-2 0,2 7-9 16,-7-8-8-16,7 8-9 0,-4-6-5 0,4 6-7 0,-2-6-12 16,2 6-9-16,0 0-9 0,-4-7-14 0,4 7-12 15,0 0-9-15,0 0-8 0,0 0-9 16,0 0-7-16,0 0-5 0,0 0-5 0,0 0-3 15,0 0-8-15,11 15 0 0,-5-5-6 0,1 1-2 0,4 3-1 16,-3 2-4-16,2-2-2 0,-1 0 1 0,0 0 1 16,0 0-5-16,0-1-4 0,-2-1-2 15,2 3-1-15,2-2 5 0,-5-2-4 0,2 3-1 16,-3-5 0-16,0 0 0 0,0 1 0 0,3-2-1 0,-4-1 2 16,-1 0-1-16,0-4-3 0,2 2 0 0,-1 0 0 15,-4-5 2-15,4 4 6 0,-4-4 8 0,8 5 8 16,-8-5 3-16,3 3-5 0,-3-3 5 15,0 0-1-15,12-9-3 0,-8 0-9 0,1 0 8 0,-1-2-3 16,6-1-4-16,-3-6-3 0,5-6-4 0,-2 7 4 16,4-9 4-16,-6 2-11 0,6 1-2 0,-1 0 6 15,-1 1-4-15,-3 5-2 0,-1 1 0 0,0 1-1 16,-3 4 1-16,0 2-2 0,-2 2-4 0,-1 1 0 16,0 1 0-16,-2 5-3 0,5-10-18 0,-5 10-17 15,2-5-27-15,-2 5-17 0,0 0-22 0,0 0-18 16,0 0-33-16,0 0-29 0,0 0-28 0,-9 24-30 15,3-12-186-15,-1 1-462 0,-3 2 205 0</inkml:trace>
  <inkml:trace contextRef="#ctx0" brushRef="#br0" timeOffset="6529.87">25502 10595 81 0,'0'0'225'0,"0"0"-5"0,0 0-8 15,4-7-16-15,-4 7-23 0,0 0-16 0,0 0-14 16,0 0-19-16,0 0-9 0,0 0-4 0,0 0 12 16,0 0-18-16,2 26-7 0,-2-17-5 0,0 1-8 15,-1 0-5-15,0 2-1 0,1-2-6 0,-2 0-5 16,4 7-2-16,-4-6-6 0,2 3-7 0,0-3-2 16,0 1-4-16,0 1-7 0,2-2-4 0,-4 0-2 0,2 0-6 15,2-3-3-15,-4 2 2 0,2-10-6 16,0 13-10-16,0-6-18 0,0-7-20 0,2 13-27 0,-4-5-27 15,2-8-28-15,2 10-27 0,-2-10-29 16,0 7-16-16,0-7-21 0,0 0-148 0,0 0-379 16,0 0 167-16</inkml:trace>
  <inkml:trace contextRef="#ctx0" brushRef="#br0" timeOffset="6939.78">25535 10583 112 0,'1'-11'170'0,"-1"11"-5"0,2-10-6 16,-2 10-12-16,6-7-11 0,-6 7-8 0,8-3-12 16,-8 3-7-16,10-3-4 0,-3 1-2 0,-7 2-11 15,14 2-8-15,-14-2-4 0,13 3-10 0,-7 0 1 0,2 2-1 16,-4 3 1-16,1-2 0 0,-1-1-5 0,-3 6-2 16,1 0-4-16,-4 0-6 0,1 0-4 0,-3 1-4 15,-2 3-5-15,0-3-4 0,-1 1-7 0,3-1-6 16,-3-3-2-16,1 2-8 0,2-1-8 0,-2-2-3 15,4 0-5-15,2-1-7 0,0-7-5 0,-2 13-5 16,2-13-6-16,2 9 0 0,0-3-3 0,6-1 4 16,-6 0 3-16,4-1 0 0,-1 1 9 0,0 0-4 15,3 0 0-15,0 1 0 0,1-2 3 0,-1 2 5 16,-3-3 0-16,2 0 0 0,-1 1-3 0,-3 1 0 16,3 0 13-16,-6-5 11 0,5 8 6 0,-1-3 6 15,-4-5 8-15,3 8 6 0,-3-8 5 0,0 10-4 16,0-10 0-16,-7 10-6 0,2-7 2 0,5-3-6 15,-9 8-2-15,5-5-2 0,-2-1-2 0,-2 1-9 16,0-1-9-16,3 0-17 0,5-2-25 0,-14 4-31 16,8-2-33-16,6-2-38 0,-9 1-45 0,9-1-182 15,-9 0-396-15,9 0 176 0</inkml:trace>
  <inkml:trace contextRef="#ctx0" brushRef="#br0" timeOffset="7381.16">25971 10681 149 0,'0'-8'253'0,"0"8"-10"0,0-8-17 0,0 8-22 16,0 0-15-16,-8-7-14 0,8 7-3 0,0 0-17 16,-13 1-11-16,13-1-10 0,-14 8-8 0,7-2-11 15,1 0-8-15,-2 0-13 0,1 5-2 0,1-3-15 16,1 1-4-16,-1-1-8 0,4 0-10 0,-4 2-3 15,4-2-7-15,2 3-4 0,0-2-1 0,0-1-5 16,0-1-5-16,0-7-7 0,3 10-7 0,2-5-7 16,-1 2-2-16,0-4 0 0,1 3-7 0,1-5 4 15,-6-1-2-15,12 7 1 0,-7-7-3 0,-5 0-1 16,10 2 8-16,-5-1 3 0,-5-1-3 0,0 0 4 16,9 2 3-16,-9-2 11 0,0 0 9 0,0 0 7 0,0 0-11 15,0 0-1-15,0 0-5 0,0 0-2 0,-14 13 3 16,4-9-2-16,3 0 4 0,-3 3-6 15,-3-1 4-15,2 2 0 0,2-1-3 0,-4 4 4 16,3-4-6-16,1 1 0 0,1 1-2 0,3-2-3 0,1 2 1 16,-2-2-9-16,5-1 32 0,1-6-2 15,-3 11-10-15,3-11 2 0,3 12 2 0,2-9-5 16,1 3-3-16,1 0-3 0,2-1-7 0,3-3-8 16,0 1-16-16,-1-1-17 0,1 0-21 0,-1-1-40 15,0 1-39-15,-3-2-52 0,4 0-64 0,-1 0-66 0,-11 0-176 16,14 2-527-16,-7-2 233 0</inkml:trace>
  <inkml:trace contextRef="#ctx0" brushRef="#br0" timeOffset="10940.52">23774 9728 64 0,'0'0'103'0,"0"0"-5"0,-4-6-4 0,4 6-5 16,0 0-1-16,0 0 1 0,0 0 1 0,0 0-9 16,0 0-13-16,0 0 6 0,-5-5-13 0,5 5-11 15,0 0-9-15,0 0-2 0,0 0-4 0,0 0-1 16,0 0-13-16,0 0 7 0,0 0-2 0,0 0-7 15,0 0 1-15,0 0 11 0,-6 22 5 0,3-15 6 16,1 5 4-16,-1 2-5 0,0 1-2 0,1 2-5 16,-3 1 6-16,2 2-4 0,0-3 1 0,1 2-3 15,1 8-5-15,-3 0 9 0,3-4 8 0,-1 4-1 0,2 0-6 16,-1-1 3-16,2-1-7 0,-1-1 4 16,2 2-5-16,-1 0-5 0,-2-1 12 0,1 1-2 15,0 0-2-15,1-2-2 0,1 1 6 0,-2 1-7 16,0-5 6-16,2 3-6 0,-2 3 10 0,0-1-2 0,0-1-3 15,-2 1-4-15,-1-7-2 0,1 5-2 16,-1 1 14-16,-4 0 1 0,5 0-4 0,-2-1 0 16,0 2-3-16,1-7-5 0,2 8 6 0,-4 0-1 15,2-1 3-15,1 0-4 0,2 0 5 0,0 0-6 0,0 1 2 16,1-3-4-16,-1 2-4 0,0 0 7 0,0-6 0 16,0 4-3-16,0-4 4 0,-2 4 11 15,3-5-14-15,-2 2-5 0,3 3-7 0,-3-5 6 16,1 2 4-16,0-4-6 0,2 0-3 0,-2 2-1 0,-1 0-1 15,1-1 0-15,3-2-2 0,-5 1-2 0,4 0 3 16,-2-2-3-16,0 1-1 0,1 1-6 16,-1-1 4-16,0-1 7 0,1 2-5 0,2-2-4 15,-3 1-4-15,0-2 3 0,1-3-1 0,0 2-2 0,2 2 2 16,-1-3-2-16,0 6 0 0,-1-2-4 0,0 0-2 16,1 1 5-16,0 0-1 0,-2-2-2 0,1-2 3 15,2 3 3-15,-3-2-6 0,0-1 2 0,0 0 3 16,0-1-4-16,1 3-3 0,1 1 2 0,-4-4 7 15,2 0 5-15,-1 0-15 0,2-1 2 0,2 0 1 16,-4 1-6-16,-1-1 6 0,2 2 4 0,0-1-2 16,0-1 7-16,2 2-6 0,-2 2-1 0,0 1 4 15,0 0 1-15,-2-2 2 0,1 2-2 0,0 2-3 16,-2-3 2-16,3 0-7 0,-1 1 12 0,1 0 11 16,0 0-20-16,-1 0 3 0,-1 1 2 0,0-4-3 15,3 3 4-15,-2-4-4 0,-2-1-1 0,2 5 0 16,-2 0 6-16,3-1-6 0,-1-2 4 0,-3-3 1 15,2 2 6-15,-1-1-2 0,3 0 0 0,0-1-10 16,-1 0 4-16,1-2-4 0,-1 2 2 0,-2-1-14 16,2-1 19-16,1-8-4 0,-2 15 0 0,2-8 10 15,0 4-17-15,0 0 7 0,-1-2 9 0,1 1-13 16,-1-1 5-16,1 2-20 0,-1-2 12 0,1 1-2 16,0 1-2-16,0-4 5 0,0 3 3 0,0 0-3 15,0-1 0-15,-2 1-6 0,2-10 1 0,-1 15 2 16,0-9 2-16,-1 1 2 0,2-7-2 0,-2 11-4 0,2-11 3 15,0 8-4-15,0-8 1 0,0 9-2 16,0-9 6-16,0 0-7 0,-1 8 6 0,1-8 12 16,0 0-8-16,0 0 0 0,0 0-4 0,0 0-4 15,1 8 6-15,-1-8-2 0,0 0 0 0,0 0-2 0,0 0 0 16,0 0 3-16,0 0-7 0,0 9 3 0,0-9 4 16,0 0-5-16,1 7 7 0,-1-7-4 0,0 0 4 15,1 8-7-15,-1-8 2 0,0 0 3 16,3 7-4-16,-3-7 4 0,0 0-7 0,1 7 4 0,-1-7 2 15,3 5 0-15,-3-5-6 0,0 0-2 0,0 0 13 16,0 0 1-16,0 8-10 0,0-8 5 0,0 0 0 16,0 0-2-16,0 0-3 0,0 0 8 0,0 9-7 15,0-9 4-15,0 0-2 0,2 9-3 0,-2-9 0 16,2 8-5-16,-2-8 5 0,0 7 0 0,0-7-2 16,1 8 3-16,-1-8 7 0,-1 10-11 0,1-10 7 15,-2 7 4-15,2-7-3 0,0 0-2 0,3 8 4 16,-3-8 2-16,0 0 0 0,0 0 1 0,0 0 5 15,0 8 10-15,0-8 6 0,0 0-3 0,0 0 4 16,0 0 0-16,0 0 6 0,0 0-3 0,0 0 4 16,0 0 0-16,0 0-6 0,0 0 6 0,0 0-1 15,0 0-1-15,0 0-7 0,0 0-4 0,0 0 1 16,0 0 0-16,17-18-5 0,-14 13-3 0,1-3-5 16,3 0 4-16,-2 1-2 0,4-1-1 0,-3 1-2 15,3-2 0-15,-2 0-4 0,1 0-3 0,0 0 2 16,1 2-4-16,0-1 2 0,1 0-1 0,-3 0-1 0,0 1 1 15,2 0-5-15,1-2 1 0,-2 2 5 16,1-1-6-16,0 1 4 0,0 0-3 0,0 0 0 16,1-1 8-16,-1 1-6 0,0-1 0 0,0-1-1 15,2 0 0-15,-3 1 0 0,1 1-1 0,0-1-1 16,0 0 2-16,-3 0 1 0,0 3-2 0,-1-1 1 16,1 2-2-16,-1 0-1 0,-1-1 0 0,-4 5 2 15,8-5-2-15,-5 1 4 0,-3 4-2 0,0 0 3 16,7-6-5-16,-7 6 5 0,0 0-13 0,0 0-11 0,5-6-21 15,-5 6-14-15,0 0-23 0,0 0-37 0,0 0-21 16,4-4-33-16,-4 4-27 0,0 0-36 16,0 0-40-16,0 0-32 0,-22 11-30 0,17-9-259 15,-3 1-643-15,8-3 285 0</inkml:trace>
  <inkml:trace contextRef="#ctx0" brushRef="#br0" timeOffset="11190.83">23734 12389 18 0,'-7'1'187'0,"7"-1"4"0,-11 3-2 15,11-3 5-15,-9 1 1 0,9-1-1 0,-10 1-2 16,10-1-4-16,-10-1-4 0,10 1-1 16,-8-4 3-16,8 4 0 0,-7-4 4 0,0-1-1 0,1 1-20 15,-2-2-14-15,3 1-19 0,0-1-6 0,0 1-5 16,0-3-6-16,-2 1-10 0,2 0-11 0,0 2-13 15,0-4-20-15,-3 3-3 0,1-4-15 16,0-1-13-16,2-5-22 0,-1 6-32 0,0 2-34 0,0 1-40 16,0-1-47-16,-2-2-52 0,1-1-38 0,2 0-41 15,-2 1-230-15,-1-5-542 0,2 6 240 16</inkml:trace>
  <inkml:trace contextRef="#ctx0" brushRef="#br0" timeOffset="11857.56">23709 9809 132 0,'-3'-6'129'0,"3"6"-15"0,0 0-13 0,0 0-3 16,0 0 3-16,0 0 1 0,0 0 10 0,-11 12 4 15,4-4 8-15,-2 2-11 0,-1 3-2 0,-5 2-12 16,2 1 0-16,-6 4-11 0,2 0-5 0,-1-1-9 16,-1 2-6-16,6-6-7 0,-2 1-10 0,4 1-4 15,0-3-6-15,1 0-1 0,1-4-5 0,3 1-9 16,-2 0-29-16,2-2-36 0,1-1-35 0,1-1-38 16,1-2-32-16,3-5-26 0,-1 10-101 0,1-10-293 15,0 0 130-15</inkml:trace>
  <inkml:trace contextRef="#ctx0" brushRef="#br0" timeOffset="12024.02">23780 9794 83 0,'9'-3'162'0,"-9"3"1"16,12-1-4-16,-12 1-19 0,13 1-16 0,-7 0-16 0,4 3-1 15,0 0-13-15,4-1-12 0,-3 3-6 16,-1 0-9-16,6 2-19 0,0 2-34 0,0 2-47 15,-1 1-39-15,5 6-51 0,-5 1-78 0,2 2-216 16,-3-1 97-16</inkml:trace>
  <inkml:trace contextRef="#ctx0" brushRef="#br0" timeOffset="13140.95">21773 12394 17 0,'0'0'95'15,"-8"-6"-2"-15,8 6-6 0,-8-5 2 0,8 5-9 16,-6-2 3-16,6 2 3 0,0 0 0 0,-7-6-6 0,7 6 2 15,-2-6-7-15,2 6-7 0,0 0 6 16,-7-5-10-16,7 5-7 0,0 0-6 0,0 0 5 16,-2-6-16-16,2 6 2 0,0 0 0 0,0 0-11 15,0 0 0-15,0 0-3 0,0 0 2 0,10-11 0 16,-10 11-3-16,10-4-3 0,-2 4 6 0,0-3-6 16,2-1 0-16,3 3 1 0,0-1 0 0,1 2-2 15,5-3 5-15,1 3-3 0,2-3 3 0,1 2-5 16,4 1 5-16,-4-2-5 0,5 1 2 0,2 1 2 15,1-2 1-15,1 2 4 0,1 0-3 0,2 0 2 16,-1 1-8-16,0-1 2 0,-1 1-3 0,1 2 0 16,1-2-2-16,2 0-3 0,-1 1-1 0,-2-2-3 15,1 3 1-15,1-1-4 0,-1 2 3 0,5 0-2 0,-2 0-1 16,-1-2-4-16,2-1 0 0,1 3-2 0,-2-1 1 16,-1-1 1-16,0 3 0 0,4-3 1 15,-4 3-5-15,1 0 4 0,-1-3-1 0,3 1-1 16,10 1 0-16,-10-2 0 0,10 0-3 0,3-2 3 0,0 0-3 15,1 1-1-15,2-3 5 0,7 2-5 0,-2-2 2 16,5-1-1-16,-1-1 5 0,2-2-5 16,24 1 2-16,-28-1 1 0,-3 3-4 0,2 1 1 15,-2-2-2-15,-3 0 4 0,-4 0-3 0,-14 2 3 16,12 0-2-16,-14 2-5 0,-1 2 0 0,1 0-1 0,-3 0-9 16,-3 0-5-16,-2-1-13 0,1-1-12 0,-10 4-15 15,2 1-3-15,0-2-26 0,-2 0-2 0,-1 1-28 16,3-1-5-16,-4 1-1 0,2-2-10 0,-6 1-18 15,2 1-77-15,-5-2-247 0,2-1 110 0</inkml:trace>
  <inkml:trace contextRef="#ctx0" brushRef="#br0" timeOffset="13895.34">24368 12404 22 0,'0'0'144'0,"-10"-1"-4"0,10 1-15 0,0 0-6 16,0 0-9-16,0 0-2 0,0 0-10 0,0 0-1 16,0 0-2-16,0 0-3 0,0 0-4 0,0 0-12 15,37 4-2-15,-22-6-1 0,3 1-2 0,4 1-1 16,8-3-6-16,1 3-1 0,1-1-1 0,2-3-4 15,0 1-7-15,3-1 2 0,3 1-3 0,-1-1 0 16,-1 3-6-16,0-3-1 0,12-2 2 0,1 3-4 16,-1-5-4-16,2 5 0 0,-12 0-3 0,1 1-3 15,8-3-2-15,2-1-2 0,-1 2-4 0,-12 0 1 16,13 1-5-16,-12-3 2 0,1 8-5 0,-3-5-1 16,1-1 1-16,0 4-4 0,-4-3-2 0,4 1 3 15,-5 1-5-15,3-1 0 0,-4 2-2 0,1-3 3 16,-2 2 1-16,1-2-6 0,-5 0 2 0,0 3-1 15,-6-2-2-15,0 2-2 0,7-4 2 0,-8 3-1 16,-2-1 1-16,-3 1 1 0,4 0-3 0,-6-2 2 16,1 2 1-16,-3 1-1 0,6 1 1 0,-2-1 2 0,-3-1 0 15,4 1-4-15,0-3 4 0,2 0 2 16,-5 1-6-16,6-1 5 0,-6 3-1 0,1-3-3 16,3 3-3-16,1-1 5 0,-1-2 1 0,-4 1-1 15,0 1-2-15,1-1 0 0,-1 1 0 0,1 0 1 0,-3-1-1 16,3 2 4-16,-5-1 0 0,3 0 1 15,0 0 2-15,-5 0 0 0,6 1-4 0,-3-2 1 0,-2 2-2 16,-8 0 1-16,15-2 0 0,-5 4-1 16,1-4 0-16,-2 2 4 0,0-2 0 0,-9 2 0 0,18-2 3 15,-6 1-2-15,-1 0-4 0,-1 1 2 0,2-1-2 16,-1 0 0-16,0 2-1 0,3-4-1 0,-5 3 0 16,5 2 0-16,-1-2-4 0,-4-2 5 15,7 0-3-15,-5 2-2 0,3 1 2 0,-3-2 2 16,2 1-3-16,1 0 1 0,-3-2-2 0,2 2 1 0,-2 0 1 15,0 0 1-15,1-1-3 0,-1 0 2 0,-2 1-2 16,3-2 0-16,-2 2-1 0,1 0 3 0,1-1 0 16,-1 1 1-16,-1 1-1 0,0-2-4 0,-10 1 2 15,16 0 3-15,-6 0-4 0,-10 0-6 0,13 1-2 16,-5-2-5-16,-8 1-3 0,14-2-4 0,-7 2-4 16,-7 0-8-16,14-3-3 0,-8 3-8 0,-6 0-15 15,9-2-5-15,-9 2-9 0,9-3-9 0,-9 3-20 16,0 0-13-16,9-1-2 0,-9 1-11 0,0 0-15 15,7-1-3-15,-7 1-19 0,0 0-96 0,0 0-281 16,0 0 124-16</inkml:trace>
  <inkml:trace contextRef="#ctx0" brushRef="#br0" timeOffset="14408.62">26890 12230 119 0,'0'0'140'0,"0"0"-1"16,0 0-7-16,18 3-6 0,-18-3-11 0,11 2 8 16,-6-2-7-16,4 2-3 0,0-2-7 0,2 2-7 15,1-2-3-15,-4 1-8 0,3 2-4 0,1-1-9 16,-1 0-6-16,0 1-5 0,3-2-6 0,-1-1-6 16,-1 3-6-16,1-3 1 0,-2 1-3 0,3 0-7 15,-1 0-2-15,5 1-9 0,-5 0-1 0,1-2 2 16,-3-2-7-16,2 4-1 0,-1-2 0 0,-1-2-2 15,1 2-1-15,-2 0-5 0,-10 0-4 0,19-1-9 0,-12 1-6 16,1-1-12-16,-1 0-12 0,3-2-6 0,-10 3-23 16,10-2 1-16,-10 2-10 0,9-4-3 15,-3 2-10-15,-6 2-1 0,8-5-3 0,-8 5 5 16,4-3 0-16,-4 3-8 0,0 0-2 0,0 0 4 16,7-2-7-16,-7 2 13 0,0 0-1 0,0 0 8 15,0 0 7-15,0 0 12 0,0 0 1 0,0 0 22 16,0 0 0-16,0 0 18 0,0 0 16 0,0 0 4 15,0 0 3-15,0 0 18 0,0 0 3 0,0 0 11 16,0 0 15-16,0 0 8 0,0 0 1 0,0 0 13 0,0 0-6 16,0 0 2-16,0 0 7 0,0 0 0 0,0 0-7 15,11 11 2-15,-4-8-6 0,0-2 2 16,-1 3-8-16,1-3 2 0,3 0-1 0,-2 0-7 16,-1 0-4-16,3 2 1 0,-2-2-13 0,3 0-4 15,0 1-2-15,-1-1-2 0,2-1-4 0,-3 0-5 16,3 0-1-16,-1-1-9 0,-2 1-17 0,-9 0-20 0,16 0-26 15,-16 0-30-15,11-1-45 0,-5-2-37 0,0-1-135 16,-6 4-321-16,6-8 141 0</inkml:trace>
  <inkml:trace contextRef="#ctx0" brushRef="#br0" timeOffset="15757.27">24122 10986 199 0,'0'0'222'0,"0"0"-5"0,-2-9-14 0,2 9 0 16,0 0-11-16,0-10-12 0,0 10-8 0,0 0-10 0,0 0-14 16,0 0-12-16,0 0-16 0,0 0-11 15,0 0-8-15,0 0-15 0,0 0-8 0,0 0-2 16,0 0-16-16,0 0-6 0,0 0-6 0,0 0-4 16,0 0-5-16,0 0 18 0,9 27 4 0,-6-13-2 0,2 0-2 15,-1 3-5-15,0-1-7 0,-1 2 3 16,1-1-5-16,1-2-5 0,0 2-4 0,-1-2-4 15,0-2-2-15,1 2-5 0,-1-3 0 0,-1-1-4 16,-1-1-1-16,2 0-3 0,2-1-3 0,-2 0 4 16,-3-3-1-16,2-1-3 0,0 3 1 0,-3-8-2 0,5 8-2 15,-4-5 2-15,-1-3 0 0,0 0-1 0,4 9 0 16,-4-9 18-16,0 0 15 0,4 3 4 16,-4-3-1-16,0 0-10 0,0 0 3 0,14-13-5 15,-8 4 10-15,2 0-14 0,-1-2-3 0,4-3-6 16,-1-3 4-16,1 0-3 0,2-6-5 0,0 1-4 0,1-1 2 15,-1-1 4-15,-2-1-13 0,0 0 5 16,-2 0-5-16,1 1 4 0,-1 8-2 0,-4-2 0 16,3 2-1-16,-5 5 1 0,5 0 3 0,-6 3-2 15,5-2-4-15,-6 6 0 0,4-2-1 0,-5 6-4 0,0-8-1 16,0 8-5-16,3-7-11 0,-3 7-16 16,0 0-29-16,0 0-17 0,0 0-11 0,0 0-10 15,0 0-42-15,0 0-44 0,0 0-27 0,-7 24-25 0,5-12-35 16,-2 4-193-16,1-1-505 0,0-3 225 15</inkml:trace>
  <inkml:trace contextRef="#ctx0" brushRef="#br0" timeOffset="16092.06">24537 11100 142 0,'0'0'226'0,"0"0"-10"16,0 0-9-16,0 0-21 0,0 0-18 16,0 0-18-16,0 0-12 0,0 0-6 0,0 0 0 15,0 0 6-15,8 13-1 0,-8-5-3 0,1 1-9 0,-1 1-9 16,-3 0-8-16,1 0-7 0,0 2-6 0,2 1-6 16,0-2-3-16,-1 0-8 0,0 0-2 0,1 0-5 15,0 1-5-15,0-3 1 0,-3 1-9 0,3-1-9 16,2-1 0-16,-4 0-4 0,2-8-4 0,0 15-7 15,0-10 2-15,0-5-7 0,-1 12 2 0,1-12-6 16,1 9-4-16,-1-9-2 0,2 9-1 0,-2-9 0 16,0 7-3-16,0-7-15 0,0 0-14 0,1 8-21 15,-1-8-24-15,0 0-23 0,0 0-34 0,0 0-23 16,0 0-22-16,0 0-22 0,0 0-20 0,0 0-14 16,-5 11-15-16,5-11-141 0,0 0-402 0,0 0 178 15</inkml:trace>
  <inkml:trace contextRef="#ctx0" brushRef="#br0" timeOffset="16507.14">24567 11090 25 0,'4'-5'169'0,"-4"5"-6"0,12-8-3 16,-7 3-7-16,5 0-8 0,0 2-7 15,-1 0-10-15,3 0-8 0,-2 3-7 0,2-2-3 16,-1 1-8-16,0 1-10 0,-1 3-9 0,-3-2-1 0,3 3-3 15,-3-2-1-15,-1 2-4 0,-1 2 1 0,0-1-1 16,-1 0-1-16,-1 2 1 0,-2 2-2 0,0 0-5 16,-1-2-5-16,-2 2-1 0,-1 0-7 15,-1-1-5-15,2 0-4 0,-2 0-5 0,-2 1-4 0,-1-1-5 16,3-1-4-16,-1-1 0 0,3 0 0 0,-1 0-7 16,3-6-4-16,-5 9 2 0,1-5-6 0,4-4 1 15,-3 9 1-15,3-9-4 0,-2 8-1 0,2-8-5 16,0 0-3-16,5 14-3 0,-1-10-3 0,0 1 1 15,0 1 1-15,1-1-3 0,0-1 0 0,3 0 2 16,1 2 1-16,-4-3 1 0,0 1 0 0,1 0-4 16,-1 0 3-16,-1-1 3 0,1 1-3 0,-5-4-1 15,8 7 2-15,-5-4 2 0,-3-3 2 0,0 0 1 16,-3 11 3-16,3-11-3 0,-8 8 3 0,-2-2-4 16,4-2-1-16,-5 0 2 0,4-1-17 0,-6 1-12 15,1 0-27-15,-1-1-26 0,0-2-40 0,-1 2-55 16,2-1-63-16,-6-2-146 0,-1 0-414 0,0 0 183 15</inkml:trace>
  <inkml:trace contextRef="#ctx0" brushRef="#br0" timeOffset="17350.06">23143 10055 94 0,'-11'-1'221'0,"2"1"0"16,9 0-5-16,-16 0-7 0,16 0-10 0,-14-1-9 16,14 1-10-16,-9 0-6 0,9 0-9 0,0 0-10 15,-12 0-10-15,12 0-9 0,0 0-10 0,0 0-4 16,0 0-6-16,0 0-3 0,0 0-9 0,0 0-11 15,0 0-2-15,39-3-5 0,-27 3-7 0,-1 0-7 16,3 0-9-16,-3 0-11 0,3 0 3 0,0-1-7 16,-1 0-2-16,0 1-10 0,0 0-20 0,-1-2-25 15,-1 2-22-15,-1 0-28 0,-1 0-33 0,-2 0-29 16,-7 0-40-16,12 2-19 0,-12-2-33 0,9 1-24 16,-9-1-183-16,9-3-455 0,-9 3 201 0</inkml:trace>
  <inkml:trace contextRef="#ctx0" brushRef="#br0" timeOffset="17525.12">23247 9916 46 0,'-6'-6'229'0,"6"6"-3"0,-3-5-14 0,3 5-8 16,0 0-16-16,0 0-20 0,-7-6-17 0,7 6-19 16,0 0-13-16,0 0-5 0,0 0 0 0,-7 14-7 15,6-6-8-15,-1 3-11 0,-1 0-5 0,2 6-9 0,-2 2-8 16,2 2-6-16,-3 5-34 0,0 1-38 15,-1 3-66-15,3-3-61 0,-5 3-75 0,2 1-131 16,-1-1-372-16,-3 0 166 0</inkml:trace>
  <inkml:trace contextRef="#ctx0" brushRef="#br0" timeOffset="18156.64">23103 12173 44 0,'0'0'239'0,"0"0"-10"0,0 0-10 16,0 0-9-16,0 0-8 0,-8-1-19 0,8 1-12 16,0 0-11-16,0 0-12 0,0 0-13 0,0 0-14 15,0 0-13-15,39 0-31 0,-19 0-39 0,-1 1-53 16,9-2-64-16,1-6-75 0,-1 4-186 0,1-1-367 15,-2-1 162-15</inkml:trace>
  <inkml:trace contextRef="#ctx0" brushRef="#br0" timeOffset="22390.89">25483 10014 5 0,'0'0'71'0,"-3"-7"-3"0,3 7 1 0,-3-4 8 0,3 4-1 16,0 0-3-16,0 0 2 0,-7-4 1 0,7 4-2 15,0 0-4-15,0 0 1 0,-4-6-4 0,4 6-11 16,0 0 15-16,0 0-4 0,-10-3 4 0,10 3 1 16,0 0-3-16,0 0-7 0,0 0 2 0,0 0-4 15,-8-2 0-15,8 2 4 0,0 0 1 0,0 0 2 16,0 0-4-16,0 0-8 0,0 0-1 0,0 0-3 16,0 0-8-16,0 0-5 0,23-2-1 0,-11 1-6 15,0-1-9-15,3-2-10 0,-3 3-21 0,0 1-25 16,2 0-25-16,-3 0-25 0,1-1-33 0,-2 1-28 15,-4 1-135-15,-6-1-303 0,11 5 134 0</inkml:trace>
  <inkml:trace contextRef="#ctx0" brushRef="#br0" timeOffset="22589.92">25452 9933 77 0,'0'0'146'0,"0"0"-14"0,0 0-16 0,0 0-16 16,0 0-1-16,0 0-17 0,0 19 0 0,-2-10-10 0,2 4-4 15,-2 3-1-15,4 3-30 0,-2 0-37 0,0 7-26 16,-2 1-30-16,0 0-110 0,-3 4-181 16,5-3 80-16</inkml:trace>
  <inkml:trace contextRef="#ctx0" brushRef="#br0" timeOffset="22971.1">26524 11354 150 0,'0'0'207'0,"0"0"-3"0,-3 4-6 0,3-4-13 0,0 0-13 15,0 0-18-15,0 0-17 0,0 0-20 0,0 0-16 16,0 0-20-16,21-3-25 0,-10 1-42 16,3-1-47-16,6-1-58 0,0 2-70 0,9-3-88 0,-4-4-269 15,-5 5 119-15</inkml:trace>
  <inkml:trace contextRef="#ctx0" brushRef="#br0" timeOffset="44706.91">4177 4842 57 0,'-1'-6'216'0,"1"6"-6"0,-1-9-4 0,1 9-3 16,-3-10-10-16,3 10-3 0,0-10-10 15,0 10 0-15,-1-8-2 0,1 8-13 0,0 0 1 16,-3-10-7-16,3 10-10 0,0 0-16 0,-1-7-10 16,1 7-15-16,0 0-22 0,0 0-2 0,0 0-7 15,0 0-9-15,0 0-3 0,0 0-2 0,0 0-5 16,-5 29-2-16,1-12-4 0,-4 1-6 0,6 2-1 15,-1-1-10-15,1 1-2 0,-1 6 2 0,1-1-7 16,-1-6-2-16,2 1-5 0,3-1-2 0,-2 0-2 16,-1-1 6-16,2 1-4 0,1-4-4 0,-1 1-1 15,3-4-8-15,0 0 4 0,-1-1 1 0,1-2-10 16,1 1 12-16,1-2-2 0,-1 1-5 0,1-6 0 16,-1 2 6-16,0 0-5 0,-5-5 0 0,11 4-10 15,-5-1 12-15,0-2 8 0,-6-1 0 0,13-2-5 16,-5-3 2-16,2-1-3 0,-4 3-3 0,2-6 1 15,0 2 12-15,2-3-15 0,-1-3 5 0,0 0-18 16,-4 1 11-16,4-3 3 0,-3-2 0 0,1 0-3 16,-2 0 2-16,1 1 1 0,-1 2-1 0,-1 3 0 15,0 0-5-15,-2-1 13 0,1 5-9 0,0 1 0 16,-3 6-10-16,2-9 9 0,-2 9-6 0,3-7-6 16,-3 7-1-16,0 0 1 0,0 0 0 0,0 0 1 15,0 0 2-15,14 17-1 0,-10-6 5 0,1 0 0 16,-1 2 1-16,-1-2 0 0,0 1-1 0,3-1-4 15,-1 0 5-15,2 1-3 0,-1 2 3 0,-2-5-5 16,4 0 1-16,-1-2 6 0,-2 0-3 0,4-1 4 16,0-1 0-16,-1-1 0 0,1-3-1 0,-1 1 3 15,0-2 1-15,3-4-11 0,-2 1 10 0,3-2 2 16,-1-2-2-16,-1 0 13 0,3-5-11 16,-2 1 3-16,1-2-8 0,-3-1 13 0,-2-1-8 0,1-2-7 15,0 0 5-15,-2-2 1 0,-1-7 2 0,2 3-16 16,-3 4 19-16,-1-5-11 0,1 5-5 0,-3 2 7 15,2 1-7-15,-3 5 6 0,1 3 1 0,-1-2-5 16,1 5-16-16,-1 5-28 0,2-10-33 0,-2 10-39 16,0 0-31-16,1-7-24 0,-1 7-14 15,0 0-27-15,0 0-23 0,-3 29-33 0,1-12-167 16,-2-1-473-16,0 0 211 0</inkml:trace>
  <inkml:trace contextRef="#ctx0" brushRef="#br0" timeOffset="45050.24">4786 5106 74 0,'10'-3'203'15,"-10"3"-8"-15,9-3-3 0,-3-1-12 0,1 0-6 16,-1 0-12-16,0-1-5 0,2-1-7 0,0-1-4 16,2-2-9-16,-1 1-10 0,0 0-8 0,1-1-5 15,-1 1-4-15,-1-1-2 0,1 1-10 0,-1-1-3 16,0 2-5-16,-3-1-2 0,-1 2 0 0,0 0-4 15,-3 0-2-15,4-2-3 0,-5 8 5 0,3-10-3 16,-2 5-6-16,-1 5-8 0,0 0-8 0,-9-12-4 16,3 10-3-16,6 2-4 0,-13-4-6 0,3 4-5 15,-4 4-1-15,-3 2-21 0,2-1 15 0,2 5 1 16,-2 1-9-16,1 1-13 0,0 1 11 0,2 0 2 16,1 2-16-16,3 1 12 0,4-4 9 0,0 3-7 15,2-3-3-15,0 0-5 0,2 2-2 0,2-5 9 16,2 2-12-16,1-1 3 0,2-1-3 0,2 0 2 15,5 2 1-15,-3-4-3 0,5 2-25 0,2-2-21 16,-6-1-26-16,7 0-39 0,-1-2-45 0,2 1-33 16,3-4-56-16,-5 2-60 0,-3 1-190 0,3-2-528 15,-4 0 234-15</inkml:trace>
  <inkml:trace contextRef="#ctx0" brushRef="#br0" timeOffset="48425.13">5450 5414 106 0,'18'-13'164'0,"5"-2"-10"0,1-1-16 0,1-4-12 15,1 2-11-15,-1 0-4 0,0-1-11 0,0 1-2 16,-1 1-3-16,1-1 1 0,-4-1-9 0,-6 7-1 16,4-6-5-16,-6 5 0 0,-2-1-6 0,0 1 0 15,-1 1-2-15,-5-1-6 0,0 3-6 0,3-1 1 16,-6 2-3-16,1-3 0 0,-2 5-7 0,2-2 4 16,-2 4 4-16,2-1 1 0,-3 6 1 0,0 0-2 15,1-12-3-15,-1 12 2 0,1-6-6 0,-1 6-3 16,0 0-11-16,0 0-6 0,0 0 2 0,0 0-14 15,0 0 3-15,0 0-1 0,-10 24-3 0,6-12-2 16,-2 3-3-16,2 2 4 0,2-1-4 0,-4 1 2 16,5-2-7-16,0-2 0 0,1-1-3 0,1-1 2 15,3 1 1-15,-1-2-1 0,2-1 0 0,0 1-2 16,-2-1-5-16,5-2-7 0,-3-3-7 0,3 3-1 16,3-5 4-16,-2 1 0 0,3-1-4 0,1-4-1 15,2-1-1-15,-1-3 1 0,3 2 8 0,-1-4-13 16,0-3-1-16,-1 1 2 0,-1 1 2 0,-5 0 4 15,0 0-5-15,1-5 0 0,-2 1-5 0,1-1 7 16,-1-1-2-16,-6 3 2 0,2 1 5 0,0 2 6 16,0 1-2-16,-3 3 6 0,-1 5 24 0,5-8-10 15,-5 8-6-15,4-5 1 0,-4 5 4 0,0 0 5 16,0 0 5-16,0 0 1 0,6 18 2 0,-6-10-3 16,-1 3 2-16,2 0-4 0,-2 0 0 0,1 0-1 15,0-1-2-15,0-3-1 0,0-7-3 0,0 13 1 16,1-7-2-16,-1-6 0 0,-1 10-2 0,1-10 0 15,0 0 6-15,0 7 9 0,0-7 13 0,0 0 13 16,0 0-1-16,0 0-5 0,0 0-6 0,0 0-4 16,0 0-1-16,15-13-6 0,-6 6-1 0,0-2-8 15,0-2-18-15,5 0 15 0,-1 1-8 0,1-1 4 16,-4 6-8-16,2 0-3 0,-1-1 0 0,-1 2 0 16,-2 1-3-16,1 2 0 0,0 2-3 0,-1 2 4 15,1 1-1-15,-1 1-2 0,0 0-1 0,-1 4-1 16,-2-2-6-16,2 4 3 0,-3 0-4 0,0 0-4 15,-3 1-7-15,1 0-2 0,-1-2-11 0,-2 2-17 16,1 0-22-16,-3 0-26 0,0 0-37 0,-2-1-47 16,-1 0-48-16,-2 3-216 0,-2-2-485 0,-1-5 214 15</inkml:trace>
  <inkml:trace contextRef="#ctx0" brushRef="#br0" timeOffset="48614.2">5961 4821 196 0,'-3'-8'219'0,"3"8"-26"16,-2-6-36-16,2 6-31 0,0 0-21 0,0 0-38 15,0 0-44-15,0 0-47 0,30 14-56 0,-15-4-84 0,0 0-178 16,2 0 80-16</inkml:trace>
  <inkml:trace contextRef="#ctx0" brushRef="#br0" timeOffset="48890.78">6485 4880 273 0,'0'0'306'0,"2"-14"3"0,-2 7-12 0,0 7-10 0,0-12-20 15,0 12-34-15,0-8-22 0,0 8-18 16,0 0-23-16,0 0-18 0,0 0-10 0,0 0-7 16,0 0-16-16,2 31 8 0,-1-10-15 0,-1 6-9 15,2 4-9-15,-1-1-12 0,0 2-2 0,-1 0-13 16,2-3-10-16,-2 2 8 0,1-2-7 0,0-1-9 16,2-1-6-16,-3 0-7 0,1-8 5 0,-1 5-33 15,1-5-18-15,2 0-35 0,-4-4-38 0,1-2-35 16,0 2-45-16,-2-3-48 0,2-1-47 0,0-11-44 15,-2 17-186-15,-1-11-529 0,3-6 235 0</inkml:trace>
  <inkml:trace contextRef="#ctx0" brushRef="#br0" timeOffset="49424.45">6516 5093 16 0,'6'-4'206'16,"-6"4"-13"-16,16-5-4 0,-6 4-14 0,1 1-10 15,1 0-10-15,1 3-10 0,3 2-10 0,1 2-4 16,-2 0-5-16,-3-1-3 0,1 6-5 0,-3-6-9 16,0 3-7-16,2 2-10 0,-2-1-6 0,-1-1-11 15,-3 2-6-15,3 2-2 0,-4-1-4 0,0-2 4 16,-1-1 0-16,-5-1-7 0,2-1-4 0,-1-7 3 16,-1 11-6-16,1-11-7 0,0 0 2 0,-8 8-6 15,8-8 11-15,-7 3-9 0,7-3-3 0,-8 0-2 16,8 0-2-16,0 0-5 0,-10-10 0 0,6 2-8 15,1 1-2-15,2-3-2 0,2-1-4 0,3-1-11 16,-1 1 4-16,0-1 0 0,4-4-1 0,1-1 1 16,2 3-4-16,1 0 0 0,-2 1-3 0,-1 3 0 15,2 1 1-15,-2 4-4 0,1-2 1 0,-2 3 1 16,-2 3-3-16,-5 1-8 0,13 1 5 16,-13-1 3-16,14 9 1 0,-6-2 4 0,-3 3-2 15,0 1 0-15,0 0 6 0,0-1-3 0,-1 3-7 16,0 1 7-16,-1-3 1 0,0 1 0 0,1-1 1 0,0 1-1 15,0-3-1-15,2 1 2 0,-2-3-6 0,1 0 4 16,0-3-3-16,-1 3 8 0,3-3-4 0,0-3-2 16,1 1-2-16,1-1-2 0,0-2 0 0,4-2 0 15,-2-3 3-15,4 0-2 0,-6-3 1 0,4-1 1 16,0-3 4-16,-3 1-1 0,-2-2 6 0,-1 3 1 16,-3-4-5-16,0-1 9 0,-2-1-6 0,0 2 1 15,-3 1 2-15,0 2-2 0,-2 0-3 0,-1-2-3 16,-1 6 2-16,-1-3-2 0,-1 4-11 0,2 1-15 15,0 2-18-15,-3 1-34 0,-1 3-36 0,9 0-46 16,-20 3-45-16,10 1-53 0,1 6-211 16,-2-3-502-16,4 2 223 0</inkml:trace>
  <inkml:trace contextRef="#ctx0" brushRef="#br0" timeOffset="50207.46">7348 5093 111 0,'-4'-11'275'0,"4"11"11"0,-4-8 1 0,4 8-15 16,-9-8-14-16,6 5-15 0,3 3-21 0,-12-3-24 0,12 3-2 15,-13 3-27-15,3 1-14 0,4 2-10 0,-6 3-17 16,2 4-8-16,0 0-10 0,0 4-16 16,2-1-14-16,1-1-1 0,2 2-9 0,4-1-8 15,0 1-7-15,2-2-6 0,2-2-8 0,0-1 1 16,4-1-8-16,1-2-11 0,-2-1-1 0,7-3-5 15,2 4-1-15,-2-5-3 0,0-1-1 0,6-3-5 0,-3-2 0 16,4-3-6-16,-3-4 0 0,0 1 1 16,2-3 1-16,-6-3 5 0,1 0-7 0,0-7-3 15,-1-1 3-15,-2 1-1 0,0-4 3 0,-2-1 4 16,-1-3-5-16,-4 1-8 0,0-1 13 0,0-2-1 16,-4 0 1-16,-1 0 7 0,-1 2 3 0,-1 0-3 15,3 2 6-15,-2 10-9 0,4 5 39 0,-5-2-6 16,2 5 8-16,-1-1-6 0,2 10-7 0,0-12-11 15,0 12 0-15,0 0-6 0,0 0 1 0,0 0-7 16,0 0 7-16,-5 31-3 0,-1 0-1 0,4 1-1 16,-4 1-9-16,0 13 7 0,3-11 0 0,1-3-4 15,0 0-2-15,2-2-1 0,0-3 9 0,-1-1-14 16,4-7-5-16,1-2 6 0,1 2 0 0,-1-4 1 16,1 1-20-16,2-5 23 0,0-2 4 0,0-2-9 15,0 0 0-15,2-2-3 0,-2 0 2 0,-7-5 6 16,18 2-9-16,-18-2-8 0,26-9 5 0,-8 3-3 15,-3-4 6-15,-1 1-4 0,0-2-3 0,-1-1 1 16,-1-2 0-16,-3-2-10 0,1 0-1 0,-3 2-2 16,1-1 12-16,-1 0-16 0,-2 4 4 0,-2 3 2 15,1-1-1-15,-1 4 2 0,-3 5-4 0,2-8 6 16,-2 8 1-16,0 0-1 0,0 0 5 0,0 0 8 16,-2 25 1-16,-3-10-2 0,0 1-11 0,0 3 17 15,-1-3-5-15,2 2 2 0,3 0 5 0,-1-2-7 16,0 1-13-16,4-4 15 0,-2-3 5 0,2 2-5 15,1-3 5-15,2-2-7 0,-5-7-2 0,10 11 5 16,-4-9-8-16,-6-2 4 0,16 3 2 0,-5-4 0 16,1-1-3-16,-2-4 3 0,3-1 0 0,-3-1-1 15,2-3 6-15,-2 1-9 0,0-5 5 0,-2 4-5 16,1-3-1-16,-3-4-1 0,-1 3 6 0,-1 2-1 16,0 2 1-16,0-1-6 0,-2 2-1 0,2 3 3 15,-3 0 5-15,2 0-1 0,-3 7-4 0,1-7 0 16,-1 7-4-16,0 0 7 0,0 0 1 0,0 0 4 15,0 0 4-15,3 21-5 0,-2-11 5 0,-2 2 4 16,-1 1-7-16,1 3 1 0,1 1 1 0,1-1-27 16,1-1-19-16,-1-3-41 0,0 0-39 0,2 0-50 15,2-2-42-15,3 0-53 0,2-3-50 0,-3 1-201 16,4-3-558-16,0-5 248 0</inkml:trace>
  <inkml:trace contextRef="#ctx0" brushRef="#br0" timeOffset="50625.11">8162 5073 204 0,'0'0'280'0,"-1"-9"-2"15,1 9-14-15,0 0-17 0,-5-7-18 0,5 7-24 16,0 0-9-16,0 0-8 0,-17 15-16 16,9-5-4-16,2 3-25 0,-3 1 8 0,2 2-7 15,-1 2-19-15,1-2-6 0,2 2-15 0,4-2-5 0,1 1-19 16,0-4 0-16,4 2-11 0,1-2-3 0,0-3-14 15,5 4 1-15,2-2-8 0,1-1-5 16,6-3-4-16,-3 0 4 0,4-7-6 0,-1 2-6 0,0-3-2 16,3-1 4-16,-1-2-7 0,-1-4-5 15,0 2 0-15,7-5-4 0,-9 3 1 0,2-3 1 16,2-6-5-16,-5 6 0 0,-1-4-5 0,3-3 2 0,-5 1-3 16,-2 0 2-16,-1-1-5 0,-2 1-1 15,-2-3 1-15,-2 2 0 0,-1-1-3 0,-1 0 2 16,-4 6 0-16,2-4 14 0,-4 4 5 0,0 2 10 15,1 2 14-15,-2-1 10 0,1 4-6 0,-3 2 0 16,6 3-4-16,-14 0 3 0,14 0-5 0,-26 15 10 16,11 0 0-16,-6 2-1 0,3 2-9 0,1 1 0 0,6-3-3 15,2 1-8-15,0 0-4 0,4 1 2 16,3-1-6-16,0-3-5 0,6 1-21 0,3-1-20 16,5-2-31-16,3 0-57 0,1-3-54 0,5-3-47 15,9 0-58-15,6-2-97 0,-2 0-258 0,5-2-677 16,-2-6 300-16</inkml:trace>
  <inkml:trace contextRef="#ctx0" brushRef="#br0" timeOffset="53490.09">9463 5056 164 0,'0'0'255'0,"-2"-8"-18"0,2 8-16 0,-8-6-17 0,3 2-10 16,5 4-16-16,-17-2-5 0,6 2-8 16,-2 1-9-16,1 0-10 0,-4 3-9 0,2 2-5 0,0 2-14 15,-3 2-7-15,2 2-11 0,1 1-12 0,1 2-2 16,0 0-15-16,4 0-5 0,0 2-6 0,5-2-3 15,-1 0-13-15,5 1 2 0,0-2-7 0,2-6-2 16,3 5-11-16,0-1-9 0,-1-2-5 0,3-2-3 16,1-1-2-16,-3-2-3 0,5 0-2 0,2-3 5 15,2 1-3-15,-1-3-1 0,-1 2-2 0,1-7-3 16,0 0 0-16,0 0 0 0,3-5 2 0,-2-2 0 16,-1-1-3-16,0-1-1 0,-2 0 2 0,-2 0 3 15,0-3-1-15,-2 1 5 0,-3-2 3 0,-2 4 3 16,3-2 9-16,-2 6 8 0,-3-2-6 0,2 4 6 15,-2-2 0-15,0 10-4 0,0-10-2 16,0 10 2-16,0-9-10 0,0 9 0 0,0 0-3 0,0 0-2 16,0 0 1-16,0 0 1 0,0 0-2 0,-5 33 1 15,4-14 4-15,0 0-8 0,-3-1 2 0,5 1-3 16,2 6-22-16,-3-6-16 0,2 0-22 0,0 0-34 16,1 1-26-16,-1-1-46 0,0 0-35 15,2-4-42-15,-2 0-26 0,1 1-159 0,-2-5-458 16,1-2 203-16</inkml:trace>
  <inkml:trace contextRef="#ctx0" brushRef="#br0" timeOffset="53841.17">9627 5186 53 0,'0'0'184'16,"2"-6"-11"-16,-2 6-9 0,0 0 5 0,0 0 8 15,0 0-16-15,0 0-9 0,12 15-16 0,-11-8-8 16,2 2 2-16,-2 1-4 0,2 1-9 0,-1 0-9 0,-1 2-3 15,1-3-11-15,1-1-8 0,-1 1-8 0,-1-3-8 16,0 0-7-16,-1-7-1 0,1 8-5 16,-1-8 19-16,0 0 3 0,0 0 15 0,3 11 6 15,-3-11-2-15,0 0-2 0,0 0-9 0,0 0-13 16,0 0-3-16,0 0-10 0,0-33-2 0,5 17-14 16,0 0-9-16,2-2 1 0,3 1 0 0,3-5-15 15,-3 5 1-15,8-2-2 0,-3 4-5 0,0 2-3 16,-2 2-2-16,1 0-2 0,-3 6-5 0,1 0 0 15,0 3 0-15,-4 3-3 0,-8-1-3 0,19 7 6 16,-9 1-2-16,1 5-3 0,1-1 4 0,-2 4-2 16,-1 2 11-16,-1 0-17 0,1 7 9 0,-2 1-15 15,3 0-19-15,-7-7-33 0,3 6-43 0,1-1-48 0,-2 0-70 16,1-5-49-16,1 4-215 0,-2-5-529 16,1-4 233-16</inkml:trace>
  <inkml:trace contextRef="#ctx0" brushRef="#br0" timeOffset="54175.07">10524 5273 80 0,'6'-2'246'0,"3"-3"2"16,1-2 0-16,2 1-20 0,0 0-16 0,4-1-22 15,-1-1-18-15,3 3-16 0,-2-2-16 0,3 0-12 16,-1-4-6-16,0 1-9 0,-1 0-8 0,0 0-10 15,2-1 1-15,-3 1-13 0,-1 0-5 0,-2-2-6 16,-3 3-9-16,-2-1-9 0,-3 2 2 0,-1-3 0 16,-1 1-5-16,-3-1-4 0,2 2 11 0,-4 1-10 15,0 1 8-15,-3 1 11 0,0 0 0 0,-4 3-12 16,-3 1 1-16,-1 4-4 0,-4 4-4 0,0 3 10 16,0 1-19-16,-6 7 0 0,4 1-11 0,5-2 2 15,-1 4-4-15,4-4 0 0,0 1-2 0,6 0-3 16,1-1 0-16,3 2 2 0,2-1-12 0,3-2-25 15,2-2-12-15,6 2-32 0,0-1-33 0,0-3-45 16,3 2-48-16,2-7-51 0,5 3-47 0,-3-2-213 16,-2-4-536-16,3-1 239 0</inkml:trace>
  <inkml:trace contextRef="#ctx0" brushRef="#br0" timeOffset="54858.45">10981 5223 180 0,'4'-2'245'0,"-4"2"-16"15,0 0-5-15,0 0 2 0,0 0-5 0,0 0-9 16,0 0-7-16,0 0-8 0,0 25-10 0,0-25-14 16,-4 18-15-16,4-8-5 0,0-10-10 0,0 0-7 15,-7 18-9-15,7-18-3 0,-4 10-10 0,4-10 1 16,0 0 8-16,-1 13 4 0,1-13 4 0,0 0 7 16,0 0 8-16,-3 8 2 0,3-8-14 0,0 0-7 15,0 0-13-15,0 0-10 0,0 0-10 0,0 0-8 16,0 0-11-16,-9-32-10 0,9 22-14 0,0 10-14 15,9-28-5-15,-2 12-10 0,5-7-12 0,0 8-8 16,6-7-14-16,0 1 8 0,3 4-4 0,-7 6-1 16,2 2-3-16,-2 0 2 0,-3 6-5 0,1 1 5 15,-3-1-1-15,2 3-3 0,-3 1 7 0,1 3-2 16,1 3-5-16,-2 2 9 0,1 4-3 0,0 0 7 16,-3 1-4-16,0 1-1 0,-3 0 1 0,1-3 8 15,-4 1-5-15,2 0 3 0,-2-4 2 0,2 1 0 16,-2-10-3-16,0 16 6 0,0-16-4 0,2 12-2 15,-2-12 4-15,1 9 3 0,-1-9 2 0,0 0 2 16,0 0 1-16,0 0-4 0,0 0-8 0,0 0 5 16,0 0 3-16,0 0-1 0,0 0-3 0,17-21-4 15,-12 9 1-15,5-1-9 0,3 0-2 0,-1 0-5 16,0 0-2-16,4 0-14 0,0 1-5 0,-5 1-4 16,4 1-8-16,-6 5 0 0,-1 0 0 0,-2 2 6 15,2 1 0-15,0 2 4 0,-8 0 2 0,13 3 9 16,-9 2 3-16,4 2 5 0,-3 0-3 0,0 3 13 15,0-1-8-15,-2 2 0 0,1 0 0 16,2 0 9-16,0-1-4 0,2 2 4 0,-2-6-5 0,1 4 9 16,5-3 2-16,-4-1 2 0,1-2 1 0,4 0-5 15,0-2-1-15,1-2 7 0,2-2 3 0,5-1-2 16,-4-2 0-16,0-4-2 0,0 3 2 0,1-5 1 16,-4 2 5-16,0-4-2 0,-1 3 4 15,1-2 7-15,-4-2 18 0,-1 1-9 0,-3 0-4 16,-2 2 3-16,1-5 5 0,-2 5-7 0,-2-1-4 0,-1-1 8 15,0 4 8-15,0 9 12 0,0-14 3 0,0 9-1 16,0 5-5-16,0-9-2 0,0 9-10 0,0 0-1 16,0 0-6-16,0 0 1 0,-18 14-3 15,11-3-1-15,-1 3-6 0,-1 2 1 0,1 0-3 0,2 1-2 16,1 0-20-16,1 1-23 0,1-1-49 0,3-2-50 16,3 2-62-16,1-2-66 0,-2-2-59 0,7-3-65 15,-9-10-251-15,14 11-683 0,-1-10 302 0</inkml:trace>
  <inkml:trace contextRef="#ctx0" brushRef="#br0" timeOffset="55017.27">11732 4930 208 0,'-6'-3'225'16,"6"3"-43"-16,-11-2-41 0,11 2-45 0,0 0-58 15,0 0-45-15,-8 8-56 0,8-8-74 0,0 0-149 16,0 0 67-16</inkml:trace>
  <inkml:trace contextRef="#ctx0" brushRef="#br0" timeOffset="55258.3">12068 4880 143 0,'0'0'273'0,"1"-12"12"0,-1 12 7 0,-1-8-4 15,1 8-7-15,0 0-12 0,-2-10-34 0,2 10-23 0,0 0-23 16,0 0-6-16,0 0 8 0,0 0-22 0,-4 33-3 16,4-14-17-16,-8 9 0 0,5-1-14 15,2 1-12-15,-6 2-14 0,4 1-11 0,-2-2-15 16,-1-2-4-16,2 0 1 0,-2-1-11 0,1 1-11 16,1-3-11-16,4-5-26 0,-2-1-31 0,0-1-39 15,-2 0-59-15,3-5-52 0,1-12-69 0,-2 18-67 16,2-6-292-16,0-12-636 0,-5 12 282 0</inkml:trace>
  <inkml:trace contextRef="#ctx0" brushRef="#br0" timeOffset="55407.68">11977 5086 194 0,'0'0'215'0,"6"-2"-19"0,-6 2-18 16,9-2-20-16,-9 2-13 0,18-1-15 0,-9-2-17 15,5 2-25-15,3-1-46 0,2 2-45 0,4 0-57 16,3-5-55-16,-6 4-99 0,0-2-232 0,-2 0 104 16</inkml:trace>
  <inkml:trace contextRef="#ctx0" brushRef="#br0" timeOffset="55607.45">12309 4877 163 0,'0'0'276'16,"0"-11"-6"-16,0 11-14 0,0-7-21 0,0 7-29 15,0 0-5-15,0 0 27 0,0 0 1 0,0 0 0 16,-4 38-8-16,4-19-4 0,-8 8-14 0,-1 1-18 16,3 0-10-16,0-2-24 0,-2 2-10 0,2 0-14 15,-1-3-12-15,2-6-15 0,2 6-10 0,0-6-28 16,0 1-32-16,-3 0-52 0,3-2-43 0,-1 0-58 16,-2-3-68-16,3-4-80 0,-3 1-69 0,-2 0-177 15,1-3-559-15,7-9 248 0</inkml:trace>
  <inkml:trace contextRef="#ctx0" brushRef="#br0" timeOffset="55747.89">12176 5142 155 0,'5'-8'231'0,"-5"8"-21"16,0-7-18-16,0 7-24 0,0 0-23 0,4-8-26 15,-4 8-39-15,9-2-49 0,-9 2-45 16,11 1-57-16,-11-1-137 0,14 6-225 0,-5-2 100 0</inkml:trace>
  <inkml:trace contextRef="#ctx0" brushRef="#br0" timeOffset="56293.88">12314 5302 211 0,'0'0'224'0,"0"0"-1"0,19-4-12 0,-12 1-17 15,2-3-14-15,0-1-13 0,3 0-4 0,-1 1-6 16,-1-4-6-16,5 2-5 0,0-5-7 0,-1 0-8 0,-1 1-14 15,-1-2-6-15,3 0-4 0,-4-2-12 0,1 0-10 16,-1 1-3-16,0-3-8 0,-6 4-1 16,1-3 3-16,-3 1 2 0,1 2-3 0,0 2-6 15,-4-1 4-15,-2 3-2 0,2 10 7 0,-5-15-4 16,1 8-10-16,0 3-7 0,-3-1-4 0,0 3 1 16,7 2-10-16,-17 2 6 0,5 4 0 0,-2 2-6 15,-1 3 4-15,2 0 0 0,-1 3-8 0,1 2-4 16,3 0 0-16,2 0-3 0,0 1 2 0,2 0-7 15,4 0-7-15,-1-2 1 0,5 2-3 0,-1-4-2 16,5 4 0-16,-2-6-2 0,6-1 5 0,3 2-2 16,1-3 2-16,1-1-4 0,4-3-2 0,0 0 1 15,2-3-1-15,8-2-1 0,-8 0-4 0,-2-5 1 0,4 1-5 16,4 0 12-16,-7 1-2 0,0-4-21 16,-1-1 3-16,-2 0 2 0,0-1-10 0,0-1 1 15,1-1-22-15,-7-3 1 0,3 1-4 0,-5 0-7 16,-3-1 4-16,2-2-6 0,-4 0-2 0,-2 5 5 15,1-6 6-15,-4 4 5 0,2 4 0 0,-1-2 4 0,0 4 3 16,0 7 5-16,-1-12-4 0,1 12 7 16,1-10-4-16,-1 10 1 0,2-7-1 0,-2 7 8 15,8-5 12-15,-8 5-5 0,12 0 1 0,-12 0-3 16,13 2 5-16,-4 1 0 0,-3 4 3 0,4 0 1 16,-3-2 3-16,-3 2 3 0,2 1 9 0,-1 1 0 15,0 1 4-15,-2 1 4 0,-2 0-1 0,0 1 1 16,-1-2-1-16,0-10-3 0,-2 23 2 0,1-14 0 15,-1 1-7-15,2-10-15 0,-5 15-23 0,5-9-28 16,-2 3-41-16,0-1-48 0,2-8-61 0,-1 11-72 16,1-11-75-16,0 0-186 0,0 0-575 0,0 0 255 15</inkml:trace>
  <inkml:trace contextRef="#ctx0" brushRef="#br0" timeOffset="57740.78">13595 5298 245 0,'8'-9'267'16,"0"-2"-8"-16,3-1-29 0,-1 0-16 0,3-1-16 15,-2 0-9-15,3-2-12 0,-1-1-9 16,-1-1-4-16,5-2-16 0,-5 3-6 0,3-5-3 0,-6 4-8 16,5-5-10-16,-3-2-10 0,1 0-15 0,-4 6-4 15,-1-6-5-15,-1 6-3 0,-1 0-10 0,-2 0-6 16,-1 0 3-16,-2 4-18 0,-2 2 8 0,2 2 13 16,-5 0-4-16,2 1-14 0,-7 1-1 0,3 1-8 15,-2 4 12-15,-2 0-14 0,0 5 5 0,-3 0-9 16,-3 4-7-16,-8 6 0 0,8-2-3 0,2 3-2 15,-1 0-1-15,3 0-12 0,4 1-3 0,4-3 1 16,3 2 4-16,4 0-13 0,1-1-4 0,4 2 1 16,8 1-2-16,-1-4-6 0,11 2 2 0,1-2-1 15,3-3 5-15,4-4-7 0,-1 3-5 0,2-5 3 16,-7-1 1-16,0-1-1 0,-5-1 4 0,-5 1 3 16,-4 0-2-16,-2 0 1 0,0 1 0 0,-6 1-9 15,-5-2 7-15,13 0-3 0,-9 1-3 16,-4-1 11-16,10 5 3 0,-8-1 7 0,-2-4 10 0,2 12-11 15,0-2-1-15,0 0 7 0,-2 0-4 16,0 1 0-16,0 0 0 0,0-11 8 0,5 20-16 16,-3-14 1-16,0 3 1 0,3-1 3 0,2 1-1 0,-2-3 3 15,3-1-8-15,1 0 4 0,3 0 1 0,5-1-6 16,3-3-5-16,-1 1-2 0,0-4 5 0,2-1-9 16,6-4 7-16,0 0-5 0,-9-1 5 0,0-1-8 15,-2 1 8-15,-3-2-4 0,3 0 3 16,-4-3-4-16,-1 1 0 0,-3-2-7 0,2-1 5 15,-4-1 12-15,-1 0-6 0,-3-1-7 0,-2 4 2 0,-1 1-3 16,-1 0 3-16,-2 2 7 0,0 0 0 0,2 0-2 16,-6 2 16-16,8 8 0 0,-6-10 7 15,6 10-8-15,-9-5 0 0,9 5-7 0,-14 8 6 16,5-3-3-16,-4 7 0 0,-1-1 0 0,3 4-3 16,1-1 0-16,2 2 1 0,1 0-1 0,-1-1 10 15,4-4-16-15,1 6-2 0,1-4 8 0,2-1 1 0,2-1-2 16,4 0 1-16,1-1 3 0,2-3-7 0,2 1-3 15,3-3 1-15,4 1-2 0,0-3-3 0,2-2 0 16,-1-2-1-16,0-2-4 0,2 3 0 16,-2-4-2-16,0-1 4 0,-1-1-1 0,0-2 4 15,-1 1-9-15,-1-3-1 0,-4 2 3 0,1-5-5 16,-1 2 5-16,-3-4-11 0,-1 1-1 0,0 0 3 0,-2-3 1 16,0 3 2-16,-3-1-2 0,1 2 2 15,-2 4 0-15,0 2 7 0,-1 0 0 0,-1 7 0 16,2-11 4-16,-2 11-2 0,2-7-1 0,-2 7-3 15,0 0 13-15,0 0 2 0,0 0 12 0,0 0 7 16,0 28 1-16,-3-13 2 0,1-1 2 0,-2 3 0 16,0-1-4-16,0-1 6 0,-1 1-4 0,0 0-3 0,4-3-4 15,-2-1 2-15,1-2-1 0,-1 1-2 16,1-2-11-16,2-9 7 0,-2 13 4 0,2-13-8 0,0 10 1 16,0-10 1-16,0 0 2 0,-1 12-8 15,1-12-8-15,0 0 2 0,0 0-12 0,3 5 6 16,-3-5-5-16,0 0-3 0,11-4 0 0,-11 4 2 15,16-7-5-15,-5 1 2 0,1-3 1 0,-1 1-2 16,2-3-3-16,-1-1-1 0,1 0 4 0,1-1 1 16,-1-1-1-16,0 2 6 0,-2-3 0 0,-2 2 5 15,3-2-5-15,-5 7 2 0,-1-2-1 0,0 2 5 16,-3 2-1-16,1 0 5 0,0 1 8 0,-4 5 2 16,5-8-3-16,-5 8-8 0,3-4 1 0,-3 4-1 15,0 0 6-15,0 0 11 0,0 0 1 0,5 17 0 0,-7-7 2 16,-1-1 0-16,3 3 3 0,-2-3-4 15,1 3 0-15,0-2-2 0,1 2-2 0,0-2 5 16,0-3-15-16,1 0 11 0,-1-7-6 0,6 12 4 16,-4-5 8-16,2-2-9 0,3-1 1 0,2-1-1 15,2-2 1-15,0-2-1 0,5 0-3 0,-5-1-2 16,7-2-2-16,-5-1 6 0,-1 0-8 0,-1-1 2 16,-1 0-1-16,2-3-5 0,-3 2 6 0,0-2-2 15,1-1 1-15,-1-3-4 0,-5 1 4 0,2-2-7 16,-1 2 4-16,0 2 0 0,-2 1 1 0,-1 2 7 15,-1 0-5-15,-1 7 3 0,4-10-3 0,-4 10 3 16,3-7-3-16,-3 7 0 0,0 0 2 0,0 0 8 16,0 0 13-16,0 0-10 0,-8 24-7 0,3-12 8 15,-1 2-8-15,-2 2 6 0,2 0 0 0,-2 0-5 16,2 3-4-16,1-4 1 0,1 1-15 0,0 0-20 16,-1 0-25-16,3-4-27 0,0 4-30 0,-2-3-43 15,0-4-59-15,4-9-43 0,-2 14-40 0,-1-4-202 16,3-10-540-16,-5 14 239 0</inkml:trace>
  <inkml:trace contextRef="#ctx0" brushRef="#br0" timeOffset="57904.95">14714 4853 2 0,'-6'-6'194'0,"6"6"-39"0,-5-3-48 0,5 3-31 0,0 0-47 16,0 0-57-16,0 0-62 0,0 0-96 0,29 2 42 16</inkml:trace>
  <inkml:trace contextRef="#ctx0" brushRef="#br0" timeOffset="58161.6">15337 4714 106 0,'1'-7'302'0,"-1"7"4"0,1-9-12 16,-1 9-16-16,1-7-23 0,-1 7-20 0,0 0-27 16,0 0-24-16,0 0-6 0,0 0-3 0,0 0-2 15,-1 23-4-15,-3 1-11 0,-1 4 6 0,1 2-13 16,-1 1-7-16,0-1-13 0,1 1-15 0,0-1-13 16,-3-1-13-16,7 1-1 0,-2-2-10 0,1 0-4 15,0-4-12-15,0-4-1 0,-1-1-16 0,1 0-10 16,-3-2-34-16,2-2-28 0,1-3-38 0,2-2-46 15,-2 0-43-15,1-10-47 0,-2 14-50 16,2-14-39-16,0 0-33 0,-4 12-171 0,4-12-535 16,0 0 237-16</inkml:trace>
  <inkml:trace contextRef="#ctx0" brushRef="#br0" timeOffset="58606.75">15164 4885 23 0,'9'-3'172'0,"2"0"-5"0,7 4-22 16,0-2-13-16,10 1-11 0,2-2-13 0,2 3-9 16,-1-1-20-16,3 2-4 0,0-2-1 0,0 2-14 0,-2-2 1 15,1 0-11-15,-6 1-2 0,-4-1-2 16,-3 2-3-16,-3-2 2 0,-2 0-4 0,-5 0 5 16,2 0 10-16,-6-2 15 0,-6 2 8 0,12 0 17 15,-12 0 4-15,7 0 8 0,-7 0 3 0,0 0 6 16,0 0-8-16,7 4-9 0,-7-4 2 0,0 0-2 15,-25 18-2-15,11-5-10 0,-1-1-8 0,-1 0-3 16,-4 5-8-16,6-2-1 0,2-1-9 0,0 0-8 16,4 1-7-16,3-4-1 0,0 1-5 0,1-2-1 15,0 3-5-15,3-4-2 0,1-2-10 0,0-7-2 16,6 16-11-16,-2-10-3 0,5-1-5 0,-1-2-6 16,2 1 5-16,2-3-9 0,2 0-8 0,-3-3 3 15,1-2 1-15,0 0-5 0,0-2 4 0,-3-1 1 16,2 0 3-16,-2-4-4 0,-2 1 4 0,0-1-1 15,1-4 4-15,-4 4 1 0,0-2 8 0,0-2-9 16,1 4 12-16,-4 4 3 0,0 0 9 0,-1 7 0 16,3-8 6-16,-3 8-11 0,2-9-5 0,-2 9-3 15,0 0 2-15,0 0-3 0,0 0 0 0,0 0 3 16,0 0-8-16,2 22-17 0,-4-12-35 0,0 1-30 16,2 0-45-16,0-11-49 0,0 23-48 0,2-11-30 15,-2 1-171-15,0-3-463 0,3-1 205 0</inkml:trace>
  <inkml:trace contextRef="#ctx0" brushRef="#br0" timeOffset="58809.27">15775 5017 155 0,'13'-17'182'0,"-1"2"-13"0,4 0-3 0,-2 1 5 16,-4 1-1-16,0 5-4 0,-2 1-4 0,-2 2-14 15,1 2-16-15,0 1-8 0,-7 2-3 0,14 0-8 16,-8 3-5-16,1 1-5 0,2 4-8 0,-2 2-9 15,-4 0-9-15,3 5-5 0,-4-4-3 0,-1 3-6 16,1 2-23-16,-2-1-24 0,-2 1-30 0,1-5-45 16,0 2-45-16,1-3-52 0,1 1-54 0,-3 0-152 15,2-11-390-15,0 0 173 0</inkml:trace>
  <inkml:trace contextRef="#ctx0" brushRef="#br0" timeOffset="59212.4">16249 4843 253 0,'0'0'284'0,"-5"-9"-12"0,5 9-23 15,-10-3-10-15,10 3-21 0,-18 11-8 0,5 0-12 16,-1 4-16-16,-5 4-11 0,5 2-13 0,1-4-16 16,3-1-16-16,-2 2-11 0,7-1-10 0,0 2-12 15,2-2-7-15,3-1-8 0,3-1-9 0,1 1-1 16,5-2-4-16,1-2-10 0,3-1-1 0,5-1-6 15,2-3-1-15,7-1-3 0,2-4-3 0,0-2-6 16,-1-2-9-16,0-3 3 0,1 0-5 0,-3-3 2 16,-5 0-5-16,-3-1-14 0,3-2 8 0,-6 3-7 15,3-4 4-15,-3-1 1 0,-1-3-6 0,-2 1-2 16,1-1-2-16,-1-7-2 0,-3 7 1 0,0-1-2 16,-1 0 1-16,-4 1-3 0,0 4 3 0,-3 2 5 15,0 1 6-15,-1 9 9 0,-1-10 2 0,1 10 7 16,-8-6-15-16,8 6 17 0,-18 7 3 0,3 2-3 15,-1 3-3-15,-6 5-3 0,0 1 10 16,8-3-10-16,-3 4 3 0,6-2-11 0,1 0 7 0,2-1-10 16,3 1-24-16,2-4-40 0,2 1-30 0,5-3-43 15,2 0-55-15,4 2-50 0,6-3-50 0,2 0-31 16,7 0-194-16,5-3-544 0,4-2 241 0</inkml:trace>
  <inkml:trace contextRef="#ctx0" brushRef="#br0" timeOffset="59424.45">17027 4879 67 0,'0'-7'347'0,"3"1"7"0,-3 6-7 0,1-10-21 16,-1 10-31-16,3-6-32 0,-3 6-24 0,0 0-25 16,0 0-6-16,0 0-8 0,0 0-7 0,2 23-8 15,-6-13-26-15,2 4-11 0,1 2-11 0,-1-1-15 16,0-3-15-16,2 4-6 0,-2 1-12 0,1-1-7 15,1-3-2-15,0 2-43 0,0-1-16 0,1-4-34 16,2 0-44-16,-4 2-41 0,1-3-46 0,0-9-47 16,0 17-60-16,0-17-48 0,0 11-246 0,0-11-591 15,0 0 262-15</inkml:trace>
  <inkml:trace contextRef="#ctx0" brushRef="#br0" timeOffset="59580.12">17012 4688 15 0,'-4'-10'205'0,"4"10"-30"15,0 0-21-15,0 0-26 0,0 0-42 0,0 0-46 16,0 0-47-16,12 36-43 0,-6-19-75 0,3 7-134 16,6 2 59-16</inkml:trace>
  <inkml:trace contextRef="#ctx0" brushRef="#br0" timeOffset="59824.24">17256 5050 98 0,'0'0'265'0,"0"0"10"0,0 0-10 15,0 0-6-15,0 0-24 0,-1-22-17 0,2 15-15 16,2 0-4-16,3-2-15 0,0-1-13 0,6-4-12 16,2 1-10-16,5-5-9 0,-2 6-12 0,6-3-13 15,-5 6-3-15,-1 1 1 0,2 3-12 0,-2 0-18 16,-4 1-10-16,5 3-1 0,-8 2-11 0,3 0-3 15,-4 5-10-15,3-3-6 0,-2 5 7 0,-4 0-13 16,0 1-6-16,-2-1 2 0,0 3-9 0,-1-1 4 16,-2 0-13-16,3 0-28 0,-3-1-43 0,-2 2-49 15,-3-2-60-15,4-9-82 0,-6 19-87 0,-2-12-184 16,1-2-561-16,7-5 248 0</inkml:trace>
  <inkml:trace contextRef="#ctx0" brushRef="#br0" timeOffset="60290.25">18351 4695 259 0,'2'-10'343'0,"-1"-1"1"0,-1 0-6 0,0 11-17 16,1-12-17-16,-1 12-14 0,0 0-43 0,1-12-14 16,-1 12-29-16,2-7-21 0,-2 7-11 0,0 0 8 15,0 0-11-15,-2 27-3 0,0-8 1 0,-1 8-3 16,-1 1-17-16,2 2-11 0,-4-2-13 0,2 5-11 16,-1-2-9-16,1-1-10 0,3-1-7 0,-2-1-8 15,-1 0-9-15,1 0 1 0,2-8-14 0,-1-1-7 16,0 0-10-16,0-1-28 0,1-1-27 0,1-5-38 15,0 0-56-15,-2 0-55 0,1-5-55 0,1-7-55 16,0 0-59-16,0 17-34 0,0-17-251 0,-6 5-672 16,6-5 298-16</inkml:trace>
  <inkml:trace contextRef="#ctx0" brushRef="#br0" timeOffset="60857.6">18327 4923 56 0,'7'-7'198'0,"1"-3"-12"15,0 1-21-15,1 0-8 0,5-2-18 0,-4 3-15 16,4-5-10-16,2 3-13 0,-2-2-10 0,0 2 5 16,-4-1 0-16,4 0 12 0,-2-2 3 0,-3 6-2 15,-2-2-1-15,3 0 2 0,-2 0 11 0,-1 0-6 16,-4-1-2-16,0 5-9 0,2-1-2 0,-5 6-9 16,5-10-6-16,-2 7-12 0,-3 3-7 0,5-5-5 15,-5 5-15-15,5-3 1 0,-5 3-6 0,0 0-4 16,0 0 1-16,0 0-1 0,1 15-3 0,-1-5 0 15,-1-1-3-15,-2 3-5 0,3 4 1 0,-1-1-5 16,-2 0-1-16,3 3-5 0,-3-2 9 0,0 0 1 16,-1 1-17-16,3-6 1 0,-2 0-1 0,1 0-5 15,2-2-8-15,-1-1-8 0,1-8-1 0,-2 11-6 16,2-11-3-16,0 10 0 0,0-10-2 0,2 7-7 16,-2-7 5-16,5 6-4 0,-5-6 8 0,7 3 8 15,-7-3-7-15,15 2 0 0,-4 0 4 0,-1 0-1 16,2 2 8-16,-1 0-1 0,1 0 6 0,-2-1 0 15,3 1 0-15,-3-1 5 0,5 4 16 0,-3 0-5 16,6-3-6-16,-3 2 4 0,-1-1-1 0,4 0-3 16,1-2 6-16,0 0-3 0,0-2-2 0,2 1 2 15,-3-4-4-15,2 1 0 0,-1-2 5 0,-2-1-8 16,-3 0 5-16,-1-1-1 0,-2-2 0 0,1 0-3 16,-3 0 6-16,0-1-4 0,-2-2 3 0,0 0-1 15,-3-1 7-15,-1 0 4 0,1-2-4 0,-2 1 6 16,-1-1-2-16,-1 2 6 0,-1-2 5 0,-2 4 9 15,0-1 9-15,1 4 0 0,2 6-7 0,-5-10-1 16,1 6-10-16,4 4 2 0,-13-3-6 0,13 3 2 16,-19 11-3-16,4 0 0 0,2 1-4 0,1 1 0 15,1 1-1-15,1 0-11 0,1 0-23 0,4-2-31 16,2 0-31-16,2 1-41 0,1-2-39 0,2 0-55 16,2-1-49-16,1 0-59 0,0-3-161 0,3 1-518 15,-2-1 230-15</inkml:trace>
  <inkml:trace contextRef="#ctx0" brushRef="#br0" timeOffset="61709.3">5379 5689 196 0,'-4'-11'301'16,"-3"2"7"-16,2 0-18 0,-1 2-14 0,-1-1-5 16,1 4-17-16,-1 0-33 0,-1-1-8 0,0 4-9 15,8 1-16-15,-16 6-20 0,7 4-10 0,-2 7-4 16,-3 8-6-16,1 5-13 0,0 2-11 16,2 2-8-16,-2 10-14 0,5-9-9 0,1-2-4 15,-2 13-7-15,3-12-17 0,-2 0 2 0,4-2-8 0,0-1-4 16,1-1-4-16,-1 0-6 0,0-1-4 0,0 1-5 15,0-4-4-15,2 0 1 0,-1-6-6 16,-1-3 14-16,2 0-33 0,-3-5-24 0,2-1-7 16,-1 1-35-16,-2-3-18 0,3-3-24 0,0 0-28 15,3-6-40-15,-13 11-43 0,6-9-22 0,7-2-28 16,0 0-30-16,-19-5-8 0,10-1-166 0,-1-1-503 16,2-7 222-16</inkml:trace>
  <inkml:trace contextRef="#ctx0" brushRef="#br0" timeOffset="61990.96">5027 6118 126 0,'0'-16'185'0,"0"16"-23"16,2-13-19-16,-2 13-12 0,3-7-7 0,-3 7-4 16,9-7-11-16,1 2-3 0,2 3-6 0,8-3-7 15,7 2-11-15,3-4-7 0,2 0-8 0,1 0-10 0,3 2-3 16,1-2-1-16,1-1-10 0,-4 3-2 16,2-1-2-16,-2 0-7 0,-1-1 2 0,-5 0-9 15,-7 3-4-15,-1-1 0 0,-2 0 0 0,-5 4-3 16,-1-2 1-16,-3 0 22 0,-1 1 9 0,-2 1 16 15,-6 1 17-15,0 0 11 0,14-3 7 0,-14 3 9 16,0 0 3-16,0 0-6 0,0 0 4 0,9-4-8 16,-9 4-7-16,0 0-6 0,0 0-9 0,0 0-10 15,0 0-11-15,0 0 7 0,0 0-17 0,-10 29-2 16,7-19-6-16,1 0-6 0,-1 3-24 0,1-1-32 16,-1 0-26-16,3-12-40 0,0 24-47 0,0-24-59 15,0 22-60-15,0-9-249 0,0-13-543 0,-1 21 240 16</inkml:trace>
  <inkml:trace contextRef="#ctx0" brushRef="#br0" timeOffset="62135.91">5427 5861 87 0,'0'0'66'0,"0"0"-55"15,0 0-39-15,0 0-29 0,0 0 12 0</inkml:trace>
  <inkml:trace contextRef="#ctx0" brushRef="#br0" timeOffset="62340.78">5756 5934 29 0,'7'6'253'0,"-1"-4"12"0,-3 2-7 0,2 0-5 15,2 3-6-15,-2 3-18 0,1-1-16 0,2 4-12 16,3 1-24-16,-3 2-16 0,-1-1-24 0,3-2-11 16,-1 3-8-16,1-1-9 0,1-1-19 0,1 2-20 15,2-3-22-15,0-1-35 0,-2-1-45 0,-2-3-48 16,0-3-57-16,-1 4-44 0,1-3-42 0,-4-3-168 16,-6-3-423-16,13 3 186 0</inkml:trace>
  <inkml:trace contextRef="#ctx0" brushRef="#br0" timeOffset="62506.75">5988 5992 92 0,'-4'-6'273'0,"1"1"-3"15,-3 0-4-15,1 1-18 0,5 4-23 0,-9-3-14 16,9 3-20-16,-16 8-17 0,4-1-21 0,-3 5-9 16,-3 7-14-16,-4 3-27 0,2 2-32 15,1-5-43-15,-6 3-51 0,13-6-50 0,-4 4-58 0,6-4-46 16,1 0-186-16,-1-1-392 0,1-1 173 0</inkml:trace>
  <inkml:trace contextRef="#ctx0" brushRef="#br0" timeOffset="62808.39">5924 6214 170 0,'16'-7'231'0,"-5"2"-2"0,6-5-4 0,-2 1-13 0,3 1-12 16,-5-1-17-16,6-1-14 0,-4-2-15 0,8-4-11 15,-4 6-7-15,-1 0-1 0,5-6-11 0,-5 4-8 16,-2 0-9-16,-1 1-9 0,-1 1-8 16,0-1-7-16,-5 2-7 0,0 0-2 0,-3 0-3 15,2 1 3-15,-3-1 6 0,-4 3 5 0,2 2 12 0,-2-4 1 16,-1 8 9-16,0-10-10 0,0 10 11 0,0 0 2 16,-8-9-6-16,5 5-5 0,3 4-12 0,-16 3-8 15,5 0-2-15,-1 7-2 0,-4-3-13 16,2 5-5-16,-2 1 2 0,2-1-14 0,3 2 2 15,2 0-20-15,-1 0 17 0,3 1-24 0,5-3-31 0,0 0-26 16,2-2-39-16,3 2-38 0,1-2-29 0,5 1-34 16,1-2-32-16,2-3-45 0,5-2-31 0,3-1-25 15,1 0-215-15,0-3-569 0,2-3 252 0</inkml:trace>
  <inkml:trace contextRef="#ctx0" brushRef="#br0" timeOffset="63207.39">6480 6051 131 0,'2'-6'226'0,"0"0"8"15,-2 6 10-15,-2-10 0 0,2 10 10 16,-7-8 2-16,2 5-12 0,5 3-3 0,-17 0-9 16,17 0-9-16,-23 3-6 0,11 3-18 0,-1 4 1 15,0 0-23-15,-2 4-18 0,2 0-10 0,0 0-18 0,4 1-10 16,1-1-6-16,1-4-19 0,3 0-19 0,0 2-3 16,3-3-4-16,0 1-17 0,2-1-7 0,2 0-23 15,2-3-3-15,3-2-9 0,-1 0 0 0,-7-4-18 16,20-2 9-16,-8 0-15 0,1-2 1 15,2-2-7-15,2-2 6 0,-2-1 11 0,-2-2-11 16,2-3-3-16,-5-2 3 0,6-7 6 0,-6 6-5 0,4-5-1 16,-6-2 1-16,-5 5 5 0,3-8-2 0,-3 0-1 15,3-1 7-15,-3 1-6 0,2-1 5 0,-1-2-5 16,-3 2 7-16,3 3 6 0,-1 0 17 16,2 9 19-16,-2 3 11 0,-3 4 18 0,1 2 4 15,2 0-3-15,-3 7-9 0,-2-9 1 0,2 9-10 16,0 0 1-16,0 0 13 0,0 0 2 0,0 0 5 15,0 29 0-15,-2-10-6 0,-1 0-3 0,-1 6-9 0,3 2-5 16,0-1-3-16,-3-2-8 0,1 1-3 16,2 0-28-16,2-1-31 0,-2 3-45 0,2-9-61 15,2 1-60-15,-1 9-59 0,5-9-81 0,-1-2-82 0,-3-4-269 16,1-1-737-16,3 2 325 0</inkml:trace>
  <inkml:trace contextRef="#ctx0" brushRef="#br0" timeOffset="63757.93">7264 5837 250 0,'1'-8'309'16,"-1"2"-14"-16,0 6-21 0,1-10-23 0,-1 10-29 15,0 0-19-15,0 0-11 0,0 0 0 0,0 0 1 16,0 0-15-16,-2 25 4 0,-1-9-24 0,0 3-11 15,0 1-3-15,-2 4-16 0,0-7-5 0,2 3-14 16,0-2-6-16,0-1-13 0,0 0 0 0,0-1-12 16,1-2-5-16,-1-5-9 0,2-1-8 0,0 2 4 15,1-3 0-15,-4-2 0 0,4-5-14 0,0 11 1 16,0-11 4-16,-1 7-7 0,1-7 13 0,0 0 0 16,0 0 0-16,-2 9-12 0,2-9-9 0,0 0-14 15,0 0-11-15,17-13-5 0,-5 9-1 0,7-4-6 16,-3 1 3-16,5 0-10 0,-2 1-1 0,1 3 1 15,0 0-4-15,-3 5-1 0,-4-1-6 0,5 1 9 16,-5 2 1-16,0 0 1 0,3 4 1 0,-5 0 6 16,-3-1-7-16,0 3-10 0,-3-2 3 0,-2 3 1 15,-3 1-4-15,-5-2 8 0,-6 4 1 0,-1-2-6 16,-4 0 4-16,-7 4 0 0,-1-4-6 0,-1-3 3 16,-1 0-3-16,5-4-10 0,0-1-17 0,0-1-8 15,2 1-17-15,1-8-21 0,2 4-30 0,2-3-46 16,2-3-46-16,1 2-46 0,4-5-37 0,2 1-232 15,2-3-568-15,2 0 251 0</inkml:trace>
  <inkml:trace contextRef="#ctx0" brushRef="#br0" timeOffset="63940.96">7526 5948 133 0,'0'0'256'0,"9"-3"-9"0,-9 3-12 0,6-3-6 16,-6 3-17-16,0 0-3 0,0 0-9 0,8 6-5 15,-6 0-6-15,-2-6-8 0,2 16-12 0,-2-4-21 16,1-2-15-16,-1 6-16 0,0 0-9 0,-1 2-8 16,2 0-28-16,-1 1-35 0,-1-2-53 0,2 1-62 15,-6-1-78-15,5-4-70 0,-4 3-223 0,1-3-487 16,-2-1 215-16</inkml:trace>
  <inkml:trace contextRef="#ctx0" brushRef="#br0" timeOffset="64707.67">7900 6051 49 0,'0'0'273'0,"-27"0"3"16,16 3-4-16,-2-1-6 0,-1 2-8 0,-3 4-2 15,-2 3-18-15,2 1-5 0,1-1-12 0,2 2-21 16,4-5-13-16,-1 6-18 0,4-5-18 0,0 2-16 15,2-1-15-15,3-2-9 0,-1 3-10 16,3-2-5-16,3 1-9 0,1-3 0 0,3-1-8 0,1 0-20 16,0-1-11-16,4-3-5 0,1 1-6 0,0-3-7 15,5-3 5-15,0-1-10 0,-3 0-8 0,2-4-2 16,-2 0 4-16,0 0-3 0,-2-4-7 0,1 1 0 16,-6 3-1-16,-1-3 5 0,2-4-11 0,0 2 9 15,-4 2 7-15,1-5-13 0,-4 5-7 0,1-1 6 16,-2 3 1-16,2-1 0 0,-3 3-4 0,0 7 4 15,1-11 5-15,-1 11-11 0,2-10 2 0,-2 10-5 16,0 0 4-16,0 0 9 0,0 0 4 0,0 0-2 16,0 0-4-16,-7 31 0 0,4-20 4 0,2 6 9 15,1-6-13-15,1 2 3 0,0 0-5 0,2-3 2 16,3 1-3-16,2-1 0 0,-3-2 4 0,3-1 8 16,2-3-6-16,0 0 1 0,2-1-2 0,-2-1-4 15,4-3 1-15,-1 0 0 0,1-2-2 0,-3-2 0 16,0 1-1-16,1-3 4 0,-1-2-9 0,4-2 0 15,-7-2 7-15,2 1-3 0,-4 1-5 0,3-3 3 16,-2 0-5-16,-4-2-10 0,1 1 0 0,-1 3 6 16,-2 1 1-16,2 2-1 0,-3 1 5 0,1 2-9 15,-1 6 7-15,0-12-5 0,0 12-4 0,0 0-1 16,0 0 3-16,0 0 4 0,0 0-1 0,0 0 6 16,-15 22-5-16,7-8 12 0,-4 11-4 0,2-1-7 15,0 0 6-15,1-5-1 0,-1 4 2 0,2-4-1 16,-2 4-1-16,5-7 1 0,0 3 3 0,-2-2 4 15,3-1-17-15,0 0 18 0,1-5 3 0,-2 0-14 16,2-3-3-16,-1 2-9 0,3-1-10 0,-3-3-14 16,2 1-17-16,2-7-21 0,-3 10-19 0,-1-7-20 15,4-3-34-15,-7 6-48 0,7-6-71 0,-8 4-273 16,8-4-587-16,-12-1 260 0</inkml:trace>
  <inkml:trace contextRef="#ctx0" brushRef="#br0" timeOffset="65174.25">8942 6006 297 0,'-7'-5'301'0,"2"0"-1"16,-1 1-16-16,-3 1-4 0,0 0-22 0,-1 1-13 15,-4 2-14-15,2 4-15 0,-1-1-4 0,-2 6-14 16,1 0 0-16,0 2-18 0,1 1-15 0,0 3-20 16,6 1-1-16,0 0-18 0,1 1-9 0,2 0-16 15,0-1-8-15,7-3-11 0,-2 2-5 0,4 1-8 16,2-2-4-16,3 0-8 0,2-3-5 0,-1-2-21 15,5 1-5-15,1-3-18 0,3-2-28 0,1-2-30 0,1-1-43 16,4 0-47-16,-4-2-61 0,-3 0-50 0,3-5-58 16,-2 2-274-16,-3-1-631 0,2-3 280 15</inkml:trace>
  <inkml:trace contextRef="#ctx0" brushRef="#br0" timeOffset="65673.9">9211 6008 10 0,'2'-8'279'0,"-2"8"12"0,0-11-1 0,0 11-11 15,-3-8-9-15,3 8-13 0,0 0-3 0,-4-9-9 16,4 9-16-16,0 0-3 0,-2-8-6 0,2 8-19 16,0 0-14-16,0 0-18 0,0 0-19 0,0 0-16 15,0 0-13-15,-2-7-10 0,2 7-6 0,0 0-16 16,0 0-4-16,0 0-11 0,0 0-7 0,0 0-5 15,0 0-7-15,0 0-8 0,0 0-2 0,0 0-5 0,0 0 1 16,0 0-9-16,0 0 3 0,0 0-9 0,0 0 1 16,0 0 1-16,0 0 5 0,0 0-3 15,0 0 0-15,0 0-8 0,0 0 6 0,0 0-4 16,0 0-2-16,0 0-4 0,0 0 0 0,0 0 2 16,0 0-4-16,0 0-6 0,0 0 3 0,0 0 4 15,0 0 6-15,0 0-12 0,-4-7 5 0,4 7-9 16,0 0 2-16,0 0 4 0,0 0 6 0,0-9-2 0,0 9 2 15,0 0-4-15,0 0-1 0,0 0 5 16,0 0-1-16,0 0 1 0,0 0-2 0,0 0-4 16,0 0-4-16,0 0-2 0,0 0-3 0,0 0-5 0,0 0 4 15,0 0-2-15,0 0 11 0,0 0 5 0,2 26 5 16,-4-12 1-16,-1 4 1 0,0 5-3 16,-1 2 1-16,2 2-4 0,-1-8-1 0,1 6-2 15,-2 1 0-15,1-9 2 0,2 9-4 0,-2-8-5 16,1-2 7-16,2 1-7 0,-3-5-22 0,2 1-21 0,1-4-33 15,-1 2-46-15,-2-3-42 0,3 2-47 0,-1-3-42 16,0 0-51-16,1-7-55 0,0 10-48 16,0-10-225-16,0 0-675 0,0 0 299 0</inkml:trace>
  <inkml:trace contextRef="#ctx0" brushRef="#br0" timeOffset="65974.2">9429 5972 80 0,'4'-5'260'0,"-1"-1"-10"0,2 2-2 16,-5 4-9-16,0 0-18 0,0 0-17 0,0 0-13 16,-14-6-12-16,14 6-11 0,-23 10-21 0,8-2-12 0,-3 0-16 15,0 1-8-15,0 1-9 0,2 0-14 16,-2 1-7-16,1-3-4 0,3 1-13 0,3-1-4 16,-2-1-5-16,3-1-5 0,2 0-7 0,0-1-1 15,2-1-2-15,1-1-5 0,5-3-5 0,-9 5-3 16,9-5-7-16,-8 4-5 0,8-4-1 0,-5 3-3 15,5-3-2-15,0 0-1 0,0 0-1 0,0 0-2 16,0 0 0-16,0 0 1 0,9 14-4 0,-5-9 1 16,2-1 0-16,2 6 3 0,0-3 0 0,2 3-1 15,3 1 0-15,-1 0-1 0,1 0-10 0,1-1-12 16,-2-2-42-16,2 2-41 0,1-1-49 0,2-2-52 0,1-1-47 16,-2 0-200-16,2-3-487 0,0-1 215 0</inkml:trace>
  <inkml:trace contextRef="#ctx0" brushRef="#br0" timeOffset="66258.63">9807 5877 279 0,'0'-11'312'0,"-1"-1"6"16,1 3 2-16,-2 2-15 0,2 7-9 15,-1-13-15-15,1 13-23 0,0-7-26 0,0 7-24 16,0 0-24-16,0 0-7 0,0 0-14 0,0 0 9 0,-8 25-6 15,5-8-9-15,-3 1-9 0,1 6-10 16,-2 2-6-16,2-1-8 0,-1 3 0 0,1 0-3 16,-1-1-7-16,3 0-12 0,-2-1-7 0,3-6-13 15,-1-1-7-15,3-2-6 0,0-1-7 0,2 0-4 16,-1-4-4-16,0 1-8 0,2-3-4 0,3-1-5 0,-2-3-9 16,1 1-14-16,1 1-15 0,2 0-34 15,0-7-32-15,2 2-31 0,0-3-59 0,3-3-45 16,-4 2-52-16,2-2-58 0,1-2-56 0,-2 1-299 15,-1-3-722-15,1-1 319 0</inkml:trace>
  <inkml:trace contextRef="#ctx0" brushRef="#br0" timeOffset="66424.03">9642 6060 135 0,'0'0'270'0,"-9"1"-23"16,9-1-25-16,-5 5-18 0,5-5-15 0,0 0-17 0,0 0-12 15,0 0-18-15,24 4-15 0,-5-6-24 16,10-2-36-16,1 0-49 0,2-3-61 0,4-2-78 0,1 1-195 16,-2-1-341-16,0 1 150 0</inkml:trace>
  <inkml:trace contextRef="#ctx0" brushRef="#br0" timeOffset="66551.14">10138 6029 191 0,'0'0'373'16,"0"0"-28"-16,4 5 9 0,-4-5 15 0,0 0-3 15,2 7-13-15,-2-7-32 0,0 0-28 0,0 0-34 16,0 0-33-16,0 0-42 0,0 0-57 0,0 0-77 0,0 0-100 16,0 0-121-16,13-10-156 0,-13 10-218 0,6-16-588 15,-6 16 261-15</inkml:trace>
  <inkml:trace contextRef="#ctx0" brushRef="#br0" timeOffset="72034.14">10911 5928 64 0,'1'-11'219'0,"1"0"8"0,-1 0-5 0,0 2 3 0,3 1-3 16,-3 1-1-16,-1 7-2 0,0-11-12 0,0 11-7 0,2-8-15 16,-2 8-13-16,0 0-16 0,0-9-15 15,0 9-10-15,0 0-15 0,0 0-13 0,0 0-15 16,0 0 4-16,0 0 3 0,0 0 14 0,0 0-3 15,2 26 0-15,-4-9-10 0,-2 1-7 0,-1 7-3 16,0 0-10-16,-1 0-4 0,0 2 1 0,0 4-2 16,-2-5-8-16,3 0-11 0,1 1-6 0,0-8-4 15,2 0-3-15,-4 1-5 0,5-2-3 0,0-3-1 16,-2 1-7-16,1-5 9 0,4 0-29 0,-4-2 15 16,4-2-2-16,-2 1-1 0,2-1 12 0,-2-7-24 15,2 10-9-15,1-7-13 0,-3-3-11 0,6 8 8 16,-2-4-20-16,4-3-30 0,-8-1-15 0,20-2-27 15,-8-2-28-15,6-3-44 0,-3-1-38 0,4-3-38 16,4-2-26-16,-8 2-26 0,-1-1-163 0,5-7-515 16,-7 6 229-16</inkml:trace>
  <inkml:trace contextRef="#ctx0" brushRef="#br0" timeOffset="72524.42">10808 5978 163 0,'-11'1'205'0,"4"1"-11"16,7-2-15-16,-12 2-19 0,12-2-18 15,-8 3-7-15,8-3-8 0,0 0-8 0,0 0-2 16,0 0-12-16,18 11 0 0,0-8-15 0,4-1-11 0,5 1-1 16,0-3-8-16,3 0-6 0,0 0-9 15,0 1-7-15,-4-2-1 0,2 2-7 0,-9-1-5 16,-1-1-2-16,-5 1-3 0,0 0-4 0,-3 0 0 15,1 0-6-15,-3 1-1 0,-8-1-4 0,10 0-2 16,-10 0 7-16,10 5 8 0,-7-1 7 0,-3-4 15 0,7 9 5 16,-6-5 5-16,0 4 2 0,-1 1 3 15,-1 3-4-15,0-1 0 0,-2 3-6 0,2-3-5 0,-1 0-1 16,1 1-6-16,-2 0-3 0,3 1-5 16,0-2-5-16,3 0-4 0,-2 0 3 0,2-2-7 15,1-1-2-15,1-2 3 0,0 3-6 0,2-2-9 0,-1-1-6 16,-1-1-4-16,1-2-1 0,1 1 0 0,0-1 3 15,-7-3-4-15,14 0 2 0,-6 0 3 0,-8 0-1 16,15-3 2-16,-5-3 3 0,-3 0 0 16,0 0-3-16,-1-3 0 0,-1-2-5 0,-3-1 5 15,0 1-4-15,-1-5-1 0,-2 0 2 0,-1-1 0 0,-4 0 4 16,1 2 2-16,-4-1-5 0,0 3 6 0,1-1-3 16,-3 2 2-16,3 2-5 0,1 0 0 15,0 2-4-15,0 4-13 0,3-1-20 0,-1 1-29 16,5 4-35-16,0 0-34 0,-13 2-33 0,13-2-44 15,-6 11-29-15,3 0-180 0,2-3-454 0,2 3 201 0</inkml:trace>
  <inkml:trace contextRef="#ctx0" brushRef="#br0" timeOffset="72756.63">11747 6078 181 0,'0'0'287'0,"0"-12"10"0,0 12-6 15,-3-11 3-15,3 11-20 0,-3-8-5 0,3 8-25 16,-3-6-32-16,3 6-17 0,0 0-23 16,0 0-18-16,0 0-18 0,0 0-6 0,-10 14-17 0,8-3-12 15,2 1-5-15,-1 6-12 0,-1 1 3 0,0 0-18 16,1 4-4-16,0 2-5 0,1-6-11 0,0-2-17 16,1 1-28-16,0 1-31 0,3-1-42 15,-4 0-35-15,0-3-37 0,0 3-54 0,0-7-45 0,0 0-51 16,0 2-181-16,0-4-511 0,-2-3 226 0</inkml:trace>
  <inkml:trace contextRef="#ctx0" brushRef="#br0" timeOffset="72924.52">11694 5888 99 0,'2'-9'137'0,"-2"9"-13"15,0 0-19-15,0 0-13 0,0 0-37 16,10 25-34-16,-3-8-35 0,3 2-25 0,1 8-58 16,-1 1-105-16,3 2 47 0</inkml:trace>
  <inkml:trace contextRef="#ctx0" brushRef="#br0" timeOffset="73339.86">11916 6300 211 0,'0'0'243'0,"0"0"-14"0,0 0-10 0,0 0-10 0,0 0-11 15,-11-21-13-15,11 12-15 0,0-1-12 0,0 0-18 16,0-2-13-16,5-8-9 0,3 3-12 0,1-7-5 16,1 6-6-16,2 3-6 0,2-6-7 0,0 9-3 15,-4 5-10-15,2-1-6 0,-1 3-9 0,0 3-2 16,3 2-11-16,-1 0 2 0,-1 4-7 16,1 5-5-16,0 4 1 0,1 0-5 0,-3 3 3 0,-2 0 0 15,-2 1-1-15,0 1-3 0,-3-1 8 0,0 0-5 16,-3-1 1-16,-1-4-5 0,0-2 3 0,-1 1 0 15,1-1 6-15,-4-2-2 0,4-1-4 16,0-7-3-16,-6 11 0 0,3-7 5 0,3-4-9 16,-4 6-1-16,4-6-1 0,0 0-6 0,0 0-3 0,0 0 0 15,0 0 5-15,-9-19 3 0,11 10-5 0,1-1-2 16,-1-3 3-16,4-3-6 0,-1 1 1 0,4-2-3 16,2 2 1-16,2-6-3 0,5 1 0 15,-6 8 2-15,-2-1-2 0,0 4-2 0,1 2 1 16,-5 0 0-16,4 4-4 0,-4 1-3 0,-6 2-2 0,16 5 3 15,-7 2 1-15,-2 0 1 0,-1 2-2 0,1 1 4 16,-2 4 2-16,2-4 0 0,-2 5 1 0,-3 2-2 16,2 0 3-16,-4-6-4 0,2 6-13 15,0-5-32-15,-2 0-25 0,-2 5-49 0,0-5-59 0,0-1-66 16,0-1-70-16,-3 1-173 0,5-5-526 0,-4-1 233 16</inkml:trace>
  <inkml:trace contextRef="#ctx0" brushRef="#br0" timeOffset="73575.14">12517 5917 174 0,'0'-11'307'16,"3"0"6"-16,-3 2-4 0,0 9-17 0,0-10-29 16,0 10-27-16,0 0-9 0,0 0 4 0,0 0-13 15,0 0-4-15,0 43-6 0,-5-14-10 0,3 4-10 16,-2 1-16-16,-1 1-11 0,3 1-21 0,-4 11-13 15,-1-2-11-15,0-11-7 0,2 1-14 0,3-3-9 16,-4 0-10-16,3-1-16 0,-1-3-23 0,-3-1-39 16,4-1-55-16,3-5-49 0,-2-4-43 0,2 1-58 15,-4-2-59-15,1-3-49 0,2-2-262 0,-4-1-623 16,3-3 276-16</inkml:trace>
  <inkml:trace contextRef="#ctx0" brushRef="#br0" timeOffset="73790.78">12498 6146 12 0,'13'-11'236'15,"1"1"-2"-15,-4 3-5 0,1 3-5 0,-1 1-14 16,1 3-5-16,0 2 2 0,1 3-9 0,-4-2-13 16,1 7-2-16,-1-3-13 0,-2 2-11 15,-1 1-6-15,-1 2-9 0,-4 0-5 0,2 3-7 0,-4 1-19 16,-3-4-12-16,-3 2-1 0,0 1-19 0,-4-3-25 15,3-3-25-15,-3 3-28 0,-3-2-40 0,6-3-40 16,-8 3-43-16,7-4-52 0,-4 0-63 0,3-2-243 16,-3-1-517-16,5 0 229 0</inkml:trace>
  <inkml:trace contextRef="#ctx0" brushRef="#br0" timeOffset="74318.85">12623 6128 38 0,'1'-7'277'0,"-1"7"-12"0,0 0-11 16,0 0-18-16,0 0 3 0,0 0-3 0,0 0-13 15,0 0-8-15,12 19-3 0,-9-10-32 0,2-1-10 16,-3 1-21-16,1-1-14 0,0 0-12 16,0 3-5-16,-1 1-14 0,0-3-11 0,1 1-8 15,-2-3-11-15,2 0-2 0,-1-3-5 0,-2-4-6 0,0 9-5 16,0-9-5-16,0 8-1 0,0-8 2 0,4 6-16 15,-4-6-6-15,0 0-3 0,0 0-4 0,0 0 7 16,0 0-19-16,0 0 9 0,0 0-1 0,6-17-10 16,0 10-8-16,0-3-6 0,3-6 3 0,3 5 2 15,1-4-1-15,1 2-5 0,-1-2 1 0,0 1-2 16,1 0 3-16,-1 2 6 0,1 0-12 0,-5 3 3 16,-2 0 0-16,3 3 3 0,-4-1-3 0,-2 3 0 15,-4 4-3-15,9-2 6 0,-9 2-3 0,0 0 5 16,12 7 4-16,-10 0 4 0,0 4 12 0,-2 0-1 15,0 5 4-15,-2-3-2 0,2 2-4 0,-2 1 0 16,0-3-2-16,1-1-1 0,1 0-4 0,0-2-2 16,1 2 2-16,1-3-2 0,0 1 6 0,-2-5-6 15,0-5-2-15,4 12 2 0,1-8 1 0,-5-4 9 16,4 3-14-16,-4-3 6 0,11 2-5 0,-11-2-1 16,10-7-3-16,-2 3 0 0,-5-2 6 0,3-1-8 15,1-3 6-15,-4 3 1 0,1-6-3 0,-4 1 4 16,0-3-3-16,0 2 1 0,-2-2-3 0,0-3 3 15,-3 1-9-15,2-1 0 0,-1 0-2 0,1 3-6 16,-1 2 0-16,2 2 0 0,-2 0-14 16,1 1-11-16,1 3-21 0,2 7-30 0,-2-10-35 0,-3 6-46 15,5 4-47-15,0 0-34 0,-7-3-36 0,7 3-190 16,0 0-519-16,0 0 230 0</inkml:trace>
  <inkml:trace contextRef="#ctx0" brushRef="#br0" timeOffset="74825.17">13048 6068 186 0,'0'0'253'0,"0"0"-20"16,0 0-9-16,11 2-7 0,-11-2 8 0,4 5 2 15,-2 0-12-15,1 7-5 0,1 0-16 0,-1 0-19 16,0 5-9-16,1-1-13 0,-2 1-11 0,0-2-12 16,2 0-11-16,-3-2-16 0,3-1-4 0,0-1-14 15,0 0-10-15,2-3-7 0,-2 2 0 0,-4-2-11 16,2-3-2-16,-2-5-2 0,2 9-1 0,-2-9 1 15,3 6 15-15,-3-6 8 0,0 0-17 0,0 0 5 16,0 0 0-16,0 0-10 0,0 0-2 0,20-15-8 16,-18 8 2-16,5-3-12 0,-1 0-2 0,-1-1-21 15,4-2 19-15,0-3-5 0,2 1-10 0,1 0-5 16,1-5-2-16,1 5 8 0,-3 4-15 0,0 1 13 16,0 3-14-16,-2-1 4 0,0 2-10 0,0 3 1 15,-2 1-2-15,0-1 6 0,-7 3 1 0,17 0-5 16,-11 1 3-16,2 2 5 0,-1 0-3 0,1 0-3 15,0-1 1-15,1 3 7 0,-3-3-5 0,-6-2 2 16,18 2 2-16,-18-2 1 0,16-2 4 0,-4-1 6 16,-2 0-2-16,1-2-1 0,-3 0 0 0,3-3-10 15,-5 0 32-15,1-1-20 0,0 2 2 0,-2-2 1 16,-1 0 1-16,0 0 9 0,-4-2-1 0,2 3-3 16,-2-3 8-16,-2 1-7 0,-2 2 5 0,0-1 1 15,-1 2-6-15,-4 0-14 0,4 3 15 0,-1 0 0 16,-3 1-1-16,-3 4 1 0,1 3 0 0,-9 6-4 15,4-1 3-15,-6 6-4 0,-1 0 5 0,3 2-10 16,0 1-4-16,7 3-1 0,3-3 2 0,2-3-18 16,5 1-23-16,1-1-41 0,4-3-47 0,1-1-53 15,5-1-57-15,2-1-69 0,9-2-74 0,-2-5-283 16,4 1-707-16,8-2 313 0</inkml:trace>
  <inkml:trace contextRef="#ctx0" brushRef="#br0" timeOffset="75257.8">14377 5899 51 0,'-2'-11'358'0,"1"1"-10"0,1 3-15 0,0 7-15 0,0-11-36 16,0 11-29-16,0 0-25 0,0 0-2 16,0 0 3-16,0 0-8 0,-8 35-13 0,4-6-16 15,-5 2-9-15,2 3-7 0,-1 13-18 0,0-17-20 0,2 3-10 16,-1 0-15-16,-2-2-8 0,4-1-13 0,2 1-9 16,1-1-3-16,-2-3-25 0,4-3-25 15,-4-7-35-15,4 1-40 0,2-3-46 0,-4-3-43 16,0-2-42-16,0-1-54 0,2-2-45 0,0-7-28 0,-1 9-253 15,-5-5-600-15,6-4 266 0</inkml:trace>
  <inkml:trace contextRef="#ctx0" brushRef="#br0" timeOffset="75790.78">14409 6093 95 0,'16'-11'155'0,"2"-1"-6"0,0 2-9 16,0 0-11-16,-1-1-7 0,1 4-2 0,1-3-4 15,-9 5 1-15,3-2 4 0,-5 0 6 0,1 3 7 16,-1-2-5-16,0-1-10 0,0 0-18 0,-1 0-9 16,-4 0 0-16,1 2-5 0,-1-2-8 0,-1 0-4 15,0-1-9-15,-2 8-5 0,3-9-4 0,-3 9 0 16,1-8 2-16,-1 8-13 0,3-7-5 16,-3 7-10-16,0 0-2 0,0 0-2 0,0 0-2 0,0 0 0 15,0 0-2-15,-9 24-1 0,5-9-4 0,-2 2 0 16,0-1 0-16,0 3-1 0,-1-2-6 0,-1 7-1 15,2-4-8-15,-1-3-10 0,3 8-6 0,0-8-4 16,2-1-7-16,-1 0-4 0,-2-4-4 0,3-2-5 16,-1 2-4-16,3-4-2 0,0-1 4 0,0-7 0 15,0 12 1-15,0-12 8 0,1 9 5 0,-1-9 1 16,4 7 7-16,-4-7 8 0,9 6 6 0,-6-3 6 16,3 1 5-16,-6-4 9 0,13 4 3 0,-1 2 8 15,-1-3 8-15,3 0 4 0,5 1-3 0,-2-2-4 16,2-2-2-16,0 0-2 0,4-2-1 0,-4-1 1 15,4-1-8-15,4-2 0 0,0-1-1 0,-6 0 6 16,-4-1-8-16,2 0 1 0,-3 1 1 0,-1-3-2 16,-1-2-3-16,-5 3 3 0,1 0 11 0,-3 0-3 15,-3-2 4-15,1 0 2 0,-2 0-1 0,-2-6 4 16,-2 8 6-16,-1-1 1 0,1 0 6 0,-6 0 5 16,5 4-6-16,-5-3 4 0,-1 4 1 0,2 1-1 15,-3 0-12-15,-1 2-2 0,-4 3 2 0,1 2-9 16,-5 1-2-16,0 7-6 0,0 1 0 0,4 3-12 15,-6 4-24-15,11-2-28 0,0-1-39 0,2 0-44 16,5 2-60-16,4-3-71 0,5 1-252 0,4-1-552 16,6-4 244-16</inkml:trace>
  <inkml:trace contextRef="#ctx0" brushRef="#br0" timeOffset="76260.73">15619 6419 243 0,'17'-20'258'0,"-2"-2"-13"0,7-2-11 16,-3-4-6-16,6 3-24 0,6-11-22 0,1 0-15 15,-1-1-17-15,1 2-6 0,-8 10-5 0,-1-6-6 16,-1 3-10-16,-3-1 4 0,-3 1 2 0,-1 4 0 16,-2 0-2-16,-6 7 1 0,-1-1-2 0,-2 4-3 15,-1 2 1-15,-1 1-3 0,1 2-3 0,-3 0-8 16,0 9-3-16,-5-13-23 0,0 8 2 0,5 5-14 16,-16-5-27-16,6 7 7 0,-3-1-12 0,-3 6-2 15,-2 0-7-15,3 3-10 0,0 1-6 0,3-1-6 16,1 3-13-16,6 0-5 0,0 2-16 0,5-3-5 15,0 6-13-15,4 1-12 0,2-2-1 0,3 1 4 16,7 6 4-16,-2 0 3 0,4-2 4 0,1-1 5 0,-3-2 6 16,1 0-3-16,-3-5 8 0,0-1-2 15,-2 0 5-15,-2 1 1 0,-5-3 4 0,1-1 8 16,-3 0 4-16,-1-1 6 0,-2 0 0 0,-1-1 5 16,-3 1 3-16,-6 1-7 0,2-3 3 0,-6 2-8 15,-2-1-21-15,-1-4-12 0,3 1-20 0,1-3-25 16,1 1-29-16,0-2-48 0,-1-2-59 0,4-2-66 15,-1 0-190-15,5-4-512 0,-1-1 227 0</inkml:trace>
  <inkml:trace contextRef="#ctx0" brushRef="#br0" timeOffset="76508.95">16289 5870 318 0,'1'-4'321'0,"-1"4"-8"0,2-12-13 0,-2 12-29 15,2-5-26-15,-2 5-28 0,0 0-11 0,0 0-9 16,0 0 2-16,0 0-4 0,2 32-7 0,0-13-7 0,-4 6-6 16,2 3-13-16,-1-2 3 0,-2 1-23 15,2-1-15-15,-1 3-14 0,-1-1-8 0,0 1-13 16,0-2-6-16,0 1-9 0,-2-4-1 0,3-6-11 16,-1 1-3-16,-1-3-29 0,2-5-32 0,-2 1-44 15,1-1-46-15,0-4-36 0,1 1-37 0,1-2-39 16,1-6-46-16,-4 9-44 0,4-9-30 0,-5 5-205 15,5-5-570-15,0 0 253 0</inkml:trace>
  <inkml:trace contextRef="#ctx0" brushRef="#br0" timeOffset="76940.78">16158 6115 13 0,'-2'-6'209'0,"2"6"-14"0,0 0-18 0,0-12-11 15,0 12-14-15,9-8-11 0,2 5-10 0,2-1-15 16,5 0-12-16,4-1-5 0,4 0-13 0,2 3-7 15,1-1-9-15,0 0-4 0,-3-2-4 0,-6 3-12 16,8 2-5-16,-7-2 1 0,-3-2-8 0,-1 2-3 16,-4 0-4-16,-1 1 0 0,-2 1-3 0,-4 0 12 15,1-3 12-15,-7 3 14 0,10 0 9 0,-10 0 13 16,0 0-1-16,0 0 1 0,0 0 1 0,0 0 11 16,-3 14-7-16,-8-8-5 0,-3 5-4 0,-3 2-4 15,0 1-9-15,2 0 2 0,1 0-10 0,0-1-7 0,4 1-8 16,1-2-5-16,3-1 0 0,2 0-11 15,1-2-1-15,3 2-7 0,0-2-14 0,2-2-18 16,0-1-4-16,4-2-8 0,-1 2-2 0,2-2-1 16,-2-1-3-16,3-1-2 0,1-2 3 0,-9 0 2 15,14-2-1-15,-8 0 8 0,2-3-4 0,-2 1 2 16,-1 1 4-16,2-6 6 0,-2 1-4 0,1 0 5 16,-2-1-1-16,-3 1 4 0,3-2 4 0,-3 4 6 15,2-1 10-15,-3 7 1 0,2-10 0 0,-2 10-3 16,0 0-1-16,3-9-1 0,-3 9-6 0,0 0-2 15,0 0 5-15,0 0 5 0,0 0 0 0,1 26-5 16,-1-16 3-16,-1 3-4 0,1 2 4 0,1 3-22 16,-1-1-22-16,0 0-31 0,2-1-53 0,-1-4-56 15,3 3-62-15,1-2-52 0,0-3-155 0,3 1-478 16,-2-4 211-16</inkml:trace>
  <inkml:trace contextRef="#ctx0" brushRef="#br0" timeOffset="77357.35">16765 5911 113 0,'3'-9'272'0,"-1"2"-11"0,0 3-24 0,-2 4-22 0,2-8-13 16,-2 8-2-16,0 0 3 0,0 0-1 0,-2 26-8 15,-3-8-15-15,1 0-8 0,-3 7-2 0,2 2-24 16,-2 1-12-16,-2 3-8 0,2-4-10 0,1-1-7 15,1-7-12-15,0 0-10 0,1-5-5 0,-2 2-5 16,3-4-10-16,0-2-5 0,1-4-7 0,1 0-1 16,1-6 2-16,-4 8-16 0,4-8-3 0,0 0 5 15,-2 9-4-15,2-9-4 0,0 0-4 0,0 0-17 16,0 0 9-16,0 0-7 0,21-15-9 0,-10 9-5 16,6-4-5-16,3 4-2 0,-1 2-3 0,0-2 3 15,-2 3 1-15,-2 1-1 0,-2 0 1 0,0 2-6 16,0 0 7-16,-4 3 0 0,0 1-3 0,-1 2 0 15,-2 0 1-15,-2 3 16 0,-3-1 13 0,-2 3 10 16,-2-1 2-16,-4 1 4 0,-5 2 10 0,-2 2-7 16,-1-3-2-16,-8 5-4 0,2-3 0 0,2-3-10 15,0 0 2-15,-4-1-7 0,6-2-19 0,2-1-27 0,1-4-12 16,4 0-30-16,1-1-47 0,-3 0-51 16,5-2-72-16,7 0-85 0,-11-3-257 0,11 3-628 15,-5-11 278-15</inkml:trace>
  <inkml:trace contextRef="#ctx0" brushRef="#br0" timeOffset="77540.47">17030 6095 192 0,'4'-3'301'0,"0"-2"-9"0,-4 5-13 16,6-5-15-16,-6 5-8 0,0 0-22 0,9-2-17 16,-9 2-19-16,0 0-2 0,0 0-8 0,5 19-15 15,-4-9-21-15,2 0-5 0,-3 3-15 0,1-1-9 0,-1 1-15 16,-1 4-5-16,1-2-10 0,-1-2-39 15,-1 0-34-15,1-1-45 0,1-1-51 0,-1 1-53 16,-1-1-56-16,1-2-63 0,-1-1-42 0,-1 0-172 16,3-8-500-16,-8 10 222 0</inkml:trace>
  <inkml:trace contextRef="#ctx0" brushRef="#br0" timeOffset="77693.08">16966 5879 137 0,'-4'-3'217'0,"4"3"-34"0,-10-6-48 0,10 6-59 15,0 0-46-15,-8 0-50 0,8 0-47 0,0 0-49 16,0 0-125-16,0 0 56 0</inkml:trace>
  <inkml:trace contextRef="#ctx0" brushRef="#br0" timeOffset="77928.31">17312 5867 269 0,'0'0'264'0,"3"-14"1"16,-3 8 2-16,0 6 5 0,0-12-4 0,0 12 1 15,0-8-20-15,0 8-4 0,0-9-25 0,0 9-26 16,0 0-17-16,0 0-21 0,0 0 9 0,0 0-5 16,0 0-6-16,0 29-17 0,-4-12-7 0,3 8-12 15,-3 1-11-15,-1 2-4 0,1-1-15 0,-1-1-9 16,0 0-9-16,1 1-6 0,0 2-4 0,0-5-17 15,-1 2-32-15,3-2-44 0,-1-4-35 0,-1-4-43 16,3 0-49-16,0-3-56 0,-1-2-51 0,2-1-55 16,2-3-250-16,-2-7-619 0,6 8 275 0</inkml:trace>
  <inkml:trace contextRef="#ctx0" brushRef="#br0" timeOffset="78107.56">17476 6053 21 0,'4'-6'283'0,"-1"2"-9"15,0-1-6-15,-3 5-11 0,4-9-16 0,-4 9-14 16,0 0 0-16,0 0 2 0,0 0-6 0,0 0-18 16,0 24-13-16,-3-14-19 0,1 6-14 0,-1 2-21 15,-1-1-6-15,1 0-17 0,0 1 2 0,1-3-23 16,0 0-22-16,1-1-35 0,1-2-37 0,-1 0-40 16,1-1-61-16,-2-1-58 0,2-1-69 0,2-2-57 15,-2-7-194-15,0 11-518 0,0-11 229 0</inkml:trace>
  <inkml:trace contextRef="#ctx0" brushRef="#br0" timeOffset="78256.1">17491 5909 146 0,'0'0'203'15,"-5"-7"-22"-15,5 7-16 0,0 0-33 0,0 0-44 16,0 0-53-16,0 0-52 0,-14 12-52 0,14-12-75 0,0 0-156 15,0 0 69-15</inkml:trace>
  <inkml:trace contextRef="#ctx0" brushRef="#br0" timeOffset="78495.45">17758 5797 168 0,'2'-6'296'0,"-2"6"8"16,-2-11-5-16,2 11-17 0,0 0-21 0,2-10-25 15,-2 10-24-15,0 0-2 0,0 0 5 0,0 0 10 16,-3 26 4-16,2-8-14 0,-4 2-9 0,1 6-11 16,-1 2-14-16,-2-2-17 0,3 1-16 0,-1-1-13 15,-1 6-11-15,1-6-17 0,-1 0 2 0,3 0-15 16,-1-7-12-16,-6 4-4 0,7-4-23 0,-2 0-47 16,0-2-40-16,3-6-35 0,0 0-51 0,0-1-52 15,-1-1-54-15,2-1-56 0,1-8-55 0,-3 11-267 16,3-11-653-16,0 0 289 0</inkml:trace>
  <inkml:trace contextRef="#ctx0" brushRef="#br0" timeOffset="79107.59">17669 6025 23 0,'0'0'213'0,"2"-4"-13"0,-2 4-5 15,0 0-10-15,0 0-10 0,6-7-16 0,-6 7 0 16,6-3-12-16,-6 3-6 0,14-1-4 0,-5 1-2 15,3-1-11-15,-12 1-8 0,17 1-10 0,-6 0-7 16,-4-1-8-16,-7 0-5 0,16 3-8 0,-10-3 2 16,0 3 8-16,2-1-4 0,0 0-9 0,-8-2 9 15,14 6 6-15,-8-1-4 0,-1 2 6 0,2 1-7 16,-4-1 3-16,1 2-12 0,2 2-3 0,-3 0-6 16,2 0-5-16,-2-3-8 0,-1 1-2 0,2-3-8 15,0 3 0-15,0-3-12 0,0-2 2 0,-4-4-1 16,11 9 1-16,-4-5-6 0,-1-4 0 0,2 0-4 15,-8 0 1-15,16-4-11 0,-9 3 8 0,-1-3 0 16,4-1 4-16,-3 1-15 0,-1-5 2 0,1 3-6 16,-2-2 4-16,2 0 7 0,-3-1 12 0,0 2 1 15,0 0-3-15,0 1 3 0,0-1 5 0,-1 1-5 16,-3 6-3-16,7-7 3 0,-5 0-2 0,-2 7-7 16,3-5 1-16,-3 5-12 0,0 0-1 0,0 0 2 15,0 0 2-15,0 0 3 0,10 18 22 0,-11-4 2 16,1 5 3-16,-3 7-7 0,1 1 17 0,-2 3-3 15,-3 2 3-15,0-1-7 0,0 1 3 0,-3 16-2 16,0-16-8-16,2 1-1 0,3 2-5 0,-3-2-1 16,1-1-1-16,-2 0-6 0,0-1-2 0,0-1 4 15,1-4-2-15,-1 1 2 0,2-2 4 0,-2 0-2 16,0-7 0-16,1-1 3 0,-1 0 3 0,-1-3 1 16,2-2 3-16,1-1-8 0,-1-5 4 0,-3 3-6 15,2-3-1-15,-3-2-1 0,-6 2-2 0,-1-4-3 16,2-4-3-16,-4-4-3 0,1 1-9 0,0-2-3 15,3-3-9-15,2 0-10 0,0-4-7 0,2-2-5 16,4-4-6-16,0-5-3 0,4-2-7 0,6-4-9 16,6 0 1-16,5 1-2 0,4-1 0 0,13-8 4 0,-6 13 8 15,13-7-7-15,1 3-13 0,-8 7-25 0,11-7-23 16,2 6-27-16,2-1-32 0,-10 8-28 16,11-2-46-16,-9 6-49 0,13-10-42 0,-11 11-302 15,-5-1-685-15,3-1 303 0</inkml:trace>
  <inkml:trace contextRef="#ctx0" brushRef="#br0" timeOffset="79243.09">18427 6147 157 0,'0'0'410'0,"9"3"-25"16,-9-3-23-16,0 0 4 0,2 6 18 15,-2-6 12-15,0 0-3 0,0 0-28 0,0 0-31 16,0 0-35-16,0 0-28 0,0 0-29 0,0 0-25 0,-15 4-26 16,15-4-39-16,0 0-52 0,0 0-74 0,0 0-87 15,0 0-102-15,0 0-122 0,0 0-140 0,0 0-261 16,0 0-744-16,-23-10 330 0</inkml:trace>
  <inkml:trace contextRef="#ctx0" brushRef="#br0" timeOffset="86627.25">8022 7415 195 0,'-4'-6'302'0,"1"0"-14"15,3 6-5-15,-5-10-9 0,5 10-24 0,-4-7 0 16,4 7-9-16,-2-6-17 0,2 6-17 0,0 0-18 16,0 0-10-16,0 0-13 0,-2-10-19 0,2 10-2 15,0 0-23-15,0 0-11 0,0 0-7 0,0 0-22 16,0 0-2-16,0 0-11 0,0 0-9 0,0 0 4 15,0 0-17-15,0 0-7 0,0 0-5 0,0 0 3 16,7 23-9-16,-3-12-2 0,-2 0 2 0,2 5-5 16,4-1-7-16,-3 2 3 0,-1-6-3 0,2 5-5 15,-2-3-5-15,2 3 6 0,0 1 4 0,0 0-5 16,-2 0-2-16,1 0 0 0,0-1 16 0,-1-5-16 16,-1 0-6-16,0-1-3 0,1 0-1 0,-2-1 4 15,1-3 6-15,-1 1-4 0,1 3-1 0,0-5 14 16,-2 0-10-16,2 1-6 0,-3-6 8 0,2 10-8 15,-2-10-2-15,5 4 1 0,-5-4 2 0,3 5 4 16,-3-5-3-16,0 0-2 0,3 6-6 0,-3-6 8 0,0 0 3 16,0 0 7-16,0 0-1 0,0 0-14 15,0 0 2-15,0 0-3 0,9-15 0 0,-3 5 1 16,-1 0 6-16,1-6-21 0,0-2 7 0,2 0 8 16,0-6 1-16,2 0-3 0,-2 0 14 0,2 1-19 15,0 0 17-15,-4-3-12 0,1 9 3 0,-1 1-14 0,-1-1 7 16,2 2 4-16,-3 3-3 0,-1-5 7 15,0 9-2-15,-2-3 3 0,2 4 13 0,-1-2-1 16,-2 9-1-16,4-10-2 0,-2 4-8 0,-2 6 2 16,3-9 3-16,-3 9-1 0,2-6-7 0,-2 6 2 0,0 0-1 15,1-8-1-15,-1 8-7 0,0 0-9 16,0 0-16-16,5-5-19 0,-5 5-30 0,0 0-29 16,0 0-15-16,0 0-24 0,0 0-28 0,0 0-41 15,12 13-37-15,-7-9-50 0,0 6-224 0,2-2-570 16,0 1 253-16</inkml:trace>
  <inkml:trace contextRef="#ctx0" brushRef="#br0" timeOffset="86946.13">8459 7674 278 0,'-8'-15'294'0,"8"15"1"0,-5-5 2 16,5 5-5-16,-4-5-2 0,4 5-25 0,0 0-14 0,0 0-15 16,-4-7-17-16,4 7-36 0,0 0-7 0,0 0-18 15,0 0-22-15,0 0-18 0,0 0-19 16,0 0-4-16,0 0-10 0,0 0-13 0,0 0-7 16,0 0 0-16,-4 22-2 0,3-12-8 0,0 2-3 0,1-1-5 15,-3 2-8-15,-1 2 6 0,4-2-10 16,-1 2-1-16,-1 3-4 0,0-2-4 0,2 0-4 0,-1-6-1 15,1 2 2-15,1-1-5 0,-3-1 3 16,3-1-12-16,-2-1-8 0,1-8-18 0,-1 14-25 0,1-8-22 16,0-6-30-16,-2 12-29 0,2-12-34 0,-1 11-42 15,-2-6-31-15,3-5-45 0,-4 7-27 0,4-7-200 16,-6 4-542-16,6-4 240 0</inkml:trace>
  <inkml:trace contextRef="#ctx0" brushRef="#br0" timeOffset="87362.39">8397 7624 123 0,'0'-6'232'0,"1"-1"-10"15,3-1-7-15,1-2-16 0,1 2-8 0,-1 4-7 16,5-3-13-16,-1 0-12 0,2 1-11 0,3 2-7 16,-1 1-12-16,1-1-10 0,-1 2-15 0,2-1-9 15,-3 3-10-15,-1-3-10 0,2 5-6 0,-1 2-8 16,-3-1-3-16,1 3-5 0,-2-2-1 0,-1 2 9 15,-2 3-3-15,0-3 0 0,0 3 0 0,-2 3 3 16,-2-2-5-16,-1 1-1 0,-1 0-5 0,0-2 0 16,-4 3-1-16,0-1-7 0,1-1-3 0,-1 0-8 15,0-1 0-15,1 1-5 0,0-5-2 0,1 2-4 16,3-7-3-16,-5 10-6 0,4-6-9 0,1-4-8 16,-1 13 2-16,1-13 1 0,0 12 0 0,2-5 1 15,1-1-6-15,-1 2 1 0,2-3 3 0,0 2-2 16,0 2 0-16,2 0 1 0,-3-3-2 0,2 3 1 15,1 0-1-15,-3-3-3 0,-1 2 1 0,1 0 0 16,-3-1 5-16,0-7-2 0,0 12 1 0,0-12-2 16,-4 13 0-16,0-7-1 0,-2-1 5 0,0 0 0 15,-3 1 2-15,-2 0-1 0,0-1-3 0,-2 1-3 16,-1-2-10-16,-1-1-4 0,-1-2-23 0,6 2-23 16,0-3-26-16,-2 0-39 0,2-1-51 0,4-2-47 15,6 3-224-15,-13-5-493 0,10-1 219 0</inkml:trace>
  <inkml:trace contextRef="#ctx0" brushRef="#br0" timeOffset="87690.79">9173 7587 126 0,'0'0'316'0,"-9"-11"-1"0,9 11 0 0,0 0-2 16,0 0-13-16,0 0-14 0,0 0-25 0,-5-6-25 15,5 6-20-15,0 0-16 0,0 0-6 0,0 0-29 16,0 0-6-16,0 0-19 0,0 0-15 0,0 0-9 0,0 0-16 15,14-7-10-15,-2 5-5 0,-1 1-16 0,6 0-26 16,0-3-3-16,2 3-35 0,-6 0-37 0,2-2-45 16,-3 3-56-16,0 0-62 0,-4 0-62 15,2-1-57-15,-10 1-221 0,11 1-579 0,-11-1 256 16</inkml:trace>
  <inkml:trace contextRef="#ctx0" brushRef="#br0" timeOffset="87857.4">9153 7684 126 0,'-6'4'280'0,"6"-4"-11"0,-5 4-7 16,5-4-6-16,0 0-2 0,0 0-19 0,0 0-14 15,0 0-21-15,0 0-20 0,0 0-17 16,16 7-15-16,-5-7-27 0,1-2-38 0,2 0-44 16,0 0-55-16,-3-1-74 0,8 3-74 0,1-4-83 0,-10 4-140 15,1 0-419-15,-1 0 185 0</inkml:trace>
  <inkml:trace contextRef="#ctx0" brushRef="#br0" timeOffset="89841.75">24003 9849 63 0,'0'0'55'0,"0"0"-3"16,0 0 0-16,0 0-18 0,0 0-6 0,0 0-8 16,0 0-22-16,0 18-49 0,0-18-55 0,-5 11 26 15</inkml:trace>
  <inkml:trace contextRef="#ctx0" brushRef="#br0" timeOffset="94708.89">10102 7380 2 0,'0'0'117'0,"0"0"1"0,0 0-8 15,0 0 4-15,0 0-4 0,0 0 0 0,0 0-3 16,0 0 1-16,1-9-5 0,-1 9-7 0,0 0-3 15,0 0-3-15,0 0-5 0,0 0-1 0,0 0 0 16,0 0-2-16,0 0 2 0,0 0-5 0,0 0-2 16,0 0-4-16,0-10 0 0,0 10-6 0,0 0 1 15,0 0-3-15,0 0-6 0,0 0-8 0,0 0-1 16,0 0 1-16,-3-7 1 0,3 7-3 0,0 0-4 16,0 0-4-16,-3-6-4 0,3 6 1 0,0 0 5 15,-4-9-2-15,4 9 4 0,-4-6 1 0,4 6 3 16,0 0 0-16,-1-8 1 0,1 8-7 0,0 0-2 15,-4-10-7-15,4 10 1 0,-2-9 2 0,2 9 5 16,-4-6 2-16,4 6 4 0,-4-4-6 0,4 4 1 16,0 0-7-16,0 0-1 0,-4-7-2 0,4 7-6 0,0 0-3 15,0 0-8-15,0 0-3 0,0 0 0 16,0 0-8-16,0 0-2 0,0 0 14 0,0 0-13 16,10 17-2-16,-7-5 3 0,5 3 1 0,-3 2-3 15,0 3 1-15,1 0-1 0,3 4-1 0,3 1-1 16,-3 0 6-16,1-1-7 0,-1 1 3 0,-4-7 2 15,1 0-2-15,3 5 0 0,1 1 2 0,-3-7 1 0,-2-1 0 16,1-1-3-16,1-5 1 0,-2 0-1 16,-1 1 0-16,1 0-2 0,-5-5 3 0,4 3 0 15,-2-3 2-15,2 0 5 0,-4-6-8 0,6 11-3 0,-6-11 2 16,3 5-2-16,-3-5 9 0,1 6-3 16,-1-6 1-16,0 0-3 0,0 0 10 0,3 6 6 15,-3-6 14-15,0 0 0 0,0 0-4 0,0 0 4 0,0 0-9 16,0 0 2-16,11-22-1 0,-7 13-10 0,-1-4 3 15,3-3 1-15,0-2 11 0,1-3-30 0,-1-3 5 16,3-3-2-16,-2 8 4 0,0-5-3 0,-2 5 0 16,2-5-7-16,2 0 4 0,-3 7-3 15,-2-2 1-15,0 2-1 0,0 6 34 0,-2-2 9 0,2 2-18 16,1 0-7-16,-4 3 14 0,2 1-14 0,-2 0 4 16,-1 7 0-16,3-11-2 0,-3 11 2 0,1-7-3 15,-1 7-4-15,4-7-3 0,-4 7 1 0,2-6-1 16,-2 6-5-16,0 0-1 0,0 0-2 0,0 0 3 15,2-7 3-15,-2 7-16 0,0 0 14 0,0 0-3 16,0 0-4-16,0 0-17 0,0 0-17 0,0 0-20 16,0 0-28-16,0 0-27 0,0 0-24 0,0 0-23 15,0 0-18-15,0 0-22 0,0 0-30 0,0 0-21 16,0 0-15-16,1 26-201 0,-1-17-501 0,1 1 221 16</inkml:trace>
  <inkml:trace contextRef="#ctx0" brushRef="#br0" timeOffset="95574.57">10704 7567 64 0,'0'0'135'16,"0"0"-7"-16,0 0 6 0,0 0-7 0,0 0 0 15,0-10-1-15,0 10-2 0,0 0 2 0,0 0 0 16,0 0 2-16,0 0 1 0,0 0-4 0,0 0-7 15,0 0-7-15,-6-12-8 0,6 12-7 0,0 0-2 16,-8-3 3-16,8 3-1 0,-6-4-3 0,6 4-6 16,0 0-8-16,-14 1-3 0,14-1-3 0,-12 3 1 15,6-1 4-15,-1 1-7 0,-4-1-6 0,2 3-6 16,2-2-6-16,-3 1-5 0,0 5 1 0,2-2-6 16,-1-1-3-16,1 2-5 0,1 1-1 0,1 1-6 15,0-2-3-15,1 2-6 0,2-2 3 0,0 1-8 16,1-1 0-16,2 2 3 0,0 0-5 0,2-5-2 0,-1 5 5 15,6 1-3-15,-2-4-2 0,2 3-2 16,3-1-3-16,0-3 0 0,-3 1 1 0,2-1-4 16,3 0 3-16,-2-2-5 0,-1 0 1 0,2-1 2 15,0 1-4-15,-4-2-1 0,1-1-1 0,3 1-3 16,-4 1 3-16,-1-1-3 0,-6-2 5 0,13-1-2 16,-13 1 2-16,10-1-5 0,-10 1 4 0,8-2-1 15,-8 2-3-15,0 0 2 0,9-4 3 0,-9 4-1 16,0 0 6-16,5-7-4 0,-5 7 1 0,0 0 1 15,0 0 10-15,0 0-5 0,-1-9 3 0,1 9 3 0,0 0 7 16,0 0-6-16,-14-4 7 0,14 4 1 16,-11 2 1-16,1 0-1 0,0 1 3 0,1 2-5 15,-4 3 1-15,-2-1 9 0,1-2 1 0,0 4-1 16,-3 2-1-16,4-4-2 0,1 5 3 0,-2-3 4 0,5-1 4 16,0 2-5-16,0-1 1 0,2-2-7 15,1 3-8-15,1-3 3 0,0 1 2 0,0-1-2 16,2 0-1-16,2 1-3 0,1-8-2 0,1 11-7 15,-1-11 4-15,1 13-3 0,3-7 13 0,2-1-14 0,0 0 1 16,1-1-8-16,2 1-1 0,3-2-12 0,-2-2-9 16,4 2-23-16,-1-6-16 0,0 2-39 0,1-2-34 15,0 2-39-15,-2 0-43 0,4-6-46 0,2 4-39 16,-7-3-209-16,3 2-550 0,0-3 244 16</inkml:trace>
  <inkml:trace contextRef="#ctx0" brushRef="#br0" timeOffset="95890.16">10997 7673 135 0,'0'0'272'0,"-7"-4"-4"0,7 4-3 0,0 0-12 0,0 0-13 16,-5-5-16-16,5 5-15 0,0 0-18 0,0 0-13 16,0 0-14-16,-9-1-7 0,9 1-13 0,0 0-14 15,0 0-10-15,0 0-4 0,0 0-15 0,0 0-15 16,0 0-8-16,23-6-6 0,-10 5-1 0,4 0-8 16,0-1-5-16,2 0-12 0,1 0-21 0,0 0-10 15,-2-1-22-15,1 3-27 0,-1-2-28 0,1 2-24 16,-6-4-37-16,-1 2-41 0,-2 1-27 0,3-1-37 15,-2 0-37-15,-4 0-156 0,-7 2-454 0,10-7 201 16</inkml:trace>
  <inkml:trace contextRef="#ctx0" brushRef="#br0" timeOffset="96124.26">11150 7519 212 0,'-6'-3'249'0,"6"3"-7"15,0 0-1-15,0 0-8 0,0 0-8 0,0 0-6 16,-9 8 0-16,5-1-2 0,0 0-5 0,2 4-1 16,-2 1-19-16,1-1-7 0,1 5-8 0,-2-1-20 15,2-4-18-15,-1 6-9 0,0-3-13 0,-1 5-8 16,3-2-12-16,0-2-8 0,-1-1-7 0,2 3-27 16,-1-4-40-16,1-2-40 0,-1 2-40 0,1 0-50 15,0-3-58-15,1 2-51 0,0-5-56 0,2 5-244 16,-2-5-568-16,3 0 252 0</inkml:trace>
  <inkml:trace contextRef="#ctx0" brushRef="#br0" timeOffset="96540.32">11600 7424 208 0,'0'0'346'15,"4"-7"-11"-15,-4 7-3 0,2-7-10 0,-2 7-23 16,2-6-27-16,-2 6-21 0,0 0-29 0,0 0-19 16,0 0-28-16,0 0-17 0,0 0-7 0,7 19-8 15,-1-4-12-15,-3 1-16 0,6 8-4 0,-6-5 0 16,-1-1-16-16,6 8-11 0,-4 1-3 0,6-3-15 16,-8-4-5-16,2-1-4 0,3 5-1 0,-3-7-14 15,0-1 8-15,-1 1-6 0,2-7-4 0,-2 3-11 16,-2-3 1-16,2 1-5 0,-1-2 0 0,1-3-21 0,-2 0 21 15,-1-6 0-15,4 11-8 0,-4-11-6 0,5 7 9 16,-5-7 11-16,3 2 6 0,-3-2-8 16,0 0 0-16,0 0-5 0,24-16 2 0,-12 3 0 15,3-2 2-15,-4 0-10 0,7-10-4 0,-2 2 1 0,0-1 1 16,4 0-2-16,-2-2-6 0,0 0-2 0,-2 0-3 16,0 2 2-16,-1 1-3 0,-5 8-11 15,-2-2 17-15,-1 3-3 0,-1 4-3 0,-3 1-6 16,2 2-2-16,-3 2-19 0,-2 5-23 0,6-10-37 0,-6 10-35 15,5-8-36-15,-5 8-26 0,0 0-27 0,0 0-19 16,0 0-23-16,0 0-33 0,-21 20-32 0,11-8-217 16,1 2-577-16,4-3 256 0</inkml:trace>
  <inkml:trace contextRef="#ctx0" brushRef="#br0" timeOffset="96790.99">11937 7616 121 0,'0'0'257'0,"8"2"-10"16,-8-2-3-16,0 0-8 0,0 0-13 0,0 0-12 0,2 7-4 16,-2-7 14-16,0 10 4 0,0-3 2 0,0 5-19 15,-2-2 6-15,2 1-20 0,-2 1-16 0,2 4-9 16,-3-4-18-16,2 0-9 0,-3 3-20 16,2-3-5-16,4 4-7 0,-6 0-12 0,4-3-13 0,0-4-8 15,0 2-4-15,0 1-10 0,0-3-5 0,0 2-1 16,0-1-38-16,0-2-21 0,0-8-37 0,2 11-36 15,-4-4-39-15,2-7-39 0,0 10-39 0,0-10-40 16,-2 9-45-16,2-9-26 0,-3 6-226 0,3-6-571 16,-5 3 253-16</inkml:trace>
  <inkml:trace contextRef="#ctx0" brushRef="#br0" timeOffset="97189.93">12000 7601 14 0,'8'-8'230'0,"-2"0"-3"0,3 4-5 16,-3 0-3-16,2 1-5 0,-2 2-13 0,-6 1-2 16,17 0-10-16,-11 3-9 0,-6-3-5 0,13 5-3 15,-6-3-9-15,1 3-14 0,-2-2-9 0,-1 2-8 16,-1 2-12-16,2 2-3 0,-5-1-12 0,1 3-6 16,-2-2-16-16,-2 4 5 0,1-2 2 0,-3-1-23 15,-1 2-4-15,1-3-8 0,0 2-9 0,-1-4-10 16,1-1-7-16,1 0-20 0,3-6-10 0,-5 12-14 15,3-8-12-15,2-4-7 0,-1 10-9 0,1-10-2 16,0 0-1-16,4 10 4 0,-4-10 8 0,10 7-1 16,-4-5 7-16,-2 3-1 0,3-1 9 0,-1-1-1 15,4-1 0-15,-6 2-1 0,-4-4 2 0,11 5 6 16,-7-1 1-16,4 1-1 0,-6-1 6 0,-2-4 13 16,6 10 6-16,-5-4 8 0,-1-6 6 0,-1 11 6 15,1-11 6-15,-6 13 1 0,4-8 2 0,-4 0-2 16,2 0-4-16,-2 1 5 0,-1-2-11 0,3-1 2 15,-6 3-1-15,0 0 2 0,1-2-14 0,2-1-16 16,-3 1-19-16,4-2-30 0,6-2-31 0,-11 6-35 0,4-5-48 16,7-1-52-16,-9 5-62 0,9-5-199 15,0 0-512-15,0 0 227 0</inkml:trace>
  <inkml:trace contextRef="#ctx0" brushRef="#br0" timeOffset="97624.06">12486 7640 98 0,'0'0'280'0,"0"0"4"0,0-7 7 0,0 7-1 15,0 0-18-15,0 0-16 0,0 0-11 0,0 0-24 16,-26 12 11-16,18-4-29 0,-2-1-12 16,-1 6-7-16,-2 0-19 0,9-3-12 0,-4 0-16 15,1 2-11-15,-1-2-15 0,4 0-13 0,0 2-8 16,1-2-11-16,0-1-2 0,3 1-24 0,1-2-12 15,2 2 10-15,1-2-1 0,1-1-9 0,4-1-4 16,-2 0-6-16,2-2-2 0,4 0-11 0,-4-1-2 16,4-1-8-16,-8-1 8 0,6 2-7 0,-2-2-7 0,-2-1 1 15,-7 0 5-15,14 0-3 0,-14 0-1 0,10 1-1 16,-10-1-3-16,9-2 7 0,-9 2 10 0,0 0-12 16,0 0 0-16,0 0 10 0,0 0 2 15,0 0 1-15,0 0 5 0,0 0 2 0,0 0-4 0,-34 6-2 16,22 1 4-16,-5-3 9 0,2 5 14 0,-3 0 3 15,1 1 2-15,2-1-3 0,-2 2 15 0,1 2 2 16,3-3 1-16,-1 4-7 0,5-6-3 0,0 2-7 16,2-1 2-16,2-1-6 0,1 0 3 0,2-1-3 15,2 0 0-15,0-7 0 0,4 13-2 0,6-6-4 16,-2-2 0-16,3 2-2 0,1-4-3 0,5 0-15 16,2 0-13-16,0-3-17 0,2-2-29 0,-1-2-30 15,8 2-43-15,-9-2-56 0,-4 4-54 0,-3 0-73 16,-3-2-77-16,-1 0-375 0,-2 0-811 0,-6 2 359 15</inkml:trace>
  <inkml:trace contextRef="#ctx0" brushRef="#br0" timeOffset="98777.52">23745 9762 52 0,'0'0'86'0,"0"0"-2"0,0 0 5 0,0 0-3 16,0 0-1-16,0 0-8 0,0 0-12 0,0 0-3 0,0 0-22 15,0 0 11-15,0 0-8 0,0 0-2 0,0 0-15 16,0 0-5-16,0 0-6 0,0 0-17 15,0 0-2-15,0 0-18 0,0 0-3 0,0 0-23 16,0 0-28-16,1 22-49 0,-1-22-134 0,1 12 59 0</inkml:trace>
  <inkml:trace contextRef="#ctx0" brushRef="#br0" timeOffset="99205.56">23622 12666 57 0,'0'0'142'0,"0"0"-19"0,0 0-7 16,0 0-12-16,0 0-9 0,0 0-6 0,6 3-8 16,-6-3-6-16,0 0-9 0,0 0-6 0,7 3-10 15,-7-3-12-15,0 0-8 0,0 0-38 0,0 0-22 16,10 1-24-16,-10-1-40 0,0 0-63 0,8-5-170 16,-8 5 76-16</inkml:trace>
  <inkml:trace contextRef="#ctx0" brushRef="#br0" timeOffset="101399.53">27011 11021 14 0,'0'0'79'15,"0"0"0"-15,0 0-15 0,0 0-8 0,0 0-2 16,0 0-9-16,0 0-6 0,0 0-11 0,0 0-3 15,0 0-15-15,0 0-5 0,5-3-21 0,-5 3-29 0,0 0-29 16,0 0-78-16,0 0 35 0</inkml:trace>
  <inkml:trace contextRef="#ctx0" brushRef="#br0" timeOffset="101807.48">27645 10305 79 0,'0'0'88'16,"0"0"-13"-16,0 0-11 0,0 0-15 0,0 0-14 16,0 0-17-16,0 0-9 0,0 0-18 0,0 0-28 15,0 0-26-15,0 0-66 0,0 0 29 0</inkml:trace>
  <inkml:trace contextRef="#ctx0" brushRef="#br0" timeOffset="104033.09">10445 8218 25 0,'0'0'45'0,"0"0"-2"0,0 0-1 0,0 0-14 16,0 0-20-16,0 0-23 0,0 0-15 0,0 0-32 16,0 0 15-16</inkml:trace>
  <inkml:trace contextRef="#ctx0" brushRef="#br0" timeOffset="106624.28">9035 8963 82 0,'0'0'241'0,"0"0"2"16,0 0-4-16,0 0-10 0,0 0-7 0,0 0-14 15,0 0-11-15,0 0-11 0,0 0-8 0,0 0-16 16,0 0 1-16,0 0-13 0,6-3-16 0,-6 3-12 16,0 0-12-16,0 0-11 0,9-2-9 0,-2-1-7 15,4 0-15-15,2 1 0 0,0-1-8 0,7-2-10 16,-1 2 1-16,-1 0-34 0,0 0-20 0,-5 2-33 16,1-2-30-16,-4 1-38 0,1 2-42 0,0 0-48 15,-11 0-32-15,14 0-31 0,-14 0-147 0,9 1-436 16,-9-1 193-16</inkml:trace>
  <inkml:trace contextRef="#ctx0" brushRef="#br0" timeOffset="106807.46">9011 9068 71 0,'-7'3'278'16,"4"2"-28"-16,3-5-10 0,-7 3 0 0,7-3-8 15,0 0-9-15,0 0-15 0,0 0-10 0,0 0-18 16,-8 2-12-16,8-2-13 0,0 0-14 0,0 0-14 0,0 0-11 15,0 0-15-15,0 0-8 0,28-2-17 16,-17 2-23-16,8-1-26 0,-1-1-34 0,4 0-40 16,7 0-52-16,-9 1-48 0,10-2-55 0,-2-1-47 15,-1 1-156-15,2 0-438 0,-1 0 194 0</inkml:trace>
  <inkml:trace contextRef="#ctx0" brushRef="#br0" timeOffset="107074.33">10045 8743 166 0,'0'0'283'0,"-18"9"-21"0,18-9-24 0,0 0-13 0,0 0-11 16,0 0-17-16,0 0-14 0,0 0-20 0,0 0-17 15,0 0-6-15,0 0-19 0,24-2-10 0,-11 2-12 16,0-3-12-16,6 1-23 0,1 0-21 0,-1 1-16 16,0 0-37-16,0-1-35 0,-3 1-39 0,-2 1-36 15,0-2-32-15,-2 1-36 0,0 1-26 0,-4 0-112 16,-8 0-354-16,13-2 157 0</inkml:trace>
  <inkml:trace contextRef="#ctx0" brushRef="#br0" timeOffset="107457.16">10134 8703 70 0,'0'0'186'16,"0"0"-4"-16,-8-3-4 0,8 3-7 0,0 0 4 15,-7 7 0-15,3 2-1 0,0 3 15 0,-2 6 9 16,-1 7-7-16,2-1 0 0,0 3-6 0,0 0-9 16,1-2-13-16,0 2-5 0,3-3-15 0,-3 1-13 15,3-7-12-15,0 0-11 0,2-1 4 0,-1-2-22 16,-1 2-8-16,2-2-10 0,-1-4-9 0,0 5 0 15,-1-5-13-15,2-4 0 0,-1-1-5 0,0 3 0 16,0-9-11-16,-1 10 1 0,1-10-1 0,1 9-6 16,-1-9-1-16,0 0 0 0,0 0-4 0,-3 10 1 0,3-10-1 15,0 0-5-15,-12 2-14 0,12-2-13 0,-17-2 2 16,8-1-6-16,-2-1 2 0,3 3 4 16,0-1 2-16,-2-1-2 0,2 1-3 0,8 2 2 15,-11-4 12-15,4 1-5 0,7 3-9 0,-10-3 4 0,10 3 1 16,0 0 1-16,-8-2-6 0,8 2 1 0,0 0 0 15,0 0 4-15,0 0-1 0,0 0 4 0,0 0 9 16,0 0 1-16,0 0 2 0,22 17 2 16,-12-13 0-16,2-2-3 0,6 4-5 0,1-4-3 0,-1 2-39 15,2-3-29-15,1-1-45 0,-2 1-50 0,4-1-63 16,6-6-63-16,-1 5-242 0,3-4-575 0,0-1 254 16</inkml:trace>
  <inkml:trace contextRef="#ctx0" brushRef="#br0" timeOffset="107874.84">10557 9000 212 0,'-11'-6'258'16,"11"6"9"-16,-12 0 6 0,12 0-14 0,-19 3-10 16,9 0-16-16,-2 2-18 0,-2 4-16 0,-1-1-15 15,1 2-19-15,2-3-16 0,4 3-14 0,0-1-13 16,0 1-15-16,3-1-3 0,0 0-16 0,2 1-10 15,2 0-4-15,1-2-10 0,2 4-7 0,2-5-2 16,0 2-12-16,4 0-4 0,1 0-11 0,0-4-4 16,2-1-2-16,-1 0-7 0,2-3-8 0,-2 3 2 15,2-1 1-15,-5-2-4 0,1-1 3 0,-8 0-4 16,14 0 4-16,-14 0-1 0,10-1-5 0,-10 1 2 16,5-3 1-16,-5 3 7 0,0 0-2 0,0 0 0 15,2-9 10-15,-2 9-7 0,0 0-2 0,0 0 3 16,-18-2 1-16,18 2 6 0,-16 2 3 0,7 2 4 15,-2 1-1-15,1-1 10 0,-1 0 3 0,-1 3-3 16,0-1 3-16,3 1 14 0,-1 0-9 0,1 2-4 16,3 0-5-16,-1-1-3 0,1-1-9 0,2 2 5 15,2-3-10-15,-1 2 4 0,2 0-6 0,1-8 3 0,1 13-2 16,3-6-28-16,-2 1-15 0,2-3-38 16,5 1-26-16,0 0-29 0,-2-2-27 0,4 1-37 15,-2-1-40-15,3-4-39 0,3 1-16 0,-4 2-31 16,1-4-169-16,-1 1-514 0,1-2 227 0</inkml:trace>
  <inkml:trace contextRef="#ctx0" brushRef="#br0" timeOffset="108141.98">10762 8933 57 0,'5'-10'288'0,"-2"2"11"0,-1 3 2 0,0 1-4 0,-2 4-13 16,5-6-17-16,-5 6-5 0,3-6-33 15,-3 6-3-15,0 0-6 0,0 0-5 0,0 0-3 0,3 25-14 16,-2-12-8-16,-1 2-13 0,-3 2-12 0,5 0-11 16,-2-1-15-16,0 2-8 0,0-1-11 0,0 1-9 15,0 6-10-15,0-7-9 0,0-1-7 0,0 3-12 16,0-3-3-16,-2 0-8 0,1-1-7 0,1 1-1 16,-3-4-7-16,5 0-13 0,-4-3-24 0,1-2-26 15,0 6-31-15,1-4-36 0,-1-2-40 0,1-7-30 16,-4 13-33-16,4-13-28 0,0 9-30 0,0-9-27 15,-3 6-19-15,3-6-26 0,0 0-231 0,0 0-594 16,0 0 263-16</inkml:trace>
  <inkml:trace contextRef="#ctx0" brushRef="#br0" timeOffset="108508.63">10847 8885 69 0,'8'-13'202'0,"1"4"5"16,-2 0 1-16,0 2-1 0,-1 1-12 0,-1 2-11 15,4-2-15-15,-2 4-10 0,-7 2-17 0,7-3 0 16,-7 3-13-16,0 0 4 0,17 6-15 0,-12-2-8 16,2 1 1-16,-1 2-4 0,1-1 1 0,-2 1-17 15,-3 1-8-15,2 2-1 0,-3 0-3 0,0 0-9 16,-2-1-3-16,-5 2-10 0,2-2-3 0,-3 2-4 16,-5 1-15-16,3-2-3 0,1 0-10 0,-2-1-6 15,1-2-5-15,2 2-3 0,-1-5-3 0,3 0 1 16,-1 1-5-16,0 0 0 0,1-3 2 0,5-2 3 15,-9 3 0-15,4 0-3 0,5-3 0 0,0 0 3 16,-8 4-4-16,8-4 2 0,-6 3 1 0,6-3-6 0,0 0-1 16,0 0 0-16,0 0 0 0,-4 7-5 15,4-7 4-15,0 0-2 0,0 0 4 0,10 15-1 16,-5-7 11-16,-2-2-9 0,2 3-1 0,0-1 1 16,1 3 1-16,-1-1-2 0,2-1-5 0,-2 1-25 15,3-1-30-15,-1 1-47 0,0 0-41 0,2-1-65 16,1-2-38-16,-1 0-193 0,0 0-483 0,3-4 214 15</inkml:trace>
  <inkml:trace contextRef="#ctx0" brushRef="#br0" timeOffset="108908.28">11274 9046 211 0,'-3'-10'278'0,"3"10"1"0,-7-7 2 16,7 7-7-16,-12-3-9 0,6 3-5 0,6 0-16 0,-19 9-16 15,7-6-23-15,3 4 8 0,-7 2-29 0,5-2-12 16,1 3-16-16,1-2-14 0,-2 4-20 16,4-3-12-16,2 1-9 0,0 2-17 0,3-2 1 15,0-3-6-15,2 3-10 0,2 1-16 0,3-2-7 0,1 0-7 16,1-1-15-16,2-2 3 0,1 2-6 16,2-4-13-16,-1 1-6 0,1-1-10 0,1 0 5 15,-1-3 1-15,-2 0-1 0,0 2-2 0,-3-3 4 16,-7 0 0-16,12-3-1 0,-12 3 16 0,9-1-1 0,-9 1 4 15,0 0-6-15,0 0 2 0,0 0-5 0,0 0 4 16,0 0 0-16,0 0 6 0,0 0 8 0,0 0-9 16,-38 1 5-16,28 0 13 0,-3 5 14 0,-4 0-6 15,6 1 0-15,-1-1 6 0,1 1 5 0,2 2 2 16,0-2-5-16,1 0-3 0,-1 1-3 0,3-1-5 16,1 0-9-16,2 1 1 0,1-2-8 0,2-6 1 15,-3 12 0-15,2-7-9 0,1-5-23 0,1 12-24 16,4-7-22-16,-5-5-37 0,9 7-45 0,-4-4-50 15,3 1-50-15,-2 0-70 0,2-2-57 0,-8-2-253 16,13 2-664-16,-6-1 294 0</inkml:trace>
  <inkml:trace contextRef="#ctx0" brushRef="#br0" timeOffset="109457.84">11613 9069 132 0,'0'0'235'0,"0"0"9"0,0 0-6 16,0 0-1-16,-7-4-8 0,7 4-9 0,0 0-8 16,0 0-8-16,0 0-6 0,0 0-5 0,0 0-15 15,0 0-15-15,0 0-5 0,0 0-10 0,0 0-10 16,0 0-8-16,0 0-19 0,17-5-2 0,-4 4-11 15,0 1-15-15,7-1 9 0,2 0-25 0,8-1-3 16,-4 1-6-16,3-2-17 0,-2 1-19 0,-6 0-26 16,-1 1-25-16,-3 0-33 0,0 1-40 0,-4 1-42 15,1-2-56-15,-1 1-38 0,-4 0-43 0,0-2-210 16,-9 2-531-16,9-1 235 0</inkml:trace>
  <inkml:trace contextRef="#ctx0" brushRef="#br0" timeOffset="109675.62">11794 8941 130 0,'0'0'274'0,"-6"-6"-17"0,6 6-3 0,-9-7 5 15,9 7-6-15,0 0-16 0,-5-3-16 0,5 3-24 0,0 0-21 16,0 0-17-16,0 0-18 0,0 0-9 16,0 0 14-16,0 0 6 0,-3 17-11 0,3-7-4 0,0 2-8 15,0 4-17-15,3 0-8 0,-3-1-8 16,0 3-14-16,0-2-8 0,2 2-7 0,0-2-9 0,1 8 3 15,0-7-6-15,-2 0-37 0,0 1-32 0,1-6-31 16,0 5-42-16,1 2-52 0,-2-3-55 0,4-2-66 16,-3-1-47-16,-2-1-206 0,2 1-556 15,1-4 246-15</inkml:trace>
  <inkml:trace contextRef="#ctx0" brushRef="#br0" timeOffset="110074.7">12276 8939 135 0,'2'-7'338'0,"0"1"-20"0,-2 6-10 0,4-10-7 0,-3 5-21 16,-1 5-26-16,0 0-20 0,4-7-35 0,-4 7-20 16,0 0-20-16,0 0-2 0,0 0-24 0,16 19-3 15,-12-6-8-15,3 2-8 0,2 3-12 0,-1-1-10 16,4 6-4-16,-4 1-13 0,-1-6-6 0,3-1-11 15,-2-1 10-15,1 0-20 0,-4 1 4 0,4-2-19 16,0 1 1-16,-4-1-1 0,3-5-2 0,-3 0-3 16,2-3 2-16,-3-1-6 0,-2 1 1 0,3-4-2 15,-5-3 1-15,4 9-2 0,-4-9 9 0,2 5 6 16,-2-5 12-16,0 0-11 0,0 0 9 0,0 0-13 16,18-10 5-16,-13 6-5 0,2-6-5 0,5-4-1 15,-4 0-1-15,7-6-7 0,-3 3-1 0,3-4-13 16,6-5 5-16,-2 2-2 0,0-1-12 0,-3 4-3 15,1-1 6-15,-3 1-17 0,-5 5 4 0,0 3-10 16,1 3-17-16,-4 1-16 0,-2 5-28 0,-1-2-31 16,-3 6-37-16,6-7-38 0,-6 7-45 0,0 0-22 15,0 0-7-15,0 0-4 0,0 0-10 0,0 0-186 0,0 0-500 16,-8 25 221-16</inkml:trace>
  <inkml:trace contextRef="#ctx0" brushRef="#br0" timeOffset="110308.49">12740 9047 150 0,'0'0'241'0,"0"0"-2"16,0 0 5-16,0 0 0 0,0 0-5 0,0 0-10 15,0 0-16-15,0 0-17 0,0 0-23 0,0 0-4 16,0 0-2-16,5 5-3 0,-5-5 5 0,4 13-14 16,-8-4 0-16,0 4-8 0,4-13-18 0,-1 27-7 15,1-12-6-15,0 3-12 0,-2-1-7 0,0 0-7 16,-3-2-9-16,3-2-14 0,0 3-3 0,-3 0-15 15,3-1-14-15,0-4-24 0,0 2-36 0,2-1-21 0,-3-3-37 16,1-1-30-16,0 2-45 0,0-1-38 0,0-2-29 16,2-7-29-16,-2 10-24 0,2-10-203 0,-4 7-519 15,4-7 230-15</inkml:trace>
  <inkml:trace contextRef="#ctx0" brushRef="#br0" timeOffset="110708.62">12787 8987 129 0,'5'-9'197'0,"4"0"2"16,-2 3-4-16,-1 1-12 0,1 1-14 0,0 0-14 15,2 3-13-15,-9 1-12 0,17 1-5 0,-7 1-8 16,1 2 2-16,-3 1-8 0,4 2-5 0,-3 0-3 16,-2 0-3-16,2 1-12 0,-4 2 2 0,1 0-14 15,-2 1 3-15,-1-1-3 0,-3 0-8 0,0 1 1 16,-3-2-1-16,3 2-8 0,-4-1-2 15,2-1-7-15,-4 0-3 0,3-2-9 0,-2-1-3 0,3 0-10 16,-2 1-5-16,4-7-14 0,-7 10-4 0,7-5-9 16,0-5-6-16,-5 7-5 0,5-7-1 0,0 8-5 15,0-8 1-15,3 9-1 0,-3-9 1 0,6 9 2 16,-3-4 3-16,3 0 0 0,-1-2 5 0,2 1-1 16,-1 4-1-16,-4-3 2 0,5 0 1 0,-3-1 1 15,4 1 6-15,-4-1-2 0,-4-4 9 0,7 9 5 16,-7-5 10-16,0-4 7 0,2 7 9 0,-2-7 8 15,0 0-3-15,0 10-1 0,0-10-2 0,-9 6-5 16,3-3 1-16,-2-1-7 0,-1 0 0 0,9-2-4 16,-13 4 0-16,6-2-6 0,-2-2-2 0,9 0-25 15,-18 3-24-15,9 0-29 0,0-2-43 0,-1-1-44 16,10 0-50-16,-14 0-62 0,5 0-162 0,9 0-460 16,-16-4 203-16</inkml:trace>
  <inkml:trace contextRef="#ctx0" brushRef="#br0" timeOffset="111158.61">13329 9019 183 0,'0'0'270'0,"0"0"1"15,-14-8-7-15,14 8-11 0,-13 3-13 0,4 0-9 16,-3 2-9-16,1-1-15 0,0 3-9 0,-3 2-12 0,6 1-8 15,-1-2-32-15,-1 3-14 0,2-4-11 0,3 3-14 16,1 1-9-16,-1 0-10 0,2-1-11 0,3 1-2 16,0 0-5-16,2 0-7 0,2 0 2 15,2-2-19-15,-1-1 10 0,5-2-15 0,0 1 3 0,1-1-11 16,-4 0-3-16,4-3-5 0,-2 1 1 0,0 0-2 16,-1-3-9-16,0-1 2 0,-8 0 1 15,13 2 3-15,-13-2-10 0,9 0 2 0,-9 0 9 16,7 2 1-16,-7-2-6 0,0 0 32 0,0 0-14 0,0 0 1 15,0 0-8-15,0 0 7 0,-29 1 1 0,15 3 5 16,1-2 8-16,-1 5 5 0,-4-1-1 0,2 2 0 16,-1 0 3-16,3 2 4 0,-1 0-6 0,1 0 6 15,1 1-10-15,4-4-3 0,3 1-6 0,-2-1-4 16,3 1-7-16,1-1-4 0,0-1 3 0,4 1-7 16,0-7 4-16,0 12 0 0,4-5-4 0,1-1-3 15,1-2 10-15,3 1-17 0,3-1-12 0,-2-1-11 16,4 0-10-16,-1-1-28 0,-2-1-25 0,3-1-37 15,2-1-34-15,-5 1-39 0,-2 0-53 0,0 0-66 16,1-5-65-16,-4 3-273 0,-6 2-692 0,7-7 307 16</inkml:trace>
  <inkml:trace contextRef="#ctx0" brushRef="#br0" timeOffset="114275.6">7789 8913 36 0,'2'-5'270'0,"-2"5"-7"16,0 0-15-16,0 0-7 0,4-5-15 0,-4 5-15 15,0 0-25-15,0 0-17 0,0 0-18 0,0 0-13 16,0 0-19-16,0 0-12 0,0 0 0 0,14 16 10 16,-10-8 1-16,1 2-11 0,-1 0-11 0,1 4 1 15,2 3-8-15,0 1-12 0,0-1-13 0,-2-1-1 16,3 0-4-16,-5 0-8 0,5 0-5 0,0 0-6 16,-4-4-5-16,1 3 1 0,0-3-5 0,2 3 6 15,-3-4-12-15,-1-4-4 0,3 2 1 0,-2-2 1 16,0-3-3-16,0 2 0 0,1-1 1 0,-1-1 7 15,-4-4 20-15,7 6 12 0,-7-6 15 0,8 0-5 16,-8 0-5-16,10-6-6 0,-1-2 0 0,-2 0-5 16,0-1 0-16,0-1 2 0,4-2-12 0,-2-2-7 15,0-3-1-15,5-6-1 0,-1 0-4 0,-2-1-7 16,1 0-3-16,-2 1-16 0,4-1 18 0,-1 1-15 16,-3 7 6-16,0 2-8 0,-6 5 3 0,1-1-4 15,-2 4-25-15,1-1-36 0,-3 2-34 0,4 0-50 16,-5 5-51-16,0 0-39 0,0 0-21 0,0 0-7 0,0 0-26 15,0 0-29-15,-11 25-167 0,8-13-520 16,0 1 230-16</inkml:trace>
  <inkml:trace contextRef="#ctx0" brushRef="#br0" timeOffset="114508.28">8193 9107 166 0,'0'0'237'0,"0"0"-5"0,0 0 5 15,0 0-5-15,4 6 4 0,-4-6 1 0,0 0 0 16,-2 10-13-16,2-10-9 0,0 9-14 0,0-9-5 0,0 11-19 16,0-1-7-16,0 0-16 0,-1 0-7 15,2 1-19-15,-2 1-15 0,1-2-8 0,0 1-17 16,1-1 0-16,1 0-12 0,-4-1-8 0,4 1-5 16,-1-2-10-16,-2 2-19 0,2-2-20 0,0 0-17 15,2-2-36-15,-3-6-31 0,0 10-41 0,0-10-41 16,0 10-41-16,0-10-53 0,1 6-29 0,-1-6-232 15,0 0-548-15,0 0 242 0</inkml:trace>
  <inkml:trace contextRef="#ctx0" brushRef="#br0" timeOffset="114875.08">8255 9032 42 0,'6'-6'199'0,"1"2"4"16,1 0 5-16,-3 1 1 0,1 1-6 0,-6 2-8 15,14-2-6-15,-14 2-3 0,13 3-8 0,-6 0-14 16,-2-1-8-16,5 3-4 0,-5 0-9 0,0 1-11 16,-1 0-8-16,1 0-5 0,-2 1-5 0,-1-2-9 15,1 3-9-15,-3-8-8 0,0 20-7 0,-3-11-2 16,3-9-19-16,-4 19-5 0,2-10-10 16,-2 0-10-16,-1 1-10 0,0 0-15 0,2-3-21 0,2 0-18 0,-2 0-10 15,0 0-22-15,3-7-15 0,-2 11-4 16,2-11-1-16,4 14 5 0,-3-9 7 0,2 3 5 0,1-4 5 15,-2 1 5-15,5 3 4 0,-5-2 7 16,2-3 4-16,0 2 5 0,0 1 11 0,-2-1 11 0,-2-5 14 16,4 12 12-16,-4-12 12 0,-3 10 10 0,3-10 3 15,-7 11 7-15,2-6 7 0,-4 1 4 16,0-1-3-16,-1 1-4 0,1-3-3 0,-2 2-6 16,-1-1-6-16,2-1-5 0,-1 1-20 0,0-4-34 15,-2 3-51-15,-1-2-69 0,4-1-89 0,-7 0-228 0,3 1-497 16,-4 0 221-16</inkml:trace>
  <inkml:trace contextRef="#ctx0" brushRef="#br0" timeOffset="118207.67">7671 10074 29 0,'-1'-12'278'16,"1"12"-11"-16,1-8-5 0,1 2-5 0,-2 6-6 15,0 0-19-15,0-9-14 0,0 9-19 0,0 0-15 16,0 0-22-16,0 0-16 0,0 0-16 0,1-8-17 16,-1 8-10-16,0 0-9 0,0 0-11 0,0 0-4 15,0 0-2-15,13 15-6 0,-8-7-9 0,1 2-5 16,2 5 4-16,0 0-10 0,2 4 16 0,-1-1-17 16,1-2-2-16,0 1-3 0,-1 0-7 0,0 1 29 15,1 0-17-15,-1-2 6 0,-1 0 0 0,2-1-9 16,-4-4-2-16,3 4-12 0,-2-6-1 0,2 1 0 15,-3-2-1-15,1 1-6 0,-1-3-3 0,-2 1 8 16,1-3-10-16,0 1-5 0,0-2 3 0,-5-3-5 16,7 7 3-16,-7-7-1 0,5 6-2 0,-5-6 0 0,4 1 5 15,-4-1 0-15,0 0 4 0,0 0 3 0,16-10-7 16,-8 1 5-16,2-5 0 0,-1-1-6 16,1-2 6-16,2-6-7 0,2-1 0 0,-3 0-6 15,2-1 1-15,-2-2-2 0,1-3 13 0,1 3-12 0,0-2 0 16,-2 2-2-16,-1 2-4 0,-3 8 3 15,-1 0 2-15,-2 6-8 0,0 5 14 0,2-1-17 16,-3 0 9-16,-2 2-4 0,-1 5-10 0,5-10-3 0,-5 10-19 16,3-6-20-16,-3 6-35 0,0 0-25 0,2-6-35 15,-2 6-14-15,0 0-11 0,0 0-22 0,0 0-32 16,10 18-37-16,-8-9-26 0,0 4-213 0,-1-1-538 16,3 4 238-16</inkml:trace>
  <inkml:trace contextRef="#ctx0" brushRef="#br0" timeOffset="118486.28">8230 10161 90 0,'0'0'238'0,"0"0"-4"0,0 0-3 16,0 0-6-16,0 0-6 0,0 0-18 0,11-3-16 0,-11 3-17 16,0 0-14-16,0 0-7 0,0 0 2 0,0 11-7 15,0-11-8-15,-1 12-4 0,0-5 4 0,1-7-2 16,-4 19 1-16,1-5-2 0,2-2-12 15,0 1-12-15,-3 2-12 0,3-2-7 0,-2-1-8 0,3-2-11 16,0 3 0-16,-1-2-4 0,2-2-10 0,-2 5-5 16,0-3-12-16,-2 0-1 0,3-1-4 0,0-1-1 15,1 1-12-15,-1-10-13 0,-1 13-23 0,2-6-20 16,-1 0-29-16,0-7-23 0,-1 11-28 0,1-11-28 16,-3 8-23-16,3-8-28 0,0 9-19 0,0-9-5 15,0 0-1-15,0 0-15 0,0 0-170 0,0 0-438 16,0 0 194-16</inkml:trace>
  <inkml:trace contextRef="#ctx0" brushRef="#br0" timeOffset="118889.78">8281 10092 14 0,'12'-6'166'0,"3"-2"1"0,0 2 1 0,-1 2-9 0,-2 1-4 15,2 2-8-15,-3 1-4 0,2 0-9 0,0 1 5 16,-3 1 0-16,0 4-6 0,2-1-15 0,-2 0-8 15,-2 1 3-15,1-1 5 0,-3 4 0 0,-1-1-5 16,0 1-4-16,-2 0-5 0,-1 1-7 0,-2 0 0 16,0 0-6-16,-2 2-7 0,-5-3-10 0,4 2-7 15,-1-1-5-15,-3 0-3 0,0 1-9 0,-1-1-6 16,2-2-6-16,2 1-17 0,-1-3-8 0,2 0-10 16,-4 1-9-16,5-1-4 0,0 1-5 0,2-7-5 15,0 10 1-15,0-10-2 0,4 12-2 0,-3-6 1 16,3-2 1-16,2 1 3 0,0 3-1 0,-1-5 1 15,3 5 4-15,-3-3 0 0,3-1 3 0,-2 4 0 16,-2-2 1-16,0-2 3 0,0-1 0 0,-2 3-2 16,-2-6 6-16,7 9 11 0,-7-9 10 0,3 8 6 15,-3-8 1-15,-2 9 0 0,2-9 1 0,-9 8 0 16,4-4 0-16,-1 0-4 0,-3 1-3 0,0 0 3 16,0-2-5-16,-2-1-8 0,0 1-12 0,1 1-17 15,-2-2-18-15,1 1-31 0,3-3-37 0,0 3-45 16,8-3-54-16,-12-1-68 0,12 1-140 0,0 0-445 15,-18-5 198-15</inkml:trace>
  <inkml:trace contextRef="#ctx0" brushRef="#br0" timeOffset="119324.1">8776 10192 253 0,'0'0'269'0,"0"0"1"0,0 0-8 0,0 0-10 16,-11-6-15-16,11 6-15 0,0 0-8 0,-16 13-19 16,9-5-3-16,0 2-19 0,-5 4-17 0,4-4-15 15,2 3-16-15,-2 2-12 0,2-3-10 0,2 0-9 16,2 0-13-16,2 0-4 0,0 0-20 0,1-2-6 16,2 1-14-16,0 0-2 0,0-3-9 0,4 2-14 15,1-2-10-15,0-3-1 0,0 3-6 0,3-5 0 16,-2 1-1-16,1-1-3 0,-2 0 7 0,0-3-6 0,-8 0 2 15,12 0 1-15,-4 0 1 0,-8 0 2 16,10-2 7-16,-10 2 1 0,7-3 3 0,-7 3 9 0,0 0 0 16,0 0-1-16,0 0 9 0,0 0-2 15,0 0-2-15,0 0 0 0,-18-11 0 0,18 11 3 16,-16 3 0-16,7 0 5 0,-1-2-3 0,0 4 1 16,-2-1 5-16,0 3 0 0,1 0 11 0,-3 2-2 15,3-3 0-15,1 3 0 0,1-2 12 0,0 3-31 0,1-1 19 16,2 0-15-16,1-1 8 0,2 1-9 15,1 1-6-15,0-4 1 0,2 3 1 0,0-9 1 0,5 15-7 16,-1-6-15-16,4-3-10 0,0 0-12 0,4-2-26 16,0 2-36-16,6-4-39 0,-2 0-43 0,3 1-52 15,2-6-58-15,6 1-53 0,-8 0-206 0,3-4-578 16,-4 0 256-16</inkml:trace>
  <inkml:trace contextRef="#ctx0" brushRef="#br0" timeOffset="119499.24">9266 10307 34 0,'0'0'242'0,"8"-3"2"0,-8 3-2 0,9-1-16 0,-9 1-16 16,10 0-23-16,-10 0-17 0,12 1-16 0,-12-1-18 16,14-1-10-16,-7 2-9 0,0 0-32 0,-7-1-30 15,16 2-48-15,-11-2-53 0,-5 0-46 0,12 0-53 16,-12 0-42-16,6 3-108 0,-6-3-318 0,4 5 141 15</inkml:trace>
  <inkml:trace contextRef="#ctx0" brushRef="#br0" timeOffset="119655.84">9297 10404 72 0,'-4'6'236'0,"4"-6"4"16,-4 5 5-16,4-5 6 0,-5 5-3 0,5-5-6 16,0 0-13-16,0 0-4 0,-1 7-6 0,1-7-11 15,0 0-7-15,0 0-17 0,10 6-13 0,-10-6-18 16,8 2-13-16,-2-1-26 0,-6-1-39 0,13-1-38 15,-13 1-43-15,14 0-53 0,-14 0-63 16,15-2-72-16,-7 1-73 0,-8 1-207 0,14-3-513 0,-14 3 227 16</inkml:trace>
  <inkml:trace contextRef="#ctx0" brushRef="#br0" timeOffset="120258.28">10166 10127 278 0,'1'-7'291'0,"1"1"2"0,-2 6-11 0,5-10-7 0,-3 7-19 16,-2 3-17-16,0 0-15 0,4-9-26 0,-4 9-23 15,0 0-20-15,4-5-22 0,-4 5-1 0,0 0-5 16,0 0-15-16,13 17 8 0,-8-6-11 0,1 3-7 15,2 3-5-15,0 2-2 0,3 3-22 0,-1 4-2 16,0-3-8-16,1 0-8 0,0 1-1 0,-2 0-9 16,-2-8 8-16,0 2-16 0,1-1 2 0,-2 0-7 15,1-3-5-15,-1 0 15 0,0-2-17 0,-1-1-4 16,-1-1-6-16,0-4 7 0,-1 2 0 0,1-2-5 16,0-1-4-16,-4-5-1 0,5 8 4 0,-2-4 5 15,-3-4-8-15,4 5-4 0,-4-5 16 0,0 0 3 16,0 0 13-16,0 0-15 0,0 0-4 0,18-16-1 15,-9 6 5-15,-3 0-14 0,3-7 4 0,3-7 2 16,1-2 3-16,-3 1-8 0,1-1 3 0,0-2-5 16,-2 1-5-16,1 0-3 0,-1 2 2 0,-3 7 1 15,1-1 1-15,-2 3-1 0,2 6 1 0,-4-2 4 16,1 5-9-16,-2-1 0 0,1 3 2 0,-3 5-17 16,4-7-29-16,-4 7-18 0,2-7-34 0,-2 7-21 15,0 0-16-15,0 0-36 0,0 0-36 0,0 0-37 16,10 19-51-16,-8-7-28 0,-2 0-210 0,0 5-572 15,0-2 254-15</inkml:trace>
  <inkml:trace contextRef="#ctx0" brushRef="#br0" timeOffset="120528.97">10694 10337 25 0,'0'0'262'0,"4"-5"-5"0,-4 5-1 16,0 0-8-16,0 0-9 0,0 0-11 0,0 0-15 15,0 0-17-15,0 0-19 0,0 0-5 16,0 0-16-16,0 0 4 0,2 14-9 0,-2-14 3 16,-1 15-1-16,0-4-10 0,-1-1-11 0,1 2-12 0,0-2-16 15,1 1-1-15,-3 1 4 0,2 0-23 0,0 0 3 16,-1 0-16-16,1 0-9 0,0-1-9 0,0 0-1 16,-1-1-4-16,2 1-7 0,0-1-10 0,-1-2 2 15,1-8-7-15,0 17-21 0,1-10-25 0,-1 1-25 16,0-8-26-16,2 9-24 0,-2-9-31 0,0 10-33 15,0-10-32-15,-2 8-28 0,2-8-18 0,0 0-19 16,0 0-24-16,0 0-162 0,0 0-478 0,0 0 211 16</inkml:trace>
  <inkml:trace contextRef="#ctx0" brushRef="#br0" timeOffset="120931.16">10725 10333 66 0,'6'-9'187'0,"1"0"0"0,-1 1-1 0,-1 1-2 15,3-2-6-15,-2 4-11 0,0 1-13 0,3-2-9 16,-1 2-6-16,1 4-11 0,-9 0-5 0,13 0-2 16,-7 4-4-16,2-2-7 0,0 1 0 0,-1 1-7 15,1 1-6-15,-2-2-6 0,4 3-10 0,-5 2-5 16,0-3-4-16,1 1-2 0,-4 3-3 0,1-1-8 16,-2-1 7-16,2 1-5 0,-3-8-11 0,-7 18 2 15,3-9-7-15,-1 0-4 0,0 1-10 0,0-2-5 0,0 1-11 16,-1-1-8-16,2-1-10 0,-1 0-3 15,3-2-6-15,0 1-6 0,2-6-5 0,-3 12-2 16,2-6 0-16,1-6 3 0,1 11-5 0,0-4 3 16,-1-7-1-16,4 12 4 0,0-9-1 0,0 4 5 0,-3-1 0 15,4-2 2-15,0 1 1 0,-5-5 4 0,7 7-2 16,-5-3 3-16,-2-4-3 0,5 6 7 16,-5-6 4-16,0 7 8 0,0-7 4 0,0 0 4 15,0 0-1-15,-3 12 5 0,3-12 2 0,-9 7 1 0,9-7-2 16,-12 6 0-16,7-3 3 0,-5-2-7 0,1 1-2 15,0 0-4-15,0 0-15 0,-1 1-11 16,1-2-26-16,0 2-21 0,1-2-36 0,1 1-46 16,7-2-41-16,-12-1-57 0,12 1-167 0,-13-2-445 0,6-1 197 15</inkml:trace>
  <inkml:trace contextRef="#ctx0" brushRef="#br0" timeOffset="121254.86">11247 10373 275 0,'0'0'284'0,"0"0"-8"15,0 0-4-15,0 0-11 0,0 0-15 0,0 0-16 16,12-1-27-16,-12 1-15 0,0 0-10 0,12 0-8 15,-5 1-14-15,-7-1 2 0,16 2-6 0,-5-2-14 16,-1 0 0-16,3 0 0 0,-3 0-9 0,3 0-8 16,-2 0-4-16,1 0-7 0,2 0-7 0,-3 0-9 15,3 0-11-15,-5 0-1 0,3 0-9 0,-1 0-7 16,-3 0-3-16,3 0-4 0,-11 0-10 0,14 0-3 16,-7 0-6-16,-7 0-2 0,12 0-7 0,-12 0-3 15,10 0-30-15,-10 0-26 0,0 0-38 0,11-2-50 0,-11 2-55 16,0 0-65-16,0 0-72 0,0 0-337 15,0 0-699-15,0 0 309 0</inkml:trace>
  <inkml:trace contextRef="#ctx0" brushRef="#br0" timeOffset="121708.43">11849 10058 263 0,'-8'-2'255'0,"8"2"-13"15,0 0-13-15,0 0-13 0,0 0-11 0,0 0-20 16,0 0-12-16,0 0-10 0,0 0-16 0,27-3-11 15,-8 1-11-15,3 2-11 0,5-2-9 0,1 1-15 16,-1-1-9-16,3 2-7 0,-9 0-15 0,1 0-22 16,-2-1-24-16,-6-1-28 0,-1 4-28 0,1-2-30 15,-5-2-34-15,-1 5-33 0,-3-3-20 0,-5 0-21 16,11 2-8-16,-11-2-9 0,7 2-103 0,-7-2-327 16,0 0 145-16</inkml:trace>
  <inkml:trace contextRef="#ctx0" brushRef="#br0" timeOffset="122108.64">12103 10050 105 0,'-12'-2'120'0,"5"0"1"15,7 2 6-15,-11-4-8 0,11 4 7 0,-8 0-3 16,8 0 15-16,0 0 0 0,-14-1 3 0,14 1-11 16,-5-2-12-16,5 2-3 0,0 0-2 0,-8 7 3 15,7-3 8-15,-3 2-4 0,2 3-3 0,-1 3 8 16,-2 5 0-16,3-1 2 0,0 5-7 0,-3-2 1 16,4 6-9-16,-2 0-18 0,1-6 0 0,0 2-2 15,1-2-2-15,1 5-4 0,-1-6-6 0,1-1-1 16,0 0-1-16,0-2-19 0,-2-1-5 0,2-3 11 15,0-1-24-15,0-1 0 0,0 0-9 0,2-3 1 16,-2-6-6-16,0 12-6 0,0-12 12 0,0 8 0 16,0-8-21-16,0 8 8 0,0-8-8 0,0 0 13 15,0 0-13-15,-4 7-9 0,4-7-7 0,-9 2-13 0,9-2-3 16,-10-2-4-16,10 2-7 0,-13-4 7 16,13 4-3-16,-17-4-3 0,11 1 4 0,0-1 3 15,-2 2-1-15,0 0 3 0,8 2 5 0,-9-5 2 16,9 5-1-16,-7-3 1 0,7 3-1 0,0 0 1 0,-8-3 1 15,8 3 1-15,0 0 3 0,0 0 12 0,0 0 2 16,0 0 10-16,0 0 2 0,0 0 2 0,0 0 6 16,11 16-7-16,-5-11 6 0,3-1-3 0,2-1 4 15,0 0-14-15,0-1 3 0,1 1-17 0,5 1-22 16,-3-3-26-16,4 0-35 0,0 1-38 0,0-1-43 16,2-2-42-16,3 1-44 0,4-6-34 0,-8 4-173 15,4-3-497-15,4 0 219 0</inkml:trace>
  <inkml:trace contextRef="#ctx0" brushRef="#br0" timeOffset="122508.64">12441 10317 56 0,'1'-8'231'0,"-1"8"2"0,0 0 2 0,-5-10 5 16,5 10 6-16,-12-3-14 0,2 2-8 0,10 1-11 16,-23 5-3-16,11 0-6 0,-5 0-21 0,3 3-23 15,-2 0 2-15,5-1-18 0,2 3-4 0,1-2-24 16,-2 2-10-16,3 0-18 0,1-3-4 0,1 4 1 15,0-1-12-15,5-1-10 0,0 1-6 0,4-1-10 16,-2-3 9-16,5 3-6 0,1-4-19 0,-2-1-8 16,4 3-6-16,1-3-9 0,0-3-7 0,-2 3 3 15,1-3-7-15,-2 0-1 0,-8-1 0 0,16-1 0 16,-9 1 3-16,-7 0-3 0,10-3 1 0,-10 3 0 16,10-2 10-16,-10 2-9 0,5-4-1 0,-5 4 0 15,0 0 0-15,0 0-1 0,0 0-2 0,0 0 9 16,0 0-6-16,-23-3 1 0,23 3 3 0,-20 2 7 15,8 2 6-15,2 1 2 0,-3 1 2 0,3-1 11 16,-1 2 6-16,-5 0 0 0,7 1 4 0,-3 1-5 16,4-1 10-16,1 1-9 0,0-2 1 0,3 2-6 15,-4 1 0-15,6-3 1 0,2 2-7 0,1 0 6 16,3-1-16-16,-2-3 5 0,5 4-18 0,0-1-13 16,1-3-20-16,5 0-22 0,-1-3-24 0,5 1-27 0,-4-1-29 15,5 0-35-15,-1-2-34 0,0 0-36 0,2-4-17 16,-2-1-22-16,2 1-213 0,-7-1-531 15,5 0 235-15</inkml:trace>
  <inkml:trace contextRef="#ctx0" brushRef="#br0" timeOffset="122764.09">12764 10183 143 0,'3'-8'275'0,"0"0"9"0,-3 0 2 0,0 3 4 16,0 5-25-16,4-9-15 0,-4 9-23 0,0 0 5 15,0 0 10-15,0 0-21 0,0 0 1 0,0 0-14 16,-7 38-20-16,4-18-14 0,-1-4-15 0,2 4-12 16,2 3-14-16,-4-2 1 0,1 0-11 0,-1 1-1 15,4-2-11-15,-2-1-10 0,-1 0-13 0,2-2-4 16,1 0-12-16,0 0-8 0,1-6-1 0,-2 2-7 16,1 0-6-16,-1-2-7 0,-1 0-24 0,0-1-30 15,2-1-33-15,-3-3-38 0,3-6-30 0,-2 10-33 16,2-10-29-16,0 11-36 0,0-11-40 0,-5 6-50 15,5-6-26-15,0 0-245 0,-8 3-618 0,8-3 274 16</inkml:trace>
  <inkml:trace contextRef="#ctx0" brushRef="#br0" timeOffset="123141.04">12740 10128 9 0,'7'-9'211'0,"-3"-2"-1"0,5 3 6 0,3 2-11 15,-1-1 0-15,3 5-3 0,-1 2 9 0,5 2-6 16,2 1-18-16,-4 6-4 0,1-4-14 0,-2 4-9 16,0 1-16-16,-4-1-2 0,2 5 0 0,-4-2-9 15,1 3-13-15,-6 0-8 0,0-3-4 0,-4 4-2 16,-2-4-5-16,-2 2-5 0,-4-2-17 0,-2 3-4 16,-3-5-3-16,-1 2-6 0,1-2-14 0,-2-1-3 15,2-4-2-15,-3 2-6 0,-1-3-9 0,3-1-5 16,1-3-5-16,2 2-14 0,-1-2 0 0,5 0 2 15,-5 0 0-15,12 0 4 0,-15-2-2 0,9 0-4 16,6 2 0-16,0 0 0 0,-11-1-7 0,11 1-1 16,0 0-5-16,-10 0 14 0,10 0-12 0,0 0 0 15,0 0-2-15,0 0 6 0,0 0 0 0,16 20 12 0,-7-13-4 16,-2 0-1-16,5 0 1 0,-2 1-3 16,1 1 1-16,3 1-4 0,-1 0 15 0,2 1-21 15,2-3-20-15,-1-1-31 0,1 2-29 0,-2-1-42 16,2 0-41-16,-3-4-36 0,-1 1-48 0,5-1-44 0,-5 0-222 15,1-1-559-15,-3-1 247 0</inkml:trace>
  <inkml:trace contextRef="#ctx0" brushRef="#br0" timeOffset="123607.45">13327 10384 166 0,'2'-6'309'0,"-2"6"-9"0,0-10 4 0,0 10-11 15,-5-8-4-15,5 8 1 0,-9-7-11 0,2 3-1 0,7 4-14 16,-13-3-9-16,6 3-16 0,7 0-20 0,-18 4-17 16,4 0-12-16,5 3-18 0,-1 0-13 0,1 0-13 15,-3 1-12-15,4 0-13 0,1 1-14 16,-1-1-11-16,2 1-12 0,1 0-8 0,1 1-4 0,4-2-7 16,0-1-6-16,0-7-6 0,4 17-7 15,-3-10-6-15,3-1-8 0,4 0-5 0,2 1-4 0,-1-2-7 16,2-1 1-16,-2-2-7 0,2 0-2 0,-4 1-6 15,9-3-2-15,-9 1 2 0,1-1-1 0,-8 0-1 16,14 0 1-16,-7 0-1 0,-7 0-1 0,11-2 0 16,-11 2 5-16,9-2-3 0,-9 2 0 0,0 0-6 15,5-6 8-15,-5 6-1 0,0 0-1 0,0 0 6 16,0 0-3-16,0 0 0 0,-34 3 0 0,22 0 5 16,1 0 4-16,1 1 0 0,-2 0 3 0,1 2 7 15,0 0 1-15,-1 1 7 0,1 2 5 0,2-1 13 16,-4 3 6-16,4-2-3 0,-1 0-4 0,4 1-3 15,1-3-5-15,1 0-1 0,2 1-5 0,0 0-2 16,2 0-1-16,0-8 2 0,2 14-4 0,2-6-5 16,5-1 2-16,0-2-1 0,2 1-6 0,0-2-4 15,3-1-5-15,4 0-12 0,0-3-15 0,-5 1-16 16,5-1-29-16,-2 0-41 0,2 0-28 0,0 0-58 16,-7-1-49-16,2 1-57 0,-1-2-78 0,-1-2-85 15,-2 1-266-15,-2-4-783 0,0 1 346 0</inkml:trace>
  <inkml:trace contextRef="#ctx0" brushRef="#br0" timeOffset="184113.55">13896 10472 25 0,'0'0'244'0,"-10"-1"-7"0,10 1-2 0,-9 0-8 0,9 0-4 16,0 0-18-16,0 0-19 0,-10 4-12 0,10-4-27 15,0 0-14-15,0 0-14 0,0 0-6 0,0 0-19 16,0 0-6-16,0 0-10 0,0 0-6 15,0 0-12-15,28 8-6 0,-10-6-1 0,1-2-5 0,4 1-4 16,4-2-3-16,4-1-7 0,-3 1 2 16,-1 1-7-16,2-1-2 0,-9 0-4 0,0-1-3 0,0 2-18 15,-4-1-12-15,-2 1-25 0,-3 0-28 16,0 0-37-16,1-2-35 0,-4 2-36 0,-8 0-40 0,17 0-180 16,-17 0-425-16,8-2 188 0</inkml:trace>
  <inkml:trace contextRef="#ctx0" brushRef="#br0" timeOffset="184340.89">14472 10358 227 0,'0'0'259'0,"0"0"-2"0,2-8 1 0,-2 8-4 16,0 0-6-16,0 0-15 0,0 0-22 0,0 0-4 15,-2-8-33-15,2 8-21 0,0 0-20 0,0 0-11 16,0 0-12-16,0 0-14 0,0 0-6 0,0 0 2 15,-5 33-10-15,5-17-9 0,0 1-7 0,-1 0-7 16,0 0-5-16,1 2-11 0,-2-2 0 0,0 2-2 16,2-3-3-16,0 0-11 0,0 1-6 0,0-5-21 15,0 1-18-15,0-2-31 0,0 1-36 0,0-1-47 16,0-2-45-16,2 0-50 0,-2-9-47 0,-2 12-178 16,2-12-489-16,0 0 217 0</inkml:trace>
  <inkml:trace contextRef="#ctx0" brushRef="#br0" timeOffset="184775.05">14294 10272 84 0,'-7'-5'241'0,"1"3"-20"0,6 2-5 0,-14-1-12 16,14 1-9-16,-18 7-11 0,7 1-9 0,0 7-13 0,-2 6-8 15,-3 5-14-15,-1-2-10 0,6 3-12 16,-1 2-8-16,0 0-3 0,3-1-9 0,3 1-8 0,1 0-10 16,3 2-6-16,0-4-7 0,-1 1-11 0,8-2 0 15,0-2-5-15,-1-4-3 0,2 5-7 0,3-7-4 16,5-2-4-16,-1-2 8 0,3-1-13 16,9 0-6-16,-1-3-4 0,7-1-3 0,1-5 4 0,-3 1-7 15,5-2-3-15,2-4-5 0,-4-4-1 0,0 0 3 16,-1-1-4-16,-2-2 1 0,2-3-4 0,-4 0 4 15,-3-2-2-15,2-2 3 0,-2-3-3 16,-1-1 6-16,-1 1 0 0,-1-3-3 0,-1-1 2 0,0-1-3 16,-2-2 4-16,-3-1 0 0,-3-3-3 0,-2 1 4 15,-5-2-1-15,3 0 4 0,-8-2 2 0,-4-2 3 16,0 0 13-16,-6 0-7 0,-7 1 6 0,-7-9 4 16,2 12-1-16,-12-3 12 0,3 10 0 0,-3 6-5 15,-14-2-5-15,0 10 6 0,-3 1-2 0,-2 7-17 16,15 3-15-16,-14 5-21 0,1 3-24 0,14 2-39 15,-8 7-51-15,12-3-60 0,1 1-73 16,1 5-261-16,3-1-568 0,2-2 251 0</inkml:trace>
  <inkml:trace contextRef="#ctx0" brushRef="#br0" timeOffset="-184266.6">12048 10862 13 0,'0'0'72'16,"0"0"7"-16,0 0-5 0,0 0-13 0,0 0-5 15,0 0-2-15,0 0 7 0,0 0-5 0,0 0-6 16,0 0 9-16,0 0-7 0,0 0-5 0,0 0 0 16,0 0-1-16,0 0-6 0,0 0 11 0,0 0-9 15,0 0-6-15,0 0 0 0,0 0-1 0,4-4-7 16,-4 4 2-16,0 0 4 0,0 0-6 0,0 0-5 16,0 0-8-16,0 0 3 0,0 0 6 0,0 0-12 0,0 0 9 15,0 0-3-15,0 0 1 0,0 0 3 0,0 0 0 16,0 0-4-16,0 0 2 0,0 0-9 15,0 0 1-15,0 0 0 0,0 0 3 0,0 0-8 16,0 0 3-16,0 0-4 0,-17-5 6 0,17 5-4 16,0 0 0-16,-12-1 2 0,12 1-1 0,-9 0-4 15,9 0 3-15,-10-2 6 0,10 2 3 0,-12-1 0 0,12 1-9 16,-11-2 3-16,11 2 2 0,-13 0-4 16,13 0 4-16,-14 0-1 0,14 0-2 0,-11-1 3 0,11 1-4 15,-12 0 2-15,12 0-6 0,0 0-4 0,-11 0 6 16,11 0 8-16,0 0-7 0,-10 1 0 0,10-1 5 15,0 0-3-15,0 0 5 0,0 0 1 16,-10 0-5-16,10 0 6 0,0 0 3 0,0 0-1 0,0 0 1 16,0 0 5-16,0 0-4 0,0 0 7 0,0 0-9 15,0 0 2-15,0 0 1 0,0 0 0 0,0 0-1 16,0 0-5-16,0 0-2 0,0 0-2 0,0 0 1 16,0 0 0-16,0 0-2 0,0 0-3 0,0 0 1 15,36-2 0-15,-24 2-2 0,0 0 4 0,4-2-2 16,-1 4-4-16,4-2 0 0,2 0-1 0,0 0 1 15,6-2 6-15,-4 2-8 0,4-1-2 0,0 2 9 16,2-1-5-16,-1-3-1 0,-2 4 0 0,-4 0 2 16,6 0-7-16,-8-1 2 0,2 2-2 0,0-2 4 15,-1 1-1-15,2 2 0 0,-3-2-1 0,2 0 1 16,-1 1-2-16,-2 0 0 0,-2 0 0 0,2 0 1 16,0-1 0-16,-4 1 1 0,3-2 6 0,0 2-5 15,0 1 2-15,3-2-5 0,-1-1 5 0,-2 3-5 16,0-3 2-16,-1 0 0 0,2 0-2 0,1 1 4 0,-3 1-4 15,2-2 3-15,-2 0-1 0,-3 0 0 16,-3 1-2-16,5-1 3 0,-5 0-2 0,0 0 0 0,1 0 2 16,-1-1-3-16,-2 2 3 0,3-1 0 15,-2 1 0-15,-3-1-3 0,5-1 2 0,-12 1-1 16,13 0 4-16,-5 1-5 0,0 0 0 0,-8-1 0 0,11-1 2 16,-11 1-2-16,9 1 1 0,-9-1 0 15,0 0-1-15,13-3 2 0,-13 3 1 0,7 0-3 16,-7 0 0-16,0 0-6 0,9 2 6 0,-9-2 5 0,0 0-2 15,0 0-4-15,0 0 2 0,8 0 7 0,-8 0-9 16,0 0 0-16,0 0 3 0,0 0-1 0,0 0-4 16,0 0 3-16,0 0 0 0,0 0 3 0,0 0-1 15,0 0 0-15,0 0-2 0,0 0 0 0,0 0 2 16,0 0 0-16,0 0 2 0,0 0-3 0,0 0 2 16,0 0 3-16,0 0-3 0,0 0 3 0,0 0-2 15,0 0 0-15,0 0 3 0,0 0-6 0,0 0 1 16,0 0 0-16,10 0 0 0,-10 0 1 0,0 0-4 15,0 0 2-15,0 0 5 0,0 0-5 0,0 0-1 16,0 0-1-16,0 0 2 0,0 0 0 0,0 0 1 16,0 0-1-16,0 0 3 0,0 0-2 0,0 0-8 15,0 0 9-15,0 0-4 0,0 0 4 0,0 0 7 16,0 0 9-16,0 0-2 0,0 0 0 0,0 0 1 16,0 0-6-16,0 0 3 0,0 0-4 0,0 0-1 15,0 0 4-15,-31-5-5 0,31 5 0 0,-12 0-2 16,5-2-1-16,7 2 1 0,-15-1 3 0,3 1-6 15,1-1-3-15,-2-1 0 0,1 2 0 0,-1 0 2 16,1 0-5-16,-7 0 6 0,5 2-5 0,-1-2 3 16,3 1-2-16,-1-1 0 0,4 1-3 0,-3-1 7 15,1 0-2-15,3 0-2 0,8 0-1 0,-15-1 2 16,15 1 2-16,-10 0 0 0,10 0-5 0,-12 0 3 16,12 0-1-16,-9 0 3 0,9 0-1 0,0 0-1 0,-11-1-2 15,11 1 0-15,0 0-1 0,0 0 3 0,0 0-1 16,0 0-4-16,-10-2 2 0,10 2 0 15,0 0 2-15,0 0-1 0,0 0 3 0,0 0 0 16,0 0-3-16,0 0 4 0,30 2-1 0,-18-1-2 0,-2-1 0 16,3 1 3-16,4-1-2 0,3 0 1 0,-2 2 1 15,2-2 0-15,3 1-4 0,-1-2 5 0,5 2-4 16,0-2 2-16,-7 1 1 0,3 0-4 0,-3-2 5 16,0 2-2-16,8 2-3 0,-9-4 2 0,-1 1 1 15,5 0 0-15,-6 1-4 0,0-2 1 0,-4 2 1 16,1-1 0-16,-3 1 2 0,0-2-2 0,3 2 0 15,-3 0 0-15,0 0 1 0,-4-2 1 0,2 4-4 16,-9-2 2-16,14 0 1 0,-6 0 0 0,-8 0-3 16,9-2 2-16,-9 2 3 0,9-1-2 0,-9 1-1 15,9 1-2-15,-9-1 0 0,0 0 3 0,9-2 0 16,-9 2 0-16,0 0 2 0,0 0-1 0,0 0-2 16,0 0 0-16,0 0 1 0,11 2 1 0,-11-2 1 15,0 0 9-15,0 0-2 0,0 0-1 0,0 0-3 16,0 0 2-16,0 0-2 0,0 0 2 0,0 0-3 15,0 0 2-15,0 0-4 0,-36 0-1 0,27 2-3 0,-2-2 9 16,-2 0-5-16,2 2-3 0,-3-1-3 16,-4 2 3-16,0-2-4 0,0 1 4 0,0-2-5 15,0 3 1-15,2-1 1 0,-4-2 6 0,1 0-6 16,4 1 5-16,2 0-5 0,1 0 0 0,-1-1 5 0,3 2-2 16,2-2 0-16,8 0-2 0,-13 0 1 15,13 0-1-15,-11 0-1 0,11 0 2 0,-9 0-4 16,9 0 8-16,0 0-9 0,0 0 2 0,0 0 3 0,0 0-1 15,0 0-2-15,0 0 1 0,0 0 0 0,0 0 3 16,31 5 1-16,-19-6-2 0,1 1 0 0,1 0 2 16,-1-3-3-16,-2 3 2 0,3 0 2 0,-1-1-6 15,1 1 6-15,-1-3-4 0,3 2 1 0,-3 0 3 16,-2 0-4-16,1 1 0 0,-4-1 1 0,5-1 4 16,-5 1-5-16,-8 1 3 0,15 0-5 0,-10 0 6 15,-5 0-3-15,14-3 4 0,-8 2-2 0,-6 1-4 16,9 0 1-16,-9 0 2 0,0 0-4 0,10-2 4 15,-10 2 1-15,0 0-1 0,0 0 0 0,0 0-1 16,8-1 3-16,-8 1-1 0,0 0-6 0,0 0 4 16,0 0 1-16,0 0 1 0,0 0 0 0,0 0-2 15,0 0 3-15,0 0-3 0,0 0 3 0,0 0 0 16,0 0-3-16,0 0 3 0,0 0-3 0,0 0 1 16,0 0-1-16,0 0 0 0,0 0 1 0,0 0 1 15,0 0-1-15,0 0 1 0,0 0-7 0,0 0 4 0,0 0 1 16,0 0 1-16,0 0 2 0,0 0-1 0,0 0-1 15,0 0 1-15,0 0 0 0,0 0 1 16,0 0 0-16,9 3-1 0,-9-3 1 0,0 0-4 16,0 0 1-16,0 0 0 0,0 0-1 0,0 0 2 0,0 0 3 15,0 0-1-15,0 0 0 0,0 0 0 16,0 0 0-16,0 0-1 0,0 0 1 0,0 0-1 16,0 0-2-16,0 0-1 0,0 0 4 0,0 0-3 15,0 0 2-15,0 0-1 0,0 0 3 0,0 0-3 0,0 0 3 16,0 0-1-16,0 0-3 0,0 0 2 0,0 0 0 15,0 0-4-15,0 0 0 0,0 0 1 16,0 0-1-16,0 0-3 0,0 0-4 0,0 0 3 0,0 0-7 16,0 0 0-16,-27 2-6 0,27-2-6 0,0 0-13 15,-13 0-11-15,6 2-11 0,7-2-10 16,-14 1-5-16,8-1-13 0,6 0-13 0,-16 0-15 0,7 2-5 16,2-1-7-16,7-1-10 0,-20 2-22 0,9-1-84 15,0 0-265-15,-1 1 118 0</inkml:trace>
  <inkml:trace contextRef="#ctx0" brushRef="#br0" timeOffset="-183394.52">12680 10864 62 0,'19'-4'56'0,"4"3"11"0,4-3-19 16,-6 3-4-16,8 1-4 0,-9-1-7 0,4 0-2 16,-3 0-5-16,-1 2 0 0,2-2-8 0,-3 0-2 15,-2 1-3-15,-3 1-4 0,-1-2-8 0,-2 2 1 16,-1-1-4-16,1 1 1 0,-5-1-4 0,4 1-8 15,-10-1 2-15,10 0 1 0,-10 0 3 0,11 0 0 16,-11 0 1-16,8 1-2 0,-8-1 2 0,0 0 2 16,11 1 0-16,-11-1 10 0,0 0-7 0,9-1-2 15,-9 1 5-15,0 0 1 0,0 0 1 0,11 3 2 16,-11-3 5-16,0 0-8 0,0 0 5 0,0 0-3 16,9 1 13-16,-9-1 9 0,0 0-1 0,0 0 2 15,0 0-2-15,0 0 3 0,0 0 12 0,0 0-6 16,0 0 7-16,0 0 1 0,0 0-2 0,0 0 8 15,5 1-3-15,-5-1-2 0,0 0-3 0,0 0-3 16,0 0-4-16,0 0-6 0,0 0 2 0,0 0-2 16,0 0-15-16,0 0 16 0,0 0-5 0,0 0-6 15,0 0 3-15,0 0-13 0,0 0 8 0,0 0-9 16,0 0-8-16,0 0-28 0,0 0 2 0,0 0-10 16,0 0-11-16,0 0-16 0,0 0-4 0,0 0-20 15,0 0-66-15,0 0-166 0,0 0 74 0</inkml:trace>
  <inkml:trace contextRef="#ctx0" brushRef="#br0" timeOffset="-127356.75">9647 11514 164 0,'-4'-4'193'0,"-1"1"-9"16,5 3-6-16,-9-9-10 0,3 6-4 0,1-1-2 0,5 4-7 15,-8-5-2-15,8 5-7 0,-6-7-7 0,6 7-9 16,-4-4-8-16,4 4-12 0,0 0-12 0,0 0-10 16,-8-3-10-16,8 3-5 0,0 0-9 0,0 0 0 15,0 0-14-15,0 0-7 0,0 0-3 0,0 0-6 16,0 0-5-16,30-3-4 0,-13 6-7 0,6-4-10 16,6 5-6-16,-1-6-18 0,-1 5-18 0,-1-3-22 15,-4 1-25-15,0 1-31 0,-2 1-19 0,-1-4-19 16,-1 1-16-16,-1 2-24 0,-3 0-135 0,-5 0-351 15,1-2 156-15</inkml:trace>
  <inkml:trace contextRef="#ctx0" brushRef="#br0" timeOffset="-126772.6">9803 11443 126 0,'0'0'127'16,"-5"3"8"-16,5-3-3 0,-8 8-1 0,7 0 1 15,-3 1 1-15,0 3-7 0,-1 3-3 0,1 4-15 16,2-1-5-16,1 9-4 0,-2-3 3 0,2 0-9 16,-1 2-5-16,2-6 8 0,-1-1-8 0,1 0-11 15,0 1-5-15,0-1-8 0,0 0-7 0,0-2-4 16,1-1-9-16,1-5-3 0,-1 1 0 0,-1-2-5 16,-1-1-4-16,1 1-3 0,-2-1 3 0,1-2-10 15,1-7-3-15,0 10 2 0,0-10-2 0,-1 9-7 16,1-9-1-16,-4 6 1 0,4-6-7 0,-6 4-5 15,6-4-4-15,0 0 2 0,-13-1-3 0,13 1 2 16,-9-6 0-16,9 6 0 0,-8-3 0 0,8 3 2 16,-7-3 1-16,7 3 3 0,0 0-1 0,-8-4 1 0,8 4-1 15,0 0-2-15,0 0 1 0,0 0-2 16,-6-3-5-16,6 3 0 0,0 0 1 0,0 0 1 16,0 0 0-16,0 0-1 0,0 0-8 0,22 9-1 15,-11-8-10-15,-1-1-6 0,4 3-14 0,-1-3-5 0,2 0-14 16,1 0-7-16,1 2-16 0,1-4 0 15,0 2-9-15,1-2-1 0,-2-2 12 0,1 2 5 16,-5 0 4-16,1-1 22 0,-2-3-2 0,0 1 0 16,-2 0 5-16,2-1 7 0,-3-2 7 0,0 2 5 15,0-3 6-15,0 0 13 0,-3 1 7 0,3 1 19 0,-3-3 8 16,-1 2 11-16,1 2 11 0,-3 1 11 16,2 0 10-16,-5 5 9 0,4-8-2 0,-4 8-2 15,4-6-10-15,-4 6-7 0,0 0 1 0,0 0 19 16,0 0 23-16,4 15 3 0,-5-3-4 0,-1 5 1 15,2 7 2-15,0 2-2 0,-1-3-9 0,-2-3-10 16,2 6-2-16,-1-1-3 0,-5 0-11 0,4-5-3 16,0-3-10-16,2 4-5 0,-2-2-3 0,-1-4-10 15,3 3-21-15,0-5-25 0,-1-1-30 0,1 3-32 16,0-4-33-16,1-11-32 0,-2 14-30 0,4-7-20 0,-4-1-13 16,2-6-8-16,2 9-122 0,-2-9-363 15,0 0 160-15</inkml:trace>
  <inkml:trace contextRef="#ctx0" brushRef="#br0" timeOffset="-126406.78">10133 11730 93 0,'9'-7'151'0,"-2"-2"-7"0,2 6-8 16,-2-1-4-16,-1 0-4 0,3 2 0 0,-1 1-1 15,-8 1 2-15,13 5-9 0,-6-1-4 0,2 0-6 0,-1 4-10 16,-2 1 3-16,-1 0-4 0,0 3-5 0,-3-1-11 15,-1 2-8-15,0 2-6 0,-3 2-7 0,2-6-5 16,-2 6-4-16,-3-3-9 0,4 2-3 16,-3-3 0-16,3 3-7 0,-2-5-6 0,1 1-8 15,2-2-9-15,-1 2-3 0,1-1-8 0,2-3-11 0,-1-1-7 16,5 3-8-16,-1-3-4 0,3 1 6 0,1-1-2 16,2 0 9-16,0-2-6 0,-1 0 2 0,1 2 4 15,0-1 0-15,-1 0 3 0,-2-2 4 0,1 2 3 16,-3 1 5-16,-2-3 12 0,0 0 4 15,0 0 8-15,-4-4 4 0,4 9 6 0,-4-9 2 0,-1 10-1 16,1-10-4-16,-10 9-1 0,5-4-1 0,-2 0-6 16,-5 0 0-16,2 0-10 0,0-1-11 0,-2 1-12 15,2-1-18-15,-1-1-23 0,0 1-36 0,4-3-41 16,-1 0-44-16,8-1-176 0,-14 0-377 0,14 0 168 16</inkml:trace>
  <inkml:trace contextRef="#ctx0" brushRef="#br0" timeOffset="-126231.18">10684 11839 149 0,'7'-3'161'0,"-7"3"-15"0,16-3-14 0,-10 2-17 16,3 1-19-16,-9 0-24 0,16-1-35 0,-6 2-43 15,-3 0-36-15,-7-1-102 0,13 2-155 0,-13-2 69 16</inkml:trace>
  <inkml:trace contextRef="#ctx0" brushRef="#br0" timeOffset="-126067.58">10641 11991 3 0,'0'0'223'0,"-7"4"9"0,7-4-4 0,0 0-5 15,0 0-13-15,-3 6-15 0,3-6-20 0,0 0-17 16,0 0-20-16,0 0-23 0,23-4-32 0,-11 1-39 16,0 1-51-16,1-2-71 0,6-2-71 0,-1 2-151 15,3-2-323-15,4-4 144 0</inkml:trace>
  <inkml:trace contextRef="#ctx0" brushRef="#br0" timeOffset="-124072.64">11434 12121 75 0,'0'0'219'0,"0"0"0"0,0 0 0 0,0 0-1 16,0 0-11-16,0 0-5 0,0 0-15 0,0 0-14 15,0 0-20-15,0 0-14 0,0 0-13 0,15-27-8 16,-6 18-13-16,4-5 3 0,1 0 2 0,3-4-13 16,0-2-5-16,3 1-6 0,-5-3-9 0,1 0-6 15,0-2-11-15,0-3-2 0,1 3-5 0,-3-4-11 16,1-1-1-16,-1-1-2 0,-3 3-7 0,0-3-4 16,-3 4-1-16,-6 6-3 0,5-4 0 0,-6 7 0 15,-2 0 0-15,1 4-4 0,-1 1 5 0,-1 1-2 16,-3 1-4-16,-1 4 8 0,1 0-8 0,-3 0-1 15,-2 5-2-15,-3 0 2 0,-5 5-1 0,0 0-4 16,2 5 1-16,-2 1-1 0,0 0-2 0,-2 7-3 16,6-3 3-16,-1-2-6 0,3 3 2 0,4 1-1 15,0-2 0-15,4 1 0 0,3 2-3 0,1-1 2 16,3 1-3-16,2-2 1 0,4 1-4 0,2 1-7 16,2-3-5-16,2 0 1 0,7-1-5 0,-3-1 1 15,0-3 1-15,-1 1 4 0,2-1-9 0,-3-1 4 16,2 1-1-16,-4-1 3 0,1 1 6 0,-2-2-7 15,-1 1 4-15,-3-2 0 0,1 3-5 0,-4 0 11 16,1 0-2-16,-2 1 2 0,2-1-4 0,-1 1 5 16,0 0-1-16,-1-1 4 0,0 1-4 0,2-3-1 15,-3 3 4-15,3-1 2 0,-3-2-3 0,0 2 3 16,0-4-3-16,3 3 4 0,1-3 0 0,-1-2 2 16,1 1-2-16,2-2-1 0,0 1 0 0,1-3-7 15,0 0 3-15,6-4-2 0,-6 1 3 0,7-2-8 16,-6-3-3-16,4-1 9 0,-2 2-6 0,-3-1 3 15,1-3 0-15,-5 1-1 0,4-4-2 0,-4 0 1 16,-1 3-1-16,0-5 0 0,-3 0 3 0,1 0-3 16,-3 0 3-16,-3 1 4 0,1 0-2 0,-3 2 1 0,0 3 1 15,1 1 9-15,-3 3 9 0,3-2 2 0,-2 2-4 16,4 6 4-16,-9-7-3 0,9 7 1 16,-13-1 1-16,13 1-7 0,-14 6-2 0,6 2 3 15,-2 0-4-15,-3 5 3 0,6-3-6 0,-2 6 4 16,4-2-1-16,1 3-6 0,0 0-16 0,5-5-14 0,2 3-16 15,-1-3-16-15,5 3-19 0,0-4-14 0,6 3-20 16,0-2-15-16,2-2-19 0,7-3-12 16,-3-2-8-16,8 1 1 0,3-5 11 0,-1 1 1 15,-2-4 16-15,1-1 8 0,-7-1 14 0,1-1 14 0,-1-2 10 16,-3 2 12-16,-2-5 7 0,2 3 15 0,-4-3 16 16,-4 3 13-16,0-3 21 0,-3 3 28 15,-1-4 19-15,-2 3 7 0,-2 1 18 0,1 0 14 0,-3 0 12 16,0 7 13-16,-2-11 5 0,2 11 4 15,-7-10 6-15,2 7 4 0,-1 0-1 0,-6 3 1 0,2 0-2 16,0 3 2-16,-3 0-1 0,0 3-8 0,1-1-8 16,1 4-10-16,-2-1-7 0,1 4-8 0,3-3-4 15,-1 3-12-15,2-1-5 0,3 1-4 0,1-1-4 16,-1 1-9-16,2-2-1 0,2 2-2 16,2-2-9-16,3 0 1 0,0-1 1 0,0-2-7 0,3 0-2 15,-1-1 2-15,0-3-6 0,2 0-1 0,-1-2 1 16,3-1-4-16,-10 0-2 0,21-3 2 0,-9-1-6 15,-1-2 1-15,-2-1-1 0,5-3 4 0,-3-2-5 16,1-2 0-16,0 2-1 0,-5-5 4 0,-3 0-1 16,4-1-8-16,-2-2 6 0,1-3 1 0,-2-2 0 15,-3-1-6-15,0 0 0 0,0-3 2 0,-2-1-3 16,0 1 2-16,-2 1 5 0,4 9-6 0,-4-6 3 16,0 6 2-16,4 7 7 0,-4 1 1 0,2 0 7 15,-1 4-4-15,1 7-5 0,0-11-9 0,0 11 3 16,0 0 6-16,0 0-6 0,0 0-3 0,0 0-4 15,0 0 6-15,-8 40-4 0,4-13 1 0,0 2 4 16,3 3-2-16,1-2-1 0,0-2 5 0,1 1-3 16,5-1-3-16,-6-4 1 0,6-5 2 0,3 5-5 15,-1-8 1-15,0-1 3 0,1-2-2 0,-1 0 4 16,2-4-1-16,1 0-3 0,1-2-2 0,-3 0-7 16,2-3 0-16,1-1-1 0,1-2-1 0,0-2 1 15,1 0-2-15,-2-2-3 0,-1-3 5 0,-1-1-2 16,3 1 0-16,-5-3-2 0,3-3 4 0,-1 2 1 15,-2-4-5-15,-4 0-4 0,1 1 1 0,1-2-2 16,-4 4 2-16,-1 1 5 0,3 3 2 0,-4 0-3 16,0 7 5-16,0-11-4 0,0 11-1 0,2-6 3 15,-2 6 3-15,0 0 6 0,0 0 7 0,0 0-6 16,-6 29 4-16,3-17-3 0,1 5 1 0,-2-2-2 16,3 3 1-16,1-3-2 0,1-1 5 0,3-2-3 15,-4-2 1-15,4 3 0 0,3-2-3 0,-3-2-2 16,2 0 3-16,2-2-1 0,-4-2-5 0,3-2 3 15,-2 0-1-15,6-2-2 0,-2-1-1 0,0-1-1 16,1-2 4-16,0 0 2 0,-1-5-2 0,1 2-5 16,-2-1 2-16,1-2-2 0,-5-1 9 0,6-1-5 15,-5 2 1-15,3-2 0 0,-3 0 4 0,-1 1-3 16,3 0 2-16,-6 3-2 0,3 1 1 0,0 0-3 16,-4 6-5-16,4-7 0 0,-4 7 2 0,0 0-1 15,0 0 8-15,0 0 4 0,0 0-4 0,9 16 6 16,-9-9 0-16,0 3-6 0,0-1 2 0,2 4-4 15,0-3-12-15,-2 2-23 0,3-2-27 0,0-1-36 16,-1 4-35-16,2-4-33 0,1-1-30 0,-1 0-16 0,2-3-35 16,-1 4-137-16,3-6-417 0,2-1 184 15</inkml:trace>
  <inkml:trace contextRef="#ctx0" brushRef="#br0" timeOffset="-123289.13">13113 11873 26 0,'-2'-6'236'0,"2"6"-6"0,-6-7-21 0,6 7-10 16,0 0-5-16,0 0-7 0,-19 11-18 0,15-4-12 15,-3 4-9-15,-2 1-14 0,2 4-12 0,1-1-11 16,3 0-9-16,3 2-10 0,0-5-11 0,0 4-9 16,5-1-5-16,-3-4-5 0,4 1-6 0,1-1-7 15,1-2-2-15,0 0 2 0,7 1 1 0,-3-2-6 16,5-3-5-16,-2 0-2 0,0-3-5 0,3-1-1 15,0-1-3-15,2-3-3 0,-2 1-2 0,0-5-5 0,-2 1-1 16,1-2 1-16,0-3-3 0,-4 3-4 16,3-4 1-16,-5 0-2 0,1-1 2 0,-6 2-2 15,-1 0 2-15,3-4-5 0,-6 2-1 0,0 1 6 16,-1 1-7-16,-1-2 2 0,0 2 0 0,-3 3 2 16,1 2 6-16,2 6 7 0,-6-10 3 0,4 7 1 15,2 3 1-15,0 0 2 0,-17 3 0 0,17-3-3 16,-13 14 0-16,7-6-5 0,-1 1 0 0,0 5-3 15,2 0-1-15,1-2-2 0,2 3-2 0,0 0 4 16,2-2-12-16,2 0-19 0,0 0-19 0,4-3-17 0,-1 0-21 16,7 3-26-16,-3-4-24 0,7-1-22 0,1 0-11 15,2-4-28-15,8-2-1 0,2-2 2 16,-3-2 8-16,5-1 16 0,-2-1 12 0,-10-1 22 16,4-1 14-16,-4 0 16 0,0 0 11 0,-1-1 20 15,-3-2 17-15,-4 3 27 0,-1-1 21 0,0-1 20 0,-3 0 20 16,1 1 18-16,-4 0 17 0,-2 1 13 0,2-1 14 15,-4 7 12-15,1-9 5 0,-1 9 3 16,0 0 6-16,-5-10 4 0,5 10-6 0,-7-3 1 16,7 3 0-16,0 0-2 0,-20 7-3 0,11-1-4 15,-2 1-5-15,2 0-19 0,0 2 1 0,0-1-13 0,2 1 1 16,0 0-24-16,-1 1-9 0,2 0-5 0,2 0-3 16,2 1-1-16,2-2-3 0,-2 1-5 15,2-1-3-15,4 0-6 0,0-3-11 0,-1-2-9 16,2 0 0-16,1 0-9 0,-6-4-1 0,18 0-6 0,-8 0-5 15,3-2 0-15,1-4-3 0,1-1-6 0,3-1-2 16,-5-2-4-16,3-1-1 0,-3-3-3 0,1 1-1 16,-3-3 3-16,-2-1 6 0,3 1 0 0,-3-9 7 15,-3 2 1-15,0-4-5 0,-3 0 2 16,-1 1 0-16,3 0 3 0,-5-2 3 0,0-3 3 0,-2 3 0 16,2 9 7-16,-3-6 9 0,1 4 12 0,2 5 8 15,-2 6 11-15,2-3 14 0,0 4 4 0,-1 3-9 16,1 6-7-16,-2-10-6 0,2 10-2 0,0 0 6 15,0 0 11-15,0 0 8 0,-8 25-5 0,5-5-3 16,-3 6-2-16,-1 3-4 0,2 0-3 0,-3 3-3 16,3 0-5-16,-1-2-4 0,4 0 4 0,-4-1-22 15,4 0-27-15,0-2-29 0,0-3-42 0,2 2-43 16,2-1-58-16,-2-7-66 0,4 1-60 16,-2 1-252-16,4-4-614 0,0 0 272 0</inkml:trace>
  <inkml:trace contextRef="#ctx0" brushRef="#br0" timeOffset="-122805.63">14487 11878 10 0,'0'0'204'0,"0"0"-1"0,0-7-11 16,0 7-4-16,0 0-6 0,0 0-13 0,0 0-7 16,0 0-13-16,0 0-5 0,0 0-13 0,0 0-8 0,0 0-9 15,0 0-10-15,2-8-6 0,-2 8-10 0,0 0-9 16,0 0-8-16,0 0-8 0,0 0-5 16,0 0-6-16,0 0-6 0,0 0-8 0,0 0-1 15,0 0-1-15,0 0-4 0,0 0-6 0,0 0-1 0,0 0-6 16,0 0-2-16,0 0 0 0,0 0-2 0,0 0-3 15,0 0-2-15,0 0-1 0,0 0 1 16,0 0 1-16,0 0-4 0,0 0-11 0,0 0-15 16,0 0-14-16,0 0-18 0,0 0-24 0,0 0-38 15,7 19-23-15,-7-19-39 0,1 7-25 0,-1-7-158 0,2 5-388 16,-2-5 173-16</inkml:trace>
  <inkml:trace contextRef="#ctx0" brushRef="#br0" timeOffset="-121088.25">14455 12023 199 0,'0'0'220'0,"1"-9"-2"0,-1 9 10 15,-2-9-3-15,2 9-9 0,0 0-10 0,-2-8-18 16,2 8-13-16,0 0-13 0,0 0-16 0,0 0-18 16,0 0-7-16,0 0-8 0,0 0-14 0,0 0-4 15,0 0-10-15,-3 24-6 0,5-15-12 0,-1 4-3 16,2-1 4-16,-2 2-15 0,4 3-2 0,3-5-8 15,-1 1 3-15,4 0 4 0,3-1-2 0,-5-4 4 16,5 2-2-16,-1-4 10 0,3-1-15 0,-5-1-1 0,2 2-6 16,3-6-3-16,0 0-2 0,2-3-4 15,0-1 4-15,-3 1-15 0,1-4 3 0,-2-3 0 16,-4 5-5-16,2-5 3 0,-3-1-1 0,0 0-3 16,-1-4 0-16,-2 5 0 0,-1-3 7 0,-3 2-11 15,1 1-5-15,-3 1 0 0,1-2-2 0,-1 5 2 16,0 6-2-16,2-12-3 0,-2 12 1 0,0 0-5 15,2-9 2-15,-2 9 3 0,0 0-3 0,0 0 2 16,0 0 3-16,0 0-4 0,3 22 1 0,-3-22 0 16,6 16-2-16,-3-5 4 0,3-3-3 0,-1 3 0 0,1-1-1 15,1 0 7-15,4-2-9 0,-2 2 12 0,3-3-4 16,-1-1-2-16,-2-1-5 0,3 1-4 16,-1-2 0-16,-2-2 1 0,4 0-8 0,-4-1 5 15,0-2 0-15,-2-1-17 0,2-3 2 0,-1-1-1 0,-3 2-1 16,0-5-13-16,-1-1 1 0,-2-1-4 0,4-6-2 15,-5 2-3-15,-1-2 25 0,-1 0-3 16,1-2 8-16,-3 2-1 0,-2 1 0 0,1 4 6 16,1 2 6-16,1 0 7 0,0 4-1 0,-1 1-2 15,3 5 4-15,-3-9-5 0,3 9-2 0,0 0 1 0,0 0-3 16,0 0 1-16,0 0-1 0,0 0 5 0,0 0 0 16,0 0-1-16,28 13 3 0,-17-8-1 0,4-2 1 15,2 3-1-15,1-5 2 0,0 0-2 16,0 0 5-16,3-2-4 0,-2 1 0 0,-5-2 3 0,0 0 0 15,0-2 3-15,2-2 0 0,-7 4-5 0,5-2 6 16,-7-3 3-16,5 2 7 0,-8 2 7 0,2 1-2 16,-1-3 2-16,-5 5 10 0,9-5-2 0,-9 5 1 15,4-5 2-15,-4 5-10 0,8-3 2 16,-8 3 0-16,0 0-4 0,0 0 6 0,0 0 3 0,9 11 4 16,-7-4-14-16,1 3-10 0,-1 2 7 0,-3 1 1 15,5 2-5-15,-4 0 0 0,3 1 2 0,-2 1-6 16,1 0-8-16,0-4-34 0,2-1-29 0,-4-1-21 15,2 2-41-15,0 0-46 0,1-1-51 0,-2-4-45 16,-1 0-45-16,0 1-186 0,0-9-533 0,0 0 237 16</inkml:trace>
  <inkml:trace contextRef="#ctx0" brushRef="#br0" timeOffset="-120934.77">15115 11833 2271 0,'-7'-18'17'0,"0"4"-8"15,2 3-3-15,1 2-9 0,2-1-3 0,-2 4 5 16,4 6 0-16,-5-11-18 0,5 11-10 0,0-5-15 16,0 5-21-16,0 0-30 0,0 0-21 0,13 1-35 15,-13-1-18-15,23 8-99 0,-12-4-289 0,7 1 127 16</inkml:trace>
  <inkml:trace contextRef="#ctx0" brushRef="#br0" timeOffset="-120721.65">15402 11775 171 0,'6'-4'204'15,"-6"4"5"-15,0 0 1 0,8-2-2 0,-8 2-3 16,0 0-16-16,0 0-15 0,0 0-21 0,0 0-13 16,0 0-4-16,0 0 11 0,7 14 7 0,-5-2 2 15,0 3-8-15,-2 2-9 0,2 2-6 0,-4 7-4 16,2-1-18-16,-1 0-6 0,2 0-14 0,-2 0-7 16,0 0-3-16,-1 0-6 0,1-6-5 0,1 0-10 15,0-1-12-15,0-1-18 0,-2-1-24 0,2-1-40 16,-2 0-32-16,2 0-34 0,-2-3-46 0,-1-2-47 15,3-3-39-15,0-7-38 0,-1 9-185 0,1-9-492 16,0 0 218-16</inkml:trace>
  <inkml:trace contextRef="#ctx0" brushRef="#br0" timeOffset="-120305.78">15489 11890 29 0,'6'-8'143'0,"2"1"-18"15,2 0-3-15,0-1 5 0,-1 1-9 0,2 0 0 16,-3 0-2-16,2-1 2 0,1 3-3 0,-4-4 2 16,2 2 6-16,-1 0-3 0,1 0-1 0,-1 1-6 15,-3 1-2-15,-1-1-10 0,-1 2-13 0,-3 4-4 16,9-6-7-16,-9 6-12 0,6-4-8 0,-6 4-6 16,0 0 7-16,0 0 0 0,11 10 8 0,-11-2 3 15,0 4-2-15,0 6-1 0,-1 0-5 0,-1 1-3 16,-1 0-5-16,0 6-4 0,0-6 0 0,0 0-5 15,0-2-6-15,-2-1-3 0,2 0-1 0,1 0-4 16,1-5-7-16,-1-1 0 0,0-1-1 0,2-3 1 16,0-6-1-16,-2 10 0 0,2-10 0 0,-1 7 7 15,1-7 2-15,0 0 0 0,0 0 1 0,0 0-3 16,0 0-1-16,0 0-7 0,0 0 5 0,0 0-9 16,22-14 1-16,-16 8-6 0,3 0 2 0,0 0 11 15,-1 1-20-15,-3 3 2 0,-1-1-4 0,-4 3 0 16,11-3-1-16,-11 3 5 0,14 2-5 0,-9 2-2 15,1-1 3-15,-1 1-5 0,2 4 7 0,-3-1 1 16,4 3-4-16,-3-1-2 0,3 1 0 0,-2 1-17 0,2 1-39 16,-2-2-56-16,2 5-72 0,4-2-82 15,-3 1-246-15,4-3-555 0,1 0 246 0</inkml:trace>
  <inkml:trace contextRef="#ctx0" brushRef="#br0" timeOffset="-119337.92">16374 11983 9 0,'-1'-8'184'0,"0"-2"-7"0,-1 3 1 16,2 7-1-16,-2-13 6 0,-1 7 7 0,3 6-5 15,-2-12-2-15,2 12-5 0,-3-8-11 0,3 8-8 16,-2-6-15-16,2 6-7 0,0 0 8 0,0 0-17 16,0 0-14-16,0 0-11 0,0 0-4 0,0 0 0 15,0 0 0-15,0 0-7 0,-5 19-7 0,2-7-6 16,0 0-6-16,0 3-8 0,0 0-8 0,-1-3 0 16,0 4-13-16,2 0-5 0,-1-5 3 0,-1 6-8 15,1 0-2-15,1-2-4 0,1 2-11 0,0-2-21 16,-1-4-28-16,1 6-33 0,-1-2-35 0,-1-3-46 15,-2 0-43-15,3-1-42 0,-1 0-44 0,0-3-182 16,1-1-495-16,-1-1 219 0</inkml:trace>
  <inkml:trace contextRef="#ctx0" brushRef="#br0" timeOffset="-119197.46">16351 11733 64 0,'0'0'77'16,"8"10"-30"-16,-2 1-30 0,4 4-52 0,1 7-37 15,0 2 17-15</inkml:trace>
  <inkml:trace contextRef="#ctx0" brushRef="#br0" timeOffset="-118955.93">16565 12181 17 0,'0'0'216'0,"-13"-12"0"0,10 6-1 16,3 6-9-16,-1-15-12 0,4 6-18 0,0-4-9 15,2 2-12-15,5-4-11 0,-1 1-9 0,2-1-7 16,0 1-9-16,5 2-12 0,-1 0-8 0,2 3-6 16,-6 4-8-16,1 0-12 0,0 5-9 0,-1-1-5 15,3 2-9-15,-4 3-5 0,2 4-3 0,-2-1-2 16,-1 3-5-16,-3 5-2 0,-2 0-4 0,0 3-5 15,0 2-5-15,-3-1-15 0,1-1-29 0,0 7-31 16,-6-7-31-16,4 0-48 0,2-1-46 0,-4-2-48 16,-1-2-151-16,2-2-410 0,1 0 181 0</inkml:trace>
  <inkml:trace contextRef="#ctx0" brushRef="#br0" timeOffset="-118172.81">17071 11941 236 0,'0'0'245'0,"-8"-5"-8"0,8 5-12 0,-8 0-6 16,8 0-13-16,-12 8-11 0,4 2-17 0,-2 2-16 16,1 4-15-16,-1 0-16 0,2 0-11 0,0 3-10 15,4 1-13-15,-2-2-10 0,5 0-3 0,-2 0-14 16,6-1-1-16,1 2-7 0,-1-4-8 0,2-5 6 15,5 4-6-15,-3-2-1 0,5-5-2 0,2 3-4 16,2 0 3-16,1-3-8 0,2-2-4 0,-1-2-5 16,1-3 0-16,3-3-7 0,0 0-6 0,-2-4 2 15,0 1-2-15,-1 0-9 0,0-5-5 0,-3 2-1 0,0 0-8 16,-2-5-2-16,0 0-2 0,-1 0 1 16,-3 0-4-16,0 0-2 0,-4-2 0 0,-1 1-1 15,3 0 2-15,-7 2 1 0,1 1 1 0,-4 1 0 16,1-1 6-16,-4 2-1 0,0-1 0 0,-3 1 4 15,2 3 3-15,-3-1 6 0,0 0 4 0,-1 3 4 16,1 1-4-16,0 2 5 0,2-1 6 0,7 3-18 16,-11-3 2-16,11 3-4 0,-10-1-1 0,10 1 2 15,0 0 1-15,-7 7-4 0,7-7-1 0,0 0-2 16,0 0-3-16,23 12-3 0,-11-8 0 0,0 0-5 0,5-2 3 16,2-1 3-16,2 1-1 0,-5-2 3 15,5 2-5-15,-3-1 3 0,0-2 0 0,-7 1 1 16,1 2 3-16,-2-2-7 0,-2 1 3 0,0-1 0 15,-8 0 1-15,12 4 6 0,-6 0 5 0,-2-1 4 16,-4-3 2-16,5 11 5 0,-3-3 4 0,0 0 1 0,-2 1 2 16,0 1 1-16,0 0 0 0,0 2-1 0,-2 2-4 15,-1-2 0-15,2 0 2 0,1 0-6 0,0 0-2 16,0 0-2-16,1-2-2 0,2-1 2 0,-1 1-3 16,2 0-2-16,1-1 2 0,0-1 3 15,2 0-3-15,0-3 0 0,2 1-1 0,3 0-2 0,2-5-5 16,-3 1-5-16,2-1-4 0,1-3 3 0,-2 1-2 15,2-2-6-15,-2 1 2 0,1-4 1 0,4 0-3 16,-4-4 4-16,3 0 0 0,-3 0-3 16,0-2-6-16,-2-3 1 0,-2 1-3 0,1-3 0 0,-1 2 3 15,-2-1-3-15,-2-2 4 0,0 1-1 0,-3 2 4 16,-3-1 3-16,2 3 2 0,-2 2-2 0,-1-1 7 16,-3 4 6-16,2-2 1 0,-3 2 4 15,2 4 9-15,-3 0 1 0,1 2 7 0,6 2 5 16,-22 2-6-16,10 5 0 0,-2 2-1 0,-1 1-1 0,-1 1-2 15,3 3-1-15,0 0-6 0,3 2 0 0,2 0 1 16,1-1-3-16,0 0-2 0,5 1 2 0,1-2-15 16,1-3-30-16,1 2-23 0,4 3-26 0,-1-8-41 15,2 3-32-15,2-1-43 0,1-3-36 0,1 0-26 16,7 1-182-16,0-4-480 0,4-4 213 0</inkml:trace>
  <inkml:trace contextRef="#ctx0" brushRef="#br0" timeOffset="-117422.78">17987 12023 222 0,'-4'-9'231'0,"4"9"0"0,-7-3-8 15,7 3-7-15,-11 0-5 0,11 0-6 0,-12 5-7 16,1 0-15-16,1 4-8 0,-3 1-23 0,4 0-15 16,-2 2-15-16,2-2-8 0,3 1-15 0,-1 4-8 15,1 0-12-15,3-2-6 0,2-3-3 0,-2 2-11 16,5-1-8-16,-2-2-3 0,2 0-6 0,2-1-5 15,-1-1-3-15,2-1-4 0,0 0-3 0,0-2 0 16,0-1-5-16,-5-3-5 0,10 0 0 0,-10 0-1 16,14-3-1-16,-14 3 2 0,12-5-4 0,-7 0-5 15,0-1 2-15,-1 0 1 0,0-3-5 0,-2 0 3 16,1 0-1-16,-1-4-5 0,1 3 4 0,-2 0-2 16,2-2-2-16,-2 3 2 0,0 0 10 0,1 2 2 15,-2 7 5-15,1-10 0 0,-1 10-1 0,4-7 1 16,-4 7-8-16,0 0 4 0,0 0 5 0,0 0 11 15,0 0 2-15,0 0-2 0,0 0-6 0,0 0-2 16,-8 23 2-16,7-13-6 0,1-10 1 0,1 17-5 16,2-8 9-16,-1 0-7 0,3-3-7 0,-1-2-2 15,3 2 7-15,-1 0 1 0,3-5 4 0,2 1-3 16,1 0-4-16,2-4 8 0,-1 0-10 0,3-1-1 16,2-4-4-16,-1 0-4 0,-2 0 0 0,0-3 6 15,-4 3-1-15,-1-3-4 0,3-4 4 0,-4 3-2 16,-4-1-4-16,4-4-12 0,-4 2 11 0,-1-1 4 0,-3 2 0 15,0 0 1-15,2 3-5 0,-2-2 0 16,-1 5-3-16,1 0 12 0,-1 7-5 0,0 0 0 16,-1-13 0-16,1 13 7 0,0 0 0 0,0 0 4 15,0 0 1-15,-9 21-5 0,4-6 1 0,0 1-3 16,0 1 8-16,-2 2-4 0,2 0-6 0,-1 5-5 16,1-5 4-16,-1-1 7 0,0-1-9 0,2-2 3 15,1-5-1-15,1 3-2 0,1-2 7 0,1 0-6 16,-1-4-2-16,2 1-2 0,-1-8 5 0,1 11-2 15,3-7-5-15,1-1 4 0,-5-3-5 0,19-3-1 16,-7 1 4-16,2-3 2 0,5 1-1 0,-1-4-4 0,-1-2 7 16,1 1-14-16,-4-2 2 0,1-2-5 15,-1 1 2-15,3-1-1 0,-3 0 1 0,-2-3 0 16,-1 0-1-16,-2 0 1 0,-2 0 0 0,-2 2 2 16,1 2 1-16,-5 0 1 0,1 1 4 0,-2 1 9 15,-1 3 7-15,1 7-3 0,-1-13 6 0,-3 9-2 0,4 4-1 16,-8-5-1-16,8 5-2 0,-16 4 3 15,7 1 0-15,-1 2 0 0,1 2-14 0,-2 1 12 16,2 1-4-16,1 2 1 0,2 3-3 0,3-5-26 0,1-2-35 16,0 4-30-16,3-3-33 0,2 4-34 0,0-3-33 15,4-2-41-15,2 2-33 0,1-3-33 0,5 2-10 16,4-4-222-16,1 0-563 0,-2-4 249 0</inkml:trace>
  <inkml:trace contextRef="#ctx0" brushRef="#br0" timeOffset="-117220.95">18653 12060 58 0,'5'-11'204'0,"-1"-1"16"0,0 5 13 16,0-4 13-16,0 3 12 0,-3 2-2 15,1 1-6-15,-2 5-11 0,5-8-30 0,-5 8-20 0,0 0-1 16,0 0-1-16,0 0-10 0,0 0-23 0,0 0-16 16,0 0-14-16,0 29-8 0,-1-18-9 0,0 2-14 15,-3 1-9-15,0-2-14 0,-1 4-17 0,2-3-24 16,1-1-29-16,-1 0-29 0,-1 0-37 0,3 0-35 15,0-1-42-15,0-1-43 0,1-10-50 16,0 18-54-16,0-9-183 0,0-9-510 0,0 0 226 0</inkml:trace>
  <inkml:trace contextRef="#ctx0" brushRef="#br0" timeOffset="-116838.55">18676 11782 61 0,'6'11'91'15,"-1"7"-21"-15,2 6-23 0,-1 3-10 0,4 0-26 0,1-1-10 16,-2-1-11-16,3 1-5 0,-1-2 4 0,-1 0 1 16,0-8 6-16,-1 1 7 0,1-4 10 15,-3-2 17-15,0-3 22 0,-3-1 26 0,-3 0 31 16,2-4 10-16,-3-3 8 0,0 0-3 0,1 8 3 0,-1-8-1 15,0 0-5-15,0 0-5 0,0 0-6 0,0 0 0 16,0 0 1-16,0 0-9 0,0 0-3 0,7-28-1 16,-2 18-6-16,0 2-2 0,2-1 2 0,2 0-3 15,1-1 6-15,0 3-4 0,-3-2-1 0,1 6-6 16,0-3-7-16,-1 5-7 0,-7 1-4 0,13 3 7 16,-5-1 6-16,-3 3-6 0,1 0-10 0,-2 4-3 15,-1 2-6-15,-1 0 3 0,0 1-3 0,-1 3-12 16,0 1-4-16,-1-4-2 0,1 1-4 0,-1-1-20 15,-1 1-22-15,0-3-34 0,0 2-48 0,-3-2-52 16,4-10-76-16,-4 16-53 0,0-11-206 0,4-5-518 16,-10 5 230-16</inkml:trace>
  <inkml:trace contextRef="#ctx0" brushRef="#br0" timeOffset="-116661.43">18670 11716 140 0,'-4'-9'263'16,"0"3"-25"-16,0 0-19 0,1-1-27 0,3 7-20 15,-5-7-28-15,5 7-34 0,-3-6-46 0,3 6-31 16,0 0-45-16,0 0-56 0,0 0-69 0,0 0-90 16,0 0-245-16,8 22 108 0</inkml:trace>
  <inkml:trace contextRef="#ctx0" brushRef="#br0" timeOffset="-116055.77">11160 12725 164 0,'-1'-7'286'0,"-1"2"-13"0,2 5-15 15,-6-8-19-15,6 8-23 0,-1-7-25 0,1 7-22 16,0 0-17-16,0 0-6 0,0 0 3 0,0 0-8 15,0 0-13-15,13 24-10 0,-4-9-7 0,-2 2-14 16,3 1-8-16,1 5-13 0,-1 0-4 0,-1-5-8 16,-1-1-4-16,1-1-9 0,1 1-4 0,2-2-5 15,-4 0-2-15,0-4 6 0,0-3-3 0,-1 2 8 16,0-5 11-16,2 3-1 0,-5-3 9 0,-1 0 16 16,-3-5 10-16,11 1 2 0,-11-1-17 0,13-3 2 15,-7-1-13-15,2-4-3 0,0-1-13 0,0-6-3 16,1-1-1-16,2 0-7 0,-3-2-5 0,0 1-4 15,5-7-2-15,-6 2 2 0,1-4-9 0,1 1-12 16,0 0-21-16,-1-1-6 0,0 9-25 0,-1-2-25 16,0 2-35-16,-3 5-34 0,-1 1-40 0,-1 2-54 15,2 2-58-15,-2 2-37 0,-2 5-229 0,0 0-596 16,0 0 264-16</inkml:trace>
  <inkml:trace contextRef="#ctx0" brushRef="#br0" timeOffset="-115771.75">11619 12900 141 0,'3'5'180'0,"-3"-5"2"0,5 6-1 15,-5-6-5-15,2 8 2 0,-2-8-6 0,6 7-2 16,-1-5-10-16,-5-2-10 0,10 2-3 0,0-2-10 16,-10 0-6-16,21-3-4 0,-9 2-6 0,6-4-8 15,-1-2-4-15,-1 0-10 0,-2 1-3 0,-2 0 0 16,2-3-11-16,-5 2-1 0,-3 1-2 0,0-3-5 15,-4 2-11-15,-1 1 0 0,1-2-5 0,-2 8-12 16,-4-13-2-16,-3 5-3 0,0 3-10 0,-1 2 0 16,-2 2-4-16,-3-1-6 0,-6 4-9 0,2 2-11 15,-3 0-9-15,4 2-18 0,-4 4-28 0,-5-1-27 16,5 1-35-16,5 2-44 0,0-1-47 0,6-3-37 16,1 2-225-16,1-3-506 0,5 0 224 0</inkml:trace>
  <inkml:trace contextRef="#ctx0" brushRef="#br0" timeOffset="-115538.61">12005 12636 77 0,'1'-10'283'0,"-1"3"-1"0,0 7 2 0,0-12-5 16,2 6-9-16,-2 6-24 0,2-9-22 15,-2 9-24-15,0 0-17 0,0 0-3 0,0 0-5 16,0 0-16-16,5 22-1 0,-1-6-9 0,-2 4-6 15,0-1-14-15,-2 7-21 0,2 1 0 0,1-1-17 16,-2 1-5-16,3-4 2 0,-2-3-16 0,0-1 6 0,1 7-55 16,0-7-30-16,0 0-44 0,1-3-39 15,-2 0-56-15,1-4-59 0,2 0-60 0,-3-1-51 16,1-2-184-16,1-4-541 0,0-1 240 0</inkml:trace>
  <inkml:trace contextRef="#ctx0" brushRef="#br0" timeOffset="-115305.73">12324 12607 247 0,'2'-6'267'0,"-2"6"-15"0,0 0 4 0,0 0 5 16,0 0-1-16,0 0-4 0,10 16-10 16,-10-5-23-16,0 7-12 0,0 0-19 0,0 1-17 15,0 5-26-15,-3 1-3 0,3-6-16 0,3 1-9 16,-3-2-16-16,0 0-11 0,0 0-9 0,1 0-6 15,2-3-6-15,0-2-13 0,-1-2-23 0,-2 1-16 0,4 1-28 16,-3-3-28-16,-1-1-29 0,3-2-40 0,-3-7-31 16,1 10-28-16,1-4-29 0,-2-6-22 15,4 4-28-15,-4-4-13 0,0 0-168 0,0 0-457 16,0 0 202-16</inkml:trace>
  <inkml:trace contextRef="#ctx0" brushRef="#br0" timeOffset="-114405.73">12291 12811 53 0,'-6'-10'132'0,"3"4"6"0,-2 0-6 0,5 6-5 15,-5-8-13-15,5 8-10 0,-4-6-12 0,4 6 1 16,0 0-7-16,0 0 5 0,18-4-6 0,-6 2-7 0,2 2-2 16,7-1-1-16,6 1-5 0,0-2-9 0,-6 2-7 15,8-3 2-15,-10 3-5 0,2-1-4 16,-2-1-1-16,0 2-10 0,-1-2 0 0,-7 2-6 16,3-2-1-16,-1 2-4 0,-4-1 3 0,1 1 7 15,-3-1 11-15,-7 1 6 0,10-1 11 0,-10 1 3 0,0 0 14 16,14 1-3-16,-14-1-2 0,0 0 0 0,0 0-2 15,0 0 0-15,0 0 6 0,-23 17-4 16,13-9-3-16,0 2-5 0,1-1 2 0,1 1-10 16,-4 2-5-16,5-2-6 0,-2 4-5 0,3-3-5 0,2-2-2 15,1 2-4-15,0 0 1 0,1-2-7 0,4 1-6 16,1-1 0-16,0-4-4 0,3 0 1 16,3 1 1-16,-1-3-5 0,4-1 1 0,1-1-2 15,0-4-1-15,6 1-2 0,-1 2-4 0,-3-5 3 16,4-3-5-16,-6 4 0 0,1-5 0 0,-3 2-3 0,-1 0 2 15,1-3 1-15,-1 2-1 0,-3-2 3 0,0 0-1 16,-3 0 1-16,1 0 1 0,-3 4-1 0,0 0 0 16,-2 6-5-16,3-10 16 0,-3 10-9 0,0-10 3 15,0 10 1-15,0 0-2 0,1-5-3 0,-1 5 5 16,0 0-2-16,0 0 3 0,0 0-5 0,0 0 4 16,3 24-8-16,-1-16 2 0,2-2-2 0,4 3 6 15,-2-1-3-15,5-1 2 0,5-1 2 0,0-1-5 16,2 1 2-16,3-6-4 0,0 0-3 0,8 0 1 15,-6-3 4-15,5-3-2 0,-1 1 1 0,0-1 1 16,-8 1 3-16,0-1-9 0,-2-2 1 0,-1-1 1 16,-3 0 3-16,-1 2-2 0,-5 0 0 0,1 1 4 15,-4-3-3-15,-1 2-1 0,-3 7 1 0,3-7 2 16,-3 7 1-16,0 0 0 0,-6-13 0 0,6 13-1 16,-13-3 4-16,5 3 6 0,8 0 0 0,-14 4 5 15,7 2 3-15,-3 2 0 0,0 4-5 0,3-1-8 16,-1 4 11-16,3 3-6 0,-2 0 4 0,4 2-10 15,1-1 9-15,0 7-5 0,0 1-4 0,4 1 0 16,2 1-2-16,-1-2 16 0,0 3-25 0,1-3 12 16,0 0 0-16,1-2 1 0,-3-6 1 0,0 1-8 15,0-1 19-15,-2-2-23 0,0-1 10 0,-4 0 5 16,2 0-6-16,-3 0-4 0,-1-1 10 0,-4-1-9 16,-1-1-4-16,1-1 5 0,0-5-4 0,1 0-9 15,0-2-4-15,-2-2 0 0,6 1-7 0,-1-2-10 16,6-2-9-16,-11-2-6 0,11 2 1 0,-10-5-2 15,10 5 0-15,-2-10 0 0,2 10-4 0,4-17 2 16,6 5 3-16,-1-1 7 0,6-8-1 0,3 2-1 16,1-2-4-16,2 2 6 0,4-2-1 0,-2-3 0 15,2-2 3-15,2 0 4 0,-5 1 4 0,5 0 0 16,-2 0 4-16,0-2 3 0,-6 1 0 0,0 1 3 16,-6 0 2-16,1 3 6 0,-4 5 11 0,-5 0 5 15,2 6 10-15,-4-1 6 0,-1 2 9 0,-2 2 16 16,0-1 2-16,0 9-2 0,-4-9 2 0,4 9 0 15,-8-1-2-15,8 1 8 0,-20 9-6 0,6-1-6 16,-3 4 6-16,1 1-7 0,-2 4-17 0,-4 1 15 16,7 2-11-16,5-4 1 0,1-1-9 0,2 3-11 15,5 2-24-15,-1-5-28 0,6-2-37 0,2-2-42 16,1 0-39-16,5 0-58 0,5-3-54 0,2 1-61 16,0-4-180-16,11-2-552 0,-2 0 245 0</inkml:trace>
  <inkml:trace contextRef="#ctx0" brushRef="#br0" timeOffset="-113056.64">14027 12886 1 0,'-13'-10'294'0,"-1"3"7"16,-4 1-2-16,0 0-5 0,1 3-5 0,-4 0-14 15,1 3-12-15,-2 4-21 0,1 0-21 0,3 3-16 16,-6 6-14-16,5-1-16 0,0 5-18 0,0 3-12 15,5-5-10-15,-3 8-16 0,10 2-14 0,0-5-8 16,3-1-7-16,4 0-15 0,-1-2-5 0,2 1 2 16,10 5-4-16,-4-9-1 0,4-1-6 0,3-1-15 15,3-2 6-15,2-2-1 0,8-1-6 0,2-3-4 16,-2-1-6-16,5-8-3 0,-1-2-3 0,-2-1-8 16,-3-1 1-16,1-3-11 0,-4 0-1 0,-4 0-3 15,-4 0-1-15,5-8-1 0,-7 4-9 0,1-6 3 16,-5 5 6-16,0-6 9 0,-5 3-19 0,5-6 2 15,-8 0 1-15,1 2 5 0,-2-2-5 0,0 0 0 16,0-1 9-16,-3 2-12 0,0-1 6 0,-1 2-8 16,2 4 3-16,-2 0 1 0,2 2 5 0,2 6-3 0,-3-2 1 15,1 5 10-15,0-1-5 0,2 5-4 0,0 5 7 16,-2-12-7-16,2 12-6 0,0 0 6 0,0-5-9 16,0 5 1-16,0 0 3 0,0 0-11 15,-3 37 14-15,3-13 2 0,-4 4 2 0,2-2 3 0,0 2-23 16,-1 1 20-16,3-4 7 0,-3 1-4 0,2-1-4 15,2-6-2-15,-1 0 10 0,1 7-1 16,1-9-1-16,3 2-5 0,0-2 3 0,-1-5-3 16,0-2 5-16,3 0-4 0,-1-1-5 0,2-2 6 0,1-2 3 15,-1 3-5-15,2-5 4 0,3-1 1 0,-3-1-2 16,3-2-1-16,-2-3-5 0,2 0-10 0,0-1-6 16,-4-2 2-16,9-3 0 0,-7 3-2 15,4-7-4-15,-7 4-6 0,-1 1 5 0,-1-1-6 16,-1-1 7-16,0 0-4 0,-1-5 6 0,-4 5-4 0,0-1 5 15,3 3-10-15,-2 1 10 0,0 1-13 0,-1 7 18 16,0-11 3-16,0 11-9 0,1-8-10 0,-1 8-2 16,0 0 0-16,5-6 8 0,-5 6-3 0,0 0 4 15,14 4 4-15,-14-4-3 0,13 10 1 0,-7-3 5 16,-1 1 6-16,2 2-2 0,-2-2-2 0,1 3 3 16,-1-2 4-16,-1 1-5 0,2-1 0 0,-2 2 2 15,0 2 2-15,2-2-1 0,-3-1 1 0,3-2 2 16,-2 2 4-16,-1-4 7 0,2 0-8 0,1 0 1 15,-1-2 0-15,4 0 3 0,-3-2-6 0,6 0 6 16,1-2-6-16,-1-2 3 0,-1 0 11 0,2-1-2 16,5-2-15-16,-2-4 1 0,-1 1 2 0,0 0-2 15,-4 0 0-15,-1 0 9 0,3-2-7 0,-7 0 1 16,2 3 1-16,-3-2 3 0,1 2-3 0,0 1-5 16,-4 1 11-16,-2 5-8 0,5-8 5 0,-5 8-1 15,0 0-4-15,0 0 4 0,0 0 9 0,0 0 11 16,0 0 7-16,0 0 11 0,-19 17-2 0,14-8 2 15,-1 1-3-15,0 4-1 0,4-2-8 0,-1-2-2 16,0 3 0-16,1-1-10 0,4 1 1 0,1-3-1 16,0 0 6-16,0 0-8 0,0-2 1 0,3 0 2 15,-2-3-1-15,1-1-3 0,3-1 2 0,-2 0-3 16,-6-3 0-16,11 3-2 0,-11-3-7 0,16-4 10 16,-11 2-25-16,1-1-3 0,1-6-4 0,-3 2-11 15,-2 1-10-15,2-4 0 0,-2-1-3 0,-2 0-6 16,-2 0-11-16,-4-4-7 0,4 2 3 0,-1 2 5 15,-3-4 1-15,0 4 8 0,1 0 3 0,-2 3 9 16,4 0 6-16,1 3-4 0,-2-1 1 0,4 6 3 16,-7-8 0-16,7 8 4 0,-1-6 2 0,1 6 5 15,0 0 3-15,0 0 5 0,0 0 3 0,0 0-6 16,22 5 4-16,-13-3 0 0,4-2 2 0,0 0-5 16,3 0-3-16,3-1-6 0,0-2-3 0,2 1-12 15,-3-4 3-15,-2 0-1 0,2-2 9 0,-3 1-1 0,1-2 6 16,-3 0 0-16,-1 1 5 0,-3-1 7 15,4-2 3-15,-5 0 2 0,-3 1 4 0,-2 0 5 16,-1-2 8-16,2 0-1 0,-4 0 7 0,1 2-1 16,0-2 1-16,-1 1 1 0,0 1 4 0,0 3 9 15,0-1 7-15,0 8 0 0,2-10-7 0,-2 10 1 16,0 0-2-16,0 0 9 0,0 0 19 0,0 0-3 16,0 0 24-16,2 34 9 0,-6-15-5 0,0 6-5 15,-2 5-6-15,1 2 5 0,-2 0-3 0,1-1-8 16,-1 16 0-16,1-13-9 0,1 0-3 0,1-1-3 0,-1-2-19 15,2 1 14-15,-1 0-2 0,0-5-15 0,1 0-3 16,1-6-8-16,2-4-32 0,0 2-28 0,0-8-31 16,-2 1-39-16,1-1-36 0,0 0-48 15,0-4-56-15,1-7-41 0,-2 9-49 0,-3-4-191 16,5-5-578-16,0 0 256 0</inkml:trace>
  <inkml:trace contextRef="#ctx0" brushRef="#br0" timeOffset="-112839.88">15012 12969 185 0,'13'-6'226'0,"0"1"3"15,-1 2 4-15,1 1 0 0,0 1-10 0,-3 2-12 16,0 1 0-16,-2 2-10 0,0-1-16 16,1 3-11-16,-6-1-6 0,1 4-13 0,-1 2-10 15,-4 1-13-15,-1-2-11 0,0 1-16 0,-5 0-4 0,1 1-34 16,-4 1-22-16,1-3-35 0,-4 0-34 0,-2-1-41 15,0 1-54-15,-2 0-65 0,4-6-54 16,-4 4-217-16,4-4-494 0,1-1 219 0</inkml:trace>
  <inkml:trace contextRef="#ctx0" brushRef="#br0" timeOffset="-112288.23">15875 12943 23 0,'-5'-8'261'0,"-2"1"0"15,1 2 4-15,-3 1-2 0,0 2-9 0,-1 1-5 16,-1 2-19-16,-7 3-6 0,4 3-15 0,-2 0-19 16,3 4-9-16,-1 3-16 0,1 1-18 0,3 1-11 15,1 1-16-15,0 1-7 0,5 0-22 0,2 1-9 16,0-3-2-16,5 0-13 0,1 0-1 0,2-1-15 15,4-4-1-15,3 2-3 0,0-5-11 0,5-2-10 16,0-2 2-16,1-3-5 0,1-2-8 0,-2-3-7 16,3-2-2-16,-5 1 0 0,2-2-1 0,0 0 0 15,-5-2-1-15,0-1-2 0,-4-1 0 0,0-2 1 16,-4 4 0-16,0 1-4 0,-3-3 7 0,2 1-7 16,-4 0 7-16,0 1-1 0,-5 0-2 0,4 2-2 15,1 7 1-15,-4-12-2 0,3 6 0 0,1 6 4 16,0 0-2-16,-7-5 3 0,7 5 3 0,0 0 8 15,-9 13 0-15,3-4 2 0,2 2-1 0,-1 5 4 16,1 1 0-16,2 1 0 0,0-1 1 0,0 0-10 16,3 2-1-16,0-2-5 0,2 1-7 0,3-1-24 15,-1-2-34-15,2 0-48 0,-3-3-51 0,1 0-64 16,2-5-60-16,2 3-279 0,-2-4-608 0,0-3 269 16</inkml:trace>
  <inkml:trace contextRef="#ctx0" brushRef="#br0" timeOffset="-110987.77">16319 12981 234 0,'-7'-8'264'0,"3"4"-3"0,4 4-1 0,0 0-1 0,-17 6-11 16,11 1-8-16,-2 2-10 0,-2 5-4 15,2 3-32-15,-1 1-14 0,-1 5-18 0,2 0-13 16,-1 2-11-16,7-8-12 0,-1 1-17 0,3 0-2 15,3-1-19-15,1 0-6 0,2-1-7 0,3 0-13 16,2-5 3-16,1 1-14 0,2-1 3 0,1-3-3 16,3-1-9-16,-1-1 2 0,2-3-15 0,-1-3-5 15,-1 1-2-15,1-2-4 0,-4-1-4 0,2-2 5 16,-2-2-18-16,2-1-5 0,-5 0-4 0,-2-3-12 16,1 1-2-16,3-3-3 0,0 0-4 0,-4 0-2 0,-2-4 2 15,1 1-5-15,-4-2 4 0,0 2 3 16,-4-3 1-16,0 6 1 0,-1-4 2 0,-2-3 9 15,-1 7 0-15,-1 2 4 0,-3-4 8 0,0 4 8 16,0 2 11-16,1 2 3 0,3 1-5 0,-2 0 0 16,6 5-2-16,-9-5-3 0,9 5-4 0,-4-6-3 0,4 6 4 15,0 0 5-15,0 0-5 0,0 0-2 0,0 0-2 16,0 0 3-16,23 9-3 0,-10-9-1 16,1 1-4-16,5-1-3 0,-5 1 7 0,3 1-3 15,-3-1-4-15,-2 0 2 0,0 3 0 0,-3-2 1 16,2 2-1-16,-6 0 3 0,4 2 5 0,-4 2 7 0,0 1 13 15,0 1 12-15,-4 2 2 0,2 3 3 16,-3 1 1-16,-1 2-6 0,1-2-1 0,-2 2-2 0,1 0-1 16,0-2-1-16,-1-1-5 0,2 0-7 15,0-1-10-15,0-2 11 0,3-2-3 0,0 1-15 0,-2-2-15 16,3-1-12-16,-1-1-31 0,1-2-20 0,4-2-19 16,-2-1-10-16,3-2-10 0,3-2-2 0,-1 0-4 15,2-1-1-15,4-2 1 0,-7-1 3 16,1 1 5-16,2-4 9 0,-1 0 5 0,-3 0 12 15,-4 0 8-15,0-1 6 0,0 1 9 0,-1-1 5 0,-2 2 14 16,1 2 16-16,-3 6 24 0,1-12 18 0,-1 12 9 16,1-5 5-16,-1 5 5 0,0 0 15 0,0 0 8 15,0 0 9-15,0 0 1 0,0 0-3 0,0 0-2 16,-11 19-2-16,11-19-4 0,-4 16-3 16,4-9-7-16,-1 0-4 0,6 2-6 0,-1-1 4 0,-2-3-5 15,3 1-3-15,3 2-3 0,0-5-2 0,2 3-1 16,-2-5-3-16,2 2-3 0,0-3-2 0,0-2-3 15,2-2 3-15,-1 2-4 0,-7-3 3 0,5 1 1 16,-1-4-6-16,1 1-1 0,-4 0 0 0,0 0 7 16,-1 1-11-16,0-4-1 0,0 0 1 0,-2-2-6 15,-2 0 2-15,1 2 4 0,-1-6-6 0,-1 4 6 16,-3-3-4-16,2 3 1 0,-3-1-1 0,-1 4-3 16,1-1 3-16,-1 3-2 0,0-1 1 0,-1-1-2 15,-2 6 7-15,-1 2 6 0,-2 1 8 0,2 2 10 16,-5 5 10-16,2 5-2 0,2 1-4 0,-3 0-4 15,1 3 2-15,0 0 3 0,5 2-3 0,1 0-7 16,2-1-4-16,2 0-2 0,2-1-7 0,2-4 5 16,2 0 0-16,2-1 0 0,2-1-5 0,0-3-2 15,4-3 1-15,1 2 1 0,2-4 5 0,0-2-12 16,3-1 2-16,-2-2 12 0,2-1-17 0,-1-3 4 16,1 1 0-16,3-1-3 0,-2 0-6 0,-1-2 0 15,-1-3 3-15,-2 0 0 0,-1 0 4 0,-4-1 2 16,0 4-8-16,0-5 5 0,0-2 9 0,-3 1-10 15,2 1-6-15,-4 2-1 0,-2 1-6 0,2 0 3 16,-1 1 2-16,-1 1 2 0,1 2 0 0,-2 1 4 16,-1 6-4-16,3-7 0 0,-3 7 3 0,0 0 17 15,0 0 12-15,0 0 6 0,-6 29 3 0,3-19 1 16,-4 6-6-16,1 2 2 0,-2 0-10 0,3 0 0 16,-5 1-1-16,2 4 3 0,2-5-4 0,-1-1-5 15,4-2 0-15,0-3-13 0,-2 1 2 0,4-4 12 16,-4 1-3-16,3-3-5 0,2-1 12 0,0-6-24 15,2 10 13-15,-2-10 3 0,5 3 5 0,-5-3-1 16,18-2-8-16,-7-2-8 0,6-2 15 0,-3-1-1 16,2-2-4-16,0 0-3 0,-1-1-2 0,-1-3 0 15,3-1 6-15,-2-1-5 0,-1 1-3 0,-1-2 5 16,5-4-5-16,-2 1-4 0,-5 4-1 0,-2 1 1 16,0-1 5-16,-4 4-5 0,2 0-5 0,-3-2 3 15,-1 5 8-15,-1 1 2 0,1 0-8 0,-3 7 13 16,4-8-5-16,-4 8 1 0,0 0 1 0,0 0 0 15,0 0-5-15,0 0-1 0,0 0-2 0,-27 15 3 16,18-5-6-16,0 2 10 0,1-2-6 0,-1 4 2 16,2 0-2-16,1-3 2 0,3 1-8 0,-1-1 2 15,0 1 0-15,2-1 2 0,-1-1 7 0,2 0-8 16,-2-1-2-16,3 1-2 0,-1-1 0 0,-1 1 0 16,0-2-4-16,1 0-9 0,1-8-6 0,-4 13-3 15,4-4-19-15,-3 0-14 0,1-2-29 0,2-7-32 0,-7 10-31 16,4-6-44-16,-3 3-60 0,3-3-61 15,-3 2-296-15,1-2-663 0,5-4 294 0</inkml:trace>
  <inkml:trace contextRef="#ctx0" brushRef="#br0" timeOffset="-110572.59">18031 13017 191 0,'-4'-9'282'0,"3"2"-4"0,-1 0-6 16,2 7-5-16,-2-12-12 0,-2 7-18 16,4 5-19-16,-3-6-21 0,3 6-26 0,0 0-15 0,0 0 1 15,0 0 17-15,0 0-3 0,0 0-4 0,-2 37-11 16,0-13-15-16,0 2-4 0,-1-2-22 16,1 3-17-16,0-2-8 0,0 0-2 0,-1 1-14 15,0-2 1-15,1 0-27 0,1-4 12 0,1-1-10 16,1 0-5-16,-3-1-8 0,2-2-38 0,0 0-30 0,-2-6-34 15,2 1-33-15,-2-4-41 0,1 1-32 0,-2-1-36 16,3-7-24-16,-5 8-26 0,5-8-26 0,-5 6-205 16,5-6-527-16,0 0 233 0</inkml:trace>
  <inkml:trace contextRef="#ctx0" brushRef="#br0" timeOffset="-110271.78">17974 13092 101 0,'4'-19'127'0,"3"-1"-3"16,0 1 12-16,3 4-1 0,1 3 5 0,0 0-2 15,2 2 2-15,1 1-3 0,-1 5 2 16,0 1-1-16,-1 3-5 0,1 0-4 0,0 2 5 0,0 2-9 16,-4 2-2-16,0 0-6 0,-2 3-6 0,1 2-6 15,-3-1-4-15,-1 3-4 0,-4 0-7 0,0 2-6 16,-4 0-9-16,-2-1-4 0,-3-3-9 0,1 0 2 16,-1-2-6-16,-5 1-4 0,0 1-1 0,-1-3-3 15,2-2-3-15,4-2-8 0,-2 1-4 0,1-1 0 16,4-4-5-16,0 5-2 0,6-5-4 0,-10 4-3 15,6 0-1-15,4-4-6 0,0 0 0 16,-7 4-2-16,7-4-6 0,0 0 4 0,2 14 1 16,3-6-2-16,1-1 0 0,3 2-2 0,-3 0-9 0,7 2-5 15,1 0-12-15,-1 0-25 0,5-3-33 0,-3 0-37 16,2-4-41-16,1 2-42 0,2-5-43 0,3 0-33 16,-4 1-150-16,3-2-458 0,6-3 204 0</inkml:trace>
  <inkml:trace contextRef="#ctx0" brushRef="#br0" timeOffset="-109922.77">18547 13176 181 0,'-8'-8'213'0,"3"3"13"0,0 1 9 15,-4 2 7-15,-1 0 6 0,10 2-10 0,-14 0-14 16,1 0-16-16,3 3-5 0,-3 2-15 0,-1 5-15 16,5-5-16-16,-1 3-17 0,2 0-8 0,2 1-12 15,0 0-16-15,3 1-7 0,1 1-13 0,0-1-8 16,4 1-7-16,3 1-8 0,-1-3-9 15,4 1-10-15,1-5-4 0,2 3-7 0,0-3-12 0,-1-3 1 16,4 2-6-16,-4-1 5 0,-2-1-5 0,2-2-3 16,0 0 1-16,-10 0 2 0,8 3-6 0,-8-3 4 15,0 0-4-15,0 0-1 0,0 0-4 0,0 0 2 16,-22 4 5-16,10-1-2 0,-6 2 7 0,0 2 8 16,-6 5 8-16,5-2 11 0,0-2 6 0,0 3 15 15,0 6-3-15,3-4 0 0,0 0 2 0,2 0 6 16,3 1 3-16,0-2-18 0,4-2 4 0,3 2-14 15,1-2 3-15,1 0-6 0,3 0-2 0,0-2-1 16,3 0-5-16,4-1-22 0,2-1-17 0,2-1-33 16,7-1-53-16,1-3-46 0,6-2-49 0,2-1-46 15,0-4-45-15,3-1-34 0,-5 0-23 0,1 1-204 16,1-4-584-16,3-2 259 0</inkml:trace>
  <inkml:trace contextRef="#ctx0" brushRef="#br0" timeOffset="-109799.22">18805 13386 322 0,'5'-2'321'0,"-5"2"-25"15,5-5-22-15,-5 5-20 0,0 0-4 0,8-2 1 16,-8 2 0-16,0 0-12 0,0 0-28 0,11-2-28 16,-11 2-6-16,0 0-28 0,0 0-33 0,0 0-43 15,0 0-49-15,0 0-62 0,0 0-83 0,7-3-113 16,-7 3-266-16,0 0-542 0,0 0 241 0</inkml:trace>
  <inkml:trace contextRef="#ctx0" brushRef="#br0" timeOffset="-51277.65">19329 14325 61 0,'13'-2'217'0,"-13"2"-19"0,9-2-4 15,-9 2-7-15,0 0-14 0,7-1-13 0,-7 1-27 16,0 0-35-16,0 0-39 0,0 0-52 0,0 0-58 16,0 0-44-16,0 0-129 0,0 0-242 0,0 0 107 15</inkml:trace>
  <inkml:trace contextRef="#ctx0" brushRef="#br0" timeOffset="-36522.89">27568 10572 42 0,'12'0'41'0,"-1"0"-5"15,-2 2-3-15,5-2-2 0,1-2-2 0,3 2-4 16,2 2 3-16,0-4 2 0,3 1-10 16,4 2-6-16,5-1 4 0,-1-1-2 0,0-1-8 15,1 4 7-15,6-2-4 0,-2 0-3 0,4 3 0 0,14-1-3 16,0 1-6-16,1 1-1 0,-1 0-11 0,0-1-3 16,0 0-11-16,1 1-7 0,-1 0-21 15,-5-1-58-15,7 0 26 0</inkml:trace>
  <inkml:trace contextRef="#ctx0" brushRef="#br0" timeOffset="-33056.31">27375 10673 31 0,'0'0'84'0,"0"0"-20"0,-4-8 3 16,4 8-1-16,-2-5 7 0,2 5-13 0,0 0 2 15,-8-9-8-15,8 9 3 0,-2-5 2 0,2 5-1 16,-4-5 1-16,4 5-7 0,-7-6-1 0,7 6-2 16,-6-6 3-16,6 6-5 0,-7-6-6 0,7 6 7 15,-8-3-3-15,8 3 0 0,-6-5 3 0,6 5 0 16,0 0-9-16,-9-5 5 0,9 5-6 0,0 0-1 0,-6-3-8 15,6 3 8-15,0 0-1 0,0 0-14 0,0 0 0 16,0 0 2-16,-6-4-4 0,6 4-4 16,0 0 1-16,0 0 4 0,0 0-6 0,0 0-2 15,0 0 2-15,0 0-4 0,0 0 1 0,0 0-5 0,0 0 7 16,0 0 0-16,25 7-4 0,-13-7 7 0,-1 2-9 16,7-1 0-16,0-1-6 0,11 2 2 15,1 0 4-15,1 0-2 0,0-3-4 0,3 1-4 0,-1 0-4 16,3-1-1-16,1-1 6 0,1 1-3 0,0 0 2 15,0-2-6-15,-1 3 1 0,-2 2 2 0,-1-4-5 16,0 2 10-16,-3-2-2 0,-2 2-1 0,-2-1 0 16,1-1-1-16,-6 1 4 0,-2 0-6 0,2-1 3 15,-2 1 4-15,2 1-3 0,0 0 4 0,6-1 6 16,-7 1-12-16,-1 0 4 0,7-3-4 0,2 3 1 16,0 0-2-16,-2 0 1 0,1 1 1 0,-11-2-1 15,6 0 2-15,-3 0-1 0,-2 1-4 0,0-3-7 16,-1 3 2-16,-3 0-7 0,-1 0-5 0,-2 0 0 15,3 0-2-15,-2-1-3 0,-3 2-12 0,2 1-5 16,0-5 2-16,-11 3-4 0,13 1-8 0,-8-1 0 16,-5 0-11-16,11 0-10 0,-11 0-15 0,0 0-93 15,13-1-201-15,-13 1 88 0</inkml:trace>
  <inkml:trace contextRef="#ctx0" brushRef="#br0" timeOffset="-32102.93">28345 8555 46 0,'6'-2'79'0,"-6"2"9"15,0 0-1-15,4-6 11 0,-4 6-3 0,0 0 6 16,0 0-12-16,4-6 13 0,-4 6-25 0,0 0 7 15,0 0-11-15,0 0-8 0,0 0-5 0,0 0-10 16,3-6-1-16,-3 6-3 0,0 0-12 0,0 0 2 16,0 0-7-16,0 0-1 0,0 0 1 0,0 0 6 15,0 23-2-15,-2-14 11 0,2 2-6 0,-3 0 5 16,1 6-8-16,2-1 2 0,-2 1 1 0,2 2-2 16,-2 0-2-16,1-1-2 0,-1 2-3 0,0 0-4 15,-1-1 4-15,3 0-5 0,0 1-6 0,-2-1 3 0,1-2 3 16,1 3 0-16,0-2 1 0,-1-2 0 15,1 0-5-15,0-4 1 0,1 3 2 0,-1-2-2 16,1-2-4-16,1 0 0 0,-2-1 1 0,0 2 1 16,0-2-1-16,0-2-3 0,0 0 2 0,0-8-5 15,2 14 1-15,-2-5 3 0,1-2-1 0,-1-7 0 16,-1 12-2-16,1-12-3 0,0 10 3 0,0-10-5 16,0 8-1-16,0-8 3 0,0 0 1 0,1 8-5 15,-1-8 1-15,0 0-1 0,0 0-2 0,0 0-7 0,0 0-11 16,0 0-17-16,2 7-30 0,-2-7-21 0,0 0-25 15,0 0-39-15,0 0-25 0,0 0-138 0,0 0-334 16,0 0 147-16</inkml:trace>
  <inkml:trace contextRef="#ctx0" brushRef="#br0" timeOffset="-31505.74">28115 9577 11 0,'0'0'173'0,"-5"-10"7"0,5 4 1 0,0 6-2 16,-3-10 0-16,3 10-10 0,-5-7 0 0,5 7-12 16,-4-5-12-16,4 5-15 0,0 0-13 0,0 0-10 15,0 0-14-15,-2-8-8 0,2 8-12 0,0 0-6 16,0 0-7-16,0 0-1 0,0 0-9 0,14 21-3 15,-8-12-5-15,-2 1-4 0,4 0-4 0,-4 1-1 16,4-2-4-16,-2 3-1 0,3-3 1 0,-3 1-3 16,3 0-2-16,-1 0 0 0,-1-2 0 0,0 0-3 15,1-2-1-15,0 3 1 0,-1-2-3 0,-1-2 6 16,2 0-5-16,-3 0 2 0,-1-1-2 0,1-1-2 16,-5-3 7-16,6 5-3 0,-6-5 6 0,4 3 10 15,-4-3 3-15,0 0 8 0,8 3-3 0,-8-3-3 16,0 0-11-16,0 0 5 0,10-13-10 0,-6 7 27 15,-1-1-9-15,3 0 0 0,-1-4-7 0,-4 1-9 16,4-1-6-16,-2-2-6 0,1-1-10 0,2-4-17 16,-2 1-10-16,0-1-5 0,2 4 0 0,-3 1-9 15,0 3-11-15,-1 1-14 0,-2 2-16 0,4 0-16 16,-2 0-15-16,-2 7-24 0,1-8-20 0,-1 8-9 16,6-3 9-16,-6 3 1 0,0 0-1 0,0 0-10 15,20 9-20-15,-13 0-125 0,5-1-331 0,-1 3 147 16</inkml:trace>
  <inkml:trace contextRef="#ctx0" brushRef="#br0" timeOffset="-31289.75">28542 9639 96 0,'0'0'142'0,"0"0"0"0,0 0 7 0,0 0-8 0,0 0 1 16,0 0-1-16,0 0-1 0,0 0-2 16,0 0-2-16,0 0-1 0,-24-13-10 0,16 11-6 15,8 2-8-15,-13 0-4 0,3 2-5 0,1 1-7 16,-2 1-10-16,0 2-3 0,0 2-7 0,1 0-7 0,-1 2-8 15,4-1-6-15,-2 1-6 0,2 1-3 0,1-1-3 16,2-1-8-16,-1 3-11 0,1-3-14 16,4 1-17-16,0-1-23 0,4 1-27 0,0-1-27 15,1-1-24-15,5-2-14 0,4 1-25 0,2-1-6 0,1-2-1 16,5-1-18-16,-3-2-118 0,3-2-315 0,6-3 141 16</inkml:trace>
  <inkml:trace contextRef="#ctx0" brushRef="#br0" timeOffset="-30906.55">28745 9660 126 0,'-5'-9'194'0,"5"9"8"16,-6-8 0-16,0 6-19 0,6 2-12 0,-11-4-13 15,2 4-12-15,9 0-12 0,-22 5-11 0,12-1-6 16,0 1-15-16,-3 1-6 0,2-1-11 16,3 4-11-16,-1-3-8 0,3 3-4 0,2-1-7 0,1 1-3 15,2-2-4-15,0 0-16 0,3 2-5 0,-1 0-2 16,1-1 1-16,3-1-12 0,2 1-3 0,-1-1-3 15,-1-3-3-15,1 0-1 0,3 1 0 0,-1-2-3 16,-2 0 2-16,-6-3 0 0,10 3 0 0,-7-1 0 16,-3-2-1-16,10 2 1 0,-10-2 0 0,6 3 0 15,-6-3 2-15,0 0-4 0,0 0-2 0,0 0 4 16,0 0-3-16,0 0 5 0,0 0-1 0,-22 7 1 16,15-5 4-16,-4 1 2 0,2 2 0 0,-2-1-5 15,2 3 5-15,-3-2-2 0,4 3 2 0,-1-3-4 16,1 1 1-16,2 2-2 0,-1-3-1 0,2 4 2 15,2-2 0-15,1 0-2 0,1-1 1 0,2 5-1 16,2-1 1-16,-1-2-7 0,1 1-10 0,5-2-6 16,-1 1-8-16,5 1-9 0,-1-2-13 0,0-3-22 15,1 4-18-15,3-1-21 0,-3-1-17 0,-1 0-7 16,-2 0-48-16,-1 3-136 0,0-2-341 0,-3 0 150 16</inkml:trace>
  <inkml:trace contextRef="#ctx0" brushRef="#br0" timeOffset="-30672.52">28458 10117 174 0,'0'0'298'0,"-7"-7"-5"15,7 7-7-15,-4-4-27 0,4 4-27 0,0 0-21 16,0 0-26-16,0 0-17 0,0 0-18 0,0 0-7 15,-12 17-9-15,10-3-2 0,0 4-18 0,0 2-7 16,-3 6-12-16,-1 1-8 0,1 3-9 0,-3-1-9 16,3-1-15-16,0-1-33 0,1-2-35 0,0 0-39 15,-1 1-39-15,0-7-42 0,3-2-42 0,-1 0-24 16,1-2-34-16,0-4-165 0,1-1-430 0,1-3 190 0</inkml:trace>
  <inkml:trace contextRef="#ctx0" brushRef="#br0" timeOffset="-23504.55">27885 8887 63 0,'0'0'138'0,"0"0"-5"0,0 0-9 0,-9 0-5 15,9 0 1-15,0 0-3 0,0 0-3 0,0 0-12 16,0 0-5-16,0 0-8 0,0 0-9 0,0 0-9 0,0 0-8 16,27 3-4-16,-18-3-6 0,2-1-5 15,2 1-14-15,-1-2-15 0,-1 2-24 0,-2-2-17 0,3 1-26 16,-1-1-35-16,-3 1 3 0,-3-2-21 16,4 0-20-16,-4 0-77 0,3-1-213 0,-8 4 94 0</inkml:trace>
  <inkml:trace contextRef="#ctx0" brushRef="#br0" timeOffset="-23356.54">28003 8806 107 0,'0'0'154'0,"-4"-3"-10"0,4 3-13 0,0 0-4 15,0 0 4-15,0 0-4 0,-12 7 1 0,7-2-12 16,0 2-4-16,1-1-8 0,-1 5-9 0,3-5-3 16,-1 3-5-16,0 0-8 0,1 5-6 0,-1-2-8 15,1 5-8-15,2-1-14 0,-2 4-27 0,-1-2-35 16,1 0-53-16,1 1-30 0,2 1-32 0,-4 5-144 15,3-4-299-15,0 4 133 0</inkml:trace>
  <inkml:trace contextRef="#ctx0" brushRef="#br0" timeOffset="-22671.39">27912 10300 173 0,'0'0'207'0,"-4"-10"1"15,4 10-10-15,-5-7-6 0,5 7-8 0,0-6-12 0,0 6-12 16,0 0-13-16,0 0-13 0,-4-6-19 0,4 6-1 15,0 0-5-15,0 0-11 0,0 0-3 16,0 0-19-16,0 0-5 0,0 0-7 0,0 0-17 16,20 0-16-16,-9 1-24 0,7 1-25 0,2 0-37 0,7 0-45 15,5-1-41-15,-1 1-45 0,0-1-165 0,-1-2-380 16,4-3 170-16</inkml:trace>
  <inkml:trace contextRef="#ctx0" brushRef="#br0" timeOffset="20580.57">27761 10926 21 0,'0'0'42'0,"0"0"-11"0,0 0-16 16,5 3-23-16,-5-3-10 0,0 0-18 0,0 0 9 16</inkml:trace>
  <inkml:trace contextRef="#ctx0" brushRef="#br0" timeOffset="20900.47">27778 10953 20 0,'-3'-18'-4'16,"3"18"-3"-16,0 0 1 0</inkml:trace>
  <inkml:trace contextRef="#ctx0" brushRef="#br0" timeOffset="21432.91">27792 11018 8 0,'0'0'12'0,"0"0"-16"15,0 0-3-15,0 0 1 0</inkml:trace>
  <inkml:trace contextRef="#ctx0" brushRef="#br0" timeOffset="98648.76">23471 12665 135 0,'0'0'135'15,"0"0"-11"-15,0 0-7 0,0 0-18 0,0 0-16 16,0 0-3-16,0 0-10 0,0 0-4 0,9-12-7 0,-9 12-9 16,0 0-2-16,0 0-8 0,0 0-6 15,0 0-8-15,0 0-11 0,0 0-4 0,6-3-10 16,-6 3-3-16,0 0-27 0,0 0-18 0,11-1-5 15,-11 1-18-15,6-3-16 0,-6 3-66 0,5-3-164 16,-5 3 73-16</inkml:trace>
  <inkml:trace contextRef="#ctx0" brushRef="#br0" timeOffset="99532.13">24171 10015 14 0,'0'0'31'0,"0"0"0"0,0 0-3 0,-1-8-13 0,1 8-3 15,0 0-5-15,0 0-3 0,0 0 0 0,0 0-11 16,0 0-17-16,0 0-25 0,0 0 12 16</inkml:trace>
  <inkml:trace contextRef="#ctx0" brushRef="#br0" timeOffset="100210.83">23489 12613 28 0,'0'0'92'0,"0"0"-12"0,0 0-2 15,0 0 4-15,0 0-6 0,0 0-15 16,0 0-4-16,0 0-2 0,0 0-11 0,0 0-5 0,0 0 3 16,0 0-15-16,0 0-3 0,0 0-15 0,0 0-4 15,0 0-16-15,0 0-6 0,0 0-11 0,0 0-3 16,0 0-11-16,0 0-11 0,0 0-51 0,0 0-110 16,0 0 48-16</inkml:trace>
  <inkml:trace contextRef="#ctx0" brushRef="#br0" timeOffset="101071.74">23720 12258 1 0,'0'0'72'0,"0"0"-13"0,0 0-14 15,0 0-6-15,0 0-20 0,0 0-22 0,0 0-36 16,10-15-42-16,-10 15 19 0</inkml:trace>
  <inkml:trace contextRef="#ctx0" brushRef="#br0" timeOffset="115162.88">23540 12272 5 0,'6'-7'60'16,"-6"7"3"-16,5-6-8 0,-5 6 0 0,4-6-7 15,-4 6-3-15,5-6-6 0,-5 6 4 0,6-4-5 16,-6 4-9-16,0 0-10 0,5-4-7 0,-5 4-14 15,0 0-1-15,0 0-7 0,0 0-5 0,0 0-9 16,0 0-1-16,0 0-10 0,0 0-32 0,0 0-71 16,0 0 32-16</inkml:trace>
  <inkml:trace contextRef="#ctx0" brushRef="#br0" timeOffset="117816.09">25732 9647 53 0,'0'0'110'0,"4"-6"-12"0,-4 6-12 15,0 0-3-15,0 0-3 0,0-8-13 0,0 8-4 16,0 0-5-16,0 0-10 0,0 0 2 0,0 0-11 16,-2-11-13-16,2 11-22 0,0 0-10 0,0 0-30 15,0 0-8-15,0 0-28 0,0 0-47 0,0 0-126 16,0 0 55-16</inkml:trace>
  <inkml:trace contextRef="#ctx0" brushRef="#br0" timeOffset="129710.83">13706 9072 134 0,'0'0'226'0,"0"0"-9"0,0 0-9 0,0 0-13 16,0 0-7-16,0 0-17 0,0 0-13 15,0 0-16-15,0 0-6 0,0 0-17 0,0 0-5 16,0 0-8-16,8-1-1 0,-8 1-7 0,0 0-6 15,10 0-7-15,-10 0-4 0,11-2-10 0,2 2-5 0,1-1-8 16,-1 0-7-16,1-2 2 0,-1 2-10 0,1-1-6 16,-3 0-12-16,2 2-20 0,1-1-19 15,-1-2-33-15,-1 3-44 0,-5-1-38 0,-7 1-49 16,13 3-34-16,-13-3-174 0,11 1-418 0,-11-1 185 0</inkml:trace>
  <inkml:trace contextRef="#ctx0" brushRef="#br0" timeOffset="129877.09">13676 9220 2 0,'-4'2'252'0,"-2"2"-22"16,6-4-8-16,-8 6 0 0,8-6-1 0,-4 7-8 15,4-7-12-15,0 0-12 0,-4 3-13 0,4-3-12 16,0 0-4-16,0 0-13 0,14 4-10 0,-4-4-20 16,3 0-13-16,4-2-5 0,1 2-35 0,0-2-29 15,0-1-28-15,3 1-50 0,-2 0-52 0,-1 2-64 16,2 0-40-16,-2 1-212 0,0 2-446 15,-4-3 197-15</inkml:trace>
  <inkml:trace contextRef="#ctx0" brushRef="#br0" timeOffset="151976.66">14717 8652 98 0,'-12'0'270'16,"-1"-2"-11"-16,-3 2-3 0,-1-1-12 0,-2 1-10 15,1 0-5-15,4 1-5 0,-3-1-8 0,5 0-2 0,3 0-10 16,1 1 0-16,8-1-4 0,-14-1-23 0,14 1-4 16,-9-1-17-16,9 1-9 0,0 0-17 0,0 0-5 15,0 0-12-15,0 0 6 0,0 0-16 16,0 0-13-16,27-3-12 0,-6 3-12 0,10-4-8 0,3-1-22 15,0 1-11-15,-3 3-37 0,1-2-3 0,-12 2 5 16,1-2-13-16,-5 1-21 0,-3 1-25 16,-4 1-22-16,-1 0-29 0,-8 0-31 0,11 0-31 15,-11 0-16-15,12 0-21 0,-12 0-8 0,6 1 0 0,-6-1-3 16,0 0 3-16,0 0 0 0,0 0 12 0,-22 10-113 16,13-4-353-16,-1-4 157 0</inkml:trace>
  <inkml:trace contextRef="#ctx0" brushRef="#br0" timeOffset="152560.44">14805 8646 1137 0,'-12'3'-90'0,"5"-2"24"0,7-1 26 0,-17 2 19 16,17-2 15-16,-14 0 21 0,14 0 25 0,-9 3 10 15,9-3 18-15,-5 1 7 0,5-1 16 0,0 0 5 16,-11 2 4-16,11-2-4 0,0 0 4 0,0 0-9 16,-4 3 1-16,4-3 7 0,-5 7 20 0,5-7-2 15,-4 14-2-15,2-6-3 0,0 5 1 0,1 1-9 16,-3 0 2-16,1 2-2 0,1 1-10 0,0 0 4 16,1 1-15-16,0-2-8 0,-2 1 4 0,1 0-5 15,0 1-2-15,0-2-14 0,2 0-3 0,0-2-2 16,-1-1 7-16,1 0-17 0,0-3-7 0,-2 2-4 15,1-2-2-15,1-1 0 0,-1-2-7 0,-1 3-3 16,0-3 8-16,2-7-8 0,-2 12-6 0,1-7 0 16,1-5-1-16,-6 7 3 0,6-7-15 0,-5 7-7 15,2-3 3-15,3-4-7 0,-8 6-1 0,2-5 2 16,6-1 1-16,-10 3-4 0,10-3-1 0,-15 1 7 16,8-1 3-16,7 0-5 0,-12-1 2 0,12 1 3 15,-11 0-2-15,11 0-1 0,0 0 3 0,0 0-1 16,-11 1-1-16,11-1-2 0,0 0 3 0,0 0 1 15,0 0 1-15,0 0-8 0,0 0 6 0,0 0 7 16,0 0-18-16,0 0-3 0,24 5-7 0,-11-2-10 16,0-3-13-16,5 1-9 0,1-1-18 0,-1 0-14 15,-2 1-19-15,3 0-13 0,-1-1-7 0,-1 0-10 0,1-2-1 16,-2 2-3-16,-2-1 17 0,-2-2 8 16,2 2-2-16,-4-2 13 0,1 1 7 0,-2-2 17 15,-2 0 6-15,-1 1 20 0,0-3 25 0,-6 6 16 16,7-10 19-16,-3 4 18 0,-1 0 13 0,-1-4 8 0,-1 3 14 15,1-3 17-15,-2 10 11 0,0-12 18 16,0 6 13-16,0 6 1 0,0 0 6 0,0-11 0 16,0 11-8-16,2-7-7 0,-2 7-11 0,0 0-6 0,0 0-17 15,0 0-3-15,0 0-13 0,0 0-1 0,0 0 6 16,0 0 2-16,0 0-8 0,0 0 3 0,4 22-5 16,-4-13-5-16,1 1-4 0,-1 2-1 0,0-1 0 15,0 0-8-15,0 2-10 0,2-3 2 0,-4 2 10 16,4-1-19-16,-1 0-12 0,-1 0-12 0,1 0-28 15,1-2-25-15,-4 3-25 0,2-5-24 0,-1 0-35 16,1-7-25-16,-4 15-34 0,3-8-14 0,-2 0-17 16,1 0-29-16,-2-2-166 0,0 0-461 0,4-5 204 15</inkml:trace>
  <inkml:trace contextRef="#ctx0" brushRef="#br0" timeOffset="152911.01">14919 9026 36 0,'7'-20'157'0,"2"4"9"0,2-3 5 0,0 4 3 15,-2 1 0-15,1 0-6 0,0 6-4 0,-3-2-9 16,0 3-8-16,-1 1-12 0,0 1-10 0,0 0-7 16,1 3-15-16,-1 0-4 0,-6 2-6 0,11-2-9 15,-11 2-9-15,12 1-3 0,-12-1-10 0,10 2-2 16,-7 1-9-16,-3-3-2 0,10 7 4 0,-9 2 9 16,2-3-13-16,-3 1 4 0,2 3-8 0,-2-1-3 15,-2 1-5-15,1-1 3 0,-3 1-16 0,-1 3-7 16,1-5-7-16,-1 1-8 0,1 1-8 0,0-1-14 0,1-3-8 15,2 1-4-15,-1 0-12 0,2-7-5 16,-3 13-9-16,0-8-5 0,3-5 3 0,3 10-1 16,0-3 8-16,-3-7 3 0,5 8 6 0,-2-3 9 15,1 0 0-15,-4-5 2 0,6 7 2 0,-5-1 3 0,-1-6 5 16,0 0 7-16,5 7 14 0,-5-7 10 16,4 8 5-16,-4-8 7 0,0 0 5 0,-7 14 5 15,4-10 3-15,3-4-3 0,-8 9 0 0,4-5-2 16,-1-2-4-16,-2 2 1 0,1 0-10 0,6-4-10 0,-10 6-20 15,5-3-21-15,0 0-32 0,0 2-31 16,5-5-43-16,-7 3-42 0,7-3-157 0,0 0-369 0,-6 4 164 16</inkml:trace>
  <inkml:trace contextRef="#ctx0" brushRef="#br0" timeOffset="153177.07">15422 8974 4 0,'0'0'291'0,"0"0"-9"15,4-6-9-15,-4 6-14 0,0 0-17 0,3-5-24 16,-3 5-19-16,0 0-22 0,0 0-18 0,4-5-15 16,-4 5-15-16,10-2-12 0,-10 2-11 0,12-1-10 15,-4 1-12-15,0-3-8 0,-8 3-9 0,20-1-13 16,-10 1-19-16,-2 1-17 0,-8-1-14 0,14-1-29 15,-14 1-28-15,12 0-23 0,-12 0-27 0,11 0-24 16,-11 0-26-16,8 0-12 0,-8 0-19 0,6-2-7 16,-6 2-136-16,0 0-353 0,5-5 157 0</inkml:trace>
  <inkml:trace contextRef="#ctx0" brushRef="#br0" timeOffset="153384.44">15551 8908 101 0,'-6'-8'143'0,"6"8"7"15,-5-9 9-15,5 9 9 0,-5-8 14 0,5 8 1 16,-5-4 8-16,5 4-10 0,0 0 1 0,-4-7-12 15,4 7-18-15,0 0-13 0,0 0-3 0,0 0-24 16,0 0-6-16,0 0 0 0,0 0 7 0,-9 12 5 16,7-5-5-16,0 3-7 0,1 0-1 0,-2 2-11 15,2 0-7-15,-2 3-6 0,2-4-8 0,1 3-8 16,-1-2-8-16,1 0-1 0,-2 0-8 0,1 1-6 16,1 2-19-16,0-4-26 0,0-1-40 0,1 2-49 15,-1-1-51-15,0-1-58 0,2-3-71 0,-2 3-226 16,2-5-540-16,-2-5 239 0</inkml:trace>
  <inkml:trace contextRef="#ctx0" brushRef="#br0" timeOffset="153960.34">15802 8832 169 0,'0'0'250'0,"4"-6"-22"16,-4 6-20-16,10-6-18 0,-4 4-24 0,3-2-11 16,0 2-16-16,2 0-14 0,1-1-14 0,-3 2-8 15,2-2-13-15,0 3-8 0,-1 0-9 0,-10 0-6 16,18-3-5-16,-12 2-8 0,-6 1-8 0,13-2 0 16,-13 2-6-16,9-2-3 0,-9 2-5 0,0 0 1 15,8-2 9-15,-8 2 5 0,0 0 4 0,0 0 6 16,0 0 3-16,9 0 2 0,-9 0-1 0,0 0-4 15,0 0-2-15,0 0-7 0,0 0-7 0,0 0 1 16,0 0-7-16,0 0-5 0,0 0-5 0,0 0 8 16,-11 17 2-16,11-17 5 0,-6 18 0 0,1-7 17 15,2 1-10-15,-2 0-3 0,0 3-5 16,1 0 3-16,0 1-6 0,1-2 0 0,1 0-3 0,0-2-2 16,0 0-2-16,1-2-4 0,1 2 2 0,-1-1-5 15,1-1-1-15,-1 0-4 0,1-1 0 0,-2 3-3 16,2-6 4-16,0-6-8 0,-1 14 0 0,0-5 5 15,-2-2-2-15,3-7-6 0,-2 11 3 0,-1-6-2 16,1 1 0-16,2-6-4 0,-7 10-12 0,3-6-3 16,0-1-2-16,-1 1-2 0,5-4-5 0,-14 6-4 15,8-2 4-15,6-4 0 0,-15 2 1 0,10 0-3 0,-2-1 4 16,7-1 0-16,0 0 6 0,-13-1 1 16,13 1 0-16,0 0 7 0,-10 1 4 0,10-1-2 15,0 0 2-15,0 0-2 0,0 0 1 0,0 0 0 16,0 0-2-16,0 0 3 0,0 0-1 0,0 0 3 0,0 0-2 15,0 0-4-15,26 3-3 0,-17-3-3 0,5 0-7 16,-3 0-10-16,4 1-9 0,0-2-33 0,4 1-31 16,-1-1-33-16,1 1-24 0,1-2-26 15,-2 2-29-15,0-3-7 0,-4 3-7 0,4-3 1 0,-5 0-130 16,5 2-384-16,-2-3 169 0</inkml:trace>
  <inkml:trace contextRef="#ctx0" brushRef="#br0" timeOffset="154195.21">16167 9093 642 0,'12'-3'-9'0,"-1"-1"34"0,-2 0 18 0,-1-1 15 0,-3 2 13 16,4-3 17-16,-4 1 16 0,0 1 22 0,-5 4 12 15,7-8 12-15,-5 3 8 0,-2 5 2 0,4-7-4 16,-4 7 1-16,1-8 3 0,-1 8 1 0,0 0-10 16,-2-12 4-16,2 12-3 0,-7-4-4 0,7 4 1 15,-6-4-6-15,6 4-6 0,-12 0-10 0,12 0-1 16,-14 3-15-16,7-1-10 0,-2 3-5 0,-3 0-5 16,2 2-6-16,2 2 1 0,-1 1-12 0,0-2-3 15,3 3-6-15,0 0-9 0,-3 0-1 0,4-1-8 16,-1 2-5-16,3-1-5 0,1-1 0 0,1 2-15 15,1-2 4-15,0 1-26 0,3-1-17 0,-1-3-31 16,3 1-22-16,2 1-37 0,2-1-33 0,-2-1-37 16,2-2-42-16,1 0-38 0,1-2-40 0,-1 2-47 15,-2-4-173-15,4 1-561 0,0-4 248 0</inkml:trace>
  <inkml:trace contextRef="#ctx0" brushRef="#br0" timeOffset="154445.37">16462 8800 167 0,'0'-7'241'15,"0"7"-18"-15,3-5-18 0,-3 5 0 0,0 0 1 0,0 0-6 16,14 12-3-16,-9 0-14 0,0 2-10 16,4 3 0-16,0 7-8 0,-2-5-23 0,-2 1-4 15,4 5-13-15,-2-1-8 0,0 1-12 0,-3 0-9 16,-1-4-12-16,2-2-7 0,-3 1-7 0,-1 5-3 0,-4-5-8 15,-2 6-10-15,-1-8-11 0,-6 6-1 16,0-8-18-16,-5 5-24 0,-3 0-16 0,-3-1-26 16,-2-2-30-16,-4 0-32 0,-2-3-40 0,-3 1-29 15,-3-3-40-15,-11 2-29 0,-1-2-172 0,0-3-453 0,-3-2 200 16</inkml:trace>
  <inkml:trace contextRef="#ctx0" brushRef="#br0" timeOffset="154795.07">14589 8404 2714 0,'-5'-7'-14'0,"-4"-2"55"16,-2 3-23-16,0 3-11 0,-3 3-4 15,-5 3 12-15,0 3 13 0,-6 10 7 0,-4 5 3 16,-7 12 11-16,3 6 10 0,4 6 3 0,3 4 2 0,1 2-2 16,-1 0-3-16,6-2-4 0,4 0-3 0,3-3-7 15,6 1 0-15,2-13-8 0,2 0-4 16,3 1 1-16,3-1-8 0,9-1 2 0,3 9-4 15,1-10-22-15,4-2-19 0,17 1-26 0,3 0-34 0,9-6-33 16,0-1-51-16,8-3-42 0,5-2-51 0,-1-5-206 16,31 3-497-16,-32-7 219 0</inkml:trace>
  <inkml:trace contextRef="#ctx0" brushRef="#br0" timeOffset="155395.07">16818 8919 199 0,'0'0'280'16,"1"-13"-1"-16,-1 13-13 0,0-9-10 0,0 9-14 15,1-8-10-15,-1 8-9 0,3-6-33 0,-3 6-16 16,0 0-24-16,0 0-14 0,0 0-21 0,0 0 0 15,0 0-19-15,0 0-8 0,0 0-4 0,0 0-8 16,-1 26-7-16,-1-13 0 0,0 4-2 0,0 0-7 16,1 0-4-16,-1 0-8 0,0 3-3 0,1-2-3 15,-2 0-8-15,2 0 2 0,0-1-4 0,1 1-5 16,-1-2-1-16,1 0-10 0,-3-4 2 0,1 0-15 16,0-2-17-16,0 3-19 0,1-4-16 0,-1 1-23 15,1-3-23-15,1 0-28 0,0-7-14 0,-3 11-15 16,3-11-16-16,-2 9-6 0,2-9-5 0,-3 5-13 15,3-5-18-15,0 0-166 0,0 0-406 0,0 0 180 16</inkml:trace>
  <inkml:trace contextRef="#ctx0" brushRef="#br0" timeOffset="155695.07">16818 8955 51 0,'9'-28'112'0,"-2"4"-2"0,0 6 9 16,2 0-3-16,1 1 0 0,0 3-1 0,-3 3 0 0,-1 3-7 15,2 0-11-15,-2 2-10 0,-2 0-11 16,3 2-9-16,-7 4-4 0,8-5-15 0,-8 5 2 0,9 2 3 15,-9-2 1-15,6 5 4 0,-2 0 2 16,-4-5-6-16,5 10-1 0,-3-3 0 0,-1 2-2 0,-2 1 0 16,1 1-9-16,-4-3 0 0,0 4 0 0,-2-2-9 15,-1 0-4-15,1 2 0 0,-3-5-3 0,1 2 1 16,-2-1-2-16,2 1 2 0,1-2-8 16,0-2 0-16,0 0 1 0,-1 0-3 0,2-1-3 0,0-2 3 15,6-2-6-15,-10 5 1 0,10-5-7 0,-5 4-2 16,5-4 1-16,-2 9-3 0,-1-5 2 0,3-4 2 15,0 11-2-15,0-11 3 0,1 10-2 0,2-3 1 16,2 1-7-16,4-2 6 0,-3 5-12 0,5-6-12 16,1 2-11-16,2 3-22 0,3-4-12 0,0 0-26 15,0 1-35-15,3-4-37 0,-2 1-149 0,-1 0-338 16,0-1 149-16</inkml:trace>
  <inkml:trace contextRef="#ctx0" brushRef="#br0" timeOffset="156095.38">17229 9040 15 0,'0'0'224'0,"0"0"4"0,-11-5-8 16,11 5-10-16,-12 0-8 0,12 0-9 0,-16 3-18 15,7 0-12-15,0 1-14 0,-3 1-11 0,3 2-6 16,2 0-9-16,-3 3-16 0,2-1-10 0,0-1-10 0,3 2-8 16,-1 1-6-16,3-1-6 0,2 0-7 15,0 1-4-15,1 1-5 0,2-2-9 0,3 0-4 16,0 0-7-16,-2-4 0 0,4 3-8 0,-1-5 0 15,1 2-9-15,0-2-1 0,-2 1-4 0,0-2-1 0,-1 1-2 16,-4-4 1-16,7 5 1 0,-7-5 1 16,7 4 8-16,-7-4-3 0,0 0 4 0,0 0 0 15,0 0 3-15,0 0 5 0,0 0-6 0,0 0 3 16,0 0-1-16,0 0 1 0,0 0-2 0,-26-9 6 0,15 8-2 16,2 1 7-16,9 0 2 0,-19 3-1 0,8 1 0 15,1-1 4-15,0 1-8 0,0 2 10 0,2 0-2 16,-1 3-11-16,0-2 4 0,1 0-4 15,2 2-4-15,2-2 1 0,-1 2-6 0,1-1-6 0,2 2 6 16,-1-1-2-16,5 0-2 0,-2-9-3 0,6 16 2 16,-1-8-20-16,1 0-9 0,5-1-18 0,1 0-26 15,1-5-20-15,6 3-36 0,2-2-37 0,6-1-46 16,3-4-34-16,0 2-39 0,-2 0-178 0,1-1-488 16,1-2 217-16</inkml:trace>
  <inkml:trace contextRef="#ctx0" brushRef="#br0" timeOffset="156461.11">17555 9126 125 0,'0'0'241'0,"3"-6"-19"16,-3 6-7-16,0 0-8 0,4-5-17 0,-4 5-19 16,0 0-19-16,10-3-14 0,-4 1-18 0,-6 2-7 15,17-1-13-15,-10 1-9 0,6-4-9 0,-1 4-7 16,2 0-6-16,-4 0-22 0,3 1-21 0,-3-2-26 15,-10 1-26-15,14-2-27 0,-6 2-8 0,-8 0-26 16,9-2-10-16,-9 2-14 0,5-2-6 0,-5 2 2 16,0 0 5-16,0 0 17 0,1-9 10 0,-1 9 17 15,0 0 25-15,0 0 1 0,-6-12 26 0,6 12 17 16,-8-7 26-16,3 3 11 0,5 4 8 0,-5-8 18 16,5 8 23-16,-5-5 20 0,5 5 9 0,0 0 3 15,-5-7 0-15,5 7-8 0,0 0-8 0,0 0-12 16,0 0-8-16,-6-5-12 0,6 5-4 0,0 0-8 15,0 0 3-15,0 0-1 0,-2 23 0 0,1-14-4 16,-2 3-2-16,2-2-3 0,-2 6-9 0,3-2-1 0,0-3-7 16,3 7-2-16,-2-6-4 0,-1 6-14 15,-1-3-23-15,5 0-39 0,-2-3-48 0,-1 0-51 16,2-1-48-16,1 0-50 0,-2-1-168 0,1 1-445 16,2-3 197-16</inkml:trace>
  <inkml:trace contextRef="#ctx0" brushRef="#br0" timeOffset="156827.28">17982 8947 102 0,'0'-5'304'0,"0"5"-19"0,0-11-17 0,0 11-31 0,3-9-25 15,-3 9-24-15,0 0-17 0,0 0-15 0,0 0-16 16,0 0-12-16,7 32-6 0,-3-15 1 0,0 0-13 15,3 9-7-15,-3-8-4 0,3 0-12 16,-3 1-5-16,1-1-4 0,2-2-4 0,0-1-7 0,-1 0-3 16,-1-2 4-16,1-4-9 0,0 1-10 0,-1-1 2 15,-3-2 8-15,2-1 5 0,-1-1 18 0,1 0 7 16,-4-5 21-16,6 6 17 0,-6-6 0 0,0 0 0 16,0 0-9-16,14-3-5 0,-7-3-15 0,-2 1-4 15,1-3-5-15,3-4-10 0,-1-1-8 0,2-4-10 16,5-3-10-16,1-2-2 0,-2 1-7 0,1-3-4 15,3 0-11-15,-4 1-12 0,0 1-19 0,-3 7-14 16,0-1-16-16,-1 5-28 0,-2 1-32 0,-3 1-31 16,-1 3-33-16,-1 0-44 0,2 2-46 0,-5 4-56 15,5-5-9-15,-5 5 1 0,0 0-10 0,0 0-172 16,8 14-535-16,-5-4 237 0</inkml:trace>
  <inkml:trace contextRef="#ctx0" brushRef="#br0" timeOffset="157044.11">18385 9076 202 0,'0'0'239'16,"0"0"-4"-16,0 0 9 0,0 8-1 0,0-8-7 0,0 0-3 16,0 0-31-16,1 7-12 0,-1-7-13 15,0 0 6-15,-5 14-7 0,1-9-11 0,1 4-16 16,1 1-6-16,-3 0-18 0,2 1-9 0,1 2-4 16,-1 1-17-16,-1 1-5 0,2 1-11 0,-1-5-7 0,2 1-11 15,-1-1-1-15,1 1-16 0,-1-2-1 0,2 3-9 16,-2-4-28-16,2 1-22 0,-1 0-31 0,1-1-26 15,-4 0-32-15,4-1-41 0,0-8-41 16,0 10-34-16,0-10-29 0,0 0-27 0,0 12-162 0,0-12-475 16,0 0 209-16</inkml:trace>
  <inkml:trace contextRef="#ctx0" brushRef="#br0" timeOffset="157410.68">18394 9078 126 0,'10'-9'206'15,"3"-1"-6"-15,-3 3-1 0,0 2-15 0,0 0-14 16,2 3-11-16,-1 0-15 0,-1 3-13 16,1-1-9-16,1 1-8 0,-3 1-8 0,0-2-8 0,0 7-11 15,-2-5-4-15,0 4 3 0,-3-2-6 0,1 6-3 16,-1-3 7-16,-4 3-1 0,0-3-4 0,-6 1-2 16,1 3-7-16,-3-1-8 0,0 1-4 0,-3 1-5 15,-1-1-7-15,-2-1-6 0,4-3-7 0,1 2-9 16,1-2-8-16,0 1-8 0,2-4-2 0,2 1-14 15,1 1-4-15,-1 0-7 0,4-6 6 0,-3 8-13 16,3-8 1-16,0 0 3 0,3 14 0 0,-1-9 5 16,2 0 0-16,-4-5 3 0,7 9 0 0,-2-5-2 15,0 0 6-15,-1 0 0 0,1 1 4 0,-5-5 6 16,6 9 12-16,-3-4 1 0,-1 0 11 0,-2-5 8 16,3 8 3-16,-3-8 4 0,2 9 6 0,-2-9-3 15,-1 8-3-15,1-8 0 0,-4 11-6 0,4-11-2 16,-6 7-6-16,2-4-11 0,-1 1-11 0,5-4-20 15,-10 7-26-15,6-4-24 0,4-3-37 0,-10 6-40 16,10-6-35-16,-6 4-34 0,6-4-208 0,-5 2-454 16,5-2 201-16</inkml:trace>
  <inkml:trace contextRef="#ctx0" brushRef="#br0" timeOffset="157810.91">18808 9142 23 0,'3'-5'272'15,"0"0"12"-15,-3 5-17 0,3-6-13 0,-3 6-17 16,0 0-18-16,0 0-17 0,0 0-10 0,-17-2-12 16,17 2-12-16,-18 9-10 0,10 0-16 0,0 0-9 0,0-2-9 15,0 2-17-15,0 2-6 0,2-2-8 0,1 3-11 16,2-3-9-16,1 2-10 0,1-2-6 16,1 2-2-16,0-4-6 0,1 3-5 0,1-2-2 15,2 1-14-15,3-2 8 0,-1 0-7 0,0-1 1 0,1-2 10 16,2 2-19-16,-2-3 2 0,1 0-5 0,-2-1 2 15,2 0 7-15,-8-2-16 0,13 1 4 16,-8 0-7-16,-5-1 4 0,0 0 5 0,10 0 0 16,-10 0 8-16,0 0-1 0,0 0 7 0,0 0 9 0,0 0 0 15,0 0-6-15,0 0 2 0,0 0 2 0,0 0 7 16,-27 9 2-16,17-4-1 0,0 1 0 0,-3 0 11 16,3 0-3-16,0 1-9 0,-2-2 2 0,5 3-3 15,-1-1-2-15,-1 0-12 0,3 0 5 0,0-2-6 16,4 2-6-16,-2 0-5 0,0-2-2 0,3 1 1 15,1-6-13-15,0 13-33 0,0-13-10 0,5 11-38 16,0-6-30-16,3-1-39 0,2 3-44 0,2-4-53 16,0-1-67-16,4-2-40 0,-1 2-217 0,4-2-612 15,-6 0 271-15</inkml:trace>
  <inkml:trace contextRef="#ctx0" brushRef="#br0" timeOffset="158111.79">19369 9183 263 0,'-11'-4'317'0,"4"3"1"0,7 1 4 16,-13-3-21-16,13 3-14 0,-7-2-19 0,7 2-23 15,-8-2-13-15,8 2-23 0,0 0-15 0,0 0-22 16,-5-6-23-16,5 6-11 0,0 0 0 0,0 0-21 16,23 0-27-16,-23 0 4 0,24 0-21 0,-7 2-9 15,3-2-19-15,-1 0-20 0,0-2-25 0,2 2-32 16,-1 0-27-16,-2 0-33 0,-5-1-39 0,0 2-43 16,-1-2-40-16,-2-2-43 0,1 0-41 0,-6 1-170 15,1 0-506-15,-6 2 224 0</inkml:trace>
  <inkml:trace contextRef="#ctx0" brushRef="#br0" timeOffset="158415.07">19691 8985 191 0,'6'-5'243'0,"-1"0"4"0,-1 1-2 16,-4 4-20-16,9-7-18 0,-4 6-18 0,-5 1-8 15,14 1 0-15,-14-1-2 0,14 7-6 0,-5 0-2 16,-1 1-13-16,-1 3 2 0,0-2 4 0,-1 3-22 15,-1-2-5-15,-1 5-14 0,-1-1 1 0,-2 1-6 16,-1-3 1-16,-3 0-1 0,-2 4-6 0,-2 0-9 16,0-2-14-16,-3 2-2 0,-3-3-10 0,1-2-7 15,-1 1-10-15,-1 0-2 0,1 1-8 0,-1-4-7 16,1 2-1-16,2-5-6 0,6-2-9 0,-3 1 0 16,1-1-4-16,3-1 0 0,4-3-2 0,-5 7-4 15,5-7-13-15,-5 6 6 0,5-6-13 0,0 0-8 16,0 0-11-16,8 12-9 0,-3-10-16 0,5 0-21 15,3 0-25-15,4-2-30 0,4 0-46 0,6-2-39 0,1-1-32 16,2-1-39-16,-2-1-25 0,0-2-226 16,-1 3-573-16,0-3 253 0</inkml:trace>
  <inkml:trace contextRef="#ctx0" brushRef="#br0" timeOffset="158794.09">20009 8947 2035 0,'-14'-16'87'0,"-3"-4"-36"0,3 8-10 15,-1-3 3-15,-4 4 29 0,2 3 17 0,-9-2 10 0,6 6 0 16,-8 2 2-16,-1 1 2 0,-2 7-2 16,0 7 7-16,-3 3 3 0,-10 10 5 0,-4 7 0 0,7 2-2 15,-1 2-8-15,3 3-4 0,5-3 0 0,2 1-16 16,10-9 1-16,3 2-10 0,2-2-10 0,4 0 6 16,3 1-12-16,5-2 10 0,3 2-9 0,2-4 1 15,5 1 5-15,4-8-3 0,5 3-4 0,7 0-3 16,6-4 5-16,0-2-8 0,8-2-8 15,3-5-2-15,16 1-7 0,1-6-2 0,4-1-5 0,-3-5 1 16,-1 1-8-16,-2-6 8 0,-14 0-12 0,-1-1 1 16,-2-3-4-16,-2-1-2 0,-2-4 1 0,-4 0 2 15,-2-5-7-15,-4 0 2 0,-6-3-2 0,0-1 1 16,-6-5-1-16,-1-1-2 0,-8-1-3 0,0-4-7 16,-8-11-3-16,-5 1-8 0,-2 1 2 0,-9 1 0 15,-4 2-3-15,-2 4 11 0,-4 0-6 0,-5 5 2 16,-2 8-3-16,-4-1-6 0,8 13-6 0,-13-2-16 0,11 9-24 15,-14 2-38-15,12 7-34 0,-11 6-28 16,-1 5-43-16,0 6-61 0,1 0-67 0,3 10-328 16,1-6-711-16,5 4 314 0</inkml:trace>
  <inkml:trace contextRef="#ctx0" brushRef="#br0" timeOffset="-160683.57">21730 14354 100 0,'3'-15'242'0,"-3"-3"5"0,0 2-18 0,1 1-13 16,-1 4-7-16,-1-6-8 0,0 5-4 0,-1 1 1 15,-3-1-6-15,4 3-15 0,0-1 0 0,1 3-13 16,1-1-9-16,-1 8-7 0,-1-12-5 0,1 12-4 16,0-9-7-16,0 9-20 0,0 0-5 0,0 0-11 15,0 0-7-15,0 0 11 0,0 0-6 0,0 0 3 16,7 24-1-16,-5-5-6 0,-1 0 3 0,-1 7-12 16,0 0-1-16,0 3-15 0,-3-4 6 0,1 1-10 15,-1 0 0-15,2-1-10 0,0-5-5 0,0 8-3 16,1-5-1-16,-2 4-6 0,2-3-4 0,0-5-10 15,3 0-6-15,-3 0-24 0,0-6-23 0,0 5-26 16,1-2-31-16,0-5-14 0,-1 2-37 0,-1-3-36 16,0 0-33-16,0 1-35 0,1-4-24 0,0-7-6 15,-2 12-25-15,2-12-212 0,-5 4-552 0,5-4 244 16</inkml:trace>
  <inkml:trace contextRef="#ctx0" brushRef="#br0" timeOffset="-160350.38">21827 14144 135 0,'4'-13'129'16,"4"0"-8"-16,-1 6-2 0,1-2-5 0,1 5-8 15,2 0 0-15,0 4-4 0,-1 0-9 0,2 4-3 16,-1-1-3-16,1 4-9 0,2 3-6 0,-4-2-5 16,0 3-11-16,2 2-3 0,-7 0-3 0,0 3-7 15,-2-1 2-15,-2 2 0 0,-1-2-3 0,-4 4-8 16,-1-3 3-16,-4 2-8 0,-3-3-1 0,2-1-4 15,-2 0-3-15,-1-2 4 0,-3-1-8 0,6-3 3 16,-2-2-4-16,0 1-5 0,3-1 2 0,1-5 3 16,2 1-3-16,0 0 8 0,6-2-2 0,-10 5 9 15,10-5 3-15,-6 3 3 0,6-3-6 0,-5 4-2 16,5-4-3-16,0 0-3 0,0 0-4 0,0 0-5 16,6 13 0-16,-2-6 0 0,1 0-5 0,3 0 4 15,0 2-4-15,1-1-1 0,-2 2-1 0,1 0-18 16,1 1-16-16,0-1-32 0,1 3-25 0,4-2-31 15,-2-1-29-15,-1 1-17 0,-5-3-128 0,3 2-314 16,0-1 139-16</inkml:trace>
  <inkml:trace contextRef="#ctx0" brushRef="#br0" timeOffset="-160135.8">22109 14508 82 0,'0'0'127'15,"2"-10"10"-15,-2 10 7 0,3-9 11 0,-3 9-4 16,2-5-7-16,-2 5-13 0,0 0-14 0,3-7-10 15,-3 7-3-15,0 0 11 0,0 0-3 0,0 0 2 16,0 0 1-16,-5 31-4 0,4-18-4 0,-2-2-9 16,-1 4-11-16,0 1-9 0,3 1-7 0,-4-2-8 15,4 1-5-15,-2-4-2 0,2 1-8 0,-2 3-5 16,2-1-6-16,0-3-5 0,1 0-20 0,-2 1-22 16,2-2-28-16,0 1-42 0,-1-2-44 0,1-2-37 15,0-8-36-15,0 13-161 0,-1-7-387 0,1-6 170 16</inkml:trace>
  <inkml:trace contextRef="#ctx0" brushRef="#br0" timeOffset="-159801.44">22215 14450 89 0,'7'-7'168'15,"-2"1"-9"-15,2 3-8 0,-1 1 1 0,-6 2 2 16,13-2 0-16,-13 2 0 0,13 4-14 0,-8-2-11 15,3 3-3-15,1 1-5 0,-3 1-13 0,0 1-4 16,-2-3-9-16,-1 5-4 0,-1-1-4 0,0 4-8 16,-2-1-11-16,-3-1-4 0,1 1-5 0,-5 4-9 15,-2-3 0-15,4-1-5 0,-3-2-5 0,1 0-11 16,0 0-10-16,3 0-8 0,-2 0-7 0,1-1-4 16,0 0-6-16,4-2-7 0,1-1-4 0,0-6-9 15,0 11 4-15,0-11 2 0,2 10-2 0,1-4 5 16,-1 1 1-16,5-2-2 0,-4-1 2 0,3 2 5 15,0 0-2-15,-1 0 2 0,-1-2 6 0,1 1 0 16,-1 0-4-16,0 3 3 0,-2-2 0 0,-2-6-1 16,3 12-1-16,-3-5-22 0,0 2-24 0,0-9-24 15,-7 16-30-15,5-10-35 0,-3 1-35 0,-2 5-129 16,1-3-330-16,0-1 146 0</inkml:trace>
  <inkml:trace contextRef="#ctx0" brushRef="#br0" timeOffset="-159535.62">21622 15150 2221 0,'-9'-7'82'0,"4"4"-37"0,0-3-28 15,5 6-12-15,0 0-10 0,12-11 10 0,4 6-12 16,13-2 9-16,6 1 0 0,4 2-1 0,12-3 0 16,8 1-1-16,-4 2-1 0,0-1-11 0,-15 3-10 15,13 0-18-15,-14 4-19 0,-1 0-33 0,0-1-39 16,-3 1-51-16,-8 1-123 0,-8-3-331 0,-1 0 146 16</inkml:trace>
  <inkml:trace contextRef="#ctx0" brushRef="#br0" timeOffset="-159301.68">21808 15165 64 0,'-3'12'210'0,"1"0"11"0,-2 3-5 15,2 5-6-15,0 3-4 0,1 3-3 0,0 0-14 0,0 2-13 16,1-2-16-16,-2 1-13 0,2-2-18 0,0 1-11 15,2 0 23-15,-2 0-14 0,1-10-16 0,-2 3-7 16,2 1-18-16,-2-3-5 0,-1 0-27 16,2 0-23-16,-2-5-33 0,1 0-32 0,-1-3-37 0,0-1-36 15,-1 1-41-15,1-3-52 0,2-6-204 16,-7 8-438-16,2-7 195 0</inkml:trace>
  <inkml:trace contextRef="#ctx0" brushRef="#br0" timeOffset="-158985.97">21876 15205 17 0,'18'0'186'0,"-5"3"-9"16,1 0-4-16,-4 3-9 0,5 2-12 0,-4 0-15 16,-2 0-2-16,-2 5-7 0,0 0 0 0,-5-1-10 15,-1 7-9-15,-2-2-13 0,-3-1-6 0,-3 1-12 16,0 0-6-16,-3-2-7 0,1 0-4 0,0-5-9 15,-2 3-2-15,2-6-2 0,1-1 8 0,-1 2-1 16,3-3 5-16,0-1 4 0,1 0 5 0,-1-1 1 16,6-3 2-16,-6 6 2 0,6-6-4 0,0 0-4 15,-5 5-3-15,5-5-4 0,0 0-10 0,-6 4-5 16,6-4-4-16,0 0-3 0,0 0-6 0,11 15-3 16,-5-9-5-16,4 1 7 0,-2 2-21 0,-2-1-24 15,8 1-25-15,-3-2-37 0,-1 0-38 0,1-1-57 16,7 2-40-16,1-3-43 0,-2-1-149 0,2 1-437 15,3-5 194-15</inkml:trace>
  <inkml:trace contextRef="#ctx0" brushRef="#br0" timeOffset="-158619.6">22369 15467 38 0,'3'-6'158'0,"-3"6"-5"0,0-10 6 16,0 10 8-16,-9-8 0 0,1 5 3 0,-2 2 1 15,-3-1 1-15,0 5 1 0,0 0-9 0,-5 1-1 16,-2 3-4-16,1 0-6 0,4 0-7 0,0 1-10 15,1 2-11-15,2-3-14 0,3 2-12 0,1 0-6 16,3-2-10-16,0 4-8 0,4-2-10 16,1 0 0-16,2 1-6 0,2-1-12 0,3 0 7 15,0-2-5-15,2 1-4 0,2-5-5 0,-1 2 0 0,4-1-3 16,-1-1-9-16,1 0 0 0,-4-2 2 0,-1 1-4 16,0 0-1-16,-9-2-6 0,10 0 7 0,-5 2 13 15,-5-2 4-15,0 0 5 0,7 3-10 0,-7-3-4 16,0 0-5-16,-21 9-3 0,3-4 6 15,-1 2 3-15,1 2-4 0,-7 2 5 0,-1 3 1 16,3-1-2-16,1 4 7 0,3-7-1 0,5 4-1 16,-3-3 1-16,8-1 2 0,2 0-20 0,-5 3 4 0,6-3-2 15,5 1-3-15,-2-3-19 0,3-8 20 0,4 16-4 16,1-10 1-16,4 2-5 0,4-2-18 0,3-2-18 16,4-3-25-16,1 1-44 0,7-2-39 0,-7 0-53 15,7-2-64-15,-6 1-77 0,-1-3-265 16,-1-2-636-16,0 1 281 0</inkml:trace>
  <inkml:trace contextRef="#ctx0" brushRef="#br0" timeOffset="-158167.35">23044 15172 231 0,'-10'-1'228'0,"10"1"1"15,0 0-11-15,-9-4-11 0,9 4-16 0,0 0-14 16,0 0-18-16,0 0-11 0,-9 0-6 0,9 0-4 16,0 0-9-16,0 0 2 0,0 0-9 0,0 0-2 15,0 0-11-15,26 4-6 0,-14-3-3 0,1 2-12 16,8-3-5-16,-3-2-10 0,10 4-6 0,-8-2-9 15,8 0-6-15,-9-2-17 0,2 2-27 0,-1 2-24 16,-6-2-55-16,0 1-49 0,-3-4-62 0,0 2-58 16,-3 2-214-16,-8-1-490 0,10 0 217 0</inkml:trace>
  <inkml:trace contextRef="#ctx0" brushRef="#br0" timeOffset="-158019.52">23059 15318 139 0,'0'0'211'0,"-3"4"-3"16,3-4 4-16,0 0-12 0,0 0-10 0,0 0-19 0,15 7-13 15,-5-6-20-15,6 0-11 0,3-1-29 0,3-2-32 16,4-1-47-16,2 1-62 0,3-1-59 0,1-2-61 16,-3-2-109-16,5 0-294 0,-1 1 130 0</inkml:trace>
  <inkml:trace contextRef="#ctx0" brushRef="#br0" timeOffset="-157364.25">23663 15270 76 0,'0'0'153'16,"0"0"-8"-16,0 0-9 0,0 0-2 15,0 0-5-15,0 0-5 0,0 0-6 0,0 0-4 16,0 0-5-16,0 0 0 0,0 0-11 0,0 0 5 0,0 0-1 15,0 0-5-15,0 0 2 0,0 0-8 0,0 0 4 16,0 0-3-16,0 0-3 0,0 0 0 0,0 0-2 16,0 0-7-16,0 0 1 0,0 0-6 0,0 0-6 15,0 0-4-15,0 0-7 0,0 0-7 16,0 0-1-16,0 0-5 0,0 0-7 0,0 0 0 0,0 0-5 16,0 0-1-16,0 0-8 0,0 0 1 0,0 0-2 15,0 0-2-15,0 0 0 0,0 0-6 0,0 0 4 16,0 0-5-16,0 0 3 0,0 0-5 0,0 0 4 15,0 0-8-15,0 0 6 0,0 0-5 16,0 0 1-16,0 0-2 0,0 0-2 0,0 0 2 0,0 0-1 16,0 0-2-16,0 0 1 0,0 0 3 0,0 0-6 15,0 0 0-15,0 0-1 0,0 0 0 0,0 0 0 16,0 0 0-16,0 0 4 0,0 0-4 16,0 0-2-16,0 0-14 0,0 0-9 0,0 0-18 15,0 0-21-15,0 0-22 0,0 0-27 0,0 0-28 0,0 0-31 16,0 0-27-16,0 0-20 0,0 0-178 0,0 0-427 15,0 0 190-15</inkml:trace>
  <inkml:trace contextRef="#ctx0" brushRef="#br0" timeOffset="-156701.82">23716 15277 115 0,'0'0'207'15,"0"0"0"-15,11-19-9 0,-1 11-4 0,-1-1-17 0,2-2-13 16,5-1-10-16,-3-1-2 0,2 1-11 0,0-2-6 15,4-5 0-15,-5 6-12 0,3-3-1 16,1-4-6-16,-2-1-9 0,2 1-9 0,-2-3-5 16,-1 2-10-16,-2-1-2 0,-4 4-3 0,0 1-6 0,0-1 6 15,-4 3 2-15,0-1 5 0,-1 5 12 0,-2 0-12 16,1 2-8-16,-3 2-6 0,0 7-9 16,-4-14-8-16,0 10-1 0,4 4-7 0,-13-2-2 15,1 6-10-15,-6-2-1 0,-1 7 0 0,1 0-1 16,-2 3-9-16,4 1-1 0,-3-2-7 0,5 3-2 15,1-1 3-15,3 1-3 0,3-2 1 0,3 4-9 16,3-4-5-16,2 1-3 0,2 0 1 0,6 1-7 16,0 1-3-16,1 0 4 0,4-2-3 0,0 3 2 15,1-5-4-15,0 3 6 0,-1-1-3 0,-3-3 1 16,1 1-1-16,-4 0 4 0,0-1 3 0,-1-1 0 16,-2-1 0-16,1 1-4 0,-5-2 3 0,2 0 1 15,-3-1 1-15,1 1 2 0,-1-7-5 0,-5 15-10 0,-1-8-1 16,-1 1-9-16,1-3-18 0,-2 1-18 15,-2-1-20-15,1 0-26 0,0 0-39 0,-2-1-40 16,4-1-54-16,2-2-36 0,5-1-175 0,-14 3-488 16,14-3 217-16</inkml:trace>
  <inkml:trace contextRef="#ctx0" brushRef="#br0" timeOffset="-156148.75">24124 15177 126 0,'0'0'198'0,"0"0"8"0,4 9 3 16,-4-9-5-16,-1 11-8 0,1-11-15 0,-3 11-7 15,3-11-13-15,-2 13-10 0,0-9-5 16,2-4 2-16,-1 12-11 0,0-8-6 0,1-4-9 16,-2 12-5-16,2-12-9 0,-2 6 5 0,2-6 3 15,0 0 5-15,-1 10 5 0,1-10 11 0,0 0 3 16,0 0-10-16,0 0-15 0,0 0-16 0,0 0-4 15,0 0-6-15,-7-22-9 0,6 16-11 0,1 6-2 16,2-17-10-16,1 6-9 0,0 0-2 0,0-2-10 16,3-1-3-16,1-3-11 0,3 0 2 0,-1 1-6 15,4-1-4-15,0 2-5 0,0 1-3 0,-1 1 2 16,1 3-3-16,-1 2-7 0,-2 0 8 0,0 3-6 16,0 2 7-16,1 2-6 0,-1 4-1 0,0-1-3 15,-1 6 4-15,-1-1 2 0,-1 2-4 0,2 3 12 16,-1 1-14-16,0 1 1 0,-3 2 6 0,0-5-3 15,-1 0-4-15,1-1 3 0,-3 1 3 0,1-2-3 16,-2 0-7-16,1-2 10 0,-2-7 1 0,2 11-3 16,-1-6 4-16,-1-5 6 0,0 0-11 0,2 8 8 0,-2-8 5 15,0 0-5-15,0 0-2 0,0 0-6 16,0 0 4-16,0 0-8 0,0 0-6 0,0 0 2 16,0 0-4-16,-2-28 3 0,6 16-1 0,0 2-1 15,6-4-5-15,-2 0-2 0,3 1-14 0,-2-1 2 16,3 1 10-16,-3 4 0 0,1 1-2 0,-1 2 0 15,0-1 0-15,-2 4 4 0,0 1 4 0,-7 2 0 16,11 0-2-16,-11 0 3 0,12 6-2 0,-6 0 6 16,-1 4 2-16,1 0-1 0,-3 3 2 0,-1-1-8 15,-1 0 10-15,0 3-23 0,1 1-22 0,-2-4-37 16,1 2-39-16,-1-3-47 0,-1 1-46 0,1 0-46 16,1-2-28-16,-1-10-205 0,-1 15-539 0,1-15 239 15</inkml:trace>
  <inkml:trace contextRef="#ctx0" brushRef="#br0" timeOffset="-155353.41">24781 15088 133 0,'-4'-8'214'16,"-6"0"7"-16,1 2-4 0,-1 0-7 0,-2 4-12 16,1 1-2-16,-3 3-11 0,3 2-4 0,-2 2-12 15,-4 2-6-15,3 3-10 0,1 0-10 0,1 2-11 16,2 1-17-16,0-2-14 0,7 2-4 0,-2-3-17 15,0 2-4-15,5-1-9 0,-1 0-4 0,1 0-4 16,2-2-8-16,2-1-6 0,1 1-1 0,2-4-2 16,-1 1-7-16,2-4 1 0,1 1-2 0,1-3-3 15,2-2 0-15,-3-2-6 0,-2 1-2 0,2-4 5 16,0 1 0-16,-3 1 0 0,0-4 0 0,1 0-5 16,1-2 4-16,-2 2 0 0,-2-1-7 0,-3 1 1 15,2 1-1-15,1-3-3 0,-2 3 5 0,-2 7 7 16,2-10-8-16,-2 10 3 0,0-9 6 0,0 9-4 15,1-7-12-15,-1 7 1 0,0 0 1 0,0 0 1 16,0 0 2-16,0 0 13 0,0 0-29 0,-12 20 11 16,11-11-3-16,-1 1 2 0,0 0-7 0,4 0-2 15,-1 0 1-15,1-1 7 0,2 0-7 0,0-1-5 16,4 1 3-16,-2 0 3 0,3-4 7 0,0-1-7 16,4 0 2-16,-3-1 1 0,3-5 5 0,-2 1-4 15,2-3 0-15,0 0 2 0,1-4 2 16,-1 1 11-16,-2-3 7 0,1-1 1 0,-2-2-2 0,1 1-2 15,-2-4 6-15,0 0-6 0,-1-1-8 0,-3-1 8 16,2 0-13-16,-1-3 2 0,1-4-4 0,-4 2 3 16,1-4 2-16,-3 2-2 0,4 0-5 0,-2 6-1 15,-3-1 1-15,0 4 5 0,0 4 17 0,2 3-6 16,-2 2-3-16,0 0 0 0,0 7-6 0,0-10-3 16,0 10-9-16,0 0-2 0,0 0 1 0,0 0 3 15,0 0-1-15,0 0 0 0,-6 42-5 0,1-18 2 16,1 3-7-16,4-9 7 0,0 7-4 0,-3-5 5 15,6-2-6-15,-1 1-4 0,3 1 0 0,1-2 6 16,0-2-2-16,4-1 2 0,-2-2 2 0,3 2 4 16,-1-6-5-16,1 3 5 0,0-6-9 0,1-3 3 15,1 2 2-15,1-2 6 0,-3-2-2 0,2-2 1 16,-1-2-4-16,3-2-1 0,1-1 3 0,-2-2 9 16,1-4-13-16,-2 0 5 0,2-2 1 0,-4-2-8 15,1 2 4-15,2-8 4 0,-4-6-14 0,4 5 7 16,-4-5 2-16,-1 0-3 0,0 1 1 0,0 0-1 15,-2 1-7-15,-5 7 7 0,4 2 7 0,-3 6 6 16,2 2 9-16,-3 1 11 0,-2 2-20 0,2 1-3 16,-2 5 0-16,0 0-2 0,0 0 5 0,0 0 0 15,3 24 3-15,-6-5 2 0,-6 6-4 0,4 2 0 16,-1 1-2-16,3-1-2 0,1 2-5 16,-2-2 3-16,2 1-4 0,2-2-30 0,4-2-37 0,-2-3-34 15,3 4-47-15,-1-8-44 0,0 2-38 0,-2-1-39 16,4 0-54-16,-2-3-44 0,-4 2-239 0,0-4-651 15,0-13 289-15</inkml:trace>
  <inkml:trace contextRef="#ctx0" brushRef="#br0" timeOffset="-153052.92">22119 16335 59 0,'0'0'273'0,"-9"-4"-6"16,9 4-5-16,0 0-9 0,-5-3-21 0,5 3-21 16,0 0-19-16,0 0-10 0,0 0 1 0,0 0-7 15,-7 16-12-15,5-7-5 0,1 7 0 0,-2-1-19 16,2 3-10-16,-2-1-14 0,3 8-5 16,-1-6-14-16,-2 2-9 0,2-3-10 0,2 1-9 15,-7 0-6-15,3-1-5 0,2 0-8 0,-1-1-4 16,0 1-1-16,1-2-21 0,0-3-14 0,-3 1-31 15,3-5-36-15,-1 1-32 0,-1 0-37 0,-1-1-38 16,0-1-41-16,-1-2-50 0,1 0-29 0,0-2-166 16,4-4-487-16,-11 5 216 0</inkml:trace>
  <inkml:trace contextRef="#ctx0" brushRef="#br0" timeOffset="-152769.63">22144 16402 76 0,'16'-9'157'0,"-5"4"-1"16,0 1-3-16,0 3-8 0,-1-2 7 16,1 3-5-16,-4 3 4 0,-1 0-7 0,1 0-9 15,-2 2-4-15,-1 1-11 0,-1 2-8 0,-2 3-8 16,0-1-4-16,-3-1-7 0,-1 2-11 0,-5 3-7 16,-2 0-5-16,-5-1-8 0,2-1-4 0,-1 1-5 15,-2-4-1-15,3 1 10 0,-3-3-5 0,0 3-2 16,4-5-1-16,0 0-1 0,0 0-6 0,4-1 2 15,2-1-6-15,-2 0-7 0,3 1-3 0,-2 0-4 16,5 2-2-16,2-6-1 0,-3 13 0 0,3-13-4 16,3 12-1-16,3-4 0 0,1-1-3 0,3 2-5 15,1-1-4-15,6-1-19 0,-2-3-19 0,3 0-33 16,0 0-40-16,3-3-36 0,-1 2-39 0,-1-2-38 16,3-5-28-16,-2 2-133 0,-2 1-407 0,4-1 180 15</inkml:trace>
  <inkml:trace contextRef="#ctx0" brushRef="#br0" timeOffset="-152435.59">22527 16575 22 0,'0'0'139'0,"0"0"4"0,0 0 9 0,0 0-1 15,0 0 6-15,-29 11 5 0,15-8-5 0,2 1-1 16,-1 2-4-16,1 1-6 0,2-1-8 0,-1 0-14 16,2-2-8-16,1 2-9 0,-2-1-13 15,3 2-9-15,4 0-6 0,-1-3-8 0,4-4-8 16,-3 10-8-16,3-10-2 0,1 8-7 0,-1-8-4 15,8 6-3-15,-8-6 0 0,12 2-7 0,-6 0-2 16,-6-2-4-16,12 0-2 0,-12 0-4 0,7 2-2 16,-7-2 7-16,0 0 12 0,10-1 8 0,-10 1 3 0,0 0 3 15,0 0 1-15,0 0-1 0,0 0 4 16,0 0 3-16,-20 14-1 0,11-8-8 0,-2-1 0 16,0 1-1-16,1 0 11 0,0 1 0 0,1 2-8 15,0-1 13-15,1 0-19 0,2 1-2 0,2-4-5 16,4-5-3-16,-3 14-1 0,3-14-9 0,3 16-2 15,-3-16 8-15,5 12-9 0,0-8-5 0,3 2-26 16,1-2-12-16,1-1-32 0,2-1-36 0,-2-2-37 16,-10 0-43-16,24-3-39 0,-11 1-33 0,5-2-28 15,-1 0-202-15,-5-1-510 0,-2-2 226 0</inkml:trace>
  <inkml:trace contextRef="#ctx0" brushRef="#br0" timeOffset="-152249.5">22693 16606 61 0,'0'0'185'0,"0"0"10"0,7-2 3 0,-7 2-2 0,8-1-11 15,-8 1-17-15,15-1-16 0,-8 1-14 16,2-3-14-16,2 2-12 0,-1 0-10 0,0-2-12 16,-10 3-25-16,17-2-29 0,-17 2-34 0,12-2-38 0,-12 2-30 15,14-1-42-15,-14 1-27 0,0 0-18 0,13-3-100 16,-13 3-272-16,0 0 121 0</inkml:trace>
  <inkml:trace contextRef="#ctx0" brushRef="#br0" timeOffset="-152101.91">22826 16586 595 0,'0'0'-38'0,"0"0"28"16,0 0 17-16,0 0 24 0,-9 22 11 16,9-22 10-16,0 0 11 0,-14 10 2 0,10-6 12 15,4-4 1-15,-8 8 4 0,4-4 0 0,-1 1 8 16,5-5 3-16,-2 8-3 0,2-8 0 0,-4 7 0 16,4-7 1-16,0 0-4 0,0 8-3 0,0-8-8 15,0 0-4-15,0 0-12 0,13 4-10 0,-13-4-24 16,0 0-48-16,15 0-43 0,-15 0-63 0,23-7-62 15,-10 5-97-15,3-4-311 0,3 2 138 0</inkml:trace>
  <inkml:trace contextRef="#ctx0" brushRef="#br0" timeOffset="-151419.69">23439 16735 143 0,'0'0'207'0,"-1"-9"0"15,1 9-4-15,0 0-3 0,9-13-7 0,-2 8-15 16,-2 2-11-16,4-5-7 0,3-3-6 0,-1 4-6 16,0-2 0-16,4-2-4 0,0-1-3 0,1 3-1 15,-1-3-8-15,2 1-10 0,-2 0-8 0,0-1-6 16,2 1-12-16,-4 0-1 0,-2-1 6 0,0 1-4 16,-3 1 1-16,4-2-4 0,-7 3 4 0,-1 0-12 15,0 1-8-15,-4 8-7 0,7-13-2 0,-5 7-4 16,-2 6-4-16,7-8-13 0,-7 8-2 0,0 0-8 15,4-7 3-15,-4 7-5 0,0 0-5 0,0 0-7 16,0 0 7-16,0 0-10 0,0 0-2 0,-18 24-7 16,9-11 3-16,3-2 1 0,-1 3-4 0,4-2 1 15,-4 3-4-15,4-4 2 0,1 0-3 0,2 0 4 16,0 0-7-16,3-1-2 0,1 1 7 0,1-3 3 16,1 0-5-16,3 1 1 0,1-5-2 0,4 0-3 15,3 0 8-15,2-3-7 0,1-1 6 0,1-3-8 16,-1 1-2-16,2 1 2 0,-4-3-2 0,2 0 5 15,0-1 3-15,-5-2-4 0,-2 2-4 0,-2-2 0 16,-2-3 2-16,3 4 1 0,-5-4 6 0,1 2-11 16,0-1 1-16,-1 1-1 0,-2-2 6 0,-1 1-1 15,-4 9-4-15,5-15-4 0,-5 7 10 16,0 8-4-16,2-13 10 0,-2 13-11 0,0-11 2 0,0 11 0 16,0 0-6-16,0 0-11 0,0 0 12 0,0 0-1 15,0 0 3-15,0 0-2 0,0 0 1 0,-17 25 1 16,12-11 0-16,-1 3-5 0,2 0 2 0,1-2 0 15,1 1 2-15,-1 0 1 0,0 0 1 16,3 0 4-16,-1 0 0 0,1 0-16 0,0-7-18 16,0 2-28-16,1-1-31 0,-1-1-38 0,-1 1-42 15,1-10-46-15,-4 13-49 0,4-13-56 0,-3 10-252 16,3-10-618-16,0 0 273 0</inkml:trace>
  <inkml:trace contextRef="#ctx0" brushRef="#br0" timeOffset="-151278.41">23839 16319 28 0,'0'0'25'16,"0"0"-35"-16,0 0-9 0,18 25 5 0</inkml:trace>
  <inkml:trace contextRef="#ctx0" brushRef="#br0" timeOffset="-149969.72">24220 16702 39 0,'11'-5'251'0,"0"-2"5"16,-2 1 3-16,1-1-14 0,0 0-9 0,-1-2-17 15,5-3-18-15,-1 0-14 0,1 0-11 16,-1-4-8-16,1 1-1 0,-4 0 3 0,4-8-19 15,0 1 4-15,-6 3-4 0,3-7-15 0,-1-1-13 16,-2 3-1-16,-1-2 2 0,-1 0-4 0,0 3-5 16,-2 4-4-16,-1 1 0 0,-1 5-6 0,1 2 2 0,-1 1 1 15,-2 1-9-15,0 9-15 0,0-13-2 16,0 13-13-16,0 0-9 0,0 0-9 0,0 0 0 16,0 0-3-16,0 0-6 0,-19 38 0 0,10-13-10 15,-1 1 4-15,1 1-3 0,2 3-5 0,3-5-1 16,0-5-3-16,1 5-9 0,2-6 7 0,2 1-4 15,2-2 1-15,1 0-1 0,0-4-3 0,2 1-1 16,-1-3-2-16,5-1-1 0,-1-1-4 0,3-2-8 16,-2-1-13-16,3-2-12 0,4-1-10 0,-1-3-9 15,0-1-9-15,2-1-8 0,-4 1-2 0,0-2 0 16,7-3-3-16,-7 2-1 0,4-4 6 0,7-4-6 16,-7 3 5-16,2-2 3 0,2-2 2 0,-4 0 7 15,-2 1 0-15,0-2-1 0,0 0 5 0,-1 2 6 16,-4-2 17-16,0 2-12 0,-2 2 6 0,-4 1 7 15,-1-1 3-15,-4 9 4 0,2-12 13 0,-2 12 2 16,0 0 7-16,0 0 6 0,0 0 7 16,-14-7 6-16,14 7 10 0,0 0 1 0,-27 21-2 0,16-7-3 15,1 0 1-15,-1-2-5 0,0 2-2 0,3 2 3 16,0-1-2-16,3 0-4 0,0-4-5 0,5 0-7 16,-2-1 6-16,2 2-5 0,0-12 0 0,5 18-3 15,-1-13 0-15,-1 1 5 0,-3-6-2 0,9 7-3 16,-9-7 6-16,18 1-6 0,-18-1-2 15,16-4-1-15,-16 4 9 0,19-6-19 0,-10 1 12 16,0 1-1-16,1-4-2 0,-2 2-1 0,-1-1 0 16,-2-2 1-16,-1 4 1 0,3-4 8 0,-4 0-7 0,3-1-3 15,-6 10-9-15,5-13 8 0,-3 7 1 0,-2 6-6 16,4-8 6-16,-4 8-10 0,0 0 12 16,0 0-6-16,4-10 4 0,-4 10-1 0,0 0 20 15,0 0 6-15,0 0-5 0,0 0 1 0,4 27 3 16,-4-21 0-16,1 1 3 0,-1 2 7 0,2-2-3 15,3 3-8-15,-2-1 5 0,0-2 2 0,1-2-2 16,2 4-3-16,0-4-11 0,1-2 9 0,-1-1-1 16,3 0 2-16,1-1-11 0,-1-1-2 0,2-1 2 15,1-2-2-15,5-1-1 0,-6-1 5 0,0-3-7 16,-1 4-2-16,1-3 3 0,2-4-6 0,-2 3 0 16,1-1 1-16,-1-4 4 0,-1 0-5 0,2 0 2 15,-3-2-8-15,0 2 3 0,1 0-9 0,-1 3-1 16,-1 1 8-16,0 2-11 0,-2 0 1 0,-6 7-2 15,7-9-1-15,-5 5-2 0,-2 4 3 0,7-1 4 16,-7 1 2-16,0 0 7 0,3 12-4 0,-3-12 6 16,0 13-3-16,3-6 0 0,-6 3-6 0,3-1 5 15,3 0 0-15,-3-2 2 0,0-7-10 0,5 13 20 16,-4-7-14-16,3-1 0 0,2-3-1 0,-6-2 2 16,11 5-1-16,-5-5-3 0,-6 0 8 0,0 0-1 15,23-5 3-15,-11 1-3 0,-6 1-2 0,3-3 0 16,0 0 2-16,-3-1 2 0,-6 7-2 0,10-11 2 15,-8 6-7-15,-2 5 3 0,5-11 4 0,-5 11-5 16,4-8-9-16,-4 8 9 0,4-7 1 0,-4 7-9 16,0 0 1-16,0 0 3 0,0 0-4 0,0 0 5 15,0 0 3-15,0 0 3 0,-8 36 0 0,8-19 3 16,-1 1 1-16,-1 7-6 0,0-2 5 0,2 2 3 16,0 0-2-16,0 2-1 0,0-1-8 15,0 0 8-15,1-6 0 0,0 6 4 0,-1-1-5 0,-2 0-1 16,2-8-2-16,-2-1 8 0,0 0-6 0,-3 2-2 15,1-4 2-15,-1-2-3 0,-4-2-1 0,0-2-3 16,1 1-7-16,-2-4 4 0,-3 1-4 0,1-1-6 16,1-2 2-16,0-3 1 0,2 2 2 0,0-4 6 15,9 2-5-15,-13-6-4 0,13 6-2 0,-6-13 0 16,6 2 4-16,1-6-1 0,4 0-6 16,8-7 10-16,1 1-8 0,3 1 4 0,2 2-2 0,4-4 1 15,1-1-5-15,5-1-5 0,-2 2 5 16,2-2-4-16,-2 0 6 0,0 1-5 0,0 1 7 0,0-3 2 15,-5 1 1-15,3-1 3 0,-6 2-6 0,-2 0 6 16,1 4 2-16,-9 4 4 0,-4 0-1 16,-1 4 12-16,1 3-5 0,-3 0 18 0,-2 10 6 15,-2-13-4-15,2 13 0 0,-10-5 4 0,10 5-1 16,-23 4-2-16,6 5-2 0,-1-1-1 0,2 4-4 16,-4 6 11-16,5-5-15 0,3 1 2 0,1 1 1 15,-2 1-8-15,8-4-13 0,3-2-19 0,1 2-12 0,4-2-42 16,6 0-33-16,0-3-38 0,8 2-38 0,2-4-41 15,0 0-38-15,14-2-29 0,-1 0-30 16,3-3-231-16,-5-2-604 0,3 1 267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23:36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12998 3337 11 0,'0'0'154'16,"-4"-9"0"-16,4 9-4 0,-6-5-1 0,6 5-14 15,-3-6-10-15,3 6-14 0,0 0-10 0,0 0-14 16,0 0-10-16,0 0-11 0,0 0-3 0,0 0-1 15,0 0-7-15,13 29-6 0,-6-14 0 0,3 2-4 16,0 1 2-16,3 3-6 0,-1 3 1 0,1 1-9 16,1 1-4-16,-1-3 0 0,2 3-5 0,-2-4-3 15,-3-6 6-15,2 3-9 0,-3-2-1 0,0 0-3 16,0 2-1-16,0-4 1 0,-2 1-3 0,1-1 7 16,-3-5-8-16,0 1 3 0,2-1-4 0,-3-3 0 15,2 1 1-15,-3-1-5 0,4-2 11 0,-7-5 4 16,6 7 14-16,-3-5 4 0,-3-2 5 0,0 0-2 15,0 0-2-15,13-8 1 0,-9-1-4 0,1-1-6 16,2-4 3-16,0-2-6 0,-1-2-1 0,3-5-2 16,0 0-3-16,-4-5-5 0,3 4 1 0,-3-3 0 15,5 0 2-15,-2-1-4 0,1 1-1 0,-3 0-3 16,0 2-3-16,-2 0 1 0,3 5 0 0,-5 4-7 16,2 0 4-16,-2 6-6 0,0 0-11 15,0 4-14-15,1 0-23 0,-3 6-23 0,5-8-15 0,-5 8-19 16,0 0-5-16,0 0-10 0,11 11-19 0,-4-3-21 15,-3 4-15-15,0 5-102 0,2 0-299 0,-2-1 133 16</inkml:trace>
  <inkml:trace contextRef="#ctx0" brushRef="#br0" timeOffset="240.53">13555 3621 25 0,'0'0'210'0,"0"0"-22"15,0 0-19-15,0 0-16 0,0 0-20 0,0 0-7 16,9 4-6-16,-9-4 6 0,-4 12-15 16,4-12-11-16,-5 18-10 0,5-7-6 0,0 2-6 15,-4 1-4-15,4 3-12 0,-2 3-8 0,-1 0 2 16,-1-4-11-16,4 3 0 0,-2 0-5 0,2-2-3 16,-2 3-4-16,2-2-1 0,-2-3-16 0,2-2-15 15,0 2-19-15,-3-3-20 0,3 1-28 0,0-3-27 0,3 0-25 16,-3-10-27-16,-3 21-23 0,2-14-93 15,1-7-282-15,-2 10 125 0</inkml:trace>
  <inkml:trace contextRef="#ctx0" brushRef="#br0" timeOffset="626.29">13587 3632 3 0,'8'-15'148'0,"4"1"-14"0,-5 4-5 16,3 1-5-16,-2 2-8 0,1 2-4 0,-3 0-2 15,3 3-1-15,-1 0-7 0,-8 2-5 0,17 3-2 16,-8 1-5-16,0-1-9 0,0 2-6 0,-2 1-7 16,2 1-6-16,-4 2-7 0,-1-1-6 0,3 1-6 15,-5 4-4-15,2-2 0 0,-2 1-4 0,-2 0-7 16,0 0 4-16,0-2-6 0,-2 4-2 0,0-4-2 16,0 2 0-16,-3-1-10 0,1-2-8 15,2 1-9-15,0 0-7 0,2 1-4 0,-2-4-9 0,4 3 0 16,0-3-1-16,0 0 4 0,4 0-3 15,1 0 4-15,0 1-1 0,-2-2 0 0,4-1 5 0,1 2 0 16,0-2 3-16,1-2 2 0,-2 3-1 0,0 0 1 16,0 0 6-16,-5 0-1 0,5-1-5 0,-2-2 2 15,-2 3 6-15,-3-2-2 0,0 2 3 16,-2-6 8-16,3 10 1 0,-3-10 2 0,-5 13 5 16,1-9 0-16,-4 4-1 0,-3-3 3 0,3 0-3 15,-4 0-2-15,1 0 0 0,0 0-2 0,-1 0-10 0,3-2-13 16,-3 1-3-16,2-2-28 0,10-2-28 15,-13 4-26-15,6-3-38 0,7-1-104 0,0 0-262 16,-18-2 116-16</inkml:trace>
  <inkml:trace contextRef="#ctx0" brushRef="#br0" timeOffset="815.68">14235 3760 30 0,'0'0'174'0,"15"-5"-17"16,-9 2-14-16,-6 3-17 0,15-5-12 0,-15 5-11 16,12-1-33-16,-12 1-16 0,11-3-20 0,-11 3-9 15,0 0-39-15,14 4-32 0,-14-4-20 0,9 5-13 16,-9-5-59-16,2 10-149 0,-2-10 67 0</inkml:trace>
  <inkml:trace contextRef="#ctx0" brushRef="#br0" timeOffset="946.02">14231 3887 96 0,'-6'2'154'16,"6"-2"-6"-16,-4 4-4 0,4-4-11 0,-5 5-9 16,5-5-12-16,0 0-9 0,0 0-6 0,0 0-4 15,0 0-9-15,0 0-5 0,0 0-7 0,22 8-31 16,-11-7-40-16,5-1-46 0,4 0-61 0,8-2-116 16,-1-3-240-16,2-4 106 0</inkml:trace>
  <inkml:trace contextRef="#ctx0" brushRef="#br0" timeOffset="2284.67">15836 3349 66 0,'3'-5'187'0,"-3"5"-15"0,0 0-7 0,2-6-23 16,-2 6-16-16,0 0-16 0,0 0-11 0,0 0-14 16,0 0-22-16,0 0 12 0,0 0-3 0,16 22-3 0,-9-8-6 15,0 1 5-15,2 5-6 0,-3 4-1 16,3 0-6-16,1-2-5 0,-2-3 1 0,-2-2-10 16,1 2-3-16,-2-3-5 0,0 1-1 0,0 0-4 15,1-1-2-15,0-6 4 0,-3 1-7 0,3-2-1 16,-4 0 0-16,3-1 2 0,-4 0 3 0,2-3-1 15,2 1 6-15,-5-6 11 0,3 7 13 0,-3-7 14 16,2 5 11-16,-2-5 15 0,0 0-1 0,0 0-11 16,0 0-9-16,0 0 1 0,13-9-13 0,-5 3-6 15,-2-7-7-15,-1 2 0 0,2-3-11 0,8-8-7 16,-1 2 0-16,-1-3-5 0,2 0-1 0,2 0-4 16,-2-6 1-16,0 3-5 0,1-1-1 0,0 0-3 15,0 4-4-15,0 1 1 0,0 0-2 0,-5 9-1 16,-5 3-3-16,0 2-1 0,-1-1 0 0,-1 3-2 15,-1 2-19-15,0-1-12 0,-3 5-23 0,6-5-19 16,-6 5-1-16,0 0-20 0,0 0-19 0,0 0-26 16,4 24-40-16,-8-9-54 0,-2 2-179 0,-2 1-443 15,-2 5 197-15</inkml:trace>
  <inkml:trace contextRef="#ctx0" brushRef="#br0" timeOffset="2582.66">16594 3624 141 0,'3'-7'200'0,"-3"7"-4"0,0 0-12 0,0 0-21 16,0 0-3-16,-9-11-9 0,9 11-5 15,-18-4-16-15,10 4-6 0,-3 1-11 0,-1 2-5 16,-7 1-8-16,2 3-10 0,-2 1-3 0,-3 6-12 0,5-2-8 15,-5 3-5-15,6-2 0 0,1 0-8 0,2 2-3 16,1-1-5-16,1 0-4 0,2 2-4 0,4-1-4 16,0 1 0-16,4-5-5 0,0 1-3 0,1 0 1 15,2-1 0-15,3 1-7 0,2-2-7 16,4 2-24-16,1-5-28 0,6 1-25 0,-2-2-38 16,3 0-45-16,2-2-40 0,6 1-33 0,-9-2-119 15,1-1-367-15,1 1 164 0</inkml:trace>
  <inkml:trace contextRef="#ctx0" brushRef="#br0" timeOffset="2839.3">17040 3677 40 0,'-10'-7'227'0,"3"7"-12"0,-4 0-10 15,-2 2-7-15,-6 1-5 0,0 4-4 0,-7 0-3 16,-2 6-10-16,1-1-7 0,3 2-7 0,1 0-8 15,5-3-12-15,4 2-14 0,-1 2-8 0,2-1-9 16,3 0-11-16,3-3-12 0,2 0-11 0,0 0-4 16,1 0-2-16,4 0-8 0,0-1-5 0,3 4-7 15,2-4-3-15,3 0-6 0,1-1 0 0,6 2-9 16,0-1-19-16,3-2-30 0,1-3-26 0,-2 0-34 16,11 0-32-16,-6-3-33 0,-2 1-44 0,8-3-46 15,1 0-199-15,-9 0-465 0,8-3 206 0</inkml:trace>
  <inkml:trace contextRef="#ctx0" brushRef="#br0" timeOffset="3118.4">17679 3705 160 0,'-10'-3'263'16,"10"3"-20"-16,-8-4-26 0,8 4-13 0,-5-5-22 15,5 5-16-15,0 0-16 0,0 0-11 0,-6-4-14 16,6 4-5-16,0 0 4 0,0 0-2 0,0 0-4 16,0 0-8-16,33 7-5 0,-19-6-1 0,5 0-13 15,3 2-10-15,-2-2-9 0,-2-1-5 16,0 2-9-16,-5-1-1 0,2 0-8 0,-3-1-6 0,-1 0-5 16,-2 1-5-16,0 2 2 0,-1-3-3 0,-8 0-21 15,13 1-23-15,-13-1-19 0,9 2-30 0,-9-2-32 16,0 0-44-16,0 0-56 0,10 0-53 0,-10 0-179 15,0 0-459-15,0 0 203 0</inkml:trace>
  <inkml:trace contextRef="#ctx0" brushRef="#br0" timeOffset="3958.09">18543 3438 88 0,'0'0'151'0,"0"0"-12"0,0 0 1 0,0 0-2 0,0 0-6 16,0 0 0-16,0 0-9 0,0 0-2 0,0 0-6 15,0 0-6-15,0 0-8 0,0 0 0 16,0 0-8-16,0 0-2 0,0 0-5 0,0 0-8 16,-5-4-3-16,5 4-2 0,0 0-5 0,0 0-2 15,0 0-6-15,0 0-1 0,0 0-6 0,0 0-4 16,0 0-4-16,0 0-6 0,0 0-2 0,0 0-6 15,0 0-6-15,0 0-2 0,0 0-4 0,18-2-2 16,-7 0 3-16,2 2-6 0,6-2-14 0,2 1-5 16,4-2-11-16,-4 0-18 0,0 5-18 0,0-4-7 15,-1 2-16-15,-1-1-13 0,1 1-14 0,-1-1-6 16,0 1-13-16,-6-2-10 0,1 2-1 0,0 0-1 16,-2-1-11-16,-1 0-6 0,-3 2-78 0,-1-1-245 15,-7 0 110-15</inkml:trace>
  <inkml:trace contextRef="#ctx0" brushRef="#br0" timeOffset="4472.52">18788 3361 81 0,'0'0'90'0,"0"0"0"15,-7 4 3-15,7-4 6 0,0 0-15 16,-3 10 12-16,3-3-8 0,-1 2-1 0,1-9-6 0,2 19 7 16,-3-8 4-16,2 6 0 0,-1-2-13 0,-1 2 1 15,1 0-4-15,0 1-8 0,0-2-2 0,-1 2-9 16,1-1 2-16,0 1-8 0,0 0 1 16,0 0-6-16,-1 0-2 0,1 0 0 0,1-1-6 15,0-3-5-15,-2-2 0 0,2 1-4 0,-1 1-1 16,0 2 0-16,0-5 3 0,1 2-12 0,-1-3-3 15,2 0 5-15,-2-10-5 0,-3 20-2 0,4-11 1 16,-1-9-2-16,0 16 0 0,0-16 1 0,0 10-4 0,0-10 0 16,0 0-4-16,-1 14 3 0,1-14 0 0,0 0 0 15,0 0 0-15,-1 11-3 0,1-11-1 0,0 0 1 16,0 0 5-16,-13 4-7 0,13-4 0 16,0 0-1-16,-15-1 1 0,15 1-1 0,-18-6-2 15,18 6 2-15,-16-7-5 0,5 4 1 0,2-2 3 16,9 5-1-16,-20-8-3 0,20 8 7 0,-13-3-6 15,13 3 1-15,-12-4 1 0,12 4-2 0,0 0-1 16,0 0-1-16,-14-4 0 0,14 4 0 0,0 0-2 16,0 0-3-16,0 0 2 0,0 0-3 0,0 0 7 15,0 0 2-15,0 0-1 0,0 0-1 0,0 0 3 16,0 0-3-16,46 9-12 0,-28-6-9 0,3 0-16 16,2-3-16-16,2 4-22 0,-3 0-24 0,6-4-15 15,-1 1-15-15,-5 2-23 0,-2-2-114 0,1 0-289 16,-4 1 128-16</inkml:trace>
  <inkml:trace contextRef="#ctx0" brushRef="#br0" timeOffset="4705.12">19098 3778 33 0,'2'-14'153'0,"-2"14"7"16,2-11 2-16,-2 11 0 0,1-11 2 0,-1 11-4 16,2-7-16-16,-2 7-3 0,2-5-27 0,-2 5-10 15,0 0-15-15,0 0-9 0,0 0-8 0,0 0-6 16,0 0-4-16,0 0-6 0,-11 29 0 15,9-18 1-15,-2 6 2 0,0-2-3 0,2 2-5 16,-1-2 0-16,-2 1-7 0,3-3-6 0,0-3 0 16,1 2-5-16,1-1-4 0,-1 0 0 0,1-1-3 0,0 0-1 15,0-10-14-15,0 17-21 0,2-10-17 0,-2-7-27 16,2 14-17-16,-2-14-29 0,1 9-32 16,-1-9-31-16,0 0-18 0,2 9-118 0,-2-9-321 15,0 0 142-15</inkml:trace>
  <inkml:trace contextRef="#ctx0" brushRef="#br0" timeOffset="5070.5">19160 3702 56 0,'12'-4'168'0,"-12"4"-7"0,10-2-14 0,-10 2 5 15,0 0 3-15,17 2-9 0,-17-2-14 0,11 6-13 16,-11-6-6-16,9 9-10 0,-5-5-10 0,-4-4-5 15,6 11-10-15,-4-4-4 0,-2-7-6 0,1 14-5 16,-1-14-10-16,-3 15-1 0,3-15-2 0,-5 18-11 16,3-8 1-16,-2-1-3 0,0 0-4 15,4-9-12-15,-6 13-9 0,6-13-1 0,-7 11-9 0,7-11-7 16,0 13-6-16,0-13-1 0,3 12-1 0,-3-12-2 16,2 13 0-16,3-6-1 0,-5-7-2 0,7 12 4 15,-2-7-2-15,-5-5 6 0,8 12 2 0,-2-7-5 16,-6-5 4-16,9 10-3 0,-6-6 1 0,-3-4 1 15,6 9-1-15,-6-9 6 0,1 8-1 0,-1-8 5 16,0 0 4-16,0 0-2 0,0 0 5 0,-7 17 7 16,7-17-2-16,-12 5-5 0,3-3 2 15,-2 2-3-15,-1-3-4 0,1 0-11 0,0 2-15 0,0-2-18 16,11-1-23-16,-17 2-42 0,17-2-43 16,-11 2-130-16,11-2-305 0,0 0 134 0</inkml:trace>
  <inkml:trace contextRef="#ctx0" brushRef="#br0" timeOffset="5353.78">19610 3646 218 0,'0'0'266'0,"4"-10"-25"0,-4 10-26 16,3-6-24-16,-3 6-22 0,0 0-17 0,0 0-18 15,0 0-14-15,0 0 0 0,0 0-10 0,3 17-4 16,-3-17-1-16,-6 28 3 0,3-15-6 0,0 4-13 16,-1-1-4-16,0 4-9 0,1 1-8 0,1-2-9 0,-1 5-3 15,-1-5-3-15,2-2-8 0,1 1 0 16,-2-3-6-16,-1 0-4 0,3 2-5 0,0-4-22 16,-1-2-16-16,1-2-22 0,1 2-21 0,-2 0-26 15,4-3-27-15,-2-8-30 0,1 13-33 0,-2-8-37 16,1-5-175-16,-2 9-410 0,2-9 182 0</inkml:trace>
  <inkml:trace contextRef="#ctx0" brushRef="#br0" timeOffset="5676.4">19693 3565 159 0,'4'-5'156'0,"-4"5"-10"0,9-5-5 0,-9 5 5 0,9 1-2 15,-9-1-15-15,9 7-8 0,-3-3-10 0,-2 1-5 16,1 5-8-16,-1-1-8 0,-3 2-11 0,1 0-2 16,-2 1-9-16,-3 0-6 0,1 0-13 0,-1 0 2 15,-2 0-2-15,-3-1-8 0,2-2-3 0,-2 0-4 16,-2 5-1-16,1-6-5 0,0-2-3 0,1 3-5 16,1-5 1-16,0 2 1 0,4-4-3 0,3-2-3 15,-7 6 2-15,7-6-4 0,-5 5-6 0,5-5-2 16,-3 4 7-16,3-4-8 0,0 0-4 0,0 0 5 15,0 9 6-15,0-9-12 0,4 8 1 0,0-2 0 16,1 0 0-16,4 4 1 0,-1-1-1 0,1 0-10 16,0-1-20-16,2 2-21 0,2 1-26 0,1-1-31 15,3-1-21-15,-1 2-33 0,0-4-141 0,0 2-326 16,-6-4 144-16</inkml:trace>
  <inkml:trace contextRef="#ctx0" brushRef="#br0" timeOffset="5923.69">20028 3860 50 0,'4'-10'265'0,"-4"10"-9"0,5-5-14 15,-5 5-21-15,0 0-20 0,1-8-24 16,-1 8-19-16,0 0-19 0,0 0-14 0,0 0-16 16,0 0 5-16,0 0 5 0,-1 27-3 0,-3-17-12 15,2 3-2-15,-2 2-10 0,0 2-5 0,0-3-11 0,2-1-2 16,0 2-10-16,0-3-7 0,-2 3-3 15,3-4-7-15,-2 1-6 0,-1-2-6 0,2 1-20 16,1-2-19-16,1 2-27 0,-3-3-22 0,0 1-27 16,2-2-27-16,-2-1-22 0,3-6-22 0,-5 10-30 15,5-10-21-15,-2 6-15 0,2-6-115 0,0 0-357 16,-8 2 158-16</inkml:trace>
  <inkml:trace contextRef="#ctx0" brushRef="#br0" timeOffset="6318.56">19996 3919 154 0,'8'-14'164'0,"-4"2"2"16,2 4-5-16,2 0-7 0,-2 1-2 0,2 1-4 16,-2 4-3-16,3-5-4 0,-1 5-6 0,-1-1-11 15,1 3-5-15,2-4-7 0,-10 4-3 0,16 1-9 16,-9-1-9-16,1 1-4 0,-8-1-4 0,13 5-7 16,-6-2-2-16,1 4-7 0,-1-4-6 0,-1 2-5 15,0 1-1-15,-2-1-6 0,-1 1-3 0,2-2-7 16,-4 2 2-16,-1-6-3 0,3 12-6 0,-2-7-5 15,-1-5 7-15,-3 15-5 0,2-9 3 0,1-6-5 16,-6 13-1-16,0-6-7 0,-1 0 0 0,2-1-7 16,-3 0-6-16,2 1-13 0,1-2-10 0,1 0-13 15,-1 0-4-15,2 0-8 0,3-5-3 0,-4 13-6 16,3-8 0-16,1-5 1 0,0 0 1 0,5 13 1 16,-1-8 4-16,1-1 5 0,0 0 0 0,2 0 4 15,-1 3 4-15,2-2 4 0,0-1 3 0,-1 1 1 16,-2-1 2-16,2-1 0 0,-4 1 3 15,-3-4 1-15,8 5 3 0,-4-1 5 0,-4-4 5 0,2 5 8 16,-2-5 10-16,0 0 0 0,-10 8 0 0,10-8 5 16,-14 5-3-16,4-4-3 0,-3 0 2 0,0 2-5 15,-5-3 2-15,4 0-5 0,-5 0-20 0,1 0-39 16,-1 0-62-16,1-2-73 0,-1 1-179 0,-1-1-396 16,0-1 176-16</inkml:trace>
  <inkml:trace contextRef="#ctx0" brushRef="#br0" timeOffset="6460.09">19986 4120 144 0,'0'0'150'0,"0"0"-52"16,9-3-59-16,-9 3-73 0,0 0-33 0,0 0-71 15,0 0 32-15</inkml:trace>
  <inkml:trace contextRef="#ctx0" brushRef="#br0" timeOffset="18382.45">11457 5021 133 0,'0'0'126'0,"0"0"-11"0,0 0-10 0,0 0-7 0,0 0-7 16,0 0-6-16,28-7 0 0,-11 4-8 0,3-1-7 15,3 1-3-15,5-2-15 0,1 2 0 0,0 0-5 16,-10 1-7-16,4-1-11 0,-3 2-15 0,0-1-28 15,-1 0-29-15,-7 0-32 0,2 2-25 16,-2 0-76-16,-4 1-191 0,-1-1 85 0</inkml:trace>
  <inkml:trace contextRef="#ctx0" brushRef="#br0" timeOffset="19262.9">11684 4998 28 0,'-3'4'106'0,"3"-4"-1"0,-2 10 9 0,1-1-9 16,0 3-8-16,-1 3 9 0,1 3 2 0,0 0 1 16,-1 1-13-16,2-1-7 0,-2 8-3 15,2-7-10-15,0 1-1 0,-4 5-9 0,3-7-5 16,1 2-7-16,-2-1-1 0,1 5-5 0,0-7 0 0,1-1-6 16,0 0-6-16,0-4-1 0,0 1-6 0,-2-2-1 15,2 0-2-15,0 0-1 0,2-3-7 0,-4 0 3 16,2-8-1-16,-3 13-4 0,3-13 6 0,-1 10-5 15,1-10-4-15,-4 6-3 0,4-6 3 16,-9 2-2-16,9-2 2 0,-10 1-4 0,10-1 1 0,-14-2 2 16,14 2-4-16,-13-4 0 0,9 0 4 0,-4 1-4 15,8 3 4-15,-6-5-2 0,6 5 7 0,-5-4-9 16,5 4 3-16,0 0-4 0,0 0-2 0,-7-2-4 16,7 2 4-16,0 0 0 0,0 0-3 0,16-6-1 15,-4 4-12-15,0 0-10 0,2 2-17 0,-2 0-19 16,8-3-13-16,-5 3-6 0,3-1-20 0,0 1 9 15,-4-1-15-15,4 0 8 0,-4 0 3 0,5 0 3 16,-3-2 10-16,-5 2 6 0,3-1 13 0,-5-2 15 16,0-2 4-16,1 3 27 0,0-2 4 0,-4-2 10 15,1 0 20-15,0 4 1 0,-4-4 12 0,3 3 13 16,-3 1 7-16,-3 3 23 0,6-10 12 0,-6 10-6 16,5-6-3-16,-5 6-1 0,0 0-14 15,4-5-9-15,-4 5-3 0,0 0-5 0,0 0-9 16,0 0-3-16,0 0-1 0,0 0-10 0,0 0 4 0,0 0 3 15,5 19-10-15,-7-11 10 0,2-8-10 0,0 14 0 16,-3-3 3-16,3-4-1 0,0-7-2 0,0 12 1 16,0-12-7-16,0 9 2 0,0-9-4 0,0 9 7 15,0-9 0-15,0 0 4 0,3 7 9 0,-3-7 8 16,0 0 11-16,0 0 10 0,0 0 4 0,0 0 0 16,0 0-6-16,0 0-3 0,0 0-8 0,0 0-1 15,0 0-7-15,0 0-6 0,0-30-2 0,0 19-6 16,4-1-2-16,-1 0-5 0,3-3-4 0,-1 1 1 15,5-2-7-15,0 1-1 0,0 2-3 16,1 0-1-16,1-1 0 0,-1 4-2 0,1 1 1 16,-3 2-3-16,0 1-2 0,2 1-1 0,-2 2-4 0,2 1-2 15,-5 2 4-15,-6 0-1 0,14 0-4 0,-7 2-1 16,-3 1-2-16,1 3-1 0,-3 0 1 0,1 4 3 16,-3-1-1-16,-5 7 2 0,2 1-12 0,-3-2-5 15,0-3-14-15,-1-3-5 0,0 2-7 0,2 5 4 16,-2-5-2-16,4 0-8 0,0 3-4 0,-1-5-2 15,4 1 0-15,0-1-4 0,4 1 12 0,-4-3 5 16,4-1 7-16,1 1-2 0,-1 0 6 0,0-1 3 16,2 0 8-16,-1-1-5 0,1-1 5 15,0 2-1-15,-1-2 7 0,-1 0 3 0,2 1 5 0,-6-5-9 16,8 8 12-16,-6-5-5 0,-2-3 13 0,5 6-4 16,-5-6 3-16,0 0 9 0,0 7-2 0,0-7 9 15,-9 4-2-15,9-4-2 0,-14 8-3 0,3-4-1 16,0-2 3-16,0 0-4 0,1 0-15 15,0-1-10-15,2-1-23 0,8 0-38 0,-15 2-40 0,15-2-31 16,-11 0-121-16,11 0-295 0,0 0 131 0</inkml:trace>
  <inkml:trace contextRef="#ctx0" brushRef="#br0" timeOffset="19458.75">12415 5296 88 0,'8'-1'189'0,"2"-5"-17"0,-1 4-17 16,3-2-5-16,0 2-18 0,1-2-20 0,-1 2-12 15,6 0-3-15,-7 0-16 0,2 1-10 0,-2 1-36 16,-11 0-26-16,23 0-30 0,-14 0-23 0,-9 0-30 16,16 1-21-16,-10-1-16 0,-6 0-64 15,11 3-189-15,-11-3 84 0</inkml:trace>
  <inkml:trace contextRef="#ctx0" brushRef="#br0" timeOffset="19648.87">12580 5238 21 0,'-2'-4'115'0,"-2"-1"0"0,4 5 8 16,-7-8 8-16,1 3 10 0,6 5 3 15,-5-6-4-15,5 6-4 0,-7-6-9 0,7 6-15 16,0 0-10-16,-5-5-12 0,5 5-12 0,0 0-6 0,0 0-3 16,0 0 8-16,-6 19 3 0,3-10 3 15,2 2-1-15,-1 2-7 0,1 0-3 0,-3 2-8 0,2 2 1 16,-2 1-11-16,3-1 0 0,-4-2-7 15,3 2-5-15,0-1-4 0,2 0-15 0,-2-4-26 16,0 4-31-16,2-5-43 0,2 0-49 0,0-5-50 0,0 4-184 16,0-1-389-16,-2-9 172 0</inkml:trace>
  <inkml:trace contextRef="#ctx0" brushRef="#br0" timeOffset="20359.2">12897 5145 122 0,'0'0'216'0,"0"0"-18"0,5-6-19 0,-5 6-21 16,6-3-15-16,-6 3-17 0,12-7-9 0,-3 5-13 16,0-1-11-16,1 0-9 0,2-1-5 0,-1 2-11 15,-2 1-6-15,1-2-7 0,-2 2-9 0,-8 1-8 16,13-2-3-16,-5 1-10 0,-8 1 0 0,8-4-2 15,-8 4-4-15,0 0-5 0,9 0 8 0,-9 0-8 16,0 0 0-16,8-1-4 0,-8 1-2 0,0 0-1 16,0 0-6-16,0 0 0 0,0 0 2 0,0 0 1 15,2 13-3-15,-2-13 2 0,-7 17 0 0,6-6 4 0,-3-1-2 16,2 3 3-16,0 4 0 0,-2-1 4 0,-1 0 3 16,5 0 2-16,-4-1 0 0,2 2-1 15,1-2 0-15,-2 2 1 0,3-1-2 0,0-4 1 16,0-1-2-16,-2 2-3 0,0-3 1 0,2-1-2 15,-2 2-6-15,0-2 9 0,0 1-2 0,-1-1-6 0,-1-4 8 16,4 2-7-16,-4 0 3 0,4-7-3 16,-10 10 4-16,6-6-5 0,-3 0 1 0,0-2 1 15,1 0 3-15,6-2-3 0,-12 4-2 0,6-3 3 16,6-1-8-16,-11 0 5 0,11 0-2 0,-12-4 4 16,12 4-1-16,-9-2-3 0,9 2 2 0,-6-3-3 15,6 3-3-15,0 0 1 0,0 0-2 0,-7-4-5 0,7 4 6 16,0 0-1-16,0 0 0 0,0 0-1 15,0 0 1-15,0 0-6 0,0 0-9 0,34 7-13 16,-21-6-17-16,5 3-10 0,0-3-26 0,4 1-13 16,-1-2-26-16,8 0-8 0,-9 0-4 0,9-2 3 15,-8 2 10-15,8-2 3 0,-7 0 7 0,4-1 9 0,-5 1 16 16,0-2 14-16,-2 0 13 0,0-1 19 16,-3 0 21-16,-5 0 31 0,0 1 13 0,1-1 26 0,-4-2 14 15,-1 0 18-15,-1 0 4 0,0 0-5 16,-4 1 2-16,0-1 7 0,-2-2 11 0,0 9-7 15,-2-13 10-15,2 13 3 0,-6-10-8 0,4 5-7 16,2 5-4-16,-4-4-15 0,4 4-8 0,-9-3-7 0,9 3-1 16,-14 6 4-16,8 1-11 0,-3 2 0 15,2 3-4-15,-2-1-6 0,2 5-2 0,1-3-1 16,3 1-2-16,1 2-4 0,2-3-1 0,-2-2-4 16,4 5-2-16,3-3-7 0,-1-2-24 0,3 0-24 15,2-1-30-15,-2 0-38 0,6 1-34 0,5-3-35 0,-3-2-31 16,6-1-174-16,-3-2-401 0,0-1 179 15</inkml:trace>
  <inkml:trace contextRef="#ctx0" brushRef="#br0" timeOffset="20592.24">13767 5150 185 0,'0'0'216'0,"4"-7"-26"0,-4 7-21 15,0 0-18-15,0 0-12 0,0 0-7 0,12 14 6 16,-8-2-12-16,-2 1-13 0,2 6 1 0,-3 4-4 16,-1 4-7-16,0 0-10 0,-1 0-6 0,-1 2-11 0,0-3-10 15,-2 0 0-15,-2 1-5 0,-2-4-6 16,-1 2 1-16,-5-1-11 0,-1 1-15 0,-4-6-30 16,-5 4-27-16,-5-1-44 0,0 2-42 0,-12 1-40 15,-4-1-62-15,-6-4-109 0,4-1-351 0,-1-5 155 16</inkml:trace>
  <inkml:trace contextRef="#ctx0" brushRef="#br0" timeOffset="20937.77">11449 4908 113 0,'-28'19'156'0,"2"5"2"0,-5 10-13 0,6-4-6 16,-2 10-5-16,6 4-17 0,-1 0-2 0,7 2-10 15,3-1-3-15,6 0-1 0,4 3-11 16,5-3-8-16,4 1-6 0,1-11-6 0,11 11-8 16,6-4 0-16,2-2-9 0,6-3 1 0,5-2-10 0,5-2-21 15,5-6-26-15,2-2-30 0,4-4-40 0,3-5-55 16,3-2-40-16,-1-2-98 0,6-4-289 16,-4-2 128-16</inkml:trace>
  <inkml:trace contextRef="#ctx0" brushRef="#br0" timeOffset="21738.47">14124 5302 39 0,'-2'-7'242'0,"2"7"-5"0,-3-13-18 16,3 13-16-16,-2-7-21 0,2 7-21 0,0 0-17 15,-1-9-17-15,1 9-17 0,0 0-13 16,0 0-10-16,0 0-7 0,0 0-4 0,0 27-2 16,-4-9-4-16,2 2-6 0,-2 6-2 0,-1 1-7 15,-3 2-2-15,2-1-25 0,2-3 3 0,0 5-6 0,-1-5-4 16,1-6-1-16,2 7 0 0,-1-7 1 0,-1 0-4 16,-1-2-2-16,3 0 1 0,-1 1-14 0,-1-5-19 15,2-1-22-15,0-1-17 0,0 0-28 0,0-3-32 16,-1 0-27-16,3-8-20 0,-4 9-167 15,-1-3-358-15,5-6 158 0</inkml:trace>
  <inkml:trace contextRef="#ctx0" brushRef="#br0" timeOffset="22056.28">14079 5247 34 0,'13'-5'160'0,"1"3"-19"15,-1 0-18-15,-1 2-7 0,1 0-15 0,-1 3-5 0,-1 1-9 16,-3 1-7-16,2 1-8 0,-2 1-4 16,-3 1-5-16,-1 3-5 0,-4 0-6 0,2 5-5 15,-4-1-2-15,-2 1 0 0,-3-1-8 16,-3 3-1-16,0-2-8 0,-3 1 2 0,1-3-7 0,-3-2 6 16,1-1-4-16,5-4-1 0,2 0-4 0,-1-1 3 15,2-1-1-15,2-1-1 0,0-1 8 0,4-3-4 16,-7 7-2-16,7-7-16 0,-6 4 5 0,6-4 8 15,-1 5-4-15,1-5-5 0,0 8-1 0,0-8 0 16,0 0 8-16,5 14 1 0,3-8 3 0,-1 2-4 0,5-2-3 16,3 2 1-16,2 1 2 0,2-2-26 15,6 3-30-15,-4-4-48 0,1-2-34 0,2 4-41 16,-3-1-103-16,-1-3-286 0,-3 2 127 0</inkml:trace>
  <inkml:trace contextRef="#ctx0" brushRef="#br0" timeOffset="22371.91">14427 5653 70 0,'11'-6'211'0,"-2"-1"-9"0,0-1-10 16,5 1-16-16,-4 1-8 0,3-2-8 0,-3-1-6 0,-1 2-6 16,3-6-6-16,-3 5-12 0,1-6-14 0,-5 7-8 15,3-5-12-15,-2 4-7 0,-4-4-14 16,2 4-7-16,-2 0-8 0,-1 2-6 0,-1 6-9 15,-1-12-2-15,1 12-8 0,-8-10-5 0,4 7-2 16,-6 1-7-16,-1 2-3 0,0 1 1 0,-5 5-4 0,0 2-3 16,-4-2 3-16,4 5-3 0,1 1-7 15,0 1 0-15,1-1 3 0,4 4-4 0,-3-3 3 16,6 2-1-16,1 0-5 0,-1-1 0 0,2-1 3 16,3-3-1-16,2 1 2 0,0 5-1 0,2-6-2 15,3 2 4-15,2-2-17 0,2 0-18 0,5 1-32 0,-1-1-24 16,5-1-24-16,-1-2-33 0,4-3-25 0,-2 0-17 15,2-2-148-15,0 1-357 0,-2-2 158 16</inkml:trace>
  <inkml:trace contextRef="#ctx0" brushRef="#br0" timeOffset="22739.91">14781 5566 78 0,'0'0'218'0,"3"-6"-12"0,-3 6-19 0,0 0-21 15,4-4-17-15,-4 4-9 0,0 0-15 0,9-4-15 16,-9 4-7-16,14-1-9 0,-5 0-6 0,3 1-15 0,-2 0-8 16,3 0-25-16,1 0-18 0,-1 1-27 15,4-1-19-15,-4 0-26 0,0 0-21 0,-1 1-16 16,-1-1-18-16,-3 0-9 0,-8 0-1 0,12 0 2 16,-12 0 0-16,9-2-66 0,-9 2-191 0,7-7 84 15,-7 7 763-15,2-6-520 0,-2 6 18 0,-1-12 19 16,1 12 18-16,-6-12 11 0,6 12 5 0,-5-12 37 0,2 6 13 15,-2 0 20-15,3-1 4 0,2 7 8 16,-5-10 5-16,3 4 4 0,2 6-3 0,-7-5-7 16,7 5-13-16,0 0-13 0,-4-5-14 0,4 5-2 15,0 0-5-15,0 0-2 0,-9 12 5 0,6-3-1 16,-1 1-2-16,-2 5-3 0,-2 1-1 0,2 0-7 16,-1 2-2-16,3 0-4 0,1 0-8 0,0 0 0 15,-1 1-10-15,4-1-24 0,-2 0-27 0,2-2-36 16,2 0-50-16,2 0-53 0,-3-3-40 0,2 2-138 15,1-3-370-15,1-4 165 0</inkml:trace>
  <inkml:trace contextRef="#ctx0" brushRef="#br0" timeOffset="23119.93">15319 5343 210 0,'0'-11'282'0,"1"4"-22"16,-1 7-26-16,0-11-30 0,1 6-23 0,-1 5-19 16,0 0-17-16,0 0-13 0,0 0-16 0,0 0-9 15,10 25-7-15,-7-6-8 0,0-2-8 0,0 11-5 16,1-1-7-16,0 1-5 0,1-1-5 0,0-2-8 16,-2-5-5-16,2 6-1 0,-3-7-4 0,2-2-9 15,-1 0-2-15,0-3 0 0,0-1-1 0,0-2-6 16,-1-3 0-16,0-2-3 0,-1 2 0 0,1-3 1 15,-2-5 1-15,2 8 9 0,-2-8 10 0,0 0-1 16,0 0 2-16,13-5-6 0,-6-2-1 0,2-3 0 16,2-5-4-16,4-8-4 0,0 1-3 0,0-3-7 15,1-3 4-15,2 0-9 0,-2 0 1 0,1-2 0 16,2 1-6-16,-1 0 3 0,-3 1-4 0,1 6-8 16,-5 5-9-16,1 1-8 0,-3 3-18 0,-4 4-21 15,-1 2-25-15,-1 0-30 0,2 3-30 0,-5 4-33 16,0 0 12-16,0 0-21 0,0 0-16 0,0 0-14 15,-10 25-154-15,3-7-395 0,-2 5 175 0</inkml:trace>
  <inkml:trace contextRef="#ctx0" brushRef="#br0" timeOffset="23711.23">15618 5489 176 0,'11'-12'197'0,"-11"12"-5"0,5-11-11 15,-2 8-1-15,-3 3 0 0,5-7-8 0,-5 7-10 16,4-6-16-16,-4 6-14 0,0 0-9 0,2-6-18 15,-2 6-11-15,0 0-7 0,0 0-8 0,7 19-7 16,-5-8 0-16,0 2-7 0,-4 2-4 0,6 4 0 16,-4 1 3-16,-2 5-1 0,2-5-7 0,0-4-4 15,-2 1-3-15,2 0-8 0,-2-2-1 0,1-2-6 16,1-1 1-16,1-2-5 0,-2 0-4 0,1-1-4 16,0-9 3-16,0 12-6 0,0-12 0 0,-2 8 2 15,2-8-2-15,0 0-1 0,0 9 2 0,0-9-1 16,0 0-4-16,0 0 2 0,0 0-1 0,0 0-4 15,0 0-1-15,0 0 2 0,0 0-4 16,0 0-3-16,2-34-3 0,-2 22-3 0,0-4-5 0,1-3-4 16,1 3 4-16,3-2 1 0,-2-2 7 0,1 0-14 15,3-6 0-15,4 2-3 0,-2 6-1 0,-2 2 1 16,4-1 2-16,1 0-1 0,1 2 3 0,-1 3-3 16,0 1 5-16,-1 5-4 0,0-1 1 0,-2 2-3 15,1 2 3-15,-1 1 0 0,1 0 1 0,-2 2 2 16,-8 0 1-16,15 2-5 0,-8 0 6 15,-3 2 7-15,1 0-7 0,0 1-1 0,-1 3 4 0,-2-3-5 16,3 4 5-16,-5 0 1 0,-1 2 0 0,-3-2 1 16,-1 2-1-16,1-1 1 0,0-1-7 0,1-3-7 15,-3 2-12-15,3-2-14 0,-1-1-5 16,0 3-8-16,2-2-9 0,2-6-4 0,-4 8 6 0,2 0 5 16,2-8 3-16,-1 10 4 0,1-10-5 0,4 12 13 15,-3-8 4-15,3 2 3 0,-1 2 4 0,3-4 2 16,-1 3 7-16,0 2-4 0,-1-2 5 0,0-1 0 15,1-1 4-15,0 3 0 0,-1-2 5 0,-3 1 7 16,2-1-8-16,-1 2 10 0,-2-8-1 16,0 12 6-16,-1-5 2 0,1-7 1 0,-5 12 0 0,1-6-1 15,-1-1 3-15,-1 0-2 0,2-1-3 0,-3 1-2 16,3-1-10-16,-3-1-17 0,7-3-13 0,-12 7-29 16,7-7-35-16,5 0-23 0,-7 4-19 0,7-4-130 15,0 0-297-15,0 0 132 0</inkml:trace>
  <inkml:trace contextRef="#ctx0" brushRef="#br0" timeOffset="24101.52">16254 5466 6 0,'3'-3'228'0,"-3"3"-18"16,5-8-21-16,-5 8-24 0,0 0-12 0,0 0-9 15,0 0 2-15,0 0-5 0,-28 11-14 0,17-2-3 16,-2 2-12-16,2 2-12 0,0-2-9 0,1 0-6 15,2 1-9-15,1-3-10 0,3 2-2 0,1 2-9 16,-1-4-3-16,4 2-4 0,2-2-3 0,1 0-9 16,2-1 1-16,2 1-6 0,0-2 3 0,3-3-5 15,-1 2 0-15,2-3-3 0,-1 1-3 0,-3-2 0 16,0 1-2-16,1-3 1 0,-8 0 2 0,10 1 15 16,-10-1-2-16,7 4 5 0,-7-4 1 0,7 0-4 15,-7 0-2-15,0 0-1 0,0 0-8 0,0 0 0 16,0 0-5-16,0 0-2 0,0 0-6 0,-26 6-1 15,15 0-2-15,-6-1 5 0,0 4-4 0,0-2-1 16,1 3 2-16,-2-1 2 0,4 1 1 0,3-2 0 16,2 1 0-16,0 0 0 0,0-1-2 0,3 1-3 15,2-1 1-15,0 1-4 0,3-3 1 0,-2 3-3 16,3-9 4-16,5 16-2 0,3-6-7 0,2-4-16 16,5 3-16-16,6-4-33 0,9 2-30 0,1-1-25 15,5-4-43-15,2 2-30 0,1-4-40 0,14 0-187 16,-15 0-451-16,1-3 200 0</inkml:trace>
  <inkml:trace contextRef="#ctx0" brushRef="#br0" timeOffset="24301.01">16898 5595 284 0,'0'-10'281'0,"0"10"-13"15,0-9-28-15,0 9-23 0,0 0-18 0,1-7-20 16,-1 7-19-16,0 0-16 0,0 0-19 0,0 0-11 15,4-9-4-15,-4 9-22 0,12-1-19 0,-3 1-25 16,-9 0-35-16,18 1-29 0,-9-1-32 0,2 3-39 16,-11-3-34-16,16 4-32 0,-8-2-10 15,-3 0-12-15,-1 4-111 0,-1 0-315 0,-3-6 140 0</inkml:trace>
  <inkml:trace contextRef="#ctx0" brushRef="#br0" timeOffset="24431.77">16912 5672 83 0,'0'0'130'16,"-10"5"17"-16,5-1 3 0,-1 1-1 15,6-5-3-15,-7 3-8 0,7-3-12 0,0 0-8 0,-6 2-10 16,6-2 6-16,0 0-6 0,0 0-5 0,0 0-9 16,21 10-4-16,-9-8-8 0,6 1-24 0,1-4-41 15,3 3-43-15,7-4-72 0,-1 0-70 0,-7 0-111 16,-1 0-301-16,1-2 134 0</inkml:trace>
  <inkml:trace contextRef="#ctx0" brushRef="#br0" timeOffset="25174.33">18158 5328 232 0,'0'0'242'0,"-2"-10"-20"0,2 10-23 16,0-8-25-16,0 8-20 0,0 0-15 0,0 0-16 16,0 0-11-16,0 0-9 0,0 0-7 0,11 32 0 15,-7-13-6-15,4 6-5 0,-3-1-21 0,3 4-8 16,-1 0-4-16,0-3-3 0,0 0-2 0,1 0-6 15,-3-2-3-15,1-4-3 0,0-2-1 0,0 2-1 16,0-4-6-16,-2-3-4 0,0-1 4 0,0 1-4 16,0-4-1-16,0 1 0 0,1-2-2 0,-3-1 0 15,2-2 0-15,-4-4 5 0,4 7 17 0,-4-7 16 0,0 0 7 16,0 0-1-16,0 0-8 0,0 0-4 16,0 0-3-16,14-21-9 0,-9 5-4 0,1 0-2 15,-1-1 1-15,5-9-8 0,-1 1-7 0,2-4 4 16,-1 3-8-16,2-4 0 0,2 0-3 0,-3 1 0 15,2 3-3-15,-4 8-4 0,-1 1 1 0,-3 2-9 16,-1 2-16-16,1 3-20 0,1 1-22 0,-3 3-31 16,-1 0-34-16,-2 6-39 0,0 0-26 0,0 0-5 15,0 0-12-15,0 0-4 0,0 0-144 0,4 25-384 16,-4-25 170-16</inkml:trace>
  <inkml:trace contextRef="#ctx0" brushRef="#br0" timeOffset="25407.78">18666 5578 118 0,'1'-9'214'0,"-1"9"-12"15,1-9-13-15,-1 9-17 0,0 0-13 0,-5-11-5 16,5 11-13-16,-13-6-7 0,6 5-2 0,-2 1-9 16,-3 3-7-16,-2 2-13 0,-1 2-1 0,-2 5-5 15,2 0-5-15,0 2-5 0,0 0-7 0,3 1-12 16,-2 7-6-16,5-5 0 0,0-1-1 0,1 1-12 15,3-2-8-15,2 1-1 0,5 0-6 0,-1 0-14 16,3-5-30-16,2-1-22 0,7 2-39 0,1-2-41 16,3 2-43-16,1-5-40 0,3-3-185 15,0 2-411-15,6-5 182 0</inkml:trace>
  <inkml:trace contextRef="#ctx0" brushRef="#br0" timeOffset="25635.9">19033 5656 21 0,'0'0'215'0,"-6"-9"-4"0,6 9-19 0,-6-9-9 0,-2 7-12 16,-2 0-4-16,-3 4-6 0,-6 0 1 0,-1 6-2 15,0-1-4-15,-5 4-4 0,3 2-8 0,6-1-11 16,0-3-9-16,3 1-13 0,1 2-10 0,3-4-10 16,4 3-8-16,0-1-6 0,1 0-7 0,0 1-5 15,1-1-11-15,6-1-7 0,1 3-3 16,1-3-9-16,4-1-24 0,5 2-24 0,6-3-25 0,8 1-34 15,2-2-35-15,2-2-46 0,2 0-60 0,1-4-32 16,-1 2-139-16,2-4-415 0,0-1 184 0</inkml:trace>
  <inkml:trace contextRef="#ctx0" brushRef="#br0" timeOffset="25817.36">19658 5602 2048 0,'0'0'49'0,"0"-9"-12"0,0 9 0 15,-2-8 32-15,2 8 13 0,0 0-5 0,0-9-18 16,0 9-17-16,0 0-10 0,0 0-2 0,0 0-8 16,3-6 2-16,-3 6-5 0,10-1 2 15,-1 1-2-15,4 0-13 0,7 0-24 0,8 1-23 0,2 0-42 16,3 2-54-16,4-4-42 0,-1 1-191 0,-3-2-399 16,5 1 177-16</inkml:trace>
  <inkml:trace contextRef="#ctx0" brushRef="#br0" timeOffset="26010.21">20373 5407 1824 0,'0'0'69'15,"-4"-15"-31"-15,3 11 13 0,1 4 5 0,-2-11 14 16,2 11-15-16,0-8-15 0,0 8-13 0,3-8-2 16,-3 8-6-16,12-6-4 0,-5 4 4 15,5 0-3-15,-2-1-4 0,2 1-17 0,2-1-18 16,-3 2-24-16,0 0-20 0,-11 1-31 0,19-3-28 0,-19 3-11 15,11 0-14-15,-6 0-4 0,-5 0 4 0,0 0-79 16,0 0-248-16,0 0 110 0</inkml:trace>
  <inkml:trace contextRef="#ctx0" brushRef="#br0" timeOffset="26335.34">20493 5338 588 0,'0'0'-32'0,"0"0"22"15,0 0 13-15,0 0 24 0,-34-6 21 16,34 6 10-16,0 0 8 0,0 0-5 0,0 0 0 16,0 0-8-16,-13 2-9 0,13-2 0 0,0 0 15 0,-5 13 8 15,2-7 20-15,1 7-11 0,-5 3 20 0,2 2 3 16,-1-1 3-16,1 2-4 0,-4 6 2 15,3-6 5-15,0 0-12 0,2 1-9 0,-1-1 4 16,1-1-15-16,-1 1-3 0,-1-2-2 0,2 1-11 16,0-3-1-16,2 2-6 0,-1-4-5 0,-1-1-7 0,2-1-2 15,-1 0-2-15,-2-1-4 0,4-3-5 0,-2 0 4 16,0-1-6-16,0 0 2 0,-2 0-4 0,1-3-3 16,-2 1-1-16,-1 0-4 0,0-3-11 0,7-1 0 15,-15 1-6-15,15-1 2 0,-12 0 0 16,12 0 9-16,-12-3-3 0,6 0-11 0,6 3 3 15,-12-4 3-15,12 4-2 0,-7-6 1 0,7 6-6 0,-7-3 9 16,7 3-3-16,0 0 0 0,0 0-4 0,-5-5 1 16,5 5 1-16,0 0 5 0,0 0-1 15,0 0-1-15,18-5-4 0,-4 5 0 0,-1 0-11 16,9 2-15-16,-1-2-10 0,0 1-28 0,8-2-20 16,2 2-29-16,0-1-34 0,-3 0-26 0,1 0-24 0,-1-1-124 15,-7-1-352-15,5 1 156 0</inkml:trace>
  <inkml:trace contextRef="#ctx0" brushRef="#br0" timeOffset="26813.97">20730 5595 131 0,'0'0'225'0,"2"-8"-4"0,-2 8-8 0,0 0-4 16,0 0-9-16,0-10-9 0,0 10-9 15,0 0-12-15,0 0-15 0,0 0-12 0,0 0-20 16,0 0-15-16,0 0-13 0,0 0-11 0,0 0-8 15,0 0-7-15,0 0-8 0,0 0-3 0,0 0-8 16,-6 27 0-16,3-16-6 0,-1 2 0 0,2-1-4 0,-2 3 1 16,0-3-2-16,2 0-4 0,-2 0-7 15,1 0 1-15,2 2-2 0,-2 1-2 0,1-4-1 16,-1 2-1-16,2-2-4 0,0-1 0 0,-1-4-5 16,1 2 4-16,1-8-8 0,0 11 2 0,0-11 3 15,-1 9-2-15,1-9 1 0,-1 7-3 0,1-7 1 16,0 0 5-16,0 0-6 0,-2 10 6 0,2-10-2 15,0 0 9-15,0 0 6 0,0 0-8 0,0 0 4 16,0 0 1-16,0 0-6 0,0 0-1 0,0 0-5 16,0 0-1-16,0 0-9 0,5-29-4 0,2 19-7 15,3 3-1-15,7-5 6 0,-2 3-9 0,3 1 3 16,-1-2-3-16,-1 4 9 0,0 0-9 0,-2 2 2 16,-2 2-1-16,1-2 1 0,-3 3-4 0,1 1-1 0,-1 0 2 15,-2 2-1-15,-3 1 5 0,1 0 1 16,0 1-3-16,-2 1 2 0,0 1 0 0,-1-2 1 15,-3-4 6-15,2 13-3 0,-2-9 1 0,0-4 3 16,-1 11 1-16,1-11 1 0,-5 12-4 0,1-6 4 0,-4 0 0 16,2-1-1-16,-3 0-6 0,-1-1-9 15,-3-1-25-15,0 0-34 0,-5-1-27 0,0 2-37 16,1-1-50-16,-1-3-50 0,0 1-213 0,0-2-487 16,0-2 216-16</inkml:trace>
  <inkml:trace contextRef="#ctx0" brushRef="#br0" timeOffset="27726.3">21471 5505 75 0,'-1'-12'219'0,"1"12"-5"0,0-10-10 0,0 10-10 16,-2-9-8-16,2 9-3 0,-3-5-8 0,3 5-12 15,0 0-20-15,0 0-12 0,-3-6-20 0,3 6-12 16,0 0-13-16,0 0-11 0,0 0-11 0,0 0-2 15,0 0-11-15,0 0 3 0,0 23-12 0,-1-7-3 16,-2 0-6-16,1 3-1 0,0 4-1 0,-3-2-5 16,3 3 0-16,-1-4-2 0,-1 5-3 0,2-6 0 15,0-2-4-15,1 0-1 0,0 0-3 0,-2 0 3 16,3-3-4-16,0-1 4 0,-1 0-7 0,0-3-13 16,1 2-15-16,-2-1-25 0,1 0-26 0,-1 0-25 15,-1-2-38-15,-1-3-15 0,2 0-49 0,-2 1-166 16,-1-3-392-16,0 0 174 0</inkml:trace>
  <inkml:trace contextRef="#ctx0" brushRef="#br0" timeOffset="28083.4">21566 5361 85 0,'11'2'131'0,"-2"0"-15"0,0 3-1 0,-1 2 9 16,0-1-9-16,-1 3-8 0,-3 2-6 0,0 0-4 16,-3 3-14-16,0 3-1 0,-3 1-8 0,-4-3-6 15,-3 2-9-15,-6 4 0 0,1 0 0 0,-5-1-17 16,4-7-4-16,-7 5-7 0,3-10 0 16,1 1 2-16,-1 0-5 0,2-4 0 0,0 1-3 15,6-2-1-15,0-2-2 0,3-2 0 0,1 1 0 0,7-1 9 16,-12 0 0-16,12 0-2 0,-11-1-1 0,11 1-2 15,0 0 4-15,-9-4-2 0,9 4-4 0,0 0-5 16,0 0-6-16,0 0-4 0,0 0 3 0,0 0 1 16,0 0-4-16,13 15-1 0,-6-9-2 15,1-1 3-15,2 5-1 0,0-1-1 0,2 2 5 0,3-1-3 16,0 2-9-16,2 0-20 0,0-2-30 0,0 1-25 16,3-2-34-16,0 1-44 0,-5-1-144 0,0-1-320 15,1-2 143-15</inkml:trace>
  <inkml:trace contextRef="#ctx0" brushRef="#br0" timeOffset="30380.82">20870 5696 101 0,'0'0'128'0,"0"0"-3"0,4-7 0 0,-4 7-5 16,0 0-7-16,4-5-6 0,-4 5-4 0,0 0-6 16,0-10-5-16,0 10-8 0,0 0-6 0,-1-14-6 15,1 14-1-15,-2-12 1 0,1 5-3 0,1 7-3 16,-3-12 1-16,3 12-6 0,-1-15-3 0,-1 6-9 16,0 3-2-16,-1 0-3 0,3 6-8 0,-7-14-3 15,5 10-6-15,2 4-7 0,-8-8-2 0,3 5-7 16,5 3-11-16,-13-4-12 0,13 4-18 0,-14 4-22 15,3-1-15-15,3 1-49 0,-1 1-21 0,1 1-143 16,-1 0-304-16,4-1 135 0</inkml:trace>
  <inkml:trace contextRef="#ctx0" brushRef="#br0" timeOffset="30938.71">21775 5717 77 0,'0'0'227'0,"0"0"-19"16,0 0-20-16,-1-11-15 0,1 11-11 0,0 0-18 16,0 0-20-16,0 0-10 0,0 0-13 0,0 0-9 15,0 0-14-15,0 0-8 0,0 0-5 0,0 0-6 16,-7 32-1-16,5-23-5 0,-1 7-8 0,2-5-2 0,0 1-2 15,1 1-3-15,-3-1-4 0,2-2-4 16,0 3-2-16,1-1 0 0,-2-1-5 0,1 0-2 16,1-3-3-16,0 2-8 0,0-1-16 0,0-2-20 15,0-7-22-15,0 13-25 0,-1-7-19 0,1-6-22 0,2 10-27 16,-2-10-32-16,0 0-108 0,-1 7-302 0,1-7 134 16</inkml:trace>
  <inkml:trace contextRef="#ctx0" brushRef="#br0" timeOffset="31336.27">21904 5640 140 0,'7'-2'147'0,"4"2"-15"15,-3 2-8-15,0 0 5 0,-1 2-6 0,3 0-6 0,-3-1-9 16,2 1-8-16,-2 4-13 0,-2-3-6 0,1 2-1 15,-3-1-12-15,0 0-2 0,-3-6-7 16,3 13-4-16,-5-7-1 0,2-6-6 0,-5 17-7 16,1-10 1-16,-1-1-8 0,0 2 1 0,-3-1-5 15,2-1-2-15,2-2-8 0,4-4-9 0,-8 9-4 0,6-4-8 16,2-5-4-16,-5 6-4 0,5-6-2 0,-4 8 0 16,4-8 12-16,0 0-8 0,5 11 2 0,-1-7 1 15,-4-4 1-15,8 8-2 0,-3-4-2 16,4-1 4-16,-2 1 4 0,2 2-4 0,-2-3 7 0,2 3-11 15,-2-3 4-15,-2 1-2 0,2-1 9 0,-3 1-8 16,-4-4 0-16,10 6 5 0,-6-3 0 0,-4-3 1 16,2 5 0-16,-2-5 3 0,0 0 6 15,0 0 1-15,0 0-5 0,0 0 4 0,-16 11-2 16,9-9 2-16,-1-1-10 0,8-1-11 0,-15 1-4 0,9-1-26 16,6 0-14-16,-14 3-39 0,14-3-35 0,-12-1-142 15,3-2-291-15,9 3 130 0</inkml:trace>
  <inkml:trace contextRef="#ctx0" brushRef="#br0" timeOffset="35920.61">13670 6763 68 0,'0'0'98'0,"-20"0"-4"0,20 0-5 0,-9-2-5 0,9 2 1 16,-14 0-5-16,14 0 3 0,-13 2 5 0,6-2-7 15,7 0-2-15,-12 1-8 0,12-1 4 0,-13 3-7 16,9-2 3-16,4-1-7 0,-9 0 7 0,9 0-7 16,0 0-2-16,-12 0 4 0,12 0-8 15,0 0 0-15,0 0 2 0,-8 3-4 0,8-3 4 16,0 0-4-16,0 0-5 0,0 0-4 0,35 3-6 0,-16-3-1 15,3 0-5-15,9 0 0 0,4 0-11 0,-2-1-8 16,-1-1-15-16,-1 1-12 0,-2 1-22 0,-7 1-25 16,-3 1-26-16,1-4-21 0,-2 1-16 0,-5 4-11 15,-2-2-20-15,-2-1-96 0,0 0-268 0,-9 0 119 16</inkml:trace>
  <inkml:trace contextRef="#ctx0" brushRef="#br0" timeOffset="36511.94">13871 6738 64 0,'0'0'137'0,"-8"-3"-13"0,8 3-10 0,0 0-16 16,0 0-11-16,-9 0-6 0,9 0-11 0,0 0 8 15,-8 12 10-15,6-3-4 0,-2 2-3 0,-2 4 6 16,-1 5 2-16,1 3-4 0,1 2 0 0,0 2 3 16,1-2-10-16,-1 0-5 0,3-1-8 0,0-3-6 15,0-2-5-15,2 1-6 0,0-3 0 0,0 0-7 16,0-3-5-16,0 0 13 0,0-3-6 0,2-2-4 15,-2 3-3-15,0-6-4 0,0 1-1 0,0-7-3 16,0 11-3-16,0-11 1 0,0 11-4 0,0-11 1 16,0 7-4-16,0-7 0 0,0 0-1 0,-2 9-2 15,2-9 0-15,0 0-2 0,-9 1-4 0,9-1 1 16,0 0-5-16,-14-4 0 0,14 4-1 0,-11-3 2 16,11 3-2-16,-8-3 0 0,8 3-1 0,-8-4 1 0,8 4 2 15,-7-2 0-15,7 2-7 0,0 0 6 16,0 0-4-16,-6-3-1 0,6 3-2 0,0 0-2 15,0 0 1-15,0 0 2 0,0 0-6 0,0 0-6 16,25-4-5-16,-12 1-21 0,5 1-17 0,4 0-14 16,5-2-19-16,2 2-13 0,0-2-12 0,1 2-10 15,-3-2 1-15,-6 3 0 0,0-1 5 0,2-1 7 16,-3 0 8-16,-2 0 11 0,2-3 19 0,-3 3 6 16,-4 1 17-16,-3 0 13 0,0-2 22 0,-1-1 20 15,-1 1 23-15,-3 0 0 0,3 0 9 0,-6-1 9 16,-2 5 20-16,8-7 9 0,-6 1 5 0,-2 6 0 0,0 0 2 15,3-7 6-15,-3 7-3 0,4-5-13 16,-4 5-8-16,0 0-11 0,0 0-4 0,0 0-9 16,0 0-3-16,0 0-2 0,0 0 0 0,2 21 1 15,-4-12 8-15,2 1-3 0,-4 2 0 0,4 4 3 16,-3-1 4-16,-1 1-12 0,2 1-2 0,0-1-3 0,0-4 1 16,0-1-7-16,0 2-1 0,-2-3-2 15,2 1-5-15,2 0-4 0,0-3-15 0,-2 3-14 16,2-5-19-16,-2 1-18 0,2-7-20 0,-1 12-20 0,1-5-13 15,0-7-23-15,-4 9-13 0,4-9-11 0,-2 5-15 16,2-5-118-16,0 0-307 0,0 0 136 0</inkml:trace>
  <inkml:trace contextRef="#ctx0" brushRef="#br0" timeOffset="36877.81">14131 7003 64 0,'11'-14'164'0,"-3"6"-1"0,2-1-8 15,5-2-3-15,-1 7-9 0,-3 1-10 0,0 0-7 16,1 2-8-16,0-2-7 0,-1 5-3 0,-1 0-10 16,1 0-8-16,-1 0-11 0,1 2 1 0,-1-2-14 0,-2 4-3 15,-1-1-11-15,1 2 0 0,-3 0-6 0,-5 0-5 16,4-1 0-16,-4 1-5 0,0-7-3 16,2 13-6-16,-4-5 4 0,2-8-6 0,-4 17-2 0,-1-8-1 15,1-5-7-15,0 6 1 0,2-4-2 0,-1-1-2 16,1 3-1-16,2-8-3 0,0 13-13 0,0-13-5 15,4 12 3-15,-1-5-1 0,3 0 2 16,1 2-6-16,-1-2 1 0,4 2 5 0,-2-2-2 0,1 1 2 16,-2 0-2-16,2-1-2 0,-2-1 3 0,1 1 1 15,-3-1-3-15,1 0 7 0,-2-2-3 0,-2 1-2 16,2 0 3-16,-4-5 3 0,-2 9-2 0,2-9 3 16,-4 10 3-16,0-5 0 0,-2-1 0 0,-1 0 1 15,-3 0-4-15,1-1-1 0,-3 0 3 0,1 1-11 16,-3-2-15-16,4-1-19 0,-1 2-21 0,0-3-17 15,11 0-39-15,-13-1-31 0,5 1-150 16,8 0-324-16,-9-3 144 0</inkml:trace>
  <inkml:trace contextRef="#ctx0" brushRef="#br0" timeOffset="37234.9">14949 6752 81 0,'1'-8'241'0,"-1"8"-23"0,0 0-25 0,0 0-18 16,-3-9-16-16,3 9-17 0,0 0 4 0,-14 15 13 15,1-2-9-15,-6 6-7 0,-6 5-6 0,4 7 1 16,-2-4-7-16,-7 11-7 0,10-8-6 0,2 1-10 16,4 1-13-16,1-2-8 0,0-1-10 0,4-1-6 15,2-2-3-15,2 0-11 0,3-1-4 0,1-5-4 16,4 0-5-16,2-2-1 0,4 0-4 0,0 1-8 16,2-5-3-16,2 1-18 0,0-1-16 0,2-2-27 15,0 0-34-15,1-4-36 0,3 2-44 0,0-1-36 16,1-3-40-16,-2 0-203 0,-2-3-461 0,3 1 205 15</inkml:trace>
  <inkml:trace contextRef="#ctx0" brushRef="#br0" timeOffset="37517.78">15265 6975 132 0,'0'-11'291'0,"0"4"-8"15,2 0-15-15,-2 7-20 0,-2-9-18 0,2 9-24 16,0-10-17-16,0 10-20 0,0 0-20 0,0 0-19 16,2-9-16-16,-2 9-9 0,0 0-10 0,0 0-5 15,0 27-10-15,0-12 0 0,0 4-5 0,-2 0-11 16,0 0-3-16,1 5-6 0,-6 0-7 0,7-5 1 16,-6 5-7-16,4-5 0 0,1 1-6 0,0-2-3 15,-1-3-4-15,1 3 1 0,-3-2-4 0,4-5-6 16,-1 2-16-16,-1-1-24 0,2-1-23 0,0-2-27 15,0 3-27-15,0-5-25 0,-1-1-37 0,1-6-21 16,0 12-30-16,0-12-25 0,0 8-155 0,0-8-422 16,0 0 187-16</inkml:trace>
  <inkml:trace contextRef="#ctx0" brushRef="#br0" timeOffset="37852.43">15357 6848 194 0,'8'-6'199'0,"1"-1"-15"0,2 3-10 0,-3 1-21 16,2 2-13-16,0 1-12 0,-10 0-8 0,18 4-6 15,-10 0-7-15,1 3-10 0,0-1-5 0,-4 3-7 16,1 1-5-16,-1 5-9 0,-1 0-5 0,-6-2-7 16,0 1-5-16,-3 1-6 0,0 0-3 0,-5 0 0 15,-4-1-9-15,0 0-3 0,0 0-2 0,0-4-4 16,1 1 2-16,-3-5-5 0,6 1-5 0,0-2-1 15,3 0 3-15,3-3-2 0,-3 1-3 0,7-3-1 16,-9 5-2-16,9-5 1 0,-5 4-1 0,5-4-6 16,-5 4-1-16,5-4-5 0,0 0 4 0,-5 5-4 0,5-5 3 15,0 0 1-15,5 14 11 0,-2-7-9 0,-1 0 0 16,3-2 1-16,2 3 0 0,0 4 0 16,1-2-1-16,4 3 3 0,-1 0 0 0,2 0-9 15,1-1-20-15,1-1-32 0,2-1-62 0,8 1-58 16,-8-1-219-16,-4-3-423 0,6-1 187 0</inkml:trace>
  <inkml:trace contextRef="#ctx0" brushRef="#br0" timeOffset="38500.61">16319 7183 24 0,'0'0'291'16,"-5"-5"-11"-16,5 5-19 0,0 0-24 0,-5-4-22 16,5 4-20-16,0 0-16 0,0 0-13 0,0 0-10 15,0 0-16-15,0 0-9 0,0 0-12 0,22-5-10 16,-8 3-13-16,3 2-6 0,3 0-12 0,2 0-7 16,-2 0-9-16,-1 0-3 0,0-3-21 0,-1 0-18 15,1 2-23-15,-4 0-21 0,-1 1-27 0,-2 0-27 16,-1-2-30-16,1 2-37 0,-3-1-19 0,-1 1-26 15,-8 0-19-15,11-5-133 0,-11 5-369 0,9-4 165 16</inkml:trace>
  <inkml:trace contextRef="#ctx0" brushRef="#br0" timeOffset="38715.49">16572 7059 64 0,'-2'-5'218'16,"2"5"4"-16,-7-13 0 0,3 7 0 0,1 2 0 15,3 4-7-15,-7-9-7 0,7 9-6 0,-6-6-8 16,6 6-14-16,-4-3-15 0,4 3-18 0,0 0-15 15,0 0-16-15,0 0-14 0,0 0 7 0,-11 14-6 16,7-3-10-16,-1 1-5 0,-2 2 0 0,3 4-15 16,1-1 2-16,-1-1-11 0,1 4-1 0,-1-1-7 15,1 1-8-15,0-1-5 0,2 1 1 0,-2-1-10 16,3-1-9-16,-1-1-22 0,1-1-30 0,1 0-29 16,-1 0-41-16,0-4-62 0,0 2-57 0,3-4-43 15,-1 0-246-15,-2 2-546 0,4-7 242 0</inkml:trace>
  <inkml:trace contextRef="#ctx0" brushRef="#br0" timeOffset="38982.6">16819 7070 140 0,'3'-5'332'0,"-2"-1"-13"0,-1 6-19 16,3-8-28-16,-3 8-24 0,2-6-29 0,-2 6-30 15,0 0-24-15,0 0-12 0,0 0-7 0,0 0-1 16,0 22-8-16,-1-10-5 0,-3 6-12 0,1 0-11 16,-2 7-9-16,0-6-4 0,2 1-13 0,-2-3-11 15,0 4-13-15,0 3 6 0,1-7-8 16,-1 1-4-16,1-1-6 0,2-1-17 0,-2 2-10 0,1-6-30 16,-2-1-36-16,3 0-28 0,-2-1-26 0,1 1-41 15,1-1-36-15,-1-2-34 0,3-1-27 0,0-7-41 16,-4 10-143-16,4-10-458 0,-3 5 203 0</inkml:trace>
  <inkml:trace contextRef="#ctx0" brushRef="#br0" timeOffset="39326.43">16880 7035 246 0,'7'-10'274'0,"2"3"-19"0,-6 1-20 16,4 0-27-16,-3 2-17 0,-4 4-24 0,6-5-15 15,-6 5-13-15,9-1-17 0,-9 1-7 0,9 6-9 16,-5-2-9-16,0 3-3 0,0 1-9 0,-3 2-7 16,0-1-6-16,-1 2-2 0,-2 2-10 0,-1-2-2 15,0 4-8-15,-6 1-4 0,-1-3-4 0,-1 2-1 16,-3 0-6-16,-8 0 2 0,8-5-8 0,0 0 0 16,1 1-10-16,0-4-1 0,4-3-4 0,3 2-2 15,-2-1-5-15,3-1 1 0,5-4 1 0,-7 4-3 16,3-1 1-16,4-3-2 0,-6 6 1 0,6-6 2 15,0 0-8-15,0 0 1 0,-3 4 1 0,3-4-1 16,0 0 2-16,0 0 1 0,13 12 1 0,-8-8-3 16,2-1 1-16,1 1 1 0,1 3-2 0,0-1-2 15,2 1 1-15,1 1 2 0,2-1-14 0,1 0-29 16,1 3-31-16,0-3-41 0,-5 0-45 0,4-1-44 16,-5 2-51-16,0-1-155 0,2-4-440 0,-2 3 195 15</inkml:trace>
  <inkml:trace contextRef="#ctx0" brushRef="#br0" timeOffset="40326.56">17664 7006 31 0,'0'0'278'0,"2"-9"-16"0,-2 9-17 0,2-6-24 16,-2 6-19-16,0 0-22 0,0 0-18 0,5-5-20 15,-5 5-13-15,0 0-13 0,9 13-6 0,-7-2-12 16,5 4-4-16,-1 5-5 0,3 6-4 0,-1 3 5 15,-3 0-1-15,-3 1-7 0,3 0-4 0,-2-1-7 16,-3 0-9-16,0 0-6 0,-3 1-3 0,-3-3-7 16,0 1 2-16,-5 0-7 0,-1-2-4 0,-4 1-1 15,-2-2-7-15,-3-2-18 0,-6 0-19 0,-1-1-25 16,-9 6-23-16,5-8-29 0,-2-3-40 0,0-1-42 16,1-1-53-16,0-1-211 0,-2-3-464 0,-1-3 205 15</inkml:trace>
  <inkml:trace contextRef="#ctx0" brushRef="#br0" timeOffset="51775.8">15904 7087 65 0,'0'0'165'0,"-4"-9"-7"0,4 9-14 15,-2-7-10-15,2 7-16 0,-6-7-4 0,6 7-13 0,-7-1-3 16,7 1-12-16,-10-6-9 0,10 6-6 0,-12 2-12 15,12-2-6-15,-12 8-1 0,7-5-9 0,-5 5-5 16,3 0 1-16,-1-1-5 0,0 2-5 0,3 0-4 16,0 2-2-16,1-2 7 0,2 2-9 0,-1 0 1 15,2-1-2-15,1 0-5 0,0 0-4 16,2 0 4-16,1 0-3 0,-1-1 0 0,4-2 0 0,-4 1 1 16,6-1-1-16,-4-3-2 0,-4-4-1 0,6 8 5 15,-2-3-3-15,-4-5-3 0,6 4 4 0,-6-4 0 16,7 2-7-16,-7-2 11 0,0 0 7 0,6 4 2 15,-6-4 0-15,0 0-5 0,0 0-8 0,0 0 4 16,0 0-2-16,0 0-5 0,0 0-3 0,0 0-1 16,0 0-2-16,-24-3 4 0,16 6-4 0,-3 0 1 15,0 0-2-15,-1 3 15 0,0-3-4 0,-3 3 0 16,2-1-2-16,4 1-2 0,-1 1-1 0,0-1-2 16,1 2-1-16,1-1-1 0,3-1-2 0,-1-1-2 15,3 1 6-15,-2 1-3 0,5-7 3 0,0 10-1 16,0-2 0-16,6-3 2 0,-1 1-3 0,7 2-1 15,3-1-8-15,4-3-21 0,9 0-21 0,0-1-25 16,3 1-27-16,4-3-29 0,-1 0-18 0,3 0-26 16,14 1-99-16,-11-4-293 0,0 1 129 0</inkml:trace>
  <inkml:trace contextRef="#ctx0" brushRef="#br0" timeOffset="52442.48">17145 7300 31 0,'0'0'185'0,"1"-7"0"16,-1 7-4-16,0 0 1 0,0-7-11 0,0 7-6 16,0 0-10-16,0 0-12 0,0 0-17 0,0 0-13 0,0 0-15 15,0 0-11-15,0 0-10 0,0 0-12 0,0 0-5 16,0 0-6-16,0 0-7 0,0 0 3 0,-4 25-10 16,3-15 0-16,-3 1 1 0,2-1-3 15,-1 0-3-15,1 1-3 0,-2 0 1 0,1-2-6 0,1 1-5 16,0 0-2-16,-2 1-1 0,2-3 1 0,1-1-3 15,-1 1 0-15,-1-1-2 0,1-1-2 16,1 1 1-16,1 3-5 0,0-10-10 0,-2 12-14 16,2-5-10-16,0-7-26 0,-3 10-12 0,3-10-20 15,0 10-15-15,0-10-14 0,-1 10-16 0,1-10-12 0,0 8 5 16,0-8-18-16,0 0-3 0,2 7-89 0,-2-7-265 16,0 0 118-16</inkml:trace>
  <inkml:trace contextRef="#ctx0" brushRef="#br0" timeOffset="52818.78">17174 7337 132 0,'1'-10'126'0,"1"3"5"0,0 0 3 0,-2 7-5 15,3-13 1-15,-2 9-23 0,-1 4-10 16,5-7-8-16,1 4-2 0,-1-1 1 0,-5 4-8 0,11-1-8 16,-11 1-5-16,14 0 1 0,-14 0 8 0,15 5-11 15,-9-4-6-15,-1 1-3 0,0 4-3 0,1-2-7 16,-6-4 5-16,9 7-13 0,-6-3-6 0,1 1-5 15,-4-5 2-15,3 12-2 0,-1-8-4 0,-1 2-5 16,-1-6 2-16,-1 11-1 0,1-11-3 0,-5 10 0 16,2-5-1-16,-1 0-3 0,2 1-6 0,2-6-4 15,-7 7-8-15,7-7-7 0,-2 9 2 0,2-9-3 16,-2 7 0-16,2-7 4 0,2 10-3 0,-2-10 2 16,5 12 1-16,-4-8 5 0,-1-4-6 0,4 10 5 15,0-4-1-15,-2-3 1 0,2 3-3 0,0 0 7 16,-1 0-1-16,-3-6-3 0,5 8 2 0,-2-4 1 15,-3-4 0-15,3 9 1 0,-3-9-5 0,0 7 6 16,0-7 4-16,0 0-3 0,-8 12 1 0,2-7 1 16,1 0 1-16,-3-1 0 0,2-2-1 0,-6 1 0 15,2 0-14-15,0 0-12 0,-3 1-20 0,0-2-20 16,-1 0-19-16,4 0-35 0,-5-1-42 0,3 1-104 16,2-2-284-16,-1 0 127 0</inkml:trace>
  <inkml:trace contextRef="#ctx0" brushRef="#br0" timeOffset="53482.47">18598 7404 71 0,'0'0'166'0,"0"0"-12"0,0 0-7 0,0 0-10 16,0 0-6-16,0 0 2 0,0 0-15 0,0 0 0 15,0 0-15-15,-14-9-5 0,14 9-7 0,0 0-1 16,0 0-3-16,0 0-10 0,0 0 0 0,-8-3-6 16,8 3-5-16,0 0-3 0,0 0-12 0,0 0 0 15,0 0-6-15,0 0-3 0,0 0-9 0,0 0 2 16,0 0-3-16,0 0-5 0,0 0-4 0,0 0 2 16,26-2-3-16,-15 3-5 0,3-2-14 0,-2 1-21 15,6 0-28-15,-5 1-35 0,1 0-33 0,-2 0-34 16,6-1-19-16,-6 2-138 0,-1-1-331 0,2 3 146 15</inkml:trace>
  <inkml:trace contextRef="#ctx0" brushRef="#br0" timeOffset="53660.39">18653 7473 105 0,'0'0'168'0,"0"0"-18"0,0 0-18 0,0 0-17 15,0 0-5-15,0 0-13 0,0 0-12 0,24 1-9 16,-12 1-28-16,-1-2-33 0,2 1-27 0,0 0-33 16,-2 0-36-16,2 1-80 0,-1-2-174 0,0 0 77 15</inkml:trace>
  <inkml:trace contextRef="#ctx0" brushRef="#br0" timeOffset="54581.4">19705 7193 112 0,'0'0'197'0,"0"-10"-11"16,0 10-12-16,-2-9-13 0,2 9-9 0,0 0-17 15,-1-7-5-15,1 7-20 0,0 0-16 0,0 0-8 16,0 0-12-16,0 0-7 0,0 0-8 0,0 0-3 16,0 0-11-16,18 20 3 0,-10-7-8 0,-1 0-1 15,1 3-5-15,1 2-3 0,5 3-3 0,-6-3 0 16,1-2 3-16,1 2-6 0,-4-2 0 0,2-1-4 15,-2 1 3-15,3-2-4 0,-5-2-2 0,1-2-1 16,0 2-1-16,2 0-2 0,-3-2-3 16,1-2 1-16,0 1-3 0,-3 0-4 0,2-2 8 0,-1-1-4 15,1 0 0-15,-2-1 5 0,-2-5-6 0,4 8 1 16,-4-8 3-16,5 5 11 0,-5-5 15 0,0 0 17 16,6 3 5-16,-6-3-6 0,0 0-6 0,0 0-3 15,9-14-3-15,-5 7-3 0,1-2-8 0,2-3 21 16,-1-3-8-16,1 0-5 0,-2-2-2 0,2-6-6 15,2 3-3-15,0-2-2 0,-2-4-1 0,2 0-6 16,1 2-2-16,-1-2-5 0,0 4 2 0,0 6-1 16,-7 7-3-16,2-2-1 0,0 2-2 0,-2 3-12 0,0-1-18 15,-2 7-29-15,2-7-22 0,-2 7-3 16,0 0-13-16,0 0-15 0,0 0-26 0,13 22-29 16,-10-11-32-16,0 6-28 0,0 1-130 0,0-1-379 15,-1-1 168-15</inkml:trace>
  <inkml:trace contextRef="#ctx0" brushRef="#br0" timeOffset="54839.91">20244 7435 162 0,'1'-7'209'0,"-1"7"-17"15,0 0-12-15,0 0-8 0,0 0-12 16,-20 1-8-16,20-1-8 0,-18 6-2 0,6 1-11 15,1-2-10-15,-6 3-5 0,0 4-4 0,1 2-7 0,0-2-2 16,1 1-15-16,2-1-3 0,2 3-11 0,3-6-7 16,0 6-6-16,1-5-5 0,3 2-8 15,1 4-1-15,1-2-6 0,1-5-11 0,2 4-16 16,2-6-8-16,2 1-16 0,5 1-28 0,-2 0-18 16,3-3-42-16,7 1-35 0,-2-1-23 0,0-1-41 0,6-3-16 15,-5 1-107-15,2-1-346 0,0-4 153 0</inkml:trace>
  <inkml:trace contextRef="#ctx0" brushRef="#br0" timeOffset="55083.52">20556 7518 34 0,'0'-9'216'0,"0"9"-8"16,0 0-21-16,0 0-13 0,-5-12-6 0,-2 11-9 15,7 1-7-15,-19 5-2 0,6 0-3 0,-2 2-2 16,-1 0-12-16,-1 2-7 0,2 0-11 0,3 1-1 15,-6 2-8-15,9-2-11 0,-5-1-8 0,4 4-10 16,0 2-7-16,2-4-9 0,2 2-4 16,4-4-6-16,-3 1 0 0,3-3-7 0,2 4-5 0,0-4-2 15,4 2-2-15,3-3-7 0,0 4-12 0,4-5-18 16,2-1-29-16,1-1-32 0,-1 0-40 0,7 0-35 16,-1 1-47-16,4-4-38 0,-1 3-167 0,7-3-422 15,-2-1 187-15</inkml:trace>
  <inkml:trace contextRef="#ctx0" brushRef="#br0" timeOffset="55316.34">21048 7554 5 0,'-5'-5'293'15,"5"5"-18"-15,0 0-27 0,-4-5-27 0,4 5-24 16,0 0-16-16,0 0-16 0,0 0-13 0,0 0-12 15,15-6-7-15,-7 6-11 0,4-2-9 0,-1 1-10 16,3 1-9-16,4 0-9 0,-1-4-13 0,0 4 0 16,0 0-12-16,1 0-7 0,-5 0-22 0,-1 2-27 15,0 0-27-15,-2-2-37 0,-1 1-37 0,-2 1-42 16,-7-2-38-16,15 0-46 0,-10 0-127 0,-5 0-380 16,0 0 169-16</inkml:trace>
  <inkml:trace contextRef="#ctx0" brushRef="#br0" timeOffset="55769.91">21737 7247 34 0,'1'-6'291'0,"-1"6"-20"0,1-9-23 0,-1 9-29 16,2-9-21-16,-2 9-21 0,0 0-14 0,0 0-25 15,0 0-13-15,0 0-13 0,0 0-11 0,0 0-10 16,11 19-8-16,-10-7-7 0,3 1-5 0,4 2 3 16,-3 3-6-16,1 0-7 0,1 1-4 0,-2-2-8 15,1 2-4-15,-1-1-3 0,-1-2-7 0,1 1-1 16,-2 0-5-16,2-3 4 0,0-2-7 0,-2 0-1 16,-1 0-1-16,2-2 0 0,-1 2-1 0,0-3-4 15,1 0-4-15,-1 1 0 0,0-4-1 0,-1 1-1 16,2-1 0-16,-2-2 2 0,-2-4-1 0,4 6 3 15,-4-6 3-15,0 0 17 0,4 7 17 0,-4-7 1 0,0 0-2 16,0 0 0-16,0 0 6 0,17-14-16 16,-10 5-4-16,4-4-2 0,0 0-1 0,-1-5-7 15,0 3-4-15,3-10-2 0,5 2-1 0,-4-1 0 16,2 1-9-16,-2 0-1 0,0 1-1 0,-4 6-1 0,-1 0 0 16,-3 6-1-16,1-1 0 0,-1 2-4 0,-1-2-3 15,0 5 5-15,-1 0-10 0,-1 0-13 16,-3 6-16-16,7-8-19 0,-4 4-30 0,-3 4-27 15,2-6-30-15,-2 6-13 0,0 0-13 0,0 0-19 0,0 0-25 16,9 14-11-16,-7-6-15 0,-1 3-148 0,1 1-414 16,0-1 184-16</inkml:trace>
  <inkml:trace contextRef="#ctx0" brushRef="#br0" timeOffset="56012.88">22180 7479 16 0,'0'0'260'0,"0"0"-9"0,0 0-15 0,0 0-17 16,0 0-19-16,4 6-17 0,-4-6-14 0,0 0-17 0,0 0-13 16,0 0-16-16,0 0-13 0,0 0-9 0,-1 10-8 15,1-10 3-15,-3 11-11 0,1-3-4 0,0 0-6 16,-1 1-6-16,1 1-8 0,0 2-8 0,-1-1-4 16,1 2-3-16,-1 3-1 0,-1 1-4 0,2-5-8 15,-1 2-1-15,1 3-3 0,0-6-3 0,0 0-19 16,0 0-24-16,2-1-18 0,0 0-19 0,2-1-34 15,-4 1-28-15,4-3-29 0,-2 1-35 0,0-8-30 16,1 11-163-16,-1-11-404 0,-1 10 180 0</inkml:trace>
  <inkml:trace contextRef="#ctx0" brushRef="#br0" timeOffset="56404.11">22256 7483 132 0,'7'-7'229'0,"1"-2"-16"16,1 3-12-16,2 0-10 0,0 0-10 0,-1 3-11 16,1-1-18-16,1 3-14 0,-2-1-10 0,-2 1-10 15,-8 1-16-15,16 1-10 0,-8 1-8 0,2-1-9 16,-2 3-7-16,-2-2-2 0,2 2-10 0,-3 1-8 16,0-1-3-16,-1 2-3 0,-1-1 0 0,-1 2-8 15,0 0 0-15,-1 0-9 0,-1-7 0 0,-1 14-3 16,-1-6-10-16,2-8-10 0,-7 13-9 0,1-5-3 15,2 0-11-15,-1-2-13 0,2 1-8 0,0-1-6 16,1 1-8-16,2-7 2 0,-4 12-6 0,2-7 6 16,2-5-1-16,2 12 14 0,0-5 1 0,-2-7 3 15,5 12 6-15,0-5 2 0,-2-1 1 0,1 1 7 16,0-1 1-16,1-1-1 0,-5-5 9 0,6 8-4 16,-2-1 4-16,-1-3 5 0,-3-4 6 0,6 9 6 15,-6-9 5-15,1 9 1 0,-1-9 3 0,1 6 2 16,-1-6-2-16,-5 9 3 0,5-9-2 0,-8 5-2 15,0-4-3-15,0 2-6 0,0 0-17 0,-3 2-10 0,3-5-19 16,-1 4-27-16,0-4-36 0,9 0-24 16,-16 2-41-16,11-1-88 0,5-1-280 0,0 0 124 15</inkml:trace>
  <inkml:trace contextRef="#ctx0" brushRef="#br0" timeOffset="56819.7">22852 7542 29 0,'6'-4'244'0,"-6"4"-25"0,0 0-21 15,0 0-18-15,0 0-4 0,0 0-12 16,-28 0-9-16,16 3-8 0,-3 3-12 0,3 1-9 16,1 0-10-16,-2-1-13 0,1 3-9 0,3-2-10 15,-1 0-10-15,1-1-9 0,3 3-2 0,-1 0-8 0,4-1-6 16,0-2-4-16,3-6-1 0,0 12-5 15,1-5-5-15,-1-7-5 0,7 10-3 0,-2-3 0 0,3-2-5 16,-2 0-2-16,0-1 3 0,2-1-7 16,-3 2-1-16,0-4-3 0,-5-1 0 0,7 3-5 0,-7-3 3 15,7 5 1-15,-7-5-2 0,8 4-2 0,-8-4-1 16,4 4-1-16,-4-4-4 0,0 0 3 0,0 0 0 16,0 0-1-16,0 0 1 0,0 0-1 15,-19 8 0-15,13-3 3 0,-1 1 5 0,-3 0 6 16,1 1-3-16,0 0 0 0,1 2-1 0,-2-3 1 0,3 2 1 15,2 0-1-15,0-3 0 0,3-1-3 0,-2 2 2 16,1 2-4-16,3-8 3 0,-2 10-1 0,3-3 2 16,5 1-2-16,1-4 2 0,3 4 0 0,3-1-6 15,0-4-20-15,4 1-26 0,1 3-33 0,1-5-34 16,-1 2-40-16,3-4-49 0,-3 0-37 0,-7 0-152 16,2-3-418-16,1 2 185 0</inkml:trace>
  <inkml:trace contextRef="#ctx0" brushRef="#br0" timeOffset="57598.58">23371 7551 130 0,'0'0'154'0,"0"0"-7"0,0 0-4 0,0 0-3 16,0 0-7-16,0 0-2 0,0 0-3 0,0 0-11 16,0 0-4-16,0 0-4 0,0 0-5 0,0 0-1 15,0 0-4-15,0 0-3 0,0 0-4 0,0 0-5 16,0 0-9-16,0 0-4 0,0 0-3 0,0 0-4 15,0 0-7-15,0 0-4 0,0 0-3 0,0 0-2 16,0 0-2-16,0 0-5 0,0 0-5 0,0 0-2 16,0 0-3-16,0 0 0 0,0 0 0 0,0 0-3 15,0 0-3-15,0 0 0 0,0 0-3 0,0 0 5 16,0 0-5-16,0 0 0 0,0 0 0 0,0 0 0 16,0 0 0-16,0 0 0 0,0 0-2 0,0 0 1 15,0 0-3-15,0 0 1 0,0 0-4 0,0 0 2 16,0 0-1-16,0 0-1 0,0 0 0 0,0 0-4 15,0 0-1-15,0 0 3 0,0 0-1 0,0 0-2 16,0 0 1-16,0 0 0 0,0 0-4 0,0 0 0 16,0 0 4-16,0 0-6 0,0 0 0 0,0 0-2 15,0 0 1-15,0 0 2 0,0 0 1 0,0 0-2 0,0 0 0 16,0 0-2-16,0 0 1 0,0 0 2 16,0 0-2-16,0 0-2 0,0 0 1 0,0 0-4 15,0 0 2-15,0 0 1 0,0 0 1 0,0 0-4 16,0 0 0-16,0 0-2 0,0 0 1 0,0 0 0 15,0 0 0-15,0 0 3 0,-28-3-4 0,28 3 3 0,0 0-3 16,0 0-2-16,0 0 1 0,-10 2 2 16,10-2 4-16,0 0-2 0,0 0-3 0,0 0-3 15,0 0 4-15,0 0-3 0,0 0 3 0,0 0-4 16,0 0 2-16,0 0-2 0,0 0 2 0,0 0 2 0,0 0-2 16,26 3 0-16,-12 1 3 0,0-4-3 15,5 3 2-15,0-2 0 0,0 2 2 0,3 0 0 16,-2-2 0-16,0 1-4 0,0-2 3 0,0 2 1 15,-7-2-2-15,-1-2 1 0,0 4-3 0,-1-2 2 0,-5 0 0 16,-6 0 4-16,14 0-1 0,-14 0-5 0,8 1 2 16,-8-1 0-16,0 0-2 0,8 0 1 15,-8 0 0-15,0 0 0 0,0 0-3 0,10 1 1 16,-10-1 1-16,0 0 1 0,0 0-9 0,0 0-11 16,0 0-13-16,0 0-23 0,0 0-22 0,0 0-28 0,0 0-44 15,0 0-54-15,0 0-80 0,0 0-155 0,0 0-473 16,0 0 210-16</inkml:trace>
  <inkml:trace contextRef="#ctx0" brushRef="#br0" timeOffset="58181.83">24228 7329 129 0,'0'0'141'0,"-9"-2"6"16,9 2 4-16,0 0 4 0,-9-4 4 0,9 4 0 16,0 0-7-16,-7-2-4 0,7 2-8 0,0 0 9 15,0 0-10-15,0 0-14 0,0 0-12 0,0 0-12 16,0 0-6-16,0 0-10 0,0 0-11 0,0 0-6 15,0 0-8-15,0 0-8 0,21-8-5 0,-10 6-9 16,6 2-10-16,2-1-6 0,-1 0-29 0,-7 1-24 16,2 1-24-16,-1-1-26 0,-5 0-21 0,4 0-19 15,-11 0-17-15,15-1-19 0,-7 0-13 0,-8 1-8 16,12 0-96-16,-12 0-295 0,10-4 131 0</inkml:trace>
  <inkml:trace contextRef="#ctx0" brushRef="#br0" timeOffset="58574.02">24367 7282 92 0,'0'0'149'0,"-8"-2"-10"0,8 2-18 0,0 0-3 16,0 0-5-16,0 0-6 0,0 0-3 0,-8 13 0 15,7-7 4-15,-1 3 10 0,-3 3 5 0,0 4-1 16,1-1-8-16,0 2-12 0,0 1 1 0,1 1-3 16,-3-1-9-16,2 0-11 0,2-2-1 0,-1 0-10 15,1 1-8-15,0 0-2 0,1 0-7 0,0-5-4 0,1 0 6 16,1 0-11-16,-1-2-6 0,1 2-3 0,1-1-4 15,-1-1 0-15,0-2 2 0,-1-1-7 0,1 0-2 16,1 1-3-16,-2-8-3 0,2 12 0 16,-3-6-2-16,1-6-2 0,0 0 2 0,-1 13-2 0,1-13-2 15,-3 6 0-15,3-6-2 0,-6 5-3 0,6-5-2 16,-9 2-3-16,9-2-3 0,-13-2-2 0,13 2 0 16,-14-3 0-16,4 0 1 0,1 1 0 15,-1-1-3-15,-1-2 1 0,1 1 8 0,0 2-8 16,3-4 1-16,1 4-1 0,6 2 1 0,-10-3 2 0,5-1-3 15,5 4 4-15,0 0-7 0,-8-3 4 0,8 3-1 16,0 0-1-16,0 0 4 0,0 0-3 0,0 0 2 16,0 0 0-16,0 0-1 0,27 5-3 0,-14-1-16 15,5-1-16-15,1-1-21 0,9 0-19 0,-1 4-22 16,2 0-41-16,3-6-19 0,-5 2-18 0,2 2-12 16,-1-3-119-16,2 1-337 0,-10-2 149 0</inkml:trace>
  <inkml:trace contextRef="#ctx0" brushRef="#br0" timeOffset="58797.53">24707 7654 52 0,'11'-4'106'0,"-2"-2"6"16,2-2 5-16,-5 3 10 0,0-1 16 0,-2-3 18 16,0 4 0-16,-1 0-5 0,-3 5-5 0,2-13-6 15,-2 13-8-15,0-10-10 0,0 10-11 0,-8-7-6 16,8 7-7-16,-10-6-9 0,3 6-8 0,-2 0 4 16,-4 2-8-16,0 3-4 0,-2 1 2 0,-2 1-8 15,6-1-1-15,0 3-13 0,1 2 0 0,2-2-5 16,2 2-5-16,-2 0-6 0,3-1-4 0,1 7-4 15,2-5-1-15,4-3-3 0,0 2-3 0,2 1-3 16,3-3-3-16,7 2-14 0,-1-2-22 0,5 1-22 16,3-2-36-16,-2 0-38 0,9-1-39 0,1-3-49 15,-2 2-37-15,-8-3-153 0,2-3-420 0,-1-3 186 16</inkml:trace>
  <inkml:trace contextRef="#ctx0" brushRef="#br0" timeOffset="59056.61">25089 7541 154 0,'0'-6'269'0,"0"6"-8"0,0-11-19 0,0 11-22 15,2-6-18-15,-2 6-24 0,0 0-18 0,0-9-17 16,0 9-18-16,0 0-12 0,0 0-10 0,0 0 4 16,0 0-8-16,0 26 5 0,0-17-2 0,-2 4-10 15,0 3-4-15,-2 2-9 0,1 0-7 0,1-2-8 16,2-1-3-16,-1 2-9 0,1-5-4 0,-2 1-5 15,2-2 1-15,-2 1-6 0,2-2-7 0,0 0 2 16,0 0-4-16,0 0-9 0,2-4-15 0,-2-6-22 16,-2 14-14-16,4-8-25 0,-2-6-31 0,0 10-32 15,0-10-18-15,0 9-30 0,0-9-27 0,0 0-28 16,0 0-171-16,0 0-424 0,0 0 189 0</inkml:trace>
  <inkml:trace contextRef="#ctx0" brushRef="#br0" timeOffset="59394.58">25102 7470 13 0,'6'-9'204'0,"2"-2"-13"0,-4 5-14 15,-1 0-12-15,1 1-14 0,1 0-8 0,-5 5-13 0,10-5-1 16,-10 5 3-16,14 2-10 0,-14-2-15 0,14 10-3 16,-5-4-6-16,-5-1-9 0,0 4-7 15,1 3-9-15,-2-3-7 0,2 1-1 0,-2 0-7 16,-3 1-4-16,-3 1-6 0,1 0-3 0,-2-1-3 0,0 1-6 15,-5-5-3-15,0 2 3 0,-1 2-2 0,2-5-6 16,-3 0 2-16,2 1-1 0,0-2-7 0,0-3 0 16,1 2-4-16,0-2 2 0,8-2 1 15,-9 2 0-15,9-2 5 0,-8 3 1 0,8-3-4 0,-6 2-3 16,6-2-2-16,0 0-1 0,-6 4-4 0,6-4-3 16,0 0-3-16,0 0-1 0,0 0 1 15,0 0 1-15,4 11-3 0,-4-11 3 0,10 11-5 16,-4-6 3-16,5 0-7 0,0 2-19 0,3-3-22 0,2 2-22 15,4 2-26-15,-1-3-20 0,2 1-31 0,-1-1-23 16,7 1-16-16,-6-2-15 0,-4 0-145 0,4 0-367 16,-3-1 163-16</inkml:trace>
  <inkml:trace contextRef="#ctx0" brushRef="#br0" timeOffset="59774.14">25491 7718 108 0,'0'0'125'0,"6"-8"27"0,-1 4 3 15,-3-1 11-15,-2 5 4 0,0-13 1 0,0 13-14 16,0-10-4-16,0 10 4 0,-2-8 0 0,2 8-10 15,-9-6-11-15,2 2-8 0,7 4-6 0,-16 0-8 16,4 3-11-16,2 1-11 0,-3 1-6 0,4 1-2 16,-3-1-9-16,1 2-8 0,5 0-9 0,-4 1-3 15,1-2-8-15,3 1 2 0,0 0-9 0,3 1-4 16,0 1-5-16,1-1-1 0,2-8-1 0,5 14-1 16,-3-8-4-16,3 2 2 0,3-2-4 0,1 0 2 15,3 0-6-15,-3 0 2 0,2-2-3 0,-1 0-1 16,0-1-2-16,-3 0 1 0,-1-1-2 0,-6-2 2 15,14 3-4-15,-10-2 3 0,-4-1-2 0,0 0-2 16,9 1-1-16,-9-1 1 0,0 0-4 0,0 0-5 16,0 0-1-16,0 0 3 0,0 0-5 0,0 0 0 15,-19 9-2-15,7-5 6 0,-1 0 2 0,-3 2 1 16,0-1 2-16,2-1-1 0,2 2 4 0,1 0 6 16,0 0-8-16,1-1-2 0,3 3 2 0,-2-2-1 15,6-2 2-15,-3 2-10 0,4-2 2 0,2-4 3 16,-2 12 2-16,2-12-1 0,8 11-1 0,2-4-8 15,3-1-10-15,6 0-19 0,2 0-26 0,-1-2-29 16,8 2-34-16,3-3-43 0,-4 1-37 0,1-2-33 16,-7-1-217-16,0-2-487 0,1 1 215 0</inkml:trace>
  <inkml:trace contextRef="#ctx0" brushRef="#br0" timeOffset="70924.57">20129 7084 7 0,'0'0'89'0,"0"0"-5"15,0 0-7-15,0 0-8 0,0 0-4 0,-5 13 14 16,5-13-10-16,0 0 7 0,-3 11-2 0,3-11-1 15,0 0-13-15,-1 7-1 0,1-7-3 0,0 0-3 16,1 10 1-16,-1-10 6 0,-1 7 0 0,1-7-8 16,1 9 5-16,-1-9-8 0,0 0-6 0,-1 12-3 15,1-12-2-15,0 8 1 0,0-8-4 0,0 9 0 16,0-9 1-16,0 9 0 0,0-9 0 0,0 7-5 0,0-7-5 16,0 0-1-16,1 9 6 0,-1-9-3 15,2 7-2-15,-2-7 7 0,0 0-2 0,0 0 12 16,0 0 0-16,0 0 4 0,1 6-1 0,-1-6-1 15,0 0 13-15,0 0-6 0,20-13-9 0,-3 2-3 0,6-4-7 16,5-1-2-16,5-3-4 0,17-6-7 16,0-6-15-16,3 3-29 0,4 2-26 0,26-15-28 15,1 7-36-15,-25 9-46 0,23-8-173 0,-26 12-361 16,2-2 159-16</inkml:trace>
  <inkml:trace contextRef="#ctx0" brushRef="#br0" timeOffset="71767.45">20087 8065 11 0,'-1'-8'169'15,"1"8"-3"-15,0 0-4 0,1-9-6 0,-1 9-4 0,0 0-16 16,3-6-11-16,-3 6-16 0,0 0-12 16,0 0-12-16,0 0-12 0,0 0-3 0,0 0-11 15,0 0-8-15,0 0 6 0,-6 29-8 0,4-13-5 0,-1 2-1 16,-1 0-2-16,0 0-6 0,1 0-2 15,0 0-5-15,-2 0-3 0,3 0 3 0,-2-3-2 16,2-1 1-16,0-2-3 0,-1-1 1 0,3-1-3 16,-1-1-2-16,0-2 5 0,1-7-6 0,-2 10-1 0,2-10 15 15,-1 8 15-15,1-8 12 0,0 0 9 0,0 0-2 16,0 0-4-16,0 0-3 0,7 2-9 16,-7-2-6-16,11-8-3 0,-1-3-5 0,4 1-6 15,3-2-2-15,0-2-7 0,4-1 0 0,-7 3 0 0,2 2-10 16,-2 1-18-16,-2 2-19 0,-4 0-29 0,0 1-35 15,-3 3-36-15,3-1-32 0,-8 4-21 0,9 0-11 16,-9 0-12-16,0 0-116 0,-2 13-343 0,2-13 152 16</inkml:trace>
  <inkml:trace contextRef="#ctx0" brushRef="#br0" timeOffset="71950.34">19937 8323 19 0,'-7'-7'214'0,"0"0"0"0,0-1-17 0,-1-1-5 16,4 1-12-16,0-1-19 0,2 2-15 0,-1 0-17 16,1 1-9-16,2 6-20 0,-6-11-18 0,5 6-29 15,1 5-33-15,-4-7-45 0,4 7-23 0,0 0-20 16,0 0-13-16,0 0-17 0,0 0-12 0,0 0-29 16,-12 21-71-16,9-11-227 0,1-1 100 0</inkml:trace>
  <inkml:trace contextRef="#ctx0" brushRef="#br0" timeOffset="73020.39">19949 8451 10 0,'-4'-8'182'0,"-1"0"-8"0,-1 1-13 16,0 0 0-16,-1 0-17 0,0 0-10 0,-4 3-8 16,2 0-5-16,-3 2-9 0,0 0-13 0,-1 3-3 15,-2 0-9-15,-2 5-5 0,-7 8 1 0,7 0-7 16,-5 1-2-16,1 6 1 0,-1-1-6 0,5 2-5 16,-1-2-7-16,4 4-6 0,3-7-3 0,3 0-6 15,2 0-2-15,2 1-9 0,1-1 2 0,4-2-4 16,-1-2 3-16,3 2-10 0,0-2-11 0,-1-2-15 15,5 1-17-15,-1-2-22 0,4 0-19 0,-1-1-12 16,2-2-18-16,1 0-10 0,0-1-8 0,2-2 1 0,2-1 2 16,1-1 4-16,-3-2 3 0,4-2 4 0,-1-1 0 15,0 0 12-15,-5-2 10 0,6-4 10 16,-8 2 17-16,0-1 11 0,0 0 25 0,-1-4-1 16,2 0 15-16,-2 2 8 0,-4 0 23 0,1 1 17 15,-2 0 15-15,0 0 1 0,-2 1 0 0,0 2 14 0,-2 6 4 16,6-9 6-16,-6 9-9 0,1-8 0 0,-1 8-13 15,3-6-11-15,-3 6-7 0,0 0-1 16,0 0-8-16,0 0 3 0,0 0 3 0,0 0 1 16,-10 27-5-16,7-19-2 0,1 3-6 0,-2-1-3 0,2 1-3 15,1-2 1-15,0 1-9 0,1 0 1 0,0-1 1 16,1 1-6-16,0-3 2 0,2-1-3 0,1 1 2 16,0-1-3-16,1-2-1 0,0 2-1 15,0-3 1-15,-5-3-1 0,12 5-6 0,-7-3 3 0,2 0 0 16,-7-2-5-16,14 0 1 0,-14 0 0 0,12-7-1 15,-7 4-6-15,0-2 4 0,-1 1-3 0,0-3-3 16,-2 1-3-16,0-2-4 0,-1-2 6 0,0 2-1 16,-1-1 2-16,0-1-1 0,0 1-5 0,0-1 0 15,-1 1 2-15,2-1-3 0,-1 10 2 0,1-13 2 16,-1 13-3-16,3-9 1 0,1 5 0 0,-4 4-2 16,6-3-1-16,-6 3 1 0,0 0-2 0,18 4 4 15,-9 1 2-15,0 2-2 0,-1 0 4 0,-1 2-3 16,3 0 6-16,-2 0 0 0,-1-1 0 0,-1 1-3 15,2 1 5-15,-3 0-1 0,0-1 0 0,-1-4 4 16,-2 2-3-16,1-2-2 0,-1 0 3 0,-2-5 3 16,3 8 10-16,-3-8 5 0,4 6 8 0,-4-6 2 15,0 0-1-15,0 0 0 0,0 0-6 0,0 0 2 16,0 0 1-16,0 0-3 0,0 0-3 0,0 0 4 16,0 0 0-16,-18-17-1 0,15 11-5 0,3 6 1 15,3-13-5-15,-2 3-5 0,4-1-7 0,0 1-6 16,5-4-1-16,0 4 1 0,1-2-5 0,-1 4 0 15,-1 1-1-15,1 1 2 0,-1-1-5 0,-2 5 3 16,-1 0-2-16,-6 2 0 0,10 0 0 0,-10 0 0 16,12 4 1-16,-7 0 2 0,0 1 1 0,-2 1 1 15,1-1-2-15,-1 3 3 0,2 1-2 0,-2-3 4 16,2 3-4-16,-2-4 5 0,-1 1 1 0,2-1 2 16,-4-5-3-16,4 10 7 0,-1-7-2 0,-3-3-1 15,3 7-4-15,-3-7 8 0,9 2-1 0,-9-2 1 16,0 0-2-16,9-1 2 0,-9 1 1 0,8-8 2 15,-8 8-4-15,6-9 2 0,-1 3 1 0,-2 1 2 16,-1-2-2-16,1 0 1 0,1 0-3 0,-3-2 0 16,2 0-1-16,-1 4 1 0,-2 5-3 0,2-13 2 15,-2 13 1-15,1-8-1 0,-1 8-2 0,2-7 0 0,-2 7-6 16,0 0 0-16,0 0 0 0,0 0 1 0,0 0-1 16,0 0 0-16,0 0 0 0,0 0-1 15,0 0 3-15,-3 28-1 0,1-19 0 0,1 2 7 16,0-1-6-16,-1 0-2 0,2 1-10 0,-1 0-14 0,0 0-15 15,2-2-19-15,-2 3-26 0,2-2-25 0,-1 0-30 16,0-2-22-16,3 1-25 0,-2 0-160 0,-1-3-378 16,3 0 168-16</inkml:trace>
  <inkml:trace contextRef="#ctx0" brushRef="#br0" timeOffset="73256.25">20606 8563 32 0,'1'-8'215'0,"-1"8"-9"0,1-9-22 16,-1 9-22-16,3-7-17 0,-3 7-14 0,0 0-10 15,0 0 5-15,0 0-9 0,0 0-7 0,-1 32-7 16,-2-20-13-16,0 4 2 0,1 0-9 0,-1 4-10 16,1-3-4-16,-2 2-5 0,1-3-9 0,2 3-3 15,1-2-7-15,-4-2-5 0,3 1 0 0,0-5-10 16,1 1-16-16,0-1-24 0,-1 0-26 0,1 0-40 15,-2-2-29-15,2-2-34 0,-2-1-27 0,-1 1-146 16,-2-1-337-16,0-3 150 0</inkml:trace>
  <inkml:trace contextRef="#ctx0" brushRef="#br0" timeOffset="73400.97">20491 8704 65 0,'0'0'159'0,"9"-7"-12"15,-3 5-15-15,6-1-16 0,2 1-12 0,5-1-7 16,12-1-13-16,1 1-31 0,1 0-39 0,5-1-53 16,0 4-117-16,13-5-168 0,2 1 75 0</inkml:trace>
  <inkml:trace contextRef="#ctx0" brushRef="#br0" timeOffset="73880.92">22431 8119 118 0,'-1'-9'246'15,"1"9"-13"-15,0-14-13 0,0 14-24 0,1-9-20 16,-1 9-19-16,0 0-19 0,0 0-12 0,0 0-14 15,0 0-8-15,0 0-7 0,0 0-3 0,-14 23 0 16,7-8-4-16,0 3-6 0,0 0-10 0,0-2-4 16,-1 2-8-16,-1 6-5 0,3-8-9 0,-1-1-4 0,2 0-1 15,1 2-6-15,0-6-7 0,-1 2 4 16,2-4 1-16,0 1-9 0,0 0-2 0,1 0-2 16,0-4 0-16,1 2-4 0,1-8-4 0,-2 12 3 15,2-12-2-15,-2 9-16 0,2-9-18 0,-1 7-11 0,1-7-20 16,0 9-12-16,0-9-17 0,0 0-19 0,0 0-27 15,0 0-42-15,0 0-34 0,0 0-157 0,0 0-388 16,0 0 173-16</inkml:trace>
  <inkml:trace contextRef="#ctx0" brushRef="#br0" timeOffset="74326.42">22277 8222 7 0,'0'0'150'0,"0"0"-16"0,-7-5-13 0,7 5-7 0,0 0-10 15,0 0-6-15,-5-7-4 0,5 7-7 0,0 0-8 16,0 0-9-16,0 0-6 0,0 0-1 0,0 0-9 16,0 0-4-16,0 0-6 0,0 0-6 0,0 0 2 15,0 0-8-15,-8 15-5 0,8-15-6 0,-3 6-13 16,3-6-10-16,-1 7-14 0,1-7-8 0,-5 8-3 16,5-8-15-16,-5 5 3 0,5-5-1 0,-8 4-7 15,8-4 7-15,-8 0 3 0,8 0 5 0,0 0 3 16,0 0 5-16,-15-5 9 0,15 5 6 0,-9-6 8 15,9 6 4-15,-5-8 13 0,1 4-3 0,4 4 9 16,-4-7 12-16,4 7 8 0,-5-7 0 0,5 7 9 16,0 0-2-16,-3-8 0 0,3 8-9 0,0 0-1 15,0 0-8-15,0 0-3 0,0 0 5 0,0 0 4 16,0 0 3-16,0 0 4 0,-2 22 1 0,4-12 5 16,0 2-9-16,-1-1 4 0,4 6 4 0,-2-2-3 15,2 2 1-15,2-2-6 0,0 1 1 0,2-2 2 16,0 1-5-16,-1-2-2 0,1-3 6 0,1-3-2 15,4 3 2-15,-1-3-4 0,2-3-4 0,-2 3-3 16,1-6 1-16,-1 1-5 0,1-1-2 0,2-5-2 16,-2 3-3-16,-2-5-2 0,1 2 0 0,-2-1-7 15,1-1-20-15,-2-1-13 0,-1 1-19 0,-3-3-20 16,2 1-25-16,-2 3-22 0,-1 1-12 0,-1 0-22 16,-4 4-37-16,7-8-134 0,-7 8-338 0,0 0 150 15</inkml:trace>
  <inkml:trace contextRef="#ctx0" brushRef="#br0" timeOffset="75422.55">21987 8738 140 0,'-1'-10'216'0,"1"10"-10"0,-1-17-12 0,-2 11-11 0,2-2-7 15,1 8-12-15,-8-11-9 0,3 7-18 16,5 4-13-16,-11-4-9 0,3 4-12 0,-5 4-6 16,-1 4-6-16,-2 1-15 0,0 1-1 0,-4 7-10 15,-1 2-3-15,8-4-7 0,2 1-8 0,-2-1-4 0,4 4-1 16,1-4-7-16,3 1-1 0,0-2-6 0,3 3-2 15,1-5-4-15,3 0-7 0,4-2-7 16,-1 2-20-16,5-3-24 0,-1 1-8 0,4-1-17 16,3 0-28-16,0-3-23 0,1 0-7 0,1-2-21 0,4-2-2 15,-2 0 1-15,-1-2 0 0,2-2 8 0,-3 0 5 16,-1-1 9-16,0-2 13 0,-4 0 12 16,2-2 18-16,-2 0 18 0,-4-1 9 0,0-2 19 15,-1 0 17-15,2 0 11 0,-5 0 14 0,0-1 19 16,-1 0 28-16,1 0 11 0,-2 3 9 0,2 0 11 0,-4 2 11 15,1 0 4-15,-2 6 6 0,2-10-1 0,-2 10-5 16,1-7-11-16,-1 7-12 0,0 0-7 0,0 0-1 16,0 0-1-16,0 0-6 0,0 0-5 0,0 0-3 15,-14 19-2-15,9-9-6 0,2-2-5 0,1 2-3 16,-1-1-4-16,2 1 0 0,-2-1-7 0,2 1-4 16,0 0-4-16,2-1-3 0,0-3 1 15,1 2 0-15,2-2-3 0,-4-6 2 0,3 9-4 16,1-4 0-16,-4-5-5 0,7 7-1 0,-2-3-2 0,-5-4 4 15,9 2-11-15,-9-2 0 0,9-2-7 0,-9 2-2 16,10-6-4-16,-10 6 5 0,7-6-3 0,-4 1-5 16,-3 5-3-16,4-11 0 0,-4 3 1 0,2-3 3 15,0 2-2-15,-2-1-2 0,1-2-4 0,0 1 3 16,1 0 1-16,-1-1 1 0,0 2 0 0,0 0 2 16,-1 10-3-16,2-11 6 0,-2 11-7 0,5-9 5 15,-5 9-2-15,5-2-1 0,-5 2 4 0,0 0 8 16,0 0 6-16,15 11 1 0,-10-4 0 0,3 1 0 15,-3 2 8-15,0-1-2 0,0 1 10 0,1 1-1 16,-3-3-4-16,4 2 5 0,-4-1-5 0,0-1 0 16,0 0-2-16,0-2-1 0,0 1 1 0,0-1 0 15,-3-6 0-15,2 8 1 0,-2-8 9 0,3 6 2 16,-3-6 7-16,0 0 6 0,2 5 2 0,-2-5 9 16,0 0-2-16,0 0-2 0,0 0-5 0,0 0-6 15,0 0-4-15,0 0-1 0,0 0-5 0,7-16-6 16,-7 16-2-16,2-13-8 0,3 4-12 0,-1 0-8 0,3-3-2 15,1 1-1-15,3-1 5 0,-4 2-2 0,1 3-2 16,-3 1 4-16,0 2-3 0,0 0 4 16,-5 4-2-16,8-5-4 0,-8 5 4 0,9 1 0 15,-9-1-1-15,0 0 3 0,11 8 2 0,-7-4 1 0,0 2 0 16,-1 0 0-16,1 0 1 0,-1 0 3 0,2 0-1 16,0-1 1-16,-1 1 2 0,0-1 1 15,1 0-1-15,1-2 4 0,-1 1-2 0,-5-4 4 16,10 5-2-16,-5-4 2 0,-5-1-2 0,12-1 0 0,-12 1 3 15,13-3 4-15,-6 2-6 0,-7 1 4 0,10-5 1 16,-6 2-2-16,2-2-2 0,-1-2 3 0,1 0 0 16,-3 2-3-16,0-2-1 0,0 1-1 0,-1 0 1 15,1 1 0-15,-3 5 0 0,3-10-1 16,-3 10 2-16,2-6-6 0,-2 6-4 0,0 0 5 0,0 0-7 16,0 0 1-16,0 0 3 0,0 0-4 0,0 0 4 15,0 0 0-15,0 0-3 0,-7 21 1 0,5-11 5 16,1 0-1-16,-3-2-3 0,1 2 3 0,1-2-3 15,-1 2 3-15,2 0 0 0,-1 0 0 0,0-3 0 16,0-1-3-16,1 2-15 0,0-1-15 0,1-7-20 16,-3 11-17-16,3-4-32 0,0-7-35 0,-3 11-30 15,3-11-30-15,1 8-178 0,-1-8-405 0,0 0 180 16</inkml:trace>
  <inkml:trace contextRef="#ctx0" brushRef="#br0" timeOffset="75674.48">22753 8699 146 0,'4'-4'225'0,"-4"4"-22"0,0 0-24 16,2-5-13-16,-2 5 4 0,0 0 1 0,0 0 4 16,0 19 3-16,1-7-7 0,-2 0-18 0,0 4-9 15,0-1-7-15,-1-2-8 0,0 3-18 0,0 0-8 16,1-1-10-16,-1 2-10 0,0-8-6 0,2 4-10 15,0-2-7-15,2 1-3 0,-2 1-6 0,0-4-1 16,1 2-13-16,1-2-24 0,-2 0-20 0,2 0-25 16,-2 0-31-16,1-3-35 0,2 1-35 0,-3-7-37 15,0 10-27-15,0-10-28 0,0 0-146 0,-3 9-402 16,3-9 179-16</inkml:trace>
  <inkml:trace contextRef="#ctx0" brushRef="#br0" timeOffset="75830.53">22727 8858 88 0,'0'0'143'0,"11"-4"-7"0,-3 1-15 0,4 1-9 15,6-1-17-15,1 0-10 0,1 1-6 0,2-2-21 16,6 2-18-16,2 0-20 0,-2 0-27 0,1 0-26 16,-2 2-22-16,-4 2-22 0,-1-1-58 0,-3 0-145 15,-3 1 65-15</inkml:trace>
  <inkml:trace contextRef="#ctx0" brushRef="#br0" timeOffset="75919.6">23106 8848 30 0,'5'5'65'0,"-5"-5"2"15,0 0 4-15,0 0 0 0,0 0-1 16,0 8 3-16,0-8-6 0,0 0 1 0,0 0-10 0,0 0-8 16,0 0-9-16,0 0-17 0,-8 7-28 15,8-7-38-15,0 0-77 0,0 0-128 0,0 0 57 0</inkml:trace>
  <inkml:trace contextRef="#ctx0" brushRef="#br0" timeOffset="80108.35">17498 9249 122 0,'0'0'173'16,"0"0"-7"-16,0 0-24 0,1-7-9 0,-1 7-13 15,0 0-14-15,0 0 10 0,0 0-9 0,0 0-13 16,-19 19-6-16,7-7 0 0,-2 0-11 0,-6 6-2 0,-2 1-3 16,0 0-6-16,-3 1-7 0,2 0-6 0,-3 0-4 15,6 1-6-15,1-4-3 0,-2 0-7 16,7-4 6-16,0-1-8 0,2-2-12 0,1 2 9 16,1-5-6-16,2 1 1 0,3-4-1 0,-2 2-1 0,2-2 0 15,5-4 6-15,-8 7 1 0,8-7 6 0,-7 3 10 16,7-3 1-16,0 0-8 0,-6 0 4 15,6 0-4-15,0 0-6 0,0 0-3 0,0 0-4 16,0 0-4-16,0 0-2 0,11-20-4 0,-1 16 2 0,2-3-4 16,3 2 1-16,4 0 0 0,3 0-4 0,-1 1-2 15,0 1-3-15,2-1-4 0,4 3-1 0,1-2-2 16,-7 0-1-16,1 2-4 0,-1 1-3 0,0 0-3 16,0 0 0-16,0 0-1 0,-2 0-2 0,3 1 0 15,-1-1-2-15,-1 1 2 0,-2-1 2 0,-1 0-4 16,-5 2 0-16,-2-1 7 0,2-1 0 0,-5 0 1 15,-7 0 3-15,12 1 9 0,-12-1-4 0,9-1 4 16,-9 1 0-16,6-7-1 0,-6 7 2 0,0-10-1 16,0 10-4-16,-5-15 3 0,-1 6 3 0,-2-3-4 15,-5 1 1-15,1-2 0 0,0 1 5 0,-2-3-1 16,0 2 2-16,1 0-2 0,-2 1-3 0,-1 1-1 16,5 3 0-16,1 0 6 0,-1 0-7 0,0 2-6 15,5 4-19-15,-1-3-24 0,7 5-52 0,-10-4-44 16,10 4-31-16,0 0-163 0,-8-1-366 0,8 1 162 15</inkml:trace>
  <inkml:trace contextRef="#ctx0" brushRef="#br0" timeOffset="81119.92">17987 9300 229 0,'3'-6'207'16,"-3"6"-18"-16,0 0-18 0,2-8-17 0,-2 8-22 0,4-5-12 16,2 2-16-16,-6 3-5 0,17-4-9 0,-8 3-11 15,2-1-10-15,1 0-15 0,1 2-17 16,-2 0-13-16,1 0-18 0,0 2-9 0,-2-2-7 16,1 2 3-16,-3-1-12 0,-1 0-9 0,0 1 6 0,-7-2 7 15,10 1 2-15,-10-1-2 0,9 0 7 16,-9 0 0-16,0 0 7 0,0 0 7 0,0 0-6 15,0 0 6-15,0 0 6 0,0 0 1 0,0 0-1 16,0 0 2-16,-13-18 13 0,13 18 2 0,-6-5 3 0,6 5-1 16,-5-4-3-16,5 4 2 0,0 0-10 0,-6-5 2 15,6 5-4-15,0 0-1 0,0 0 15 0,0 0-1 16,-6 17 0-16,2-9 2 0,2 3 0 0,-1 1 6 16,1 0-1-16,-2 6 0 0,1 0 6 0,-1 0-3 15,0 1-4-15,2-1 0 0,-1 3-1 0,0-3 0 16,-1-1-4-16,1 1-3 0,2-3-4 0,-3 2 4 15,3-5-10-15,0 0 2 0,-1 0-2 0,0-1-2 16,0 0-3-16,-1 1-1 0,1-2-1 0,1 0 0 16,0 0 0-16,-2-2-1 0,1-1-5 0,1 1 4 15,-1-1-1-15,2-7-1 0,-2 12-2 0,0-7-4 16,2-5 6-16,-1 10-1 0,1-10-1 0,-3 8-1 16,3-8 1-16,-1 6 2 0,1-6-1 0,0 0-1 15,0 0 3-15,-2 7-1 0,2-7-3 0,0 0-1 16,0 0-5-16,-14-2 1 0,14 2-5 0,0 0 1 15,-16-7 1-15,16 7 2 0,-8-3-1 0,8 3-1 16,-8-4 2-16,8 4-1 0,-7-5-1 0,7 5-2 16,0 0 2-16,-7-3 2 0,7 3-1 0,0 0 1 15,-6-4 0-15,6 4-2 0,0 0 1 0,0 0 1 16,0 0 3-16,0 0-6 0,0 0-3 0,-3-6 4 16,3 6 1-16,0 0-1 0,0 0 3 0,0 0-1 15,0 0 3-15,0 0-3 0,0 0-1 0,0 0 2 16,0 0 1-16,0 0-3 0,0 0 3 0,0 0-1 15,0 0-2-15,0 0 9 0,0 0-7 0,0 0-3 16,0 0 2-16,0 0-1 0,0 0 0 0,0 0 1 0,0 0 0 16,0 0 0-16,0 0 0 0,0 0-2 0,0 0 0 15,0 0 4-15,0 0-3 0,0 0 1 16,0 0-2-16,0 0 3 0,0 0-2 0,0 0 4 16,0 0-2-16,0 0 1 0,0 0-1 0,0 0 1 0,0 0-3 15,0 0 2-15,0 0 1 0,0 0-1 0,0 0 1 16,0 0 0-16,0 0 0 0,0 0 1 15,0 0 1-15,0 0-2 0,0 0 0 0,0 0 2 16,0 0-2-16,0 0 1 0,0 0-3 0,0 0 1 0,0 0 1 16,0 0 0-16,0 0 0 0,0 0 2 0,0 0-4 15,0 0 2-15,0 0-5 0,0 0 4 0,0 0 1 16,0 0-2-16,0 0 1 0,0 0-4 0,0 0 2 16,0 0 4-16,0 0-1 0,0 0 5 0,0 0-1 15,21 4 0-15,-11-2-2 0,3-1 2 0,5 2-2 16,3-1 0-16,8-2-4 0,3 1 6 0,-2 1-2 15,-4 0-1-15,4 1-1 0,-9-2 1 0,7-1 2 16,-8 1-2-16,0 1 2 0,-1-2-2 0,-2 0-1 16,-3 1 5-16,-3-1-9 0,-3 2 3 0,0-2 0 15,-8 0 2-15,11 0 0 0,-11 0 0 0,8 2 1 16,-8-2 0-16,8 1 1 0,-8-1 1 0,0 0 0 16,0 0 3-16,0 0-2 0,0 0-4 0,0 0 4 15,0 0-3-15,0 0-6 0,0 0-16 0,0 0-17 16,0 0-28-16,0 0-36 0,0 0-51 0,0 0-33 15,0 0-202-15,0 0-416 0,0 0 185 0</inkml:trace>
  <inkml:trace contextRef="#ctx0" brushRef="#br0" timeOffset="81498.67">18747 9676 18 0,'-1'-11'251'0,"1"11"-6"0,-4-10-21 16,1 5-6-16,3 5-12 0,-7-10-17 0,3 6-14 16,-1 1-10-16,5 3-12 0,-11-5-12 0,2 3-13 0,-1 2-14 15,-1 0-12-15,-7 3-9 0,1 3-6 16,-1 0-2-16,1 4-5 0,-1-1-11 0,2 3-7 0,1-1-1 15,2 0-8-15,1 2-4 0,0 0-3 16,2 2-4-16,4-4-4 0,2 1-7 0,1-2-2 0,3 1 4 16,0 0-5-16,2 2 0 0,3-3-7 0,3 0-2 15,2 0 3-15,4-1-2 0,5 0 1 0,-1-2-2 16,9 0-2-16,-6-1-2 0,7 0-3 0,-9-5 0 16,1 2-2-16,-1-1-3 0,-2 0-7 0,-2-1-9 15,-4-1-9-15,1 0-13 0,-1 0-18 0,-2 0-17 16,-9 0-20-16,13-3-32 0,-13 3-36 0,12-2-48 15,-7-1-37-15,-5 3-172 0,6-3-446 0,-6 3 197 16</inkml:trace>
  <inkml:trace contextRef="#ctx0" brushRef="#br0" timeOffset="84700.29">14027 9101 102 0,'-27'2'142'0,"18"1"-6"0,-2 3-1 0,0 1-7 16,-1 0-5-16,-3 2-8 0,-1 1-7 0,3-2-4 16,-3 2-4-16,0-1-9 0,-2 1-6 0,1 0-4 0,0 1-8 15,-1-1 0-15,3-1-11 0,-4 2-5 0,2-2-8 16,-1-1-1-16,2 3-2 0,-2-3-8 15,0 3 4-15,2-1-6 0,-2-1-3 0,3-1-1 16,4 0-4-16,-1-1-4 0,3 0-1 0,-1-1-3 0,0-1-2 16,3-2 1-16,3 1-2 0,-2-1-2 0,6-3-1 15,-8 4 3-15,8-4-3 0,0 0-7 16,-4 5 5-16,4-5 1 0,0 0 1 0,0 0-3 0,0 0-2 16,0 0-2-16,29-5 1 0,-11 2 2 0,2 1-1 15,0-2 0-15,1 0 0 0,8 2-2 0,-9-1-2 16,9 2-4-16,-8 1 2 0,1 0-2 0,7 1-3 15,-1 1 2-15,-2-1-4 0,-3 0 0 0,-1 2 2 16,5 1-2-16,-7 0-2 0,2-1 1 0,-3-2 4 16,0 1-5-16,0 0-1 0,-1 0 2 0,-1 1-4 15,-3-2 4-15,-1 2 2 0,-1 0-4 0,-3-3 4 16,-2 1 2-16,2 1-2 0,-9-2 2 0,11 0 2 16,-11 0-1-16,11-3 0 0,-11 3 0 0,7-6 3 15,-5 1-1-15,-2 5-3 0,2-11 3 0,-2 3 3 16,0 8-1-16,-4-20 2 0,3 8-1 0,-3-4 0 15,0 1 0-15,0-2-2 0,-4 1 3 0,1-1-1 16,-3 2 4-16,3-1-4 0,-3 1 1 0,-1 1 0 16,-1 2 0-16,-2 1-5 0,5 3 0 0,4 0-1 15,-4 5 2-15,5-3-8 0,-1 3-20 0,5 3-29 16,-6-5-30-16,6 5-18 0,0 0-17 0,0 0-22 16,0 0-37-16,-9 12-101 0,9-12-302 0,0 12 133 15</inkml:trace>
  <inkml:trace contextRef="#ctx0" brushRef="#br0" timeOffset="85912.93">14418 9150 81 0,'0'-4'209'0,"0"4"-17"0,4-13-10 16,-4 8-7-16,0 5 2 0,3-11-7 15,-3 11-11-15,2-7-7 0,-2 7-9 0,0 0-14 0,3-9-10 16,-3 9-16-16,0 0-11 0,2-6-10 0,-2 6-8 16,0 0-9-16,0 0-3 0,0 0-13 0,15 1 4 15,-15-1-8-15,18 4-10 0,-9-3 1 16,4 1-2-16,6 1-8 0,-1-2-13 0,-3 2-12 0,-1-3-13 16,-1 3-21-16,0-2-19 0,-1-1-20 0,-1 1-24 15,-2 1-16-15,-2-1-10 0,-7-1-17 0,13 2-5 16,-8 0-1-16,-5-2-1 0,6 2-1 0,-6-2 12 15,0 0 14-15,0 0 10 0,0 0 8 0,0 0 11 16,0 0 11-16,0 0 7 0,0 0 11 0,0 0 18 16,-20 4 12-16,20-4 12 0,0 0 8 0,-15-2 13 15,15 2 6-15,-10-3 16 0,10 3 11 0,-8-1 16 16,8 1 13-16,0 0-12 0,-12-3 9 0,12 3 0 16,0 0-7-16,0 0-5 0,0 0 30 0,-9 7 12 15,7-2-9-15,0 3 2 0,0 2 7 0,-1 6 1 16,0 1-2-16,-3-2 0 0,3 3-5 0,0-1-11 15,-2 0-6-15,3 3 0 0,-2-1-3 0,2 2-10 16,-3-2-2-16,5-2-5 0,-2-1-4 0,0 0 0 16,0 0-5-16,2 0-3 0,-1-3-5 0,1-2-2 15,-2 1 0-15,1-2-3 0,-1 0-2 0,-2 0-4 0,1-1-1 16,-1-1-4-16,0 0-2 0,1-4-3 0,-1 2-7 16,-1-1-1-16,5-5-2 0,-11 7 1 15,5-4-4-15,6-3 5 0,-9 1-6 0,9-1-2 16,-14-4 2-16,14 4 2 0,-11-2-2 0,11 2-1 0,-9-2 3 15,9 2 2-15,-5-5 1 0,5 5-1 0,-4-6-1 16,4 6 0-16,0 0-2 0,0 0 2 0,0 0-5 16,0 0 6-16,12-11-6 0,-4 9-8 0,-8 2-14 15,20 2-7-15,-6-2-9 0,6 0-13 0,-2 1-2 16,-2 1-23-16,4 0-6 0,0 0-12 0,0-2-5 16,0 0-1-16,-1 0-7 0,-2 1 9 0,3-1 8 15,-6 0 10-15,0-1 7 0,-3 1 1 0,2-2 13 16,-3-2 13-16,0 1 15 0,-2 0 10 0,-1-1 12 15,-2 0 20-15,0-1 8 0,0-1-13 0,0-2 26 16,-1 0 12-16,0 2 21 0,1 1 26 0,-3-1 3 16,-2 6-4-16,6-10 8 0,-6 10 5 15,3-7-1-15,-3 7-5 0,2-5-10 0,-2 5-10 0,0 0-18 16,0 0 6-16,0 0-4 0,0 0 5 0,0 0 9 16,6 16-4-16,-7-6 3 0,-2 2 6 0,1 4-3 15,2 0-4-15,-2-3-10 0,0 4-2 0,-1-2-5 16,1 0-6-16,2-3-7 0,-2 0 2 0,2 0-4 15,-2 1-2-15,4-2-4 0,-2-2-2 0,0 1-2 16,0-3-3-16,2 0-4 0,-2-7 2 0,2 11-5 16,-2-11-5-16,2 10-7 0,-1-6-4 0,-1-4-5 15,1 7 5-15,-1-7-2 0,0 0-2 0,0 0-4 0,0 0-11 16,0 0-4-16,0 0 5 0,0 0 0 16,0 0-2-16,0 0-4 0,8-23 1 0,-6 11-2 15,3 1-1-15,-1-5-1 0,3-1 4 0,-3-1-2 16,6 1 1-16,-1-8-3 0,-3 7 3 0,3 0 0 15,0 0 4-15,0 3 4 0,0-1 1 0,-5 5 1 16,5 2 1-16,-4 0 4 0,2 2 1 0,-1 2-1 16,5 1 4-16,-2 0-4 0,-4 2 1 0,9 2 4 0,-14 0 0 15,13 6 9-15,-3-2-1 0,-1 2 3 0,-1 1-1 16,-1-1-1-16,-1 3 1 0,-1 1-3 16,0-1 5-16,0 2 2 0,-4-2-3 0,0 1-2 15,-2-1 2-15,0 1 1 0,0 1-2 0,-3-2 2 0,-1 1 0 16,0-1-3-16,-1 1 0 0,3-4-2 0,-1 0-6 15,-1 3-19-15,1-4-3 0,-1 0-2 0,2 2-9 16,3-7-6-16,-2 10-9 0,2-10-6 0,0 11 12 16,0-11 5-16,3 10-1 0,-1-5 5 0,5 0 7 15,-2-1 7-15,-1 0-1 0,1-1 1 0,1 2-3 16,-1 0 6-16,2 0-1 0,-3-1 3 0,-4-4 2 16,7 10 6-16,-5-9 2 0,-2-1 3 0,5 9 5 15,-2-6 2-15,-3-3 4 0,2 6 6 0,-2-6 10 16,0 9 5-16,0-9 0 0,-6 8-3 0,6-8-3 15,-10 3 2-15,5 0-2 0,-3-1-2 0,8-2-3 16,-13 4 3-16,7-1-12 0,-1-1-16 0,-2 0-22 16,9-2-26-16,-13 3-36 0,7-3-55 0,-3 2-102 15,9-2-273-15,-12 0 120 0</inkml:trace>
  <inkml:trace contextRef="#ctx0" brushRef="#br0" timeOffset="86133.83">15826 9522 101 0,'0'0'232'0,"5"-3"-14"16,-5 3-24-16,10-2-15 0,-2 0-19 15,-8 2-19-15,18-2-13 0,-7 2-14 0,0 0-10 0,2 0-11 16,-1 0-17-16,0 1-29 0,2 0-28 0,-3 3-42 15,0-1-29-15,0 0-40 0,0 1-31 16,-1 0-130-16,-4 0-274 0,-4 0 122 0</inkml:trace>
  <inkml:trace contextRef="#ctx0" brushRef="#br0" timeOffset="86291.76">15827 9628 51 0,'0'0'188'0,"-6"1"1"16,6-1-14-16,0 0-9 0,-8 3-18 0,8-3-10 15,0 0-8-15,0 0-7 0,0 0-12 0,0 0-8 16,25 7-9-16,-14-6-13 0,0 1-10 0,2-1-26 16,3 2-37-16,0-3-40 0,3 3-44 0,3-1-41 15,-1 0-149-15,-1 0-289 0,0 0 128 0</inkml:trace>
  <inkml:trace contextRef="#ctx0" brushRef="#br0" timeOffset="89334.21">16480 9472 151 0,'0'0'155'0,"0"0"0"16,0 0-8-16,-2-8 2 0,2 8-11 0,0 0-4 0,-4-6-7 16,4 6-12-16,0 0-7 0,-4-7-1 0,4 7-15 15,0 0-9-15,0 0 0 0,0 0-9 0,0 0-6 16,-4-6-7-16,4 6-3 0,0 0-8 15,0 0-8-15,0 0 2 0,0 0-12 0,0 0 0 0,0 0-3 16,0 0-3-16,0 0-5 0,0 0 0 0,0 0-5 16,0 0 2-16,0 0 1 0,0 0 4 0,0 0 1 15,20 0-4-15,-8 1 3 0,2 0 1 16,4 0 2-16,1 0-2 0,3 0-2 0,0 0-2 0,-3 1-2 16,3-1-1-16,-1 0 1 0,-3 2-2 0,0-3-1 15,-5 2-2-15,1-1 3 0,-1 1-4 0,1-2-2 16,-4 1 7-16,0-1 2 0,2 0-1 0,-6 1 1 15,-6-1 2-15,13 0 4 0,-13 0-3 0,10 0-1 16,-10 0 1-16,9 0-1 0,-9 0-3 0,0 0-2 16,9-2 3-16,-9 2-3 0,0 0-4 0,0 0 1 15,0 0-1-15,10 0 1 0,-10 0-9 0,0 0-7 16,0 0-17-16,0 0-26 0,0 0-26 0,0 0-28 16,0 0-43-16,0 0-45 0,0 0-54 0,0 0-127 15,0 0-399-15,0 0 177 0</inkml:trace>
  <inkml:trace contextRef="#ctx0" brushRef="#br0" timeOffset="89994.22">20381 7500 67 0,'-8'1'102'0,"8"-1"-20"0,0 0-7 0,0 0 1 15,0 0-5-15,0 0-3 0,0 0-18 0,0 0-7 16,0 0-2-16,0 0-33 0,0 0-29 0,0 0-29 0,0 0-52 15,0 0-111-15,0 0 49 0</inkml:trace>
  <inkml:trace contextRef="#ctx0" brushRef="#br0" timeOffset="90435.4">22542 7799 71 0,'0'0'125'0,"0"0"-6"0,0 0-7 0,0 0-7 16,0 0-12-16,0 0-6 0,0 0-13 0,0 0 1 0,0 0-24 16,0 0 5-16,0 0-9 0,0 0-13 0,0 0-16 15,0 0-16-15,0 0-31 0,0 0-18 0,0 0-23 16,-31-3-85-16,21 3-165 0,-3-1 73 0</inkml:trace>
  <inkml:trace contextRef="#ctx0" brushRef="#br0" timeOffset="95188.8">19355 9439 123 0,'0'0'114'0,"3"-10"-4"0,-3 10 0 15,0 0-13-15,0 0 4 0,5-3-4 0,-5 3-10 16,0 0 3-16,3-7-6 0,-3 7 2 16,0 0-3-16,0 0-4 0,3-7 0 0,-3 7 1 0,0 0 0 15,3-5 0-15,-3 5-5 0,0 0-4 0,0 0 0 16,0 0-5-16,0 0-1 0,3-7-8 0,-3 7-4 15,0 0-4-15,0 0-8 0,0 0-3 0,0 0-5 16,0 0-12-16,0 0-1 0,0 0-3 0,0 0 1 16,0 0-5-16,0 0-1 0,1 26 0 0,-1-15 0 15,3 1-5-15,-3 2 1 0,1 2 1 0,-1 1 4 16,0 0-8-16,0-2 2 0,-2 2-4 0,2-4 7 16,1 2-2-16,-1-3-8 0,-1-1 6 0,-2 0-1 15,2 0 0-15,-2 0 0 0,1-1-2 0,2 0 0 16,-2-1 1-16,2 1 1 0,0-10 0 0,-1 13-2 15,0-6 0-15,1-7 2 0,-2 11-2 0,2-11-2 16,-2 11 7-16,2-11-3 0,-1 7-2 0,1-7-2 16,0 7 2-16,0-7-9 0,0 0-12 0,-2 9-15 15,2-9-21-15,0 0-15 0,0 0-17 0,-3 6-19 16,3-6-26-16,0 0-21 0,0 0-151 0,-8 2-328 16,8-2 145-16</inkml:trace>
  <inkml:trace contextRef="#ctx0" brushRef="#br0" timeOffset="95612.85">19467 9369 56 0,'17'-6'145'0,"1"0"-7"15,2 1-3-15,0 2-8 0,0 3-8 0,0 0-7 16,-1 1-15-16,-2 3-4 0,-1 2-8 15,-4 1-10-15,-2-2-5 0,2 2-22 0,-7 2 12 16,0 2-12-16,-4 0-5 0,0-1-6 0,-2 2-3 0,-4 1 0 16,0-3-2-16,-5 6-4 0,-2-2-4 0,1 0 0 15,-3-2-2-15,-2 0-6 0,0 1-1 0,0-4 1 16,0 1-1-16,0-4-4 0,-1 2-1 0,0-2 0 16,0-1-2-16,3-2 7 0,3-1-7 0,0 0 1 15,0-2-1-15,3 0 11 0,8 0-10 0,-11-1-3 16,11 1-1-16,-12-5 3 0,12 5-2 0,-9-3 12 15,9 3 1-15,-3-4 2 0,3 4-5 0,0 0-2 16,0 0-1-16,-7-3-2 0,7 3-5 0,0 0 3 16,0 0-1-16,0 0-3 0,0 0 0 0,0 0 1 15,28 7-2-15,-21-3 2 0,0 2 1 0,1 0-6 16,1 1 5-16,0-1 4 0,0 1-4 0,2 0 3 16,-2 0-4-16,2 0 2 0,-1 1 0 0,0 0-3 15,0 0-6-15,2 1-25 0,-2-3-23 0,0 3-26 16,2-2-23-16,-3 2-50 0,0-1-135 0,-4-2-306 15,1 0 135-15</inkml:trace>
  <inkml:trace contextRef="#ctx0" brushRef="#br0" timeOffset="98109.92">19931 9697 64 0,'0'0'90'0,"0"0"-8"15,5-3-7-15,-5 3-7 0,0 0-6 0,0 0-2 16,0 0-13-16,0 0 4 0,0 0-6 0,0 0-6 16,0 0-1-16,0 0 8 0,0 0-21 0,0 0 5 15,0 0-6-15,0 0-12 0,0 0 14 0,0 0-1 16,0 0-3-16,0 0-4 0,0 0 3 0,0 0-5 16,0 0 3-16,0 0-5 0,0 0-9 0,0 0 7 15,0 0-3-15,0 0 5 0,0 0-9 0,0 0 0 16,0 0-2-16,0 0 6 0,0 0-6 0,0 0 4 15,0 0-3-15,0 0-1 0,0 0 2 0,0 0 1 16,0 0-7-16,0 0-2 0,0 0 8 0,0 0-4 16,0 0 7-16,0 0-10 0,0 0 0 0,0 0 7 15,0 0 3-15,0 0-5 0,0 0-12 0,0 0 7 16,0 0 8-16,0 0-1 0,0 0-5 0,0 0 5 16,0 0 3-16,0 0-8 0,0 0 1 0,0 0 8 15,0 0-1-15,0 0 1 0,0 0-6 0,0 0 5 16,0 0 4-16,0 0 1 0,0 0-4 0,0 0 5 15,0 0-8-15,0 0 0 0,0 0 4 0,0 0 6 16,0 0-7-16,0 0 0 0,0 0 3 0,0 0-3 0,0 0-2 16,0 0 2-16,0 0-4 0,0 0 0 0,0 0-1 15,0 0-5-15,0 0 8 0,0 0-3 16,0 0-3-16,0 0 3 0,0 0 3 0,0 0 3 16,0 0 0-16,0 0 2 0,0 0-8 0,0 0 8 0,0 0-9 15,0 0 12-15,0 0-10 0,0 0 8 0,0 0 4 16,0 0-1-16,0 0 1 0,0 0 7 0,0 0-12 15,0 0 4-15,0 0 4 0,0 0-4 16,0 0 2-16,0 0-1 0,0 0 2 0,0 0 0 0,0 0 5 16,0 0 9-16,0 0-8 0,0 0-1 0,0 0 6 15,0 0-2-15,0 0-3 0,0 0 1 0,0 0-5 16,0 0-2-16,0 0 1 0,0 0-1 0,0 0 0 16,0 0 1-16,0 0 0 0,0 0 3 0,0 0-9 15,0 0 0-15,0 0 0 0,0 0 0 0,0 0-4 16,0 0 0-16,0 0-2 0,-15-12 0 0,15 12-1 15,-7-1 1-15,7 1-5 0,-10-3-3 0,10 3 6 16,-10-1-4-16,10 1-1 0,-12 1-2 0,12-1-10 16,-11 1 9-16,11-1-2 0,-10 3-4 0,3-1 10 15,-2 1-3-15,3 0 2 0,0 1-1 0,0-1 0 16,6-3 0-16,-10 10 0 0,5-7-6 0,1 2 4 16,0 2 2-16,4-7 3 0,-3 10-2 0,1-5 1 15,2-5-1-15,0 12 1 0,0-12 0 0,3 11 0 16,1-6 2-16,0 1-2 0,2 0-1 0,2-1 4 15,-1-1 2-15,0 1-8 0,-1-2 6 0,5 2-4 16,-1-1 4-16,-1-1 0 0,2 0-3 0,-3-1 2 16,1 1-1-16,-3-2-2 0,3 2 2 0,-9-3-2 15,13 2 2-15,-7 0-1 0,-6-2-3 0,9 0 7 16,-9 0-1-16,0 0-2 0,9 1 2 0,-9-1 0 16,0 0-3-16,0 0-1 0,0 0-2 0,0 0-3 15,0 0 4-15,0 0-3 0,0 0 1 0,-35-1 2 16,23 2-2-16,-6 2 3 0,-3-1-3 0,1 1 2 15,2 2 2-15,-1-2 0 0,2 0 6 0,-1 2-3 0,7 0-1 16,-2 1 0-16,3-3 1 0,2 4 1 0,2-4-3 16,-3 3 3-16,4-2 2 0,1 1 1 15,1 1-1-15,3-6 3 0,-1 11 1 0,1-11-3 16,4 13 1-16,2-8 2 0,3 0-1 0,1 1 0 0,6 1 0 16,0-1-2-16,0-1-11 0,3-1-16 0,1 1-25 15,0 1-18-15,-1 0-26 0,1-3-23 0,-1 2-14 16,-1-2-30-16,-2 3-141 0,-5-1-317 15,-2-3 141-15</inkml:trace>
  <inkml:trace contextRef="#ctx0" brushRef="#br0" timeOffset="98711.38">17311 10197 162 0,'-9'-3'162'0,"9"3"-17"15,-6-4-10-15,6 4-18 0,0 0-9 0,0 0 0 16,0 0 1-16,0 0-2 0,39 2-7 0,-8 0-3 16,5 3-6-16,19 1-6 0,6 3-11 0,27 3-2 15,4-1-2-15,4 2-5 0,1-2-8 0,8 3-5 16,5-2-4-16,2 2-5 0,0-1-5 0,1-1-5 16,4 1-1-16,-1-3 2 0,3 3-8 0,0-6 2 15,2 6-5-15,6-1 2 0,2 3 6 0,-3-4-5 0,6-1 2 16,-3 2-3-16,-9-3-2 0,-5-1-3 0,-10 2-1 15,-11-1 1-15,-27-5-5 0,-3 1 2 0,-4 0 1 16,-6-1-8-16,-15-3 3 0,-3 1-4 16,-2-1 4-16,-13 0-1 0,-3 1-6 0,-4-1 1 0,-3 0 0 15,-2-1 0-15,-2 0-6 0,-7 0-3 0,7 0-10 16,-7 0-11-16,0 0-16 0,0 0-20 0,0 0-17 16,-39 5-33-16,17-4-22 0,-12 1-37 0,-2 1-158 15,-19 0-353-15,0 1 156 0</inkml:trace>
  <inkml:trace contextRef="#ctx0" brushRef="#br0" timeOffset="99162.56">17358 10740 5 0,'-1'-12'213'0,"-3"2"-11"0,2 0-9 0,-1 1 4 15,2 2-3-15,1 7-16 0,-3-11-10 0,3 11-16 16,-1-9-20-16,1 9-14 0,0 0-15 0,-3-7-10 0,3 7-9 16,0 0-7-16,0 0-9 0,-6 26 1 15,1-9-7-15,1-2-2 0,-2 4-7 0,2-2-3 16,-4 7-9-16,3-4 3 0,1-2-6 0,0 0-5 16,-2-2-2-16,4 1-3 0,-1-1-3 0,2 0-2 0,-2-5-4 15,3 0 2-15,-1 2-4 0,0-3 1 0,1 0-2 16,-2-1 1-16,1 0-4 0,-2-2-15 15,3-7-15-15,-2 13-14 0,-1-7-24 0,1 0-11 16,2-6-11-16,-7 9-33 0,7-9-11 0,-7 5-23 0,7-5-27 16,-8 2-27-16,8-2-113 0,0 0-336 15,-10-11 149-15</inkml:trace>
  <inkml:trace contextRef="#ctx0" brushRef="#br0" timeOffset="99475.25">17421 10617 150 0,'15'-9'156'16,"3"1"-3"-16,-1 3-7 0,-5 1-10 0,1 3-21 16,-2 2-8-16,-3-1-8 0,-1 3-9 0,-1 0-1 15,0 1-4-15,-3 2-9 0,2 0-7 0,-3 3 0 16,-2 0-10-16,-3 2-5 0,-2 0-4 0,-1 0-6 16,-5 3-2-16,-1-1-3 0,0 1-4 0,-2-1-5 15,-3-3-2-15,2 1-2 0,-2-1-5 0,2-1 0 16,0-2-2-16,2-1-2 0,0-2 2 0,3 1-3 15,4-3-7-15,-2 1 8 0,8-3-4 0,-10 2-1 16,6 2 0-16,4-4-1 0,0 0-2 0,-9 3-2 16,9-3-4-16,0 0 3 0,-3 6-5 0,3-6 1 15,0 0 3-15,0 0 0 0,8 17 2 0,-4-11-1 16,1 3 2-16,3-2-1 0,1 1-3 0,0 0-1 16,2 5 7-16,4-3-9 0,0 2-20 0,2-1-34 15,0-2-49-15,2 0-25 0,0-1-40 0,-1 2-125 16,0-4-316-16,0-1 140 0</inkml:trace>
  <inkml:trace contextRef="#ctx0" brushRef="#br0" timeOffset="99884.07">17872 10851 111 0,'-8'-2'212'0,"-1"0"-12"0,-3 2-12 16,-1 2-9-16,1 0-11 0,-5 2-10 0,0 3-15 15,2 0-16-15,3-1-11 0,1 1-9 0,-1 1-12 16,3-1-13-16,2 3-3 0,0-2-12 16,3 1-6-16,2 0-3 0,2 1-5 0,0-3-3 0,4 2-8 15,-2-3 1-15,5 2-8 0,3 0 2 16,-1-4-8-16,2 2-1 0,-1-3-10 0,1 3 4 0,-4-5 0 16,5 1-5-16,-5-1 0 0,0 2-2 0,-7-3-2 15,11 1 0-15,-11-1 0 0,9-1-4 0,-9 1 1 16,0 0-6-16,0 0 1 0,5-6-1 0,-5 6-3 15,0 0 1-15,0 0 0 0,0 0 0 0,-17-10-1 16,17 10-4-16,-15 0 3 0,4 0 3 0,-2 1-3 16,-1 1 0-16,-4 0 0 0,0 3 5 0,2 1 1 15,-1 0 0-15,2 1 5 0,-1 1-1 0,4 3 3 16,3-5-5-16,-1 2 2 0,2 0-1 0,1 0-2 16,1 1 0-16,3-1 0 0,0 1-3 0,1 0 3 15,2 0-5-15,5-4 7 0,-1 3-7 0,4-2-14 16,1 1-21-16,2-3-23 0,6 3-28 0,-4-4-32 15,5 2-24-15,2-3-15 0,-3 0-26 0,1 3-19 16,-2-4-101-16,3-1-326 0,2 0 145 0</inkml:trace>
  <inkml:trace contextRef="#ctx0" brushRef="#br0" timeOffset="100095.25">18227 10965 101 0,'7'-3'224'0,"-7"3"-11"16,0 0-14-16,8-4-17 0,-8 4-12 0,10-2-17 0,-10 2-13 16,14 3-10-16,-4-2-13 0,1 1-13 0,2-2-8 15,1 3-9-15,-1-3-9 0,4 3-9 16,-1 0-9-16,-2 1-21 0,-2-4-31 0,-2 4-29 16,1-1-22-16,-1 0-33 0,-3-1-30 0,0 0-22 0,-7-2-10 15,8 3-17-15,-8-3-96 0,0 0-271 0,0 0 120 16</inkml:trace>
  <inkml:trace contextRef="#ctx0" brushRef="#br0" timeOffset="100292.61">18378 10926 117 0,'-2'-6'198'0,"2"6"-9"0,0 0-9 0,0 0-18 16,0 0-14-16,-4-6-13 0,4 6 6 0,0 0-9 15,0 0 2-15,0 0-6 0,-10 22-8 0,6-12-7 16,-1 0-9-16,1 2-8 0,-4 4-4 0,2 0-12 15,1-1-10-15,0 0-7 0,1 2-4 16,0-1-7-16,0-2-9 0,1-3-22 0,0 5-29 0,1-4-37 16,1 0-33-16,0-1-50 0,3 0-25 0,0 1-47 15,1-2-128-15,0-1-355 0,-1-1 157 0</inkml:trace>
  <inkml:trace contextRef="#ctx0" brushRef="#br0" timeOffset="100565.05">18818 10913 50 0,'-1'-8'289'0,"-1"0"-13"16,2 8-16-16,-4-11-28 0,4 11-24 0,-2-7-23 16,2 7-20-16,0 0-14 0,0 0-12 0,-14 18-8 15,10-5-13-15,-2 1-2 0,-1 3-11 0,2 1-5 16,-4 6-14-16,5-6-10 0,-1 2-4 0,1-1-13 15,-1-1-2-15,0 6-6 0,1-6-7 0,2-2-6 16,-1 0 4-16,-2-1-4 0,3-3-6 0,-1 0-6 16,0-1-17-16,2-2-22 0,-4 0-21 0,4-2-31 15,-4-1-21-15,2 1-23 0,1-1-31 0,-2-2-11 0,4-4-33 16,-8 9-26-16,4-5-151 0,4-4-391 16,0 0 174-16</inkml:trace>
  <inkml:trace contextRef="#ctx0" brushRef="#br0" timeOffset="100906.52">18864 10882 81 0,'5'-4'158'0,"0"1"-16"16,1 0 8-16,-6 3 3 0,0 0 0 0,18 5-8 0,-13 1-13 16,1-1-9-16,-1 3-9 0,0 3-9 15,-3-1-2-15,-2 0-7 0,-1 2-10 0,0 4-8 16,-3 0-7-16,-2-1-15 0,-2 0 2 0,-2-2-5 15,-1 0-4-15,0-1-6 0,0-2-2 0,1-1-7 0,-1-3-1 16,1 1-3-16,1-1-1 0,1-2-3 0,3 0-2 16,-1-1-2-16,6-3-3 0,-8 4 0 15,8-4-3-15,-8 2 1 0,8-2-6 0,0 0 5 16,0 0 2-16,0 0-2 0,-14-4-1 0,14 4-7 16,0 0 0-16,0 0-3 0,0 0 7 0,0 0 3 0,0 0 0 15,0 0 1-15,21 11 2 0,-16-5-1 0,4 1 1 16,-2-2-5-16,1 5-2 0,1-3 1 15,1 3 0-15,0-2-2 0,2 5-3 0,-2-5-17 0,2 3-9 16,2-2-20-16,-4 0-42 0,0 0-31 0,2-2-46 16,-2-1-42-16,-1 3-153 0,-3-4-381 0,4 0 169 15</inkml:trace>
  <inkml:trace contextRef="#ctx0" brushRef="#br0" timeOffset="101146.58">19093 11169 5 0,'1'-11'270'0,"-1"11"4"0,0 0-9 0,0-9-15 16,0 9-19-16,0 0-23 0,0 0-26 0,1-6-14 15,-1 6-23-15,0 0-13 0,0 0-11 0,0 0-10 16,0 0-8-16,-9 24-9 0,5-15-15 0,-1 2 0 16,2-2-7-16,-1 2-12 0,0 0-6 0,0 0-6 15,-1 0-3-15,2-1-3 0,-2 2-3 0,1-1-5 16,1-2 3-16,1 3-10 0,0-5-8 0,0 0-17 15,2-7-16-15,-5 14-22 0,4-6-39 0,-2-2-33 16,1 3-29-16,2-9-45 0,-4 11-37 0,1-6-186 16,-2-2-437-16,5-3 193 0</inkml:trace>
  <inkml:trace contextRef="#ctx0" brushRef="#br0" timeOffset="101562.74">19121 11155 112 0,'6'-4'250'0,"3"0"-16"0,-1 0-14 15,2 2-17-15,-1 0-13 0,2 2-19 0,-3-2-13 16,-8 2-9-16,15 0-14 0,-6 2-13 0,-1-1-4 16,0 0-19-16,-3 3-8 0,-5-4-10 0,11 6-7 15,-7-2-9-15,-4-4-1 0,3 9-13 0,-2-2-1 16,-1-7-5-16,-5 10-2 0,0-4-8 0,-3 1-4 0,2-1-4 15,-2 1-2-15,0-1-6 0,-1 0-7 16,0 1-12-16,3-3-9 0,0-1-9 0,-2 3-5 16,3 0 1-16,1-2-1 0,4-4-4 0,-5 11 1 15,4-6 1-15,1-5-7 0,-2 10 9 0,2-10 1 0,4 11 4 16,0-6-1-16,0 1 2 0,1 0 2 0,0-1 2 16,3 0 1-16,-2 0 2 0,-1-1-2 0,0 1 0 15,2 0 2-15,-1-1-1 0,-2-1 1 16,-4-3 2-16,8 8 3 0,-6-5 1 0,-2-3-1 0,4 8 2 15,-4-8 11-15,3 5 2 0,-3-5 7 0,0 0-2 16,-8 12-2-16,3-9-2 0,-2 1 2 0,1 0-4 16,-3 0 0-16,0 0-1 0,-1-1 1 15,-1 0-5-15,-1 0-22 0,0-1-27 0,1 2-31 0,1 0-46 16,-3-3-52-16,3 2-182 0,-1-3-385 0,4-1 171 16</inkml:trace>
  <inkml:trace contextRef="#ctx0" brushRef="#br0" timeOffset="101806.05">19610 11078 162 0,'8'-1'248'0,"0"1"-8"0,-8 0-20 15,16 6-6-15,-8 1-14 0,-2 2-15 0,3 6-11 16,-5 0-14-16,0 2-14 0,-3 2-17 0,-1-1-11 15,-3 7-12-15,-3-1-8 0,-3 3-9 0,0 0-8 16,-9-2-8-16,2 3-2 0,-5-4-17 0,-3 0-22 16,2 2-16-16,-3-2-28 0,-6-1-23 0,0 0-30 15,-11 2-31-15,9-6-33 0,-1-1-33 0,-15 2-43 16,-1-1-147-16,-4-7-382 0,1 2 169 0</inkml:trace>
  <inkml:trace contextRef="#ctx0" brushRef="#br0" timeOffset="102208.12">17182 10569 60 0,'-26'9'202'0,"0"8"0"0,-4 6-13 16,-9 13 1-16,1 9 3 0,5 3-14 0,3 2-9 0,4 6-8 16,7 1-14-16,11 0-13 0,8-1-15 15,13 1-7-15,5-4-10 0,6 1-10 0,18 18-7 16,-7-26-15-16,6 0-22 0,3-5-31 0,20 16-32 16,-18-23-45-16,0 0-69 0,5-5-45 0,-4 2-179 0,1-7-381 15,-2 0 169-15</inkml:trace>
  <inkml:trace contextRef="#ctx0" brushRef="#br0" timeOffset="105672.95">12686 12136 11 0,'0'0'165'0,"0"0"-23"0,4-6 13 0,-4 6-3 15,0 0-7-15,3-7-3 0,-3 7-5 0,0 0-3 16,0 0-14-16,2-8-5 0,-2 8-4 0,0 0-6 16,0 0-8-16,2-8-7 0,-2 8-5 0,0 0-7 15,0 0-7-15,0 0 0 0,0 0-4 0,-2-12-5 16,2 12-7-16,-6-4-4 0,6 4-8 0,-5-5-3 16,5 5-9-16,-12-3 1 0,12 3-3 0,-13-1-5 15,2 0-1-15,-1-1-2 0,-5 4-1 0,1-1-1 16,3 0-4-16,-1 1 1 0,-4 0 0 0,0 0 5 15,3 2-4-15,-4-1 5 0,2 1-5 0,3 0 3 0,3-1-4 16,-3 2 1-16,1 0-2 0,4 1-2 16,-5 1-1-16,-1 2 0 0,1-2 0 0,-1 2 1 15,5-2-2-15,0 0-1 0,1 2-2 0,-1 2 5 16,3-2-3-16,-1 0-5 0,3 3 3 0,1-1 1 16,-1-1 0-16,3 4 0 0,2-5-3 0,0 4 2 0,5-2-5 15,-1 0 3-15,5 5-3 0,0-4 6 16,4 1-4-16,0 1 1 0,4-1-3 0,-2-2 5 15,1 1-1-15,0 0-5 0,2-1 3 0,-1-1-1 0,0-1-1 16,-2 3-1-16,1-4-2 0,-5 0 4 0,3 2-3 16,-6-2 2-16,1 0-5 0,1-1 5 0,-2 2 2 15,-3-1-7-15,-3 1-5 0,0-2 9 16,-2 0-1-16,0-7 1 0,-8 15 0 0,3-6-2 0,-7-1 19 16,1-1-2-16,-5 1-1 0,-3-1-1 0,2-1-1 15,-2-1-2-15,-10-2 0 0,2 1-3 0,4-3 3 16,-4 2-3-16,-3-2-4 0,2 1 3 0,2-4 1 15,4 4-3-15,2-2 1 0,0-2-3 16,4 2 1-16,3-1-2 0,1 1-6 0,1 0-22 0,5-3-26 16,6 3-26-16,-14 0-43 0,14 0-44 0,-9 0-42 15,9 0-34-15,0 0-157 0,0 0-428 0,0 0 189 16</inkml:trace>
  <inkml:trace contextRef="#ctx0" brushRef="#br0" timeOffset="105918.78">13086 12432 109 0,'2'-6'273'0,"-2"6"-11"0,0 0-16 0,0 0-21 16,2-7-26-16,-2 7-21 0,0 0-18 0,9-1-16 15,-9 1-14-15,14 1-12 0,-1 1-13 0,3 0-8 16,2-1-12-16,2 1-25 0,3-1-29 0,-3 3-38 16,-2 0-42-16,0-2-51 0,-5 2-50 0,-2-2-38 15,1 1-134-15,-5 0-348 0,-1 1 155 0</inkml:trace>
  <inkml:trace contextRef="#ctx0" brushRef="#br0" timeOffset="106089.05">13070 12573 82 0,'-7'2'243'16,"7"-2"-5"-16,0 0-13 0,0 0-14 0,-8 3-25 15,8-3-16-15,0 0-13 0,0 0-15 0,0 0-14 16,25 5-11-16,-12-3-13 0,7 0-17 0,3-4-34 16,3 3-50-16,1-1-55 0,2-1-65 0,-2 2-72 15,-6-2-109-15,6 1-324 0,-8-3 144 0</inkml:trace>
  <inkml:trace contextRef="#ctx0" brushRef="#br0" timeOffset="107926.39">15245 12083 67 0,'0'0'205'0,"0"-12"-4"0,0 12-8 0,0-9-15 15,0 9-18-15,0 0-17 0,0 0-13 16,-2-9-18-16,2 9-12 0,0 0-8 0,0 0-2 16,0 0 1-16,-5 23 7 0,4-11-8 0,-2 4-5 15,-1 2 0-15,-2 0-7 0,1 1-5 0,-1 6-2 0,3-1-5 16,-2 0-11-16,2-6 0 0,-2 1-7 0,0-2-4 15,3 0-8-15,0 1-1 0,0-2-2 16,2 0-2-16,-3-4-3 0,2 1-7 0,0-1 1 0,-1 1-20 16,4-2-24-16,-2-1-27 0,-2-1-32 0,1-1-54 15,1-8-37-15,3 12-44 0,-2-6-142 0,-1-6-386 16,-3 8 171-16</inkml:trace>
  <inkml:trace contextRef="#ctx0" brushRef="#br0" timeOffset="108128.08">15487 12265 133 0,'13'-3'168'0,"0"0"-11"0,4 0-15 0,-4 2-14 16,7 1-13-16,-1 0-12 0,1-1-8 0,1 1-9 15,-1 1-14-15,1 1-2 0,-2-1-13 0,0 0-25 16,-5 2-28-16,0-1-24 0,-1-1-19 0,0 0-28 15,-3 1-12-15,-5 1-20 0,2-2-78 0,-7-1-191 16,0 0 85-16</inkml:trace>
  <inkml:trace contextRef="#ctx0" brushRef="#br0" timeOffset="108328.82">15707 12165 84 0,'-4'-7'149'15,"-1"-2"3"-15,1 4 2 0,-1 0 2 0,5 5-2 16,-6-9-18-16,3 5-12 0,3 4-17 0,0 0-11 15,0 0 13-15,0 0 4 0,-13 10-1 0,10 0-2 16,-4 3-4-16,2 5-6 0,-1 6-8 0,0 0-3 0,2-5-8 16,-3 5-8-16,2 0-8 0,0-5-3 0,1 5-6 15,0-4-8-15,0 4-6 0,3-5-10 16,2 7-30-16,-1-7-26 0,2-2-41 0,-1 2-46 16,0-4-40-16,1-4-61 0,0 2-129 0,1-1-368 15,-1-3 163-15</inkml:trace>
  <inkml:trace contextRef="#ctx0" brushRef="#br0" timeOffset="108590.59">16096 12181 175 0,'1'-10'283'0,"1"2"-18"15,0 3-18-15,-2 5-26 0,2-9-25 16,-2 9-24-16,0 0-10 0,0 0-14 0,0 0-10 0,0 0 3 15,0 0-15-15,-9 37-9 0,4-20-5 0,-1 1-8 16,0 7-8-16,3-5-11 0,-4 5-9 16,4 0-6-16,-2-1-6 0,1-5-9 0,0 0-3 0,0 1-4 15,2-3-8-15,-1 1 1 0,-1-1-14 0,3 0-20 16,0 0-24-16,-2-1-26 0,2-5-26 0,-3 1-29 16,1 1-32-16,2-3-24 0,0 0-41 0,-3-2-37 15,3 3-157-15,-2-6-420 0,3-5 186 0</inkml:trace>
  <inkml:trace contextRef="#ctx0" brushRef="#br0" timeOffset="109002.93">16169 12087 123 0,'14'-10'186'16,"2"-1"-8"-16,1 4-12 0,-3-2-14 0,1 4-13 15,-2 3-10-15,-3-2-16 0,2 2-6 0,-5 2-10 16,2 0-11-16,-1 3-8 0,-8-3-6 0,14 5-3 16,-9 0-10-16,-1 2-11 0,-1-2-3 0,-3 4-1 15,0-9-1-15,-6 16-9 0,0-7 0 0,-2 0-3 16,-3 4-6-16,1-4-1 0,-4 3 1 0,3-5-4 16,0 2-2-16,-1-2 0 0,5 0-6 0,-1-1 1 15,-1 1-3-15,3-2 0 0,1 0-4 0,2 1-1 16,3-6 5-16,-3 9-6 0,3-9 1 0,2 8 2 15,-2-8-1-15,9 8-3 0,-2-5-1 0,1 1 1 16,2-1 0-16,3 1-1 0,-3 0 0 0,1 2-1 16,1 0 1-16,-2-1-2 0,0 0-4 0,-2 0 3 15,-1-1 0-15,-1-1 0 0,-2 2-6 0,1-2 5 16,-5-3 2-16,5 9 2 0,-2-4-1 0,-3-5 3 16,-4 11 1-16,4-11-2 0,-10 10 2 0,3-6 3 15,0 1-2-15,-5 0 1 0,1-1-2 0,-3 1-2 16,-2 1-3-16,-2 0-20 0,2 0-27 0,-2 0-34 15,0-2-43-15,-2 4-67 0,-1-2-125 0,1 0-341 16,-6 3 152-16</inkml:trace>
  <inkml:trace contextRef="#ctx0" brushRef="#br0" timeOffset="109456.13">14759 12713 182 0,'-8'-2'199'0,"1"2"-3"0,7 0-14 16,0 0 7-16,0 0-7 0,0 0-1 0,37 14-14 16,0-9-7-16,28 5-16 0,41-1-7 15,13 1-9-15,7-6-9 0,14 4-16 0,3 0-13 0,-1-6-5 16,1 1-6-16,1-1-9 0,-8-1-8 0,-2 3-7 15,-9-1-6-15,-9 1-1 0,-15-1-6 0,-6-3-3 16,-34 3-3-16,3 0-3 0,-3-2-4 0,1-1-3 16,-7 0-4-16,-17 3 0 0,-2-3-4 0,-3 2 1 15,-6-1-5-15,-8 0-14 0,-6-1-10 0,-5 2-10 16,3-2-13-16,-5 1-25 0,-6-1-38 0,0 0-35 16,0 0-49-16,0 0-54 0,0 0-158 0,-35 5-422 15,-1-1 186-15</inkml:trace>
  <inkml:trace contextRef="#ctx0" brushRef="#br0" timeOffset="109884.86">14593 13154 105 0,'0'-13'245'0,"0"4"-10"0,0 0-12 0,0 9-23 16,0-9-26-16,0 9-13 0,0 0-21 0,0 0-13 16,0 0-9-16,0 0-2 0,0 0 3 0,0 0 0 15,-8 39 9-15,4-21-6 0,2 6-8 0,0 3-7 16,-2 0-2-16,1-3-11 0,-1 3-8 0,0-2-2 16,0 0-9-16,2-6 2 0,-1 1-16 0,0-2-9 15,1 0-1-15,-2-2-5 0,2 1-4 0,-1 0-4 16,3-1-19-16,-2 0-22 0,-1-5-34 0,0 5-38 0,1-3-41 15,-1-2-46-15,1-1-51 0,-2-1-61 0,1-3-144 16,0 0-451-16,3-6 200 0</inkml:trace>
  <inkml:trace contextRef="#ctx0" brushRef="#br0" timeOffset="110067.38">14993 13391 188 0,'13'-1'183'0,"4"-3"-17"0,-2 3-14 0,1 1-14 0,2 1-12 15,2 0-24-15,2 1-23 0,6 0-32 16,-7 2-45-16,8-3-45 0,-8 1-50 0,-1-1-82 16,-2 1-189-16,0 0 84 0</inkml:trace>
  <inkml:trace contextRef="#ctx0" brushRef="#br0" timeOffset="110304.06">15510 13224 12 0,'2'-10'272'0,"-1"3"-2"16,-1 0-6-16,0 7-28 0,0-9-23 16,0 9-24-16,0 0-16 0,0 0-15 0,0 0 7 0,0 0-7 15,0 0-2-15,0 28-1 0,-1-10-7 0,-1 0-14 16,-3 9-3-16,3-8-10 0,-2 5 0 0,1-3-24 15,-2 2-6-15,3-2-10 0,-2-3-6 0,1 1-8 16,1-2-9-16,-1 1-3 0,1 0-12 0,0-3-18 16,0 2-32-16,-1-5-33 0,1 0-25 15,-1 1-51-15,1-4-42 0,-1 1-32 0,2-3-44 0,-1 1-243 16,-2-1-516-16,1-3 229 0</inkml:trace>
  <inkml:trace contextRef="#ctx0" brushRef="#br0" timeOffset="110700.11">15618 13197 174 0,'11'-8'231'0,"3"-2"-17"16,0 3-11-16,-1 3-10 0,0-1-18 0,0 1-14 15,-2 3-14-15,2-1-10 0,0 2-12 0,-3 0-10 16,1 0-14-16,0 1-9 0,-5 1-11 0,1 1-8 15,0-1-5-15,-2 2-8 0,-5-4-5 0,4 8-6 16,-4-8-2-16,-3 11-3 0,-2-4-7 0,-1 3-3 16,-2-3-6-16,-1 1-1 0,2-1-6 0,-3 0-8 15,-1 3-14-15,4-3-13 0,-2 0-10 0,2 0-4 16,2 1-5-16,3-3-5 0,-1 0 2 0,3-5-4 16,-1 11-3-16,1-11 6 0,4 11 4 0,-1-7 0 15,-3-4 5-15,9 9 5 0,-1-5-2 0,-3-1 5 16,3 0 1-16,-3 0 1 0,-5-3 3 0,13 4 3 15,-8-1-3-15,-5-3 4 0,8 4 0 0,-8-4 8 16,6 2 10-16,-6-2-3 0,4 4 4 0,-4-4-3 16,0 0 5-16,0 0 0 0,0 0 1 0,0 0-4 15,-14 12 0-15,6-9 4 0,-1 1-6 0,-1-1-9 16,0 3-24-16,-1-2-36 0,1 1-37 0,0 1-47 16,-1 0-167-16,-1-1-340 0,3-1 151 0</inkml:trace>
  <inkml:trace contextRef="#ctx0" brushRef="#br0" timeOffset="111188.29">16466 13211 114 0,'1'-8'300'0,"1"2"-23"0,-2 6-22 0,0 0-27 15,0 0-20-15,-7-8-16 0,7 8-16 0,-17 9-11 16,-1 0-10-16,1 2-13 0,-6 6-14 0,-1-2-11 16,2 4-13-16,0 0-5 0,1-2-11 0,1 2-13 15,4-4-3-15,3 0-11 0,0 0-3 0,-1-2-6 16,3 0-1-16,0-4-9 0,5 1-2 0,-2-3-4 0,1 0-3 16,3-2-4-16,0-1-1 0,-1 0-6 15,5-4 3-15,-4 8-5 0,4-8 1 0,0 0-2 16,0 0-5-16,0 0 0 0,0 0-4 0,0 0 0 15,16 6-9-15,-3-10 6 0,-1 2-10 0,7 0-2 0,0-1-8 16,1 0-4-16,1 2-1 0,-3 0-3 0,3-1-7 16,-1 2-8-16,1 0 2 0,0 0-7 0,1 0 3 15,-3 3-6-15,2-2-3 0,-2 1-3 16,0 2 3-16,-5-4-1 0,-4 0 4 0,2 3-2 0,-1-2 6 16,-4-1 3-16,-7 0 7 0,12 3 5 0,-12-3 4 15,10-3 3-15,-10 3-1 0,7-7 9 16,-3 3 7-16,-4 4 0 0,0-12 4 0,-1 2 1 15,-2 0 1-15,-1 0 9 0,-4-6 2 0,-3 1 5 16,2 1-1-16,0 0-2 0,-2 1-4 0,-1 0-3 0,3 4 0 16,-2-4 1-16,2 5-2 0,0 0 2 0,1 1-7 15,3 2-14-15,0 1-30 0,1-1-44 0,4 5-64 16,-5-4-48-16,5 4-198 0,0 0-427 0,0 0 190 16</inkml:trace>
  <inkml:trace contextRef="#ctx0" brushRef="#br0" timeOffset="111691.79">16779 13240 83 0,'8'-3'174'0,"2"1"-18"0,-2 0-14 0,3-1-20 15,0 3-10-15,0 0-18 0,-3 1-18 0,2 1-19 16,-1-2-20-16,-9 0-12 0,13 2-11 0,-8-1-17 15,-5-1 1-15,6 1-2 0,-6-1 2 0,0 0 1 16,0 0 2-16,0 0-2 0,0 0 5 0,0 0 2 16,0 0 0-16,0 0 1 0,0 0 14 0,-22 6 1 15,22-6 11-15,0 0 9 0,-11 0 6 0,11 0 4 16,0 0-1-16,0 0-7 0,-9 0 0 0,9 0 8 16,-6 4 15-16,6-4 13 0,-8 11 0 0,3-3 0 15,0 2 3-15,0 2 4 0,-2 3-5 0,2 0 0 16,1-3 1-16,-2 4-6 0,1 0-7 0,0-1-4 15,1 2-7-15,-1-3-5 0,2-2-3 0,-3 4-2 16,2-5-4-16,0 0-3 0,2 0-5 0,-2 0-4 16,-1-2-2-16,0 0-3 0,1-2-2 0,0-1 1 15,-1 0-1-15,1 1-4 0,-2-1-4 0,-1-3-1 16,2 0-1-16,5-3-3 0,-10 7 3 0,10-7-4 16,-8 4-3-16,8-4-4 0,0 0-8 0,-9-2-2 15,9 2 4-15,0 0 0 0,0 0-2 0,0 0-1 16,-10-5-4-16,10 5-4 0,0 0-4 0,0 0 2 15,0 0-2-15,0 0 4 0,0 0 0 0,22-10-2 16,-14 10 8-16,4-2-9 0,0 2-9 0,2 0-12 16,4 2-17-16,-1-5-12 0,2 4-14 0,1-1-18 15,2 0-21-15,-3 0-14 0,1-1-14 0,-1 0-6 16,-2 1-13-16,-3-2-2 0,-1 1-2 0,-3 0-88 0,3 0-279 16,-3-1 124-16</inkml:trace>
  <inkml:trace contextRef="#ctx0" brushRef="#br0" timeOffset="111880.54">16990 13516 876 0,'7'-2'-76'0,"-7"2"25"0,11-6 28 0,-3 2 23 16,-4-1 20-16,1 0 24 0,-1 0 12 0,-1-2 1 15,1 1 16-15,-4 6 24 0,4-10 21 0,-3 5 0 16,-1 5 9-16,4-8 3 0,0 2 0 0,-4 6-9 0,0 0-5 16,0 0-17-16,3-7-14 0,-3 7-6 15,0 0-4-15,0 0 5 0,0 0 1 0,0 0-1 16,0 0-3-16,-9 31-6 0,5-22-6 0,0 1-8 16,-1-2-1-16,2 3-6 0,-2-1-7 0,1 1-7 0,2-1 0 15,-2 0-2-15,3 0-10 0,-2-1-22 0,1-1-19 16,0 1-21-16,2-9-25 0,-1 14-39 0,1-9-32 15,0-5-51-15,-1 10-36 0,1-10-164 0,-1 8-415 16,1-8 184-16</inkml:trace>
  <inkml:trace contextRef="#ctx0" brushRef="#br0" timeOffset="112248.54">17153 13387 119 0,'0'0'206'0,"0"0"-12"0,10-1-7 0,-10 1-18 0,0 0-3 16,11 5-21-16,-11-5-11 0,5 7-15 0,-5-7-6 15,3 9-11-15,-2-3-8 0,-1-6-6 0,0 12-8 16,0-12-9-16,-6 12-5 0,3-5-5 0,-3 2-7 16,0-1-3-16,-1-1-7 0,-1 1-4 0,-3-1-3 15,5 0-4-15,-3-2-5 0,2 2-4 0,2-1-11 16,-1 0-13-16,3-2-9 0,-1 1-14 0,4-5-9 15,-2 10 1-15,2-10 2 0,4 10 3 0,-4-10-5 16,6 7 7-16,-1-3 4 0,-1 1-2 0,1 2 7 16,0-2-7-16,0 0 8 0,-1 0-1 0,0 0 5 15,1 2-4-15,-1-4-1 0,-4-3 5 0,5 11 12 16,-4-6 8-16,-1-5 8 0,2 7 10 0,-2-7 2 16,0 0 2-16,-6 11-2 0,1-9 0 0,5-2-3 15,-14 8-4-15,7-5-2 0,-4 1 1 0,0-1-4 16,-1 1-13-16,0 0-29 0,0 0-39 0,1-3-48 15,-2 4-62-15,-4 0-161 0,3-1-362 0,-5-1 161 16</inkml:trace>
  <inkml:trace contextRef="#ctx0" brushRef="#br0" timeOffset="112576.38">16409 13849 111 0,'-18'-2'202'0,"6"2"-20"0,5 0-5 16,7 0-8-16,-5 3-14 0,5-3-8 0,0 0 4 15,46 9-9-15,-12-3-11 0,18-3-15 0,6-2-6 16,5 2-10-16,0 4-10 0,3-3-9 0,23-1-4 16,-29 1-10-16,0-1-10 0,-2-1-2 0,-4 1-7 0,-1 0-3 15,-17-2-7-15,-3 1-5 0,-3-1-17 16,-2-1-25-16,-9 0-28 0,-1 4-44 0,-4-4-50 16,-3 2-53-16,-4 0-159 0,-2 0-373 0,-5-2 165 15</inkml:trace>
  <inkml:trace contextRef="#ctx0" brushRef="#br0" timeOffset="113036.59">16869 14027 218 0,'-9'3'246'0,"0"0"4"15,-3 1-9-15,-7 5-16 0,1-1-37 16,-7 6-16-16,2-1-15 0,-1 4-16 0,2-3-13 15,-3 4-11-15,3-3-14 0,1 2-6 0,4-7-4 16,1 4-14-16,2-2-7 0,-1-1-9 0,4-2-7 0,1-1-1 16,-1 0-7-16,3-1-5 0,1-3-10 15,2 0 5-15,0 0-7 0,2 1 0 0,3-5-7 16,-7 4 0-16,7-4-4 0,-5 4 2 0,5-4-2 16,0 0-3-16,0 0-3 0,0 0-2 0,0 0-2 15,12 9-5-15,-2-8-10 0,2 2-5 0,5-3-8 0,1 1-1 16,1-1-11-16,-1 0 3 0,2 2-12 15,2-2-1-15,-3 4-4 0,3-2-1 0,-2 0 0 16,0-1-2-16,-1 2 3 0,1-3-1 0,-3 1 4 16,3-2 1-16,-7 2 4 0,2 0 1 0,-3-1 7 0,-3 0 3 15,2 0 5-15,-3-1 0 0,0-2 10 0,2 0 3 16,-5 0 13-16,-5 3 5 0,6-9 0 16,-3 4 1-16,-3 5 1 0,-3-12 5 0,-2 2 4 15,-1 1-1-15,-2-1 0 0,-3 1 2 0,-2-4 2 16,-4 2 4-16,3-1-7 0,6 3-2 0,-8-2 5 0,1 2-9 15,5 2 0-15,-1 1 2 0,2-1-6 0,2 3-1 16,0 1-22-16,2-1-30 0,5 4-36 0,-10-5-59 16,10 5-37-16,0 0-32 0,0 0-142 0,0 0-377 15,0 0 167-15</inkml:trace>
  <inkml:trace contextRef="#ctx0" brushRef="#br0" timeOffset="113620.22">17026 14115 141 0,'10'-4'199'16,"-1"2"-9"-16,4-3-18 0,4-1-22 0,-1 1-13 15,3 3-14-15,-2-2-15 0,2 0-13 0,-6 4-20 16,1-2-21-16,-2 2-19 0,-1-1-21 16,-2 1-7-16,-9 0-18 0,13 0 7 0,-7 1-10 15,-6-1 1-15,0 0-2 0,0 0 5 0,10-4 11 0,-10 4 6 16,0 0 10-16,0 0 3 0,0 0 6 0,0 0 19 15,0 0 6-15,-16-11 6 0,16 11 9 16,0 0 1-16,-7-4 3 0,7 4-3 0,0 0-4 16,0 0-3-16,0 0-10 0,0 0 2 0,0 0 7 0,0 0 13 15,-17 14 7-15,14-7-11 0,-1 3-1 0,-1 1-5 16,0 0 3-16,0 4-3 0,-4 2-6 0,4-2 0 16,0-1-10-16,-1 2-3 0,1-3-2 0,0 0-5 15,2 3-1-15,0-5-5 0,-1 1 0 0,0-1-6 16,3 0 4-16,-3-2-7 0,3 1-1 0,-3-3-2 15,3 1-3-15,-2-1 2 0,3-7-4 0,-4 11 1 16,4-11-2-16,-1 10-3 0,-1-6-6 0,2-4-6 16,0 0-5-16,-2 9-4 0,2-9-3 0,0 0-5 15,-4 5-9-15,4-5-6 0,0 0-12 0,-7 1-5 16,7-1-2-16,0 0-5 0,0 0-6 0,0 0-7 16,0 0 5-16,-14-6 5 0,14 6 2 0,0 0 3 15,-7-7 4-15,7 7 8 0,0 0 6 0,0 0 3 16,0 0 7-16,0 0 3 0,-4-6 5 15,4 6-5-15,0 0 7 0,0 0 1 0,0 0 4 16,0 0-3-16,0 0 3 0,0 0 7 0,0 0 1 0,0 0 8 16,0 0 0-16,0 0 4 0,0 0 5 0,0 0-1 15,0 0 3-15,0 0 7 0,17 18 9 0,-11-15 1 16,1-1-2-16,2 3-4 0,2-2 3 0,1-2-3 16,3 1-3-16,2-1 0 0,4-1-4 0,1 0-8 15,-4 0-17-15,5 0-15 0,-1 1-22 0,-2-1-26 16,3-1-29-16,-1 1-20 0,-3-1-30 0,0-1-22 15,-2 2-124-15,-4 0-320 0,-3-1 142 0</inkml:trace>
  <inkml:trace contextRef="#ctx0" brushRef="#br0" timeOffset="113852.54">17562 14311 153 0,'0'0'249'0,"0"0"-7"16,-8-8-12-16,8 8-9 0,-13-1-11 0,4 1-9 15,-2 1-15-15,-1 3-6 0,-2 1-10 0,-1 1-8 16,-3 2-4-16,1 0-4 0,-1 2-12 0,1 0-13 16,2 2-9-16,-2-2-12 0,6 3-11 0,1-4-11 15,1 0-10-15,3-1-3 0,3 2-7 0,1-1-7 16,2 1-5-16,3-2-10 0,4 0-8 0,3 1-21 16,0-5-35-16,9 2-29 0,-1-1-32 0,3-3-47 15,-1 0-48-15,8-1-41 0,-6 0-59 0,-2 2-170 16,1-7-483-16,-2 1 213 0</inkml:trace>
  <inkml:trace contextRef="#ctx0" brushRef="#br0" timeOffset="114684.29">18742 12855 54 0,'0'0'237'0,"-11"-4"-11"0,11 4-21 0,-6-4-13 16,6 4-13-16,0 0-15 0,0 0-17 0,0 0-10 15,0 0-13-15,25-7-9 0,-8 6-15 0,3-1-13 16,10-1-5-16,-1 2-8 0,2 0 6 0,-3 1-6 16,0 0-18-16,-8 0-24 0,1 0-25 15,-2 1-36-15,-2 0-35 0,-5 1-32 0,0-1-19 0,-4 1-32 0,-1-1-20 16,-2 3-126-16,-5-4-316 0,3 9 140 0</inkml:trace>
  <inkml:trace contextRef="#ctx0" brushRef="#br0" timeOffset="114845.09">18831 12954 134 0,'-8'0'167'0,"0"1"-2"16,8-1-4-16,-11 4-6 0,11-4-14 0,-8 1-6 15,8-1-7-15,0 0-4 0,0 0-10 16,0 0-5-16,0 0-19 0,27 9-7 0,-8-6-9 0,3-2-16 16,6 2-27-16,1 0-30 0,0-1-41 0,1 0-51 15,0 0-49-15,-1-2-127 0,-7 1-288 0,-2 0 127 16</inkml:trace>
  <inkml:trace contextRef="#ctx0" brushRef="#br0" timeOffset="116842.65">20699 12287 133 0,'4'-12'216'0,"-1"-1"-3"16,-2 1-5-16,1 2-16 0,1-2-6 0,-1 3-7 16,1 1-6-16,-2 0-9 0,-1 8-11 0,3-11-9 15,-2 5-13-15,-1 6-10 0,1-8-15 0,-1 8-11 16,0 0-13-16,0 0-11 0,0 0-4 0,0 0 0 16,0 0-7-16,0 0 2 0,-9 25 2 0,4-6-9 15,0 5-1-15,0-5 2 0,0 1-6 0,-2 6 5 16,1-7-13-16,-1 5-3 0,1 0-3 0,3 2 18 15,-3-6-3-15,2-1-11 0,2 0 4 0,-4-2-2 16,2 2-5-16,0 0-4 0,0-4-1 0,0 0-6 16,2-3-1-16,-2 0 0 0,1-1-4 0,-2 1-3 15,4-3-3-15,0 1 1 0,-2-4 2 0,2 1-9 16,-2 0-22-16,3-7-15 0,-1 7-26 0,1-7-25 16,-3 10-32-16,3-10-39 0,0 0-47 0,-1 7-37 15,1-7-51-15,0 0-154 0,0 0-474 0,0 0 210 16</inkml:trace>
  <inkml:trace contextRef="#ctx0" brushRef="#br0" timeOffset="117090.67">20843 12496 1558 0,'4'-5'114'0,"-4"5"-45"15,5-7 6-15,-5 7-5 0,6-5-12 0,-6 5 7 16,6-4-2-16,-6 4-4 0,7-6-4 0,-7 6 0 15,12-2 5-15,-5 0 0 0,1-1 0 0,3 1 3 16,-2 1-1-16,5 0-7 0,-3-1 0 0,9 2-6 0,0-1 0 16,0 1-6-16,-1 0-4 0,3 0-7 0,0 0-2 15,6-1-3-15,-8 2-4 0,0-1-12 16,-3 3-21-16,0-3-22 0,-3 1-29 0,-2-1-21 16,2 0-28-16,-3 1-18 0,0-1-30 0,-3 0-11 0,-1 2-20 15,-7-2-148-15,13-2-365 0,-13 2 162 0</inkml:trace>
  <inkml:trace contextRef="#ctx0" brushRef="#br0" timeOffset="117330.76">21162 12246 134 0,'0'0'205'0,"-4"-6"-18"0,4 6-11 15,0 0-19-15,0 0 0 0,0 0 3 0,0 0 15 16,-12 16-11-16,6-6-10 0,5 2-6 0,-6 7-3 15,3-2-9-15,1 2-9 0,-1 0-4 0,-1 0-14 16,3 1-6-16,1 0-13 0,0 0-8 0,-5-1-6 16,4 0-5-16,0 1-14 0,0-2-2 0,1 0-3 15,-1 0-4-15,2-2-10 0,-3 0-22 0,3 0-24 16,-3-3-20-16,3-1-36 0,-1 3-48 0,-2-1-38 16,3-4-41-16,-1 0-53 0,-1 0-148 0,0 0-423 15,-1-5 187-15</inkml:trace>
  <inkml:trace contextRef="#ctx0" brushRef="#br0" timeOffset="117650.61">21646 12365 1985 0,'14'-24'47'0,"-2"9"48"15,-5 0 6-15,0 3 12 0,-1 2-5 0,-2-1-9 16,1 4-12-16,-3 0-11 0,2 2-15 0,-4 5-7 15,4-8-5-15,-4 8-6 0,0 0 3 0,0 0 8 16,0 0 9-16,0 0 4 0,0 0-1 0,-1 30 4 16,-3-16 11-16,3 5 3 0,-3-1-3 0,-4 7-9 15,3-1 6-15,0 0-2 0,0-3-5 0,0 2-5 16,-3-4-7-16,4-1-6 0,-2 7-6 0,2-8-3 16,-1 1 4-16,1 0-10 0,-1-2-5 0,0 2 2 15,3-2-9-15,-2 0 0 0,0-1-3 0,1 0 2 16,1-4 7-16,0 0-30 0,1 0-28 0,0-1-22 15,-2-2-22-15,1 2-17 0,-3-2-21 0,2-3-27 0,1 2-30 16,-1 0-34-16,3-7-33 0,-6 10-33 16,0-6-244-16,1-1-550 0,5-3 244 0</inkml:trace>
  <inkml:trace contextRef="#ctx0" brushRef="#br0" timeOffset="118136.56">21761 12151 126 0,'13'-14'198'0,"-3"1"-14"0,3 0-4 15,0 0-15-15,3 4-6 0,1 1-6 0,1-1-7 16,-2 3-14-16,1 0-7 0,-3 4-7 0,-1-1-8 15,-2 2-12-15,3 0-8 0,-1 2-7 0,-3 0-10 16,2 2-4-16,-6 1-6 0,3-2-7 0,-2 2-3 16,-1 1-6-16,-4 0-3 0,2 2-5 0,-4 2-2 15,0-2 6-15,-4 2-6 0,1 0-9 0,-5 1-1 16,0 0-4-16,2-3-3 0,-3 3-4 0,-2-3-1 0,-2 3 0 16,1-2 3-16,1-2-5 0,3 2-4 15,0-2 2-15,2-3-4 0,1 4 3 0,1-3-7 16,0 1 2-16,4-5 2 0,-5 7-3 0,5-7-3 15,0 9 4-15,0-9-1 0,3 9-1 0,2-4 4 0,1 0-4 16,-1-1-2-16,2 2 0 0,-1 1 0 0,3 1 0 16,-2-1-3-16,0 1 5 0,-1 2-2 0,-2-2-3 15,1 2 4-15,-2 0-2 0,0-3 1 16,-2 3-1-16,-1-2-1 0,0 2 7 0,0-10-2 16,-5 13-2-16,-3-6-2 0,0 0 1 0,1 1 3 0,-2-1 0 15,-2-3-2-15,0 3 4 0,1-2-3 0,-2-1-1 16,0-1-5-16,1 0-13 0,-3 0-8 15,1-1-26-15,1 0-25 0,-6 1-40 0,2 0-52 0,-3 1-62 16,-1-3-146-16,2 3-404 0,0-2 179 0</inkml:trace>
  <inkml:trace contextRef="#ctx0" brushRef="#br0" timeOffset="118738.02">20147 13005 171 0,'-12'-1'209'0,"2"0"-3"0,3-1-4 0,-1 1-7 16,8 1-7-16,-10-2-15 0,10 2-16 0,0 0-17 15,0 0-10-15,0 0-12 0,0 0-10 0,28 5-7 16,9-3-3-16,25 2-5 0,39 0-9 0,13 2-8 16,9 0-4-16,6-2-7 0,0 6-5 0,3-3-6 15,-1 1-1-15,0 0-8 0,-9-1-2 0,-2 3-4 16,-8-3-3-16,-1 1-2 0,-1 2-4 0,-7-3 5 15,-8-1-4-15,-1 4-6 0,-27-5-2 0,22 3-3 0,-27-2 1 16,-5-2 15-16,-3 1 0 0,-16-1-4 16,-5-1 1-16,-2-2-5 0,-4 2 2 0,-12-1-2 15,-2-2 4-15,-3 1-1 0,-2-1 7 0,0 0-4 16,-8 0-6-16,10 3-1 0,-10-3 2 0,8 0-5 16,-8 0-6-16,0 0-2 0,0 0-2 0,0 0-27 15,0 0-15-15,0 0-26 0,-38-8-40 0,22 10-37 16,-3-2-50-16,-3 0-58 0,-5 0-247 0,-2 2-525 15,-4-1 234-15</inkml:trace>
  <inkml:trace contextRef="#ctx0" brushRef="#br0" timeOffset="120468.39">20233 13644 36 0,'-3'-5'206'15,"3"5"2"-15,-5-14-13 0,4 7 1 0,-2 2-5 16,3 5-8-16,-4-8-15 0,4 8 3 0,-2-7-16 16,2 7-20-16,0 0-15 0,0 0-12 0,0 0-13 15,0 0-7-15,0 0-11 0,0 0-2 0,0 23-3 16,1-10-6-16,0 3-4 0,2 2-1 0,-3-2-7 15,1 3-7-15,-2 0-1 0,1-2-1 0,-3 2-6 16,6 0 1-16,-7-1-7 0,3 1-5 0,-1-2-2 16,0-1 0-16,2 2-4 0,-4-2 1 0,1-4-2 15,1 4-6-15,-2-4 0 0,1-2-1 0,1 2-3 16,-2-2-14-16,-1-1-16 0,1 2-16 0,-2-2-24 16,2 1-26-16,0 0-37 0,-2-3-39 0,1-1-31 15,-2 3-47-15,0-2-138 0,-1-2-407 0,3-2 180 16</inkml:trace>
  <inkml:trace contextRef="#ctx0" brushRef="#br0" timeOffset="120678.57">20369 13847 68 0,'8'-6'194'0,"-8"6"-7"0,9-2-7 15,-3 0-10-15,-6 2-12 0,19 0-14 0,-7 2-12 16,2-2-13-16,3 1-13 0,0 2-9 0,2 1-11 16,0-4-7-16,-3 3-22 0,3 1-25 0,-5 1-39 15,2 2-41-15,-5-4-39 0,1 1-44 0,-3 2-125 16,-4-2-278-16,0 1 123 0</inkml:trace>
  <inkml:trace contextRef="#ctx0" brushRef="#br0" timeOffset="120910.83">20578 13744 213 0,'0'-7'245'0,"0"7"-16"16,0 0-22-16,0 0-17 0,-3-6-21 0,3 6-12 16,0 0 4-16,0 0-6 0,0 0-3 0,-9 23-14 15,6-13-9-15,1 1-16 0,-4 5-9 0,1-2-7 16,2-1-9-16,-1-1-12 0,0 5-6 0,-1 1-6 15,0-2-7-15,0 1-5 0,2-1-10 0,-2 1-31 16,3-5-23-16,-2 4-32 0,1 0-43 0,2-5-35 16,0 1-55-16,-1-2-54 0,2 2-144 0,0-1-406 15,0-5 181-15</inkml:trace>
  <inkml:trace contextRef="#ctx0" brushRef="#br0" timeOffset="121193.76">20989 13723 155 0,'3'-6'271'0,"-1"0"-19"0,2-1-14 0,-4 7-23 16,3-7-26-16,-3 7-13 0,0 0-5 0,0 0-5 16,0 0-5-16,0 0-10 0,0 0-7 0,-4 33-9 15,0-19-10-15,0 4-11 0,-1 1-6 0,0-1-6 16,2 2-13-16,0-2-11 0,-1 2-7 15,0-4-7-15,0 2-7 0,-1 0-4 0,0 0-5 0,2-1-4 16,-1 1-7-16,2-3 1 0,-1 0-7 0,3-2-9 16,-1 0-8-16,0 0-25 0,-3-1-16 0,1-1-25 15,1 1-30-15,-2-1-25 0,3-3-40 0,-2 1-29 16,2-3-36-16,-2 1-38 0,3-7-160 0,-6 10-443 16,3-5 197-16</inkml:trace>
  <inkml:trace contextRef="#ctx0" brushRef="#br0" timeOffset="121633.82">20969 13731 1188 0,'7'-27'-7'0,"6"3"70"0,-3 1 16 0,-2 7-10 0,2 1-19 15,0 1 8-15,3 0 3 0,1 2-8 0,0 1 6 16,4-1 2-16,0 3 4 0,3 2-2 0,-2-3 7 15,-1 4-3-15,1 2-1 0,-1 0-13 0,1 3 1 16,-6 1-5-16,5 0-6 0,-7 2-6 0,0 2-3 16,-4-2-4-16,2 4-3 0,-3-1-2 0,1 1-2 15,-5 0-1-15,-1 1-4 0,-2 2-1 0,-1 1-1 16,-5-3-4-16,0 5-1 0,-2-5 3 0,0 3-5 16,-4 2 1-16,0-2-3 0,-2 0 1 0,1 0 1 15,1-5-4-15,2 1-1 0,0 1-8 0,1-3-7 16,4-1-5-16,-1 1 4 0,2 4-9 0,1-4 4 15,4-4 7-15,0 0 2 0,0 15 1 0,0-15-1 16,11 8 1-16,-2-4-2 0,1 2 3 0,-1-3 4 16,1 2-5-16,0 1 4 0,-1-2 0 0,-3 0 0 15,1-1-3-15,-2 0 1 0,1 0-2 0,-6-3 2 16,8 7 1-16,-8-7 3 0,1 7 1 0,-1-7-4 0,0 0 5 16,-9 14 0-16,2-11 0 0,-2 3 2 15,-3-1-1-15,-4 0 1 0,4 0-3 0,-1-2 1 16,-2 1 0-16,1 1-6 0,4-1-10 0,-3-4-18 15,0 4-23-15,0-2-32 0,1-1-41 0,0-1-53 16,1 2-139-16,-2 0-346 0,13-2 153 0</inkml:trace>
  <inkml:trace contextRef="#ctx0" brushRef="#br0" timeOffset="122600.79">22182 13751 165 0,'1'-10'186'16,"0"5"6"-16,-1 5 2 0,4-11-5 16,-4 11-13-16,0-10-17 0,0 10-20 0,0 0-16 0,2-7-12 15,-2 7-11-15,0 0-7 0,0 0-7 0,0 0-1 16,0 0-7-16,-7 29 2 0,3-13 5 0,-1 2-10 15,0 0-4-15,-2 1 17 0,1 4-3 0,2-2-5 16,0-2-5-16,0 5-11 0,-1-5 0 0,1-3-4 16,-1 1-8-16,0-2-6 0,2 0-4 0,0-2-2 15,-1-1-4-15,2 1-5 0,-1-2-4 0,-1 0 5 16,3 0-5-16,-3-1-8 0,-1-2-14 0,4 2-16 16,-2-4-21-16,1 2-18 0,-1 0-29 0,-2-4-28 15,2 3-31-15,3-7-45 0,-6 8-35 0,2-4-189 16,4-4-442-16,-10 4 196 0</inkml:trace>
  <inkml:trace contextRef="#ctx0" brushRef="#br0" timeOffset="122965.17">22194 13685 59 0,'14'-1'190'0,"0"-1"-2"15,-2 4-15-15,-2-1-14 0,2 3-16 0,-2-1-8 16,-2 3-15-16,-3-1-13 0,1 3-10 0,-3 1-4 16,-3-1-9-16,0 3-9 0,-3-1-7 0,-2-1-1 15,-1 1-6-15,-1-1-8 0,-2 0-5 0,-2-1-4 16,-3 0-5-16,-2 1-1 0,4-4-5 0,0 0-1 16,-1 0-4-16,2-1-3 0,-2-1-3 0,1 0-1 15,3-2 0-15,1 2-1 0,8-3 4 16,-11 1 2-16,11-1 1 0,-9 2 2 0,9-2-1 0,-5 2-1 15,5-2-7-15,0 0 0 0,0 0-4 0,-4 5-1 16,4-5 1-16,0 0 2 0,12 9 4 0,-4-2 0 16,-1 0 1-16,1 2-1 0,0 0-1 0,-1 0 1 15,1 0 0-15,1 6-5 0,-1-5-2 0,-2 2 10 16,2 2-14-16,2-1 3 0,-2 1-23 0,-2-3-23 16,0 2-34-16,1-3-50 0,0 2-53 0,-2-2-56 15,-3 0-130-15,0 0-384 0,0 0 169 0</inkml:trace>
  <inkml:trace contextRef="#ctx0" brushRef="#br0" timeOffset="123640.31">21778 14296 191 0,'-8'2'202'16,"8"-2"-6"-16,0 0-10 0,0 0-11 0,25 5-5 15,7-4-7-15,23 6-2 0,11-7 2 0,31 1-12 16,8 3-10-16,-2-2-9 0,2 2-9 16,-5-3-12-16,-6 3-8 0,-29-3-10 0,3 2-6 0,-4 0-8 15,-5-3-9-15,-3 2-2 0,0-2-9 0,-16 0-6 16,-4-2-4-16,1 2-5 0,-2 0-6 0,-3-2-3 16,-10 1-4-16,-1 1 0 0,-2 1 0 0,-5-2-3 15,-3 1-2-15,-2-1-4 0,-2-1-1 0,-7 2-4 16,12-1 1-16,-12 1-5 0,8 0-25 0,-8 0-22 15,0 0-30-15,0 0-33 0,0 0-45 0,0 0-56 16,0 0-57-16,0 0-159 0,-33 9-447 0,14-6 198 16</inkml:trace>
  <inkml:trace contextRef="#ctx0" brushRef="#br0" timeOffset="124148.73">21805 14563 106 0,'0'-7'260'0,"0"7"-11"0,0 0-20 15,0-11-23-15,0 11-22 0,0 0-19 0,0 0-14 16,0 0 3-16,0 0-3 0,0 0-3 0,-15 23-8 16,10-9-7-16,-1 2-6 0,1-1-27 0,1 5-13 15,-2-1 3-15,-3-2-10 0,2 3-8 0,2-1-7 16,-1 0-6-16,2-1-4 0,0 0-6 0,-1 2-1 16,1-5-6-16,2 2-2 0,-1-1-7 0,1-3-3 15,-1-2 0-15,3 1-4 0,-1 0 0 0,-1-2-5 16,0-1-7-16,2-2-17 0,-3-1-19 15,3-6-18-15,-2 11-21 0,0-4-24 0,2-7-20 0,-2 8-34 16,2-8-33-16,-1 7-25 0,1-7-20 0,0 0-172 16,0 0-420-16,-8 1 186 0</inkml:trace>
  <inkml:trace contextRef="#ctx0" brushRef="#br0" timeOffset="124492.96">21853 14507 129 0,'12'-5'187'0,"-3"1"-8"16,3 5-14-16,-12-1-9 0,16 3-10 0,-7 0-15 15,-9-3-9-15,14 13-4 0,-9-3-13 16,-4 1-8-16,2 2-11 0,-5-2-7 0,-2 7-11 0,-2-4-3 16,-2 2-6-16,-2-2-10 0,-1-2-1 0,-3 1-7 15,1 0 3-15,-4-1-10 0,1-2 0 0,0 1-3 16,0-5-1-16,3 3-6 0,3-5 2 0,-3-1-5 15,1 1-4-15,3-1-1 0,2-2 3 0,0 1-2 16,7-2 1-16,-11 2 5 0,11-2 3 16,-8 3-5-16,8-3 4 0,0 0-1 0,-9 1-9 0,9-1-4 15,0 0-1-15,-1 7 3 0,1-7 3 0,0 0 1 16,0 0 3-16,8 18-1 0,-6-11 1 16,5 0 0-16,-1 1-3 0,2 2-1 0,1 0 0 15,1 1 2-15,3 1-16 0,-3 0-19 0,1-1-44 16,-1-3-25-16,2 3-39 0,-3-1-43 0,1-1-48 15,-2 0-124-15,0-2-368 0,-1 1 163 0</inkml:trace>
  <inkml:trace contextRef="#ctx0" brushRef="#br0" timeOffset="124826.04">21976 14959 204 0,'10'-5'226'16,"2"-1"-9"-16,0-2-8 0,1 0-17 0,0 1-12 15,-2 0-10-15,1 1-10 0,3-1-12 0,-3 0-6 0,-2-2-11 16,1 2-8-16,0 0-5 0,-2-1-13 16,1 0 0-16,-4 0-5 0,-2 2-12 0,3 0-7 15,-5 0-7-15,2-1-6 0,-2 2-6 0,-2 5-7 16,-1-13-9-16,1 13 6 0,-9-10-16 0,4 5-2 16,-1 2-5-16,-5 2-6 0,-3 1-2 0,1 2 1 0,-6 0-4 15,0 4-7-15,0 0 6 0,1 5-3 16,1-2 2-16,-4 7 1 0,4-4-5 0,6 1 7 15,-1 0 0-15,1-1-5 0,6-1 0 0,-1 0 1 16,3-1-3-16,-1 3 1 0,4-2 1 0,1 1 8 16,2-2-11-16,3 0 11 0,1 0-15 0,1-2-1 15,4 0-15-15,2 0-20 0,3-2-26 0,-6 2-28 16,2-3-35-16,-3-2-34 0,0 2-40 0,3-1-38 16,-3-1-26-16,-2 1-143 0,3-1-432 0,0-3 193 15</inkml:trace>
  <inkml:trace contextRef="#ctx0" brushRef="#br0" timeOffset="125014.93">22266 14954 100 0,'0'0'257'16,"4"-5"-6"-16,-4 5-12 0,4-5-15 0,-4 5-20 16,6-4-24-16,-6 4-21 0,14-4-15 0,-6 3-15 15,4-2-15-15,5 3-9 0,1-1-16 0,0 0-26 16,0 1-27-16,-5 1-31 0,0 0-29 0,-2-1-27 15,-1 2-29-15,-1-2-42 0,-9 0-6 0,13 1-21 16,-13-1-12-16,9 0-103 0,-9 0-286 0,0 0 126 16</inkml:trace>
  <inkml:trace contextRef="#ctx0" brushRef="#br0" timeOffset="125202.9">22456 14883 97 0,'-4'-10'148'0,"2"4"7"15,2 6 9-15,-3-5 6 0,3 5 2 0,0 0 0 16,-4-8-4-16,4 8-17 0,0 0-22 0,0 0-8 15,0 0 5-15,0 0 1 0,0 0 3 0,-15 13-12 16,11-3-9-16,-2-1-5 0,1 0-10 0,-2 1-10 16,1 2-2-16,-2 2-16 0,2-1-3 0,2 3 4 15,-1-4-19-15,0 0-1 0,2-1-18 0,2 2-25 16,-1 0-32-16,2-2-38 0,0 1-48 0,0-2-36 16,2 0-62-16,-2 1-185 0,4-2-428 0,0-4 190 15</inkml:trace>
  <inkml:trace contextRef="#ctx0" brushRef="#br0" timeOffset="125472.52">22811 14863 1711 0,'10'-18'165'16,"-3"3"28"-16,0 1-30 0,-2 2-30 0,-3 1-27 15,1 3-4-15,-3 8 2 0,4-10-4 0,-4 10-17 16,3-7-8-16,0 3-9 0,-3 4-6 0,0 0-6 15,0 0 3-15,0 0 0 0,0 0-3 0,-8 29 2 16,4-17 6-16,2 5-6 0,-6 1-1 0,3 0-3 16,1 0-6-16,-1-1-3 0,0 1-4 0,-1-2-4 15,1 2-2-15,1-2-5 0,0 0 2 16,-1-1-8-16,2-4-19 0,-1-1-17 0,2 2-12 0,-1-2-27 16,1 0-31-16,-2-1-24 0,2 0-30 15,-2 0-47-15,1-4-39 0,2 2-31 0,1-7-205 0,0 0-497 16,-7 10 219-16</inkml:trace>
  <inkml:trace contextRef="#ctx0" brushRef="#br0" timeOffset="125832.52">22886 14727 30 0,'10'-7'243'0,"3"-1"-2"0,1 1-13 16,0 1-18-16,-3 5-16 0,2-1-11 0,-1 1-20 15,-3 2-8-15,2 2-13 0,-1 2-8 16,-2 2-10-16,-3-1-6 0,-1-1-12 0,2 3-12 16,-3-1-4-16,-2 1-10 0,-1-8-7 0,-4 14-7 0,0-5-7 15,-1 0-4-15,2 0-7 0,-5-1-2 0,0 0-8 16,-1 1 2-16,0-4-6 0,0 1 4 16,0-2-14-16,-1 1 13 0,0-1-16 0,3-2 1 15,0 1-4-15,1 1 1 0,6-4-2 0,-11 3-2 16,11-3-3-16,-7 2-3 0,7-2 4 0,-9 2-5 15,9-2 4-15,0 0-10 0,-7 2-4 0,7-2 0 0,0 0 0 16,0 0 2-16,3 13 1 0,-3-13 0 0,4 9-3 16,1-4 13-16,-1 1-14 0,2 1 4 0,2 1-2 15,-1-1-7-15,3 2-16 0,1-1-12 16,3 2-18-16,-3-4-28 0,2 4-29 0,-1-2-26 16,-1-1-29-16,4 0-21 0,0 2-36 0,-5-1-150 0,0-4-404 15,0 1 180-15</inkml:trace>
  <inkml:trace contextRef="#ctx0" brushRef="#br0" timeOffset="126814.33">23232 14916 81 0,'3'-11'260'0,"0"2"4"0,0 2 0 16,-1 0-12-16,0 1-8 0,-2 6-18 0,2-10-10 15,-2 10-23-15,3-8-16 0,-3 8-23 16,0 0-13-16,2-8-12 0,-2 8-20 0,0 0 2 15,0 0-7-15,0 0 0 0,0 0-7 0,-5 25-2 16,1-14-5-16,2 1-8 0,-3-1 5 0,1 5-4 16,-1 0-2-16,0 1-6 0,0-2 5 0,0 2-19 0,-2 0-9 15,2-2-6-15,0 0 1 0,1-1-3 16,0 1-4-16,-1-4-7 0,3 1 2 0,-5 0-11 16,5-2 4-16,-1 1-9 0,1-2 7 0,-1-2-7 15,2 0-7-15,-1 0 2 0,2-7 4 0,-2 10-1 16,2-10-4-16,-3 10-2 0,3-10-1 0,0 8-3 15,0-8 10-15,0 0-8 0,0 0 3 0,-2 6 6 0,2-6-8 16,0 0 4-16,0 0 0 0,0 0-3 16,0 0 1-16,0 0-5 0,0 0-1 0,0 0 2 15,0 0 1-15,0 0 10 0,0 0-15 0,10-23-11 16,-7 20 16-16,-3 3-6 0,5-10 0 0,-3 7-3 16,-2 3 11-16,8-10-10 0,-6 4 5 0,-2 6-12 15,6-9 5-15,-4 5 4 0,-2 4-3 0,5-6 2 16,-5 6 1-16,3-5-5 0,-3 5-1 0,0 0-1 15,5-6 4-15,-5 6 1 0,0 0 4 0,0 0-4 16,5-7 4-16,-5 7-8 0,0 0 0 0,0 0 4 16,0 0-2-16,0 0 9 0,0 0-16 0,0 0 3 15,0 0 4-15,0 0-6 0,0 0 2 0,0 0-2 16,0 0 5-16,0 0 0 0,0 0 0 0,0 0-2 16,0 0 8-16,0 0-16 0,0 0 8 0,0 0 3 15,0 0-4-15,3-6-1 0,-3 6 8 0,0 0-1 16,0 0-2-16,0 0 5 0,0 0 0 0,0 0-9 15,0 0 5-15,0 0 1 0,0 0-2 0,0 0 2 16,0 0-4-16,0 0 2 0,0 0 0 0,0 0 0 16,0 0-2-16,0 0 0 0,0 0-10 0,0 0 7 15,0 0 15-15,0 0-7 0,0 0-2 0,0 0 6 16,0 0-3-16,0 0-12 0,0 0 9 0,0 0-10 16,0 0 5-16,0 0 3 0,0 0 4 0,0 0-1 15,0 0-3-15,0 0-4 0,0 0 7 0,0 0-2 0,0 0 4 16,0 0 0-16,0 0 2 0,0 0-2 15,0 0-8-15,0 0 3 0,0 0 5 0,0 0-2 16,0 0 2-16,0 0-3 0,0 0 2 0,0 0 0 16,0 0-3-16,0 0 1 0,0 0 0 0,0 0-1 15,0 0 3-15,0 0-9 0,0 0 13 0,0 0-5 16,0 0-5-16,0 0 1 0,0 0 0 0,0 0 6 16,0 0-4-16,0 0-1 0,0 0 3 0,0 0-6 15,0 0 5-15,0 0 0 0,0 0 2 0,0 0 0 16,0 0 1-16,0 0-2 0,0 0-1 0,0 0 4 15,0 0 5-15,0 0-2 0,0 0-8 0,0 0-2 16,0 0 2-16,0 0-7 0,0 0 7 0,0 0-1 16,0 0 4-16,0 0-3 0,0 0 2 0,0 0-9 15,0 0 9-15,0 0 10 0,0 0-10 0,0 0-2 16,0 0 1-16,0 0 10 0,0 0-12 0,0 0 4 16,0 0-4-16,0 0-1 0,0 0 1 0,0 0 2 15,0 0 11-15,0 0 3 0,0 0-19 0,0 0 13 16,0 0-13-16,0 0 5 0,0 0 2 0,0 0-10 15,0 0 8-15,0 0-8 0,0 0-4 0,0 0-6 16,0 0-1-16,0 0-14 0,0 0-7 0,0 0-18 16,0 0-8-16,0 0-18 0,0 0-14 0,0 0-12 15,0 0-20-15,0 0-17 0,0 0-27 0,0 0-31 16,0 0-34-16,0 0-22 0,0 0-208 0,0 0-509 16,0 0 225-16</inkml:trace>
  <inkml:trace contextRef="#ctx0" brushRef="#br0" timeOffset="127600.28">22649 14212 16 0,'0'-8'94'0,"0"8"-5"0,0 0-6 0,0-11 1 15,0 11-3-15,0 0 1 0,-2-8 4 0,2 8-14 16,0 0-6-16</inkml:trace>
  <inkml:trace contextRef="#ctx0" brushRef="#br0" timeOffset="129652.96">22509 14007 65 0,'0'0'164'0,"0"0"-5"0,0 0-10 0,2-8-1 0,-2 8-12 16,2-5-9-16,-2 5-9 0,0 0-3 0,0 0-1 16,-3-12-3-16,3 12-8 0,0 0-10 0,-7-9-10 15,7 9-5-15,-8-4-6 0,1 2-7 0,7 2-2 16,-14 0-8-16,4-1-4 0,-2 2-3 0,2 1-9 15,-1 1-2-15,2 0-2 0,0 1-8 0,-1-1-3 16,2 4-1-16,0-1 0 0,2 1-4 16,-2 0-3-16,2 1 1 0,2-1-18 0,1 0 2 0,2-1-2 15,0 4 4-15,1-10 2 0,4 12-7 0,0-5 4 16,2 2-1-16,4-3 3 0,-2 0 0 0,2 1-2 16,1-1 2-16,0-1-2 0,-1-1-2 0,1-1 3 15,0 0 0-15,-2-1 0 0,1-1-1 0,-4 1 0 16,1-1 4-16,-7-1-3 0,10-1 3 0,-10 1-6 15,0 0 3-15,10-5 0 0,-10 5-2 0,0 0 1 16,4-6-2-16,-4 6-3 0,0 0 1 0,0 0-2 16,-22-8 5-16,12 8-4 0,-3 0 2 0,2 0 1 15,-3 1-2-15,0 1-2 0,-1 1 5 0,2-1-3 16,0 3 0-16,0-3-1 0,3 0 4 0,-1 3-1 16,5-1-2-16,-1-1 0 0,1 2 4 0,6-5-1 15,-6 10 0-15,6-10 2 0,1 9-3 0,-1-9 5 16,12 9-3-16,0-5 4 0,5 2 0 0,2 0-17 15,2-3-11-15,-1 1-16 0,7 2-17 0,0 0-20 16,-7-2-28-16,0 1-31 0,0-1-42 0,-1 2-129 16,-7-2-328-16,0-1 146 0</inkml:trace>
  <inkml:trace contextRef="#ctx0" brushRef="#br0" timeOffset="130634.48">22090 14826 85 0,'0'0'148'16,"-6"-3"-8"-16,6 3-4 0,0 0-9 0,-5-6-3 16,5 6-6-16,0 0-5 0,-6-3-8 0,6 3-3 15,-8-3-4-15,8 3-10 0,0 0-7 0,-9-6 1 16,9 6-11-16,-9 0-3 0,9 0-6 0,-11 0 0 15,11 0-8-15,-15 3-9 0,8 0 3 0,7-3-3 16,-16 5-3-16,8-1 0 0,-2 0-3 0,1 2-3 16,4-1-7-16,-4 3 5 0,3-2-6 0,-4 3-2 15,3 0-1-15,1 0 1 0,0 0-7 0,-2 0 1 16,1-1-4-16,3 2 0 0,-1-1-5 0,1 0 2 16,1 1-1-16,2-1 0 0,0-3 0 0,1 3 0 15,2 0-5-15,1-2 2 0,3 2 3 0,1-1-4 16,2-1-1-16,-3 0 2 0,4-2-1 0,3 0-2 15,-4 0 4-15,3 0-3 0,-1-2 2 0,1-1-3 16,-2 0 0-16,1 0 0 0,-3-1-1 0,0 1-2 16,-2 0 0-16,-6-2-2 0,11 2 0 0,-11-2 0 15,8 1 2-15,-8-1-1 0,7 3 2 0,-7-3-2 16,0 0 1-16,0 0-4 0,0 0 5 0,0 0-6 16,0 0 1-16,0 0 4 0,0 0-3 0,0 0-3 0,-25 2 3 15,15-2-2-15,0 1-1 0,0-1 2 16,-1 2 4-16,1 0-3 0,-4 0 0 0,4 1 0 15,-2 1 6-15,0-1-6 0,0 3 9 0,-1 1-9 16,2-1 1-16,-1 2 1 0,2-2 4 0,0 0-5 16,1 3 2-16,0-2-2 0,3 0 4 0,2-1 0 0,-1 3 1 15,3-2-2-15,0 0 3 0,0-1 1 16,2-6-2-16,7 15 3 0,-2-8-1 0,0-2 1 16,4 1 5-16,0-1-10 0,1 1 4 0,4-2 2 15,2 2-6-15,3-3 9 0,-2-1-10 0,2 2 0 16,1-1-12-16,-1-2-21 0,3-1-16 0,5 3-24 15,-8 1-24-15,0-2-41 0,1-1-44 0,-1 2-38 16,-6 0-114-16,-1-3-358 0,1 2 159 0</inkml:trace>
  <inkml:trace contextRef="#ctx0" brushRef="#br0" timeOffset="131514.81">23295 14966 115 0,'1'-12'127'0,"-1"12"-6"0,6-6-3 0,-2 1-6 15,3 2-9-15,0 0-7 0,5 0-1 0,-2 0-5 16,0 2 5-16,4-2-8 0,-1 3-7 0,1-1-4 15,-4 1-1-15,1 1-14 0,0 2-5 0,-1-2 2 16,-1 2-7-16,1 0-1 0,-5 0-10 0,1 1 4 16,-6-4-1-16,7 10-4 0,-5-5-8 0,-2-5-2 15,2 10 4-15,-2-10 3 0,-4 13 1 0,0-7 0 16,-2 3-6-16,1-1 4 0,-4 0-4 0,3 0-3 16,-3 0-1-16,1-3-4 0,-1 1-2 0,0-1-6 15,1 1 1-15,2-1-1 0,-1 1-1 0,1-2 0 16,2 2-4-16,-1-2 0 0,5-4-1 0,-5 10-1 15,5-10 0-15,0 9-2 0,0-9 3 0,3 13 1 16,1-9-3-16,-1 1-5 0,5 4 3 0,0-3-1 16,-1 2 0-16,1-1-2 0,0 0 3 0,-1-1 1 15,0 1-6-15,-2 1 5 0,0-3 1 0,-2 0-6 16,-2 1 0-16,2 1 2 0,-3-7-4 0,1 10 6 16,-1-10 2-16,-5 7-5 0,0-3 2 0,-3-1 0 15,-4-1-2-15,0 1 2 0,-1 0-5 0,-5-2 1 16,3 1 2-16,1-4-4 0,-6 1-7 0,4-1-8 15,-2 2-24-15,0-1-20 0,-1-1-33 0,1-1-30 16,3 0-41-16,-3-1-155 0,1-2-346 0,1 1 154 16</inkml:trace>
  <inkml:trace contextRef="#ctx0" brushRef="#br0" timeOffset="-175029.9">27016 3178 157 0,'0'0'162'0,"0"0"-2"0,0-9-9 16,0 9-6-16,0 0-8 0,0 0-6 0,0 0-10 15,0 0-8-15,0 0-11 0,0 0-9 0,0 0-9 16,0 0-7-16,0 0-8 0,0 0-12 0,0 0 2 16,0 0-13-16,0 0-1 0,0 0-11 0,0 0 1 15,0 0-6-15,0 0-3 0,0 0-3 0,0 0-10 16,0 0-8-16,0 0-17 0,0 0-25 16,0 0-21-16,0 0-31 0,0 0 5 0,0 0-43 15,0 0-20-15,0 0-107 0,0 0-274 0,0 0 121 16</inkml:trace>
  <inkml:trace contextRef="#ctx0" brushRef="#br0" timeOffset="-163827.58">30385 6714 16 0,'0'0'24'0,"0"0"2"16,0 0-22-16,0 0-5 0,0 0-11 0,0 0 12 15,0 0-10-15,0 0-11 0,0 0 6 0</inkml:trace>
  <inkml:trace contextRef="#ctx0" brushRef="#br0" timeOffset="-5490.19">12019 15498 68 0,'0'0'159'16,"0"0"-9"-16,0 0-4 0,0-13-5 0,0 13-7 16,0-9-8-16,0 9-3 0,0-8-5 0,0 8-3 15,0 0-10-15,0 0-2 0,-2-11-6 0,2 11-3 16,0 0-5-16,0-9-5 0,0 9-5 0,0 0-4 16,-5-8-9-16,5 8-2 0,-2-7-6 0,2 7-3 15,0 0 0-15,0 0-5 0,-4-7-3 0,4 7-7 16,0 0-2-16,0 0-3 0,-9-2-6 0,9 2-7 15,-12 0-3-15,12 0 3 0,-17 5-4 16,-2 1-7-16,1 3 5 0,-13 1-3 0,6 2-5 0,0-1 1 16,1 0-2-16,-1 0 1 0,7-1-2 15,-2-1 1-15,4 0 23 0,3 1-3 0,4 0-3 16,-1-3-2-16,6 1-5 0,-4 2-1 0,5-2-2 0,1 1-2 16,2 0 0-16,0 1-2 0,3 0-3 0,-1-3 1 15,6 2-2-15,1 0 3 0,0-1-1 0,0 2-1 16,0-1-3-16,2-3 1 0,1 2 1 0,2 2-3 15,-4-3 0-15,-1 0-2 0,1-3 1 16,-1 4-2-16,-1-2 1 0,-3-2 1 0,1 0-2 16,-1 0 0-16,-5-4-1 0,9 7 1 0,-7-4 0 0,-2-3-2 15,2 8 2-15,-2-8-1 0,0 0-1 0,-9 14 4 16,3-11-3-16,-5 3 3 0,0-2-2 0,-1-1 3 16,-4 3-1-16,0-1-1 0,-1 0-2 15,0-3-4-15,-1 1-1 0,1 1-11 0,4 0-7 16,1-2-8-16,1-1-10 0,0 0-20 0,3 2-25 15,8-3-35-15,-13 0-47 0,13 0-49 0,-8 3-147 16,8-3-393-16,0 0 175 0</inkml:trace>
  <inkml:trace contextRef="#ctx0" brushRef="#br0" timeOffset="-5305.75">12337 15680 138 0,'12'-3'136'0,"-3"1"-10"0,3 0-13 0,-12 2-9 15,20-1-34-15,-20 1-22 0,20 0-29 0,-20 0-20 16,9 1-30-16,-5 2-21 0,-4-3-60 0,9 7-121 16,-6-4 54-16</inkml:trace>
  <inkml:trace contextRef="#ctx0" brushRef="#br0" timeOffset="-5135.76">12297 15826 83 0,'0'0'113'0,"-6"3"14"0,6-3-17 0,-6 3-4 16,6-3 0-16,0 0 0 0,0 0 1 0,0 0-3 16,0 0-11-16,0 0-6 0,20 8-8 0,-9-10-11 15,1 2-9-15,3-2-21 0,4 0-27 0,0 2-39 0,10-4-38 16,-2 4-49-16,-12 0-83 0,6-3-215 15,-3 1 95-15</inkml:trace>
  <inkml:trace contextRef="#ctx0" brushRef="#br0" timeOffset="-4610.41">13787 15350 31 0,'-2'-11'205'0,"-3"-1"-8"16,4 3-11-16,-3-2-8 0,2 2-4 0,0 4-9 15,2 5-16-15,-2-13-12 0,2 13-12 0,-2-8-18 16,2 8-19-16,0 0-3 0,0 0-12 0,0 0-4 16,0 0 0-16,0 30-4 0,0-12-9 0,0 7 7 15,0 0-9-15,-1-1-4 0,-3 2-3 16,2-6 24-16,0 6-6 0,-2-7-6 0,0 4-3 0,2-4-6 16,0 1-5-16,-2-3-6 0,2 2 0 0,-1-1-7 15,1-3 2-15,0 1-6 0,2 0-2 0,-2-5-2 16,0 0-6-16,2 2-19 0,-2-2-18 0,1 0-33 15,-1-1-26-15,2-10-34 0,-2 14-37 0,2-14-51 16,0 12-192-16,0-12-423 0,0 0 187 0</inkml:trace>
  <inkml:trace contextRef="#ctx0" brushRef="#br0" timeOffset="-4417.83">14066 15502 126 0,'21'0'138'15,"2"-4"-13"-15,4 1-12 0,2 2-15 0,-8 0-9 16,0 1-26-16,0 1-38 0,-1-1-17 16,-4-1-41-16,-2 1-30 0,-3 1-53 0,-11-1-123 0,0 0 54 15</inkml:trace>
  <inkml:trace contextRef="#ctx0" brushRef="#br0" timeOffset="-4180.23">14179 15383 149 0,'0'0'192'15,"0"0"-18"-15,-8-4-2 0,8 4-1 0,0 0-3 16,0 0-5-16,0 0-10 0,0 30-15 0,0-19-7 15,0-1-10-15,0 4-8 0,0-4-10 0,0 6-10 16,0 0-6-16,0 0-6 0,0-2-10 0,0 1-8 16,2-2-3-16,-4 3-5 0,2 1-7 0,0-4-20 15,2 4-24-15,-2-2-31 0,0-3-31 0,0 2-39 16,2-4-53-16,-2 2-42 0,4 1-144 0,-4-4-364 16,2 0 161-16</inkml:trace>
  <inkml:trace contextRef="#ctx0" brushRef="#br0" timeOffset="-3924.78">14507 15343 147 0,'1'-6'233'0,"-1"6"-25"0,0 0-15 0,2-10-16 15,-2 10 7-15,0 0-14 0,0 0-7 16,0 0-11-16,4 34-1 0,-6-18-13 0,0 1-10 15,-1 1-10-15,2 0-10 0,-2 6-11 0,1-3-8 0,0-2-9 16,0 0-9-16,-2 1-6 0,3-2-5 0,-2 0-5 16,1-1-5-16,-2 2-10 0,1-4-2 0,2 1-10 15,-2 2-26-15,-1-4-20 0,2-2-23 16,2 0-24-16,-1-1-39 0,-1-1-42 0,2-10-53 16,-1 15-197-16,1-15-428 0,-1 13 190 0</inkml:trace>
  <inkml:trace contextRef="#ctx0" brushRef="#br0" timeOffset="-3514.05">14616 15202 89 0,'0'0'173'0,"13"-9"-2"0,-4 5-7 16,4 1-4-16,1 1-15 0,6 1-9 0,-4 3-12 15,2 1-6-15,1 2-5 0,-3 1-8 0,-5-1-10 16,2 3-5-16,-5 1-7 0,1-3-5 0,-2 2-5 16,-2 2-4-16,-3-1-8 0,0 0-3 0,0 3-9 15,-2-12-3-15,-6 21-3 0,1-13-2 0,-2 1-5 16,3-2 0-16,4-7-9 0,-5 9 1 0,0-3-4 16,5-6-2-16,-10 8-4 0,10-8-1 0,-7 7-3 15,7-7-6-15,-5 4-7 0,5-4 3 0,0 0-8 16,-7 8-2-16,7-8 0 0,0 0-5 0,0 0 6 15,0 0 4-15,12 10-5 0,-12-10 3 0,13 9 0 16,-8-5 2-16,3 0-3 0,-1 1 1 0,2 2-3 16,-1-4 1-16,-8-3 0 0,10 11 3 0,-2-4-1 15,-8-7 3-15,6 12-4 0,-3-6 3 16,-3-6-1-16,1 13 1 0,-1-13 3 0,-4 13-4 16,4-13 1-16,-8 15-8 0,2-7-12 0,-2-1-9 15,-1-1-21-15,2 1-26 0,-5 0-34 0,3-2-39 16,-1 1-47-16,-2 0-102 0,1-3-323 0,-3 1 143 15</inkml:trace>
  <inkml:trace contextRef="#ctx0" brushRef="#br0" timeOffset="-3269.72">15092 15219 41 0,'20'7'223'0,"-11"1"-7"0,0 1-10 16,1 5-3-16,-4 5-14 0,-2 0-16 0,-1 7-13 16,-2 2-16-16,-7-2-10 0,4 1-11 0,-2 1-14 15,-6 1-8-15,4-3-12 0,-5 1-6 0,-3-1-11 16,0-1-2-16,-2 2-8 0,-2-2-10 0,-4-3-16 16,-3 2-22-16,-2-4-19 0,1 1-29 0,-5-2-29 15,-2-3-31-15,3 1-49 0,-2-1-47 0,-4-2-139 16,0-1-356-16,0-5 158 0</inkml:trace>
  <inkml:trace contextRef="#ctx0" brushRef="#br0" timeOffset="-2948.25">13634 15003 109 0,'-33'33'198'0,"-6"4"-3"0,3 5-10 0,5 1-14 16,1 3-7-16,9 6-10 0,2-1-13 0,5-4-17 15,5 4-9-15,3-1-7 0,4 0-13 0,6-1 17 16,7-1-12-16,3-1-9 0,7-4-13 0,5-1-17 16,3-3-31-16,12-3-37 0,1-1-38 0,3-3-45 15,9-3-66-15,2-3-167 0,-2-3-349 0,3-5 155 16</inkml:trace>
  <inkml:trace contextRef="#ctx0" brushRef="#br0" timeOffset="5082.63">16190 15261 47 0,'-2'9'65'0,"2"-9"-2"0,0 0-10 0,0 0 7 16,0 0-7-16,0 0 1 0,0 0 5 0,-3 6-2 15,3-6 12-15,0 0 0 0,0 0 2 0,0 0 11 16,0 0-15-16,0 0 1 0,0 0-8 0,0 0-6 16,0 0-2-16,0 0-4 0,0 0 2 0,0 0 7 15,0 0 8-15,-4-26-3 0,4 26-10 0,-1-13-4 16,1 13-5-16,1-12-3 0,-1 4 0 0,0 8-1 16,0-15-6-16,0 4 3 0,0 4 2 0,0 7-3 15,0-14 0-15,0 14 1 0,2-11 7 0,-2 11-1 16,0-11 2-16,0 11 0 0,-2-7-3 0,2 7-10 15,0 0-2-15,0 0-6 0,2-10-1 0,-2 10-3 16,0 0-2-16,0 0 0 0,0 0 0 0,0 0 4 16,2 25 1-16,-2-15-1 0,0 4 3 0,-4 1 1 15,1 5 3-15,1-1 5 0,0 1 6 0,-1 6-7 16,2-7-1-16,1 2 0 0,-1-2 0 0,-1 1-7 16,0-2 3-16,0 0-3 0,2-1 0 0,-1 1-5 15,1-3 1-15,-1-3 1 0,1-1-3 0,0 1-2 16,0-2-1-16,-2-2-1 0,0 2-1 0,2-2 27 15,0-8-4-15,1 11-5 0,0-3-5 0,-1-8-1 16,0 10 2-16,0-10-5 0,2 9 0 0,-2-9-5 16,1 8 1-16,-1-8-4 0,0 0-3 0,0 0-12 15,1 10-16-15,-1-10-14 0,0 0-18 0,0 0-19 16,2 7-22-16,-2-7-29 0,0 0-38 0,0 0-38 16,0 0-38-16,0 0-126 0,0 0-388 0,16-12 172 15</inkml:trace>
  <inkml:trace contextRef="#ctx0" brushRef="#br0" timeOffset="5474.07">16538 15413 103 0,'0'0'163'0,"0"0"-12"0,0 0-9 16,0 0-3-16,-8-12-5 0,8 12-7 0,0 0-4 16,0 0-6-16,0 0 1 0,0 0-5 0,0 0-5 15,0 0-5-15,0 0-4 0,0 0-2 16,0 0-6-16,0 0-3 0,0 0-1 0,0 0-3 16,0 0-4-16,0 0-2 0,0 0-5 0,0 0-7 0,0 0-3 15,-5-7-9-15,5 7-6 0,0 0-6 0,0 0 1 16,12-2-10-16,-5 0-2 0,5-1-3 15,-1-1-2-15,7 4-4 0,-1-3-2 0,2 0 0 0,1 2-2 16,2-3-1-16,1 4-3 0,5-4-4 16,0 1 0-16,-8 3 0 0,0 0 0 0,-7-3-3 15,6 3 0-15,-7-1 0 0,0-1-2 0,2 1 0 0,-2 1-6 16,-3 3-10-16,-9-3-15 0,14-2-16 0,-14 2-23 16,11 2-24-16,-11-2-32 0,0 0-29 15,10 2-21-15,-10-2-29 0,0 0-160 0,0 0-390 16,0 0 173-16</inkml:trace>
  <inkml:trace contextRef="#ctx0" brushRef="#br0" timeOffset="5816.07">16773 15204 21 0,'0'0'237'0,"0"-9"-2"16,0 9-12-16,1-7-15 0,-1 7-20 0,0 0-22 16,-2-8-13-16,2 8-16 0,0 0-18 0,0 0-11 15,0 0 0-15,0 0-1 0,0 0 0 0,2 23-5 16,-2-11-5-16,0-1-4 0,-1 6-6 0,-2 1-4 16,0 1-13-16,0 1 3 0,2 0-8 0,-2-1 3 15,2-1-9-15,0 0-5 0,-1 1-1 16,2-2-8-16,-1-6-2 0,1 2 4 0,0 0-14 15,-1 0-4-15,1-2-1 0,-1 0 0 0,2-1-3 0,-1-1-5 16,0-3-2-16,1 2 1 0,-1-8-5 0,1 11 0 16,2-3-12-16,-3-8-18 0,1 8-21 0,-1-8-22 15,3 9-30-15,-3-9-27 0,1 6-29 0,-1-6-40 16,0 0-39-16,3 4-196 0,-3-4-454 0,0 0 202 16</inkml:trace>
  <inkml:trace contextRef="#ctx0" brushRef="#br0" timeOffset="6615.94">17541 15141 78 0,'1'-11'197'16,"-1"11"-10"-16,0 0-18 0,3-7-9 0,-3 7-22 16,0 0-9-16,0 0-13 0,0 0 11 0,0 0-15 15,0 0-3-15,0 0-6 0,-3 29 3 0,1-20-8 0,-2 3-6 16,2 0-7-16,0 5-2 0,0-1-4 15,0-3-8-15,0-3-3 0,-1 6-6 0,2 2-9 16,0-3 1-16,-1-3-5 0,2 1-3 0,-1-2-6 16,0 0-4-16,1 1-1 0,-3-2-5 0,2-1-4 0,1 2-2 15,-1-4-2-15,1-7 0 0,-2 12-4 16,2-5 3-16,-1 0-6 0,1-7-2 0,-2 10-15 16,2-10-14-16,-2 9-15 0,2-9-17 0,-1 8-17 15,1-8-21-15,0 0-10 0,0 0-20 0,0 0-17 16,-1 8-30-16,1-8-20 0,0 0-140 0,0 0-349 15,0 0 154-15</inkml:trace>
  <inkml:trace contextRef="#ctx0" brushRef="#br0" timeOffset="7020.39">17604 15047 94 0,'7'-6'169'0,"5"-1"-9"0,1 3-3 0,-1-1-7 0,6 2-11 16,-5 2-14-16,-1 2 3 0,-4 0-18 0,3 2-2 16,-2 3-13-16,-2-3-4 0,-2 2-9 0,-1 2-4 15,0 0-3-15,-1 1-1 0,-2 2-3 0,-2 1-10 16,-1-1-4-16,-3 0-5 0,0-1 3 0,-2 0-13 16,0 0-2-16,-2-1-4 0,-2 2 0 0,-1 0-2 15,2-5-5-15,0 4-4 0,-3-2-3 0,1-2 1 16,1 0-4-16,1 0-1 0,1 0-1 0,2-2-6 15,1-1 5-15,0 1-4 0,6-3 7 0,-8 4-6 16,8-4 0-16,-8 2-6 0,8-2 3 16,0 0-3-16,-6 4-3 0,6-4-1 0,0 0 0 15,0 0 0-15,0 0 1 0,0 0 0 0,0 0-1 0,0 0 0 16,0 0-2-16,23 4-1 0,-19-3-1 0,-4-1 0 16,12 5 2-16,-5-1 0 0,-1-1 3 0,1 0-4 15,2 3 4-15,1-2-3 0,-2 2 3 0,-2-3-4 16,4 4 2-16,-1 0-2 0,0-1-8 0,1 3-20 15,-1-1-22-15,2 1-27 0,-3-2-32 0,0 2-41 16,0 0-35-16,0-1-151 0,-2 2-364 0,-2-3 161 16</inkml:trace>
  <inkml:trace contextRef="#ctx0" brushRef="#br0" timeOffset="7675.78">17912 15298 92 0,'0'0'152'0,"0"0"3"0,2-8-20 16,-2 8 0-16,0 0-10 0,1-11-6 0,-1 11-8 15,3-4-2-15,-3 4 0 0,0 0 6 0,0-10-3 16,0 10-3-16,0 0-8 0,0 0-1 0,4-9-8 15,-4 9-4-15,0 0-6 0,0 0-5 0,0 0-5 16,1-9 0-16,-1 9-6 0,0 0-4 0,0 0-3 16,0 0-6-16,0 0-2 0,0 0-6 0,0 0 0 15,0 0-6-15,1-6-7 0,-1 6-4 0,0 0-3 16,0 0 1-16,0 0-8 0,0 0-2 0,0 0-4 16,0 0-2-16,0 0 1 0,0 0-2 0,0 0-2 15,0 0 0-15,0 0 3 0,0 22-6 0,-2-13 3 16,1 0 0-16,-2 5 7 0,2-2 7 0,-3 1 6 15,1-2-6-15,-2 6-3 0,2-2 4 0,-1 1-1 16,-1-2-9-16,2 0 8 0,-2-3-5 0,2 1 4 16,-2 1-13-16,4-3 9 0,-2 1-4 0,1-2 1 15,-1 1-5-15,1-3 3 0,0-1 0 0,0 1-2 16,1 1-3-16,1-8 2 0,-3 11-4 0,2-6 4 16,1-5-5-16,-4 10 0 0,4-10 1 0,-1 6 3 15,1-6-6-15,0 0 5 0,0 9-2 0,0-9 0 16,0 0 1-16,0 0 0 0,0 0 4 0,0 0-2 15,0 0-2-15,0 0 4 0,0 0-2 0,0 0-5 16,0 0-8-16,0 0-16 0,0 0-13 0,0 0-21 16,0 0-21-16,0 0-38 0,0 0-35 0,0 0-49 15,0 0-39-15,0 0-158 0,0 0-430 0,0 0 191 16</inkml:trace>
  <inkml:trace contextRef="#ctx0" brushRef="#br0" timeOffset="8125.61">17953 15207 37 0,'5'-4'190'0,"0"1"-14"0,-5 3-14 16,11-6-11-16,-6 3-11 0,2 1-9 0,1 1-9 15,-8 1-10-15,13 1-6 0,-13-1-3 0,12 2-7 16,-7 2-5-16,0 0-6 0,2 0-8 15,-4 1-5-15,1 0-9 0,-4-5 2 0,5 11-12 16,-3-5-5-16,-2 1-3 0,0-7-3 0,-2 13-5 16,0-7-1-16,2-6-6 0,-10 14 2 0,2-7-6 0,-1 2-2 15,3 1-5-15,-3-4 1 0,-1 4 2 0,2-4-9 16,-1 0-1-16,4-1 0 0,-2 0-3 0,2-2-3 16,5-3 1-16,-7 8-4 0,7-8-1 15,-6 5 1-15,6-5 5 0,0 0-7 0,2 12 3 16,-2-12-3-16,4 8 2 0,-2-3-6 0,-2-5 7 15,8 10-2-15,-6-8-1 0,5 4 1 0,-3-3-1 16,1 3 2-16,0-1-6 0,0 0 7 0,-1-2-6 0,1 4 5 16,-1-3-4-16,-1 1 2 0,1 1-6 0,-4-6 7 15,6 7 0-15,-4-2-3 0,-2-5-1 0,3 8 3 16,-3-8 0-16,0 0 0 0,-4 10 0 16,0-5 0-16,4-5 3 0,-10 7-1 0,2-3-2 15,3-1-7-15,-4-1-10 0,0 0-13 0,-2-1-14 16,2 2-17-16,9-3-32 0,-22 1-38 0,12 0-35 15,-1 1-31-15,-3-2-102 0,3 0-321 0,11 0 143 16</inkml:trace>
  <inkml:trace contextRef="#ctx0" brushRef="#br0" timeOffset="8485.93">17375 15648 158 0,'0'0'178'0,"0"0"-16"0,0 0-10 16,0 0-8-16,0 0-6 0,29 5-12 0,-10-4-5 0,11 2-10 16,0-1-5-16,2 1-11 0,4-1-3 0,0 0-10 15,0 2-7-15,5-1-3 0,-4-3-12 0,-3 2-2 16,2-1-7-16,-3 0-4 0,-2-1-9 0,-2 3-1 16,-7-2-2-16,0 2-10 0,-2-3-19 15,-6 1-21-15,0 0-36 0,-3-1-48 0,0 3-44 16,-3-1-40-16,-2 0-97 0,-6-2-303 0,0 0 134 15</inkml:trace>
  <inkml:trace contextRef="#ctx0" brushRef="#br0" timeOffset="8769.84">17669 15757 58 0,'-4'-3'259'0,"4"3"-11"0,0 0-11 16,0 0-30-16,0 0-21 0,0 0-19 0,0 0-10 16,0 0-13-16,0 0 4 0,-1 19-14 0,-2-9-9 15,1 0-8-15,0 0-14 0,1 3-11 0,-3-2-6 16,3 6-2-16,0-1-7 0,-2-4-12 0,2 2-2 16,0-1-10-16,-1 0-3 0,0-1-5 0,-1 1-2 15,1-1-3-15,-1-2-6 0,-1 2-2 0,3 1-3 16,-1-3-15-16,-1 1-17 0,2-1-14 0,-3 1-22 15,1-3-30-15,3-8-34 0,-5 17-32 0,4-11-40 16,1-6-39-16,-7 12-177 0,1-8-423 0,6-4 188 16</inkml:trace>
  <inkml:trace contextRef="#ctx0" brushRef="#br0" timeOffset="9132.15">17689 15780 188 0,'10'-3'220'0,"2"2"-14"0,0 0-17 0,-12 1-13 15,15 2-14-15,-9 1-11 0,0 1-13 0,0 0-12 16,-6-4-8-16,6 11-14 0,-5-6-8 0,1 2-7 0,-2 1-6 16,0-8-7-16,-4 15-5 0,0-6-11 15,-1 0-2-15,-1 0-6 0,2-3-3 0,-5 2-6 16,1-3-6-16,-1 1 1 0,2-1-6 0,-1 2-5 15,3-5 0-15,-3 3-3 0,8-5 0 0,-8 4-2 16,8-4 0-16,-6 3-4 0,6-3-2 0,0 0 1 16,-6 3 0-16,6-3-2 0,0 0 2 0,0 0-3 15,0 0 0-15,-9 1-4 0,9-1 1 0,0 0-3 16,0 0 0-16,0 0 2 0,0 0 6 0,0 0-1 16,12 11 0-16,-12-11-1 0,7 8 2 0,-2-3-6 15,-2-1 1-15,3 1-6 0,-6-5 8 0,15 9-3 16,-8-4-3-16,0 2-27 0,0-2-38 0,2 3-43 15,-9-8-54-15,14 10-62 0,-4-5-194 0,-10-5-445 16,15 11 197-16</inkml:trace>
  <inkml:trace contextRef="#ctx0" brushRef="#br0" timeOffset="9555.6">17982 15962 111 0,'0'0'246'0,"-8"-6"-15"0,2 4-10 16,6 2-14-16,-13-1-18 0,3 2-14 0,0 1-16 15,-2 1-13-15,3 1-15 0,0 0-13 16,2 0-8-16,-2 2-11 0,4 0-10 0,-3 0-8 0,4-1-9 16,2 1-7-16,-1 0-7 0,0 3-5 15,3-9-4-15,3 13-1 0,0-4-6 0,-3-9 0 0,6 8-8 16,0-2-6-16,1-1 4 0,2-2-5 0,0 1 0 15,-2-1-4-15,3-2-3 0,-2 2-1 16,-3-2 2-16,-5-1-4 0,13 2-1 0,-13-2 1 16,5 3 1-16,-5-3-2 0,8 1-2 0,-8-1 4 15,0 0-6-15,0 0 1 0,0 0-4 0,0 0-3 16,0 0 1-16,0 0 3 0,-26 4-1 0,16-2 0 0,-2 1-5 16,1 0 11-16,0 2 3 0,-2 0 10 15,0-1 7-15,4 4-1 0,-1-3-2 0,-2 1-3 16,3 2-4-16,2-2 0 0,0-2-2 0,2 3 0 15,3-1-2-15,-1 0-2 0,3-6-4 0,0 10 3 16,0-10 1-16,7 10-2 0,0-6-7 0,5-1-14 16,-2 1-20-16,3 0-28 0,-1-2-30 0,1 0-32 15,0 2-37-15,1-3-62 0,-3 1-64 0,-11-2-167 16,15 3-479-16,-15-3 213 0</inkml:trace>
  <inkml:trace contextRef="#ctx0" brushRef="#br0" timeOffset="10225.79">15924 16388 81 0,'-9'-4'177'0,"9"4"-8"16,-6-1-11-16,6 1-10 0,0 0-6 0,0 0-11 15,0 0-8-15,0 0-8 0,0 0-3 0,0 0-7 16,0 0-1-16,0 0-8 0,22 10-4 0,-2-6-4 15,1 1 8-15,8-2-15 0,2 5-3 0,6-2-3 16,14 2 0-16,5-2-10 0,3 2-4 0,4 0-6 16,30 2 1-16,-27-7-8 0,29 5-2 0,1-4 9 0,-2 3-7 15,2 0 1-15,4 2-6 0,0-1 1 16,6 3 2-16,0-2-8 0,1 0 1 0,4 1 2 16,0-1-6-16,-1-1-1 0,-1 2 3 0,-4 3-4 15,1-4 0-15,-3-1-7 0,-7-3 3 0,-5 5-7 16,-27-4-2-16,-1-2-2 0,2-1 1 0,0 2-3 15,-9-2-2-15,0-2 9 0,-3 1-6 0,-16-1-3 16,-1 1-1-16,-2-1-2 0,-3-1 2 0,-8 0 0 16,-4 0 0-16,-8 1 11 0,1-1 2 0,-3 0 9 15,-1 0 1-15,-8 0 3 0,9 0-2 0,-9 0-10 16,0 0-8-16,0 0-22 0,0 0-18 0,-20-11-23 16,6 8-22-16,-6 0-27 0,-8 0-33 0,-3 1-33 15,-1 1-48-15,-4 4-43 0,-1-2-202 0,-14 1-489 16,13 0 217-16</inkml:trace>
  <inkml:trace contextRef="#ctx0" brushRef="#br0" timeOffset="11701.97">15781 16780 47 0,'0'0'43'0,"0"0"-3"0,0 0-2 0,0 0 1 15,0 0-15-15,0 0 1 0,0 0-10 0,0 0 6 16,0 0 7-16,0 0 8 0,0 0 13 0,0 0 4 16,0 0-2-16,0 0-8 0,0 0 4 15,0 0 10-15,0 0-2 0,5-15 7 0,-5 15-3 16,0 0 7-16,7-8 2 0,-7 8 10 0,0 0 6 0,0 0 3 15,5-12 7-15,-5 12-3 0,1-4-1 0,-1 4-5 16,0 0-3-16,0 0-15 0,4-5-4 0,-4 5-9 16,0 0-6-16,0 0-1 0,0 0 0 0,0 0 2 15,0 22 1-15,0-10 0 0,0-12 6 0,-3 27-7 16,2-9 8-16,-3-1-3 0,0 2-1 16,2 0-5-16,-2 0-6 0,0-2 1 0,2 0 28 15,-1-1-7-15,1-1 1 0,0 2-3 0,1-5-7 16,1 3-7-16,-1-4-5 0,1 2-12 0,-3-4 5 15,5 1-2-15,-5 1 0 0,3-11-9 0,-4 14 1 16,4-14-6-16,-3 11 5 0,3-11-5 0,-2 10-1 16,2-10-1-16,0 0-3 0,-1 9-14 0,1-9 10 15,0 0-23-15,-5 9-7 0,5-9-28 0,0 0-27 16,-5 7-36-16,5-7-36 0,0 0-30 0,0 0-53 16,0 0-179-16,0 0-441 0,0 0 195 0</inkml:trace>
  <inkml:trace contextRef="#ctx0" brushRef="#br0" timeOffset="11923.78">15988 16918 105 0,'0'0'221'0,"17"-12"-13"0,-9 4-17 15,2 2-8-15,-10 6-20 0,22-8-9 0,-10 4-11 16,1 0-16-16,1 1-11 0,1 3-8 0,2-5-17 15,-17 5-4-15,26 2-12 0,-14-1-9 0,0 3-5 16,-12-4-21-16,20 6-23 0,-11-2-25 0,-9-4-29 16,17 5-27-16,-11 0-41 0,-6-5-38 15,11 7-26-15,-11-7-103 0,0 0-295 0,0 0 131 16</inkml:trace>
  <inkml:trace contextRef="#ctx0" brushRef="#br0" timeOffset="12161.73">16131 16745 250 0,'0'0'254'0,"-6"-7"-24"15,6 7-23-15,0 0-19 0,0 0-8 0,0 0-9 16,0 0-5-16,0 0-3 0,0 0-10 0,0 0-13 16,4 53-9-16,-5-29-8 0,-1 0-7 0,2-5-13 15,-1 2-8-15,0-3-9 0,-2 1-19 0,1 0 6 16,0 2-6-16,1 3-9 0,-1-5-2 0,2-1-4 15,-3 1-9-15,3-2-26 0,-1 0-16 0,-1-1-27 16,0-1-38-16,1-1-39 0,-1-4-34 16,1 2-50-16,0-1-57 0,-1-1-162 0,2-10-438 15,3 13 194-15</inkml:trace>
  <inkml:trace contextRef="#ctx0" brushRef="#br0" timeOffset="12429.82">16479 16847 260 0,'0'0'286'15,"7"-13"-21"-15,-7 13-28 0,5-10-21 0,-5 10-20 16,0 0-22-16,0 0-21 0,0 0-22 0,0 0 10 16,0 0-11-16,0 0-11 0,8 24-3 0,-8-24-10 15,-1 29-9-15,0-11-5 0,-3-1-26 0,-1 2 12 16,3 1-8-16,-2-2-7 0,1 0-5 15,-1 0-6-15,2-1-6 0,-1 2-1 0,-1-2-7 0,2-1-4 16,-3 0-5-16,3 0-22 0,0-4-21 16,-1 0-20-16,1-1-33 0,-1-1-12 0,3-10-30 15,-4 16-39-15,3-10-48 0,0-2-52 0,1-4-154 0,0 0-435 16,0 0 192-16</inkml:trace>
  <inkml:trace contextRef="#ctx0" brushRef="#br0" timeOffset="12850.9">16539 16777 155 0,'12'-11'208'0,"2"0"-4"0,-3 5-11 0,6 0-10 16,1 1-13-16,-6 3-19 0,0 0-9 0,-12 2-14 15,22 1-14-15,-22-1-7 0,16 6-11 0,-16-6-11 16,13 10-4-16,-13-10-6 0,9 7-8 0,-9-7-9 15,4 12-3-15,-4-12-5 0,0 0-2 16,-3 19-5-16,3-19-3 0,-10 19-4 0,4-6-3 16,-6 0-4-16,3-3-3 0,2 0-4 0,-1-1-3 15,-1-2 2-15,1 0-8 0,3 0-1 0,5-7-4 16,-6 11-6-16,0-4 1 0,6-7-3 0,-2 9-3 16,2-9 1-16,0 0 8 0,5 15-6 0,-5-15-2 15,10 8 3-15,-10-8 0 0,13 9-4 0,-8-5 3 16,-5-4-3-16,12 7 5 0,-6-3-3 0,-6-4 0 15,11 7 1-15,-11-7-3 0,6 8-1 0,-6-8 3 16,7 6-2-16,-7-6 3 0,4 7 2 0,-4-7-1 16,0 0-2-16,0 0 5 0,-11 13 1 0,11-13-5 15,-14 7 4-15,7-5-3 0,-3 3 3 0,0-2 1 16,1 0-2-16,9-3 2 0,-22 2-5 0,12 1-12 16,-1-2-17-16,11-1-18 0,-18 4-23 0,11-2-27 15,7-2-50-15,-12 2-42 0,12-2-162 0,0 0-379 16,-12 5 167-16</inkml:trace>
  <inkml:trace contextRef="#ctx0" brushRef="#br0" timeOffset="13228.71">17052 16993 179 0,'0'0'201'0,"0"0"-13"0,0 0-4 0,2-6-10 16,-2 6-2-16,0 0-13 0,0 0-2 0,0 0-8 15,0 0-9-15,0 0-5 0,0 0-11 0,0 0-4 16,0 0-9-16,0 0-8 0,0 0-12 0,0 0-9 15,3-10-9-15,-3 10-8 0,10-2-6 0,-10 2-5 16,19-5-9-16,-10 5-3 0,3-4-3 0,0 3-3 16,1-1-2-16,5-2-8 0,-1 3 1 0,-3 1-3 15,-1-4-5-15,2 6 1 0,-4-2 0 0,3-2-6 16,0 2 1-16,-2 0-11 0,1 0-18 0,-3 2-21 16,-10-2-29-16,15 0-23 0,-15 0-25 0,0 0-28 15,17 3-32-15,-17-3-25 0,5 5-181 16,-5-5-409-16,0 0 181 0</inkml:trace>
  <inkml:trace contextRef="#ctx0" brushRef="#br0" timeOffset="13486.1">17215 16862 80 0,'-2'-14'253'0,"2"14"-4"0,0 0-17 0,-3-14-22 15,3 14-17-15,0 0-25 0,0 0-18 0,0 0-3 16,0 0-9-16,0 0-6 0,0 0 2 0,0 0-12 16,0 0-2-16,-6 39-7 0,4-25-4 0,-1 2-16 15,-1 0-2-15,1-2-6 0,1 2-10 0,-1 0-7 16,1 0-5-16,-1-2-5 0,2 2-10 0,-2-5 1 16,2 3-11-16,-2 2-17 0,1-5-30 15,-3 2-20-15,1-1-39 0,3-1-45 0,-3-1-61 16,1 0-54-16,-2 1-209 0,2-4-472 0,3-7 209 15</inkml:trace>
  <inkml:trace contextRef="#ctx0" brushRef="#br0" timeOffset="13908.31">17671 16867 56 0,'-2'-9'273'0,"2"9"-15"0,-4-6-7 0,4 6-18 16,0 0-15-16,-5-7-21 0,5 7-28 0,0 0-8 16,0 0-19-16,0 0-14 0,0 0-7 0,0 0-14 15,0 0 6-15,0 0-8 0,-5 26-5 0,4-14-11 16,-1 0-8-16,1 1-20 0,0-1 10 16,-2-1-5-16,-1 5-9 0,4-4-1 0,-2 0-6 15,-1 0-4-15,2-1-4 0,-2 0-2 0,2 1-8 0,0-2-2 16,-2 1-9-16,2 0 5 0,-1 0-15 15,-2 1-21-15,1-3-21 0,3 0-22 0,-2-2-28 16,-1-1-29-16,3-6-29 0,-5 12-30 0,3-8-45 16,2-4-37-16,-3 8-142 0,3-8-424 0,0 0 187 15</inkml:trace>
  <inkml:trace contextRef="#ctx0" brushRef="#br0" timeOffset="14271.69">17702 16793 14 0,'7'-7'204'0,"-7"7"-11"16,14-12-14-16,-6 9-9 0,-8 3-6 0,16 0-10 15,-16 0-8-15,15 6-13 0,-6-2-12 0,-5 3-5 16,1 1-6-16,-5-8-10 0,4 23-7 0,0-8-8 16,-9 2-11-16,0-1-1 0,-3-2-11 0,1 2-6 15,-3-4-1-15,1 0-9 0,-1 0 0 0,-3 0-4 16,3-3-5-16,-3 0-4 0,2-2-6 15,1-1-1-15,-2-2 0 0,2-1-3 0,10-3 1 0,-14 6-5 16,7-5-1-16,7-1 0 0,-14 0-1 16,14 0-6-16,0 0 2 0,-13-7 1 0,13 7-5 15,0 0-1-15,-1-12 0 0,1 12-2 0,0 0 4 0,0 0-2 16,14-12 5-16,-14 12 3 0,12-3 4 16,-12 3 2-16,0 0-4 0,19 5 10 0,-10-2-5 15,0 2 2-15,1-3-2 0,-3 3 0 0,3 2-1 16,-1-2-3-16,0 2-4 0,2 1 4 0,-1 0-5 15,-1 0-15-15,3-1-32 0,-3 3-33 0,0-2-37 16,-2 0-42-16,2 0-60 0,2-1-218 0,-6 2-459 16,0-2 203-16</inkml:trace>
  <inkml:trace contextRef="#ctx0" brushRef="#br0" timeOffset="14507.59">17896 17005 140 0,'6'-13'277'16,"-6"13"-2"-16,1-9-20 0,-1 9-26 0,0 0-24 16,4-10-20-16,-4 10-17 0,0 0-7 0,0 0-28 15,0 0 3-15,0 0-5 0,5 22-11 0,-4-12-7 16,-1 1-11-16,0 0-10 0,-1 0-10 0,-6-1-9 16,6 2-2-16,0 2-8 0,1-1-3 15,-1-1-10-15,-3 0-10 0,0-1-25 0,0 5-15 0,1-5-29 16,3 1-30-16,-1-3-37 0,1-9-42 0,-2 17-37 15,0-10-34-15,1 0-37 0,1-7-125 0,0 0-402 16,-4 14 179-16</inkml:trace>
  <inkml:trace contextRef="#ctx0" brushRef="#br0" timeOffset="14895.28">17945 16987 11 0,'0'0'234'0,"11"-10"-17"0,-5 4-10 0,0 2-15 16,-6 4-15-16,10-5-14 0,-10 5-16 0,10-1-6 16,-10 1-11-16,0 0-9 0,16-2-7 0,-16 2-9 15,0 0-9-15,11 6-13 0,-11-6 0 0,0 0-1 16,3 10-9-16,-3-10-5 0,0 0-6 0,-1 15-4 16,1-15-7-16,-6 12-17 0,2-2 7 0,-3-3 0 15,1 1-5-15,-2 1 1 0,3-1-11 0,-2 1 1 16,1-1-9-16,2 2-6 0,4-10-3 0,-5 13-8 15,4-6 2-15,1-7-5 0,0 14-9 0,0-14 2 16,2 13-9-16,1-5 13 0,-1-3-3 0,5 2 8 16,-3-1-7-16,1-1 2 0,-1 0 2 15,-1-1 0-15,1 3 1 0,-4-7-2 0,8 5 2 16,-8-5-2-16,5 6 3 0,-5-6 4 0,4 4 7 0,-4-4 5 16,0 0 3-16,0 0 3 0,0 0-4 0,0 0-4 15,-14 9 2-15,4-8-4 0,2 2 2 0,-2-1-6 16,2 1 2-16,8-3 0 0,-17 4-10 15,6-2-16-15,2 2-31 0,9-4-26 0,-17 5-40 16,8-3-44-16,9-2-50 0,-14 6-186 0,2-2-425 16,5-1 189-16</inkml:trace>
  <inkml:trace contextRef="#ctx0" brushRef="#br0" timeOffset="15157.07">17535 17274 168 0,'-7'-1'245'0,"7"1"-22"16,-7-3-19-16,7 3-26 0,0 0-11 0,0 0-20 16,0 0-9-16,0 0-14 0,0 0-14 0,30 13-10 15,-9-9-4-15,6-1-15 0,0 1-5 0,3 0-7 16,8-3-6-16,1 0-4 0,0-1-7 0,0 2-7 15,-2-2-11-15,-4 1-16 0,-4 1-33 16,-8-2-19-16,-2 1-30 0,-6-1-23 0,0 1-47 16,-3 0-49-16,-4 0-131 0,-6-1-339 0,0 0 150 15</inkml:trace>
  <inkml:trace contextRef="#ctx0" brushRef="#br0" timeOffset="15419.4">17648 17366 191 0,'-7'0'228'0,"7"0"-25"15,-5 4-8-15,5-4-8 0,-7 6-11 0,7-6-1 16,-3 11-12-16,0-2-12 0,2 0-12 0,1 1-5 16,-3-1-19-16,1 2-9 0,0 2-8 0,0 2-11 15,0-3-8-15,1 0-9 0,0-2-3 0,-1 2-8 16,2-12-5-16,3 17-3 0,-3-5-10 15,1-3-3-15,-1-9 3 0,0 15-11 0,-1-4-6 16,0 0-23-16,1-11-21 0,-2 18-31 0,0-11-28 16,2-7-30-16,0 0-29 0,-5 17-29 0,5-17-24 0,-5 7-167 15,5-7-389-15,0 0 172 0</inkml:trace>
  <inkml:trace contextRef="#ctx0" brushRef="#br0" timeOffset="15763.46">17622 17393 19 0,'10'-9'188'0,"1"-1"-16"16,3 1 1-16,-2 4-5 0,-1 2-6 0,1 0-16 15,-2 2-2-15,-10 1-13 0,17 1-9 0,-17-1-10 16,14 4-8-16,-9 0-6 0,-5-4-3 0,5 12-8 16,-5-12-10-16,-1 17-6 0,-2-7-7 0,3-10-8 15,-10 15-4-15,1-6-5 0,-1 0-1 0,1 0-5 16,-1-1-3-16,-3 2-1 0,3-3-10 0,-2-2 4 15,2-1-5-15,2 3-2 0,2-4-2 16,6-3-4-16,-14 3 4 0,14-3-5 0,-8 4 1 0,8-4-3 16,0 0-1-16,0 0-1 0,-10 3-3 0,10-3 1 15,0 0 0-15,0 0-3 0,0 0 0 0,0 0-3 16,0 0-2-16,0 0 4 0,0 0 1 0,0 0 7 16,0 0 0-16,0 0 1 0,0 0-1 15,36 6 2-15,-27-1-5 0,0-2 2 0,-3 1 0 16,-6-4 0-16,23 7 0 0,-10-3-17 0,-3 0-22 15,5 4-31-15,-3-4-26 0,1 2-53 0,-1-2-60 16,5 2-208-16,-6-1-438 0,-11-5 194 0</inkml:trace>
  <inkml:trace contextRef="#ctx0" brushRef="#br0" timeOffset="16203.2">17981 17498 181 0,'0'-11'287'0,"0"11"-14"16,0 0-21-16,-5-17-14 0,5 17-11 0,-7-7-13 0,7 7-18 16,-6-6-16-16,6 6-21 0,0 0-10 0,-16-3-14 15,16 3-9-15,-19 6-11 0,19-6-8 0,-14 10-15 16,4-5-11-16,10-5-4 0,-15 14-7 16,10-10-9-16,5-4-3 0,-9 16-10 0,9-16-2 15,-2 14-6-15,2-14-1 0,2 15-3 0,-2-15-1 16,7 11-4-16,-7-11 0 0,11 12-6 0,-11-12-3 15,17 4-2-15,-17-4-3 0,14 5 0 0,-7-4-1 16,-7-1 0-16,15 0-3 0,-15 0-4 0,12 0 6 16,-12 0 1-16,0 0-4 0,14 0-7 0,-14 0 8 15,0 0-6-15,0 0-1 0,0 0 2 0,0 0-2 16,0 0-1-16,0 0-4 0,0 0 0 0,0 0-3 16,0 0 5-16,0 0-6 0,0 0 6 0,-51 5-2 15,40-1 5-15,0 0 3 0,-2 2 3 0,3 2 8 16,-2-1-4-16,3 0 1 0,2 0 0 0,7-7-5 15,-16 15-2-15,16-15 6 0,-7 10-13 0,7-10 10 16,-2 11-6-16,2-11-1 0,0 0 3 0,0 0 5 16,13 19 0-16,-4-16 0 0,4 0 0 0,0 0-19 15,0-2-17-15,-1 2-23 0,2-2-27 0,0 0-32 16,-1 0-31-16,1-2-42 0,-14 1-27 16,23-1-61-16,-11 1-241 0,-12 0-549 0,0 0 243 15</inkml:trace>
  <inkml:trace contextRef="#ctx0" brushRef="#br0" timeOffset="35519.49">25898 2876 84 0,'-1'-7'129'0,"-1"0"-14"0,2 7-10 0,0-9-11 15,0 9-6-15,0 0-8 0,-2-12-8 0,2 12-16 16,0 0-3-16,0 0-3 0,0 0-9 16,0 0-2-16,0 0-6 0,0 0-3 0,0 0-4 15,2 33-6-15,0-19 6 0,-1 3-6 0,0 1 0 16,-1 9-6-16,5 2 2 0,-5-2 2 0,4 5 2 16,-4 0-8-16,0 2-4 0,2 1 7 0,0 1-3 15,-1 10 2-15,4 2 2 0,-1 0-2 0,-1-13 0 16,-1 16-3-16,0-5-5 0,0 0 4 0,2 0-1 15,1 1 3-15,-1 2-7 0,4-1-1 0,-2 4 9 16,-1-2-8-16,-1 0 2 0,4 2 7 0,0 2 2 16,-1-1-3-16,-1 1-3 0,1-2 1 0,0-1-2 15,0 2 2-15,-1 1-5 0,-2-3 2 0,1 1 2 16,-1 0-2-16,1 3 4 0,2 2 0 0,-5-1-3 16,1 2 1-16,-1 2-1 0,2 20 2 0,-2-24-2 15,0-1 1-15,2 4 3 0,-4-3 4 0,4 0-7 16,-2 1 3-16,2 25 3 0,-4-23-5 0,2 1 2 15,0 22 1-15,1-24-1 0,-1 24 1 0,0-25 0 16,-2 24-4-16,2-25 1 0,-2 2-1 0,5 23 7 16,-5-25-2-16,0 27 1 0,0-2 5 0,-3-25-3 15,1 28-3-15,4-2 1 0,-4-23 0 0,2 24-4 16,-2-24 2-16,2 24 2 0,0-28-1 16,0 32-3-16,-4-2 5 0,4-25 3 0,4 33-1 0,-4-2-5 15,-2-5 1-15,0-4-2 0,2 0 4 0,0-1 0 16,-3 2-5-16,1-2 6 0,-2 1 1 0,2-3-3 15,0-20-2-15,-1 27 1 0,-2-2-1 0,-1 0 1 16,1-3 8-16,-1-21-3 0,4 27-1 0,-6 1 2 16,-5 0 1-16,4-1 2 0,-5 2-6 15,4-2-2-15,-5-3 0 0,2-3 0 0,0 0 4 16,-5 3-11-16,5-3 1 0,-3 3 8 0,3-25-14 16,-1 27 4-16,-4 0 0 0,2-6-3 0,1 2 0 0,3-25-1 15,-3 22 1-15,1 6-2 0,1 0 1 0,-2-5 3 16,3 1-2-16,-1 0-2 0,1 0 1 0,3-21-1 15,-5 23 3-15,3-24 1 0,-2 23 4 16,-6 2-5-16,11-3 8 0,-10-1-11 0,3 0 5 16,2 2 1-16,5-24 2 0,-1 23-2 0,-3-21 4 15,3 20-4-15,1-20 2 0,-2 23-4 0,-1 0 7 16,3-2-4-16,1 0-1 0,-1-21-1 0,0 28-2 16,0-7-4-16,0-22 2 0,-3 22 1 0,-2 2-2 0,3-25 0 15,-1 26 3-15,-4-4-3 0,5-22 5 16,-9 22-3-16,2 1 0 0,4-25-4 0,-9 24 4 15,11-24-4-15,-14 25 2 0,11-23-1 0,-8 21 6 16,0 0-8-16,-1-1 3 0,10-21 0 0,-6 22 0 16,6-20-4-16,-7 24 2 0,7-24 0 0,-6 22-2 15,5-24 3-15,-6 24-1 0,8-23-2 0,-7 25 4 16,6-26-2-16,0 24 1 0,2-24 0 0,-6 24 5 16,8-23-7-16,-1 0 3 0,-4 24 1 0,5-28-3 15,-5 28 2-15,8-25-2 0,-3 24 4 0,2-23 0 16,-7 25 1-16,7-24 3 0,1 0-5 0,-8 19 0 15,7-22-1-15,3 2 3 0,-6-3-4 0,2 4 4 16,2-4-3-16,-10 25-1 0,9-29 8 0,-2 3-6 16,2 1-1-16,-2-2 0 0,2-1-6 0,-4 1 6 15,-2-1-3-15,0 1 1 0,1-7-1 0,1 2 2 16,3-14-2-16,0-1 0 0,-1 1 0 16,2 0-1-16,-1 1-1 0,3 0 2 0,-4-2 0 15,0-1-2-15,5-2 3 0,1 2 0 0,-4-4-1 0,4 0-1 16,3-1 3-16,0-8-12 0,4 7-10 0,-2-6-17 15,4 3-29-15,-2-6-30 0,2 0-31 0,0-4-50 16,3-2-40-16,-5-1-148 0,3-7-396 0,2 0 175 16</inkml:trace>
  <inkml:trace contextRef="#ctx0" brushRef="#br0" timeOffset="37515.34">27090 3028 42 0,'0'0'160'0,"-2"-8"-14"0,2 8-2 0,-7-9-6 16,2 6-8-16,-1 1 14 0,6 2-15 0,-16-1-14 15,7 2-2-15,-4 1-10 0,-1 1-10 0,-3 5-4 16,-2 1-6-16,2 0-10 0,-2 3-4 0,1 0-10 16,7 2-3-16,-2 0-5 0,1 1-6 0,6-3-5 15,1 2-1-15,3-2-4 0,0 5-1 0,2-3-5 16,2-2 0-16,2 0-6 0,5 2 1 15,1-2-4-15,1-1-1 0,4 2-2 0,-1-3 0 0,5 0 1 16,0 0-5-16,6 0 0 0,-8-5-1 16,-1 3-6-16,-7-2 2 0,1-1-3 0,0 1-2 0,-1 0-2 15,-4-2 2-15,-1 2 1 0,4-1-2 0,-6 1 1 16,0-1-2-16,-2-5 2 0,-2 16 1 16,2-16-2-16,-10 13 3 0,4-6-2 0,-3 0 0 15,-2 0 1-15,-5 0-2 0,5 1 1 0,-3-5 2 0,3 1-9 16,-3 2-6-16,3-3-15 0,-2 1-14 0,1-3-16 15,1 2-14-15,3-2-24 0,0 0-37 0,8-1-34 16,-11-1-144-16,11 1-333 0,-13-2 148 0</inkml:trace>
  <inkml:trace contextRef="#ctx0" brushRef="#br0" timeOffset="37789.64">27315 3047 192 0,'2'-9'264'0,"0"1"-15"0,-2 3-14 0,0 5-13 16,2-11-21-16,-2 11-17 0,2-6-23 0,-2 6-18 15,0 0-18-15,0 0-18 0,0 0-8 0,0 0-12 16,0 0-6-16,5 20-7 0,-3-4 5 0,-2 1-15 16,2 1-4-16,-2 0-7 0,3 0-5 0,-1 0-4 15,-1 1-4-15,0 7-3 0,0-7 0 0,1-2-9 16,0 3 5-16,0-4-5 0,-2 1-2 0,0-5-3 15,0 4-20-15,2-4-28 0,-2 0-15 0,0-3-29 16,3 2-28-16,-2-1-24 0,0-2-40 0,-1 0-20 16,0-8-21-16,0 9-11 0,0-9-107 15,0 0-347-15,0 0 154 0</inkml:trace>
  <inkml:trace contextRef="#ctx0" brushRef="#br0" timeOffset="38268.25">27166 3185 92 0,'0'0'151'0,"-4"-4"-17"16,4 4-9-16,0 0-14 0,0 0-1 0,9-8-3 16,5 6-12-16,7-1-6 0,9-1-5 0,7 2-7 15,0-1-9-15,1-1-6 0,2 0-10 16,1 2-5-16,-3 0-1 0,-4-2-6 0,0 2 1 16,-5-2-7-16,-8 2-1 0,-4 1-3 0,-3 0 1 15,-3 0-4-15,-1-1 12 0,-2 2 1 0,-8 0 5 16,13 0 7-16,-13 0 9 0,9-2-2 0,-9 2-3 0,0 0-2 15,10 2-7-15,-10-2-4 0,0 0-5 0,0 0-3 16,0 0-7-16,-3 10 0 0,3-10-2 0,-18 15-4 16,10-8 3-16,-7 6-5 0,2-1 1 0,-1 1-4 15,1 1-2-15,2-3 1 0,1 0-6 16,2 2 1-16,2-3-4 0,1 1 1 0,1-2 0 16,4-1 1-16,0 1-1 0,2 0-3 0,0-4-1 15,3 0-5-15,-1 1-5 0,0-2 0 0,3-1 1 16,0-1-3-16,0-2 0 0,-7 0 2 0,17 3-6 15,-7-4 6-15,-10 1-2 0,15-2 0 0,-8-1 2 16,2 0 6-16,-3-4-3 0,1 3 4 0,0-3-2 16,0-1 2-16,-1 4 1 0,-1-3-4 0,1-1 1 15,-1 3 2-15,-3 1-4 0,-2 4 3 0,7-8-4 16,-7 8-2-16,3-5 1 0,-3 5-6 0,0 0 0 16,0 0 3-16,0 0-1 0,0 0 4 0,13 12 0 15,-13-8 3-15,4 4-3 0,-4-8 0 0,2 13 3 16,0-6-2-16,-1 0 2 0,3 2-12 0,-1 1-15 15,1-3-15-15,1 2-24 0,-1 0-26 0,3-1-30 16,-1-2-31-16,4 0-153 0,-2-4-334 0,-8-2 149 16</inkml:trace>
  <inkml:trace contextRef="#ctx0" brushRef="#br0" timeOffset="38652.61">27948 3030 73 0,'0'0'228'0,"2"-13"-20"0,-2 13-16 0,1-9-29 16,-1 9-14-16,0 0-17 0,0 0-13 0,0 0-12 15,0 0-4-15,0 0 1 0,0 0-3 0,2 35-9 16,0-17-9-16,-2 1-5 0,0-1-10 0,0 0-5 0,3-1-9 16,-2-1 0-16,-1-3-3 0,3-1-9 15,-1-1 0-15,-2-1-6 0,0-10-8 0,0 14 2 16,0-14-3-16,2 11 3 0,-2-11-1 0,2 8-4 15,-2-8-2-15,0 0 0 0,0 0 4 0,5 9-7 16,-5-9 0-16,0 0-1 0,0 0-1 0,9 1 2 16,-9-1-7-16,0 0 1 0,21-9-4 0,-9 5 3 15,0-1-10-15,-1 2-1 0,3 1-3 0,-2 1 1 16,1 1-4-16,-3 0-2 0,-1 1 2 0,2 1-4 16,-4 0 0-16,-1 3 6 0,-1 0-3 0,-1 0 3 15,-1 0-5-15,0 3 5 0,-1-2 1 0,-4 6 1 16,-4-3 1-16,0 4 0 0,-1-4-3 0,-4 5-10 15,-3-5-3-15,3 0-13 0,-2 2-15 0,0-1-33 16,-3-2-29-16,6-2-35 0,0-3-40 0,-2 0-169 16,1 1-376-16,11-4 167 0</inkml:trace>
  <inkml:trace contextRef="#ctx0" brushRef="#br0" timeOffset="38841.5">28197 3149 126 0,'3'-6'225'0,"1"2"-12"0,0 0-22 0,-4 4-17 16,3-5-20-16,-3 5-18 0,8-5-15 0,-8 5-11 16,0 0-9-16,10 10-10 0,-6-5-3 0,1 4-11 15,-1 1-4-15,-1 0-7 0,0 2-7 16,0 2 1-16,-1 2-8 0,3-4-23 0,-2 1-27 0,-1 1-25 16,-2 3-39-16,2-5-38 0,0 0-54 15,-2 2-148-15,-4-5-327 0,4-9 145 0</inkml:trace>
  <inkml:trace contextRef="#ctx0" brushRef="#br0" timeOffset="39009.3">28231 2978 3 0,'0'0'170'0,"-4"-13"-53"0,4 13-50 0,0 0-27 15,0 0-20-15,0 0-39 0,0 0-48 0,0 0-72 16,0 0 33-16</inkml:trace>
  <inkml:trace contextRef="#ctx0" brushRef="#br0" timeOffset="39213.67">28372 2987 211 0,'3'-5'225'0,"-3"5"-19"0,0 0-8 15,0 0-21-15,0 0-19 0,3-7-19 0,-3 7-16 16,0 0-16-16,0 0-10 0,8 19-10 0,-7-6-2 16,2 3-7-16,0 2-3 0,-1 7-7 0,0-9-8 15,1 5-5-15,-2 4 2 0,-1-6-10 16,2 5-1-16,-2-4-28 0,2 0-15 0,-2-2-14 0,1 0-42 16,-2-3-30-16,2 1-35 0,-1 1-31 0,0-6-169 15,-1 0-344-15,-1-1 152 0</inkml:trace>
  <inkml:trace contextRef="#ctx0" brushRef="#br0" timeOffset="39389.84">28560 3188 167 0,'0'0'202'0,"3"-7"-16"0,-3 7-19 16,4-5-25-16,-4 5-12 0,0 0-9 0,0 0-8 15,0 0-5-15,0 0-7 0,3 22-12 0,-3-13-3 16,1 1-12-16,-1 2-7 0,-1 0-6 0,1-1-26 15,1 2-30-15,-1-1-40 0,0 0-47 16,-2-1-51-16,0 0-135 0,1 1-289 0,1-12 127 16</inkml:trace>
  <inkml:trace contextRef="#ctx0" brushRef="#br0" timeOffset="39554.21">28622 3084 56 0,'0'0'186'16,"0"0"-24"-16,-1-10-33 0,1 10-46 0,0 0-46 15,0 0-34-15,0 0-35 0,0 0-72 0,0 0-113 16,0 0 49-16</inkml:trace>
  <inkml:trace contextRef="#ctx0" brushRef="#br0" timeOffset="39781.6">28759 3088 1626 0,'5'-11'34'16,"-5"11"35"-16,2-15-17 0,-2 15 14 0,0-13 8 16,0 13 18-16,0 0-2 0,0-15-15 0,0 15 0 15,0 0-6-15,-4-9-4 0,4 9-11 0,0 0-10 16,0 0-6-16,0 0-11 0,0 0 2 0,0 0 6 16,0 0 5-16,4 36 1 0,-2-20-2 0,-1 3-3 15,0 0-2-15,1 0-3 0,-1-1-3 16,1 8-3-16,-2-7-4 0,1-2 2 0,-1 3-2 0,1-1-3 15,3-3-25-15,-2 2-18 0,-2-3-23 0,3 0-38 16,-2-2-33-16,-1-13-38 0,3 19-33 0,-5-8-29 16,2-3-135-16,0-8-383 0,-4 10 170 15</inkml:trace>
  <inkml:trace contextRef="#ctx0" brushRef="#br0" timeOffset="40314.21">28782 3207 103 0,'15'-6'141'0,"-7"3"-8"0,-8 3-12 0,15-1-10 0,-15 1-5 15,12-2-2-15,-12 2-8 0,14 3-4 0,-14-3-7 16,12 7-9-16,-8-2 4 0,3-1-11 0,-7-4 2 16,11 10-7-16,-7-5-10 0,-4-5-1 0,7 10-8 15,-2-3-2-15,-1-3-7 0,-4-4-1 0,12 10-5 16,-8-6 3-16,1-1 1 0,2 0-8 0,0 0 3 15,1-2-4-15,-8-1 0 0,16 0-1 0,-9-1 5 16,3-1 9-16,-2 1 11 0,-1-2 3 16,1 0 4-16,-8 3 3 0,11-5 0 0,-6 1 4 15,-1 1 1-15,1-2-10 0,1 0-3 0,-6 5 0 0,8-5-5 16,-8 5-6-16,6-3-4 0,-6 3-6 0,5-3-6 16,-5 3-5-16,0 0-7 0,0 0 5 15,12 7-7-15,-11 1 1 0,3-1-4 0,-2 6 4 0,2 3-5 16,0 0 2-16,-1 3 1 0,-1 7 8 15,0 0-6-15,0 0 3 0,-1 0 1 0,2 2 1 0,-6-1-2 16,2 1 6-16,0 1-4 0,0-3 4 16,-1-7-2-16,2 6 1 0,-1-5-6 0,0 6 2 15,-1-7-1-15,1 0 3 0,0 5-2 0,-3-5-2 0,1-3 7 16,1-3-8-16,-2-2 3 0,-3 1-3 16,0-1 4-16,-1-3-6 0,-1 2-2 0,-1-4-1 0,1 1 0 15,-1-2 2-15,10-5-10 0,-24 1-1 16,24-1-1-16,-26-6-4 0,17 1 3 0,1-4-12 15,0 0 1-15,-1-7-13 0,2-1-9 0,6-2-1 16,1-9 2-16,2 0-6 0,6-2 0 0,4 1-2 16,3 1-5-16,0 0-4 0,6 2-7 0,-1 1-11 15,4-1-8-15,-2 3-27 0,4 4-37 0,2-1-27 16,1 2-28-16,-2 2-135 0,0 0-360 0,1 2 160 16</inkml:trace>
  <inkml:trace contextRef="#ctx0" brushRef="#br0" timeOffset="40621.67">29789 3080 70 0,'-5'-15'256'15,"5"15"-18"-15,-5-13-13 0,5 13-13 0,-4-9-25 16,4 9-18-16,0 0-20 0,0 0-20 0,-8-4-12 0,8 4-12 15,0 0-10-15,-16 31-5 0,12-12-9 0,-2 8-8 16,-2 2-8-16,4 0-4 0,0 4-4 0,-1-1-9 16,1 0-4-16,2 2 2 0,4-5-8 0,-2 0-2 15,2 0-6-15,-1-2 4 0,3 0-8 16,-3-2 2-16,2 1-6 0,-3-8 3 0,0 1-2 16,-2-1-3-16,2-1 1 0,-2-2-1 0,0 1-19 15,1-5-12-15,-3 2-22 0,-1-3-23 0,-1 0-25 16,-2-1-26-16,8-9-32 0,-13 12-30 0,13-12-46 15,-14 7-124-15,14-7-367 0,0 0 164 0</inkml:trace>
  <inkml:trace contextRef="#ctx0" brushRef="#br0" timeOffset="41075.58">29563 3347 81 0,'0'0'164'0,"8"-11"-15"0,3 5-14 16,2 1-11-16,7-3-12 0,6-2-5 0,2 1-12 15,2 0-4-15,0 1-10 0,2 0-4 0,0 1-9 16,-2 1-11-16,0-1-13 0,0 2 6 0,-5-2-7 16,-3 2 4-16,-4 2-6 0,-2-1-5 0,-3 0 6 15,-2 0 10-15,-1 2 6 0,-3 0 4 0,1-1 8 16,-3 1 5-16,-5 2 9 0,8-1-2 0,-8 1-1 16,7-5 0-16,-7 5 1 0,0 0-16 0,0 0-9 15,0 0-5-15,0 0-11 0,0 0-2 0,0 0-8 16,0 0 0-16,-24 25-3 0,11-9-2 0,0-1-5 15,1 1 3-15,-5 6-6 0,6-8-1 16,0 2-3-16,4 0 5 0,0 1-6 0,1-7-4 16,3 1 1-16,1-3-10 0,2-1-9 0,0 0-4 15,0-7-5-15,4 13 0 0,0-9-2 0,2-2 1 0,-1 1 1 16,-5-3-4-16,14-1 6 0,-6-1 2 16,3-2-1-16,-1-2 3 0,-1 0 2 0,3-1 4 0,-4-3-4 15,1 2 1-15,-2-1 6 0,1-1-3 16,-2-2 3-16,-1 3-2 0,2-1 7 0,-1 4-1 15,-3 1 1-15,0-1 1 0,-3 6 0 0,6-6-9 16,-6 6 0-16,0 0-5 0,0 0 5 0,0 0 1 16,0 0-3-16,10 9 4 0,-8-2 2 0,-2-7 0 15,4 16-2-15,-1-7-14 0,-2-1-27 0,3 2-26 16,1 2-25-16,0 0-28 0,2-4-30 0,4 1-46 16,-3-3-115-16,1 0-342 0,3-2 151 0</inkml:trace>
  <inkml:trace contextRef="#ctx0" brushRef="#br0" timeOffset="41293.61">30313 3221 119 0,'0'0'221'0,"-1"-12"-2"0,1 12-18 0,-3-9-16 16,3 9-19-16,0 0-17 0,-2-5-13 0,2 5-20 15,0 0-10-15,0 0-7 0,-17 17-7 16,7-4-1-16,4 1-9 0,-2 0-14 0,3-3-4 15,-3 3-9-15,4 0-6 0,2 2-6 0,2 1-1 16,1-1-2-16,2-1-15 0,0-3-11 0,4 0-25 0,-1-1-21 16,6 1-32-16,3-4-52 0,0 0-56 15,3-3-160-15,-1-1-359 0,2-2 160 0</inkml:trace>
  <inkml:trace contextRef="#ctx0" brushRef="#br0" timeOffset="41539.15">30599 3088 188 0,'0'0'279'15,"2"-8"-17"-15,-2 8-23 0,0 0-31 0,0 0-24 16,3-8-19-16,-3 8-22 0,0 0-9 0,0 0-7 16,0 0-4-16,-3 39-8 0,1-22-7 0,1 7-7 15,-3 2-2-15,2-9-9 0,-1 3-5 0,-1 4-15 16,2-4-3-16,1-2-5 0,1 3-8 0,2-2-1 15,-3 0-4-15,5-3-4 0,-3 2-14 0,3-3-26 16,-2 2-30-16,2-6-33 0,-3-1-34 0,2 1-52 16,-1-4-47-16,-2-7-43 0,3 14-157 0,-3-14-423 15,0 0 188-15</inkml:trace>
  <inkml:trace contextRef="#ctx0" brushRef="#br0" timeOffset="41867.93">30587 3246 109 0,'5'-4'183'0,"4"1"-8"0,-3 0-11 15,4 1-13-15,-3 1-15 0,3-1-10 0,-10 2-15 16,14 2-9-16,-1-1-10 0,-4 3-8 0,0 0-13 16,0 4-1-16,-1-2-11 0,2 3-1 0,-3-4-4 15,1 3-10-15,-2 1 0 0,1-1-11 0,-2-2 4 16,1 1-4-16,-2 0-2 0,2-2 3 15,-1 2-7-15,-1-4-6 0,3 1 10 0,-2 1-9 0,4-2 2 16,-4-1-5-16,-5-2 4 0,13 2 12 0,-7-2 8 16,-6 0 5-16,13-3 7 0,-7 1 2 0,2-2 0 15,-3-1-1-15,3-2-2 0,-3 2-3 0,-1-5-6 16,1 5-4-16,-3-6-4 0,0 1-6 0,0-1-12 16,-2 0-9-16,0 11-13 0,-2-19-19 0,-1 10-25 15,3 9-19-15,-6-17-21 0,3 14-24 0,3 3-29 16,-8-10-30-16,8 10-21 0,-14-2-138 0,14 2-355 15,-15 9 157-15</inkml:trace>
  <inkml:trace contextRef="#ctx0" brushRef="#br0" timeOffset="42192.12">30942 3361 90 0,'0'0'186'0,"15"-10"-4"0,-6 5-1 16,0-2-4-16,0 0-5 0,-2 0-5 0,0-1-13 15,-1-1-11-15,1-1-11 0,-1 0-15 0,0-3-6 16,-3 3-6-16,4-2-10 0,-6 0-6 0,-1 1-3 16,1 0-10-16,-1-1-7 0,-1 3 2 0,0 0-16 15,1 9-2-15,-2-14-8 0,2 14-2 0,0-13-8 16,0 13-1-16,0-7-8 0,0 7-4 0,0 0-4 16,0 0-2-16,3-13-4 0,-3 13-1 0,9-2-2 15,-1 2-1-15,-8 0-5 0,17 6 1 0,-6-1-6 16,-2 1 1-16,2 1-1 0,-2 0 2 0,-1 3-4 15,2 0 0-15,-4 0 2 0,-1 3 3 0,2-4-2 16,-3 2 3-16,1 0 0 0,-3-1-4 0,1 2 2 16,-2 0-3-16,3 0 5 0,-4-2-1 15,4 2-1-15,-2 0-17 0,4-3-28 0,0 1-28 16,3-1-54-16,2-1-67 0,0 0-194 0,0-2-421 16,-1-1 186-16</inkml:trace>
  <inkml:trace contextRef="#ctx0" brushRef="#br0" timeOffset="43051.81">27118 4331 74 0,'-4'-14'265'0,"2"3"-16"0,2 0-12 15,0-1-10-15,-4 4-7 0,4 1-4 16,-3 0-15-16,3 7-21 0,0-11-21 0,0 11-21 16,-2-7-21-16,2 7-14 0,0 0-10 0,0 0-10 15,0 0-4-15,16 26-7 0,-9-10-11 0,2 9-8 16,2 0-1-16,-1 3-9 0,0-3-3 0,1 2-1 15,-1-2-4-15,-1 0-4 0,-1-2-4 0,2 0 2 16,-4-6-4-16,1 1-4 0,-1-4 0 0,2 1-2 16,-4-5-2-16,1 1 2 0,1-2-3 0,-2 0-4 15,-1-3 2-15,1-3 2 0,-4-3 1 0,2 8-7 16,-2-8 12-16,6 3-3 0,-6-3 10 0,0 0-12 16,11-19-1-16,-5 3-5 0,-2-1 2 0,6-8-4 0,-1-1 2 15,1-2-4-15,3 0 1 0,-3-1 7 16,1 0-8-16,1-1-2 0,1 2 2 0,-4 0-2 15,2 1-2-15,-4 8-2 0,-2 3 2 0,-1 0-8 16,0 5-9-16,1 3-23 0,-3 1-21 0,-1 0-33 16,-1 7-44-16,0-11-53 0,0 11-29 0,0 0-11 15,0 0-1-15,0 0-161 0,0 0-422 0,0 0 187 16</inkml:trace>
  <inkml:trace contextRef="#ctx0" brushRef="#br0" timeOffset="43833.24">27600 4395 109 0,'0'0'187'16,"4"-10"7"-16,-2 6 13 0,-2 4 0 0,3-10-11 15,-3 10 1-15,0 0-16 0,-3-12-9 0,3 12-16 16,-2-7-14-16,2 7-19 0,0 0-12 0,-13-2-11 16,13 2-11-16,-16 9-13 0,1-2-5 0,0 6-7 15,0 1-5-15,-1 0-11 0,1 6-1 0,-1 1-6 16,3 0-4-16,4-4-3 0,5 0-5 0,-2-1-3 15,4-5-1-15,2 1-7 0,-2-1 3 16,4 0-7-16,2-2 0 0,0-2-3 0,2-2-2 16,-6-5 0-16,11 8-3 0,-2-6 2 0,-9-2-5 0,16 3 2 15,-3-4 5-15,-13 1-5 0,20-8 3 0,-8 1-4 16,-1-2 3-16,-2-1-7 0,4-3 8 0,-3 0-2 16,-1 0-1-16,1-2 1 0,-2 4-1 0,-4 1 4 15,1-3-1-15,-1-1-3 0,4 0 5 0,-6 1 0 16,1 6 6-16,0 1 2 0,-1-1-2 15,-2 7-5-15,3-9-1 0,-3 9-9 0,3-7-1 16,-3 7-5-16,0 0 1 0,0 0 1 0,0 0-2 0,0 0 0 16,9 16 7-16,-8-11-3 0,2 7-3 0,0-1-3 15,-3 0 10-15,5 1-3 0,-3 1 2 0,1-2-1 16,-1 0 1-16,2 0 2 0,7 3-4 0,-7-5 5 16,4 4 2-16,0-7-3 0,-5 0 3 15,3-2-2-15,-6-4-1 0,14 6-3 0,-14-6 0 16,9 1 1-16,-9-1-4 0,0 0 4 0,21-7-1 0,-15 3-3 15,1-5-1-15,-1 1-4 0,2-2 2 0,0-1-8 16,-2 0-2-16,3-4-3 0,-2 1 2 0,3-1-4 16,-1-1 0-16,-5 3 1 0,0 1 3 15,4-2-2-15,-2 3 4 0,0 0-2 0,-4 5 4 16,1 0 0-16,4-1-2 0,-5 3-3 0,-2 4-8 16,7-6-3-16,-7 6 2 0,0 0 0 0,0 0 4 15,11 8 3-15,-6-1-1 0,-5-7 6 0,6 17-1 0,-1-8 2 16,-1 2 2-16,-1 0 2 0,1-3 1 0,0 2 0 15,-1 1 1-15,-1-3 5 0,2 1-7 16,1-3 7-16,-5-6 2 0,12 13 5 0,-8-10-2 16,-4-3 0-16,13 7-1 0,-5-5 4 0,-8-2-3 15,18 1 5-15,-7-2-2 0,1-1-2 0,-5-5 2 16,3 2-2-16,-1-2 3 0,-1 0 3 0,-1 0 4 16,1-1 0-16,-3-1 1 0,2-2 4 0,-3 2 3 0,1-2-5 15,-3 1 4-15,0 1 7 0,3-1 6 16,-3 3 5-16,-2 1 0 0,0 6 1 0,3-11-2 15,-3 11-8-15,2-7-6 0,-2 7-8 0,0 0-6 16,0 0 1-16,0 0-3 0,0 0 1 0,0 0-3 16,0 0 4-16,0 28-4 0,-2-20-3 0,4 4 0 15,-2 0 4-15,0-2-10 0,0-10-17 0,2 21-20 16,0-9-20-16,1 1-28 0,1-2-27 0,-4-11-42 16,6 21-28-16,-3-11-48 0,2-1-163 0,-5-9-427 15,3 13 190-15</inkml:trace>
  <inkml:trace contextRef="#ctx0" brushRef="#br0" timeOffset="43981.05">28004 4189 38 0,'0'0'44'0,"7"-4"-15"0,-7 4-25 0,0 0-24 16,20 11-21-16,-6-1 10 0</inkml:trace>
  <inkml:trace contextRef="#ctx0" brushRef="#br0" timeOffset="44483.78">28265 4470 166 0,'7'2'227'16,"-7"-2"-18"-16,0 0-12 0,13-5-10 0,-6 3-8 15,1-4-9-15,-1 0-1 0,0 0-15 0,1-3-14 16,0 2-8-16,-1-7-15 0,2 4-10 0,0-4-12 15,0 4-7-15,2-3-7 0,-4 4 7 0,-2 0 6 16,1 0 4-16,-4 3 1 0,3 0-8 16,-2-1-6-16,-3 7-9 0,2-8-1 0,-2 8 1 15,0-9-17-15,0 9-5 0,0 0-14 0,0 0-3 0,-8-5-3 16,8 5-6-16,0 0-6 0,-20 15 5 16,10-7-12-16,-2 5-7 0,2 1 0 0,1 0-2 15,0-1-2-15,4 3-2 0,-1-5 4 0,3 4-1 16,1-3-5-16,3-2-1 0,1 6 3 0,5-5 1 15,-2-2 2-15,4 0-2 0,-1-1 6 0,4-1-4 16,5-2 0-16,-1 1-4 0,2-3 3 0,2-3 3 16,-1 1 0-16,0 0-3 0,-4-3 0 0,-3-1 3 15,-1-1-4-15,6-1-3 0,-7 0-2 0,5-4 1 16,-4 3-1-16,-5-2-1 0,8-5-5 0,-9 2-2 16,3-2 1-16,1 1 1 0,-4-2-2 0,-1 1 1 15,0 3 2-15,-2 0 1 0,1 0 2 0,1 5-10 16,-3-2 12-16,-1 7-2 0,4-7 1 0,-4 7-6 15,3-7-2-15,-3 7-8 0,0 0 5 0,0 0-1 16,0 0 3-16,0 0 1 0,0 0 2 0,4 26 2 16,-4-15 2-16,-2 0-3 0,0 1 5 0,2 1-3 15,0 3 4-15,0 0-7 0,2 0 5 0,-2 0 5 16,-2-3-2-16,2 2 0 0,0 2 1 0,-2-1 5 16,1-4-12-16,-1-1-20 0,2 1-16 0,-1-2-19 15,1-10-32-15,-4 14-47 0,2-7-43 0,2-7-36 16,-4 12-215-16,-1-5-469 0,5-7 208 0</inkml:trace>
  <inkml:trace contextRef="#ctx0" brushRef="#br0" timeOffset="44941.1">29278 4256 2554 0,'8'-24'116'0,"-4"0"-3"0,-2 7-24 15,-2-1-15-15,-1 1-9 0,1 6 29 16,0 0 4-16,0 1-15 0,0 10 0 0,-1-13 2 0,2 8-24 16,-1 5-5-16,-1-10-10 0,1 10-13 0,0 0-3 15,0 0-2-15,0 0-8 0,0 32 3 0,0-12-3 16,-3 6-4-16,2 5-3 0,-2-2 4 0,2 0-2 16,-1-1-15-16,2-1 21 0,-1 0-6 0,2-3-5 15,-1-5-1-15,2-1-2 0,-2-1 2 16,1-2 1-16,-2-3-4 0,2 2 8 0,-1-4-8 0,1-1 3 15,-1-9 4-15,0 0-3 0,-1 15 6 16,1-15-5-16,0 0 4 0,-1 11 7 0,1-11-6 16,0 0 1-16,0 0-3 0,0 0 1 0,0 0 1 15,0 0-4-15,0 0-6 0,0 0-4 0,0 0-6 16,11-26-5-16,-4 18-1 0,2 0 10 0,0 0-14 16,0 1-2-16,1 1 1 0,1 0 6 0,-2 0-21 15,4 3 19-15,-4 3-6 0,1-2 3 0,0 4-14 0,-1-2 10 16,-2 2 5-16,-7-2-4 0,14 3-7 0,-9-1 15 15,-1 3-3-15,0 0 1 0,-4-5-3 16,5 8-4-16,-5-8-3 0,0 9 0 0,0-9-4 16,-9 8-5-16,4-3-7 0,-3-2-12 0,-2 0-9 15,-1 1-8-15,-1-3-21 0,0 1-17 0,-1-1-31 16,-2 0-38-16,4-1-57 0,-2-1-234 0,-4 1-503 16,5-3 222-16</inkml:trace>
  <inkml:trace contextRef="#ctx0" brushRef="#br0" timeOffset="45276.12">29443 4564 162 0,'0'0'249'0,"21"-3"-15"16,-8-1-17-16,4 0-22 0,-6-2-12 0,7 0-13 16,-1-3-17-16,2 2-9 0,7-7-14 0,-2 5-11 15,-5-2 0-15,-2 1-7 0,-2-1-9 0,3-2 0 16,-3 2-9-16,4-8-10 0,-6 4 0 0,-1-1-5 15,1 3-1-15,-6-2-9 0,0-1 9 0,-2 4-2 16,-3 2 0-16,1-3-3 0,-3 1-4 0,0 3-1 16,0-2-4-16,-2 4-7 0,2 7-8 0,-3-12-4 15,-1 7-11-15,4 5-3 0,-5-6-3 0,5 6-7 16,-12 0-4-16,12 0-8 0,-16 11 4 0,7-2-2 16,-4 3-14-16,3 2 12 0,1 1-5 0,1 0-3 15,3 0 7-15,-1 0 2 0,6 2-2 0,0 0-1 16,2-6-3-16,1 1 1 0,2 3-3 0,-1-5-28 15,7 2-24-15,3 0-32 0,0-2-28 0,4-2-37 16,0-4-44-16,9 3-50 0,-7-5-39 0,-2 1-158 16,0-3-475-16,0-1 210 0</inkml:trace>
  <inkml:trace contextRef="#ctx0" brushRef="#br0" timeOffset="45493.63">30079 4263 92 0,'3'-12'271'0,"-1"7"9"0,1-3-8 0,-3 8-15 16,4-8-23-16,-4 8-27 0,1-7-23 0,-1 7-30 16,0 0-16-16,0 0-10 0,0 0-7 0,0 0-7 0,3 30-5 15,-5-14-10-15,2 2-6 0,-1 0-7 0,0 2-8 16,1 0-8-16,0 1-7 0,0-2-4 0,-1 5-5 16,1-5-2-16,0-2-7 0,1-2-25 0,1 2-34 15,1-5-27-15,-2 1-33 0,1-2-20 16,-1-1-57-16,-1-10-64 0,5 11-45 0,-5-11-146 15,0 0-438-15,0 0 194 0</inkml:trace>
  <inkml:trace contextRef="#ctx0" brushRef="#br0" timeOffset="45641.35">29994 4414 149 0,'2'-9'187'0,"-2"9"-22"16,0 0-13-16,8-5-17 0,3 3-8 0,1-1-18 15,0 0-18-15,7-1-41 0,1-1-45 0,4-1-49 16,3 0-36-16,-5 1-95 0,5-2-189 0,-1 0 84 16</inkml:trace>
  <inkml:trace contextRef="#ctx0" brushRef="#br0" timeOffset="45984.28">30309 4042 205 0,'0'0'196'0,"2"-8"-28"0,-2 8-18 16,0 0-7-16,0 0 5 0,0 0 2 0,6 23 2 16,0-6 0-16,-3 1-3 0,-1 1-8 0,1 6-12 15,-3-8-11-15,1 2-11 0,1-3-8 0,-1-1-9 16,0-4-10-16,0-1-6 0,-1-3-4 0,0 0-6 16,0-7-9-16,0 9 3 0,0-9-4 0,2 8 7 15,-2-8 15-15,0 0 9 0,0 0 10 0,0 0-11 16,0 0-7-16,0 0-10 0,0 0-8 15,0 0-5-15,11-17-8 0,-3 9-19 0,1-1 12 16,1-4-4-16,1 0-3 0,4 0-9 0,0 0-8 0,-2 1 0 16,1 3-7-16,-4 2 4 0,-1 0-8 0,-1 4-5 15,2-1-7-15,-2 2-3 0,-8 2-1 0,11 3 3 16,-3 0 0-16,-1 3-1 0,-1 3 4 0,-1 1-3 16,1 1 2-16,0 1 3 0,-1 2-27 15,2 2-21-15,-2 2-44 0,-4-6-56 0,3 0-65 16,-3 2-77-16,2-4-163 0,-3 2-494 0,0-12 219 15</inkml:trace>
  <inkml:trace contextRef="#ctx0" brushRef="#br0" timeOffset="48756.41">31594 4117 15 0,'0'0'94'16,"0"0"-1"-16,0 0-11 0,0 0-3 0,0 0-3 16,0 0 5-16,0 0-13 0,0 0 11 0,0 0-4 15,0 0-2-15,0 0 0 0,0 0 4 0,0 0-5 16,0 0 8-16,0 0-12 0,0 0 1 0,0 0 0 15,0 0-4-15,0 0-3 0,0 0 2 0,0 0 2 16,0 0-3-16,0 0-3 0,0 0-3 0,0 0-9 16,0 0-3-16,0 0-2 0,0 0-8 0,0 0-1 15,0 0-11-15,14-3 5 0,-4-1-7 0,0 0 1 16,-2-1-1-16,2 2 2 0,0 0-4 16,-1-1-3-16,-2 1-2 0,-1 0 0 0,0-1-1 0,0 1-5 15,-1-2 4-15,-5 5 10 0,6-10 8 0,-3 6-8 16,-3 4 1-16,6-9-2 0,-5 4 7 15,-1 5-3-15,3-7 1 0,-3 7 1 0,2-8-1 0,-2 8-4 16,0 0-3-16,0 0-3 0,0 0 0 0,3-6-5 16,-3 6-1-16,0 0-2 0,0 0-6 0,0 0 0 15,0 0-2-15,0 0 1 0,0 0 2 0,1 19-3 16,-1-9 2-16,0 3-1 0,0 3-3 16,0 2 7-16,2-1-6 0,-1 4 2 0,0 4-6 0,2 0 10 15,-2-6-1-15,2 8-2 0,-3-8 0 16,1 1 1-16,0-2-3 0,0 1 4 0,3 5 3 15,-1-6-4-15,-1 0 0 0,1-3 3 0,-1 0-4 0,0-3 2 16,1 4 1-16,0-6-2 0,0 2 5 0,-2-3-7 16,3 1 2-16,-3 0 2 0,3-3 0 0,-4-7-2 15,4 14-1-15,-4-14 4 0,1 9-3 16,-1-9 1-16,2 10 2 0,-2-10 0 0,0 0 3 16,0 0-2-16,3 9-2 0,-3-9 4 0,0 0 6 15,0 0-8-15,0 0 1 0,0 0-1 0,0 0-8 16,0 0-3-16,0 0 2 0,0 0-4 0,-27-14 0 15,18 11 3-15,-1-2-7 0,-1 2-1 0,2 0 7 16,9 3-3-16,-22-7 0 0,13 5 4 0,9 2-4 16,-14-2 5-16,14 2-3 0,-10-5 1 0,10 5 0 15,-9-3-1-15,9 3 0 0,0 0-2 0,-12-3 7 16,12 3-4-16,0 0 1 0,0 0-4 0,0 0 1 16,0 0 4-16,0 0-4 0,0 0 1 0,0 0 6 15,0 0 0-15,42 4-1 0,-22-4-1 0,8-1-5 16,1 1-13-16,4 0-17 0,3-3-25 0,-4 3-44 15,4-1-48-15,-3-4-53 0,0 0-130 0,2 1-363 16,-6-2 162-16</inkml:trace>
  <inkml:trace contextRef="#ctx0" brushRef="#br0" timeOffset="49103.82">32422 4037 68 0,'0'-10'236'0,"0"10"-11"0,-3-9-8 16,3 9-18-16,0 0-22 0,0 0-14 0,-1-7-20 0,1 7-17 16,0 0-17-16,0 0-11 0,0 0-12 0,0 0-11 15,0 0 2-15,-3 31-6 0,0-14-4 16,0 9-3-16,1-6-7 0,-1 8-3 15,-1-2 0-15,2 0-6 0,0 0 4 0,0 1-1 0,-1-2-4 16,2-6 4-16,0 8-6 0,-2-2 0 0,3-6 2 16,-4 5-9-16,7-5 0 0,-3-1-3 0,0 2-3 15,0-4-2-15,0 3-3 0,-3-4-1 0,3 2-7 16,0-4-5-16,-2 3-17 0,2-4-12 0,-1-1-16 16,1-11-21-16,0 20-28 0,0-20-25 0,0 0-23 15,-2 15-23-15,2-15-20 0,0 10-12 0,0-10-166 16,0 0-378-16,0 0 168 0</inkml:trace>
  <inkml:trace contextRef="#ctx0" brushRef="#br0" timeOffset="49690.12">32298 4333 90 0,'0'0'179'0,"-1"-10"-20"0,1 10-8 15,0 0-16-15,11-10-19 0,1 6-10 16,7 0-5-16,1 0-8 0,11-2-13 0,2 3 0 15,2-1-13-15,0 1-8 0,-1 1-3 0,-1 1-6 16,-4-2 26-16,-29 3-7 0,45-4-3 0,-45 4-5 0,0 0 0 16,36-2 1-16,-36 2 8 0,0 0 2 15,0 0 4-15,0 0 4 0,0 0 5 0,36-5-9 16,-36 5 14-16,0 0-9 0,0 0-6 0,0 0-10 16,0 0-6-16,0 0-6 0,0 0-11 0,9 4 0 15,-9-4-14-15,0 0 6 0,0 0-3 0,0 0-8 16,-30 24-1-16,22-16-2 0,2 1 0 0,1-1-4 15,1 2-2-15,4-10-4 0,-6 12 1 0,6-3-3 16,0-9-14-16,-1 14 14 0,1-14-8 0,3 12-3 16,-3-12-5-16,8 11-3 0,-8-11 1 0,0 0-5 15,0 0 2-15,0 0-1 0,0 0 0 0,0 0 1 16,46 16 2-16,-46-16 3 0,0 0 1 0,0 0 2 16,0 0 1-16,0 0-1 0,0 0 3 0,51-18-6 15,-51 18 4-15,0 0-1 0,22-19 5 0,-22 19 2 16,0 0 3-16,18-19-4 0,-18 19 2 0,0 0-3 15,0 0 2-15,0 0-2 0,0 0-5 0,0 0-5 16,0 0 3-16,24-14-4 0,-24 14 5 0,0 0-3 16,0 0-5-16,0 0 10 0,0 0 1 0,0 0-2 15,0 0 3-15,0 0-3 0,24 48 3 16,-24-48-3-16,0 0 1 0,0 0 2 0,11 27 5 16,-11-27-4-16,0 0 3 0,0 0-2 0,0 0 6 15,16 19 3-15,-16-19 6 0,0 0 2 0,0 0 1 16,0 0-1-16,0 0 0 0,0 0-2 0,51-10 4 15,-51 10-1-15,0 0 1 0,0 0 0 0,39-24-6 16,-39 24 2-16,20-17 0 0,-20 17-7 0,0 0 6 16,24-19-3-16,-24 19-13 0,0 0-13 0,14-20-11 15,-14 20-18-15,0 0-28 0,0 0-28 0,0 0-51 16,0 0-52-16,0 0-221 0,0 0-457 0,0 0 203 16</inkml:trace>
  <inkml:trace contextRef="#ctx0" brushRef="#br0" timeOffset="50425.71">27067 5746 37 0,'-4'-12'257'0,"7"2"-32"0,-2 0-15 16,2 2-21-16,3-5-17 0,6-1-18 0,3-8-10 16,1 3-11-16,4 0-12 0,1-1-9 0,-1-1-8 15,4 2-6-15,-1-2-7 0,0 1-5 0,2-1-2 0,-4-1-9 16,-2 0-2-16,3 1-5 0,-6-1 1 0,-2 7-5 16,-3-1-2-16,-1-2-7 0,0 3 7 0,-5 3-2 15,-1 3 2-15,0 1 0 0,0-2-1 16,-3 5-4-16,0-1-5 0,-1 6-9 0,0 0-5 15,-4-13-9-15,4 13-2 0,-11-1-8 0,11 1-8 0,-23 9 2 16,5-1-11-16,1 4 2 0,-4 2-6 0,2 6-5 16,3-6-8-16,5 1 0 0,1 2-1 15,6 0-2-15,2-1 5 0,2 3-10 0,4-2-2 16,0-2 6-16,10 9 3 0,1-4 0 0,-1-4 2 16,6 3 2-16,0 1 5 0,-1-3-5 0,0 1-1 0,-4-6 3 15,0 1 0-15,-1-2 3 0,-1 1 1 16,-3 0-2-16,-4-4 3 0,1-1-1 0,-1 2-5 15,-2 0-3-15,-3-3 1 0,1 0 4 0,-2-6-3 0,-7 15-8 16,1-7-8-16,-3-2-14 0,1-2-18 16,-2 2-18-16,-1-2-20 0,1 0-30 0,1-2-16 15,1-2-28-15,1 1-33 0,7-1-121 0,0 0-354 0,-22-4 157 16</inkml:trace>
  <inkml:trace contextRef="#ctx0" brushRef="#br0" timeOffset="50965.77">27595 5538 167 0,'5'-5'186'0,"-5"5"-27"0,0 0-15 0,8-2-15 15,-8 2-4-15,0 0-2 0,0 0 4 16,10 7 3-16,-6 0-4 0,-2-1-12 0,1 3-3 16,1 0-12-16,-2-1-7 0,0 3-7 0,-1-4-9 15,1 0-5-15,0-2-7 0,-2 2-5 0,0-7-8 16,5 10-3-16,-5-10 4 0,0 8 7 0,0-8 6 0,0 0 9 15,0 8 12-15,0-8 13 0,0 0-8 16,0 0-3-16,0 0-8 0,0 0-11 0,0 0-4 16,0 0-3-16,0 0-6 0,0 0-6 0,-5-33-11 15,5 24 2-15,0-2-13 0,3-1-3 0,-1-6-6 16,4 3-5-16,1-2-6 0,4 1-1 0,-1 2-5 16,5-1-2-16,-3 3-5 0,5 3 3 0,-5 3-3 0,-1 0-2 15,2 3-3-15,-1 3 2 0,1 1-3 16,-3 1 3-16,3 4 0 0,-1 1 0 0,-1 1-1 15,1 4 6-15,-3-3-1 0,3 4 3 0,-4-2-1 16,-1 1-2-16,0 1 0 0,-2-4 0 0,0 0 2 16,-2 1 2-16,0-5 1 0,-1 1-2 0,2-1 0 15,-4-5 2-15,4 7 0 0,-4-7-3 0,0 0-2 16,0 0 14-16,0 0-2 0,0 0-7 0,0 0 5 16,0 0 0-16,0 0-1 0,0 0-2 0,0 0 1 15,-15-20-7-15,15 12-2 0,3-2-1 0,1 0-2 16,5-2 0-16,2-1-2 0,1-1-2 0,8-3 1 15,-7 6 4-15,5 0-2 0,-4-2-2 0,2 6-4 16,-1 0 5-16,-1 3-4 0,-1 1 6 0,-2 5-2 16,0-1-4-16,-2 3 4 0,0 2 1 0,1 1 0 15,-2 0 1-15,-1 3 1 0,-1 1 1 0,0 1 2 16,-2 0-8-16,-1 3-21 0,-2-3-26 0,-2 3-26 16,-1-2-25-16,1 0-30 0,-1-1-38 0,2-1-40 15,-2-1-174-15,2-10-424 0,-5 17 188 0</inkml:trace>
  <inkml:trace contextRef="#ctx0" brushRef="#br0" timeOffset="52327.46">28431 5438 50 0,'-2'-10'234'0,"0"3"-9"0,-3 0-15 0,1 2-20 15,-6-1-10-15,5 4-18 0,5 2-15 0,-19 4 0 16,5 1-9-16,-1 4-9 0,1 3-8 0,3 1-13 15,-3 2-7-15,1-1-9 0,6 0-9 0,0 0-11 16,-1-4-7-16,3 2-5 0,4 0-3 0,1-1-7 16,1 0-4-16,1 0-4 0,4-2-3 0,0 0 1 15,3 0-1-15,-1-6-7 0,1 1-2 0,1-1 0 16,-1 1-1-16,-3-4-2 0,-6 0-1 0,14-2 2 16,-5 1 5-16,-3-3 2 0,1 1-1 0,0-1 0 15,0-2 0-15,-1-2 0 0,1 0-7 0,-3-1 3 16,2 1-4-16,-2-5 0 0,0 3-3 0,1 0-4 15,-3 3-1-15,1 1 3 0,-2 0 4 0,-1 6-6 16,4-9-3-16,-4 9-3 0,3-6-3 0,-3 6-5 16,0 0-2-16,0 0-3 0,0 0-2 0,0 0 1 15,0 0-5-15,0 0 6 0,2 27 5 0,-4-16-9 16,-1 0 4-16,1 1-4 0,2 1 4 0,0-1-1 16,2 4-1-16,-1-5 1 0,3 1 1 0,-1-1-1 15,3-2 3-15,1 0-4 0,0-1 3 0,2 1 1 16,1-4 0-16,-1 0 4 0,3 1 0 0,-2-5-3 15,3 0 5-15,0-3 0 0,-1 0 3 0,1-2-5 16,-2 1 3-16,0-5-1 0,-1-1-2 0,3-3-1 16,-3-1 1-16,0 0-3 0,-2-4 4 15,0-2-14-15,-3 2 7 0,2-9 1 0,-2 2 1 0,1-2 2 16,-4 7-6-16,1-9-1 0,-1 3 3 0,-2-2-7 16,3 0 6-16,-3 10 0 0,0 0 7 0,0 1 7 15,0 5 6-15,-1 4-2 0,1 7 5 0,0-12-5 16,0 12-6-16,0-8-6 0,0 8-9 0,0 0 1 15,0 0-2-15,0 0 1 0,0 0 5 0,1 26-8 16,-1-7 3-16,3 8 5 0,-6-2-3 0,3 1 2 16,0 1-2-16,3-7 2 0,-3 5 2 0,0-6-1 15,0 0 1-15,0 0 2 0,1 0-1 0,1-3 1 16,2-1 3-16,-2-3 4 0,2-2-6 0,0 1 2 16,1-3-7-16,-1 1 6 0,0-2-1 0,2-1 2 15,0-3 1-15,0 1-2 0,0-3-2 0,2 0 5 16,-8-1-4-16,18-3 3 0,-8-3-3 0,1 1-1 15,-1-3-3-15,0-4 1 0,3-2-1 0,-3 0-5 16,-2-3 2-16,3 2-9 0,-2-3 3 0,-3 0 2 16,3-8 1-16,-2 2-1 0,-6-1-2 0,3 6 2 15,1-5 2-15,-3 7-3 0,1 5 1 0,0-4 7 16,-1 4 4-16,-2 3 3 0,0 1 4 0,2 1 1 16,-2 7 4-16,1-9-14 0,-1 9-4 0,0 0-3 15,0-10-2-15,0 10 0 0,0 0 0 0,0 0-4 16,0 0 10-16,0 33-8 0,0-14 8 0,-3 7-1 15,2-7-3-15,-3 0 2 0,3 1 4 0,-3 5-4 16,1-4 2-16,1-5 0 0,3 4 0 0,0-2-1 16,2-3-1-16,-1 2 1 0,4-3 0 0,-2-2-1 15,-1-1 4-15,4 0 0 0,-2-4 6 0,1 0-5 16,2 2 5-16,2-3-4 0,0-1 6 0,2-2-2 16,2-1 6-16,3-2-7 0,0 1 8 0,-4-2-12 15,2-2 5-15,2-3-6 0,-1-1-4 0,0 0-1 16,-1-1-8-16,-2-2 0 0,1-1-2 0,-1-1 1 15,1-1-3-15,-5-3-10 0,1 4 5 0,-1-2 4 16,-3-3 4-16,0 5-4 0,-3-1 4 0,1 3 0 16,-1 0 4-16,-2 4 1 0,2-4 4 15,-3 10 7-15,1-11 0 0,-1 5-2 0,0 6-2 16,0 0 0-16,-2-13-4 0,2 13 0 0,-4-5-3 0,4 5-2 16,0 0-1-16,0 0 3 0,-20 14 0 0,10-3 0 15,1 1-1-15,0-1 3 0,-1 3 0 0,4-3-1 16,1 0 1-16,-1 2 0 0,1-3 4 0,3 3-4 15,-1-2 4-15,3 0-1 0,-2-1 0 0,3-1 1 16,0 0 1-16,2 2 0 0,2-4 2 0,1 1-2 16,1-1 2-16,0 0-1 0,4-1 7 0,-1-3-7 15,1 1 6-15,5-3-3 0,0 2 2 0,3-2 0 16,1-1 4-16,-4-1-5 0,2-1 1 0,-1 0 0 16,-3-2 1-16,-1 1-2 0,-1 0 3 0,1-4-5 15,2 0 4-15,-3 0 2 0,-3-1-3 0,1 1 2 16,-2-2-2-16,-1-2-3 0,0 2 2 0,2-1-2 15,-4-3 5-15,0 3-9 0,-2-2 3 0,0 4-2 16,1-3 1-16,-1 5-2 0,-2-3 3 16,0 4-1-16,-1 5 2 0,3-10-1 0,-3 10-4 15,5-6 2-15,-5 6-5 0,2-6 1 0,-2 6-2 0,3-7 1 16,-3 7-1-16,0 0 1 0,5-6-3 0,-5 6-1 16,8-1 3-16,-8 1 1 0,0 0-1 0,15 3-5 15,-15-3 0-15,10 2 4 0,-3 0-2 0,-3 2 3 16,1 2 1-16,0-3 4 0,0 4-5 0,0-1-2 15,-1 0 0-15,-1 1 3 0,0 0 0 16,0-4 0-16,2 4 0 0,-2-1 0 0,-2 0 6 16,0 2-3-16,-1-8 3 0,3 13-2 0,-1-6 0 0,-2-7 1 15,3 8-16-15,-2-2-18 0,-1-6-23 0,0 10-31 16,0-10-35-16,1 9-37 0,-1-9-29 0,7 6-41 16,-3-2-204-16,-4-4-470 0,0 0 208 0</inkml:trace>
  <inkml:trace contextRef="#ctx0" brushRef="#br0" timeOffset="53008.13">30497 5235 217 0,'0'-10'262'0,"0"1"-8"0,0 9-5 0,0-11-17 16,0 11-13-16,0-9-25 0,0 9-21 0,2-9-13 16,-2 9-20-16,0 0-28 0,0 0-7 0,0 0-15 15,0 0-10-15,15 14-9 0,-7-5-5 0,2 5-7 16,1 3-8-16,-1-1-6 0,4 8-2 0,-2-1-2 16,0 0-1-16,-5-5-7 0,1 0-3 0,-2 1-7 15,2-3 3-15,-3 0-1 0,4 2-3 0,-3-3-4 16,-2-2-1-16,3-3-6 0,-2 0 1 0,0-1 1 15,-3-1-4-15,2-3 1 0,-1 1 1 0,-1-1 3 16,-2-5 3-16,4 5 1 0,-4-5 10 0,0 0 1 16,5 3 2-16,-5-3-5 0,0 0 6 0,9-12-9 15,-4 2 4-15,2-2-7 0,-2-2 0 0,0-3 0 16,1 0-5-16,1-2 1 0,0-6 0 0,1 0-6 16,0 2 2-16,1-3-1 0,-3 7-4 0,-1 3 0 15,0-4-5-15,-1 4-6 0,-1 4-11 0,2 3-17 16,-3 3-19-16,0-1-38 0,-2 7-39 0,2-8-51 15,-2 8-51-15,0 0-22 0,0 0-179 0,0 0-467 16,0 0 207-16</inkml:trace>
  <inkml:trace contextRef="#ctx0" brushRef="#br0" timeOffset="53397.67">30966 5351 236 0,'0'0'242'15,"4"-9"-14"-15,-4 9-21 0,-5-11-11 0,1 5-10 16,4 6-12-16,-6-7-15 0,1 4-12 0,5 3-19 16,-16-1-10-16,6 4-14 0,-2 3 1 0,-8 9-17 15,3-3-7-15,-4 4-8 0,0 1-6 0,10-1-7 16,-2-5-9-16,3 4-7 0,0-3 0 0,2-2-6 16,4 3-7-16,2-3 1 0,-1 2-1 0,2-3-9 15,2-1 1-15,0-1-6 0,3 0-3 0,0-2-9 16,4 1-3-16,-2-1 0 0,3-2-3 0,1-2 3 15,-2 0 1-15,-8-1 1 0,18-2-3 0,-11 1-1 16,2-3 5-16,-1-2-3 0,1 0 3 0,1 0 0 16,-1-1-2-16,-2-2 2 0,0-1 1 0,1 2 7 15,-4 3 5-15,1-1 3 0,-3 2 8 16,-2 4-3-16,6-7 0 0,-3 3-3 0,-3 4-5 0,5-5-10 16,-5 5-1-16,0 0-4 0,0 0 3 0,0 0-3 15,0 0-3-15,0 0 4 0,5 19 0 0,-6-13 1 16,1-6-1-16,-1 17-11 0,1-6 1 15,-1-2-17-15,2 3-14 0,0-3-30 0,-1 1-30 0,1-1-42 16,1 1-48-16,0-5-48 0,0 2-168 16,-2-7-436-16,6 9 193 0</inkml:trace>
  <inkml:trace contextRef="#ctx0" brushRef="#br0" timeOffset="53629.68">31134 5196 251 0,'0'-7'304'0,"1"0"-24"0,-1 7-26 16,4-10-23-16,-4 10-28 0,2-6-26 0,-2 6-22 15,0 0-11-15,0 0-9 0,0 0-6 16,-1 26-19-16,-2-8-1 0,2 3-6 0,-1 5-7 16,3 8-9-16,-5-6-8 0,1 0-3 0,2 1-11 15,1-4-5-15,-2-1 0 0,2-3-26 0,1-1-26 16,0-4-27-16,2 1-33 0,-2 0-30 0,2-1-46 15,-2-6-54-15,1 1-39 0,-2 0-190 0,0-11-446 16,3 12 197-16</inkml:trace>
  <inkml:trace contextRef="#ctx0" brushRef="#br0" timeOffset="54378.09">31255 5400 64 0,'4'-7'249'0,"-4"7"-2"0,5-11-20 16,-5 11-26-16,3-9-14 0,-3 9-28 0,0 0-15 15,0 0-13-15,0 0-3 0,0 0-6 0,4 23-6 16,-6-11-13-16,1 0-8 0,1 0-9 0,0 0-5 16,1 3-11-16,-2-2-3 0,2-2-8 0,2 1-5 15,2-2-6-15,0 3 0 0,0-4-6 0,3 1-3 16,1-2-3-16,-2-1-4 0,1-2-5 0,-2-2-2 16,-6-3-1-16,16 1-1 0,-16-1-1 0,15 0-1 15,-15 0 0-15,14-7-6 0,-8 4-1 0,-6 3-1 16,13-13-1-16,-6 4 1 0,0-2-4 0,-3-1 0 15,0 3 1-15,-1-3-5 0,2 0 4 0,-1 0 4 16,1 1 6-16,-2 3 4 0,-3 8-1 0,5-11 3 16,-5 11-8-16,0 0-1 0,2-12-9 0,-2 12-4 15,0 0-2-15,0 0 1 0,0 0-2 0,5 1-1 16,-5-1 4-16,0 0 0 0,1 19-1 0,0-11-2 16,-1 2-4-16,2-3 6 0,-1 3-2 0,2-4-1 15,-1 3 2-15,1 1 1 0,3-3 2 0,-2 0 2 16,2-1-1-16,-1 0 4 0,3 1 0 0,1-4-1 15,1 0 2-15,-2-3-2 0,5 0-1 0,-2 0 3 16,0-3-2-16,-1 3-2 0,1-3 3 0,0-1 0 16,0-3 1-16,-3 4-1 0,2-5-2 0,0 0-2 15,-2 1 3-15,-2-5-2 0,1 6 1 0,0-7-3 16,-1-1 4-16,0 3-7 0,-3 0-1 0,1 1 5 16,-1-1-3-16,0-1 5 0,-1 1-7 0,-2 1 4 15,4 2-3-15,-4 8-1 0,-3-11-2 0,3 11-2 16,0 0-4-16,-3-9 0 0,3 9-5 0,0 0 3 15,-20 14 2-15,9-5 2 0,-3 3-3 0,0-2 2 16,1 6 5-16,0-5-2 0,6-1-4 0,-4 5-2 16,6-5 4-16,2 0-3 0,0 1 8 0,4-2-4 15,0 3 4-15,2-3-2 0,2 0 1 0,1-3 3 16,3 2-2-16,4-4 1 0,0 0-7 0,5-1-1 16,-2-3 0-16,2 0-3 0,0-1-4 0,1-2 1 15,0 1-2-15,-2-5 0 0,1 0 2 0,0-1 2 16,-3-1-4-16,0-3 1 0,0 1 4 0,-3-3-1 15,2 0 3-15,-3 1-2 0,3 1 1 0,-4-4 1 16,0 2 9-16,-1 3 8 0,-4 0-2 0,-1 5 9 16,0 2 3-16,-4 4-5 0,8-10-6 0,-7 7-3 15,-1 3-8-15,0 0 1 0,0 0 1 0,0 0 1 16,0 0 2-16,0 0 7 0,-7 27 6 0,1-16-2 16,2-1-3-16,-1 3 1 0,-1 3-2 0,1 0 2 15,1 1-1-15,0-5-2 0,0 2-18 0,0-1-27 16,3-1-29-16,0-2-27 0,2 2-45 0,0-2-37 15,3 0-42-15,0 0-202 0,0-4-455 0,4 0 201 16</inkml:trace>
  <inkml:trace contextRef="#ctx0" brushRef="#br0" timeOffset="54943.94">32157 5425 220 0,'3'-6'281'0,"-2"1"2"16,-1 5-20-16,3-7-29 0,-3 7-18 0,6-8-18 15,-6 8-24-15,1-6-19 0,-1 6-19 0,0 0-10 16,0 0-14-16,0 0-12 0,0 0 0 0,0 27-10 16,0-19-8-16,0 0-5 0,-1 2-10 0,2 0-10 15,3-2-2-15,1 3-4 0,-1-1-6 0,4-2 0 16,-2 1-6-16,3-1 0 0,1-2-4 0,-1-1-4 16,4-1 0-16,-3-2 0 0,2 0-2 0,-2-2-3 15,-1 2-5-15,-9-2 4 0,15-7-7 0,-11 4-6 16,1-3 3-16,0 0-8 0,-1-4 1 0,0 2 3 15,0-1-4-15,-2-4-2 0,0-3-3 0,-4-3-8 16,0 3 0-16,-1-2 3 0,0 1-2 0,1 1-1 16,-3 0 3-16,1 5-5 0,3 2 1 0,-7 1 3 15,8 0-5-15,0 8 4 0,-5-9-5 0,5 9-6 16,-3-7 2-16,3 7 1 0,0 0-2 0,0 0 6 16,0 0 1-16,0 0 0 0,0 0-1 0,0 0 3 15,11 25 3-15,-1-18 4 0,0-2-4 0,8 0-2 16,-2 0-7-16,1-3-3 0,1 0 1 0,0-2 4 15,-2-2 1-15,-4 0-2 0,5-4 0 0,-2-3 5 16,1 1 1-16,-6-1-29 0,1-3 1 0,0 1 4 16,-5-1 11-16,2 2 4 0,-2-5 14 0,0 3 6 15,-1 4 0-15,-1-5-3 0,-1 5 0 0,1-1 11 16,-2 0 11-16,1 3 9 0,-3 6-5 0,3-9-5 16,-3 9-8-16,3-6 0 0,-3 6-14 0,0 0 4 15,0 0-6-15,0 0 3 0,-3 28 8 0,-5-9 7 16,3 3 0-16,-4 8 2 0,0-1 6 0,-1 3 7 15,-1 4 1-15,-1-4-3 0,-1 11-4 0,1-10 1 16,2-1-3-16,2-1-4 0,-1 2 2 0,1-5-3 16,2 1-3-16,4 0-3 0,1-3-15 0,-1-7-24 15,1 5-23-15,1-6-33 0,0-2-40 0,-1-4-45 16,2 0-40-16,2-4-42 0,-2-2-222 0,-1-6-508 16,0 0 225-16</inkml:trace>
  <inkml:trace contextRef="#ctx0" brushRef="#br0" timeOffset="55097.9">32515 5554 151 0,'8'-4'197'0,"1"-3"-19"0,3 2-26 0,4-1-13 16,2-2-13-16,2 5-12 0,-20 3-12 0,49-10-11 16,-49 10-29-16,48-5-34 0,-48 5-38 0,41-1-50 15,-41 1-59-15,0 0-74 0,43 4-207 16,-43-4 92-16</inkml:trace>
  <inkml:trace contextRef="#ctx0" brushRef="#br0" timeOffset="55620.21">28403 6297 126 0,'-4'-11'291'16,"0"4"-10"-16,4 0-12 0,0 7-11 0,-3-11-8 0,3 11-23 15,0 0-31-15,-1-11-21 0,1 11-21 0,0 0-19 16,-4-4-20-16,4 4-9 0,0 0-12 0,0 0-9 16,0 0-9-16,3 37-7 0,-2-21-10 0,-1 3-2 15,1-2-9-15,-1 3-19 0,1-1-6 0,1 6-2 16,-2-6-2-16,4 1 1 0,-3-2-4 0,0 0-1 16,1 0 2-16,-1-1-5 0,-1-2-20 0,0-3-12 15,1 2-19-15,0-4-23 0,-2 0-31 0,1 2-35 16,0-3-29-16,0-1-37 0,0-8-26 15,0 11-167-15,-2-6-420 0,2-5 186 0</inkml:trace>
  <inkml:trace contextRef="#ctx0" brushRef="#br0" timeOffset="55947.93">28419 6191 160 0,'10'-14'188'16,"1"1"-20"-16,1 3-6 0,3 1-8 0,-3 4-15 15,0 2-10-15,-1 1-10 0,3 1-14 0,-2 5-6 16,2 0-8-16,-4 4-10 0,-1-1-4 0,2 4 0 16,-2 2-2-16,-2-1-2 0,-3 0-2 15,1 5-1-15,-3 1-8 0,0-1-5 0,-4 0-5 0,0-5-2 16,-3 1-6-16,1-1-3 0,0-2 0 0,-3 0-6 16,-1-1-4-16,0-3-2 0,0 2-2 0,-1-2 0 15,2-2-3-15,0 0-1 0,7-4 3 0,-10 4 2 16,10-4 11-16,-8 1-5 0,8-1-2 15,-6 2 2-15,6-2-8 0,0 0 1 0,-6 4-11 0,6-4 0 16,0 0-8-16,0 0 0 0,0 0 4 0,0 0-5 16,6 14 2-16,-2-8-2 0,4 1-9 0,-3 2-11 15,5 1-12-15,3 2-26 0,-6-4-27 0,7 4-30 16,-1 0-28-16,1 0-27 0,2 0-35 0,-2 0-158 16,-3-4-386-16,3 0 170 0</inkml:trace>
  <inkml:trace contextRef="#ctx0" brushRef="#br0" timeOffset="56193.9">28874 6451 194 0,'4'-11'258'0,"-3"6"2"16,0-3-3-16,2 2-9 0,-3 6-14 0,4-9-14 16,-4 9-22-16,0-7-29 0,0 7-17 0,0 0-19 15,0 0-17-15,0 0-12 0,0 0-10 0,0 0-1 16,0 0-19-16,0 26-5 0,0-16-8 0,0 3-2 15,-1 2-2-15,2 2-5 0,-1-1-11 0,0 1-3 16,0-5-10-16,0 0-14 0,0 0-22 0,0 0-8 16,0-2-22-16,0-1-24 0,2 1-22 0,-2-3-28 15,0-7-21-15,2 12-24 0,-2-12-12 0,0 0-18 16,1 12 1-16,-1-12-8 0,0 5-120 0,0-5-338 16,0 0 150-16</inkml:trace>
  <inkml:trace contextRef="#ctx0" brushRef="#br0" timeOffset="56541.12">28896 6497 104 0,'4'-15'131'0,"3"0"16"0,0 0-13 0,-1 0 0 0,-2 3-2 16,1 3 3-16,3-1 1 0,-3 3-8 0,0 1-9 15,-1 2-15-15,-4 4-8 0,6-6-13 0,-6 6-12 16,9-3-2-16,-9 3 2 0,10-1-8 0,-10 1-5 16,12 4-2-16,-6-1-9 0,-1 2 4 0,-5-5-3 15,9 8-3-15,-4-5-7 0,-5-3-3 0,7 8 0 16,-5-4-5-16,3 0-2 0,-3 2 3 0,-2-6-1 15,5 11 1-15,-5-6 1 0,0-5-1 0,0 12-2 16,0-12-2-16,-1 12-1 0,-1-7-10 0,2-5-5 16,-4 10-7-16,1-3-4 0,3-7-11 0,-4 11-3 15,4-11-3-15,0 11 5 0,0-11-5 0,-1 10 0 16,2-3 1-16,1-1 1 0,-2-6 5 0,3 12 3 16,1-5-4-16,0 0 0 0,-2-3 2 0,3 2 6 15,0 1-5-15,-1-1 0 0,-1-2 1 0,-1 3-1 16,3-2 0-16,-5-5 1 0,4 10 0 0,-4-10 6 15,0 9-2-15,0-9-1 0,-1 9-4 0,1-9-7 16,-8 11-5-16,3-8-19 0,0 1-19 0,-4 1-16 16,1 0-23-16,-2-1-32 0,4 0-21 0,-3-1-147 15,9-3-320-15,-19 4 143 0</inkml:trace>
  <inkml:trace contextRef="#ctx0" brushRef="#br0" timeOffset="56792.21">28435 6867 136 0,'-11'0'238'0,"4"0"-21"15,7 0-26-15,-13-2-14 0,13 2-17 0,0 0-8 16,0 0-10-16,0 0-8 0,33 2-10 0,-3-2-10 15,5-2-5-15,16 4-18 0,-11-2-9 0,14-2-10 16,-15 4-26-16,12-1-28 0,-15 1-38 0,-1 0-38 16,-3 3-54-16,-2-1-31 0,-9 0-41 0,-2 0-97 15,-4 3-305-15,-2-4 134 0</inkml:trace>
  <inkml:trace contextRef="#ctx0" brushRef="#br0" timeOffset="57029.64">28745 6957 234 0,'0'0'268'0,"0"0"-28"0,0 0-25 15,-6 0-25-15,6 0-21 0,-5 4-19 0,5-4-13 16,-4 11-14-16,2-2-9 0,1 0-12 0,0 4-6 16,-2 2-9-16,2 2-8 0,1 2-7 0,-1-2-5 15,2 1-9-15,-1 2-1 0,1-2-7 0,2 0-5 16,-2 1-3-16,0-2-4 0,2 1-5 0,-2-4-11 15,1-2-28-15,-2 0-29 0,1-2-18 0,-2 1-29 16,1-11-27-16,2 18-33 0,-2-18-29 0,-1 13-36 16,-4-5-108-16,5-8-339 0,-8 9 150 0</inkml:trace>
  <inkml:trace contextRef="#ctx0" brushRef="#br0" timeOffset="57341.58">28700 6972 167 0,'4'-7'192'0,"3"3"-10"0,-7 4-11 16,17-6-19-16,-10 5-11 0,-7 1-10 0,21 1-7 15,-11 1-18-15,0 4-2 0,-3 1-13 0,1 2-8 16,-2-2-10-16,1 3-5 0,-3 0-6 0,1 2-3 16,-4-3-5-16,0-1-2 0,-1 2-1 0,-1 0-7 15,-5-1-4-15,2 0 0 0,-3-3-6 0,2 1 3 16,-1-1-5-16,2 1 2 0,-2-4-3 0,0 1 0 15,6-4 7-15,-7 5 1 0,7-5 5 0,-6 2-9 16,6-2-4-16,-4 4 1 0,4-4-8 0,0 0 1 16,0 0-6-16,0 0-5 0,-3 6-2 0,3-6 3 15,0 0-6-15,12 8 2 0,-5-1-3 0,2-2 3 16,3 3-1-16,-1-2-11 0,6 1-20 0,0 3-26 16,2-2-26-16,-4-1-37 0,3-1-47 0,5-1-38 15,-3 0-166-15,-2-4-389 0,3 3 173 0</inkml:trace>
  <inkml:trace contextRef="#ctx0" brushRef="#br0" timeOffset="57714.21">29226 7125 53 0,'0'0'250'0,"-6"-15"-5"16,3 13-17-16,3 2-12 0,-12-5-19 0,6 4-16 15,6 1-14-15,-17 0-17 0,7 4-16 0,0-1-11 16,-1 2-11-16,-1 3-13 0,3 1-8 0,0-2-11 15,-1 4-10-15,1-3-4 0,2 0-7 0,2 1-10 16,4 0-12-16,-2 1-9 0,6-1-5 0,2-1-8 16,1 0-6-16,3-2-3 0,0-1-7 0,3 0 0 15,-1-2-2-15,-1 1 0 0,1-3-1 0,-1 2 0 16,-4-1-2-16,1 1 6 0,-7-3-1 0,10 2-1 16,-10-2 9-16,5 2 9 0,-5-2-3 0,0 0 3 15,0 0-3-15,0 0 0 0,0 0 1 0,-15 16 2 16,3-12 4-16,-1 1 5 0,-3 2 4 0,0 0-4 15,4 0-3-15,0-1 0 0,1 1 0 0,-1-1-1 16,3 2-6-16,0-3 0 0,1 1 7 0,6-1-10 16,-2 1 0-16,4-6 2 0,-1 9-1 0,1-9 0 15,6 9 0-15,2-6-2 0,2 0-6 0,4-2-7 16,7 1-18-16,2-2-18 0,-2-2-32 0,1 2-35 16,1-3-45-16,5 2-44 0,-6-1-55 0,-10-1-130 15,0-1-412-15,2 1 183 0</inkml:trace>
  <inkml:trace contextRef="#ctx0" brushRef="#br0" timeOffset="68779.67">31617 4823 50 0,'0'0'90'0,"-10"-6"-1"0,10 6-5 15,0 0-20-15,0 0 9 0,-12-6-7 0,12 6 6 16,0 0-6-16,-8-5-3 0,8 5-2 0,0 0-1 15,0 0 4-15,0 0-4 0,-11-5-2 0,11 5 2 16,0 0-6-16,0 0 6 0,0 0-4 0,0 0-10 16,0 0 11-16,-8-3-11 0,8 3 1 0,0 0-7 15,0 0-3-15,0 0-5 0,0 0-3 0,0 0-5 16,0 0 0-16,0 0-4 0,36 0-1 0,-5 1-4 16,5-1 2-16,17 2-2 0,8-3-7 0,2 3 2 15,34-2-1-15,-7 4 5 0,3-3-8 0,2 0 0 16,2-1 0-16,5 1-1 0,-6 0 0 15,-3 0-7-15,-4-1 4 0,-25 2-4 0,0 0 8 16,28 6-7-16,-36-4 0 0,-3-3 1 0,-2 2 1 16,-11 0-5-16,11-3 4 0,-14 2-3 0,-1-1 36 15,-36-1 1-15,67 4-4 0,-36-3-1 0,-31-1-4 16,46 1 3-16,-46-1 3 0,0 0 6 0,43 0 5 0,-43 0 8 16,0 0 10-16,0 0 7 0,0 0 2 15,0 0 17-15,36-5-6 0,-36 5 3 0,0 0-7 16,0 0-10-16,0 0-10 0,0 0-6 0,0 0-2 15,0 0-11-15,0 0-16 0,0 0-23 0,0 0-29 16,0 0-39-16,0 0-46 0,0 0-52 0,0 0-60 16,0 0-157-16,0 0-416 0,0 0 185 0</inkml:trace>
  <inkml:trace contextRef="#ctx0" brushRef="#br0" timeOffset="69715.53">28031 7587 154 0,'-11'0'162'0,"-1"0"-1"0,12 0-9 0,-11-2-10 15,11 2-10-15,-7-2-17 0,7 2-8 0,0 0-4 16,0 0-4-16,34 4-2 0,2-1-10 0,20-3-2 16,43 3-5-16,11 3-8 0,7-6-1 0,2 0-12 15,9-3-5-15,0 6 1 0,1-11-8 0,0 8-6 16,-4-1-6-16,-11 2-5 0,-5-2 2 0,-6 1-5 16,-10 1-2-16,-29-2 0 0,0 1-3 0,-3-2-1 15,1 2-2-15,-5-3 1 0,-6 3 1 0,0 2-5 16,-16-4 4-16,0 4 1 0,-5-4 4 0,-2 5 4 15,-7-4 8-15,-3 2 7 0,-7-4 7 0,1 1 11 16,-6 2 3-16,3 0 6 0,-9 0 5 0,13 0-1 16,-13 0 0-16,0 0-6 0,10 0-6 0,-10 0-8 15,0 0-5-15,8-1-9 0,-8 1-15 0,0 0-11 16,0 0-18-16,0 0-22 0,0 0-30 0,0 0-33 16,0 0-37-16,0 0-31 0,0 0-33 0,-23 6-31 15,11-4-194-15,-6 3-447 0,-3 1 199 0</inkml:trace>
  <inkml:trace contextRef="#ctx0" brushRef="#br0" timeOffset="72661.03">27338 8539 143 0,'1'-11'188'16,"-1"1"3"-16,-1 2-17 0,1-3-15 0,-3 5 1 16,0-1 1-16,3 7-17 0,-8-15-12 0,1 9-10 0,0-2-15 15,1 2-12-15,-6-2-11 0,3 6-6 0,0-3-13 16,-5 4-2-16,2 2-7 0,-1 3-8 15,-8 2-5-15,3 5-1 0,-5 3-6 0,-1 2-7 16,3 1-4-16,1 1-1 0,7-4-3 16,-2 8-5-16,5-6 9 0,3 1-8 0,3 0-2 0,2 0-1 0,-2 0-1 15,4 2-1-15,4-2-2 0,2-2 0 0,1-1 2 16,4 0-1-16,5-2-2 0,-1-3 3 0,5-1-3 16,1-1-1-16,-3-4-1 0,2 1-1 0,-1-1 6 15,-2-3-2-15,1-2-1 0,-5 1-1 0,2-3 1 16,-2 2-5-16,-3-4 1 0,4 1 5 0,-3-1-2 15,-2 0-5-15,1-5 4 0,-2-2-3 0,1 2 0 16,-5 1-1-16,4 0 2 0,-4-2 4 0,2 0-6 16,-3-3 1-16,1-1 1 0,-1 1 1 0,-1 5 4 15,0 5 5-15,-2-1 4 0,0 6-3 0,3-10-4 16,-3 10-4-16,2-6-9 0,-2 6 2 0,0 0-1 16,0 0 3-16,0 0 0 0,0 0-6 0,0 0 1 15,-7 30 4-15,4-20-2 0,-1 5 0 0,2 2 1 16,-1 1 1-16,2 1-2 0,-2-1-5 0,1 1-11 15,0 0-14-15,4-2-19 0,-2 1-15 0,0-3-14 16,2-3-31-16,1 0-16 0,-1-2-13 0,0-1-15 16,0-1-12-16,0-1-21 0,1-2-96 0,-3-5-306 15,4 7 135-15</inkml:trace>
  <inkml:trace contextRef="#ctx0" brushRef="#br0" timeOffset="73009.09">27512 8639 71 0,'4'-4'151'16,"-4"4"-6"-16,5-7-24 0,-5 7 6 0,0 0 4 16,0 0 3-16,0 0-4 0,0 0-11 15,1 22-5-15,-1-14-3 0,0 5-4 0,0-3-9 16,0 4-9-16,-1-3-8 0,1 2-11 0,-2 0-6 0,-1-4-5 16,3 1-5-16,0-1-4 0,0-1-7 0,0-8-3 15,-2 9-1-15,2-9-5 0,-2 9 0 0,2-9 3 16,0 0 3-16,0 7-2 0,0-7-3 15,0 0 1-15,0 0-8 0,0 0 0 0,0 0-5 0,0 0 0 16,10-22-6-16,-6 12-5 0,2 1-1 0,5-5-5 16,1 0-5-16,1-1-1 0,4 1 2 0,-2 1-3 15,-1 2-2-15,3 1 1 0,-5 4-3 0,-1 0 2 16,-1 0-5-16,-2 5 4 0,-1 1-3 0,-7 0 1 16,15 0 1-16,-9 5 1 0,0-1-1 0,-2 3 1 15,1 3-1-15,-1 1 4 0,-2 0 0 0,0 4-14 16,0-2-22-16,0 4-16 0,0-6-27 0,-1 2-21 15,1-1-33-15,-2 3-21 0,3-4-33 0,-3-3-100 16,2 1-312-16,4-1 138 0</inkml:trace>
  <inkml:trace contextRef="#ctx0" brushRef="#br0" timeOffset="73438.1">28045 8655 5 0,'-2'-12'206'0,"-4"4"-3"15,0-2-10-15,1 7-10 0,-5-5-13 0,-3 5-10 16,0 1-5-16,-5 2-10 0,5 2-12 0,-5 2-4 16,0 4-10-16,2 2-12 0,-1 0-8 0,1 5-7 15,3-4-4-15,-1 2-8 0,5 2-12 0,2 1-7 16,0-1-5-16,7-2-4 0,0 0-5 0,0 0-3 16,5-3-7-16,0 3 1 0,3-4-7 0,3 2-3 15,4-1-1-15,0-2-3 0,1-4 2 0,4 1-5 16,-2-1-3-16,0-4 0 0,0-2-3 0,-4 2 0 15,-1-6 0-15,3-1 2 0,-5 1-1 0,2-4-4 16,-6-5 2-16,4 1-5 0,-2-4-1 0,-2 0-2 16,0-5 6-16,0-4-4 0,-4 1-3 0,-1-2 3 0,1-2 0 15,-1 3-1-15,0-4-7 0,0 2 3 16,1-2-1-16,-3 3 0 0,-4 1 24 0,4 10 17 16,0 0-9-16,-3 5 3 0,1 2 0 0,2 3-4 0,0 7-5 15,0-14-6-15,0 14-9 0,0-8-1 0,0 8-2 16,0 0-3-16,0 0-1 0,0 0 0 15,-13 42 0-15,7-18 3 0,-4 6-1 0,1 0-5 0,3 1 2 16,-1 2 0-16,4-1-2 0,-3-1 5 0,1 4-4 16,5-3-2-16,-3 0-7 0,4-2-16 15,-1-1-29-15,2-2-35 0,0 2-54 0,3-4-63 0,0-7-54 16,-3 1-187-16,7-2-479 0,0-5 212 16</inkml:trace>
  <inkml:trace contextRef="#ctx0" brushRef="#br0" timeOffset="73772.52">29343 8558 119 0,'3'-12'300'0,"-2"-6"-18"0,2 8-21 15,-1-2-20-15,-2 1-15 0,3 0-3 0,-2 2-15 16,-1 5 1-16,0 4-33 0,3-13-22 16,-3 13-16-16,1-4-23 0,-1 4-8 0,0 0-14 15,0 0-6-15,2 20-12 0,-2-2-13 0,0 0 8 0,-1 3-7 16,0 8-1-16,-3 1-9 0,1 0 2 0,0-1-2 16,0 1-4-16,0 0-1 0,1-3-2 0,-1-2-10 15,2-5-7-15,0 5 37 0,1-7-8 16,-2 0 6-16,2-2-24 0,0 1-34 0,-2-5-21 0,4 1-18 15,0-2-28-15,-1 1-29 0,0 0-38 0,1-5-44 16,-1-2-53-16,1 2-42 0,-2-7-214 0,6 6-521 16,-6-6 232-16</inkml:trace>
  <inkml:trace contextRef="#ctx0" brushRef="#br0" timeOffset="73963.52">29590 8683 1742 0,'8'-2'95'0,"-2"0"-47"0,-6 2-24 16,14-5-8-16,-8 4-3 0,2-1 18 0,5 0-3 16,0 1-5-16,-1 1 1 0,9 0-2 0,-2 0 0 15,2 0-5-15,0 1 1 0,7-1-5 16,-6 2 1-16,-4 0-11 0,2-1-20 0,-1 0-33 0,-1 3-26 16,-4-2-29-16,-2-1-25 0,-2 0-23 0,-2 1-118 15,-2-2-293-15,-6 0 130 0</inkml:trace>
  <inkml:trace contextRef="#ctx0" brushRef="#br0" timeOffset="74154.08">29862 8599 67 0,'0'0'222'15,"-5"-12"6"-15,1 8 1 0,4 4-4 0,0 0-11 16,-4-8-12-16,4 8-19 0,0 0-21 0,-5-4-19 16,5 4-17-16,0 0-11 0,0 0-7 0,0 0-10 15,-4 18 0-15,3-7-7 0,2 2-6 0,-3 2-2 16,-1 2-4-16,2-1-6 0,1 4-11 0,-1 4-6 15,1-6-1-15,-2 1-7 0,5-1-21 16,-3 0-29-16,1 1-33 0,-1-1-55 0,4 0-61 0,0-5-68 16,-3-1-212-16,3-1-466 0,-1-1 206 0</inkml:trace>
  <inkml:trace contextRef="#ctx0" brushRef="#br0" timeOffset="74429.5">30302 8583 2848 0,'5'-16'260'0,"-1"0"-94"0,0 7-65 0,-2-6-27 15,2 7-15-15,-3 2-23 0,-1 6-6 16,3-9-12-16,-3 9-7 0,0 0 6 0,0 0 6 16,0 0-1-16,3 22 21 0,-3-6 2 0,-1 3 3 15,1 9 1-15,-1-3-2 0,0 3-2 0,-1-3-15 0,1 1 7 16,-3-2-9-16,3-3 1 0,0 2 2 15,0-2-5-15,-1-2-2 0,1 0-1 0,0 0-6 16,-1 0-17-16,1-3-23 0,0 0-19 0,0-5-28 16,-1 1-21-16,1-2-20 0,-2-1-28 0,3 1-40 0,-1-2-37 15,1-8-37-15,-1 11-37 0,-1-5-173 0,2-6-500 16,0 0 221-16</inkml:trace>
  <inkml:trace contextRef="#ctx0" brushRef="#br0" timeOffset="74817.75">30363 8533 258 0,'1'-9'248'0,"2"-1"-22"16,2 3-24-16,5-3-17 0,0 6-12 0,6-3-16 16,-2 3-13-16,3-1-14 0,2 2-12 0,-2 3-11 15,3 0-11-15,-3 3-9 0,0-1-11 0,-2 1-8 16,-4 1-5-16,-1 0-6 0,-1 1-11 0,0-1-3 15,-4 3-3-15,1-1-3 0,-2 1-8 0,-3-1-3 16,-1 4-3-16,0-10-5 0,-6 15 2 0,0-7-2 16,-1 1-7-16,0-1-8 0,-5 1-9 0,4-2-11 15,-1 1-11-15,2-3-6 0,-2 1-9 0,4-2-9 16,-2 2-4-16,5-1 5 0,-3-1-3 0,5-4 4 16,-5 8 5-16,5-8 3 0,0 0-10 0,5 12 11 15,0-7 3-15,4 1 8 0,0-2-2 0,1 1 4 16,-1 3 9-16,2-4-2 0,-2 2 3 0,2 0 6 15,-5 0 0-15,-1 0 7 0,3-2 0 0,-2 3 13 16,-5-2 6-16,3 0 8 0,-2 2 15 0,-1-1-6 16,-1-6-3-16,-1 12 1 0,-3-6-2 0,-2 1-2 15,0 0-13-15,-1-4-11 0,-4 4-19 0,0-1-29 16,-5 0-37-16,4-3-46 0,-1 2-183 0,0-3-337 0,-1-2 149 16</inkml:trace>
  <inkml:trace contextRef="#ctx0" brushRef="#br0" timeOffset="75067.39">30760 8429 2122 0,'18'-20'43'0,"-2"8"55"16,-3 0-18-16,-2 4-34 0,-2 2-21 0,0 0-4 15,4 5-3-15,-3 2 5 0,3 5 15 0,3 4 13 16,5 8 0-16,-3 2 10 0,-3 4 1 0,-1 6-4 15,0 0 0-15,-4-1 0 0,-5 6-4 0,2-3-4 16,-7 2-6-16,-3 13-1 0,-3-14-6 0,-2 1-4 0,-7-2-8 16,-1-1-17-16,-1-2-10 0,-6-1-12 15,-11 8-19-15,9-12-27 0,-6-1-30 0,-10 5-41 16,-4-2-41-16,-2-6-47 0,1-1-196 0,-6-4-449 16,-2-2 199-16</inkml:trace>
  <inkml:trace contextRef="#ctx0" brushRef="#br0" timeOffset="75353.83">29300 8364 2113 0,'-13'-13'18'15,"-2"3"5"-15,-5 2 2 0,-1 6-18 0,-9 7 14 16,-2 5 4-16,-11 12 8 0,3 7 5 0,-2 7 2 16,4 0 0-16,3 4 1 0,8 1 9 0,6 4-3 15,7 1-1-15,5-2-1 0,5 4-5 0,8-3 1 16,12 1-5-16,5 2 2 0,8-4-9 0,9-2 7 16,7-4-12-16,32 9-17 0,-21-14-29 0,2-4-35 15,27 2-44-15,-23-9-54 0,31 1-51 0,-30-7-181 16,26 1-420-16,-28-9 186 0</inkml:trace>
  <inkml:trace contextRef="#ctx0" brushRef="#br0" timeOffset="81963.53">32061 8365 14 0,'-6'-4'169'15,"0"2"3"-15,-2-1-1 0,2-2 1 0,6 5 4 16,-9-4-6-16,9 4-4 0,-7-2-14 0,7 2-10 15,0 0-8-15,-9-4-15 0,9 4-7 0,0 0-17 16,0 0-7-16,0 0-14 0,17-10-6 0,-3 8-4 16,5 1-12-16,3 0-3 0,9-1-7 0,-1 0-16 15,0 2-12-15,-2 2-21 0,-10-2-21 0,-1 0-24 16,-4 0-21-16,0 2-17 0,-1 0-19 0,-5-3-19 16,1 2-19-16,-8-1-5 0,11 2 0 0,-11-2-99 15,6 5-271-15,-6-5 120 0</inkml:trace>
  <inkml:trace contextRef="#ctx0" brushRef="#br0" timeOffset="82188.5">32100 8336 78 0,'-8'-1'122'0,"0"-1"-10"16,8 2-1-16,-11-2-11 0,11 2 4 0,0 0-17 16,-12-2-6-16,12 2 5 0,-7 6-3 0,7-6 8 15,-8 11 10-15,4 1-4 0,-1-1-6 0,0 3 3 16,0 4-6-16,1 2-4 0,-1-3-8 0,-1 2-1 15,1 6-3-15,-1-8-3 0,1 9-2 0,3-9-6 16,-2 1-6-16,0-1-9 0,-1 1 2 0,3-2-1 16,-1 2-12-16,0-2-16 0,-2-1-24 0,1-4-26 15,-2 3-23-15,1-2-34 0,0-3-42 0,1 0-38 16,-2 0-133-16,0-1-326 0,2-5 145 0</inkml:trace>
  <inkml:trace contextRef="#ctx0" brushRef="#br0" timeOffset="82780.78">31986 8533 26 0,'21'0'142'16,"5"-1"-9"-16,2 4-6 0,-1-2-11 0,1-4-6 15,-6 6-4-15,5-6-8 0,-7 5-8 0,1-2-13 16,-3-2 0-16,0 2-7 0,-5 2-7 0,-1-2 2 15,-5-2-5-15,0 1 0 0,-7 1-4 0,14 0 7 16,-14 0-8-16,9-1 1 0,-9 1-3 0,0 0-7 16,5-4-4-16,-5 4 0 0,0 0-9 0,0 0-1 15,0 0-4-15,0 0 0 0,0 0-3 0,0 0-3 16,0 0 3-16,-25 15 6 0,16-7-6 0,-1 0-2 16,-2 4 0-16,5-1-3 0,-3-1-3 0,4 2-3 15,-1-1-3-15,1 0 0 0,4 1 2 0,1-2-2 16,-1 3-4-16,4-2-3 0,-1-1 12 0,4-1-7 15,0 0 1-15,4-3 2 0,-1 2-3 0,1-2 4 16,1-1-10-16,-1-1 3 0,0 0-6 0,1-1 0 16,0-3-2-16,0 0 2 0,-10 0-2 0,18-2 6 15,-10 1-1-15,-2-3-3 0,3-1-5 0,0-1-7 16,-1-2 3-16,1-1 1 0,0 1 0 0,-2-2 5 16,0 1-3-16,-1 0 1 0,1 1-4 0,-2 3 6 15,-1-3 1-15,-1 4-1 0,0-2-3 0,-3 6 0 16,6-5 1-16,-6 5-5 0,0 0 0 0,0 0 1 15,0 0 2-15,8 11 3 0,-8-11 0 0,1 12-4 16,1-5 3-16,-2 0 0 0,0 3 4 0,0 0 1 16,2-3-2-16,-1 0-1 0,-1 3 1 0,2-4 4 15,-2-6 1-15,3 10 1 0,-3-10 0 0,3 8 3 16,-3-8 11-16,4 6 7 0,-4-6-2 0,9 0-3 16,-9 0 2-16,13 0-2 0,-13 0 3 0,15-8-5 15,-5 1 2-15,-1 1-4 0,3-1 0 0,-1 0-3 16,2-4 0-16,0 0-4 0,-3 3-2 0,3-5-9 15,-3 7-6-15,0-3-9 0,-2 0-18 0,0 1-26 16,-2 2-12-16,0 2-20 0,-1-1-35 0,1 0-35 16,-6 5-147-16,5-6-337 0,-1 3 149 0</inkml:trace>
  <inkml:trace contextRef="#ctx0" brushRef="#br0" timeOffset="83395.84">26756 9637 72 0,'4'-11'212'0,"-2"2"-7"0,0 1 4 16,0 2 2-16,1 0-10 0,-3 6-24 0,2-10-15 15,-2 10-13-15,2-6-24 0,-2 6-14 0,0 0-11 16,0 0-12-16,0 0-8 0,0 0-6 0,0 23-8 0,-2-6-3 16,-1 1-5-16,-1 1-3 0,2 5-7 15,-2 1-3-15,1 0-8 0,1 1 2 0,-2-1-8 16,4-5-2-16,-3 5 4 0,1-4-12 0,2 5-19 0,-2 0-31 15,1-1-30-15,-1 1-37 0,-2-7-40 16,2 0-34-16,2-2-47 0,-4-1-116 0,4-4-361 16,-1-2 160-16</inkml:trace>
  <inkml:trace contextRef="#ctx0" brushRef="#br0" timeOffset="84871.86">27101 9779 92 0,'-2'-11'210'0,"-2"3"-2"16,2 1-14-16,-6 0-14 0,4 3-13 0,-3 1-19 15,-4 0-6-15,0 3-9 0,-7 3-8 16,0 3-11-16,4 0-14 0,-4 4-4 0,-4 4-9 0,2 3-5 16,6-2-14-16,1 0 0 0,4 0-9 0,-1 2-6 15,2 0-4-15,3-1-5 0,1 1-4 0,8 0-1 16,-4-5-6-16,3 0-2 0,-1 1-6 15,4-2 0-15,2-3-1 0,0 1 0 0,-1-2-5 0,0 0 7 16,2-3-9-16,0-1-3 0,0-3 0 0,1 2-1 16,-10-2-3-16,17-5 4 0,-9 1-5 0,-1-2-4 15,3-1 4-15,-2-2 2 0,1 0-6 0,1-3 3 16,-4 1 0-16,1 0-2 0,2-3-1 0,-2 0 1 16,-3 3-2-16,3 0 2 0,-5 1-1 0,2 3 4 15,1-2 2-15,-1 4 3 0,-1 0-2 0,-3 5-1 16,2-7-1-16,-2 7-4 0,3-6-5 0,-3 6 0 15,0 0-1-15,0 0-1 0,0 0-1 0,0 0 3 16,0 0-3-16,-3 23 0 0,3-14 1 0,0 0 9 16,0 0-6-16,3 2 1 0,-1 2-1 0,0-1-3 15,2-1 3-15,1 1 2 0,1-2-2 0,1-1 4 16,0 1-2-16,2-3 3 0,2 0-1 0,1-2 1 16,-2 1-3-16,2-2 4 0,-1-3-6 0,2 2 4 15,-1-3 0-15,1 0-3 0,-1-3 2 0,-3 0 3 16,-3 2-2-16,5-4 1 0,-1 0-3 0,-1-2 1 15,-1 0-5-15,-1-1 8 0,-2-3-17 0,1-1-5 16,-1 0-1-16,-1-4 1 0,-1 3 3 0,-2-3 3 16,-1 1 0-16,-1 3-3 0,0 0 2 0,-1 0 0 15,0 0-1-15,-2 1 4 0,1 1 4 0,1 2 3 16,-2 1 0-16,4 7 1 0,0-11-2 0,0 11 1 0,-5-7-7 16,5 7 1-16,0 0 2 0,0 0-3 15,7-7 3-15,-7 7-2 0,0 0 0 0,19 5 1 16,-8 0-1-16,-3 0-1 0,1 1 2 0,-3 1 3 15,4 2-5-15,-2 0 3 0,-3 3-3 0,2-2 0 0,0 0 7 16,-1 2-6-16,-1-2 3 0,1 0 1 16,-4 2 0-16,1-1-2 0,4 1 3 0,-3-2-1 15,-1 2-3-15,3-3 5 0,1 1 2 0,-1-2 5 16,2-1-5-16,1-1 2 0,2 0-3 0,2-1 0 0,0-2-3 16,4-3 4-16,2 0-4 0,-2-2-1 0,0 2 0 15,-1-5-1-15,-3 3 2 0,5-3-3 0,-4-4 4 16,2 1-2-16,-3 0 2 0,-2 1 1 15,-4-4-1-15,2 2 1 0,1-1-6 0,-4-2 3 0,1 3 1 16,-1-1-1-16,-4 1 1 0,1 1 4 0,-3 1-5 16,0 7 1-16,-3-12 2 0,3 12 1 0,-6-7-7 15,2 4 5-15,4 3 3 0,-15-1-3 0,4 5-3 16,0 0 3-16,-2-1 1 0,2 2 0 0,0 3-1 16,1 0 1-16,1 2 0 0,1-3 2 0,0 1-3 15,2 1 6-15,1-1-5 0,1 1 4 0,2 0-2 16,0-1-4-16,0-2 5 0,2-6-2 0,2 13-1 15,0-8 2-15,-2-5-1 0,4 12-3 0,-2-8 4 16,-2-4-2-16,3 7 2 0,-3-7 2 0,8 7-1 16,-8-7 0-16,6 5-6 0,-6-5 4 0,6 5-4 15,0 0 0-15,-5 0 0 0,5 3 2 0,-1 2-3 16,2 4 1-16,0 3 1 0,-3 2 0 0,4 7 1 16,-3 1 3-16,1 3-2 0,-2-1 2 0,0 1 1 15,0 1 2-15,0 0 2 0,-3 1-2 0,1 0 2 16,0 2 7-16,0-1 5 0,0-1 7 0,-1 1-9 15,1-5 1-15,-4 0-5 0,-1-2 3 0,-3 0-4 16,2-6-1-16,-3-3 0 0,1-2-1 0,-4 0-1 16,-1-1 4-16,-3-1-4 0,3-2 2 0,0-3-4 15,1-2 7-15,-2-3-7 0,1-1 2 0,-2-2-4 16,1-4-5-16,1 0 1 0,-3-3-14 0,3-5 3 16,-3-1-3-16,3-3-3 0,2-1 1 0,0-5-6 15,4 2 0-15,3 1-1 0,2-1 5 0,6-5-4 16,2-2 2-16,3 3 0 0,2-4-9 0,3 2 1 15,5-1 4-15,1 2 0 0,0 1-2 0,3-3 1 0,2 3 1 16,0-1 3-16,9-8 4 0,-12 11-1 0,5-1 4 16,1 0 4-16,-2 0 3 0,-3 1-1 0,-2 2 5 15,-5-1-1-15,5 0 5 0,-3 6 2 16,-3-5-4-16,-4 4 7 0,-3 1-6 0,2 2 4 0,-5 3 6 16,-3-1-2-16,2 2 2 0,-3-1 1 0,0 1 5 15,-2 2-1-15,-1 7 2 0,0-11 1 0,2 5-3 16,-2 6-1-16,-3-10 1 0,3 10-9 15,-10-7 0-15,4 6-1 0,6 1-1 0,-21 3 0 0,10-1-1 16,-3 1-3-16,-1 7 0 0,1 0 1 0,1 4-2 16,-1-1 0-16,3 1 4 0,2 0-5 0,5 2 4 15,-4-1-3-15,4 2 2 0,2-6-3 0,2 2 1 16,2-1 2-16,2 4 1 0,4-1 0 0,-1-4-1 16,3 0 1-16,0 0-2 0,1-5 6 0,1 1-8 15,2-3-7-15,-2-1-3 0,4 1 2 0,2 0-4 16,-4-3 0-16,4-2 3 0,-3-2-1 0,3-2-1 15,-7 2 2-15,0-4 7 0,5 0-5 0,-7 1 3 16,2-2-1-16,0 0-1 0,-4-3 2 0,0 3 3 16,1-2-3-16,-3 1 1 0,2 2 3 0,-2-1 5 15,1 3-1-15,-3 1 1 0,-3 4-5 0,6-9-2 16,-6 9-1-16,0 0 0 0,7-3 0 0,-7 3 3 16,0 0-3-16,5 13 2 0,-3-6 2 0,0 0 1 15,-2 1-5-15,3 1-6 0,-1 1-25 0,1 1-30 16,-1 1-27-16,1 0-52 0,1-1-28 0,1 2-31 15,-2-3-167-15,4 1-399 0,-3-1 177 0</inkml:trace>
  <inkml:trace contextRef="#ctx0" brushRef="#br0" timeOffset="85221.74">28604 9926 163 0,'3'-10'276'16,"0"4"-29"-16,-1 3-28 0,-2 3-26 0,3-7-20 16,-3 7-19-16,0 0-11 0,0 0-15 0,16 15 6 0,-12-4-23 15,3 5-4-15,-1 0-9 0,-1 2-7 16,3 1-12-16,3 3-5 0,-3-6-8 0,1 0-4 16,-4-1-7-16,3-1 3 0,-3-3-15 0,1 0-1 0,-2-3-3 15,4-1-3-15,-5-2-3 0,1 1 5 0,-1 0 12 16,-3-6 15-16,5 5 7 0,-5-5-4 0,0 0-7 15,0 0-4-15,13-10-15 0,-11 3 4 0,0-4-5 16,0 1-5-16,2-2-4 0,-1-3 10 0,0-1-17 16,0-1 2-16,2-2-5 0,1-5-4 0,-2 6 4 15,1-1-9-15,2-5-5 0,-1 6-11 16,3 2-9-16,-4 1-9 0,3 0-9 0,-4 5-10 16,0 1-27-16,-2 3-41 0,1 0-47 0,-3 6-45 0,5-7-45 15,-5 7-18-15,0 0-149 0,0 0-444 0,0 0 197 16</inkml:trace>
  <inkml:trace contextRef="#ctx0" brushRef="#br0" timeOffset="85597.88">29040 9983 100 0,'0'0'241'0,"0"0"-2"0,-13-14-9 15,7 12-15-15,6 2-17 0,-11-5-14 0,4 5-11 16,7 0-13-16,-24 5-14 0,14-1-8 0,-7 4-10 15,3 3-3-15,-1-1-20 0,-1 2-7 0,1 2-13 16,3 1-6-16,-1 0-11 0,2-3-5 0,2 3-7 16,0-1-7-16,6-2-1 0,-1-1-6 0,2 0-4 15,4 0-2-15,-2-3-3 0,2 1-2 0,3-3 2 16,2 0-10-16,-3 0-1 0,7-3-3 0,-2-1-3 16,0-1-3-16,2-1-1 0,0-1 1 0,3-1-6 15,-4-1 0-15,3-3 2 0,-2-1 7 0,0 1-12 16,2-5 1-16,-1 1 2 0,-3 2 11 0,0-1-18 15,-1 2 4-15,-2 0-4 0,-1 2 3 0,1 0 1 16,0 0 1-16,-3 1 1 0,-3 4-4 0,0 0-3 16,0 0 2-16,0 0-4 0,0 0 0 0,0 0 0 15,4 14-2-15,-4-14 4 0,-2 18-3 0,-1-9 1 16,1 3 5-16,-2 0 0 0,0 4-9 0,1-4-16 16,3 2-22-16,-1-3-37 0,1 5-42 0,1-1-38 15,1-4-50-15,-1 0-51 0,-1-2-141 0,5-1-436 0,-1-2 193 16</inkml:trace>
  <inkml:trace contextRef="#ctx0" brushRef="#br0" timeOffset="85827.12">29226 9903 76 0,'2'-17'285'0,"1"2"-14"0,-3 2-6 0,1 2-16 0,0 3-24 16,-1 1-24-16,0 7-19 0,2-9-22 0,-2 9-21 15,0 0-12-15,0 0-10 0,0 0-10 0,-6 36-11 16,4-17-13-16,-2 8 0 0,-1 1-8 0,1 1-6 16,-1 0-11-16,3 0-2 0,-2-1-11 15,1-3-24-15,3 2-24 0,0-7-22 0,0-1-31 0,0-2-38 16,1 0-44-16,1-2-28 0,-1-3-26 0,0-1-35 16,-1-1-122-16,2-5-376 0,1 2 166 0</inkml:trace>
  <inkml:trace contextRef="#ctx0" brushRef="#br0" timeOffset="86538.58">29348 10056 241 0,'2'-5'254'0,"-2"5"-8"0,3-6-31 0,-3 6-25 16,3-6-16-16,-3 6 1 0,0 0-18 0,0 0-11 16,0 0-10-16,-14 26-8 0,11-18-11 0,-1 4-12 15,-1-1-12-15,4 1 1 0,0 0-15 0,0 0-5 16,2 0-2-16,1 0-14 0,1-4-5 0,2 3-4 15,1-3 14-15,0 0-4 0,3-2-5 0,-1-2-4 16,1 2-4-16,-1-6-1 0,0 3-12 0,1-3 1 16,-2 0-5-16,4-3-4 0,0 1-5 0,-2-2-2 15,-3-1 1-15,2-1-8 0,0-2-2 0,-3-1-2 16,3-1 5-16,-3 1-6 0,-1-3-5 0,2 1-3 16,-2-5-1-16,-1 5-1 0,0 1 2 0,0 1 2 15,-1 2-2-15,1 2 3 0,-1-1-5 0,-2 6-1 16,0 0-6-16,3-7 5 0,-3 7 1 0,0 0-1 15,0 0 0-15,0 0 1 0,0 0 1 0,-1 27 2 16,-3-17 0-16,2 1 6 0,1 1 2 0,1 0 3 16,3-2-2-16,-2 3-2 0,2-5 5 0,2 2-3 15,4-2 0-15,-2-1 9 0,4 1-9 0,1-1 4 0,0-3 0 16,6-1-5-16,-7 1 2 0,2-5 2 16,1 1-3-16,3-4-1 0,-5 0 2 0,0 0 6 0,2 0-5 15,-4 1-1-15,1-4-5 0,-3 0 0 16,1-2 2-16,-1-1-2 0,-1 0-1 0,-1-2 3 15,-1 1-3-15,-1 0-2 0,-3 0-1 0,0-1 2 0,1 3 1 16,-2-1-4-16,0 10 2 0,0-11-5 16,0 5 3-16,0 6-5 0,-4-8 2 0,4 8-2 15,0 0 2-15,-14 3-1 0,5 2 2 0,0 2 0 16,1 2 1-16,1 1-4 0,-1 0 7 0,1 0-4 0,3 0 0 16,1 1 1-16,0-1 1 0,1-1-1 0,2 1 4 15,0-3 2-15,5 3-1 0,-2-4 0 16,4 0 1-16,2-1 6 0,0 1-3 0,1-3-1 15,2-3-2-15,0 0-2 0,0 0 4 0,1-1-1 0,-1-1 0 16,0-1-1-16,6-2 0 0,-5 0 0 0,-1-1-3 16,0 0 3-16,4-4-1 0,-5 3-2 0,-1 0 0 15,0-1 3-15,-1-2-2 0,-1 3-2 16,0-2 2-16,-2 1 1 0,-1 2-3 0,0 1 5 0,-1 0-3 16,-4 5-2-16,5-5-4 0,-5 5 1 0,0 0-1 15,0 0 4-15,0 0 4 0,0 0 3 0,0 0-1 16,-6 25 2-16,2-15 1 0,-1 0-2 0,-3 3-3 15,-1 2 7-15,5-6-6 0,-1 4-2 0,1-2-17 16,0 1-19-16,3-1-35 0,-3 0-47 0,4 0-53 16,0 2-36-16,7-4-33 0,-1 1-216 0,8 0-492 15,3-2 219-15</inkml:trace>
  <inkml:trace contextRef="#ctx0" brushRef="#br0" timeOffset="87117.65">30383 10122 64 0,'3'-4'329'16,"-3"4"-23"-16,5-8-35 0,-5 8-27 0,0 0-20 15,0 0-12-15,0 0-9 0,0 0-4 0,0 0-19 16,0 0-18-16,-13 30-10 0,11-19-15 0,-1-1-10 16,2 0-11-16,2 2-11 0,2-1-17 0,-2 0-2 15,2 1-1-15,4-3-16 0,4 4-6 0,-2-6-4 16,3 0-4-16,5 0-8 0,-4 0-12 0,-1-3-11 15,0-4-1-15,2 0-10 0,-2 0-6 0,-4-2-1 16,4-2-4-16,-2-2 9 0,-1 0-16 0,-1 0 0 16,-3-4-10-16,1 1 0 0,-3-2 1 0,-1-2-4 15,1-4 4-15,-3-1 3 0,-4 0-1 0,-1 2-1 16,1-1-1-16,-2 2 6 0,-1-1 1 0,0 6 3 16,3 0 8-16,1 4-4 0,1 1 3 0,2 5-4 15,-5-7-3-15,5 7-1 0,-3-6 4 0,3 6 0 0,0 0-2 16,0 0 1-16,0 0 5 0,0 0-2 15,0 0 3-15,17 15-1 0,-10-12-3 0,2 1 3 16,4-1 3-16,4 2-1 0,3-4-2 0,-2 0 0 16,2-1 0-16,0-2-1 0,-1-2-2 0,2 0 0 15,-4 0 0-15,1-3 1 0,-1 2 7 0,-2-3-5 0,-5 2 0 16,0-3 1-16,1-4-4 0,-2 0 2 0,-2-1 3 16,2 0-5-16,-2-1 3 0,-2 3-2 15,-3 0-2-15,2 1 6 0,-1 3 4 0,-1 1 7 0,2 1-4 16,-4 6-3-16,4-10-4 0,-4 10-3 0,0 0-2 15,0 0 1-15,0 0 7 0,0 0 12 0,-3 30-5 16,-4-6 2-16,0 3 6 0,-2 2 6 0,2 1 13 16,-3 4 1-16,1 0-1 0,0 0-10 15,-2 1 0-15,1-3-3 0,2 1-1 0,-3 1 3 0,6-5-6 16,0 1-6-16,1-1 3 0,0-2-7 0,1-2 0 16,2-6-8-16,1 0-19 0,0-3-27 0,-1 0-21 15,1-5-23-15,0 0-34 0,1-1-39 0,-1-2-40 16,0-8-49-16,0 9-41 0,0-9-209 0,0 0-534 15,0 0 236-15</inkml:trace>
  <inkml:trace contextRef="#ctx0" brushRef="#br0" timeOffset="87288.03">30731 10279 130 0,'3'-5'260'0,"0"0"-14"0,4 0-14 16,2 0-16-16,1-1-17 0,2 2-17 0,5-3-17 15,1 4-13-15,2-3-18 0,1 4-11 0,-2 0-17 16,2-1-7-16,2 3-33 0,5-4-43 0,-10 1-67 16,5 1-75-16,-3 3-91 0,-2-2-117 0,4-1-354 15,-3 0 157-15</inkml:trace>
  <inkml:trace contextRef="#ctx0" brushRef="#br0" timeOffset="87803.99">31633 9794 254 0,'4'-9'255'0,"-1"3"-13"0,-1 0-6 0,-2 6-22 16,7-8-19-16,-7 8-20 0,2-7-18 0,-2 7-19 15,0 0-13-15,0 0-12 0,0 0-5 0,0 0-8 16,1 20-2-16,-2-6-6 0,-1 3 2 0,-6 6 1 16,6 3-11-16,-5-3 7 0,-3 3-12 0,6-1-8 15,-4-2-9-15,5-4-1 0,-1 8-4 0,1-6-3 16,-1-4-13-16,2 8 2 0,0-6-2 0,0-2-4 15,1 0-10-15,-2-2 6 0,3 0-6 0,0-1-6 16,-1-4-18-16,1 2-5 0,-3-1-38 0,3-4-26 16,-1 3-26-16,0-4-34 0,1-6-27 0,-3 9-28 15,3-9-19-15,0 0-35 0,0 7-170 0,0-7-439 16,0 0 194-16</inkml:trace>
  <inkml:trace contextRef="#ctx0" brushRef="#br0" timeOffset="88136.22">31647 9787 16 0,'9'-4'167'0,"-2"0"-4"0,1 3-11 0,3 1-4 16,-11 0-2-16,14 4-9 0,-5 0-8 0,0 4-3 16,-1-1-3-16,-3 1-5 0,0 2-10 0,-3-1-11 15,2 2-5-15,-1-1-10 0,-3 0-4 0,-3 0-2 16,-1 2-7-16,1-2-7 0,-4-1-3 0,-1 1-5 15,-1-2-6-15,-3-2-5 0,1 2 2 0,-5-1-10 16,4-3 3-16,6-1-5 0,-3-2-4 16,3 2-3-16,-1 0-3 0,7-3-3 0,-10 1-1 15,10-1-1-15,-8 3-1 0,8-3-3 0,0 0 0 0,0 0-3 16,0 0 0-16,0 0-6 0,0 0 2 0,0 0 1 16,17 8 2-16,-8-2-3 0,1 1 2 0,-1 0-3 15,0 1 4-15,5 4-5 0,0-2 1 0,-1 1 0 16,1 2-14-16,0-3-25 0,0-1-26 0,0 4-37 15,-2-6-41-15,3 2-31 0,-1 1-42 0,-5-1-126 16,1-4-364-16,0 1 161 0</inkml:trace>
  <inkml:trace contextRef="#ctx0" brushRef="#br0" timeOffset="88355.72">31994 10029 39 0,'2'-3'239'0,"-2"3"-6"0,7-7-14 15,-7 7-22-15,0 0-19 0,2-6-22 0,-2 6-4 16,0 0-3-16,0 0 3 0,0 20-9 0,-4-7-10 16,1 3-6-16,0 0-7 0,-2 0-15 0,2 3-11 15,1 0-8-15,-3-1-6 0,2 1-12 0,1-1-4 16,-1 0-4-16,3 0-8 0,0-1-18 0,0-2-28 16,-1-1-24-16,1-2-29 0,1 0-40 0,-1-2-32 15,3-3-41-15,-1 2-34 0,-2-9-28 0,0 10-119 16,0-10-367-16,0 7 163 0</inkml:trace>
  <inkml:trace contextRef="#ctx0" brushRef="#br0" timeOffset="88709.63">32091 9977 39 0,'10'-12'205'0,"-1"5"-10"0,-1 3-15 0,-2 0-14 16,1 1-8-16,-7 3-12 0,13 3 6 0,-6 0-5 15,-2-1-9-15,2 3-9 0,1 2-11 0,-3 0-9 16,1 4-9-16,-3-1-7 0,1 0-7 0,-1 0-7 16,-2 1-3-16,-1 0-11 0,-1 0-5 0,0-1-7 15,-1-1-8-15,-2-1-6 0,1 1-7 0,-3-1-4 16,1 1-7-16,-2-2-11 0,-1 0-14 0,0 0-6 16,3-2-9-16,1 1-10 0,-1-2-3 0,0 1-9 15,5-5-6-15,-5 7 1 0,5-7 4 0,1 9 2 16,-1-9 6-16,4 6 3 0,-4-6-1 15,10 9 5-15,-6-4-5 0,0-2 13 0,1 2 0 0,2 0 0 16,-3 1 6-16,3 0-3 0,-2-2 8 0,-2 3 10 16,1-2-2-16,1 4 2 0,-3-4 4 0,-2-5-4 15,3 13 2-15,-4-7-1 0,1-6 3 0,-4 15-1 16,1-10-12-16,2 2-14 0,-6 1-18 16,2-2-20-16,-2 0-50 0,2-1-43 0,-2 1-140 0,-1-2-317 15,-2 2 140-15</inkml:trace>
  <inkml:trace contextRef="#ctx0" brushRef="#br0" timeOffset="88913.28">31493 10485 213 0,'0'0'226'0,"29"3"-4"16,-1-4-15-16,7 1-21 0,15-1-13 0,5 1-15 15,1-1-16-15,1-2-17 0,2 2-13 16,-5 2-12-16,-3 0-14 0,-14-1-35 0,-6 2-36 0,-8-1-46 16,-4 0-52-16,-4 0-52 0,-3-1-160 0,-5 2-319 15,-3 0 141-15</inkml:trace>
  <inkml:trace contextRef="#ctx0" brushRef="#br0" timeOffset="89143.58">31681 10590 60 0,'0'0'235'0,"-7"4"-1"0,7-4-9 0,-5 10-11 15,3-6-6-15,-2 3-12 0,0 0-2 16,0 4-19-16,0 2-10 0,-1 1-13 0,0 3-16 0,0 0-10 16,2 0-14-16,0 0-12 0,-1 2-9 0,1-2-10 15,2 0-7-15,-1-1-6 0,1 1-7 0,0-5-9 16,2 1-15-16,-1-1-25 0,1-1-28 0,-1-2-35 15,0 2-38-15,0-2-34 0,2-3-42 16,-2-6-33-16,1 13-29 0,-4-6-130 0,3-7-386 0,-2 9 170 16</inkml:trace>
  <inkml:trace contextRef="#ctx0" brushRef="#br0" timeOffset="89479.11">31756 10595 125 0,'10'-5'227'0,"2"3"-8"0,-5 1-13 0,1 2-1 16,1 1-13-16,-9-2-17 0,12 6-12 0,-6-2-4 15,-2 3-7-15,2-4-14 0,-5 5-7 16,1 0-12-16,-2-8-10 0,0 16-14 0,0-9-4 0,-3 0-10 16,3-7-6-16,-7 12-9 0,1-5 0 0,1 0-13 15,-2-2 1-15,1-1-7 0,-2 1-4 0,1-4-1 16,-1 1-7-16,2 0-3 0,6-2-1 0,-14 3 0 15,9-2 0-15,5-1-1 0,-9 3-10 16,9-3-7-16,0 0 3 0,-10 1 0 0,10-1-11 16,0 0-1-16,-7 4 0 0,7-4 9 0,0 0-13 15,2 10 0-15,-2-10 0 0,7 12-2 0,-3-7 4 16,2 4 0-16,2 0 2 0,0 1-3 0,2-1-9 16,4-1-18-16,3 1-17 0,-2 1-29 0,3 0-17 15,0-3-30-15,1 1-33 0,8 2-38 0,-7-4-33 0,1 0-178 16,-1-2-432-16,-2 3 192 0</inkml:trace>
  <inkml:trace contextRef="#ctx0" brushRef="#br0" timeOffset="89872.18">32206 10755 226 0,'-5'-2'232'15,"5"2"-7"-15,-12-7-12 0,3 3-11 0,0 4-17 16,-2 3-12-16,1-2-18 0,-2 0-15 0,2 5-11 15,0-1-11-15,3 2-17 0,-2 0-5 16,3 2-8-16,0 0-9 0,3-2-13 0,0 1-1 0,3-8-11 16,6 17-1-16,-1-10-7 0,4 0-12 0,0-1-11 15,-2 1-7-15,4-3-4 0,1 1-4 0,0-1-1 16,-3 1-2-16,-3-4 3 0,2 2-1 16,-2-3-4-16,-6 0 3 0,11 1 0 0,-11-1 0 15,10-1 0-15,-10 1-3 0,0 0-4 0,0 0 4 0,0 0-5 16,0 0 3-16,0 0 0 0,0 0 1 15,-26-9 2-15,16 7 7 0,-4 4 3 0,1-2 1 16,-7 2 2-16,0 3 5 0,2 0-1 0,2 0 9 0,0 2-2 16,3-3 9-16,1 3 2 0,0 1 0 0,1 0 2 15,2-1 9-15,0-1-17 0,2 1-5 0,1 1 9 16,2-3-9-16,2 2-1 0,2-7 0 0,1 12-1 16,4-4-5-16,3-2 2 0,3 0-3 0,2-1-6 15,6-1-18-15,1 2-31 0,-1-2-21 16,2-1-33-16,-5 0-44 0,4-2-52 0,1 1-45 15,-2-2-224-15,0 0-491 0,-2-2 218 0</inkml:trace>
  <inkml:trace contextRef="#ctx0" brushRef="#br0" timeOffset="90068.57">32660 10797 2260 0,'0'0'145'0,"0"0"38"0,33-24-57 0,-33 24-36 0,0 0-6 15,0 0-3-15,15-20 2 0,-15 20-4 0,0 0-21 16,0 0-8-16,0 0-2 0,0 0-7 0,0 0 3 16,0 0-12-16,0 0-27 0,0 0-33 0,0 0-17 15,0 0-33-15,0 0-41 0,0 0-48 16,0 0-55-16,10-6-41 0,-15 9-152 0,5-3-449 0,0 0 199 16</inkml:trace>
  <inkml:trace contextRef="#ctx0" brushRef="#br0" timeOffset="105529.88">26626 11626 13 0,'4'-7'139'0,"-4"7"-14"0,0 0-8 15,6-5-17-15,-6 5-6 0,0 0-4 0,0 0-3 16,0 0-2-16,7 13 2 0,-7-13-3 0,0 15-5 16,0-3-6-16,0-1-13 0,-4 5 5 0,3 2-7 15,-3-1 4-15,0 2-5 0,-1-1-3 0,-2 1-4 16,1 5 1-16,1-6-1 0,1 1-1 0,0-1-9 16,1 0-2-16,-2 0-6 0,3-2-6 0,-3 0 3 15,3 0-3-15,0-6-1 0,2 2-2 0,-2-3-2 16,2 1-2-16,0 0-2 0,0-1-4 0,0-1-7 15,-2 0-10-15,2-8-20 0,0 12-24 0,0-12-23 16,0 10-18-16,0-10-20 0,2 7-15 0,-2-7-12 16,0 0-105-16,0 0-259 0,0 0 115 0</inkml:trace>
  <inkml:trace contextRef="#ctx0" brushRef="#br0" timeOffset="105889.7">26639 11622 126 0,'10'-12'149'16,"2"0"-10"-16,-3 6-8 0,2 0-4 0,1 2-8 15,1 1-9-15,1 2-1 0,-3 0-10 0,2 2-12 16,1 3-8-16,-3 0-5 0,1 1-8 0,-2 1-3 0,-1 1-5 16,-2 2-9-16,0 0-2 0,-3 2-4 0,-2 1-6 15,-2-1-3-15,-2 1-4 0,0 0 0 16,-2 0 0-16,-4-1-2 0,-2 2-2 0,-1-1-3 15,-3-1-1-15,3-3-1 0,-3 2-4 0,1-5-4 0,4 2 2 16,-3-3 2-16,3 0-3 0,1-2 3 0,3 1 11 16,-2 1 1-16,7-4 6 0,-9 3 0 0,9-3 0 15,-6 2-2-15,6-2-5 0,0 0-1 16,0 0-4-16,0 0-8 0,-5 5 1 0,5-5-4 0,0 0 0 16,0 0 0-16,18 9-2 0,-7-2-4 0,-2-1-2 15,6 2 6-15,-3-2-2 0,6 5-3 0,0-4 0 16,-3 3 0-16,2 1-11 0,1-1-12 15,-1 0-24-15,0 0-31 0,-2 0-23 0,3 0-24 0,-5-1-53 16,1 2-146-16,-7-2-347 0,1-2 154 0</inkml:trace>
  <inkml:trace contextRef="#ctx0" brushRef="#br0" timeOffset="106116.7">26971 11894 171 0,'2'-9'223'0,"-2"9"-18"0,0 0-22 16,0-8-22-16,0 8-18 0,0 0-8 0,0 0-12 16,0 0-7-16,0 0-8 0,0 0-5 0,2 24-10 15,-2-24-8-15,-2 21-3 0,0-10-12 0,2 2-5 16,-2-1-7-16,2 5-7 0,0-6-2 0,-4 2-11 16,4-1 0-16,0 4-2 0,0-6-17 0,-3 2-11 15,3-2-25-15,-1 0-28 0,1 0-21 0,-2 0-32 16,2-1-25-16,0-9-33 0,0 13-154 0,-2-9-335 15,2-4 147-15</inkml:trace>
  <inkml:trace contextRef="#ctx0" brushRef="#br0" timeOffset="106503.9">27083 11793 42 0,'10'-3'162'15,"0"1"-7"-15,-1 1-13 0,-9 1-10 0,14 4-10 16,-7-1 1-16,-1 0-13 0,-1 3-12 0,0-1-9 16,-1 1-5-16,1 3-14 0,-3 1-6 0,0 2-5 0,-2-3-2 15,-4 2-8-15,-1 1-6 0,1 0-4 16,-2-1-1-16,-5 2-5 0,5-3-4 0,-2 0 1 16,-2 1-12-16,5-2-13 0,-1-1-7 0,2 0-3 15,1-1-10-15,-2-1 1 0,3 0-6 0,2-6-5 0,0 10 3 16,0-10-4-16,5 9 3 0,-5-9 0 15,11 7 6-15,-4-3-2 0,1 0 5 0,4 1 1 0,-3 0 15 16,0-1-9-16,2 0 19 0,-2 1-6 16,0-1 11-16,0-1 1 0,-2 2 2 0,-1 0 1 0,-1-1 4 15,-1 1 11-15,0 0 0 0,-4-5 7 0,2 7 0 16,-2-7-3-16,0 0 2 0,-4 12 4 16,4-12-4-16,-6 8-4 0,-1-4-1 0,-3 0-2 15,-2-1-3-15,3 2-4 0,-2-1-3 0,-1-1-9 0,-1 0-9 16,5-2-23-16,-2 1-21 0,3-1-36 0,7-1-33 15,-13 0-59-15,5 2-138 0,8-2-329 0,-10-3 145 16</inkml:trace>
  <inkml:trace contextRef="#ctx0" brushRef="#br0" timeOffset="106689.54">27429 11986 17 0,'7'-1'211'0,"4"-1"-6"0,-1 2-7 0,1-1-17 16,0 1-11-16,-11 0-15 0,18-1-14 0,-6 2-12 16,1 0-8-16,0 1-14 0,5-2-9 0,0 1-12 15,0 1-21-15,1 0-41 0,0 0-37 0,2 0-68 16,-2-2-61-16,-7 0-137 0,1 0-302 0,-1 0 134 16</inkml:trace>
  <inkml:trace contextRef="#ctx0" brushRef="#br0" timeOffset="107132.51">27923 12198 180 0,'0'0'289'15,"5"-12"-23"-15,1 7-16 0,-1-3-21 0,2-2-22 16,6-2-16-16,1 0-20 0,0-1-9 0,3-5-13 0,6 1-13 15,-3-1-8-15,0-1-15 0,1 1-8 0,1 1-3 16,0-3-14-16,-2 1-8 0,-1 0-9 16,2 1-9-16,-5-3-4 0,-5 3 16 0,0 3-8 15,-1-1 0-15,-5 5 3 0,1 2-3 0,0-1-5 0,-5 4-7 16,0-1-9-16,-1 7-5 0,-6-8-3 16,6 8-4-16,-15-4-6 0,1 7-2 0,-3 2-9 15,-2 1 3-15,2 5-3 0,-1-3-4 0,-5 6-11 16,9 0-1-16,5 1-1 0,2-1-11 0,1 3-6 0,4-2 3 15,3 3-2-15,2-1 1 0,6-1 0 0,0 0 5 16,0-1-2-16,5-2 2 0,-1 2 0 0,3-3-2 16,-1-1 4-16,1 1 1 0,-5-2-1 0,0-1 2 15,-1-1-1-15,-1-1 1 0,-3 0-1 0,1-1-1 16,-5 1 2-16,4-3-1 0,-3 1 6 0,-3-5 1 16,0 10-2-16,0-10 0 0,-4 10 7 0,-1-5-6 15,0 0-4-15,5-5-9 0,-10 8-17 0,5-5-21 16,-4 2-26-16,4-3-30 0,-3 0-32 0,1 1-24 15,1 0-42-15,6-3-32 0,-13 4-175 0,13-4-447 16,-10-3 199-16</inkml:trace>
  <inkml:trace contextRef="#ctx0" brushRef="#br0" timeOffset="107656.05">28330 12083 50 0,'0'0'187'0,"6"-4"-16"16,-6 4-7-16,0 0-9 0,10 0 3 0,-10 0-2 15,8 8-7-15,-7-4-8 0,4 3-5 0,-3 0-8 16,0-1-4-16,0 1-6 0,-1 1-9 0,0 1-7 16,-1-9-9-16,2 15-4 0,-2-10-5 0,0-5-5 15,0 10-6-15,0-10 4 0,2 7 8 16,-2-7 6-16,0 0 7 0,0 0 6 0,0 0-1 0,0 0 2 16,0 0-20-16,0 0-10 0,0 0-7 0,0 0-8 15,0 0-8-15,0 0-3 0,-12-17-3 0,12 17-1 16,-3-12-7-16,3 5-5 0,-2-3-3 15,6-1-5-15,0 0-7 0,3-4-6 0,-1 4-1 0,6-2 0 16,0 1-5-16,-4 4-4 0,6-2-3 0,-3 5 0 16,1 1-1-16,-1 1-4 0,-3 2-1 0,-1 2 2 15,5 2-1-15,-6-1 2 0,2 3-3 0,1 3 4 16,-3 1-2-16,0-1-1 0,-3 2 0 0,1-2 3 16,-1 2 0-16,1-1-1 0,1 0 0 0,-5-3 2 15,0-1 1-15,0-5 0 0,5 12 2 0,-5-12 2 16,-1 8 0-16,1-8 2 0,0 0 6 0,2 8-2 15,-2-8-2-15,0 0 0 0,0 0-2 0,0 0-3 16,0 0-3-16,0 0 3 0,0 0-6 0,0 0-5 0,3-24-3 16,1 19-6-16,1-4-9 0,1 0 2 15,3-1-7-15,0 0 5 0,0 2-3 0,7-2-1 16,-1 2 1-16,-5 1 2 0,3 3 2 0,-3 1 0 16,1 0 2-16,-3 5 3 0,1 0-3 0,1 4 3 0,-2-2 4 15,1 3-1-15,-3 3 1 0,2-2 3 0,-3 3 3 16,-1-1 0-16,1 1 3 0,0-1 2 15,-2 2-15-15,-1 1-15 0,1-3-20 0,2 1-22 16,-3-2-22-16,-1 0-36 0,2 0-29 0,2-4-27 16,-1 4-18-16,3-2-168 0,0-4-408 0,2 1 182 0</inkml:trace>
  <inkml:trace contextRef="#ctx0" brushRef="#br0" timeOffset="108837.04">29069 12098 105 0,'3'-12'208'0,"-1"-1"13"0,-4 2-7 15,1-1 6-15,-3 2-8 0,-1 2-10 0,-3-2-21 16,2 5-7-16,-2 2-18 0,-2 3-5 16,-3 0-3-16,0 4-15 0,-6 2-1 0,4 3-10 0,-3 1-11 15,4 4-11-15,0-2-7 0,2 2-2 0,2-1-13 16,4-2-4-16,2 1-8 0,-1 0-4 16,2 0-8-16,3 0-4 0,0-2-4 0,3-3-2 0,1 3-7 15,1-3 2-15,1-2-1 0,4 1-5 16,1-2 4-16,4-1-12 0,-2-2 2 0,5-2-7 0,-2-3 3 15,2 1-1-15,-1-6-6 0,-4 4 6 16,-1 1-8-16,1-5 0 0,-3 3-1 0,-1-2 1 0,0-2 0 16,-1 0-6-16,0 1 0 0,-3 0-1 0,1 0 3 15,-2 1-4-15,0 2-3 0,-2 1 12 0,-2 5-7 16,5-8-4-16,-5 8-3 0,3-7-7 0,-3 7 0 16,0 0-1-16,0 0 0 0,0 0 3 0,0 0-2 15,0 0 6-15,-3 29 1 0,1-19-4 16,1 2-1-16,-1-1 0 0,0-2 4 0,2 1 0 0,0 2 2 15,2-1-2-15,0-2-1 0,3 1 2 0,0 0 10 16,0-3-9-16,3 1 1 0,2-2 0 0,0-1 1 16,0-2-1-16,8 1 4 0,-5-5-2 0,6-3 4 15,-2 0-2-15,-4-3-4 0,1 0 2 0,-3-1 0 16,1 0 2-16,-1-3-5 0,-3 1 7 0,-1-5-3 16,2 0-5-16,-2-2-1 0,-2-2-1 0,-1 1 8 15,1-3-3-15,0-4 3 0,0 1-6 0,3-5-4 16,-3 3 2-16,1-3 5 0,2 4-2 0,-3 7-1 15,-1 1 8-15,-2 6 19 0,1 1-3 0,-2 3 3 16,0 0-11-16,-1 7-3 0,3-6-8 0,-3 6-1 16,0 0 1-16,0 0 3 0,0 0-3 0,-8 37 1 15,1-19 2-15,0 7 3 0,2 0 2 0,-3 0-3 16,2 3 1-16,0-1 7 0,3 1-8 0,2-9 9 0,1 2-14 16,1 3 13-16,2-3-3 0,1-5-6 15,2 0-11-15,2-1 15 0,1 0-7 0,1-1 10 16,-1-1-3-16,0-5 2 0,1-3 0 0,1-1 6 15,0 0-14-15,3-2 1 0,-1-2 0 0,-1-2-1 0,5-6-7 16,-2 0-5-16,-1-2 1 0,-1-2-1 0,0-2-8 16,0 2-4-16,-4-5 3 0,2-1-5 15,-3 0-8-15,3-7 0 0,-2-1 4 0,-1-1 2 16,0-1-3-16,-2 1-4 0,3-1 1 0,-4-1 2 16,-2 3 2-16,-2 0 1 0,1 10 3 0,4 0 3 0,-4 5 0 15,1 3 5-15,-3 0 1 0,2 3-3 0,-2 5 1 16,0 0 0-16,0 0 2 0,0 0 2 15,0 0 6-15,-16 28 5 0,8-9 3 0,-5 5 3 0,3 1 3 16,1 2 6-16,4-4-4 0,-4 1 1 0,4 0 1 16,2-5 5-16,1 0-13 0,2 0 4 15,0-2 2-15,1 3-3 0,0-5 4 0,3 2-5 0,3 0-3 16,0-2 4-16,1-2 5 0,1 3-9 16,1-5 5-16,3 2 3 0,-2-8-8 0,3 0 8 0,4-1-3 15,3 1 0-15,0-3-6 0,7-1-2 0,-7-2 9 16,6-4-3-16,0-2-3 0,-6 0-1 15,-1 0-3-15,0-1 5 0,4-3 10 0,-6 1-13 16,0-1 0-16,-3-2-3 0,1 1-8 0,-3-2-4 0,-1-2 1 16,-3 0-3-16,-2 1 2 0,-1-1 3 0,2 0-12 15,-6 4 7-15,-1 2 7 0,-1 0 1 0,0 2 3 16,0 8-1-16,2-13-15 0,-2 13 1 0,-3-8 3 16,3 8 2-16,0 0-1 0,-22 10 1 0,10-1-3 15,-4 4 13-15,3-1-11 0,-2 2 8 0,4 2-5 16,-2-3 0-16,3 3 11 0,-1 1-9 15,4-2 2-15,-1 1 3 0,4 0-3 0,1 0 1 0,1-6-1 16,2 3 4-16,0-4 3 0,4 1-4 0,0-3 9 16,2 1-5-16,2-3 1 0,0 0-2 0,1-2 5 15,2-1-3-15,1 0-5 0,-1-2 15 0,4-3-14 16,1 0-3-16,-2-2 12 0,3-1-1 0,-2 0 2 16,0-2 1-16,-4-1-5 0,2 0 2 0,-1 1-4 15,3-2-3-15,2-4-15 0,-2 5 9 0,0-1-3 16,0 0-8-16,-3 0 3 0,1 2-4 0,-5 1 5 15,1 3 0-15,-4 1-4 0,1 3-2 0,-6 0 6 16,0 0-3-16,10 6 1 0,-10-6 0 0,3 11 3 16,-4-4 4-16,1-7-2 0,-5 19 3 0,1-6 1 15,0 3 0-15,1 1 1 0,-2-2-2 0,3 0-24 16,1-3-28-16,-1-1-26 0,2-1-39 0,0-2-41 16,3 0-56-16,4-1-60 0,0 1-242 0,2-3-565 15,5-2 251-15</inkml:trace>
  <inkml:trace contextRef="#ctx0" brushRef="#br0" timeOffset="108974.33">30547 12273 137 0,'0'0'100'15,"0"0"-49"-15,0 0-49 0,0 0-51 0,0 0-52 16,3-7 24-16</inkml:trace>
  <inkml:trace contextRef="#ctx0" brushRef="#br0" timeOffset="113988.55">26036 13013 66 0,'2'-12'180'0,"-4"1"5"15,4 2-3-15,0-1-11 0,-2 3-7 16,1 0-6-16,-1 7-14 0,3-8-15 0,-3 8-16 15,0 0-13-15,4-6-9 0,-4 6-6 0,0 0-11 0,11 11-5 16,-5 1-7-16,4 1-5 0,-4 1-4 0,1 4-8 16,-3 0-1-16,3-1-3 0,1 8-8 15,-2-1 3-15,1-1-7 0,1-5-3 0,-3-1 2 16,0-2-6-16,-1 2-1 0,1-5 1 0,1-1 6 0,-3 0 0 16,1 0 3-16,1-5-7 0,-1-1 0 0,-3 1 7 15,3-1 7-15,-4-5 16 0,4 6 5 0,-4-6-5 16,0 0-3-16,9-1 0 0,-9 1-6 0,9-12-5 15,-6 6 2-15,1-5 2 0,0-5-11 0,1 1-4 16,3-2-2-16,-2-1-1 0,0-7-5 0,3-1 1 16,-3 2-5-16,4-3-4 0,-1 0-1 0,0 2 1 15,2 4 1-15,0-2-5 0,-4 6-3 0,1 3-1 16,-2 3-2-16,-4 1-11 0,4 3-20 0,-5 1-25 16,-1 6-30-16,4-5-11 0,-4 5 3 0,0 0-10 15,0 0-17-15,0 0-28 0,0 0-16 0,2 32-28 16,-4-15-14-16,2-2-137 0,2 4-370 0,2-1 163 15</inkml:trace>
  <inkml:trace contextRef="#ctx0" brushRef="#br0" timeOffset="114218.8">26574 13137 97 0,'0'0'218'0,"4"-5"0"15,-4 5-7-15,0 0-20 0,0 0-20 0,0 0-15 16,-9-14-12-16,9 14-15 0,-12 0-8 0,12 0 2 15,-21 10-10-15,9-2-9 0,-4 0-4 0,0 4-12 16,1 3-9-16,1-1-3 0,-3 5-10 0,7-4-5 16,-1 2-6-16,0 1-5 0,1-1-7 0,6 0-1 15,-2 0-3-15,6 1-3 0,-3-2-7 0,6-1-15 16,-3-2-22-16,6 2-27 0,-4-5-29 0,6 1-38 16,1-1-17-16,-1-3-24 0,8 1-32 0,-5-3-17 15,0-1-131-15,3-1-350 0,-1-3 156 0</inkml:trace>
  <inkml:trace contextRef="#ctx0" brushRef="#br0" timeOffset="114410.79">26823 13211 89 0,'0'-7'199'0,"0"0"-5"16,0 7-3-16,-5-10-8 0,-3 8-6 0,8 2-4 16,-19 0-8-16,5 2-9 0,-1 5-9 0,-1 3-4 15,-1 0-15-15,2 4-7 0,-4 3-11 0,5-2-11 16,3 2-9-16,0 0-7 0,1 0-12 0,2 5-5 15,5-4-4-15,-1-1-6 0,4-1-7 0,4 1-19 16,-1-5-31-16,3-2-32 0,4 4-42 0,-4-4-47 16,10 0-36-16,2-1-42 0,3-2-166 0,-4-3-396 15,4 0 176-15</inkml:trace>
  <inkml:trace contextRef="#ctx0" brushRef="#br0" timeOffset="114789.95">27319 13108 35 0,'-11'-5'256'0,"-1"3"-5"0,-1-1-10 15,-7 6-11-15,0 0-16 0,0 4-15 0,-8 5-21 16,4 2-14-16,2 2-17 0,6-3-13 0,5 2-16 0,-3-1-10 16,7 2-11-16,1-3-9 0,1 0-7 15,5 0-9-15,0-3-7 0,3 1-7 0,3 0 1 16,-1-2-9-16,3 0-4 0,4-2-3 0,-3-2-5 15,1-2-4-15,-4 0 0 0,7-3-8 0,-2-3 2 16,1 1-2-16,-1 0 2 0,3-4-9 0,-2 2 0 16,-1-3 1-16,3-2-2 0,-3-4-7 0,0 3 3 15,1-3-3-15,-5 3-2 0,1 1 4 0,-3-3-3 16,2 2 0-16,-1 1-1 0,-5 4-4 0,3-2 1 16,-2 1 0-16,-2 6-6 0,4-6-4 0,-4 6 2 15,0 0 0-15,0 0-2 0,0 0 4 0,0 0 4 16,-1 24-2-16,0-12-3 0,-3-1 2 0,0 2 1 15,3 2-2-15,-1-2 1 0,0 3 4 0,2 1-12 16,0-1-20-16,2-4-26 0,-2 1-37 0,0-1-47 16,3 1-30-16,-1-4-43 0,0-1-35 0,0-1-154 15,1 1-433-15,-3-8 191 0</inkml:trace>
  <inkml:trace contextRef="#ctx0" brushRef="#br0" timeOffset="115121.83">27463 13228 160 0,'5'-9'187'0,"-5"9"-6"0,0 0 6 16,0 0 7-16,0 0 7 0,0 0-11 0,4 16-11 15,-4-6-23-15,0-1-9 0,0-9-9 0,-2 21-12 16,2-11-7-16,-2-1-9 0,-1 1-9 0,3-2-16 16,-2-1-1-16,2-7-11 0,0 12-5 0,0-12-7 0,-2 9-5 15,2-9 1-15,0 8-5 0,0-8 10 16,0 0 1-16,0 0-3 0,0 0-1 0,0 0-7 15,0 0-5-15,0 0-5 0,0 0-6 0,11-22 3 16,-3 14-10-16,2-2-1 0,-1-4-3 0,6 2-3 0,1-1-7 16,0 1-4-16,0 2-2 0,-3-2 0 15,3 4-4-15,-3 2-5 0,-4 1 1 0,0 1-1 16,-4 3-5-16,-5 1 3 0,16 3-1 0,-9 0-3 16,-3 2-1-16,2 3 5 0,-1 1 1 0,-3 2-1 15,0-1-13-15,-2 1-21 0,0 3-25 0,0-1-23 0,-2-2-28 16,0 5-43-16,2-5-49 0,0 0-37 0,0 1-191 15,0-3-468-15,2 2 207 0</inkml:trace>
  <inkml:trace contextRef="#ctx0" brushRef="#br0" timeOffset="115527.52">27894 13260 197 0,'1'-10'240'0,"0"0"8"0,-2 0-18 16,-4 1-10-16,5 2-7 0,-6 2-13 0,-2-3-10 15,-1 6-4-15,-4 1-18 0,2 1-3 0,-3 3-18 16,-4 3-12-16,5 1-14 0,-3 1-6 0,5 0-22 0,1 2-3 16,2 0-13-16,3 0-7 0,0 1-8 0,-1 0-3 15,6 0-5-15,0 0-5 0,3-2-5 16,1 3-5-16,3-4-2 0,-1 2-7 0,2-4-9 16,0 0-5-16,3-1-7 0,1-3-6 0,0-2-4 0,0 0-1 15,2-2 0-15,-4-4-3 0,0 1 5 0,3-1-5 16,-4-4 0-16,3-2-4 0,-2-2 5 15,0-2-6-15,-2-2 3 0,1 0-3 0,-4-7 1 16,4-2 1-16,-2 0-3 0,0-2 0 0,2 2 2 16,-3-1 1-16,3 4 4 0,-1 0 1 0,-5 5 6 0,0 3 10 15,1 5 11-15,0 1 2 0,-3 1-1 0,-1 9-8 16,1-13-4-16,-1 13-2 0,0 0-4 16,0 0-5-16,0 0 2 0,0 0 7 0,0 0-5 0,5 37 3 15,-8-18-1-15,0 5 4 0,0 5-2 16,-1-4-2-16,1 3 3 0,-1 0-3 0,0-1 5 0,2 1-8 15,2-4-24-15,-3 1-22 0,3 0-28 0,0-7-43 16,0 2-43-16,0-2-54 0,0-2-54 0,5-1-202 16,-7-5-502-16,4-2 223 0</inkml:trace>
  <inkml:trace contextRef="#ctx0" brushRef="#br0" timeOffset="115766.8">28395 13098 84 0,'5'-9'311'0,"-1"4"-22"0,-2 0-30 16,3 2-25-16,-5 3-22 0,0 0-19 0,0 0 3 15,0 0-6-15,8 18-13 0,-10-7-17 0,0 6-10 16,2 2-14-16,-4 1-16 0,-2 2-6 0,1-2-16 16,2-1-3-16,1 6-15 0,-2-1-8 15,0 1-4-15,-1-8-1 0,5 1-16 0,0-1-9 0,0-3-29 16,0 0-24-16,0-4-42 0,0 2-21 0,0-1-27 15,0-2-33-15,0-1-37 0,0-8-33 16,-3 11-33-16,3-11-168 0,-1 10-438 0,1-10 194 0</inkml:trace>
  <inkml:trace contextRef="#ctx0" brushRef="#br0" timeOffset="116073.71">28496 12995 176 0,'6'-6'175'0,"4"2"-14"0,-2 0-2 16,0 4-11-16,-8 0-16 0,13 4-4 0,-6 1-15 16,-3 0 0-16,-1 5-8 0,-1-1-3 0,0 3-11 15,-5 1-6-15,-1 1-7 0,-2 1-9 0,-3-1-7 16,1 2-2-16,-2-3-7 0,0 1-9 0,-2-2-1 16,2 1-4-16,2-4-5 0,-2 0-1 15,1-2-4-15,4 0-3 0,1-4-6 0,-2 1 4 0,6-4-4 16,-7 5-3-16,7-5-3 0,-3 6 0 0,3-6-2 15,0 0-3-15,0 11 5 0,0-11 5 0,5 6-2 16,0-1 3-16,2-1 5 0,1 1-6 0,0 1-4 16,1 2 4-16,1-3-5 0,0 4 1 0,3-2-2 15,0-1 1-15,5 1-15 0,-4 0-24 0,2-2-33 16,-4 2-40-16,2-4-44 0,-1 1-43 0,-2-1-163 16,-3 0-376-16,3-1 167 0</inkml:trace>
  <inkml:trace contextRef="#ctx0" brushRef="#br0" timeOffset="116430.52">28826 13197 77 0,'0'0'241'15,"0"0"-16"-15,0 0-8 0,0 0-10 0,-13-5-8 16,13 5-16-16,-16 7-12 0,7 1-14 0,-1-1-23 16,0 3-11-16,1 2-12 0,0-1-8 0,0-1-9 15,3 1-11-15,1 0-3 0,0-1-15 0,5 1-5 16,0-2-3-16,0 1-8 0,3 0-4 0,3-3-4 15,-1 0-2-15,1-2-7 0,4 1 1 0,-3-3-4 16,0 0-3-16,5-1-3 0,-6-1-5 0,-6-1 0 16,14 2 1-16,-8-2-6 0,-6 0 3 15,10-3-3-15,-10 3 4 0,7-4 2 0,-7 4-1 16,4-4-3-16,-4 4 6 0,0 0-7 0,0 0 3 0,0 0-4 16,0 0 5-16,-20-7 0 0,20 7-4 0,-21 4 9 15,9 2 4-15,-4-1 0 0,-2 1 3 0,7 1 0 16,-5 0 1-16,6 0-10 0,0 0 3 15,1 1-6-15,1-1 1 0,3 2-4 0,0-2 3 16,4 0-3-16,-1 3 4 0,5-1-19 0,0-1-19 0,4-1-28 16,6 0-38-16,2-1-41 0,6 2-19 0,9 1-24 15,9-3-36-15,12 4-55 0,-14-5-148 0,13 6-442 16,-12-5 196-16</inkml:trace>
  <inkml:trace contextRef="#ctx0" brushRef="#br0" timeOffset="116866.12">29410 13464 133 0,'-2'-7'294'0,"2"7"-18"0,0-17-17 16,2 7-25-16,0 1-14 0,2-1-19 0,5-5-23 15,1 1-8-15,0 0-21 0,4 0-14 16,1 0-15-16,5-4-9 0,-1 0-2 0,-1-3-17 15,2 2-5-15,2 0-13 0,0-4-5 0,0 1-10 16,-3 0-2-16,-4-1-10 0,-2 1-4 0,1 0-4 0,-8 6-2 16,0 0-4-16,-3 5-7 0,-1-2-4 0,-1 4 1 15,-1 9-6-15,-3-16-6 0,0 9 0 0,3 7 0 16,-18-5-5-16,6 5 2 0,-5 4-1 0,0 3-4 16,-8 4 3-16,7 0 1 0,2 1-4 0,0 4-4 15,2 0-10-15,3 0-5 0,1 7 2 0,6-6-5 16,1 3-4-16,7-1 5 0,0 0-1 0,9 5 4 15,-3-7-4-15,7 4 5 0,-2-2 3 0,5-1-1 16,-5-4-1-16,0-3-1 0,-4 5 8 0,2-3-3 16,-4-4 3-16,0 2 0 0,-1-3 2 0,-1 0-4 15,-3-3-1-15,0 1 8 0,0 0-3 0,-2-1-1 16,-2-5 6-16,3 10 5 0,-3-10 8 0,-5 10-10 16,0-6 1-16,-2-1 0 0,-2 3-14 0,2-4-17 15,-2 1-28-15,-4 1-27 0,1-2-40 0,0 0-40 16,0-2-44-16,2 2-23 0,3 1-149 0,7-3-409 15,-13-3 182-15</inkml:trace>
  <inkml:trace contextRef="#ctx0" brushRef="#br0" timeOffset="117483.25">29854 13111 61 0,'8'-11'250'0,"-3"5"-17"0,-1 2-26 16,0 0-20-16,-4 4-16 0,0 0 6 0,0 0-3 15,10 19-6-15,-9-2-5 0,-2 1-4 0,0 0-9 16,0 7-7-16,-1 3-10 0,-4-6-6 0,2 4-1 16,0-2-18-16,3-4-10 0,-4 4-5 0,3-4-9 15,0-4-10-15,1-2-4 0,-1-2-6 0,0-3-7 16,2 1 0-16,0 0-10 0,0-10-7 0,1 10-1 16,-1-10 0-16,1 9 0 0,-1-9 1 0,2 6 2 15,-2-6-11-15,0 0-4 0,0 0 6 0,0 0-13 16,19-7 1-16,-9-1-2 0,1 2-3 0,5-3 1 15,2-3-10-15,5-2-3 0,-1 2-6 0,3-1 12 16,-6 5-15-16,-1 2-1 0,0 1-3 0,-3 1 3 16,-2 2-2-16,-3 1 7 0,2 2 5 0,-5 1-8 15,-1 2-3-15,-1-1-1 0,0 2 2 16,-1 1 2-16,1 0-3 0,-1 0 2 0,-3 1 1 0,1-1 1 16,1 1 12-16,0 0-10 0,-1 0-7 0,1-1-6 15,-1 0-1-15,1-1-1 0,-3-5-2 0,2 8 1 16,1-3-4-16,-3-5 3 0,0 0 7 0,6 7-5 15,-6-7 7-15,4 4-2 0,-4-4 7 0,0 0-6 16,0 0-4-16,0 0-3 0,10-11 5 0,-7 5-12 16,-3 6 6-16,6-9-2 0,-2 5 0 0,0-1 3 15,-4 5 2-15,5-6-3 0,-5 6-1 0,0 0-4 16,5-4 4-16,-5 4 1 0,0 0 1 0,0 0 1 16,0 0 6-16,3 19 2 0,-3-19-2 0,2 12 1 15,0-5 2-15,-1 0-2 0,0-1 3 0,3 1 1 16,1-1 1-16,0-1 3 0,2 2-1 0,-1-3 0 15,-1-1 6-15,4-2-4 0,1 1 4 0,-10-2-3 16,18-2 2-16,-9 0 3 0,-2 0 2 0,-1-1 1 16,3-2 3-16,-3-3 1 0,1 1-1 0,-4-2 2 15,3 1-1-15,-5-1-2 0,0-1-4 0,1-1 0 16,-2 0 1-16,0 2-5 0,-3-1-1 0,-1 0-12 16,0 0-12-16,0 4-18 0,0-1-20 0,-1 2-20 15,5 5-28-15,-10-7-34 0,5 5-33 0,5 2-32 16,0 0-210-16,0 0-450 0,-10 0 199 0</inkml:trace>
  <inkml:trace contextRef="#ctx0" brushRef="#br0" timeOffset="117850.13">30477 13285 2 0,'2'-6'251'0,"-2"6"-3"0,5-10-7 0,-5 10-10 15,3-3-19-15,-3 3-28 0,0 0-19 0,0 0-12 16,0 0-5-16,0 0-3 0,0 0-5 0,-4 23-8 15,2-12-11-15,-1 1-9 0,2 0-10 0,-1 0-10 16,0 0-10-16,4 3-6 0,0-3-5 0,0 0-11 16,2-1-1-16,1-1-4 0,0 0-10 0,2-3-4 15,2 1-2-15,1-4 0 0,-2 2-1 0,-2-4-8 16,3 0 3-16,1-2-3 0,-2 0-9 0,-8 0 4 16,14-3-2-16,-8 0-5 0,1-1-3 0,-1-3 0 15,0 2-3-15,2-3 1 0,-3-2-1 0,0-1-5 16,3-3 2-16,-2 4 1 0,2-4-4 0,-4 3-1 15,0 0 3-15,1 1-6 0,-2 5 5 0,-1-3 6 16,2 3-1-16,-4 5-6 0,4-8-5 0,-4 8 0 16,0 0 1-16,0 0-2 0,0 0 6 0,0 0 1 15,5 19 0-15,-5-12 3 0,0 3 3 0,-2 0-5 16,5-1 12-16,-4 2-14 0,3 2-1 0,0-3-20 16,1-1-20-16,3 2-34 0,-3 0-37 0,4-1-49 15,-2-3-53-15,1 1-58 0,1 0-209 0,-2-4-514 16,1 0 227-16</inkml:trace>
  <inkml:trace contextRef="#ctx0" brushRef="#br0" timeOffset="118065.81">30823 13082 252 0,'0'-9'264'0,"1"3"-24"0,-1 6-27 0,0 0-25 16,0 0-8-16,0 0-10 0,0 0-5 0,0 0-6 15,-5 41-5-15,3-22-14 0,-5 8-6 0,1-2-11 16,2 1-14-16,-2 0-7 0,3 1-7 0,-3-2-14 16,2 0-6-16,3-1-6 0,-1-5-10 0,2 2-30 15,2-4-35-15,-1 1-41 0,1-3-48 0,0-3-47 16,2 1-49-16,1-3-229 0,-3-1-455 0,3 0 201 16</inkml:trace>
  <inkml:trace contextRef="#ctx0" brushRef="#br0" timeOffset="118463.63">31079 13343 63 0,'1'-10'267'15,"-2"2"-8"-15,1 8-6 0,-5-12-18 0,-1 7-13 16,6 5-16-16,-16-3-9 0,6 6-13 0,-2 2-18 16,-6 0-18-16,4 2-8 0,-1 2-12 0,2 3-9 15,2-3-11-15,2 1-13 0,2 1-7 0,-2 3 0 16,6-3-16-16,0-1-8 0,0 2-9 0,5-2-3 15,0-2-8-15,1 4 0 0,3-4-2 0,3-3-14 16,-1 1-4-16,6-3-12 0,-3-1-7 0,2 0-5 16,0-2-5-16,0-3 1 0,-2 2-3 0,1-5 3 15,-2-1-4-15,0-1 3 0,3-6-5 0,-4 0-2 16,4-3-1-16,-3-7 1 0,-1 1 9 0,1-2-8 16,-2-1 2-16,-3 0 11 0,3-1-10 0,-1 2 0 15,-1-1-2-15,1-2 3 0,1 4 5 0,-5-1 11 16,5 6 5-16,-5 3 2 0,-1 5 9 0,2 0-3 15,-3 4-2-15,1 1-8 0,-2 6-1 0,0 0-3 16,0 0 1-16,0 0 5 0,-8 25 3 0,3-9-3 16,-3 3 1-16,-1 4 0 0,1 3 2 0,2-1-8 15,-4 0 4-15,5 3 0 0,-2-4-2 0,3 3-2 16,3-7-26-16,0-1-29 0,3 2-33 0,-2-3-32 16,2 0-44-16,0-3-70 0,2-2-59 0,-1-2-158 15,1-1-478-15,2-3 212 0</inkml:trace>
  <inkml:trace contextRef="#ctx0" brushRef="#br0" timeOffset="119122.08">31564 13098 109 0,'7'-11'268'0,"-2"6"-23"0,-1 0-27 15,1 3-22-15,-5 2-16 0,0 0-1 0,7 10-12 16,-7 3 2-16,-2 6-6 0,1 7-4 0,-7-1-4 15,4 1-7-15,-2 2-10 0,3-3-15 0,-3 1-6 16,1-1-15-16,1-4-10 0,0-1-3 0,2-1-10 16,-2-1-9-16,1-2-6 0,2-4-2 0,-2-1-9 15,2-3-1-15,0-1-8 0,1-7 0 0,-2 10-2 16,2-10-1-16,-1 7-4 0,1-7-1 0,0 0-4 16,0 0 0-16,0 0-11 0,0 0-3 0,0 0-3 15,0 0-7-15,0 0-15 0,0-29-10 0,4 18-9 16,4-2 1-16,4 0-2 0,0-1 0 0,3 1-2 15,4 2 4-15,-2 1-1 0,0 3-2 0,-1 3 4 16,-3 1 3-16,-3 2 29 0,2 2 1 0,-3 2-3 16,-3 0-3-16,2 4-3 0,-4 0 2 0,1 1 1 15,-3 0-3-15,0 4 6 0,-1 0-4 0,-2-2 3 16,-2-1-9-16,-1 2 9 0,-1 0-1 0,-5-1 2 16,-3-1 0-16,3-1-7 0,-6 1 14 0,5-3-10 15,-7 0 3-15,3 1-5 0,1-5-4 0,2 0-1 16,1 1 10-16,2-3-8 0,2 1-2 15,7-1 4-15,-14-1 2 0,14 1-3 0,-7-5-2 0,7 5-1 16,0 0 0-16,1-11-2 0,-1 11 0 0,0 0 0 16,18-10 3-16,-9 8-5 0,2-2 4 0,3 1 0 15,2 1 1-15,3 0 0 0,1-1 0 0,0 0 0 16,8 2 3-16,-2-3-6 0,-4 2 7 0,6-1-3 16,0 1-4-16,-8-1 3 0,1-1 2 0,1-1-2 15,2-3 2-15,-3 2 0 0,-2-2 1 0,-4-1-3 16,3 2 3-16,-1-3-5 0,-2-1 7 0,-2-2-2 15,-2 1 3-15,-2-4 0 0,0 1 0 0,0 0-3 16,-5 4 4-16,0 1 0 0,0-2 2 0,-3 7 6 16,0-5 7-16,-1 10-4 0,0 0 2 15,-8-9 7-15,-2 10 5 0,-2 2 0 0,-5 2 6 16,2 3-1-16,-4 1-2 0,3 3 1 0,0-1 0 0,1 2-7 16,5 0-5-16,0 3 1 0,4-1-1 0,2 1-3 15,5-1-19-15,3 1-35 0,2 0-35 0,6-2-39 16,1 2-45-16,4-4-76 0,5 2-61 0,-7-3-212 15,1-1-545-15,0-2 241 0</inkml:trace>
  <inkml:trace contextRef="#ctx0" brushRef="#br0" timeOffset="119735.9">26517 13811 171 0,'0'0'239'0,"-2"-10"-6"16,2 10-12-16,-4-7-14 0,4 7-20 0,-2-5-15 15,2 5-11-15,0 0-19 0,0 0-14 0,-3-8-9 16,3 8-4-16,0 0-18 0,0 0-7 0,0 0-7 16,5-12 6-16,-5 12-4 0,8-7-6 0,-3 2-11 15,5-2-5-15,0-2-5 0,3-4-9 16,-1 2 0-16,3-3-5 0,-1 0-5 0,-3-2-1 0,5 3-2 16,-3 0-2-16,-2-2-8 0,1 0 2 0,-1 0-5 15,0-1-1-15,-1-1-19 0,-2 3 3 0,-3 3 11 16,1 0-7-16,-3 1 1 0,2 3 10 0,-3 2 5 15,0-1-4-15,-2 6 0 0,4-8-12 0,-4 8-6 16,0 0-3-16,0 0-2 0,0 0 4 0,-22 22 0 16,11-6 3-16,-3 7-2 0,3 0 0 0,-2 3 2 15,3-1-3-15,2 0 1 0,3 0-2 0,1 0 0 16,6-7 3-16,0 8 2 0,3-1-8 0,1-7-2 16,1 2-19-16,4-4-16 0,0 1-21 0,3-2-23 15,-3-4-26-15,2 2-33 0,4-1-36 0,-2-2-28 16,-4-4-16-16,5 1-170 0,-4-3-421 0,-1-2 187 15</inkml:trace>
  <inkml:trace contextRef="#ctx0" brushRef="#br0" timeOffset="121038.53">27024 13786 93 0,'6'-11'157'0,"-2"0"2"0,0 2 5 16,-4-1 3-16,0 2-7 0,0 8-3 0,0-11-7 15,0 11-9-15,-8-8-8 0,-2 7-7 0,1 2-2 16,-4 2-8-16,-5 4-2 0,3 2-7 0,-10 5-11 15,2 1-3-15,0 5-7 0,8-6-9 0,-3 7-6 16,3-1-9-16,2-4-4 0,3-1-7 0,5 1-5 16,-1 1-6-16,1-5-7 0,4 3-1 0,2-4 3 15,2 1-9-15,1-4 0 0,2 0-7 0,1 0-6 16,0-3-6-16,4-2-4 0,-2 1 1 0,2-4 0 16,-3 0-2-16,-8 0-1 0,21-5-1 0,-9 1 1 15,-1-1-1-15,-2-1 2 0,3-3-7 0,-4 1 4 16,3-3 1-16,1-2-2 0,-5 5 2 0,1-6 8 15,-3 2-8-15,-1 2 2 0,1-1-6 0,-1-1 3 16,-1 2 0-16,-1 1 5 0,0 2 4 0,-2 7-2 16,7-9-2-16,-7 9 1 0,0-6-7 0,0 6 5 0,0 0 6 15,0 0 0-15,0 0 2 0,-18 25-1 16,13-13-1-16,-4 1 1 0,5 1-2 0,-1-2 1 16,1 4-3-16,2-4 2 0,-2 1-2 0,4-2 0 15,2 1-1-15,0-2-2 0,2 0 7 0,1 2-5 16,1-4-1-16,-1-2 6 0,4-1-2 0,0 0 1 0,2-2-3 15,1 0 1-15,-1-5 2 0,0 2-1 16,-4 0-1-16,2-2 2 0,-3-1-3 0,3-3 2 16,1 0 0-16,3-3-2 0,-5 2-4 0,-3 0 3 15,0-3-2-15,1 0 0 0,-3-2 1 0,1 1-6 16,-2-2-7-16,3 1 2 0,0 2-3 0,-1-3 5 16,-2 7-1-16,1-6 0 0,-1 5 1 0,0-1-4 15,0 3-3-15,-2 5 0 0,7-3 0 0,-7 3 3 16,0 0 1-16,0 0 0 0,12 9 0 0,-8 1 2 15,-2-3-2-15,0 3 3 0,2 0-3 0,-4 2 7 16,0-1-3-16,0 0 2 0,1 0-1 0,-1 0 0 0,2 0 2 16,2 1-3-16,0-3 14 0,2 1-10 0,0-3 0 15,1-1 1-15,3 0 0 0,2-2 5 16,-1-3-7-16,6 2 5 0,0-2-1 0,1-1 7 16,0-4 1-16,-4 3-9 0,5-5-1 0,-5 2 3 15,-3-2-3-15,1 0 1 0,1-2 1 0,0-2 0 0,-1-1 0 16,-4 3 3-16,-1-3-1 0,3-2 0 0,-3 2-2 15,-3-4 0-15,0 3 9 0,-1 2 4 0,-3 3-5 16,0 7 4-16,-5-13-3 0,3 6 7 16,-3 2-8-16,-1 1 8 0,6 4-16 0,-14 0 3 15,14 0-3-15,-16 3 1 0,5 3 2 0,2 1-4 0,2-1 1 16,-4 1-1-16,6 2 1 0,-1 1-3 16,3-3-1-16,-1 2 4 0,2-2 0 0,0-1 1 15,2 1-1-15,0-7 0 0,5 14-1 0,-1-8-3 16,-2 0 4-16,4-1 1 0,-3-1-2 0,2 0 0 15,-5-4-3-15,7 8 0 0,-3-5-2 0,0 3 1 0,0-1 1 16,1 4-3-16,2-2 0 0,-3 3 0 16,3 6 2-16,-3 0 9 0,-2 0-8 0,1 2 1 0,-3 3-4 15,0 2 5-15,-2 3-1 0,0 0 1 16,-1-1-1-16,-3 2 2 0,1-2-5 0,-2 1 2 16,1-9 2-16,-3 8-2 0,4-6 0 0,-4-2 0 0,0-1 1 15,0 1-3-15,-1 0-2 0,-4-5-7 0,0-2-8 16,0 1-6-16,-1-2-2 0,3-2 1 15,-1-1-4-15,3-2 6 0,0 0 2 0,1-2 1 16,3-2-2-16,6 0-11 0,-12-4 4 0,12 4-2 16,-3-10 1-16,5-1-1 0,1-2-1 0,7-1-2 0,9-8 5 15,4 1 1-15,2-2 5 0,6-1 1 0,5-8 0 16,-7 11 5-16,13-8-1 0,-12 5 2 16,11-5 2-16,-12 6 2 0,0-1 1 0,0 2 3 0,-3 0 2 15,-3-2 3-15,0 3 0 0,-2 2 4 16,-2-1 6-16,-5 4 4 0,-5 1 8 0,1 1 5 0,-5 3 5 15,0-1 0-15,-2 1-2 0,1 3 9 0,-4-2-4 16,0 10 5-16,-2-12-5 0,0 6-2 0,-1-1-4 16,3 7 5-16,-9-5-11 0,9 5 2 0,-17 2-3 15,5 1 2-15,1 4-2 0,0 0-2 16,-3 4 0-16,1 2 0 0,-1-1-2 0,3 1 2 0,2 1-5 16,1 2 2-16,2-3-2 0,1 3 2 0,1 0 0 15,2-4-3-15,2-1 0 0,4 0 1 16,-1 1-4-16,5-3 5 0,0-3-3 0,3 2 1 15,0-2-3-15,5 1 1 0,-3-4-3 0,7-1 5 0,-7 1 7 16,4-3-15-16,0-3 6 0,-3 3 2 0,3-3-5 16,-3-1 2-16,4-1-2 0,-2-2 0 0,-5 1-1 15,1 0 2-15,1-3 1 0,-1 1-4 0,1-3 3 16,-5 2 0-16,-1-2-6 0,3 1 5 16,-4 3 8-16,1-1-11 0,-3 3-3 0,1 2 0 0,0 0-6 15,-5 3 2-15,0 0-2 0,9-2 9 0,-9 2-7 16,0 0 3-16,0 0 1 0,-2 18-4 0,1-10 3 15,-3 3 1-15,2-2-1 0,-1 1-14 0,-1 1-22 16,1 1-23-16,3-2-23 0,2 2-31 0,-1-3-30 16,4-1-33-16,-1 1-34 0,4-1-185 0,1-1-430 15,1-2 190-15</inkml:trace>
  <inkml:trace contextRef="#ctx0" brushRef="#br0" timeOffset="121176.42">28285 14091 155 0,'5'-5'194'0,"0"-1"3"0,-1 1-11 0,-1-1-10 16,-3 6-10-16,7-8-13 0,-7 8-16 0,4-5-17 16,-4 5-19-16,3-6-40 0,-3 6-51 0,0 0-64 15,0 0-48-15,0 0-148 0,0 0-272 0,0 0 121 16</inkml:trace>
  <inkml:trace contextRef="#ctx0" brushRef="#br0" timeOffset="122279.74">26151 10811 25 0,'-7'-7'184'16,"-1"0"3"-16,0 0-7 0,4 0 2 0,-1 2-7 16,1 2 0-16,4 3-7 0,-8-11-5 0,6 8-14 15,2 3-15-15,-6-6-13 0,6 6-12 0,0 0-13 16,0 0-9-16,10-11-7 0,0 6-8 0,4 3-8 15,8-3-9-15,6 1-6 0,3 3 1 0,2-1-8 16,1 0-17-16,-5 0-17 0,-2 1-14 0,-6 0-20 16,-4 0-19-16,-3 2-19 0,-1-1-21 0,-3 0-6 15,-3 0-21-15,-7 0-8 0,13 0-8 0,-13 0 1 16,9 1-5-16,-9-1 8 0,0 0 7 0,0 0 3 16,0 0 13-16,0 0 10 0,0 0 13 0,0 0 9 15,-29-6 12-15,20 5 13 0,2-2 19 0,-4 0 4 16,-1 0 10-16,1 0 10 0,1 2 12 0,-3-3 7 0,-4 2 12 15,3-1 2-15,1 1 3 0,-1 2 16 16,3-2 2-16,0 2-4 0,-3 0 16 0,3 4 7 16,-3 2-6-16,-1 1 13 0,-1 7 8 0,1-2 2 15,-3 12 6-15,4 0 1 0,-2 2-2 0,1 0 2 16,1 3 1-16,1 2-6 0,4-3-6 0,-1 0-3 0,2-1-8 16,3 1-10-16,1-1 1 0,0-2-12 15,2-6-6-15,1 0 0 0,1 0-5 0,-1-1-5 16,2-3-4-16,-1 2-2 0,0-5-6 0,1 1-22 0,1-4-15 15,0 1-27-15,-2 0-19 0,0 0-22 0,0-5-26 16,0-5-18-16,0 10-22 0,0-10-13 0,0 7-13 16,0-7-144-16,0 0-340 0,-8 3 151 0</inkml:trace>
  <inkml:trace contextRef="#ctx0" brushRef="#br0" timeOffset="122709.71">26019 11110 127 0,'0'0'129'0,"9"-10"-5"0,-1 7-15 0,4-2 5 15,3 0-8-15,3 1-5 0,3-1-3 0,-1 2 3 16,9-3 2-16,-9 5-7 0,8-4-5 0,-7 3-9 16,2-1-13-16,-2 3 0 0,-4-2-4 0,1 1-7 15,1-1-8-15,-8 0-3 0,0 1-13 0,1 0 11 16,-6-1 1-16,3 1 2 0,-9 1 9 0,8-1 4 16,-8 1 6-16,10-2 3 0,-10 2-4 0,0 0-5 15,6-4-5-15,-6 4-2 0,0 0-2 0,0 0-2 16,5-4-9-16,-5 4-6 0,0 0-3 0,0 0-5 15,0 0-2-15,0 0-1 0,0 0-6 0,-21 20 3 16,17-11 0-16,-3 2-9 0,1-3 0 0,0 3 2 16,-2-1-2-16,4 0 0 0,1 2 0 0,1-2-1 15,2 0-2-15,0-1-1 0,2-2-1 0,0 3 1 16,1-4-2-16,1 1 3 0,1-3 0 0,0 0-2 16,1 0-1-16,-1-1 4 0,3 0-2 0,2-2 1 15,-10-1-5-15,15 0 3 0,-3-1-1 0,-1-2-4 0,-2-1 10 16,2 1-4-16,0-3-5 0,-4 1 0 0,0 0 0 15,2-1 1-15,-4 0-1 0,3-1 1 16,-1 0-5-16,-2 2 2 0,1 2 2 0,-6 3-3 16,7-8-6-16,-3 5-5 0,-4 3-13 0,0 0-3 0,7-4-4 15,-7 4-6-15,0 0-18 0,12 1-14 0,-12-1-24 16,8 6-18-16,-1-1-14 0,-1 0-5 16,4 1-22-16,1 1-8 0,0-1-26 0,7 1-110 15,-1-3-321-15,2 0 141 0</inkml:trace>
  <inkml:trace contextRef="#ctx0" brushRef="#br0" timeOffset="122966.02">27072 10920 64 0,'2'-19'219'16,"-2"3"5"-16,2 0-11 0,-4 4-6 0,2 1 0 15,2 1-5-15,-2 4-19 0,0 6-19 0,-2-11-20 16,2 11-15-16,0 0-6 0,0 0-1 0,0 0-3 15,-4 34-1-15,4-13 3 0,-3 8-17 0,-3-1-11 16,2 3-8-16,-6-1-4 0,6 3-4 0,-3-3-7 16,1 0-6-16,-2-1-10 0,4-2 8 0,-1 0-15 15,3 0-5-15,-2-2-7 0,4-5 1 0,-2-1-31 16,0-3-21-16,1 1-29 0,1 0-16 0,-4-1-30 16,4-1-45-16,-5-2-38 0,5-3-37 0,-2 2-38 15,0-4-157-15,-1 0-438 0,3-8 194 0</inkml:trace>
  <inkml:trace contextRef="#ctx0" brushRef="#br0" timeOffset="123204.25">27085 11026 111 0,'12'-6'164'15,"-3"1"-9"-15,3 4 0 0,-2 1-6 0,1 3-13 16,1 2 4-16,-1 2-4 0,-2 3-12 0,3 2-9 15,-2 0-11-15,-1 3-7 0,-1 1-12 0,-4-3-3 16,0 3-8-16,-4 1-7 0,0-4-4 0,-2-1-9 16,-2 0-2-16,-4 2-4 0,-5 2-6 0,-1-5-4 0,-3 0-10 15,-2 1-17-15,0-5-14 0,0 1-11 0,-8 1-29 16,8-5-21-16,0 0-29 0,1 0-21 0,7-3-29 16,0-1-150-16,-1-1-318 0,4-1 142 15</inkml:trace>
  <inkml:trace contextRef="#ctx0" brushRef="#br0" timeOffset="123675.65">27245 11103 5 0,'11'-2'182'0,"0"1"-4"0,1 1-9 0,-3 3-7 16,-1 1-12-16,4 0-6 0,-5 2-3 0,2 1-5 15,-3 2-6-15,2-1-10 0,-4 2-9 0,0-1-11 16,-2 2-13-16,1 0-2 0,-2-2-8 0,0 1-7 15,-2-1-6-15,1-1-4 0,-4 0-4 0,4-8-1 16,0 10 1-16,0-10-2 0,-2 9-2 0,2-9-4 16,-2 6 5-16,2-6-6 0,0 0 1 0,0 0-7 15,-4 5-3-15,4-5-4 0,0 0-1 0,0 0-3 16,0 0 3-16,0 0-10 0,0 0-4 0,0 0 7 16,12-26-11-16,-5 18-3 0,7-4-2 0,-3-1 3 15,7 2-5-15,-4-4-1 0,4 2 18 0,-1 2-6 16,0 0-2-16,0 1 0 0,-3 3-4 0,-4 2-3 15,2 0-2-15,-3 3-2 0,-4 0-2 0,-5 2 2 16,14 0-6-16,-8 2 2 0,1 2 1 0,-1 1 2 16,1 0-3-16,0 0 1 0,-2 2 3 0,1 1-5 15,1-3 1-15,-3 1 1 0,1-1 2 0,0 0 2 16,1-2 2-16,-6-3-3 0,9 6-1 0,-3-5 1 16,-6-1 0-16,10 1 4 0,-10-1-3 0,0 0-2 15,11-8 1-15,-7 3-1 0,-4 5-1 0,4-10 2 16,-1 3-1-16,-3-4-3 0,0 2 2 0,0-1 2 15,-2 0-3-15,0-1-3 0,-1 1-1 0,-1 3 0 16,2-1-2-16,-4 0-6 0,1 4-11 0,0-2-17 16,5 6-21-16,-11-5-32 0,11 5-21 0,-13 1-33 15,13-1-44-15,-14 6-39 0,9-1-165 0,1 0-425 0,4-5 187 16</inkml:trace>
  <inkml:trace contextRef="#ctx0" brushRef="#br0" timeOffset="123925.75">27778 10943 134 0,'2'-10'268'15,"0"1"-12"-15,0 3-12 0,-2 6-23 0,4-10-23 16,-4 10-25-16,0 0-16 0,0 0-4 0,0 0 7 0,0 0-7 16,3 35-2-16,-6-11-3 0,-1 3-6 0,0-1-11 15,2 0-10-15,-5 3 3 0,5-1-22 0,-6-2 0 16,3-1-16-16,1-4-8 0,0 4-1 0,2-6-8 15,-1-1-7-15,-1 0-10 0,2-1-2 16,0 0-17-16,2-5-29 0,-3 1-27 0,3-1-26 0,0 1-23 16,0-2-21-16,0-2-45 0,0 4-45 0,0-5-51 15,0 2-33-15,0-3-165 0,0-7-468 0,-2 7 207 16</inkml:trace>
  <inkml:trace contextRef="#ctx0" brushRef="#br0" timeOffset="124535.11">27847 11118 140 0,'7'-2'200'15,"0"0"-3"-15,-7 2-19 0,12 0-16 0,-12 0-16 16,10 2-12-16,-8 1-7 0,-2-3-12 0,5 9-9 16,-5-4-11-16,0-5-7 0,-6 16-5 0,-2-8-12 15,-1 0-7-15,0 0-10 0,-4-2-13 0,4 2-8 16,-3-1-6-16,3-1-2 0,0-1-3 0,-1 0-2 15,2-2-2-15,4-1-4 0,4-2-1 0,-11 4 0 16,11-4-3-16,-6 4-1 0,6-4-3 0,-6 4 1 16,6-4 2-16,0 0-4 0,0 0 2 0,0 0 4 15,0 0-3-15,0 0 0 0,14 10 1 0,-5-8-1 16,1-2 7-16,2 0 1 0,1 0-2 0,2-2-3 16,-2 2 1-16,5-2 0 0,0-1 3 0,0 1-3 15,-5-1 4-15,5-1-6 0,1-2 9 0,-2 1 1 16,1 0 1-16,-3-4 4 0,-2 4 5 0,1-5 2 15,-4 3 4-15,-1-1 1 0,2-2 0 0,-4 1 0 16,5-4 3-16,-8 3-3 0,2-2 0 0,-2-1-4 16,-2 3-1-16,1-1-1 0,-3 2 5 0,0-1-2 15,2 4 1-15,-2 6-11 0,0-12 1 0,0 12-8 16,0 0-1-16,-4-6-4 0,4 6 2 0,0 0-6 16,-25 16 1-16,16-5-1 0,-4 3 2 0,1-1-4 15,1 3 2-15,1-4 2 0,2 1-7 0,2 1 0 16,3-2 3-16,1 1-2 0,4-2 0 0,0 1 6 15,0-1-6-15,5-3-1 0,-1-1 4 0,0 0-3 0,3-2 2 16,2 2 0-16,-1-5 2 0,4 0-4 16,2-2 3-16,2-3-1 0,-2 2 1 0,-2-1-2 15,2-4-1-15,-1 1 1 0,-2-1-1 0,0 3 0 0,4-4-1 16,-6 1 2-16,0-2 0 0,1 1-1 16,-3 0-1-16,-1 0-1 0,2 1 1 0,-2 2-1 15,-3 1 1-15,0-1-4 0,-5 4 0 0,9-5-5 16,-9 5 4-16,0 0-5 0,6-1 6 0,-6 1-3 0,0 0-1 15,0 0 1-15,0 16 2 0,0-16-18 0,-6 13-21 16,6-6-33-16,0-7-37 0,-4 16-46 0,3-7-39 16,1 0-33-16,4 0-184 0,-3-1-447 0,7-2 198 15</inkml:trace>
  <inkml:trace contextRef="#ctx0" brushRef="#br0" timeOffset="124866.2">28666 11145 112 0,'4'-9'274'0,"-2"3"-12"16,1 0-23-16,-3 6-25 0,4-7-23 0,-4 7-22 15,0 0-2-15,0 0-4 0,0 0-3 0,0 22-16 16,-4-12-13-16,3 5-6 0,-1-3-16 0,2 0-10 16,4 4-9-16,0-5-4 0,2 5-11 0,2-1-9 15,7-2-6-15,2 0-3 0,0-3-4 0,3-1-2 16,7-2-7-16,0-2-1 0,-7-1-4 0,8-2-7 15,-6-2-1-15,-2-2 0 0,-4-2-7 0,-2-1 7 16,-3 1-11-16,0 0 3 0,1-4-4 0,-3 1 0 16,-2-1-2-16,-2-3 5 0,-3 1 1 0,1-6-8 15,-6 0-3-15,1 5 1 0,-3-5-1 0,0 0-1 16,-2 2-7-16,-4-2 3 0,2 3-4 0,0 2-3 16,1 3-4-16,-7-2-8 0,3 3-19 0,0 3-20 15,-3 1-16-15,-2 1-24 0,-3 4-38 0,2 0-45 16,2 2-31-16,3-1-40 0,1 2-186 0,5 0-466 15,1 0 206-15</inkml:trace>
  <inkml:trace contextRef="#ctx0" brushRef="#br0" timeOffset="125125.18">29157 10971 106 0,'12'-13'250'0,"0"-2"8"16,-1 1-8-16,-3 8-13 0,0-3-13 0,-1 2-14 15,-2 1-25-15,-1 4-19 0,-4 2-16 0,9-2-4 16,-9 2 18-16,8 13 1 0,-2 3 13 0,-3 4 15 16,-2 3-9-16,-3 4-10 0,-1-1-13 0,-2 2-15 15,0 0-4-15,-2-1-18 0,2 0-1 0,-2 0-16 16,-1 0-11-16,2-3-5 0,0 2-11 0,1-7-6 16,1 1-12-16,1-3-7 0,0 1-9 0,2 0-36 15,-2 0-29-15,2-5-40 0,1 3-32 0,0-4-37 16,0-2-41-16,1 2-47 0,-1-2-50 0,3-1-43 0,-1 0-241 15,0-1-597-15,-2-8 264 0</inkml:trace>
  <inkml:trace contextRef="#ctx0" brushRef="#br0" timeOffset="125783.87">29283 11119 155 0,'4'-5'228'0,"2"1"-13"15,0 1-14-15,-6 3-9 0,11 0-1 0,-11 0-15 16,10 4-10-16,-5 1-12 0,-1 1-14 0,0 2-9 0,2 2-16 16,-4 0-9-16,-1 2-3 0,-1-1-15 0,-3 2-6 15,-1 1-8-15,-2-2-18 0,1 0-16 16,-3-1-21-16,-2 0-20 0,-1 2-17 0,-4-3-15 16,3-1-10-16,-1-1-5 0,1 0-6 0,2-2-2 0,1-2 5 15,2 1 4-15,-1-4 7 0,8-1 9 0,-8 1-2 16,8-1 5-16,0 0 4 0,0 0 13 15,0 0-3-15,0 0 3 0,0 0 5 0,0 0 6 16,0 0 6-16,19-13 5 0,-6 12 5 0,1 0 0 0,3-1 6 16,2 2 0-16,-1-2-2 0,1 0 2 0,9-1-2 15,-9 1 0-15,-1-1 4 0,3 2-5 0,-3-3-1 16,1 2 0-16,1-2 2 0,-3 0 2 0,-3-1 3 16,1 1 0-16,-1-3 0 0,-2 1 3 15,-3-2 9-15,1 1 8 0,-1 0-1 0,0-1-5 0,-1 0-4 16,-2-2-3-16,-1 1-4 0,-1-2 0 0,1 2-3 15,-4-2 0-15,-1 3 2 0,2-4-2 0,-2 7-3 16,0 5-2-16,-2-14-6 0,2 14 2 0,-5-8-5 16,5 8-1-16,-11-1-4 0,11 1 4 15,-21 8 7-15,6 1-3 0,2 2 3 0,-1 3 2 0,1-1 3 16,0 1-1-16,1 1 0 0,3 0 0 0,0 1 2 16,4-1 3-16,0-4-5 0,2 3-2 0,1-3 2 15,2 0-4-15,1 0 0 0,1 0-2 0,3-1 1 16,-1-5 0-16,3 2 0 0,2-1-3 0,-2-2 6 15,6 0-4-15,-1-3-1 0,3 0-3 0,2-2 1 16,-5 0 0-16,0 0-4 0,-3-3 2 0,2 1 0 16,1-1-3-16,-2-1 1 0,1-1-2 0,0-2-5 15,-1-1 1-15,4-1-5 0,-1 0 2 0,1 1 0 16,-4-4-2-16,-1 6-3 0,1-2 3 0,-3 4-1 16,-1 1-1-16,-2-1-2 0,-4 5-2 0,9-6-2 15,-9 6 2-15,0 0-2 0,0 0 2 0,0 0 1 16,0 0 5-16,2 17-2 0,-2-17 3 0,-6 13 1 15,5-5 1-15,0 1-2 0,-1 0-11 0,-3 1-28 16,4-2-35-16,1 1-43 0,0-9-46 0,-3 17-23 16,4-11-32-16,2 1-208 0,-3-7-463 0,8 14 206 15</inkml:trace>
  <inkml:trace contextRef="#ctx0" brushRef="#br0" timeOffset="126145.86">29988 11243 198 0,'4'-13'207'0,"-2"5"-4"16,-1-4-3-16,-2 6-5 0,1 6-5 0,-7-13-9 16,0 10-5-16,-1 1-9 0,-4 2 1 0,-3 2-6 15,-2 3-8-15,-2 2-7 0,-6 3-13 0,8-2-9 16,1 0-4-16,0 3-13 0,2-2-10 0,4 4-12 16,2-4-6-16,2 0-7 0,-2-1-8 0,6 1-6 15,0-2-1-15,1 1-6 0,1-8-7 0,4 12-3 16,1-7-4-16,1-1-6 0,2-1-6 0,1-1-4 15,1-1-6-15,3 0-3 0,-4-1-1 0,2-1-4 16,0 0 1-16,-2-2-1 0,-2 1 0 0,3-2-4 16,-2-1 4-16,-1 1-7 0,0-2 0 0,0 0 3 15,-2 2-1-15,1 0-8 0,-1-2 3 0,0 2 4 16,0-1-8-16,-5 5 1 0,7-4 1 0,-7 4-5 16,0 0 1-16,0 0 5 0,0 0-1 0,0 0-2 15,11 6 0-15,-11-6 2 0,2 10 0 0,-2-10 2 16,-2 11 4-16,2-11-4 0,0 14 6 0,0-8-9 0,0 1-26 15,0-7-33-15,0 14-35 0,0-9-40 0,0-5-51 16,4 12-45-16,-2-7-246 0,-2-5-520 16,5 8 231-16</inkml:trace>
  <inkml:trace contextRef="#ctx0" brushRef="#br0" timeOffset="126409.95">30234 11087 13 0,'2'-10'329'0,"0"2"-12"16,0 1-19-16,-2 7-30 0,4-8-34 0,-4 8-25 0,0 0-9 15,0 0-2-15,0 0 13 0,0 0-15 16,-4 34 9-16,2-17-10 0,-3 1-17 0,2 0-8 16,-3 3-1-16,2 3-16 0,0-5-11 0,0-1-15 15,0 7-11-15,2-8-13 0,-1 0-23 0,2-1 10 0,0 0-11 16,1 0-4-16,-2-3-14 0,2-1-30 0,0-2-40 15,0 1-37-15,2 1-31 0,-1-3-23 16,-1 1-31-16,0-3-29 0,0-7-36 0,1 10-30 16,-1-10-41-16,1 9-11 0,-1-9-216 0,0 0-533 0,0 0 237 15</inkml:trace>
  <inkml:trace contextRef="#ctx0" brushRef="#br0" timeOffset="126693.51">30156 11294 151 0,'-1'-5'216'0,"1"5"1"15,0-10-12-15,0 10-20 0,1-10-15 0,-1 10-19 16,8-5-17-16,-1 1-12 0,4 0-9 0,1 3-12 16,6 0-5-16,3-2-7 0,7 2-12 0,-9 0-4 15,9-2-3-15,-1 0-4 0,-7 3-3 16,0 0-2-16,0 0 0 0,-2 0-3 0,-4-2-3 0,-2 1 1 16,0 0 0-16,-4 2-2 0,2-2-7 0,0 1-1 15,-10 0-9-15,13 1-1 0,-8 2 0 0,-5-3 2 16,7 3 11-16,-7-3 0 0,3 9 0 15,1-2 8-15,-3-1 3 0,1 1 7 0,-2 2 1 0,-2 1 3 16,1 0-16-16,-1 1 1 0,0 0-10 0,-3 0-4 16,3-1-5-16,-1-1-17 0,-2-1-20 0,3 3-30 15,-1 0-28-15,-1-3-34 0,2 2-39 0,2-10-52 16,-6 13-51-16,3-6-57 0,3-7-151 0,-5 11-477 16,5-11 211-16</inkml:trace>
  <inkml:trace contextRef="#ctx0" brushRef="#br0" timeOffset="126870.16">30468 11100 103 0,'0'0'105'15,"0"0"-18"-15,0 0-22 0,14 10-34 0,-12-3-16 16,6 2-25-16,-1 0-19 0,1 2-5 0,-1 0-22 15,2 3-60-15,0 0 27 0</inkml:trace>
  <inkml:trace contextRef="#ctx0" brushRef="#br0" timeOffset="127641.62">30559 11217 87 0,'6'6'3'0,"2"1"7"0,-3-2 14 16,0-1 12-16,0 0 8 0,-1-1 16 0,-4-3 13 15,9 5 13-15,-9-5 8 0,6 4 5 0,-6-4-2 16,5 5 6-16,-5-5-4 0,3 5 8 0,-3-5 3 16,1 7 11-16,-1-7 9 0,1 9 8 0,-1-9 3 15,-1 10-2-15,1-10-7 0,-2 12-5 0,-1-5-5 16,2 1-5-16,-2-3-8 0,0 5-10 0,1-3-12 15,-1-1-9-15,3-6-2 0,2 13-10 0,-2-5-8 16,0-8-2-16,2 11-7 0,3-7-4 0,-1 1-3 16,1-1-6-16,1-1 0 0,1 0-4 0,-1-1-5 15,3 3 4-15,-1-4 0 0,0 1-8 0,1-2-1 16,-9 0-5-16,15 0 1 0,-6-4 0 16,-1 1 1-16,-2 0-1 0,-6 3-2 0,13-5-9 0,-8 0 2 15,0 1 0-15,-1-1 4 0,0-1-10 0,1-3-1 16,-1 4-3-16,1-4 1 0,-1 3-4 0,-2-4-2 15,3 4 1-15,-2 0-1 0,-1 0 3 0,-2 6 6 16,4-10-3-16,-4 10 0 0,4-7 0 0,-4 7 1 16,4-4-5-16,-4 4 1 0,0 0-2 0,0 0 3 15,0 0 0-15,0 0 2 0,8 14 4 0,-8-14 4 16,1 12-2-16,-1-5 5 0,1 1 1 0,-1-8 3 16,1 11-1-16,-1-3 0 0,0-8-1 0,0 10-1 15,2-5 1-15,-2-5-2 0,0 9 8 0,0-9 10 16,0 0 4-16,0 0 11 0,0 0 5 0,0 8 1 15,0-8-9-15,0 0-2 0,0 0-5 0,0 0 0 16,0 0-7-16,0 0 9 0,0 0-8 0,9-24-1 16,-3 18-1-16,3-1-6 0,0 0-1 0,1 0-1 15,5-2-1-15,-3 3-1 0,5 0-8 0,-1 0-8 16,-4 2 3-16,1 1 0 0,-3 2-1 0,-3-1 1 16,2 2-7-16,0 2 5 0,-9-2-3 0,14 4 0 15,-7 0 7-15,-2 2-8 0,0-1 2 0,0 1-2 16,-2-1 3-16,2 4 0 0,1-3 1 0,-2 3 5 15,1-1 1-15,-1-2 1 0,-1 1-6 0,3-4-3 16,-2 2 8-16,-4-5 6 0,9 7-7 0,-4-3-3 16,-5-4 16-16,11 1-18 0,-4 1 5 0,-7-2 12 15,11-3-3-15,-4-3 3 0,-2 3-16 0,4-4-11 16,-2 1 13-16,-3-1-2 0,0 0 1 0,1-1 6 16,0 0-7-16,0-2 7 0,-1 0 5 0,-1 1-14 0,0-1 1 15,0 1 3-15,-2 1 7 0,1 1-9 16,-1 0 2-16,-1 7-3 0,3-10 5 0,-3 10-4 15,1-7-5-15,-1 7-2 0,0 0 0 0,0 0-9 16,0 0 4-16,0 0 4 0,0 0-3 0,0 0 2 16,-21 10-5-16,16-6 5 0,1 4 3 0,2-1-6 0,-2 3 7 15,0 0-6-15,2 1 5 0,0 0 4 16,0-1-3-16,2-2-2 0,-3 3 1 0,3 1 5 16,-1-1-6-16,0-1 7 0,-1-1-5 0,1 1 6 15,-2-1 3-15,0 1-3 0,0-3-3 0,1-1-17 0,-2 1-7 16,-3 0-23-16,1-2-26 0,2-1-27 15,-3 1-33-15,7-5-43 0,-12 6-68 0,7-3-60 16,5-3-218-16,0 0-565 0,0 0 250 0</inkml:trace>
  <inkml:trace contextRef="#ctx0" brushRef="#br0" timeOffset="127820.55">31320 11386 2680 0,'5'-3'128'0,"1"-2"-62"16,-6 5-24-16,6-3 29 0,-6 3 46 0,5-4 20 15,-5 4 7-15,5-7-20 0,-5 7-20 0,0 0-15 16,0 0-10-16,5-3-21 0,-5 3 2 0,0 0-23 0,0 0-35 16,0 0-24-16,0 0-35 0,0 0-32 0,0 0-44 15,0 0-61-15,-28 14-40 0,15-13-47 16,-10 4-207-16,-4 2-529 0,-3-1 233 0</inkml:trace>
  <inkml:trace contextRef="#ctx0" brushRef="#br0" timeOffset="128588.96">25936 11303 59 0,'0'0'185'0,"0"0"-2"0,0 0-9 0,0 0-10 15,26-6-7-15,-26 6-8 0,17 0-10 0,-6-1-9 16,-1 3-5-16,4 0-11 0,0-2-3 0,6 1-6 16,-3-1-8-16,4 3-8 0,0 0-2 0,0-2-8 15,7 1 1-15,-1 2-11 0,6 1 0 0,-1-2-1 16,8 3 2-16,11-1-6 0,4-1 0 0,5 2-9 15,5 0-4-15,27 1-1 0,0 2-5 0,-1-5-3 16,-26 2-5-16,35-3-1 0,0 4 1 0,-3 0-8 16,3 0 3-16,10 3-4 0,-6-1-7 0,8 1 0 15,-5-2-1-15,10 5-2 0,-9-3 2 0,11-1-3 16,1-4-3-16,3 3 4 0,0 4-8 0,-2-4 0 16,-1 4 0-16,-5-6-5 0,0 4 3 0,0-4-2 15,-1 2-3-15,0-3-1 0,-8-4 0 0,-1 5 0 16,-1-2 2-16,-12-1-2 0,2 0-2 0,-2 1 2 0,0-4-2 15,0 3 8-15,-28 0-7 0,28 3-1 16,-32-5 3-16,0-1-2 0,0 2-4 0,-3 1-2 16,-3-3 10-16,1 0-5 0,-3 4 2 0,0-1 14 15,0 0 0-15,2 5 1 0,4-4-5 0,-1 4 2 16,1-3-4-16,5 1 1 0,-2 3-8 0,2 0 3 0,1 1 0 16,-3-2-3-16,3 3 4 0,-5-4-1 0,0 3 2 15,-21-5-20-15,12 2-2 0,-10 0 2 16,-3-4 3-16,-2 4-2 0,1-2 0 0,-1 1 4 15,-3-5 2-15,-4 2 2 0,0 0 2 0,-10-1 1 16,0 0 5-16,-4 0 1 0,-3-1 6 0,-1 0 7 0,-3-1 5 16,-7 0 0-16,14-2 2 0,-9 0-4 15,-5 2-2-15,9-4-5 0,-9 4-2 0,2-7-11 16,-2 7-12-16,0 0-19 0,0 0-16 0,-8-14-28 0,8 14-35 16,-12-5-45-16,6-1-53 0,-5 2-59 0,-3 0-177 15,4 0-479-15,-4 3 213 0</inkml:trace>
  <inkml:trace contextRef="#ctx0" brushRef="#br0" timeOffset="128822.08">31651 11451 70 0,'0'0'249'0,"-4"-8"-5"16,4 8-22-16,-7-4-13 0,7 4-29 0,0 0-20 16,-4-6-20-16,4 6-9 0,0 0-13 0,0 0-19 15,0 0-33-15,-12 10-43 0,12-10-63 0,-7 4-72 16,2 0-182-16,5-4-317 0,-14 11 140 0</inkml:trace>
  <inkml:trace contextRef="#ctx0" brushRef="#br0" timeOffset="128983.33">31528 11688 288 0,'0'0'314'16,"0"0"-15"-16,0 0-27 0,0 0-29 0,0 0-14 16,11-7-34-16,-11 7-18 0,0 0-35 0,0 0-40 15,6-5-50-15,-6 5-52 0,0 0-67 0,8-4-76 16,-8 4-208-16,7 0-379 0,-7 0 167 0</inkml:trace>
  <inkml:trace contextRef="#ctx0" brushRef="#br0" timeOffset="129162.24">31887 11441 48 0,'0'0'241'0,"-3"-8"-28"0,3 8-19 0,0 0-34 16,0 0-48-16,0 0-50 0,0 0-45 16,0 0-51-16,0 0-53 0,0 0-68 0,0 0-167 15,0 0 74-15</inkml:trace>
  <inkml:trace contextRef="#ctx0" brushRef="#br0" timeOffset="130818.45">28234 11286 154 0,'0'0'154'0,"0"0"-9"15,0 0-9-15,-10-9-5 0,10 9-13 0,0 0-7 16,0 0-6-16,0 0-13 0,5-13 9 0,-5 13-14 16,4-9 2-16,-4 9-7 0,5-9-5 0,-1 4-5 15,-2-1-2-15,2 1-8 0,1-1 1 0,0 0-3 16,-1-2-1-16,1 1-4 0,3-2 0 0,-2 0-5 15,-2 0 2-15,1 0 0 0,1-1-5 0,0-1-8 16,-1 0 2-16,-1 2-4 0,-2-3-6 0,1 2 0 16,2-2-8-16,-3 1-2 0,2 1 2 0,-3 0-2 15,1 2-1-15,2 0 0 0,-4 8 1 0,1-12 1 16,-1 6 1-16,0 6-3 0,1-9 1 0,-1 9-4 16,1-8-2-16,-1 8-1 0,0 0-1 0,0 0-3 15,-7-9-2-15,7 9-2 0,0 0 1 0,-17 3-2 16,7 1 0-16,1-1 0 0,0 1-1 0,2 1-2 15,-1 0 3-15,1-2-5 0,3 2 2 0,4-5-1 16,-6 10 2-16,4-6 2 0,2-4-1 0,0 12 1 16,6-4-1-16,0 0-3 0,2-2 24 0,1 1-9 15,3 0 0-15,4-1 1 0,4 0-1 0,0 1-6 16,0-2 3-16,0 2-2 0,0-3-5 0,-2-1 2 16,-6 1-4-16,1 0 0 0,-4 1 0 0,1-1-4 15,0 0 1-15,-3 1 1 0,-2 0-2 0,0 0 0 16,-2 1 0-16,-1 2 5 0,1-1 2 0,-3-7 3 15,-5 20 2-15,2-10 4 0,-1-1 1 0,2 1 0 16,-4-1-1-16,1 3 0 0,-1-4-2 0,2 2-2 16,1 1 3-16,0-3-3 0,-1 3 3 0,2 0-5 15,2 0-13-15,-2-1-22 0,2 0-33 0,0-1-44 16,0-9-60-16,7 19-62 0,-5-9-211 0,4-1-470 16,1-1 207-16</inkml:trace>
  <inkml:trace contextRef="#ctx0" brushRef="#br0" timeOffset="130968.45">28624 11478 52 0,'0'0'195'0,"0"0"-23"0,0 0-45 0,0 0-43 16,0 0-44-16,0 0-39 0,9-1-53 15,-9 1-52-15,0 0-112 0,0 0 50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7:23:01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5857 5 0,'0'0'37'0,"0"0"-12"0,0 0-2 0,0 0-12 15,0 0-15-15,4 3-2 0,-4-3-10 0,0 0-16 16,0 0 7-16</inkml:trace>
  <inkml:trace contextRef="#ctx0" brushRef="#br0" timeOffset="1052.22">15969 5863 2 0,'0'0'57'15,"0"0"-20"-15,0 0-16 0,0 0-17 0,0 0-25 16,0 0-21-16,0 0 9 0</inkml:trace>
  <inkml:trace contextRef="#ctx0" brushRef="#br0" timeOffset="3265.1">20362 6167 87 0,'0'0'94'0,"0"0"-23"15,0 0-14-15,0 0-18 0,0 0-16 0,0 0-28 16,0 0-18-16,0 0-35 0,0 0-61 0,0 0 27 16</inkml:trace>
  <inkml:trace contextRef="#ctx0" brushRef="#br0" timeOffset="3997.3">22328 6116 39 0,'0'0'58'0,"0"0"-5"0,0 0-6 16,0 0 7-16,0 0-15 0,0 0-5 0,0 0 1 15,0 0-10-15,0 0 1 0,0 0-4 0,0 0-1 16,0 0-4-16,0 0 4 0,0 0-11 0,0 0 5 16,0 0-3-16,0 0 3 0,0 0 1 0,0 0-11 15,0 0 6-15,0 0-1 0,0 0-1 0,0 0 0 16,0 0 1-16,0 0 3 0,0 0-6 0,0 0 1 16,0 0-6-16,0 0 1 0,0 0 0 0,0 0 1 15,0 0-1-15,0 0 4 0,0 0-3 0,0 0-1 16,0 0 2-16,0 0-3 0,0 0-1 0,0 0 3 15,0 0-5-15,0 0 7 0,0 0 1 0,0 0-12 16,0 0-6-16,0 0 0 0,0 0-1 0,0 0-4 16,0 0-4-16,0 0-4 0,0 0-8 0,0 0-9 15,0 0-3-15,0 0-36 0,0 0-87 0,0 0 39 16</inkml:trace>
  <inkml:trace contextRef="#ctx0" brushRef="#br0" timeOffset="5318.6">14016 7605 46 0,'0'0'65'16,"0"0"-5"-16,0 0-3 0,0 0-10 0,0 0 1 16,0 0-6-16,0 0-10 0,0 0 1 0,0 0-10 15,0 0-3-15,0 0-16 0,0 0-8 0,0 0-15 16,0 0-5-16,0 0-12 0,0 0-30 0,0 0-71 15,0 0 31-15</inkml:trace>
  <inkml:trace contextRef="#ctx0" brushRef="#br0" timeOffset="9817.23">17442 7956 53 0,'0'0'53'0,"0"0"-11"0,0 0-4 16,0 0-1-16,0 0 1 0,0 0-3 0,0 0 4 0,0 0-8 15,0 0 2-15,0 0-10 0,0 0 2 0,0 0 2 16,0 0-4-16,0 0-2 0,0 0 2 16,0 0-6-16,0 0 10 0,0 0-8 0,0 0-2 15,0 0-1-15,0 0-3 0,0 0-6 0,8 2 6 16,-8-2-4-16,0 0-3 0,0 0 2 0,0 0-1 0,0 0-1 16,0 0-3-16,0 0 4 0,0 0-5 0,0 0 6 15,0 0 0-15,0 0-5 0,0 0-2 0,0 0 7 16,0 0-9-16,0 0 4 0,0 0-5 0,0 0-1 15,0 0 3-15,0 0 4 0,0 0 2 0,0 0-2 16,0 0 3-16,0 0-6 0,0 0 8 0,0 0-11 16,0 0 6-16,0 0-1 0,0 0-3 0,0 0 0 15,0 0 0-15,0 0 3 0,0 0 0 0,0 0 1 16,0 0-8-16,0 0 1 0,0 0 5 0,0 0-2 16,0 0-5-16,0 0 6 0,0 0 5 0,0 0-7 15,0 0 1-15,0 0 2 0,0 0-1 0,0 0 7 16,0 0-8-16,0 0 1 0,4-7-10 0,-4 7 12 15,0 0-6-15,0 0 3 0,0 0 1 0,0 0 1 16,0 0-11-16,8-2 12 0,-8 2-6 0,0 0-1 16,0 0-3-16,0 0 9 0,0 0-2 0,0 0-1 15,0 0 0-15,0 0-1 0,0 0-2 0,4-4-3 16,-4 4 12-16,0 0-18 0,0 0 5 0,0 0 1 16,0 0 0-16,0 0-9 0,0 0 1 0,0 0 2 15,0 0-9-15,0 0-4 0,0 0-2 0,0 0 4 16,0 0-13-16,0 0-3 0,0 0-3 0,0 0-35 15,0 0-84-15,0 0 38 0</inkml:trace>
  <inkml:trace contextRef="#ctx0" brushRef="#br0" timeOffset="11095.76">20155 7899 23 0,'0'0'48'0,"0"0"-12"16,0 0-14-16,0 0-19 0,0 0-25 0,0 0-25 16,0 0 11-16</inkml:trace>
  <inkml:trace contextRef="#ctx0" brushRef="#br0" timeOffset="12483.52">22368 8867 30 0,'0'0'63'0,"0"0"5"0,0 0-6 16,0 0-3-16,0 0-4 0,0 0-6 0,0 0-1 15,0 0-1-15,5 4-13 0,-5-4 3 0,0 0-2 0,0 0-1 16,0 0-22-16,0 0 10 0,0 0 1 15,0 0-3-15,0 0-4 0,0 0 3 0,0 0-11 0,0 0 4 16,0 0 0-16,0 0 2 0,0 0-5 16,0 0-6-16,0 0 3 0,0 0-1 0,0 0 4 0,0 0-4 15,0 0 6-15,0 0 0 0,0 0-6 0,0 0 0 16,0 0-3-16,0 0 0 0,0 0 1 0,0 0 1 16,0 0 0-16,7 3 3 0,-7-3-7 15,0 0 2-15,0 0 2 0,0 0-2 0,0 0 0 0,0 0 0 16,0 0-3-16,0 0 4 0,0 0-9 0,0 0 6 15,0 0 5-15,0 0-7 0,0 0-1 0,0 0 9 16,0 0-7-16,0 0 4 0,0 0-8 0,0 0 3 16,0 0 2-16,0 0 10 0,0 0-7 0,0 0-5 15,0 0 2-15,0 0 1 0,0 0-1 0,0 0 1 16,0 0 6-16,0 0-8 0,0 0 4 0,0 0-1 16,0 0 2-16,0 0-8 0,0 0 11 0,0 0-11 15,0 0 5-15,0 0-4 0,0 0 5 0,0 0 2 16,0 0-4-16,0 0 4 0,0 0-6 0,0 0 5 15,0 0-7-15,0 0 3 0,0 0 0 0,0 0-13 16,0 0 5-16,0 0-10 0,0 0-9 0,0 0-5 16,0 0-16-16,0 0-10 0,0 0-58 0,0 0-126 15,0 0 56-15</inkml:trace>
  <inkml:trace contextRef="#ctx0" brushRef="#br0" timeOffset="13031.37">24783 8203 39 0,'-6'3'51'0,"6"-3"-20"16,0 0-15-16,0 0-24 0,0 0-14 0,0 0-24 15,0 0 12-15</inkml:trace>
  <inkml:trace contextRef="#ctx0" brushRef="#br0" timeOffset="14714.26">22399 8035 78 0,'0'0'56'0,"0"0"-19"0,0 0-21 16,0 0-26-16,0 0-20 0,-32 0-32 0,22 2 15 0</inkml:trace>
  <inkml:trace contextRef="#ctx0" brushRef="#br0" timeOffset="15766.34">22518 8356 20 0,'-9'2'29'0,"9"-2"-8"16,0 0-3-16,-9 0-14 0,9 0-20 0,0 0-16 16,0 0 7-16</inkml:trace>
  <inkml:trace contextRef="#ctx0" brushRef="#br0" timeOffset="16932.03">13140 10049 30 0,'0'0'102'16,"0"-10"-4"-16,0 10-11 0,0 0-3 0,0-10 1 16,0 10-14-16,2-6-11 0,-2 6-1 0,0-8-10 15,0 8 3-15,0 0-23 0,0 0 5 0,0 0-2 0,0-10-7 16,0 10-7-16,0 0-1 0,0 0-12 16,0 0-8-16,0 0-5 0,0 0-1 0,0-10-7 15,0 10-6-15,0 0-9 0,0 0-8 0,0 0-16 16,0 0-12-16,0 0-48 0,0 0-124 0,0 0 55 0</inkml:trace>
  <inkml:trace contextRef="#ctx0" brushRef="#br0" timeOffset="20636.71">18456 9836 2 0,'0'0'58'15,"0"0"-4"-15,0 0-4 0,0 0-6 0,0 0-3 16,0 0-5-16,0 0-3 0,0 0-2 0,0 0-6 16,0 0-13-16,0 0 3 0,0 0-1 0,0 0 2 15,0 0-1-15,0 0-8 0,0 0 1 0,0 0 1 16,0 0-4-16,0 0-5 0,0 0 1 0,0 0 2 15,0 0-6-15,0 0 6 0,3 6-1 0,-3-6 2 16,0 0-1-16,0 0-2 0,0 0-5 0,0 0-2 16,0 0-3-16,0 0 0 0,0 0-8 0,0 0-6 15,0 0 0-15,0 0 4 0,0 0-7 0,0 0 3 16,0 0-6-16,2 7-22 0,-2-7-54 0,0 0 25 16</inkml:trace>
  <inkml:trace contextRef="#ctx0" brushRef="#br0" timeOffset="21729.99">25504 7973 5 0,'0'0'-2'0,"0"0"0"15</inkml:trace>
  <inkml:trace contextRef="#ctx0" brushRef="#br0" timeOffset="28916.6">14374 9592 4 0,'0'0'1'0,"0"0"-3"0,0 0 0 0</inkml:trace>
  <inkml:trace contextRef="#ctx0" brushRef="#br0" timeOffset="30643.84">16873 13801 61 0,'4'-8'116'15,"-4"8"-18"-15,0 0-5 0,7-7-9 16,-7 7-13-16,7-2-9 0,-7 2 1 0,8-3-16 16,-8 3-16-16,0 0-4 0,0 0-3 0,7-2-14 15,-7 2-12-15,0 0-1 0,0 0-8 0,0 0-8 16,4 10-13-16,-4-10-7 0,0 0-14 0,-3 12-52 0,3-12-114 16,-1 13 51-16</inkml:trace>
  <inkml:trace contextRef="#ctx0" brushRef="#br0" timeOffset="30950.42">17032 14685 63 0,'0'0'128'0,"0"0"-1"16,0 0-8-16,0 0-14 0,0 0-26 0,0 0 6 16,0 0-7-16,0 0-14 0,0 0-11 0,0 0-10 15,4 5-11-15,-4-5-6 0,0 0-11 0,0 0-19 16,0 0-10-16,0 0-20 0,0 0-6 0,0 0-14 15,0 0-22-15,0 0-57 0,0 0-144 0,0 0 65 16</inkml:trace>
  <inkml:trace contextRef="#ctx0" brushRef="#br0" timeOffset="34016.17">14721 13509 41 0,'0'0'71'0,"6"-10"-6"0,-6 10-11 0,0 0-3 16,5-2-5-16,-5 2-5 0,0 0-8 0,0 0-5 15,14 1-14-15,-14-1-8 0,0 0-6 0,9 2-14 16,-9-2-6-16,10 5-13 0,-6-2-32 0,-4-3-68 16,13 3 31-16</inkml:trace>
  <inkml:trace contextRef="#ctx0" brushRef="#br0" timeOffset="34234.08">15348 13420 1 0,'0'0'116'15,"0"0"-13"-15,0 0-9 0,0 0-20 0,9-6-18 16,-9 6-15-16,0 0-16 0,0 0-14 0,0 0-14 16,8-1-18-16,-8 1-20 0,0 0-35 0,0 0-83 0,9 7 37 15</inkml:trace>
  <inkml:trace contextRef="#ctx0" brushRef="#br0" timeOffset="35503.1">16893 14683 6 0,'0'0'16'16,"0"0"-2"-16,0 0 3 0,0 0-4 0,0 0-1 16,0 0-3-16,0 0-2 0,0 0 2 0,0 0-1 15,3-6-3-15,-3 6-1 0,0 0-13 0,0 0-10 16,0 0-20-16,0 0 9 0</inkml:trace>
  <inkml:trace contextRef="#ctx0" brushRef="#br0" timeOffset="39724.97">17149 11107 2 0,'7'0'25'0,"-7"0"-10"0,0 0-7 16,7 2-17-16,-7-2-9 0,0 0 4 0</inkml:trace>
  <inkml:trace contextRef="#ctx0" brushRef="#br0" timeOffset="45960.25">22087 15090 61 0,'0'0'55'0,"0"0"0"0,0 0-11 15,0 0-1-15,0 0-13 0,0 0-9 0,0 0-10 16,0 0-5-16,0 0 0 0,0 0-2 0,0 0-5 15,0 0-11-15,1 12-7 0,-1-12-2 0,0 0-27 16,0 0-51-16,2 9 24 0</inkml:trace>
  <inkml:trace contextRef="#ctx0" brushRef="#br0" timeOffset="46190.58">22625 15129 5 0,'0'0'65'0,"0"0"-5"0,0 0-19 15,0 0-14-15,0 0-16 0,0 0-3 0,0 0-5 16,0 0-8-16,0 0-11 0,0 0-18 0,0 0-35 15,0 0 16-15</inkml:trace>
  <inkml:trace contextRef="#ctx0" brushRef="#br0" timeOffset="46402.12">23109 15200 22 0,'0'0'6'0,"0"0"-11"0,0 0-6 0,0 0 4 15</inkml:trace>
  <inkml:trace contextRef="#ctx0" brushRef="#br0" timeOffset="46635.01">23560 15350 7 0,'0'0'110'16,"0"0"-11"-16,0 0-19 0,0 0-22 0,0 0-24 15,0 0-3-15,0 0-31 0,0 0-17 0,0 0-22 16,0 0-22-16,-24 13-66 0,24-13 30 0</inkml:trace>
  <inkml:trace contextRef="#ctx0" brushRef="#br0" timeOffset="47085.21">23228 15516 37 0,'0'0'184'0,"-9"-7"0"0,4 3 2 16,-1 1-9-16,6 3 0 0,-10-9-8 0,6 2-15 15,-1 6-1-15,5 1 11 0,-7-9-7 0,3 3-9 16,4 6-12-16,-7-6-8 0,3 3-7 16,4 3-5-16,0 0-9 0,-7-8-6 0,7 8-8 0,-3-4-12 15,3 4-7-15,0 0-7 0,-4-5-6 0,4 5-6 16,0 0-8-16,0 0-5 0,0 0 6 0,0 0-14 16,14-9-3-16,-3 8-3 0,6-2 0 0,5 1-5 15,6-3-15-15,2 3-16 0,4 1-26 16,-4 0-34-16,5 1-39 0,-2-2-53 0,2-1-44 0,-1 3-37 15,-4 3-176-15,0-8-450 0,1 3 199 0</inkml:trace>
  <inkml:trace contextRef="#ctx0" brushRef="#br0" timeOffset="60881.56">23274 15240 8 0,'0'0'125'0,"0"0"-16"0,0 0-11 0,0 0-19 16,0 0-6-16,0 0-20 0,0 0-9 0,0 0-20 15,0 0-17-15,5 12-14 0,-3-7-26 0,0 3-9 0,-1-2-48 16,1 3-97-16,-2 2 43 0</inkml:trace>
  <inkml:trace contextRef="#ctx0" brushRef="#br0" timeOffset="94381.16">30386 9326 18 0,'0'0'35'0,"0"0"-10"15,0 0 1-15,0 0-3 0,0 0-2 0,0 0-2 16,0 0-6-16,0 0 4 0,0 0-1 16,0 0-6-16,0 0 0 0,0 0-7 0,0 0-14 15,0 0-6-15,0 0 8 0,0 0-10 0,6-7-11 16,-6 7-33-16,0 0 14 0</inkml:trace>
  <inkml:trace contextRef="#ctx0" brushRef="#br0" timeOffset="95069.02">30716 9093 14 0,'0'0'34'0,"0"0"-7"0,0 0 2 15,0 0-7-15,0 0 2 0,0 0-6 0,0 0-1 16,0 0-5-16,0 0 2 0,0 0 0 0,-4-11-4 16,4 11 1-16,0 0-3 0,0 0-3 0,0 0 5 15,0 0-3-15,0 0-1 0,0 0-1 0,0 0 3 16,0 0-2-16,0 0-1 0,0 0 0 0,0 0-1 16,0 0-7-16,0 0 7 0,0 0-4 0,0 0 3 15,0 0-4-15,0 0 1 0,0 0-7 0,0 0 2 16,0 0 5-16,0 0 2 0,0 0-7 0,0 0-6 15,0 0 5-15,0 0 5 0,0 0-6 0,0 0 0 16,0 0-1-16,0 0-1 0,0 0-1 0,0 0-1 16,0 0 6-16,0 0-3 0,0 0-2 0,0 0 3 0,0 0 2 15,0 0 3-15,0 0-6 0,0 0 3 16,0 0-1-16,0 0 1 0,0 0 0 0,0 0 1 16,0 0-2-16,0 0 1 0,0 0 2 0,0 0-3 15,0 0 0-15,0 0 4 0,0 0-2 0,0 0-4 0,0 0 3 16,0 0-2-16,0 0-1 0,0 0-10 15,0 0-18-15,3-11 8 0</inkml:trace>
  <inkml:trace contextRef="#ctx0" brushRef="#br0" timeOffset="99087.03">32211 11172 68 0,'4'-5'69'16,"-4"5"-14"-16,4-5-3 0,-4 5-1 0,0 0-8 15,0 0-7-15,2-8-20 0,-2 8-12 0,0 0-21 16,0 0-47-16,3-7-67 0,-3 7 30 0</inkml:trace>
  <inkml:trace contextRef="#ctx0" brushRef="#br0" timeOffset="99647.09">32152 11145 32 0,'0'0'51'0,"7"-6"-13"0,-7 6 2 0,0 0-7 0,0 0-2 15,4-6-7-15,-4 6-6 0,0 0-9 0,0 0-7 16,0 0-4-16,0 0-10 0,2-7-3 0,-2 7-27 16,0 0-45-16,0 0 21 0</inkml:trace>
  <inkml:trace contextRef="#ctx0" brushRef="#br0" timeOffset="201905.12">28507 12498 88 0,'0'0'118'0,"-15"0"0"0,7-3-13 16,8 3-14-16,-14-3-9 0,7 2-4 0,-1 0-7 15,8 1-5-15,-15-1-3 0,8-1 0 0,7 2-2 0,-13-2 0 16,13 2-2-16,-9-3 0 0,9 3-4 0,-8 0-4 16,8 0-3-16,0 0 0 0,0 0-9 0,-10-1 0 15,10 1-7-15,0 0-7 0,0 0 7 16,0 0 1-16,0 0 8 0,0 0 1 0,0 0 6 15,0 0 1-15,21 9 2 0,-8-7-3 0,5 2-1 0,11 1-3 16,3 2 0-16,3-2 4 0,17 0 0 16,-1-1-6-16,9 2 1 0,-2-2-3 0,2 1-2 15,2-1 0-15,1 1-6 0,0 0-2 0,1 1 0 16,-2-2-5-16,-1 1 0 0,-2 1 0 0,-3-2 1 16,-6 0 0-16,-10-3-2 0,-3 1-4 0,-2 2 2 0,0-1-3 15,-1-1 1-15,-2 1-2 0,-4 0-3 16,-5-1 2-16,-3 1-1 0,-3-1-2 0,-2 0 1 0,-2-1 2 15,-3-1 1-15,3 1 1 0,-7 1-1 0,-6-2 5 16,11 0 3-16,-11 0-5 0,10 0-2 16,-10 0 2-16,6 0 1 0,-6 0 2 0,0 0 0 0,0 0-1 15,0 0-6-15,0 0-20 0,0 0-12 0,0 0-25 16,0 0-30-16,0 0-40 0,0 0-44 16,0 0-33-16,0 0-38 0,0 0-143 0,0 0-398 15,-24 10 177-15</inkml:trace>
  <inkml:trace contextRef="#ctx0" brushRef="#br0" timeOffset="202318.91">30750 12297 133 0,'7'-6'162'0,"-7"6"-7"16,0 0-13-16,5-5-12 0,-5 5 6 0,0 0-6 16,0 0 2-16,0 0 1 0,0 0-11 0,0 0-5 15,9 13-3-15,-8-7-5 0,-1-6-5 0,3 11-12 16,-2-4-5-16,0 0-5 0,0-1-6 0,1 1-5 15,1 0-2-15,-3-7-12 0,2 12 0 16,-2-12-7-16,1 9-2 0,-1-9-5 0,0 8-3 0,0-8-4 16,3 8-6-16,-3-8-18 0,1 7 0 0,-1-7-2 15,0 0 5-15,1 6-4 0,-1-6-1 0,0 0 4 16,0 0 7-16,7 4 3 0,-7-4-2 0,11 1-1 16,2-3-1-16,5-3-6 0,10-5 0 15,6 0-13-15,2-2-18 0,17-5-19 0,0 0-28 0,6-4-37 16,1 0-49-16,29-8-24 0,-30 3-49 0,1 0-130 15,21-8-381-15,-26 9 169 0</inkml:trace>
  <inkml:trace contextRef="#ctx0" brushRef="#br0" timeOffset="204235.77">28265 13913 166 0,'0'0'171'0,"0"0"-3"0,0 0-12 0,0-8-12 15,0 8-14-15,0 0-12 0,0 0-14 0,0 0-5 16,0 0-2-16,0 0-1 0,0 0-2 0,0 0-1 16,0 0-7-16,11 16-7 0,-11-16-2 0,4 9-8 15,0-5-6-15,-4-4-4 0,6 10-3 0,-6-6-4 16,0-4-2-16,8 10-9 0,-7-6 2 0,-1-4-4 16,4 6 0-16,-4-6-1 0,5 5-5 0,-5-5-4 15,4 6 1-15,-4-6-7 0,4 3 4 0,-4-3-3 16,9 3-6-16,-9-3 2 0,12 2-3 0,-4-3-3 15,6-1 1-15,6 0-16 0,7-5-13 0,7-2-8 16,0-2-25-16,15-1-30 0,3-4-46 0,6-2-39 16,3-1-52-16,-1-2-123 0,27-12-363 0,-28 6 161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7:29:17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6988 9839 74 0,'0'0'73'16,"-3"-7"10"-16,3 7-9 0,0 0-3 0,0 0-2 15,0 0-1-15,0 0-7 0,0 0-10 0,0 0-8 16,0 0 5-16,0 0-6 0,0 0-10 0,0 0 2 15,0 0-3-15,0 0-18 0,0 0-17 0,0 0-14 16,0 0-18-16,0 0-18 0,-5 18-20 0,5-18-40 16,-5 13-123-16,2-5 55 0</inkml:trace>
  <inkml:trace contextRef="#ctx0" brushRef="#br0" timeOffset="74761.6">24018 4899 156 0,'0'0'238'15,"-5"-4"-21"-15,5 4-16 0,-8-7-3 0,8 7-6 16,-7-3-4-16,7 3-11 0,-9 0-10 0,9 0-8 16,-14 8-16-16,5 0-36 0,0-1 13 0,1-2-13 15,0-2-8-15,2 1-1 0,2 0-10 0,-1 0-20 16,5-4-1-16,-9 9-16 0,3-4-4 16,-1 3-3-16,0-1 5 0,-1 5-18 0,-2 1-1 0,-1 3-3 15,2 0 2-15,-1 1-5 0,3 2 1 0,-1-2-7 16,-2 7 2-16,5-5-1 0,1 2-3 0,1-2-2 15,2 5 1-15,2 1-2 0,1-6 8 0,1 0-10 16,4-2-1-16,-2 2-1 0,1-4-2 0,1 1 1 16,2-2 4-16,1 0 4 0,0-1-14 0,0 1 4 15,2-6 3-15,-2 1 5 0,7 1-2 0,-2-5 1 16,-1 0-1-16,1-1 0 0,4-2 1 0,-1-2 1 16,2 0 1-16,0-1 2 0,-2-2-6 0,2-4 1 15,1 2-5-15,-3-5 6 0,2 1 2 16,3-5 1-16,-8 4-4 0,7-6 1 0,-6 3 4 0,0-1-11 15,-2 0 1-15,1-1 3 0,-3-2 2 0,-2 1-1 16,0-1-6-16,-1-2 6 0,-1 2-2 0,-3-2-4 16,-1 0 5-16,0 0-1 0,-2 0 1 15,-2-1-6-15,0 4 4 0,0-4-4 0,-2 3 2 0,-2 4-5 16,0-3 4-16,-2 2 1 0,1-1-4 16,-2 5 2-16,1-1 0 0,-2 0-1 0,1 2-2 0,-1 0-1 15,-1 2 3-15,-2 0-4 0,-1 2 0 0,-1-2-3 16,2 6 4-16,-2-1-5 0,-1 2 2 0,0 0-11 15,0 3-9-15,2 0-14 0,-6 2-16 0,3 3-18 16,-1-1-20-16,-1 3-20 0,2 2-31 16,-1 0-39-16,0-2-40 0,0 3-32 0,1 1-173 0,2 0-462 15,4-3 204-15</inkml:trace>
  <inkml:trace contextRef="#ctx0" brushRef="#br0" timeOffset="75493.63">24087 5323 19 0,'0'-9'267'0,"0"9"-10"0,0 0-18 15,0 0-16-15,0 0-18 0,0-9-43 0,0 9-17 16,0 0-15-16,0 0-15 0,0 0-1 0,0 0-20 16,0 0-6-16,0 0-14 0,0 0-6 0,0 0-2 15,4 24 8-15,-3-8-12 0,1 8 7 0,0 2 2 16,-2 0 0-16,0 2-3 0,-1 0-5 0,0 4-2 15,1-3 20-15,-2 6-18 0,1 9-5 0,1-11 0 16,1-1-1-16,-3 0 0 0,3 0-5 0,-1 0-4 16,1 0-3-16,1 0 12 0,-1 0 1 0,0-1-13 15,-1 0-2-15,1 0 8 0,3-1-6 0,-1-2 5 16,-2 1-11-16,1-3 5 0,2-1-7 0,-1 1-3 16,-1-1-3-16,0 0 5 0,-1-5 14 0,0-2-13 15,-1 1-2-15,0 0 5 0,0-4 0 0,0 2 10 16,-1 2-1-16,1-2-1 0,-3 0-6 0,3 0-5 15,0-2-4-15,-3 2 4 0,1-2-5 0,1-3 4 16,1 5-2-16,-1-6-5 0,-1 0-2 0,1 1 8 16,0-2-9-16,0 3 6 0,-1-3-6 0,2-1 1 15,-1 1-1-15,0 0-6 0,1-1 4 0,-3-2 0 16,3-7-6-16,0 13-2 0,3-6-4 0,-3-7 6 16,0 9-5-16,0-9 3 0,-3 10-7 0,3-10 3 15,0 7 4-15,0-7-8 0,4 7-3 0,-4-7-2 16,0 0-6-16,0 0-9 0,0 0-25 0,1 6-30 15,-1-6-35-15,0 0-27 0,0 0-40 0,0 0-54 16,0 0-86-16,0 0-45 0,0 0-235 0,0 0-638 16,0 0 283-16</inkml:trace>
  <inkml:trace contextRef="#ctx0" brushRef="#br0" timeOffset="77802.19">24097 6593 87 0,'0'0'160'0,"0"0"-4"16,0 0-15-16,0 0-5 0,8-2-6 0,-8 2-9 15,0 0 1-15,0 0-9 0,0 0-6 0,0 0-1 16,0 0-9-16,0 0-8 0,0 0 0 0,0 0-6 15,0 0 4-15,0 0-8 0,0 0-3 0,0 0-3 0,0 0-2 16,0 0-9-16,0 0-3 0,0 0-3 16,0 0-3-16,0 0-5 0,0 0-5 0,0 0-6 15,0 0 2-15,0 0-10 0,0 0-1 0,0 0-5 0,0 0-4 16,0 0-3-16,0 0-2 0,0 0 7 16,0 0-12-16,0 0 0 0,0 0-5 0,0 0 2 15,0 0 2-15,6 11 1 0,-1-8-3 0,1 0 4 16,-1 0 3-16,6 1-4 0,-1 0 0 0,-1 0 0 15,3 0 1-15,0 1-1 0,-1-2 0 0,-2 1-3 0,2 3 1 16,1-4-2-16,-2 2 0 0,-1-3 0 0,0 3-1 16,1-1-2-16,-3 0 1 0,-2-1 0 15,6 2-1-15,-7-1 1 0,0 0-1 0,-4-4-2 16,5 8 3-16,-3-2 4 0,-2 0 9 0,0-6-1 16,-2 14 1-16,2-6 0 0,-5-3 4 0,0 4-3 0,-4 1 2 15,1 0 0-15,-5 2 2 0,-1-2-2 0,-1 0-2 16,0 3 3-16,0-2-3 0,2-1 2 0,2 0 0 15,-3 1-2-15,-1 1-1 0,1 0-5 0,-2 1 5 16,4-2-3-16,0-2-3 0,-1 4 0 0,3-2 0 16,-3 1-2-16,3-4-2 0,-1 4-3 0,2-3 3 15,2 0-2-15,1-2-1 0,1 2-3 0,-3-1 2 16,4 1 2-16,0 0 0 0,3-2-2 16,0 2-2-16,1-9-5 0,1 16 1 0,2-10 0 0,-2 2 0 15,4 2-2-15,0-1 0 0,3 1 2 0,0-3-2 16,-2 1-2-16,3 0 3 0,1 1 1 0,0-2 1 15,1-1 1-15,0 3 1 0,-2-3 1 0,1 1-5 16,0-3 2-16,1 3 0 0,-5-2-2 0,-1-2 1 16,2 1 3-16,-2 2 0 0,-3-2-2 0,-2-4 2 15,7 10-3-15,-5-6 3 0,1 3 1 0,-3-7 5 16,-1 15 3-16,-1-5 2 0,-2-2 1 0,1 0 5 16,-3 4-4-16,0-2 0 0,-5 5 2 0,-1-1 0 15,-1-1-3-15,2 1 1 0,-1 0-1 16,-3-1-2-16,3 1 4 0,-2 0-4 0,2-2-1 0,0 2 1 15,-2-2 2-15,5 1-7 0,0-1-1 0,0-2-2 16,2-1 7-16,1 3-6 0,-1 0 0 0,3 1 0 16,0-4 1-16,3 3-1 0,-2-1-1 0,3 0-2 15,0 0-5-15,2 1-2 0,1 3 0 0,2-3 0 16,2-1-2-16,1 4 1 0,-2-6 3 0,5 4 0 16,1 0 2-16,-1-2 2 0,2 1 2 0,-5-2 3 15,2-1 0-15,0-2-6 0,-1 2 2 0,-1-3-3 16,0 1 4-16,-1 0-2 0,-3-2-2 0,1 1 2 15,-2 0 1-15,-1-1 0 0,-2-5 0 0,6 10 0 16,-6-5 10-16,0-5 6 0,-2 11-5 0,2-11 3 16,-5 13 1-16,0-6 4 0,-2-1 4 0,-1 2-3 15,-3 0-4-15,-3 1-1 0,3 0 1 0,-2-1 0 16,-2 5 1-16,-1-6-6 0,6 1 3 0,0 1-2 16,0-1 0-16,-1 1-3 0,3-2 2 0,0 2-2 15,0 1-3-15,-1-1 1 0,4-1-4 0,0 1 3 16,1 0-4-16,2 0-2 0,-4 1-1 0,6 1 2 15,0 0 0-15,2-1 2 0,0 1-4 0,1 2 5 16,-1 0-3-16,1-3 4 0,1 2-3 0,1 2 2 16,3 2-1-16,-5-4-1 0,0 1 2 0,2 3 5 15,0-2 1-15,-2 1 5 0,2 3 9 0,0-1 1 16,-1-2 3-16,0 2 1 0,0-2 11 0,-1 3 11 16,-1 0-13-16,0 0-2 0,0-1 9 0,3 10 2 15,-7-2 15-15,4 1-11 0,-2-8 9 0,-3 5-5 16,3 3-1-16,-1-1 0 0,1 2 2 0,-1-2 6 15,-1 0-11-15,1-2-10 0,2 3-5 0,-1-2 2 16,0 1 0-16,0-1-8 0,0-5 4 0,2-1-15 16,-2 0 3-16,0 0 3 0,0-1-2 0,-2 0-7 15,2-1 1-15,-1-5-24 0,0 1-39 0,1 0-53 16,-3 0-54-16,-1-2-55 0,-1 1-77 0,0-1-71 16,-5-1-254-16,1-1-662 0,-5 4 294 0</inkml:trace>
  <inkml:trace contextRef="#ctx0" brushRef="#br0" timeOffset="78994">24041 8721 36 0,'0'0'79'0,"0"0"-9"0,0 0-5 0,0 0-10 15,0 0 2-15,0 0-10 0,0 0-1 16,0 0 0-16,0 0-7 0,0 0 6 0,0 0-8 16,0 0 2-16,0 0 1 0,0 0-2 0,0 0-3 15,0 0 1-15,0 0-3 0,0 0-1 0,0 0 11 0,0 0-1 16,0 0-6-16,0 0 1 0,0 0 5 0,0 0-8 16,0 0 6-16,0 0 2 0,0 0-7 15,0 0 7-15,0 0 1 0,0 0-6 0,0 0 2 16,0 0-4-16,0 0 1 0,0 0-4 0,0 0-1 0,0 0-4 15,0 0 3-15,0 0 2 0,0 0-8 0,0 0-2 16,0 0-2-16,0 0-7 0,0 0 1 0,0 0-1 16,0 0-1-16,0 0-2 0,0 0-2 0,0 0-5 15,0 0 0-15,6 8 3 0,-6-8 1 0,3 9 5 16,-3-9-8-16,1 8-3 0,2-2 2 0,-3-6-3 16,2 11 17-16,0-6-3 0,-1 1-3 15,-1-6 2-15,1 14 7 0,1-9-6 0,-2-5-6 16,2 13 11-16,-2-9-9 0,0-4 4 0,3 12 1 0,-1-6 7 15,-1 1 3-15,-1-7 2 0,3 12 0 0,-2-8-4 16,2 3-3-16,-3-7-2 0,1 11 2 0,2-5 4 16,-3-6-3-16,2 9 3 0,-2-9-3 0,1 7-4 15,-1-7 0-15,3 6 2 0,-3-6-5 0,0 0 1 16,0 0-2-16,3 9 1 0,-3-9 0 0,0 0-4 16,0 0 0-16,2 4 1 0,-2-4-1 0,0 0 1 15,0 0-2-15,0 0 0 0,0 0-3 0,0 0 1 16,0 0-1-16,0 0-5 0,0 0-12 0,0 0-10 15,0 0-15-15,0 0-32 0,0 0-25 0,0 0-23 16,0 0-33-16,0 0-29 0,0 0-115 0,0 0-316 16,0 0 140-16</inkml:trace>
  <inkml:trace contextRef="#ctx0" brushRef="#br0" timeOffset="80067.62">23995 8906 78 0,'0'0'118'0,"1"-7"7"16,-1 7-4-16,0 0-2 0,0 0-6 0,-1-10-6 16,1 10-12-16,0 0-2 0,0 0-2 0,-1-11-3 15,1 11 0-15,0 0-3 0,0 0-5 0,-3-9-3 16,3 9-3-16,0 0 1 0,0 0 0 0,-2-6-3 16,2 6 2-16,0 0-5 0,0 0-3 0,0 0-7 15,0 0 2-15,0 0-10 0,0 0-3 0,0 0-6 16,0 0-4-16,0 0-4 0,0 0-3 0,0 0-4 15,0 0 0-15,0 0 4 0,0 0-2 0,-19 16 0 16,8-4 3-16,0 5 2 0,-7 2-3 0,-4 3 2 16,4 0 0-16,-6 4 0 0,1 3 1 0,-1-3-3 15,-7 12 12-15,-1 1 0 0,10-10 0 0,-12 10 5 16,1 0 4-16,-1-2 0 0,1-1 2 0,0 2 3 0,-2-2 0 16,1 1-4-16,-1 1 5 0,2-3 2 15,0 0-2-15,6-8 1 0,2-1-2 0,-2 0-3 16,1-2-1-16,2-1-3 0,-2 0-5 0,1 1 3 15,0-2-6-15,0-2-2 0,4 1 0 0,0-3-7 0,-1-1-3 16,7-6-1-16,-1 2-7 0,3-1-1 16,0-1-2-16,1-3-1 0,3 1-1 0,-1-1-4 0,2-1 0 15,0 1-8-15,3-3-12 0,0-2-14 16,0 0-14-16,5-3-5 0,-6 7-26 0,6-7-19 0,-5 3-23 16,5-3-30-16,-7 3-29 0,7-3-39 15,0 0-50-15,0 0-246 0,0 0-543 0,0 0 241 16</inkml:trace>
  <inkml:trace contextRef="#ctx0" brushRef="#br0" timeOffset="80749.03">23031 9296 128 0,'-4'-9'229'15,"2"3"-3"-15,-1-4-13 0,-2 4-15 0,2-1-7 0,-1 0-12 16,4 7-3-16,-5-10-8 0,5 10-5 0,-3-8-10 16,3 8-14-16,0 0-15 0,-3-8-13 0,3 8-15 15,0 0-10-15,-2-6-8 0,2 6-11 16,0 0-6-16,0 0-4 0,0 0-9 0,0 0-3 0,0 0-6 15,-3 20-2-15,3-20-3 0,2 19 1 16,-1-8-5-16,-2 2 4 0,1 2-1 0,0 2 8 0,-2 1 0 16,2 0 4-16,2 6 6 0,-4-5 2 0,4 1-9 15,-1 8 0-15,1 0 7 0,-2 3 0 0,3-3-4 16,0 3 20-16,-1 0-13 0,2 3-13 0,1-1 2 16,1 0 4-16,-1 0 5 0,2 0-12 0,1 2 2 15,-2 1 6-15,5 12 1 0,-3-16-7 0,0 2-2 16,3 12 5-16,-4-13-1 0,2 12-17 0,1 1-1 15,-3-11 2-15,4 13 4 0,-3-11-6 0,-1-3 0 16,2 11-3-16,-4-10 2 0,0-2-1 0,-1 0 14 16,1 1-7-16,0-1 0 0,-1 2 4 0,-1-3 0 15,-2 0 5-15,0 1-4 0,1-4-2 0,-2 1 3 16,1 1-9-16,0-2 10 0,-1 4-13 0,1-7-6 16,-2 2 5-16,0-2-6 0,0-8 0 0,1 0 1 15,-2 0 1-15,2 0-4 0,-1-1-7 0,0-5-24 16,-1 0-24-16,2-2-26 0,0 0-33 0,2-2-33 15,-2-8-26-15,0 11-23 0,0-11-24 0,0 10-31 16,0-10-39-16,4 3-40 0,-4-3-249 0,0 0-610 0,15-15 271 16</inkml:trace>
  <inkml:trace contextRef="#ctx0" brushRef="#br0" timeOffset="81682.64">23172 10327 52 0,'0'0'168'0,"0"0"-14"0,0 0 12 0,-6-3-19 0,6 3-3 16,0 0-10-16,0 0 1 0,0 0-6 15,0 0-5-15,0 0-5 0,0 0-6 0,0 0-6 0,0 0-12 16,0 0-8-16,0 0-3 0,0 0-14 0,0 0-8 15,0 0-1-15,0 0-9 0,0 0-4 0,0 0-5 16,0 0-2-16,0 0-2 0,32 11 3 16,-18-5 2-16,6-1 0 0,7 3-5 15,0 3 0-15,2-1-5 0,-1-1-3 0,2 1 3 0,0 1-3 0,1-1-2 16,3 0-2-16,-2 2-2 0,0-2 1 0,0 2-4 16,3 2 1-16,-2-2-1 0,2 0-1 0,-2 1-3 15,-3 0-1-15,2 0 0 0,0 0-1 0,-1-2-1 16,-3 0-2-16,-1 1 0 0,0-1 0 0,0-1 3 15,-8-4-6-15,0 3 0 0,0-2 1 0,0 2-1 16,-1-3 4-16,0-1 5 0,-1 0 0 0,-5 0 4 16,0-1 2-16,1 0-6 0,-2-1 2 0,0 1 1 15,1 0-3-15,-3-4 2 0,2 4 1 0,0-1 7 16,-3 0-4-16,2-1-2 0,0 0-3 0,0 1 2 16,-2-3 1-16,-2 2 4 0,-6-2-4 0,17 2 3 15,-12-2-7-15,-5 0 1 0,13 0 2 0,-13 0-5 16,9-2 0-16,-9 2 3 0,10 0-4 0,-10 0-3 15,0 0 2-15,0 0 3 0,8 2-1 0,-8-2 8 16,0 0-16-16,0 0 7 0,0 0 9 0,0 0-5 16,0 0-1-16,0 0 3 0,0 0-6 0,0 0 3 0,0 0 4 15,0 0-6-15,0 0-5 0,0 0-4 16,0 0 1-16,-18 13 2 0,14-8 5 0,-4 0-5 16,2-1 3-16,-2 3 17 0,-1 2-13 0,-1-1-9 15,-1 0 4-15,-1-2-2 0,0 4 5 0,1-3-2 16,0 2-4-16,-1-2 5 0,-1 3-5 0,2-1-4 15,2-1 5-15,0-1-4 0,-1 0-5 0,2 1 5 0,-1 0 2 16,0-2-1-16,0 2-3 0,2-1-2 16,-3 0 4-16,2 1-13 0,0-1-15 0,0 0-11 0,2-1-16 15,-2-1-15-15,2 0-21 0,1 0-17 16,0-1-17-16,1-1-29 0,4-3-30 0,-10 8-24 16,6-6-20-16,4-2-11 0,0 0-8 0,-5 7-183 0,5-7-457 15,0 0 202-15</inkml:trace>
  <inkml:trace contextRef="#ctx0" brushRef="#br0" timeOffset="81948.53">24244 10627 172 0,'0'-12'222'0,"0"1"0"15,-1-3 6-15,-2 2-12 0,1 1-9 0,-2-2-6 16,-2-1-11-16,-3 0-1 0,2 4-9 0,0-1-8 15,-5-2-9-15,1 1-13 0,-2 1-6 0,0-2-8 16,0 2-5-16,-1 2 3 0,1-2-15 0,3 4-7 16,-1-2-2-16,0 1-18 0,1-1-5 0,1 3-12 15,2-1-3-15,-2 1-9 0,5 1-7 0,-1 1-5 16,-2-2-9-16,4 2-22 0,3 4-23 0,-8-8-20 16,8 8-18-16,-5-9-35 0,5 9-47 0,-2-8-56 15,2 8-32-15,0 0-52 0,8-11-244 0,-3 8-548 16,2 0 243-16</inkml:trace>
  <inkml:trace contextRef="#ctx0" brushRef="#br0" timeOffset="85302.55">24267 10725 36 0,'-1'-7'142'0,"1"7"-6"0,0 0-10 0,0 0 1 16,-4-7-1-16,4 7-9 0,0 0 2 0,0 0-4 15,0 0-8-15,0 0-1 0,0 0-7 0,0 0-8 16,0 0-9-16,0 0-7 0,0 0-5 0,0 0-9 15,-3-7-3-15,3 7-11 0,0 0-5 0,0 0-4 16,0 0 3-16,0 0-5 0,0 0-1 0,0 0 11 16,2 28 13-16,-2-18-3 0,1 3 0 0,-2 3-2 15,2 0-6-15,-1 0-6 0,1 3 8 0,1 8-6 16,0-4 0-16,2 1-2 0,-3 2 0 0,-1-2-1 16,0 2 0-16,0-1 4 0,0 1-3 0,2 2-2 15,-2-1 2-15,2 0 0 0,-2 1-1 0,-1 3 6 16,0-4-1-16,1 1-4 0,0-1-6 0,1 0 1 15,-1 1-3-15,0 1-2 0,-3-3-3 0,3 0-1 16,0 5 8-16,0-1-10 0,-1-1-3 0,2-1 2 16,-1-1-1-16,-1-1 4 0,1 0-1 0,0-2-1 15,-4 3 1-15,4-2 0 0,0-5 1 0,-1-1-4 16,-2 0 1-16,1 0 1 0,0 0 2 0,1-1-4 16,-1 1 2-16,0-2-2 0,0 0 1 0,1 1 1 15,-1-3-3-15,1-3-1 0,0 3 2 0,0-3 5 16,-1 2-5-16,1-2-7 0,0 0 7 0,-1 0-3 0,2-1-8 15,-2-1 2-15,1 0 3 0,-2 1 1 16,2-2-2-16,-1 0 1 0,2-2-2 0,0-7-4 16,-2 13 12-16,2-7-11 0,0-6-4 0,-3 11 7 0,3-11 0 15,-2 11-3-15,2-11 1 0,-3 8-4 0,3-8-3 16,0 8 3-16,0-8 0 0,0 0-5 16,0 0-1-16,-1 9 9 0,1-9 1 0,0 0-5 15,0 0 0-15,0 0 1 0,-1 9 0 0,1-9 6 0,0 0-1 16,0 0 2-16,0 0 5 0,0 0 1 0,0 0 1 15,0 0-2-15,0 0-1 0,0 0-1 0,0 0 3 16,0 0-4-16,0 0-2 0,0 0 3 0,0 0 0 16,0 0-6-16,0 0-3 0,0 0-4 15,0 0-4-15,0 0-2 0,5 4 5 0,-5-4-2 0,0 0 3 16,7 1 0-16,-7-1-4 0,9 2-3 0,-2-1 4 16,-7-1 3-16,12 1-8 0,-4 0 12 0,0 1-5 15,-8-2-9-15,15 2 2 0,-7-1 4 0,-2 1-4 16,1-1 3-16,2 0-9 0,-9-1 8 0,10 3-6 15,-4 0 10-15,-2 0-10 0,-4-3 2 0,10 4-3 16,-10-4 9-16,7 8 0 0,-5-4-1 0,-2-4-9 16,4 9 12-16,-4-9-10 0,1 9 7 0,-1-9-6 15,-3 15 6-15,-1-6 0 0,0 1 1 0,-3 2 1 16,-1-3-6-16,0 6 0 0,-2 0-4 0,-2-2 3 16,2 0 0-16,-2 3-1 0,-3-4 11 0,1 2-2 15,1-1 1-15,0 1 2 0,2 1-7 0,1-4-7 16,-1 3 5-16,4 1 1 0,-2 0 1 0,4 2 8 15,0-1-16-15,2 1 5 0,2-2 0 0,2 4 2 16,0-3-1-16,3 3 0 0,2-1 0 0,-1-2-2 16,5 1 6-16,-1 0-10 0,1 1 14 0,1-3-20 15,1 0 12-15,-1 2-3 0,2-3 1 0,-1 1-4 16,-1-3 6-16,2 2 7 0,-8-4-14 0,1-1 5 16,2 1-4-16,-2-1 4 0,-3 1-2 0,1-1-7 15,-2 1 8-15,2 0 18 0,-4 0-20 0,0-1-8 16,-2 3 12-16,-1-2 4 0,-1 1 3 0,0 1-5 15,-6 1 5-15,4-3-9 0,-2 1 7 0,-2 3-6 16,0-3 14-16,-2 1-11 0,4-3-1 0,0-2-3 16,-1 3 1-16,1 0 4 0,2-3-3 0,-3 2 3 0,4-2-5 15,-1 3 1-15,1-1 5 0,0 1-3 0,1 2 2 16,2-5 10-16,-2 1-16 0,2 3-2 16,0-3 3-16,2 0 3 0,0-8-10 0,0 16 0 0,2-9-8 15,0 0-11-15,2 2 9 0,-2 0-6 0,1-1 11 16,2 2-4-16,0-1 3 0,0 2 4 0,-1-1 14 15,0 1-19-15,1-2 6 0,-2-1 0 16,0 3 3-16,0-1 36 0,-2 0-3 0,1 0 0 0,-1 2-14 16,-2-1 10-16,1 1 1 0,-2 5-5 15,0-2 0-15,-2 1-1 0,1 1-4 0,1-4 0 0,-3 1 1 16,1 0-10-16,0 3 5 0,0-1 3 0,0 1-6 16,0-2 8-16,2 0-8 0,-1-3 0 15,3 0 3-15,-1 0 21 0,1 1-28 0,0 2-3 16,0 2 12-16,3-6 2 0,-2 2 10 0,1-1-7 0,2 5 4 15,-1-6-6-15,-1 4 2 0,1 3-4 0,0 0-2 16,0-1 12-16,1 1 10 0,3 0-14 0,-4-1-6 16,3 9 9-16,-3-1 3 0,3-7 9 0,-3 1-3 15,5-1-1-15,-4 1-3 0,1 5 1 0,0 2 9 16,2-3 4-16,-6-2-4 0,5-3 5 0,-5 1-5 16,3 1 0-16,-3-2-2 0,-1 1 8 0,2 1-4 15,-4-1-6-15,1-1 8 0,-1 0-27 0,0 0 4 16,1-2 0-16,-4 0 6 0,4-3-9 0,-2-3 3 15,2 1-3-15,-2 1 2 0,2-2-2 0,1 1 1 16,-2-1-4-16,0-2-1 0,2-1 0 0,0-7 1 16,-1 13-3-16,1-13 1 0,0 10-8 0,0-10-13 15,0 9-24-15,0-9-31 0,1 6-30 0,-1-6-33 16,0 0-34-16,0 0-45 0,2 7-48 0,-2-7-68 16,0 0-71-16,0 0-252 0,0 0-702 0,0 0 311 15</inkml:trace>
  <inkml:trace contextRef="#ctx0" brushRef="#br0" timeOffset="91080.97">18627 10154 43 0,'0'0'90'0,"0"0"-1"0,-4-5-10 0,4 5-5 16,0 0 11-16,-8-4-17 0,8 4-5 0,0 0 2 16,-9-3 0-16,9 3-9 0,-9-3 5 0,9 3-1 15,-8-2 10-15,8 2-5 0,0 0-10 0,-11-2-4 16,11 2-10-16,-9-2 4 0,9 2 1 0,-7-2-3 15,7 2 3-15,0 0-5 0,-12-2-1 0,12 2 8 16,0 0 3-16,-8-1-1 0,8 1-2 0,0 0 0 0,-9-3 0 16,9 3-2-16,0 0 2 0,0 0-6 0,0 0-1 15,0 0-7-15,0 0-2 0,-9-2 1 0,9 2-6 16,0 0-1-16,0 0-3 0,0 0 2 16,0 0-5-16,0 0 9 0,0 0-1 0,0 0 1 0,0 0-2 15,0 0 1-15,0 0 0 0,28 5 0 0,-15-5-5 16,3 1 3-16,4-1-2 0,1-1 0 0,-1 0-2 15,1 2-2-15,9-2-1 0,-2-1 1 16,0-1-4-16,2 3-2 0,1 0 5 0,1-3-2 0,3-1-4 16,-1 2 3-16,1-3-3 0,-2 0-3 0,0 3 0 15,-1 0-3-15,-1-3 4 0,-3 2 0 0,-1 1 0 16,-6-1-3-16,-3 2 4 0,4 0-4 0,0 0-2 16,-6-1 2-16,2 0-3 0,-5 2 3 0,2-1 2 15,-2 1-1-15,0-3 0 0,-3 3 1 0,0 0 0 16,-10 0-5-16,16 0 2 0,-10-1-2 0,-6 1 0 15,14 1-1-15,-8-1 0 0,-6 0 0 0,12 0-2 16,-12 0 1-16,7 3 0 0,-7-3-2 0,10 1 1 16,-10-1 1-16,10 2 0 0,-5-1 2 0,-5-1-3 15,10 2 1-15,-1-2 0 0,-9 0 2 0,8 1-2 16,-8-1-2-16,9 1 4 0,-9-1 1 0,0 0 0 16,7 3-3-16,-7-3 4 0,0 0-11 0,11 1 6 0,-11-1 3 15,0 0-3-15,0 0 0 0,9-1 1 16,-9 1-3-16,0 0 0 0,0 0 1 0,0 0 0 15,0 0-1-15,7 1 0 0,-7-1-1 0,0 0 2 16,0 0-2-16,0 0 0 0,0 0 2 0,0 0-3 16,0 0 3-16,8 2-2 0,-8-2 1 0,0 0 2 15,0 0 1-15,0 0 3 0,6 2-3 0,-6-2-2 16,0 0 1-16,0 0 3 0,0 0 0 0,0 0 4 16,0 0-3-16,0 0 1 0,0 0 2 0,0 0 0 0,0 0 0 15,0 0 0-15,0 0 1 0,0 0 1 16,9-4 0-16,-9 4-2 0,0 0-2 0,2-8 5 0,-2 8-4 15,1-8-1-15,-1 8-4 0,2-7 5 16,-2 7-5-16,3-9 1 0,-3 9 1 0,1-10-4 0,2 3 3 16,-1 1-1-16,-2 6-2 0,4-12 4 0,-3 6-2 15,-1 6 0-15,4-10 0 0,-2 4-1 0,-2 6-3 16,2-8 2-16,-2 8 2 0,3-7-2 16,-3 7 2-16,4-9 3 0,-4 9 0 0,2-6 4 0,-2 6 3 15,0 0-3-15,3-7-3 0,-3 7 8 0,5-6-10 16,-5 6 3-16,0 0-2 0,3-5 0 0,-3 5-5 15,0 0-2-15,0 0 0 0,0 0-1 0,12 0 0 16,-12 0-1-16,0 0 2 0,10 9-3 0,-5-3 2 16,0 0-1-16,1 2-3 0,0 1 6 0,3 0-1 15,-3 0 0-15,1-1-2 0,-1 4 3 0,1-2-2 16,-1 0 4-16,1-1-4 0,0 1 4 0,2 0-4 16,-3-1 4-16,3 0-2 0,-2-1 8 0,-1 1-8 15,1-2 2-15,-4-1-3 0,4-1 1 0,-2-1 1 16,-1 0 1-16,-4-4 0 0,7 6 2 0,-7-6-2 15,7 4 4-15,-7-4 1 0,2 5 6 0,-2-5 1 16,0 0-1-16,0 0-4 0,0 0 1 0,14-8-2 16,-14 8 3-16,7-9-5 0,-2 0 1 0,2 3 1 15,1-5-2-15,-3 1 1 0,2 0-1 0,-1 0-1 16,3-2-2-16,-1 3 0 0,-2 0 7 0,2 0-7 16,1 0-4-16,-2 2-1 0,1-1 9 0,-2 2-7 0,1 3-1 15,-2-1-4-15,-5 4 0 0,9-6 1 16,-9 6 1-16,10-2-3 0,-10 2 4 0,14 4-3 15,-8 0-2-15,2 0 4 0,0-1 1 0,-2 3-1 16,2 0-1-16,0 1 2 0,0 1-1 0,0-1 0 0,0 1 11 16,1 2-8-16,0-3 0 0,-2 1-2 15,0-2 3-15,1 1-1 0,0 0 3 0,-1-3-7 16,-2 1 11-16,0-2-8 0,0 1 1 0,0 0 1 16,2-1 9-16,-7-3-9 0,9 3 1 0,-9-3-2 0,9 2 3 15,-9-2-3-15,11 0 3 0,-11 0-1 0,13-4 2 16,-8 3 0-16,0-3 0 0,3 1-6 0,-1-3 4 15,0 1-2-15,-1 1 4 0,-1-2-3 0,4-3-1 16,-2 1 3-16,0-2-4 0,1 1-1 16,1 0 5-16,0-1-6 0,-3 3 0 0,1-1 1 0,1 1 1 15,-2 0-3-15,-1 4 3 0,-1-1-5 0,-4 4 1 16,10-8-1-16,-6 4 3 0,-4 4 5 0,7-3-9 16,-7 3 2-16,0 0-5 0,0 0 6 0,14 7-3 15,-9-2 2-15,0 0 0 0,1 0 1 0,0 2 1 16,-1 0-3-16,0 1 6 0,3-1-4 0,-2 0 4 15,-2 0-4-15,1 1 1 0,-2-2 4 0,2 0-2 16,1 3 1-16,-2-5-1 0,0 1 2 0,1-2 2 16,-5-3-2-16,8 9 1 0,-8-9-1 0,4 4 0 15,-4-4 1-15,7 4 1 0,-7-4 0 0,8 2 4 16,-8-2-1-16,0 0-3 0,0 0 2 16,13-7 2-16,-13 7-3 0,7-7 0 0,-3 4 1 0,0-3-1 15,0 0 3-15,0 0-7 0,0 0 1 0,2-2 4 16,2-1-4-16,-5 0 5 0,1 4-3 0,0-5 1 15,-1 5-5-15,2-3 2 0,0 3-4 0,0 1 2 16,-5 4-4-16,5-5-2 0,-5 5 3 0,7-7 5 16,-7 7-7-16,6-2 1 0,-6 2-2 0,0 0 3 15,0 0 0-15,14 8 2 0,-10-4-3 0,-2-1 0 16,1 4 0-16,1-1 1 0,0 2 2 0,0-2 2 16,-1 3-3-16,2 0 3 0,0 1-2 0,-1-2-1 15,1 2 3-15,-1-2 0 0,1 1 3 0,-1-2-3 16,3 1-2-16,-4-1-1 0,1-2 1 0,0 0 3 15,0 2-1-15,-1-4 0 0,0 4 2 0,4-2-3 0,-5-1 3 16,-2-4 1-16,9 7 0 0,-5-3-1 0,1 0-3 16,2 0 5-16,-1-3-3 0,0 2 0 15,2-1 2-15,0 1-3 0,2-2-4 0,-4 0 3 16,6 1-2-16,-1-4-3 0,0 4-5 0,0-4 1 0,3 2-1 16,0 0 1-16,4-2 0 0,1-1 6 0,-1 1-7 15,1-1 2-15,-1 2 1 0,1-1 0 16,-1-2 2-16,3 1 0 0,-1 0 0 0,1-1 0 0,0 1-1 15,-2 1 1-15,4-2 1 0,4 3-1 0,-5-1 1 16,0 0 1-16,7 1-1 0,-8 1 2 0,2-2 0 16,5 0-2-16,-8 2 3 0,9 0 2 0,-2-2-3 15,-1 1 4-15,-4-1-5 0,6 2 3 0,-1-1 1 16,-6-2-1-16,0 1-1 0,8 0 2 0,-8 2-2 16,0 0 3-16,1 0 0 0,0-1 0 0,-1 2-4 15,6-2 4-15,-7 0-3 0,1 0-1 0,1 2 5 16,-1-2 2-16,0 2-5 0,1-1 4 15,-4 0-3-15,2 0-1 0,-1 0-1 0,-2-1 3 0,2 0 2 16,2 2-5-16,-2-2 1 0,0 2-2 0,-1-1 5 16,2 0-2-16,-3-1 7 0,2 1-7 0,-1 0-1 15,0 0 3-15,0 0-3 0,-1 0 2 0,2 0 1 16,1 1-1-16,-7-1 2 0,1 0-2 0,5 0-3 16,-1 0 2-16,-1 1-1 0,0-1 2 0,0 0-2 15,-2 1 5-15,2-2-4 0,-2 2 2 0,3-1-1 16,1-1 1-16,0 2-2 0,0-1 5 0,-2 1-5 15,0 1 3-15,1-2-4 0,-5 1 3 0,2-1-3 16,3 1 4-16,-5 1-1 0,0-2 1 0,2 0-5 16,-2 1 5-16,4-2-1 0,-4 1 1 0,0 2-3 15,0 0 0-15,-3-2-2 0,3 0 3 0,-3 0-2 16,0 1 3-16,2 1-2 0,-5-2-2 0,1 0 1 16,1 2-1-16,-9-2 1 0,18 1 0 0,-7-1 0 15,-3-1 4-15,-8 1 0 0,18 0-3 0,-8 0 0 16,0 1 2-16,1 0-2 0,-1 0 4 0,0-1 1 15,-2 0-2-15,3 2-2 0,-1-2 4 0,1 0 0 0,1 0-2 16,-1 1-2-16,-1-1 3 0,3 0-1 0,-3 0-3 16,1 1 1-16,1-2 0 0,0 1 0 15,-1 0 4-15,0 0-4 0,0 1 1 0,1 0-2 16,0-2 4-16,1 1-2 0,-2 0-1 0,0 0 1 0,0 0 0 16,0-1 1-16,0 1 1 0,-4 1-3 0,4-2 3 15,-4 0-1-15,-7 1 0 0,18 0-3 16,-8 1 6-16,1-1-7 0,0 0 4 0,-3 0-3 0,-8 0 3 15,14 0 0-15,-7 0 2 0,0 1-2 0,-7-1 0 16,15 0-1-16,-6 0 4 0,-9 0 0 0,16 0-1 16,-10 1-2-16,-6-1 2 0,15 0 1 15,-8 2-1-15,-7-2-1 0,15 0 3 0,-9-2 0 0,-6 2-6 16,13 0 3-16,-13 0 1 0,15 2 1 0,-15-2 1 16,12-2 1-16,-6 1 1 0,-6 1-1 0,12-1 0 15,-12 1 7-15,9 0-10 0,-9 0-1 0,9-1 2 16,-9 1 1-16,10-2-1 0,-10 2-1 0,8-1 0 15,-8 1-4-15,9-1 3 0,-9 1 0 0,0 0-4 16,12 1 8-16,-12-1-7 0,0 0-1 0,11-2 3 16,-11 2-2-16,0 0-2 0,7-2 1 0,-7 2 0 15,0 0 2-15,9 0 3 0,-9 0-4 0,0 0 3 16,0 0-4-16,0 0-1 0,10 0 4 0,-10 0-2 16,0 0-9-16,0 0-13 0,0 0-24 0,0 0-31 15,0 0-28-15,0 0-38 0,0 0-36 0,0 0-43 16,0 0-217-16,-32 2-474 0,19-1 210 0</inkml:trace>
  <inkml:trace contextRef="#ctx0" brushRef="#br0" timeOffset="91849.85">19185 9031 68 0,'0'-16'224'0,"0"5"0"0,0-1-9 15,1 2 2-15,-1 2-3 0,0 1-6 0,-1-2-5 16,1 9-14-16,1-11 2 0,-1 11-25 0,1-8-16 16,-1 8-15-16,0 0-14 0,1-10-13 0,-1 10-13 15,0 0-15-15,0 0-5 0,0 0-3 0,0 0-3 16,0 0-7-16,0 32 5 0,-1-16-12 0,1 1 0 15,0 2-10-15,0 7-3 0,0-7 12 0,-1 6-20 16,1-7-1-16,-1 7-2 0,1-8-10 0,-2 0 6 16,2 0-7-16,0 0-1 0,0-5 1 0,2 1 4 15,-2 4-11-15,0-6 0 0,0 2 1 0,1-2-5 16,0-1-9-16,0 1-19 0,-2-2-15 0,2 1-21 16,-1 0-18-16,0-2-25 0,0-1-27 0,0-7-29 15,0 14-19-15,0-14-15 0,-2 10-14 0,2-10-13 16,-3 11-7-16,3-11-132 0,-2 3-384 0,2-3 170 15</inkml:trace>
  <inkml:trace contextRef="#ctx0" brushRef="#br0" timeOffset="92228.54">19227 8927 45 0,'5'-9'140'0,"1"-1"-8"0,1 3-5 0,0 0-12 15,-1 3-4-15,1-1-12 0,-1 4 2 0,-6 1-11 16,18-1 5-16,-9 3-7 0,0-1-7 0,0 4-1 0,-1 1-5 16,1 0-2-16,-3 0-7 0,1 1-5 0,-1 2 1 15,-1 1 0-15,-1 0 0 0,-4 1-7 16,1-2-4-16,-2 3 0 0,-3 1-2 0,-3 1-4 16,-2-1-11-16,-3 1 2 0,-1 0-6 0,-1-2-1 0,-1-1-4 15,2-1-6-15,-1-1-4 0,4-3-4 16,-1 0-2-16,0 0 2 0,2-1-2 0,1-1 1 15,5-1-1-15,3-3-1 0,-11 2 5 0,11-2-5 0,-7 3-2 16,7-3 2-16,-5 4 0 0,5-4-5 0,0 0-2 16,0 0-1-16,0 0 4 0,0 0-6 0,0 0 1 15,0 0-4-15,12 13-1 0,-3-6 6 0,-1-2-1 16,0 2-3-16,1 2 2 0,1-2-2 0,0 2-1 16,2 1 4-16,-1 3 4 0,2-1-2 0,0-1 1 15,-1 2-3-15,2 0 2 0,1 0-25 0,5 2-33 16,-5-1-40-16,1-1-52 0,-1 0-180 0,-2-1-355 15,-2-4 157-15</inkml:trace>
  <inkml:trace contextRef="#ctx0" brushRef="#br0" timeOffset="92805.14">19610 9123 146 0,'0'-11'233'0,"-2"0"1"0,0 3-3 16,2-1-11-16,0 9-9 0,-1-12-10 0,1 12-13 16,-1-11-16-16,1 11-17 0,-3-7-14 0,3 7-16 15,0 0-14-15,0 0-15 0,0 0-12 0,0 0 0 16,0 0-8-16,0 0-5 0,0 0-3 0,-1 39-7 15,-2-22-2-15,5 8-7 0,-5 0-2 0,2 0-4 16,-3-4-4-16,4-4-6 0,-1 2-5 0,1 0 0 0,0-2-3 16,1 2-3-16,-1-3 0 0,0-1-3 0,-1-3 2 15,1-2 13-15,-2-1-12 0,1-1-2 16,1-8 1-16,0 11-4 0,0-11 4 0,-1 9-3 16,1-9 5-16,-4 6 6 0,4-6 3 0,0 0 0 0,0 0-3 15,0 0 0-15,0 0 3 0,0 0-10 0,0 0-4 16,0 0 7-16,0 0-7 0,0 0-2 0,0 0-2 15,-1-24-10-15,3 15-5 0,3 0-6 16,1-1 1-16,1 0 1 0,3 0-3 0,1-2-2 0,-2 3-4 16,5-1 3-16,0 1 3 0,-3 5-7 0,2 1 13 15,0 0-14-15,-2 1 8 0,2 4-1 0,1-2 6 16,-2 3-4-16,2 1-7 0,-4 1 7 16,2 2-5-16,-1-1 4 0,-3 1 0 0,1 0-2 0,-3 0 3 15,2 2 0-15,-3-2 1 0,-1 2-2 0,-3-2-1 16,0 2 6-16,-1 0-7 0,0-9 0 0,-6 15-1 15,-1-7 3-15,-3-1-1 0,0-1 3 0,-7 1-4 16,1 0 2-16,-3 0-7 0,2-3-2 0,-2-1-5 16,1 1-6-16,0-3-9 0,5 0-3 0,-5-1-14 15,5-1-15-15,-2 1-27 0,4-3-29 0,-1 2-42 16,2-2-44-16,0 0-40 0,0 0-191 0,1-2-475 16,3 1 209-16</inkml:trace>
  <inkml:trace contextRef="#ctx0" brushRef="#br0" timeOffset="92940.18">19771 9369 50 0,'0'0'176'0,"0"0"-21"0,9-1-14 16,-9 1-24-16,0 0-44 0,12-3-53 0,-12 3-53 15,0 0-84-15,10-1-126 0,-10 1 55 0</inkml:trace>
  <inkml:trace contextRef="#ctx0" brushRef="#br0" timeOffset="94927.51">24704 6897 135 0,'-1'-10'240'16,"1"10"-2"-16,-1-10-12 0,-1 5-13 0,2 5-13 16,-2-8-5-16,2 8-21 0,0 0-19 0,0 0-16 15,0 0-13-15,0 0-18 0,2-10-8 0,-2 10-15 16,0 0-10-16,0 0-4 0,0 0 0 0,0 0-2 16,0 0 0-16,0 35-2 0,0-17-6 0,-2 0-4 15,2 0-7-15,2 0 1 0,-4 3-5 0,2 3-7 16,0-6-6-16,0-2 1 0,2 3-3 0,-2-1-9 15,-2-2 2-15,2 1-4 0,0-5 2 0,2 4-6 16,-2-1-1-16,0 1 2 0,0-4 0 0,3 2-4 16,-3-3-4-16,1-2-21 0,2 1-18 0,-3 1-23 15,1-2-26-15,2 0-25 0,-3-2-20 0,0-7-27 16,5 13-22-16,-4-9-17 0,-1-4-17 0,1 9-162 0,1-3-399 16,-2-6 177-16</inkml:trace>
  <inkml:trace contextRef="#ctx0" brushRef="#br0" timeOffset="95311.52">24750 6791 137 0,'7'-9'158'0,"1"3"-13"0,-1 0-11 15,4 3-7-15,0-1-13 0,-2 2-12 0,3 0-11 16,-3 0-7-16,-9 2-14 0,18 4 1 0,-9-1 6 15,0 1-16-15,-1 2-6 0,1 3 0 0,-3 0-6 16,-2 1-4-16,-1 2 2 0,0-1-2 16,-1 2-3-16,-4-1-3 0,0-1-2 0,-2 2-4 0,-1 1 2 15,-4 0-5-15,-2-1-4 0,0-1-1 0,2-4-4 16,-3-2 0-16,3 2-3 0,0-3-2 16,1 0 6-16,2-3-5 0,6-2 2 0,-11 4-4 15,7 0 2-15,4-4 3 0,0 0 10 0,-10 3 4 0,10-3 0 16,0 0-3-16,0 0 0 0,-7 1-5 0,7-1-2 15,0 0-3-15,0 0-9 0,0 0-3 0,0 0 3 16,11 12-3-16,-11-12 3 0,10 8-6 16,-2-2 1-16,0 4 0 0,2-4-4 0,0 3 4 0,2 2-1 15,2-2-3-15,-1 2 5 0,0-1-21 0,0 2-25 16,6-2-25-16,-4 0-40 0,1-1-40 0,1-1-35 16,0 3-141-16,-3-5-347 0,3 1 154 0</inkml:trace>
  <inkml:trace contextRef="#ctx0" brushRef="#br0" timeOffset="95577.98">25387 6973 29 0,'-7'-6'249'16,"1"0"-1"-16,-3-1-5 0,-1 2-10 0,2 2-10 15,-1 1-15-15,-5 1-11 0,4 2-14 0,-2 4-9 16,-2-1-16-16,0 4-5 0,-1 4-12 0,2 0-7 15,-3 0-14-15,3 1-17 0,1-1-5 0,6 4-13 16,-1-1-7-16,2-4 1 0,3 3 11 0,0 1-5 16,1 1-12-16,4-6-3 0,-1 6-9 0,6 0-4 15,0-2-10-15,1 0-10 0,-2-6-11 0,6 4-10 16,1-5-15-16,0 1-20 0,5 1-26 0,-1-3-34 16,-1 1-34-16,3-5-49 0,-2 1-50 0,4-3-44 15,-3-2-214-15,-7 0-507 0,1-1 225 0</inkml:trace>
  <inkml:trace contextRef="#ctx0" brushRef="#br0" timeOffset="96398.21">24997 5092 6 0,'-3'-15'284'0,"3"-2"-4"0,-3 7-6 0,1-2-9 16,1 2-16-16,0 0-21 0,1 10-11 0,-1-13-24 15,0 8-19-15,1 5-14 0,0 0-21 0,0 0-17 16,1-11-19-16,-1 11-9 0,0 0-19 0,0 0-4 16,0 0-5-16,0 0-10 0,0 0 0 0,15 25-2 0,-10-14-7 15,1 4-3-15,3 1-1 0,-1 1-10 0,0-1 1 16,1 0-7-16,2-1 0 0,-3-1-5 15,0-4-2-15,-2 1 2 0,2-2-5 0,-2 0 1 16,1 0-1-16,-3-2-2 0,3 0-2 0,-1-1-3 16,-1 0 7-16,0-3-8 0,-2 2-1 0,1-1 2 15,-4-4 5-15,6 4-2 0,-6-4 6 0,0 0 4 16,10-1 0-16,-10 1-5 0,12-10 2 0,-6-1-1 16,7-2-2-16,-4-4-9 0,0 0 4 0,2-7-7 15,0-1 7-15,-2 0-5 0,3-1-1 0,-4 2-2 16,1-1 3-16,-5 6-2 0,6 1-6 0,-6 1-1 15,1 3-2-15,-1 4-4 0,-3 0-14 0,2 3-18 16,-2 1-34-16,3 0-35 0,-4 6-47 0,0 0-31 16,0 0-11-16,0 0-21 0,0 0-29 0,0 0-183 15,2 29-467-15,-2-12 207 0</inkml:trace>
  <inkml:trace contextRef="#ctx0" brushRef="#br0" timeOffset="96679.12">25695 5075 160 0,'-7'-11'260'0,"5"4"-10"0,-5 1-11 16,3 1-11-16,-3 0-11 0,1 0-14 0,-1 2-12 16,7 3-14-16,-13-5-10 0,5 5-19 0,8 0-7 15,-19 3-14-15,7 0-7 0,1 4-15 0,-5 2-6 16,3 4-6-16,0-2-17 0,1 4-8 0,1-2 2 15,4 0-11-15,-2 1-11 0,2 2-4 0,5-5-6 16,-2 1-2-16,4-1-1 0,0 5-5 0,2-6 1 16,0 1-3-16,4 1-14 0,2-2-11 0,-1 1-17 15,6-1-24-15,5 0-29 0,-3-2-42 0,3 1-42 16,2-4-39-16,9-3-46 0,-8 0-214 0,1-2-488 16,6-3 216-16</inkml:trace>
  <inkml:trace contextRef="#ctx0" brushRef="#br0" timeOffset="96895.22">26019 5063 181 0,'-5'-8'244'0,"1"4"-10"0,4 4-15 0,-14-1-10 16,5 1-12-16,-5 1-7 0,3 3-8 0,-5 4 1 16,1 1-12-16,-1 1-8 0,0-1-9 0,1 1-16 15,6 2-9-15,0-4-12 0,0 2-10 0,2 1-17 16,0-2-5-16,3 3-14 0,-1-3 1 0,3 1-14 15,3-1-4-15,0 1-6 0,4-1-5 0,-1-1-13 16,5 1-21-16,3-1-14 0,5-1-32 0,0-2-35 16,3 2-36-16,6-1-56 0,-6-3-44 0,3-2-38 15,-5 1-177-15,4-2-459 0,-5-2 203 0</inkml:trace>
  <inkml:trace contextRef="#ctx0" brushRef="#br0" timeOffset="99702.02">23992 8278 123 0,'-6'-3'116'0,"6"3"-14"0,0 0-4 16,-9-2-10-16,9 2 0 0,0 0-2 0,-13-1-10 15,13 1 0-15,0 0-9 0,-7-1-4 0,7 1 2 16,0 0-8-16,0 0 2 0,-14 2 1 0,14-2-3 16,-7 1 2-16,7-1-6 0,0 0 4 0,-10 3 2 15,10-3-5-15,0 0 2 0,-9 1-3 0,9-1-6 16,0 0-4-16,0 0-3 0,-10 0-4 0,10 0-3 15,0 0-1-15,0 0-4 0,0 0-3 0,0 0-2 16,0 0-1-16,0 0 0 0,0 0 4 0,0 0 0 16,0 0 5-16,0 0-4 0,25 8 2 0,-14-8-2 15,3 0 5-15,-1 0-4 0,6 0 1 0,1 0-1 16,1-4-1-16,7 3-4 0,1-2 2 0,2 2-4 16,-1-2-3-16,4 0-2 0,0 0 0 0,4 0 0 15,-2 1-1-15,3-2 1 0,0 1 2 0,16 0-3 16,2 0 2-16,0 0-4 0,3 0 3 0,0 1-1 15,-4-1-4-15,8-1-2 0,-5 2 4 0,2 0-6 16,0 0 1-16,-3 1-2 0,3-1-1 0,-7 1 1 16,5 1 0-16,-2-1 2 0,-2-1 0 0,-2 2-1 0,0 2 0 15,1-2 1-15,2-2 1 0,-7 2 2 0,3-3 1 16,-12 4-2-16,10-3 2 0,-12-1-1 16,2 2 3-16,1-1-3 0,-1-1 4 0,-2 1-2 0,0 0-1 15,1-2 0-15,-5 3-2 0,-1 0 1 0,3-1 0 16,-4-2-1-16,-3 3 1 0,4-3 9 0,-1 1-6 15,-1 1-2-15,0 0 4 0,1-1-5 0,1 1 2 16,-3-1-5-16,1 0 8 0,1 0-5 0,-1-3 0 16,0 4 6-16,1 0-8 0,-1-1-4 0,-1 0 1 15,1 3-2-15,3-3 0 0,-5 2 0 0,0-1 2 16,0-4-4-16,-2 6 5 0,1 0-6 16,1-1 4-16,-9 1-1 0,0-2 2 0,3 1-2 0,-1 1 5 15,-6-2 3-15,4 1-4 0,-5 1-2 16,-3 0 1-16,-3 0 0 0,0 0 1 0,-9 0-2 0,12-1 0 15,-12 1 4-15,8-3 2 0,-8 3 8 0,7 0 5 16,-7 0 6-16,0 0 0 0,12-2-4 0,-12 2 2 16,0 0-11-16,0 0-3 0,0 0-6 0,0 0-9 15,0 0-14-15,0 0-16 0,0 0-22 0,-25-8-24 16,25 8-29-16,-10-1-36 0,10 1-18 0,-13-1-31 16,13 1-19-16,-11 1-23 0,11-1-136 0,-12 2-396 15,12-2 175-15</inkml:trace>
  <inkml:trace contextRef="#ctx0" brushRef="#br0" timeOffset="100161.58">27003 8058 135 0,'0'0'233'0,"0"0"-10"0,-2-10-9 0,2 10-12 0,0 0-14 16,0 0-8-16,-8-6-12 0,8 6-3 0,-5-1-7 16,5 1-17-16,0 0-12 0,0 0-4 15,-13 0-16-15,13 0-5 0,0 0-11 0,-14 9-10 16,8-5-9-16,0 2 2 0,1-1-14 0,-1 0-5 16,1 4-6-16,-2-2-2 0,0 2-9 0,3-1-2 15,2-2-8-15,0 1 2 0,-1 2-7 0,3-1 2 16,0-8-4-16,0 18-3 0,0-12-3 0,2 0 3 15,-1 1-6-15,3-3 9 0,0 1-7 0,3 1 1 0,0-1 4 16,2-3-2-16,0 2 1 0,-1 0-9 0,4-1 6 16,-1-3 3-16,0 0-6 0,3 0 3 15,-3 0-3-15,3-3-4 0,-3-1-1 0,3-1 0 16,-3 1 2-16,4-5-3 0,-3 4 1 0,-3-5-2 0,-1 4-1 16,2-4-2-16,-4-1 4 0,-2 0-4 0,-1 1-5 15,-1-6 6-15,2 4-5 0,-4-1 3 16,0 2 8-16,-2-1-7 0,-2 0-6 0,0 1 7 15,-1 3-6-15,-1-2 4 0,-2 0-5 0,1 3-2 16,-1 1-6-16,-1 1-16 0,-3 1-8 0,3 0-16 16,-1 3-20-16,-2-1-28 0,3 2-35 0,-3 3-41 0,4 0-30 15,1 0-39-15,-1 3-187 0,0-1-465 0,4 0 205 16</inkml:trace>
  <inkml:trace contextRef="#ctx0" brushRef="#br0" timeOffset="100598.61">27516 7974 165 0,'0'0'333'0,"3"-9"-3"0,-3 9-8 15,3-10-16-15,-3 10-28 0,0 0-27 0,0-8-29 16,0 8-28-16,0 0-21 0,0 0-11 0,0 0-18 15,0 0-20-15,0 0-13 0,0 0-11 0,13 20-7 16,-9-13-9-16,0 6-4 0,2 2 6 0,0 1-24 16,-1-1-13-16,-1-3 3 0,3 3-11 0,-1-1-8 15,-1 1 20-15,0-3-31 0,3 0 4 16,-3-3 3-16,3 1-7 0,-2-3-6 0,-2 2 19 0,1-3-14 16,-1 1-5-16,0 0 3 0,1-2 12 0,-1-2-12 15,-4-3 6-15,8 7 4 0,-2-5 2 0,-6-2 7 16,6 3 8-16,-6-3-3 0,0 0 11 0,14-6-9 15,-9 2-5-15,1-3-1 0,0-1-12 0,1-1 10 16,1-2-9-16,0-1 1 0,-1-3-14 0,-3 3 14 16,3-3-7-16,1-1 0 0,-2-3-1 0,3 2-1 15,-3 0-7-15,2 0 8 0,-2 0-8 0,1 2 3 0,-1 0-6 16,-1 5 3-16,-2 1-6 0,1 3-27 16,-2-1-21-16,0 1-25 0,2 0-25 0,-4 6-29 15,3-9-30-15,-3 9-39 0,0 0-32 0,6-4-18 0,-6 4-24 16,10 0-1-16,-10 0-17 0,7 10-201 15,-3-4-523-15,2 1 232 0</inkml:trace>
  <inkml:trace contextRef="#ctx0" brushRef="#br0" timeOffset="100947.64">28014 8068 210 0,'0'0'226'0,"0"0"8"15,0 0 2-15,0 0-6 0,-6 13-13 16,6-13-12-16,-4 8-9 0,0-4-13 0,-1 2-4 0,1 0-6 15,1 2-22-15,-3-1-8 0,1 1-16 16,3 2-8-16,-5-1-8 0,5 1-16 0,0-6-5 16,1 6-11-16,1-2-6 0,0-8-8 0,1 14-2 15,-1-6-13-15,2-2 5 0,0 0 1 0,2 1 14 0,1-2-12 16,3 2-2-16,-2-4-2 0,2 3 2 0,1-3 6 16,6 0-14-16,-7-2-5 0,6-2 1 15,-1 1-7-15,-2-3 8 0,3-2-12 0,3-1 8 16,-5 1-8-16,-1-3 1 0,3-5-4 0,-5 3 0 0,4-4 1 15,-3-1-3-15,-4 1 10 0,-1-2-12 0,-4-2 9 16,-1 1-3-16,-1 0-6 0,-1-1 2 0,-4 4-6 16,1-1-6-16,-3 4 0 0,1 3-9 0,-3-2 1 15,-5 0-4-15,2 5-1 0,-5 2-18 0,-3 2-24 16,2 2-30-16,3 0-34 0,-1 5-43 0,-2 1-52 16,3 1-68-16,0 0-53 0,2 3-266 0,6-2-632 15,-3 1 279-15</inkml:trace>
  <inkml:trace contextRef="#ctx0" brushRef="#br0" timeOffset="104911.5">18634 10123 92 0,'0'0'86'0,"-7"-1"-5"0,7 1-11 0,0 0 8 16,-5-5-8-16,5 5-18 0,0 0 0 0,-7-6-3 0,7 6-10 15,0 0 0-15,-9-3-11 0,9 3-7 16,0 0 10-16,-9-1-11 0,9 1 5 0,0 0 6 16,-9-3-9-16,9 3 4 0,0 0-2 0,0 0 1 15,-14 2-5-15,14-2 4 0,-8 1 4 0,8-1 6 0,0 0 1 16,0 0-3-16,-10 1 9 0,10-1 0 0,0 0-2 16,-13-1-5-16,13 1 7 0,-9 0 1 15,9 0 5-15,0 0 0 0,0 0 1 0,-14-1-8 16,14 1-6-16,0 0 0 0,0 0-1 0,0 0-7 0,-9 0 1 15,9 0 0-15,0 0-4 0,0 0 2 0,0 0-7 16,0 0-4-16,0 0-3 0,0 0 1 0,0 0 2 16,-9-2 7-16,9 2 0 0,0 0-5 15,0 0 4-15,0 0 5 0,0 0 4 0,0 0 3 0,0 0-4 16,0 0-2-16,0 0 4 0,0 0 2 0,0 0-2 16,0 0 4-16,0 0 0 0,0 0 2 0,0 0 0 15,0 0 0-15,0 0 1 0,0 0-5 0,0 0-4 16,0 0-6-16,0 0 2 0,0 0 1 0,0 0 0 15,0 0-6-15,0 0-4 0,0 0 2 0,0 0-1 16,0 11 3-16,0-11 4 0,3 13 8 0,-3-2-4 16,1-3 11-16,0 3-9 0,1 2 12 0,0 3-2 15,-2 0-4-15,0 2 2 0,3 1 5 0,-3 0 5 16,2 7 5-16,3-1-5 0,-5 4 3 0,2-3-6 16,-1 3 6-16,3-1 7 0,-4 2-10 0,1-1 1 15,-2 0-7-15,1 1-3 0,0 2 1 0,0-1 4 16,1 2 7-16,-2 2 1 0,-1-1-4 0,2 0 3 15,2 2 2-15,-2-2-6 0,-2 11 4 0,0-11 0 16,2 1 9-16,0 0 4 0,0-4-12 0,-1 2 0 16,-1-2-2-16,1-4-1 0,0 2 6 0,1-2-10 15,0-1 2-15,0-2-1 0,-1-3 0 0,3-4-1 16,-2 4-5-16,0-4-6 0,0 2 9 0,0 0 6 16,1-1-5-16,-2-1-1 0,1-1-3 0,0 0-1 15,1 0-2-15,-1-4-1 0,2 0-7 0,-4-3 3 0,2 2-8 16,0-3 1-16,0 3-3 0,-1-4-8 0,2 2 4 15,1-2-4-15,-2-7 1 0,1 12 2 0,-1-6-5 16,0-6 7-16,-3 9-13 0,3-9-16 0,0 0-21 16,0 11-30-16,0-11-34 0,0 0-33 0,0 7-29 15,0-7-30-15,0 0-34 0,0 0-45 0,8 5-57 16,-3-2-293-16,-5-3-667 0,0 0 296 0</inkml:trace>
  <inkml:trace contextRef="#ctx0" brushRef="#br0" timeOffset="105578.97">18070 11536 9 0,'0'0'154'15,"-9"-9"-13"-15,4 5-4 0,5 4-4 0,-10-5-4 16,3 0-2-16,1 2 4 0,-1 0-9 0,-2-3-9 16,2 2-4-16,-1 2 0 0,-2 0-7 0,3-1 0 15,-2 0 0-15,-2-1-2 0,11 4-1 0,-12-4-3 16,5 3-3-16,7 1-5 0,-11-3 2 0,11 3-3 15,-9-3-5-15,9 3-4 0,-8-1-5 0,8 1-7 0,0 0-7 16,-8-2 6-16,8 2-10 0,0 0-3 16,0 0-5-16,0 0-4 0,0 0 2 0,0 0-5 15,0 0-1-15,27 6-5 0,-6-5 0 0,11 0-7 16,2-2-5-16,6 1 2 0,15-3 0 0,1 5-3 16,1-6 4-16,0 4-11 0,-1-4 0 0,-2 4-2 15,1-2 1-15,1-1 0 0,-5 0-1 0,0 6-4 16,0-5-1-16,-14-1-1 0,4 0 5 0,-4 2-4 15,0 0-1-15,-1 0-2 0,-4 1 0 0,1 0 3 0,-3-1-2 16,-10 1-1-16,-1 1 1 0,-1-2-1 0,-5 1 0 16,-2 1-1-16,0-2 11 0,-5 2-11 15,-6-1-1-15,13 0-1 0,-13 0 11 0,7 0-11 16,-7 0 2-16,7 1-7 0,-7-1-2 0,0 0-19 0,0 0-18 16,0 0-26-16,10 0-26 0,-10 0-37 0,0 0-43 15,0 0-46-15,0 0-52 0,-22 19-141 0,13-9-449 16,-6-1 198-16</inkml:trace>
  <inkml:trace contextRef="#ctx0" brushRef="#br0" timeOffset="106094.7">18410 11873 19 0,'-5'-13'172'0,"4"8"-2"15,-4-1-6-15,5 6-9 0,-5-10-10 0,2 3 4 16,3 7-4-16,-6-8-4 0,6 8-8 0,-7-7-3 15,3 4-6-15,4 3-4 0,-7-4-9 0,7 4 2 16,-5-3-5-16,5 3-3 0,-9-4-7 0,9 4 0 16,-8-5-6-16,8 5 6 0,-8-2-5 0,8 2-3 15,0 0-4-15,-7-2-6 0,7 2-4 0,0 0-3 16,0 0-11-16,0 0-2 0,-7-4-8 0,7 4 0 16,0 0-2-16,0 0-3 0,0 0 2 0,0 0-3 15,0 0 0-15,0 0-3 0,27 0-4 0,-9-1 0 16,2-1-10-16,10 1 4 0,-1-2-6 0,3-1-2 15,-1 1-3-15,3 0 2 0,0 1-11 0,-2 0 4 16,0-2-3-16,-2 1 1 0,1 0-2 0,-3-1 1 0,1 0-3 16,-1 2-2-16,-7-1 6 0,-3 2-8 0,0-1 5 15,-4 2-3-15,-3 0-2 0,1 0 3 16,-3 0-3-16,-9 0-6 0,15-2 0 0,-9 2 3 16,-6 0-5-16,9 0-20 0,-9 0-15 0,0 0-29 0,12 2-25 15,-12-2-19-15,0 0-24 0,0 10-50 0,0-10-49 16,-9 15-62-16,3-5-181 0,-3 0-514 0,-4 2 227 15</inkml:trace>
  <inkml:trace contextRef="#ctx0" brushRef="#br0" timeOffset="106928.01">18511 11829 54 0,'0'-12'185'0,"0"12"0"0,0-10-2 0,0 10 3 16,-4-12-5-16,4 12-5 0,2-7-4 0,-2 7-2 16,0 0-7-16,0-12-3 0,0 12-7 0,0 0-11 15,0 0-6-15,-2-7-13 0,2 7-17 0,0 0-6 16,0 0-12-16,0 0-5 0,0 0-12 0,0 0-11 16,0 0-5-16,0 0-4 0,0 0-5 0,0 0 8 15,-4 24-13-15,4-9-1 0,-2 3 1 16,-1 1 0-16,3 5-7 0,-1 1 16 0,4 2-4 0,-5 1-6 15,2-2 2-15,-2 3 2 0,3-1 4 0,-1 0 1 16,-1 1-5-16,-2 1 5 0,3 2 2 0,0-1 4 16,-2 4-4-16,2-5-9 0,-3 3 10 0,3 1-2 15,-1-1-2-15,0-1-4 0,-2 2 6 0,2-1-11 16,-1 0 4-16,2 1 8 0,0-3-13 0,2 0-3 16,-4-2 4-16,4-2 1 0,-2 0-5 0,0 1-6 15,1-2 6-15,-1-6-6 0,0 4 2 0,0-4-1 16,1 5-1-16,1-8-1 0,-1 2-4 0,0 0 1 15,-2 0-3-15,2-2-7 0,-1 2 8 0,0-4 0 16,0 2 3-16,-1-1-2 0,1 1-4 0,0 0 2 16,-1-1-10-16,1 1 10 0,-2 0-1 0,1 0 4 0,-2 0-4 15,2 0 0-15,-1-2-6 0,-1-3 2 16,0 1 5-16,1 0-5 0,1 3-3 0,-1 0-1 16,-3-1-2-16,3-2 1 0,1-2-2 0,-1 1-2 15,1 1 0-15,0-2-1 0,-2 1 2 0,2-1-4 0,-1 0-4 16,2 1 37-16,-1 0-2 0,1-2-8 0,-1-1 2 15,0 3-3-15,-1-4-5 0,2 3-4 0,-1-2 2 16,1 2-6-16,0-2-3 0,-1-2-8 16,-1 3-11-16,0-1-37 0,1-1-9 0,-1-3-46 0,1 6-48 15,1-1-34-15,-2 1-38 0,0 2-5 0,-1 2 2 16,-3 2-30-16,4 0-49 0,-3 0-64 16,-2 0-185-16,1 0-596 0,0-1 264 0</inkml:trace>
  <inkml:trace contextRef="#ctx0" brushRef="#br0" timeOffset="109245.01">18456 13200 129 0,'0'0'133'0,"0"-9"-4"0,0 9-3 0,0 0 2 16,0 0 1-16,0 0 3 0,0-9 2 0,0 9-3 15,0 0 2-15,0 0-1 0,0 0-3 0,0 0-5 16,0 0-9-16,4-6-6 0,-4 6-1 0,0 0-9 0,0 0-8 16,0 0-7-16,0 0-5 0,0 0-7 0,0 0-11 15,0 0-6-15,0 0-8 0,0 0-4 16,0 0-6-16,0 0-4 0,0 0 5 0,0 0 5 16,0 27 0-16,-1-16 0 0,1 6 2 0,1 1 0 0,-2 6-4 15,-2 1 0-15,5 2 0 0,-1 1 9 0,-4 0-4 16,-1 0-1-16,2-1 3 0,0 1 6 0,2 0 3 15,-1 1-7-15,0-1 6 0,1-2-1 16,-1 1-3-16,1-3 4 0,-2 4 0 0,0-2 1 16,2-5-1-16,-2 8 2 0,1-3-6 0,2 4-3 0,-1-5 1 15,2 1-5-15,-2 3 2 0,0-5-18 0,1 3 16 16,2-8-5-16,-3 2-1 0,0-2 1 0,0 1 4 16,0-1-9-16,0 0-2 0,1 0-20 0,-1-3 18 15,0 2-8-15,2-3 0 0,-3-1-1 0,1-2 1 16,1 1-18-16,-1-2 17 0,2-1-8 0,-1 0-3 15,0-3 2-15,1 2 0 0,-2-9-1 0,0 13-2 16,0-9-8-16,0-4 8 0,1 12-5 0,-1-12 4 16,1 9 0-16,-1-9-1 0,2 6 1 0,-2-6-4 15,0 0-2-15,0 9 7 0,0-9-9 0,0 0-14 16,0 0 23-16,0 0 2 0,0 0-4 0,0 0 1 16,1 7 1-16,-1-7-3 0,0 0 14 0,0 0 4 15,0 0-1-15,0 0 4 0,0 0 2 0,0 0-8 16,0 0 2-16,0 0 0 0,0 0-3 0,0 0-1 15,0 0-2-15,0 0 2 0,0 0-4 0,0 0 2 16,0 0-4-16,0 0 6 0,0 0-12 0,0 0 4 16,0 0-2-16,0 0-3 0,0 0-1 0,0 0 5 15,9 1-5-15,-9-1-6 0,0 0 4 0,18-4-1 16,-11 3 5-16,2 0-11 0,1-3 3 0,4 2 0 16,-2 0 3-16,1 1 3 0,5-2-8 0,-6 1 2 15,9-1-1-15,-3 1-11 0,1 1 10 0,0 0 4 16,0 0 3-16,2 1-2 0,-4-2 6 0,0 2-10 15,2 0 2-15,-1 0-1 0,1-1 0 0,1 2 0 16,-2-1-35-16,-1-1 11 0,1 1 7 0,0-1-9 16,1 1 9-16,1 0-7 0,-3 0 8 0,1 1 6 15,0-2-7-15,1 2 3 0,-1 0 4 0,5-2-3 16,-4 1 5-16,-1 1 1 0,3-1-1 0,-2 0 3 16,1 2-12-16,1-2 7 0,-2 0 14 0,3 2-13 15,-2-1 7-15,7-1 1 0,-8 2-1 0,3-2 1 16,1 0 0-16,4 3 0 0,0-3-9 0,1 1 11 15,-1 0-3-15,-1 0 5 0,-3-2-6 0,7 2 6 0,-1-1-2 16,0 2-2-16,1-2 1 0,-1 2 0 16,2-3-14-16,1 1 18 0,1 0-2 0,-2-1 3 15,2 1-4-15,0-2 1 0,1 2 1 0,0-1 0 16,2 1-3-16,-2 0 0 0,2 1-1 0,1-2 2 16,-2 2-3-16,0-1 1 0,-1 0 4 0,0-1 3 15,3 1-1-15,0 0-3 0,-2-1 5 0,1 1 4 16,-2 1-9-16,2-1-4 0,-1-2-1 0,-1 2 3 15,2 0 1-15,-1-2 3 0,0 2-4 0,1 0 3 16,0-1-2-16,-1 1 5 0,4-1-5 0,-4-1-3 16,3 2 2-16,-1 0 1 0,-2 0 2 0,0 0 1 15,1 1-6-15,-3-1 6 0,0 1-5 0,0 0 0 16,1-1 1-16,-4 0 3 0,4 1-2 0,-3-2 2 16,0 2-1-16,2-1-2 0,1 2-3 0,-4-2 8 15,2 0-9-15,2 0 3 0,-3-2 1 0,3 1-3 16,-1 0 9-16,0 2-11 0,0-2-1 0,-2 1 14 15,2 0-14-15,-4-1 10 0,2 1 1 0,1-1-3 0,-1 0-4 16,-3-2 3-16,3 5-2 0,-3-4-2 16,0 1 6-16,0 0-2 0,-6 1 6 0,7-1 1 15,-1 0-12-15,-5 1 9 0,4 0-6 0,4 0 1 0,-4 0 1 16,1 1-1-16,0-3 6 0,0 2-1 0,0-2 1 16,-5 1 8-16,8 1-16 0,-1 0 0 15,1-3 1-15,-3 3 2 0,3-1-2 0,-3-1 2 16,-9 2-6-16,4 0 7 0,5 0-4 0,0-1 2 0,-6 1-2 15,5-2 3-15,1 1-8 0,0 1 7 0,-1 0 3 16,4-3 4-16,-10 3-1 0,9 0 0 0,2-2-4 16,-13 1 2-16,10 1-5 0,-6-1 1 0,5-1-1 15,2 2 9-15,-3-2-5 0,1 0 1 16,-1 0-3-16,2-1 2 0,-2 5 1 0,0-5-5 16,2 2 5-16,2-1 3 0,-9 2-1 0,8-2-2 0,0 1-3 15,0-2 2-15,1 2 0 0,-2-1 0 0,2-1-3 16,0 2 5-16,1 1-4 0,-2-3 4 0,2 0-8 15,-2 3 5-15,-1-2 1 0,2 2 2 0,-2-3-9 16,2 1 7-16,-3 1-2 0,1 1-5 16,1-2 6-16,-1 1 1 0,3 0-1 0,-1-3 4 0,-1 3 0 15,0-2 4-15,-1 3-6 0,2-1-4 0,-3-1 1 16,1 2 1-16,1-2-4 0,-1 1 7 16,1 1-4-16,-2-3-1 0,1 3 3 0,0-1 2 0,1-1-8 15,0 1 8-15,2 1-2 0,-5-2 0 0,3 0 1 16,0 1 6-16,0 0-10 0,-1 0 3 15,0 1-2-15,1-2 1 0,-1 1 1 0,1 0 0 0,3 0-2 16,-4 0 3-16,3-1-6 0,-5 1 8 0,-6-1-3 16,5 1-4-16,5 0 6 0,0 1-4 0,-2-2 0 15,3-1 1-15,-3 1 1 0,2 2 1 0,1-2-3 16,-3 2 4-16,1-5-2 0,3 4 6 0,-3 0 0 16,1 0-2-16,-2 0-1 0,1-2 0 0,0 2-3 15,-2-2-1-15,1 2 4 0,2 0 4 0,-1-2 2 16,-1 2-5-16,2 1 0 0,-2-1-1 0,-4-1-3 15,3 1 1-15,2-2 1 0,-10 2 0 0,12-1-6 16,-1 0 8-16,-2 1-3 0,3-1 1 0,-2-1-1 16,-1 1 0-16,-7 1-2 0,8-1 0 0,1-1-1 15,-5 0 5-15,4 2-4 0,4-2 2 0,-6 0-3 16,2 2 5-16,1-1-2 0,-2 1 0 16,2-1-2-16,1 1-3 0,-1-1 4 0,-1-1-3 0,3 2 3 15,0-1-1-15,-2-1 0 0,-3 2 0 0,5 0-4 16,-5-1 4-16,3 1-1 0,-1-1 1 0,-1 0-3 15,2 0 2-15,1 2-1 0,-5-3 4 0,4 0-5 16,-1 2 4-16,-1-4-1 0,0 4-2 0,2-1-1 16,1 1 2-16,-3-2-2 0,3 1-2 0,1-1 7 15,-1 1-4-15,1-1 0 0,-4 2-1 0,3-1 3 16,-1-2 0-16,-1 1-2 0,1 2-3 0,0-3 0 16,1 2 4-16,-1-1 3 0,-10 0-3 0,8 1-4 15,0-1 5-15,3-1-1 0,1 3-2 0,-6-2 2 16,5 1 0-16,-3-2 7 0,2 1-12 0,-12 0 7 15,9 1 0-15,-1 0-2 0,0-3-5 0,-4 4 6 16,2-1-4-16,2-1 4 0,-6-1-7 0,-2 3 5 16,2-2 2-16,-4 1-2 0,6 1 1 15,-6-3-1-15,3 1 3 0,-1 2-2 0,-2-1 1 0,-2 2-3 16,2-2 4-16,1 0-3 0,-5 2 1 0,-3-3 0 16,1 3 2-16,-2-1-2 0,0 0-1 0,-9 1 3 15,13-1 6-15,-8-1-8 0,-5 2-1 0,0 0-11 16,0 0-35-16,9-3-40 0,-9 3-41 0,0 0-31 15,0 0-35-15,-16-12-33 0,3 10-40 0,-5-1-53 16,-1-1-36-16,-2 1-257 0,-7-1-662 0,-3-2 293 16</inkml:trace>
  <inkml:trace contextRef="#ctx0" brushRef="#br0" timeOffset="110386.83">24259 14072 34 0,'7'3'68'0,"-7"-3"3"0,0 0 10 16,0 0-3-16,0 0 6 0,0 0-4 0,0 0 3 16,0 0-1-16,0 0-1 0,0 0 5 0,0 0 10 15,0 0-3-15,0 0 5 0,0 0-4 0,0 0 1 0,0 0 0 16,0 0-8-16,0 0-1 0,0 0 3 15,0 0 5-15,0 0 9 0,0 0 3 0,0 0 2 16,0 0-1-16,0 0-2 0,0 0-7 0,0 0-6 16,0 0-9-16,0 0-7 0,0 0-7 0,0 0-5 15,0 0 4-15,0 0-2 0,-24 5 13 0,21 4-9 0,-1 0 1 16,0 1-4-16,1 2-2 0,-1 4 4 16,-3 0-6-16,5 2-4 0,-1 0 3 0,1 1-1 15,-1 6-4-15,1-6 0 0,-1 7-10 0,-2-1-2 16,5-6 5-16,0 1-3 0,-3 0 0 0,1 5-3 15,-2-7 3-15,3 0-3 0,1 0-3 0,-1-2 3 0,-1 0 3 16,0 1-9-16,2-1 5 0,0 0-1 0,0-5-2 16,0 0-6-16,-1 0 10 0,1 0-9 0,-2 0-2 15,4-2-7-15,-4 1 1 0,2-3 0 16,2 4-9-16,-2-11 7 0,0 14-8 0,-2-7 0 16,1-1-4-16,1-6 3 0,0 13 2 0,0-13-9 0,-2 9 6 15,2-9-5-15,-1 8-11 0,1-8 8 0,0 0-2 16,0 0 0-16,0 10-3 0,0-10-16 0,0 0-9 15,0 0-23-15,0 0-20 0,0 0-26 0,0 0-30 16,0 0-37-16,0 0-44 0,-4 5-32 16,4-5-37-16,0 0-25 0,0 0-16 0,0 0-172 15,0 0-524-15,0 0 232 0</inkml:trace>
  <inkml:trace contextRef="#ctx0" brushRef="#br0" timeOffset="110644.88">24079 14708 200 0,'0'0'261'0,"0"0"-4"0,0 0-10 0,0 0-13 16,0 0-18-16,0 0-15 0,0 0-18 0,0 0-12 15,28-9-17-15,-16 6-9 0,6-2-11 0,0-1-16 16,2 0-11-16,1 3-3 0,-2-3-7 0,1 2-22 0,1-1-23 15,-5 1-24-15,2 0-35 0,-6 1-31 16,-3-2-34-16,-2 3-40 0,-7 2-33 0,13-3-28 16,-8 2-32-16,-5 1-13 0,0 0-118 0,0 0-364 15,0 0 161-15</inkml:trace>
  <inkml:trace contextRef="#ctx0" brushRef="#br0" timeOffset="110787.01">24110 14783 34 0,'-9'7'159'0,"0"-1"8"0,3 3 5 15,-1-3 5-15,2 0 3 0,3 0 6 0,2-6-6 16,-3 11-6-16,3-11-10 0,6 9-15 0,0-7-12 16,0 0-8-16,7-1-16 0,1 0-17 0,1-2-24 15,-1-2-33-15,4 1-42 0,-3-2-53 0,-2 1-56 0,1-2-51 16,-1 1-170-16,-5 3-360 0,-8 1 160 16</inkml:trace>
  <inkml:trace contextRef="#ctx0" brushRef="#br0" timeOffset="110937.9">24234 14886 146 0,'-4'5'163'0,"4"-5"-2"16,-5 10-9-16,4-6-6 0,1-4-10 0,-3 10-4 15,3-10-9-15,0 0 0 0,0 0-11 0,7 7-11 16,-7-7-17-16,11-2-16 0,1 0-27 0,-1-1-32 16,1-4-28-16,3-2-58 0,-1 0-40 0,-4 2-131 15,0 0-267-15,1-1 118 0</inkml:trace>
  <inkml:trace contextRef="#ctx0" brushRef="#br0" timeOffset="112145.52">27608 13859 101 0,'-4'-6'217'16,"4"6"-6"-16,0 0-8 0,0 0-7 0,0 0-12 16,0 0-10-16,-2-6-10 0,2 6-10 0,0 0-4 15,0 0-7-15,0 0-7 0,0 0-12 0,0 0-9 16,-9-2-14-16,9 2-2 0,0 0-6 0,0 0-3 16,-11 10-8-16,6-3-3 0,1-1-5 0,-1 2-11 15,1 1-6-15,0 0-1 0,2 1 5 0,-1-1-4 16,1 1-15-16,-2 1-2 0,4-1-4 0,-3 0-5 15,6 1-1-15,-3-3-2 0,2 1 4 0,0 1 5 16,4-3 3-16,-1 2 2 0,3-4 6 0,-3 0-2 16,5-1-4-16,2-1-2 0,-2-1 8 0,3 1-12 15,0-6 3-15,-1 1-9 0,-1-1 4 0,3-1 1 16,-1-3-1-16,-2 1-10 0,1 0 2 0,-1-2-7 16,-2-4 3-16,0 2-2 0,-3 1 1 0,-3-3-2 15,1 0-6-15,-2 0-2 0,-2-7-3 16,-2 3-1-16,-2 0-2 0,-3 1 4 0,-2 0-7 0,0 0-14 15,-2 4-2-15,-1 3-14 0,-3 1-14 0,1 3-24 16,-1-1-29-16,-6 2-30 0,2 4-38 0,-4-2-57 16,4 4-43-16,0 3-47 0,1 4-164 0,5-2-513 15,1 1 227-15</inkml:trace>
  <inkml:trace contextRef="#ctx0" brushRef="#br0" timeOffset="116928.84">16966 11307 97 0,'-4'-6'240'0,"4"6"-7"0,-6-9-11 16,3 4-8-16,3 5-8 0,-5-8-6 0,5 8 0 15,-5-6-21-15,5 6-14 0,0 0-7 0,-4-6-22 0,4 6-18 16,0 0-9-16,0 0-16 0,0 0-10 0,0 0-10 16,0 0-6-16,0 0-6 0,0 0-6 15,0 0-6-15,9 25 0 0,-4-9 0 0,2-1-2 16,-2 4-2-16,2 7-3 0,0-8-10 0,3 7 1 16,-2 0-2-16,-2-2-3 0,2 1-4 0,-1-6-3 15,0-1-2-15,-1 2-2 0,1-2 0 0,-1 0 0 16,3 1-2-16,-3-4-3 0,1 1 1 0,-2-3 6 15,0-2-8-15,1 1-4 0,-1-1 0 0,-1-3-3 0,1 0 2 16,-2-1 2-16,0-1-2 0,-3-5 0 0,5 9 1 16,-2-5 9-16,-3-4 18 0,0 0 6 0,5 4 3 15,-5-4-7-15,0 0 0 0,11-11-3 16,-6 2-4-16,0 1-5 0,4-9 3 0,-1 1-1 16,1-3-2-16,-1-6-6 0,3-2-7 0,-1 2 6 0,1-3 0 15,-3 1 2-15,1 0-7 0,0 0 0 16,1 3 1-16,-2-1 0 0,-2 8 18 0,1-1-10 0,-1 1-7 15,-1 1 6-15,-1 5-9 0,-1 0-2 0,0 2 5 16,0 1-10-16,-2 2-10 0,-1 6 13 0,3-10 7 16,-3 10-22-16,2-6-21 0,-2 6-21 0,0 0-18 15,5-5 4-15,-5 5-18 0,0 0-19 0,0 0-25 16,0 0-40-16,-2 23-43 0,1-13-30 0,-2 3-28 16,-1 2-197-16,0 2-501 0,-1-2 221 0</inkml:trace>
  <inkml:trace contextRef="#ctx0" brushRef="#br0" timeOffset="117361.52">17371 11654 39 0,'0'0'211'0,"-6"-3"-4"0,6 3-9 15,-7-4-9-15,7 4-9 0,-10-2-9 0,10 2-6 0,-13-1-8 16,13 1-5-16,-10 1-8 0,10-1-3 0,-11-1-6 15,11 1-11-15,-9 1-7 0,9-1-6 0,-8 1-9 16,8-1-9-16,0 0-7 0,0 0-4 0,0 0-7 16,-11 1-1-16,11-1-7 0,0 0-7 0,0 0 2 15,0 0-5-15,0 0-6 0,0 0 2 0,0 0-3 16,0 0-9-16,0 0 2 0,33 3-6 0,-21-2-4 16,-1-2-4-16,0 1-4 0,2-1 1 0,-3 1-7 15,3 0-15-15,-1-2-14 0,-2 1-18 0,-3 0-15 16,-7 1-30-16,14-2-29 0,-7 2-30 0,-7 0-28 15,0 0-30-15,15-1-16 0,-15 1-19 0,8 1-183 16,-8-1-440-16,0 0 196 0</inkml:trace>
  <inkml:trace contextRef="#ctx0" brushRef="#br0" timeOffset="117619.15">17411 11628 6 0,'0'0'207'16,"0"0"1"-16,0 0-7 0,0 0-7 0,0 0-9 15,0 0-15-15,0 0-15 0,0 0-13 0,0 0-8 16,0 0-19-16,0 0-7 0,0 0 15 0,0 0 8 16,-5 15 0-16,5-7 0 0,0-8-15 0,1 18-11 15,-1-7-4-15,0 0-2 0,0 1-5 0,0-1-9 16,-1 2-7-16,-1 0-9 0,2-1-4 0,-1 0-6 16,1 0-4-16,0 0-9 0,0 1-4 0,-1-1-3 15,0-1-9-15,1 0 1 0,0-1-4 0,0-2-12 16,0 1-24-16,0 1-29 0,-2-3-31 0,2-7-31 15,-1 13-33-15,1-5-39 0,0-8-33 0,0 9-36 16,0-9-181-16,-1 9-457 0,1-9 202 0</inkml:trace>
  <inkml:trace contextRef="#ctx0" brushRef="#br0" timeOffset="117878.82">17500 11722 11 0,'3'-11'271'0,"-2"7"4"0,-1 4 1 16,0 0-13-16,3-10-11 0,-3 10-24 0,0 0-23 16,0 0-18-16,0 0-19 0,0 0-18 0,3-5-13 15,-3 5 7-15,0 0 11 0,0 0 4 0,4 19-11 16,-4-19-10-16,0 16-13 0,0-7-12 0,0 2-7 16,0 1-11-16,0-2-7 0,1 2-7 0,-2 0-8 15,0-1-21-15,1-1 9 0,-1 2-11 16,1-3-1-16,0 1-3 0,-2-1-21 0,2 0-31 0,-3 1-34 15,3-2-37-15,-2-2-30 0,2-6-33 0,-1 13-38 16,0-6-26-16,1-7-42 0,-3 10-28 0,3-10-203 16,-2 6-516-16,2-6 228 0</inkml:trace>
  <inkml:trace contextRef="#ctx0" brushRef="#br0" timeOffset="118228.96">17514 11783 67 0,'0'0'183'0,"3"-6"-12"0,-3 6-4 0,6-4-1 16,-6 4-13-16,8-4-15 0,-3 2-9 0,3-3-14 16,-8 5-11-16,15-4-11 0,-2 1-9 0,-3 0-9 15,2 1 2-15,0-2-18 0,-1 1-1 0,-1 0-19 16,-1 0-18-16,-3 2-19 0,-6 1-11 0,12-3-8 16,-7 2-5-16,-5 1-3 0,10-2-15 0,-5-2-2 15,-5 4 10-15,6-5-2 0,-6 5 6 0,6-8 3 16,-5 2 2-16,-1 6 12 0,2-10 18 0,0 4 17 15,-2 6 16-15,0-10 15 0,0 10 19 0,-2-10 4 16,2 10 13-16,-3-10 12 0,3 10 4 0,0 0 6 16,-2-8-5-16,2 8-5 0,0 0-14 0,0 0-5 15,0 0-11-15,0 0 16 0,0 0 3 0,0 0 9 16,0 0-9-16,-2 25-4 0,0-15-5 0,-1 3-9 16,3 3-6-16,-3-1-12 0,2 0-2 0,-2 2 2 0,2 0-10 15,0-2-23-15,-1 2-47 0,1-3-50 16,-3 0-57-16,0 1-79 0,4-3-67 0,-1 1-215 15,0-3-532-15,1-10 236 0</inkml:trace>
  <inkml:trace contextRef="#ctx0" brushRef="#br0" timeOffset="118368.84">17789 11846 53 0,'0'0'234'0,"0"0"-22"0,0 0-25 15,2-6-15-15,-2 6-42 0,0 0-36 0,0 0-42 0,0 0-74 16,0 0-60-16,0 0-90 0,16 6-186 16,-16-6 83-16</inkml:trace>
  <inkml:trace contextRef="#ctx0" brushRef="#br0" timeOffset="121977.35">15339 9779 3 0,'0'0'151'0,"0"0"-7"15,0 0-12-15,0 0-2 0,0 0-3 0,0 0 1 16,0 0-1-16,0 0 0 0,0 0 0 0,0 0 0 16,0 0-7-16,0 0-1 0,0 0-6 0,0 0-7 15,0 0-8-15,0 0-11 0,0 0-6 0,0 0-4 16,0 0-8-16,-14 10-3 0,14-10-5 0,0 0-2 15,-17 1-5-15,10 0-4 0,7-1 0 0,-14 1-4 16,6-1 2-16,8 0 0 0,-16 2 5 0,4-4-2 16,7 4-3-16,5-2 6 0,-16 0-1 0,8 2-3 15,-3-1 2-15,4 1 2 0,7-2-1 0,-13 0 1 16,13 0-3-16,0 0-4 0,-13 0-3 0,13 0 1 16,-8 1-3-16,8-1-6 0,0 0-4 0,0 0 0 15,0 0-3-15,0 0-3 0,-11-1-6 0,11 1 0 16,0 0-1-16,0 0 2 0,0 0 3 0,0 0-1 15,0 0 1-15,0 0 6 0,0 0 2 0,0 0-6 16,31 4 0-16,-12-3 12 0,2-1-9 0,10 0 0 16,5 2 12-16,1-4-17 0,15-2-2 0,0 4 0 15,1-3-7-15,1 0 5 0,-2 1-3 0,1-3-10 0,-2 3 5 16,-12-1-7-16,0 2 4 0,0-1 1 16,1 2 0-16,-4-2-2 0,1 0 0 0,-3 0-1 15,1 0 2-15,-7 2-1 0,1 0-1 0,1 0 2 16,-9 0 0-16,1-2 1 0,-3 0-4 0,2 2-5 0,-3 0 1 15,-6-2 4-15,1 2-4 0,3 0 7 16,-5 0 0-16,0 2-7 0,0-2 10 0,-1 0-2 16,-2 1-1-16,-8-1-3 0,14-1-1 0,-9 3 1 0,-5-2-3 15,0 0 0-15,14-2 1 0,-14 2-2 0,0 0 0 16,9 1-5-16,-9-1 5 0,0 0 2 0,0 0-7 16,8 0-11-16,-8 0-5 0,0 0-12 0,0 0-20 15,0 0-22-15,0 0-18 0,0 0-25 0,0 0-27 16,0 0-37-16,-25 14-32 0,14-10-24 0,-6 4-29 15,-2-1-14-15,-7 1-158 0,6-2-474 0,-4 2 211 16</inkml:trace>
  <inkml:trace contextRef="#ctx0" brushRef="#br0" timeOffset="122561.43">15235 10158 186 0,'0'0'182'0,"-12"3"-2"16,5-3-6-16,7 0-6 0,-12 2-6 0,5-1-9 15,7-1-4-15,-11 1-5 0,11-1-4 0,-13 2-7 16,7-1-1-16,6-1-5 0,-11 1-8 0,11-1-5 15,-11 0-2-15,11 0-4 0,-9 2-5 0,9-2 1 16,-9 0-3-16,9 0-9 0,0 0 1 0,-9 0-3 16,9 0-4-16,0 0 1 0,-8 2-14 0,8-2 6 15,0 0-9-15,0 0 4 0,0 0-11 0,0 0 1 16,0 0-1-16,0 0-2 0,0 0 4 0,0 0-4 16,0 0 1-16,-10 2-6 0,10-2-12 0,0 0 4 15,0 0-12-15,0 0 8 0,0 0-13 0,36-2 5 16,-18 4-2-16,3-4-3 0,9 0 10 0,3 2-8 15,2 0-5-15,4 0-3 0,15-2-1 0,-2 1 0 0,1-2-3 16,-1 5 4-16,2-2-7 0,-5-2-8 16,-9 1-9-16,0 2 29 0,-3 1-21 0,5-2-1 15,-4 1 1-15,14-1 2 0,-12-1-2 0,-1 1 2 0,-1 0 6 16,2 0 3-16,-5 0-1 0,0 0 1 16,-2-2 2-16,-3 2 0 0,-9-1-9 0,5 0 6 15,-6 1-2-15,-2-2 1 0,-5 2-4 0,-1 0-1 16,-1 0 1-16,-2 0 3 0,1 0 2 0,2 0-5 0,-12 0-6 15,13 0-1-15,-7 0 1 0,-6 0 1 0,10 0-3 16,-10 0-3-16,8-3-1 0,-8 3-6 0,0 0 6 16,0 0 5-16,9 0-23 0,-9 0-14 0,0 0-26 15,0 0-20-15,0 0-23 0,0 0-18 0,0 0-26 16,0 0-24-16,0 0-26 0,0 0-30 0,0 0-30 16,-28 5-32-16,28-5-27 0,-13 0-193 0,13 0-547 15,-9-2 243-15</inkml:trace>
  <inkml:trace contextRef="#ctx0" brushRef="#br0" timeOffset="123294.75">16024 9412 101 0,'-8'-3'209'0,"2"1"-7"0,6 2-6 16,-13-7-3-16,8 6-5 0,5 1-8 0,-10-6-9 15,10 6-7-15,-7-2-6 0,7 2-6 0,0 0-10 16,-8-5-6-16,8 5-9 0,0 0-9 0,-8-2-10 16,8 2-9-16,0 0 2 0,0 0-15 0,0 0-10 15,0 0 6-15,0 0-18 0,0 0-4 0,0 0 5 16,0 0-22-16,0 0-2 0,0 0-3 0,-10 0-5 16,10 0-6-16,0 0-3 0,0 0 0 0,0 0-3 15,0 0-2-15,0 0-1 0,0 0 2 0,10 19 8 16,-2-12 7-16,0 1-3 0,1 0 5 0,3 3 4 15,6 1 0-15,0-1 2 0,7 2-3 0,0 3-3 16,1-2 12-16,0-4-17 0,1 3-6 0,0 0 5 16,-2-2-5-16,3 2-2 0,-1-1 0 0,1 0-5 15,-1-2 11-15,-1 2-3 0,-1-3-2 0,0 2 5 16,1 0 2-16,0 0 2 0,-7-4-17 0,-2 0 11 16,1 0-10-16,-3 0-2 0,2 1-4 0,-3 0 4 15,-2-2-12-15,0 0 26 0,-2 1-22 0,-1-1-3 16,-3 0-7-16,2-1 13 0,0 3-3 0,-2-1 1 15,-1-3-6-15,-1 1 2 0,0 1 1 0,-1-2-2 16,-3-4 3-16,5 13-2 0,-4-6 3 0,3 0-6 16,-3 1-11-16,-1-1 12 0,1 0 1 0,1 2 7 15,-4 3-15-15,2-2 3 0,-1 3-4 0,1-4-1 16,-4 2 7-16,3-2-5 0,0 8 7 0,-2-6-2 0,1 0-4 16,-2 5 5-16,0-5-1 0,-1 1-5 0,0 2 2 15,-3 1 4-15,2 0 2 0,-1-1 1 16,-2 2-3-16,-2-1 29 0,-1 2-10 0,-4 4 7 15,-1 2-3-15,-6 1-2 0,0-2 4 0,-1 3 1 0,-3 0-2 16,-4-1 8-16,-10 12-14 0,3-4 3 0,-2-2-5 16,10-7-1-16,-10 6-28 0,11-7-27 0,-2-1-40 15,5 0-22-15,0 1-35 0,0-1-45 0,1-2-60 16,3-2-52-16,1 2-74 0,1-1-190 0,6-5-601 16,0 3 266-16</inkml:trace>
  <inkml:trace contextRef="#ctx0" brushRef="#br0" timeOffset="124361.52">14638 7703 175 0,'-11'-7'191'0,"6"3"-6"0,5 4-6 15,-11-6-3-15,7 4-3 0,4 2-8 0,-10-6 8 16,4 5-9-16,6 1-1 0,-7-7-4 0,7 7-10 15,0 0-5-15,-11-5-13 0,11 5-9 0,0 0-9 16,-5-2-5-16,5 2-6 0,0 0-5 0,0 0-9 16,0 0-4-16,0 0-12 0,0 0-10 0,0 0-1 15,26 1-7-15,-4-1-11 0,12-1 2 0,5 1-4 16,13-6-6-16,-1 6-1 0,2-3 6 0,-15 0-13 16,-1 2-4-16,0 0-6 0,-4-1-6 0,-1 2-7 15,0-2-10-15,-3 3-12 0,0 0-20 0,-10-2-23 16,-2 2-32-16,-2 1-28 0,-5 0-33 0,1 1-37 0,-3-2-18 15,0 1-30-15,-2 1-175 0,-6-3-448 0,5 7 199 16</inkml:trace>
  <inkml:trace contextRef="#ctx0" brushRef="#br0" timeOffset="124661.04">14874 7678 180 0,'0'0'231'0,"0"0"-6"0,0 0-10 0,0 0-13 0,-9 3-17 16,9-3-18-16,0 0-13 0,0 0-16 0,0 0-13 15,0 0-17-15,0 0 0 0,-6 6 4 16,6-6 0-16,-2 12-10 0,4-2 6 0,-4 3-2 16,2 3-9-16,-1 4-5 0,0 5 18 0,0-5-13 0,-1 4-5 15,2 1-10-15,-1 0-3 0,-1-2-5 0,2-2-8 16,0-1-4-16,0-1-6 0,0 0-6 0,0-2-4 15,0 2-2-15,2 1-7 0,-4-4 0 0,2 1-6 16,2 0-8-16,-1-1-19 0,-1 0-29 0,0-4-29 16,0 0-30-16,-1 1-33 0,1 3-38 0,-4-4-41 15,6-1-33-15,0 1-30 0,-1-3-181 0,-1 1-477 16,2-5 212-16</inkml:trace>
  <inkml:trace contextRef="#ctx0" brushRef="#br0" timeOffset="125295.04">15056 7741 193 0,'0'0'288'16,"2"-10"-12"-16,-2 10-20 0,4-6-19 0,-4 6-30 15,0 0-22-15,0 0-20 0,0 0-19 0,0 0-13 16,0 0-9-16,0 0 0 0,0 0-8 0,-2 28-10 15,2-12 0-15,-4-1-16 0,2 4-10 0,-1 1-4 16,-3 3-10-16,6 2-5 0,-4-6-5 0,2 0-5 16,2 0-4-16,-1 0-10 0,-1-1-4 0,0-2 8 15,-1 3-5-15,3-8-8 0,0 1-5 0,-2 0 3 16,2-1-3-16,0-1-3 0,0-5-4 0,0-5-2 16,2 13-1-16,-2-13-1 0,0 9-1 0,0-9-3 15,0 7-1-15,0-7-1 0,0 0-9 0,0 0 0 16,0 7-3-16,0-7 0 0,0 0-10 0,0 0-3 15,0 0-5-15,0 0-2 0,17-16-2 16,-11 9-3-16,2-2 3 0,2 0-1 0,-1 1 1 0,0 4 4 16,0-2 0-16,0 1 0 0,1 3 2 0,-4 0 4 15,4 2-1-15,2 0 4 0,-3 3-1 16,1 0 2-16,3 1 0 0,-5-1 5 0,2 2-1 0,0 2-1 16,0-1 3-16,1-2 1 0,0 2 0 0,0 0 4 15,3-2-1-15,3-1 4 0,1 1 1 0,-2-2 3 16,4-1 4-16,-1-2 0 0,0-1-1 0,2 1 3 15,-3-4-1-15,1 1-1 0,0-3-2 0,-2 1 3 16,-1-2-1-16,-4 2 3 0,2-2-1 0,-4-1 0 16,3-2 0-16,-3 2 0 0,-3-1 1 0,0 0-2 15,-1 1-3-15,0-2 2 0,-1 1-4 0,-2-3 6 16,-1 2 12-16,-1-1-2 0,-2 2-5 0,-2-1 8 16,2 1 5-16,-3 1 7 0,2 2-6 0,-2 1-2 15,4 6 3-15,-8-7-3 0,1 3 1 0,7 4-4 16,-13 0 0-16,1 4 7 0,3 3-9 0,-5 3 4 15,-1 2-11-15,1 4 1 0,1 5 2 0,3-4-7 16,0 0 1-16,2-2-3 0,1 3 2 0,4-3-4 16,1-2 1-16,6 4-6 0,-1-1-16 0,1-4-33 15,2 2-33-15,0-4-43 0,3 0-46 0,4 2-56 16,2-2-43-16,-2-1-202 0,4-2-509 0,-2-3 225 16</inkml:trace>
  <inkml:trace contextRef="#ctx0" brushRef="#br0" timeOffset="130770.4">15725 7857 18 0,'0'0'11'0,"0"0"-7"15,0 0-2-15,0 0-9 0,0 0-5 0,9 0 3 16</inkml:trace>
  <inkml:trace contextRef="#ctx0" brushRef="#br0" timeOffset="131979.01">15812 7825 77 0,'0'0'82'0,"0"0"-11"0,0 0 0 0,0 0-10 16,0 0 4-16,0 0-17 0,0 0 1 0,1-6-2 15,-1 6 0-15,0 0-1 0,0 0-1 0,0 0 10 16,0 0-14-16,0 0 1 0,0 0-4 0,0 0 4 15,0 0 0-15,0 0-2 0,0 0-2 0,0 0-7 16,0 0 8-16,0 0-2 0,0 0-3 0,0 0-2 16,0 0 5-16,0 0-1 0,0 0 4 0,0 0-5 15,0 0 5-15,0 0-9 0,0 0 5 0,0 0 3 16,0 0-1-16,0 0 9 0,0 0-3 0,0 0 3 16,0 0-9-16,0 0 7 0,0 0 4 0,0 0 4 15,0 0-5-15,0 0 6 0,0 0 2 0,0 0-3 16,0 0 0-16,0 0-2 0,0 0-3 0,0 0-2 15,0 0 0-15,0 0 0 0,0 0 4 0,0 0-1 16,0 0 0-16,0 0 0 0,0 0-2 0,0 0 2 16,0 0-1-16,0 0-1 0,-5-11 1 0,5 11 1 15,0 0-1-15,0 0 0 0,0 0-3 0,0 0-1 16,0 0-3-16,0 0 11 0,0 0-11 0,0 0-4 16,-2-6-2-16,2 6-2 0,0 0-4 0,0 0 4 15,0 0-6-15,0 0-2 0,0 0 2 0,0 0-3 0,0 0-4 16,0 0 0-16,0 0-3 0,0 0-1 15,0 0 3-15,0 0 0 0,0 0-1 0,0 0 5 16,0 0-5-16,0 0-3 0,0 0 3 0,0 0 3 16,0 0-1-16,0 0-1 0,0 0 0 0,0 0-1 0,0 0 0 15,0 0 2-15,0 0-3 0,0 0-2 16,0 0 0-16,0 0-1 0,0 0 1 0,0 0 1 16,0 0-14-16,0 0 26 0,0 0-20 0,0 0 4 15,0 0-5-15,0 0-2 0,0 0 14 0,0 0-13 16,0 0-3-16,0 0-4 0,0 0 2 0,0 0 1 15,0 0-4-15,0 0 5 0,0 0-4 0,0 0 2 16,0 0-8-16,0 0-2 0,0 0 5 0,0 0 3 0,0 0-4 16,0 0 2-16,10 21 0 0,-9-16 0 15,2 4 2-15,-1 0-2 0,1 0 4 0,1 1-2 0,-2 1 0 16,1-1 3-16,1 3-4 0,-2-1 2 16,2-1-1-16,2 5 2 0,-1-5-1 0,0 1 9 0,-2 0-7 15,1 1-1-15,0-4-1 0,2 2 5 16,-3 2-5-16,0-3-3 0,0 2 4 0,0-3-2 0,-1 1 1 15,1 0 0-15,1 0-8 0,0-3 11 0,-2 3-3 16,2-2 5-16,-2 0-2 0,0-3-3 0,0 1-1 16,1 1 1-16,-3-7-1 0,4 8-2 0,-2-2 2 15,-2-6 1-15,1 6-2 0,-1-6 0 0,0 0 0 16,4 7 0-16,-4-7 4 0,0 0-3 0,0 0 2 16,0 0 4-16,0 0-4 0,0 0-1 0,0 0 7 15,0 0-4-15,0 0-4 0,0 0 6 0,7-20-8 16,-2 11 1-16,-3 0 3 0,1-2-5 0,-2-2 1 15,2 2 0-15,2-6 6 0,-3 3-5 0,2-2-8 16,-1 0-2-16,3-3 4 0,-2 2-5 0,1 1 5 16,0 0 1-16,-1-1 1 0,0 1-2 0,0 4 1 15,1 0 0-15,-1 2-1 0,-2 0-3 0,2 2-4 16,-3-3 5-16,1 7-5 0,0-4-4 0,-2 8-6 16,7-9-4-16,-7 9-7 0,0-6-8 0,0 6-13 15,3-6-14-15,-3 6-16 0,0 0-20 0,8-6-23 16,-8 6-13-16,6-1-22 0,-6 1-14 0,12-2-18 15,-6 0-11-15,-6 2-20 0,16 4-119 0,-9-3-373 16,1 2 165-16</inkml:trace>
  <inkml:trace contextRef="#ctx0" brushRef="#br0" timeOffset="132844.51">16117 8071 121 0,'0'0'153'15,"0"0"-12"-15,0 0-10 0,21-11-8 0,-11 5-9 16,1 2-5-16,1-2-8 0,5-3-6 0,-1 2-7 15,1 1 0-15,-2-3-9 0,2-1-5 0,-3 0 3 16,-3 3 3-16,2-5-4 0,-2 6-2 0,-1-1-2 16,-3-3-5-16,0 2-4 0,-2-2-4 0,1 1 5 15,-1-1-2-15,-1 1 0 0,-1-1 0 0,-2 1 0 16,0 1-4-16,-1 8 7 0,-2-14 4 0,0 6-11 16,2 8-7-16,-5-11-1 0,3 6-7 0,2 5 0 15,-9-8-4-15,5 3-5 0,4 5-6 0,-6-4-2 16,6 4-4-16,-11-1 3 0,11 1-5 0,-14 5-5 15,5 1 1-15,0 4 1 0,1 1-3 0,-4 2-3 16,3 0 3-16,0 3-2 0,0 0 2 0,5 0-6 16,-1 2 6-16,4-7-7 0,-2 6 0 0,3-5 18 15,0 2 1-15,2-4-1 0,1 2-6 0,1-1 2 0,1 0-8 16,2-1-12-16,-1-3-21 0,3 2-27 16,-1 0-20-16,0-2-27 0,3-2-24 0,-2 1-23 15,1 0-26-15,2-3-21 0,-2 1-15 0,0-1-6 16,0-2-117-16,-2 0-353 0,-8-1 157 0</inkml:trace>
  <inkml:trace contextRef="#ctx0" brushRef="#br0" timeOffset="133494.94">16436 7974 41 0,'0'0'163'0,"2"-10"10"0,-1 4-2 16,-1 6-10-16,3-8-9 0,-3 8-14 0,0 0-18 0,1-7-10 15,-1 7-1-15,0 0 11 0,0 0 4 16,0 0-7-16,0 0-3 0,8 22-8 0,-7-13-7 15,2 1 0-15,-2-2-12 0,0 4-5 0,1-2 0 16,1 0-11-16,-3 1 0 0,0-2-11 0,2 1-5 16,-1-3-5-16,-1-7-1 0,0 10 0 0,0-4 5 0,0-6 5 15,1 8 7-15,-1-8 4 0,1 6 10 16,-1-6-2-16,0 0 5 0,0 0 7 0,0 0-5 16,0 0-15-16,-3 8 0 0,3-8-8 0,0 0-4 15,0 0-8-15,0 0-2 0,0 0-15 0,-4-26-4 0,4 26-6 16,2-17-7-16,2 6-5 0,0-2-1 0,4-4-11 15,0 2 6-15,2-3-5 0,-3 4-4 0,4 0 5 16,0-1-6-16,-3 4 0 0,1 2 4 16,1-4-5-16,0 6 0 0,-2 0 2 0,0 1 0 15,0-1-3-15,0 5 1 0,-3-1-6 0,-5 3 4 16,13 0-4-16,-13 0 7 0,14 5 0 0,-8 0-2 0,-2 1 3 16,3 3 3-16,-2 3-5 0,-1-1 1 0,1 4 4 15,-4 2 1-15,2-1 4 0,-2 0-2 0,0-2-5 16,2 1 6-16,-2-3 2 0,0-1-2 0,2-1-4 15,1 2-1-15,-1-2 5 0,2-1 0 0,-1-1 3 16,0 0-6-16,-1-3 0 0,2 1 1 0,0-1 3 16,3-1 1-16,-2-1 2 0,4-1-4 0,2 0 2 15,-2-2 0-15,2-2-3 0,0-1-1 0,1 1-2 16,-1-3-1-16,0 0 1 0,0-3 1 0,-1 1 2 16,2-3-4-16,-5 0 1 0,4-2-2 0,-1 0-2 15,-3-2 4-15,3 1 0 0,-7 0 4 0,0-3-7 16,-3 3 1-16,-1-3 2 0,1 4 3 0,-1 1 2 15,0 1 3-15,-1 1 9 0,2 2 7 0,-1 7-2 16,-2-13 0-16,2 13 6 0,-2-7-6 0,2 7-3 16,-4-8 2-16,4 8-6 0,0 0-4 0,0 0 0 15,0 0 6-15,0 0-2 0,-12 16 4 0,9-7-1 16,-1 1-5-16,2 0 16 0,-1 2-17 0,1-1-4 16,-1 2 5-16,3 0 4 0,0 1-6 0,0-2-3 15,1 2-2-15,-1-3 2 0,2 1-9 0,0-2-24 16,2 0-16-16,0-1-25 0,0 0-25 0,2-2-33 15,-3-2-32-15,0 3-29 0,1-3-24 0,0 0-26 16,3-1-25-16,-2 0-212 0,-5-4-512 0,6 3 227 16</inkml:trace>
  <inkml:trace contextRef="#ctx0" brushRef="#br0" timeOffset="133677.91">16898 7703 213 0,'0'0'209'0,"-4"-11"-26"0,4 11-23 16,-3-6-35-16,3 6-27 0,0 0-20 0,0 0-17 15,0 0-23-15,0 0-33 0,11 33-27 0,-7-15-29 16,1 4-24-16,3 6-27 0,-1-1-52 0,1 2-166 16,-2 2 74-16</inkml:trace>
  <inkml:trace contextRef="#ctx0" brushRef="#br0" timeOffset="133927.93">17012 8147 218 0,'0'0'225'0,"0"0"-7"0,0 0-12 15,0 0-14-15,11-18-10 0,-5 9-9 0,-3 0-5 16,3-1-5-16,0-1-11 0,3-2-10 0,0-3-2 16,1 2-13-16,1-1-9 0,-1 1 1 0,0 0-2 15,-1 3-10-15,-3 4-11 0,0-1-3 0,1 4-13 16,-2 0-5-16,1-1-8 0,-2 1-8 0,-4 4-11 15,9-3-7-15,-9 3 1 0,0 0-6 0,15 7-4 16,-10-4 2-16,2 3 1 0,-2 1 6 0,0 1-13 16,-1-1-1-16,-1 3-5 0,3-1 1 0,-2-1-3 15,-2-2-6-15,2 4-25 0,-1-2-23 0,-1 2-22 16,1-4-45-16,0 1-51 0,-1 3-59 0,2-4-49 16,-3-1-217-16,-1-5-515 0,1 9 229 0</inkml:trace>
  <inkml:trace contextRef="#ctx0" brushRef="#br0" timeOffset="134144.57">17356 7677 143 0,'0'-10'291'0,"0"10"-8"15,-3-11-16-15,2 5-28 0,1 6-20 0,0 0-27 16,0 0-22-16,0 0-16 0,0 0-12 0,0 0-8 15,-4 27-14-15,4-8-11 0,-2 0-27 0,0 6-37 16,2 4-34-16,-1-1-39 0,1 0-48 0,0 2-52 16,1-2-45-16,-1 1-193 0,-1 0-397 0,1-3 175 15</inkml:trace>
  <inkml:trace contextRef="#ctx0" brushRef="#br0" timeOffset="134494.94">17376 8161 177 0,'0'0'204'15,"15"-9"0"-15,-9 4 0 0,-1-4-3 0,1 0-9 16,4-1-7-16,-1-3-15 0,3-2-12 0,-3 1-10 16,0-2-5-16,1 1-4 0,1 0-9 0,1-8-14 15,-2 7-7-15,4-6-5 0,-5 6-7 0,0 1-3 16,-4 4-3-16,2 1 0 0,-2 1 6 0,-3 2-3 16,2 1 8-16,0 0-2 0,-4 6-2 0,4-10-7 15,-4 10-7-15,1-6-6 0,-1 6-12 0,0 0-12 16,0 0-7-16,0 0-14 0,0 0-6 0,0 0-5 15,-17 16-4-15,10-7-25 0,-1-2-14 0,3 2-10 16,1 3-8-16,-1-3-10 0,1 1-11 0,3 0 4 16,0 1-3-16,-1-1 0 0,2-1-1 0,3 1 1 15,-2 3 9-15,2-3-3 0,-1 0 6 0,3 0 0 16,-2-1 8-16,1 3 3 0,0-5 2 0,1 2 7 16,0 0 3-16,-4-3 4 0,2 0 2 0,-1 2 5 0,1 0 4 15,-1-3 1-15,0 1 5 0,-2-6-1 16,4 11 3-16,-3-8-2 0,-1-3-4 0,0 9-5 15,0-9-12-15,-4 7-19 0,4-7-33 0,-5 7-41 16,5-7-46-16,-5 6-45 0,0-5-189 0,5-1-431 16,-10 3 191-16</inkml:trace>
  <inkml:trace contextRef="#ctx0" brushRef="#br0" timeOffset="137550.12">18028 8038 75 0,'-8'-6'181'0,"8"6"-10"0,0 0-10 0,0 0-9 16,4-13-9-16,-4 13-3 0,9-10-12 0,-3 4-7 16,1-2-8-16,2 0-11 0,2 0-3 0,-2 0-10 15,5-2-3-15,0 0-9 0,-1 0-6 16,0-3-2-16,-4 6-4 0,-1-1 0 0,2 0-5 0,-3-2-3 16,2 1-5-16,-2 0-3 0,-1 1 0 0,1-3-5 15,-4 3-5-15,3-2 0 0,-3 2-4 0,0 0 2 16,-2-2-2-16,1 2 4 0,-2 8 2 0,-2-9 6 15,2 9-2-15,-1-11-4 0,1 11-3 0,-4-9 0 16,0 5-4-16,4 4 2 0,-9-6-6 0,3 2-1 16,6 4-6-16,-13 0 12 0,13 0-14 0,-20 6-6 15,8-1 2-15,1 2-5 0,-5 2 1 0,5 1-3 16,-1 2-1-16,5-2 10 0,-2 0 10 0,1 0-5 16,1 4-2-16,1-3-4 0,2 1-1 0,3 1-2 15,1-2 1-15,0 0-3 0,3 0-2 0,-1-1 3 16,4 1-4-16,1-1 5 0,1-1-5 0,5 3 1 15,-2-5-14-15,3 1-7 0,3 0-11 0,-2-4-8 16,4 1-4-16,0-3-17 0,1 1-10 0,1-2-9 16,0-1-7-16,-1 0-6 0,-1-1-1 0,1-3 2 15,1 0 6-15,-2-2-1 0,-1-1 6 0,1 1 6 16,-2-2 8-16,1-1 3 0,-4 0 13 0,1 0 1 16,-4 2 16-16,1-5 9 0,-4 3 19 0,-2-1 3 15,2-4 2-15,0 6 10 0,-4-4 25 0,-2 3 10 16,1-4 6-16,-3 5 3 0,1-2 9 0,-1-2-3 15,-3 5 1-15,3 7 2 0,-5-10 0 0,3 5 2 16,2 5-2-16,-7-7-7 0,7 7-1 0,-7-3-9 16,7 3 0-16,-18 3-5 0,6 1 2 0,2 4-5 15,-5 3-5-15,2 0-4 0,-2 2-8 0,3 1-3 16,1 0-6-16,1-2 1 0,0 1-3 0,4-3 1 16,3 0-2-16,0 0-2 0,1 2-3 0,1-4 2 15,1 3-4-15,0-11-10 0,1 13-13 0,2-7-9 16,-2-1-5-16,3 0-7 0,-4-5-1 0,8 7 3 15,-2-1 4-15,-1-4 5 0,-5-2-3 0,12 2 1 16,-7-2 5-16,-5 0 1 0,10-3 4 0,-2 0 2 16,-2-2 2-16,-1 2 1 0,2-3-2 0,-2 0 2 15,1-1 1-15,-2 1 4 0,0-3 0 0,0 0 3 0,-1 1 4 16,1-2-1-16,0 1-1 0,-1 2 3 16,-2 0 2-16,-1 7 0 0,4-11-1 0,-4 11 1 15,2-7-4-15,-2 7 0 0,4-7-7 0,-4 7 1 16,0 0 3-16,0 0 9 0,0 0 1 0,0 0 11 15,7 19-4-15,-7-8-1 0,1 4 4 0,-2 3 6 0,1-1 0 16,0 0-3-16,-3 2-1 0,2-3 2 16,-1 2-5-16,1 0 1 0,0-1 3 0,0 1-1 15,-1-4-3-15,2-1 2 0,-1-2-3 0,1 0 5 16,0-3-8-16,-1 3 1 0,-2-6-9 0,3-5 4 16,-1 12-2-16,1-12 1 0,1 8-6 0,-1-8 7 0,3 8-5 15,-3-8 1-15,1 6 2 0,-1-6-5 16,0 0 2-16,0 0 5 0,0 0-3 0,1 8 5 15,-1-8-1-15,0 0 6 0,0 0-8 0,0 0 2 16,0 0-9-16,0 0-1 0,0 0-9 0,20-18-9 0,-14 11-12 16,3-2-17-16,2-4-15 0,3-2-23 0,-2 2-23 15,1 0-30-15,2-1-23 0,0 0-37 16,2 0-16-16,-3 3-34 0,0-3-26 0,-1 3-145 16,-2-1-450-16,1 2 199 0</inkml:trace>
  <inkml:trace contextRef="#ctx0" brushRef="#br0" timeOffset="138244.64">18696 7796 143 0,'3'-6'262'0,"-3"6"-7"15,0 0-13-15,0 0-18 0,0 0-17 0,0 0-12 16,0 0-20-16,-1-10-13 0,1 10-13 0,0 0-8 0,0 0-5 16,0 0-6-16,0 0-6 0,-5 33-17 0,2-22-11 15,0 1-5-15,2-1-11 0,-1 6-6 16,0-5-8-16,2 2-5 0,-1-4-9 0,2 3-3 16,-1-1-4-16,2-2-6 0,-1 0-7 0,0-1-1 15,2 0 2-15,-1-2-5 0,2-3-4 0,0 3-1 0,1-2-2 16,-1-1-1-16,2-1 2 0,-6-3-8 0,12 6 3 15,-7-6-3-15,-5 0 0 0,14-3 3 0,-14 3 0 16,14-5-2-16,-6 0 0 0,1 0 18 16,-4-2-26-16,2 0 7 0,0-2 0 0,-2-1-2 0,1 0-4 15,-1-1-3-15,1 1 5 0,-1-1 1 16,-1 0-1-16,-1 2 0 0,0-3-1 0,1 5 3 0,-2 0 9 16,-1 1-2-16,-1 6-6 0,0 0-1 0,3-12 0 15,-3 12-4-15,0 0-5 0,0-9-2 16,0 9 4-16,0 0-5 0,0 0 1 0,0 0 7 0,0 0-1 15,0 0 2-15,-1 32-6 0,1-24 0 0,-2 2 0 16,2 0 6-16,0 0-2 0,0 0-3 16,2 1-2-16,0-2 4 0,2 1-5 0,0-2 0 15,0 2 6-15,-1-4-2 0,3 0-1 0,-2 0 4 16,2-1-1-16,0-2 2 0,2 0-9 0,2-1 6 0,-1-2 2 16,0 1-5-16,-9-1 2 0,18-3 4 15,-8 3-1-15,-1-4-2 0,0-2 14 0,0 0-20 0,0 2 5 16,-5-2 1-16,5-2 3 0,-4 0 4 0,0-1-6 15,-1-1 1-15,0 0 0 0,0 0-3 0,-1 0-2 16,0-2 11-16,-1 4-16 0,0 0 8 0,-1 0 2 16,-1 8 3-16,0-11 0 0,0 11 4 0,1-7 0 15,-1 7 0-15,0 0 5 0,0-10-3 0,0 10 9 16,0 0-25-16,0 0 15 0,0 0-5 0,0 0 5 16,-14 23 0-16,9-14 1 0,3 2-8 0,-2 1 6 15,1-2-5-15,1 3-6 0,2-2-15 0,0 0-16 16,0 0-28-16,1-2-27 0,0 3-28 0,2-5-29 15,-1 3-34-15,2-2-38 0,-1 0-32 0,1-2-35 16,2 1-29-16,-4-1-157 0,2-2-502 0,2 1 223 16</inkml:trace>
  <inkml:trace contextRef="#ctx0" brushRef="#br0" timeOffset="138405.91">18990 7703 123 0,'-6'-8'202'0,"4"3"-21"0,2 5-19 16,-7-8-37-16,7 8-40 0,0 0-32 0,0 0-25 15,0 0-33-15,0 0-36 0,0 0-45 0,-1 23-53 16,2-15-148-16,3 3 66 0</inkml:trace>
  <inkml:trace contextRef="#ctx0" brushRef="#br0" timeOffset="138740.47">19075 7871 94 0,'5'3'230'0,"-5"-3"-11"0,0 0-16 0,0 0-18 15,0 0-19-15,0 0-22 0,4 4-11 0,-4-4-4 16,5 8-2-16,-1-2-6 0,2 1-5 0,-1 0-4 16,0 4-6-16,2-1-7 0,-2 1-10 0,0 0-6 15,0 0-7-15,-1 0-5 0,1-1-4 0,1 1-10 16,-1-1-3-16,-1-1-1 0,0 0-3 0,3-1 7 15,-5-1-10-15,-1-3-1 0,3 1-1 0,-4-5-5 16,4 8 6-16,-4-8 10 0,4 6 10 0,-4-6 8 16,0 0 10-16,2 5 4 0,-2-5 1 0,0 0-7 15,0 0-8-15,0 0-9 0,0 0-10 0,14-13-3 16,-10 7-3-16,1-3-6 0,0-3-2 0,-2 0-15 16,2-3-1-16,2-1-9 0,-1-1-13 0,3 0-3 15,-3-1-8-15,1 2-12 0,-1-3-8 0,3 4-11 16,-4 0-7-16,3-1-11 0,-4 6-13 0,-1 1-35 15,1 2-33-15,1 0-39 0,-2 3-46 0,-3 4-16 16,9-7-18-16,-4 7-184 0,-5 0-478 0,0 0 211 16</inkml:trace>
  <inkml:trace contextRef="#ctx0" brushRef="#br0" timeOffset="139127.97">19475 7850 224 0,'0'0'257'15,"0"0"-4"-15,-21-7-10 0,21 7-10 0,-15 2-7 16,15-2-11-16,-17 5-11 0,7-1-12 0,1-1-9 16,0 5 0-16,-2 0-23 0,4-1-9 0,-2 3-12 15,-3-1-19-15,4 1-17 0,0-1-5 0,4 1-3 16,-1 0-15-16,1 0-7 0,1-1-7 0,0 1-5 16,3 0-13-16,0-3-7 0,0-7-23 0,0 11-4 15,3-6-7-15,-3-5-5 0,3 8-5 0,-3-8-3 16,8 5-5-16,-4-3 2 0,-4-2-1 0,9 0 3 15,-9 0 1-15,0 0 1 0,15-7 1 0,-10 3-1 16,0 0-1-16,-1-3-1 0,2 1 3 0,1-2 0 16,-2 0 2-16,2 0-8 0,-4-1 2 0,0 3 2 15,1-1 2-15,0 1 0 0,-4 6-2 0,5-8 5 0,-5 8-7 16,5-8 4-16,-5 8-5 0,2-4-3 16,-2 4 0-16,0 0 3 0,0 0 5 0,0 0 0 15,0 0 6-15,6 14-4 0,-5-6 6 0,-1-8-8 16,1 18 4-16,0-8 0 0,-1-1-16 0,0 3-24 15,4-5-40-15,-1 6-35 0,-1-4-37 0,3 0-37 16,-1 2-31-16,0-4-43 0,-1 1-141 0,0-4-438 16,-3-4 193-16</inkml:trace>
  <inkml:trace contextRef="#ctx0" brushRef="#br0" timeOffset="139361.34">19594 7729 137 0,'-2'-17'264'0,"2"1"-1"0,0 4 2 0,3 2 2 0,-3 0-11 16,0 3-16-16,1 1-19 0,-1 6-28 0,1-11-19 15,-1 11-2-15,0 0-36 0,0 0-2 16,0 0-3-16,0 0-11 0,4 27-2 0,-4-7-11 16,0 4-5-16,-1 3-16 0,2-1 1 0,-3 2-18 15,-1-1 4-15,2 0-10 0,-2 0-16 0,2-4-42 0,1-2-43 16,-1-2-40-16,-3 6-47 0,-1 0-49 15,1-7-42-15,0 0-44 0,-2-2-214 0,-1-2-512 0,2-3 226 16</inkml:trace>
  <inkml:trace contextRef="#ctx0" brushRef="#br0" timeOffset="139628.41">19631 8061 132 0,'8'-7'225'16,"0"1"0"-16,0 0-6 0,0-1-10 0,2-1-12 15,-1 0-16-15,0 0-13 0,0-1-5 0,2-2-11 0,-2 1-5 16,3 2-6-16,-5-2-9 0,5-2-6 0,-1 3-4 16,-1-4-3-16,-3 3-14 0,-2 0-2 0,1-2-11 15,-1 2 0-15,-2 1 0 0,0-2 9 16,-1 1 6-16,-1 5-2 0,-1 5-2 0,2-14 2 16,-2 14-1-16,-2-7-5 0,2 7-13 0,-3-8-2 0,3 8-8 15,0 0-9-15,-16 2-9 0,9 5-1 0,-2-1-12 16,-3 7 0-16,-1-1-6 0,1 2-19 0,0 1-30 15,4-1-25-15,2-1-36 0,1 0-36 16,1 3-38-16,-1 0-41 0,3-1-48 0,0-3-22 0,5 1-31 16,-2-2-232-16,3 1-562 0,0-2 249 0</inkml:trace>
  <inkml:trace contextRef="#ctx0" brushRef="#br0" timeOffset="139861.59">19853 8028 190 0,'4'-10'212'0,"1"-8"3"0,1 4-2 15,0-2-1-15,1 0-8 0,1 1-10 0,-2 0-1 16,2-1-5-16,-3 7-2 0,1-3-4 0,2 5-3 16,-4 1-18-16,1 1-13 0,-1 0-5 15,0-1-20-15,-4 6-14 0,8-4-11 0,-8 4-11 0,10 0-13 16,-10 0-4-16,0 0-10 0,16 6-1 0,-12-1-9 16,4 4-5-16,-3 0-3 0,-1 0-3 0,1 1-6 15,-3 0-19-15,3-1-19 0,-2 1-35 16,-1 1-36-16,1-1-43 0,0 2-53 0,-3-3-56 0,0-2-46 15,0 3-195-15,0-10-506 0,-2 13 224 0</inkml:trace>
  <inkml:trace contextRef="#ctx0" brushRef="#br0" timeOffset="140130.5">20198 7665 222 0,'-1'-10'326'0,"2"-1"4"0,-1 3 3 16,0 8-13-16,0-11-41 0,0 11-22 0,0-7-30 16,0 7-26-16,0 0-9 0,0 0 1 15,0 0-2-15,0 0-3 0,0 39-9 0,-1-19-8 0,-1-1-17 16,2 0-17-16,-1 4-1 0,4 3-7 0,-10-2-10 16,2 1-5-16,4-5-15 0,-3 1-9 0,2-1-8 15,0-1-10-15,0 6-4 0,1-7-10 0,-2-2-4 16,0 3-6-16,3-3-3 0,-2 0-22 0,0-4-31 15,1 0-44-15,0-2-46 0,0-1-41 0,-1-1-44 16,0-1-44-16,-1-1-52 0,3-6-50 0,-3 12-292 16,-1-8-672-16,4-4 298 0</inkml:trace>
  <inkml:trace contextRef="#ctx0" brushRef="#br0" timeOffset="140277.46">20058 7886 163 0,'0'0'243'0,"0"-8"-18"16,0 8-17-16,0 0-24 0,3-7-19 0,-3 7-10 16,14-4-25-16,-2 0-29 0,6-2-41 0,0 3-46 15,2 0-52-15,10-3-49 0,-4-2-168 0,1 3-274 16,1-3 121-16</inkml:trace>
  <inkml:trace contextRef="#ctx0" brushRef="#br0" timeOffset="140408.87">20449 7799 126 0,'0'0'291'0,"3"3"-4"16,-3-3 2-16,0 0-10 0,0 0-22 0,0 0-22 16,0 0-23-16,0 0-31 0,0 0-35 0,0 0-42 15,0 0-48-15,0 0-62 0,0 0-72 0,0 0-69 16,0 0-225-16,0 0-403 0,0 0 178 0</inkml:trace>
  <inkml:trace contextRef="#ctx0" brushRef="#br0" timeOffset="145019.34">17091 8313 216 0,'-4'-4'257'0,"4"4"-16"0,-4-6-22 0,4 6-23 16,-3-6-20-16,3 6-32 0,0 0-37 0,-7-6-39 16,7 6-57-16,0 0-52 0,0 0-33 0,0 0-36 15,0 0-125-15,0 0-256 0,0 0 114 0</inkml:trace>
  <inkml:trace contextRef="#ctx0" brushRef="#br0" timeOffset="148410.41">19825 8231 161 0,'0'0'212'0,"9"8"-2"0,-5-1 3 0,0 1-13 0,-2 1-17 16,1 2-12-16,2 5-12 0,-3 0-11 0,-1 0-14 15,-1 0-8-15,-1-1-15 0,0 3-11 0,-2 1-7 16,-3 1-12-16,1-1-13 0,-3-3-21 0,-6 8-33 16,4-7-39-16,-7 3-39 0,1 0-41 0,2-5-43 15,-5 2-41-15,-2-1-128 0,3-6-344 0,-5 3 153 16</inkml:trace>
  <inkml:trace contextRef="#ctx0" brushRef="#br0" timeOffset="18997.75">28886 3647 74 0,'0'0'235'0,"-2"-13"2"0,2 13 6 15,-1-11-2-15,1 1-17 0,-3 2-21 0,2-4-11 16,0 3 1-16,-3 0 4 0,3 3-9 0,-2-4-14 16,1 4-10-16,-1-1-13 0,3 7-1 0,-3-12-10 15,3 12-16-15,-2-7-13 0,2 7-13 0,-2-8-14 16,2 8 1-16,0 0-23 0,0 0-5 0,0 0-10 15,0 0-5-15,0 0-2 0,0 0-12 0,0 0-1 16,0 0 6-16,0 0-10 0,2 36-1 0,-2-20-3 16,2 4 0-16,-2-2-19 0,2 1 17 0,-2-1 0 15,0 2-1-15,1-2-6 0,1 0 0 0,-1 1 4 16,1 7 2-16,-2-7-3 0,4-3-5 0,-1 2-3 16,-2-1 3-16,1 0-5 0,1-5 3 0,-2-1-13 15,2 5-24-15,-3-6-39 0,4 2-15 0,-2-1-19 16,-2 0-31-16,0-1-21 0,0-10-25 0,-1 16-31 15,1-6-25-15,-1-2-18 0,1-1-179 0,-4-1-468 16,4-6 208-16</inkml:trace>
  <inkml:trace contextRef="#ctx0" brushRef="#br0" timeOffset="19365.91">28955 3413 66 0,'16'-12'151'0,"0"0"0"0,3 5-2 0,-3-2-42 16,2 4-8-16,1 2-17 0,-6 1-7 0,-1 4-9 0,-1 1 0 15,1 2-14-15,-3 2-2 0,3 7-1 16,-4-1-1-16,0 4-2 0,-6 0-6 0,1 2-8 0,-4 2 1 16,-3 3-7-16,-4-1-2 0,-3-1 2 0,-1-5-9 15,-5 3 2-15,2-6 0 0,-4 2-5 16,2-6 5-16,5 1 1 0,-5-3-6 0,5-3 14 15,2-1 4-15,0 1 9 0,1-2 14 0,0-3 6 16,3 2 15-16,6-2 5 0,-12 1 10 0,12-1 2 16,-13 0 4-16,13 0 0 0,-8 0-5 15,8 0-10-15,0 0-9 0,0 0-11 0,0 0-5 0,-9 0-14 16,9 0-4-16,0 0-6 0,0 0-2 0,0 0-8 16,0 0 2-16,0 0-3 0,14 19-3 0,-4-12 7 15,0 2-14-15,7 1-10 0,-2 2-25 0,8 3-28 16,-6-4-24-16,2-1-35 0,4 5-25 0,4-2-40 15,-4-2-23-15,-4 0-167 0,0-3-394 0,-1-2 174 16</inkml:trace>
  <inkml:trace contextRef="#ctx0" brushRef="#br0" timeOffset="19764.86">29388 3661 162 0,'1'-8'212'0,"-1"8"-22"0,3-7-21 0,-3 7-16 15,0 0-23-15,0 0-10 0,0 0-13 0,0 0 0 16,0 0 0-16,0 0-1 0,1 26 4 0,-1-14-6 16,0 1-8-16,0 4-10 0,0 1-9 0,0 0-3 15,0-2-10-15,0 0 0 0,0 0-10 16,0-4-1-16,-1-2-10 0,0 0 2 0,1-3-9 16,-2 1 0-16,2-8-4 0,0 11 1 0,0-11 1 15,0 10-1-15,0-10 2 0,0 0 1 0,-1 7 4 16,1-7 5-16,0 0 8 0,0 0 8 0,0 0 0 15,0 0-5-15,0 0-6 0,6 2-10 0,-6-2-14 16,0 0-2-16,26-16-7 0,-11 9 0 0,-2 1-3 16,5 1-2-16,-1 1-7 0,0 1-1 0,0 3-2 15,-3-1 1-15,-2 1-3 0,2 1 0 0,-3-1 2 16,-11 0-3-16,15 7 1 0,-6-2 0 0,-2 2 1 16,-7-7-1-16,6 11 0 0,-3-5 4 0,-3-6 2 0,1 15 9 15,-3-7-8-15,-2 2 1 0,-4-2 0 16,-4 6 3-16,-3-5 1 0,0 3-5 0,-3-3 0 15,-1 1-3-15,-1-3-7 0,1-2-7 0,3 0-18 16,2-2-21-16,1 1-28 0,0-1-32 0,2-2-41 16,0 1-52-16,3-2-53 0,8 0-153 0,-19 0-442 15,19 0 196-15</inkml:trace>
  <inkml:trace contextRef="#ctx0" brushRef="#br0" timeOffset="19935.42">29772 3746 107 0,'15'-3'146'0,"-15"3"-19"0,19-3-16 0,-10 2 5 16,2 1-26-16,-11 0-24 0,25 0-35 0,-11 1-44 16,-3 2-31-16,-1-1-80 0,0 3-132 0,-3-2 59 15</inkml:trace>
  <inkml:trace contextRef="#ctx0" brushRef="#br0" timeOffset="20097.38">29856 3834 112 0,'0'0'194'0,"-9"3"9"0,9-3-10 16,0 0-5-16,0 0-14 0,0 0-14 0,0 0-18 16,0 0-19-16,0 0-15 0,0 0-13 15,0 0-18-15,0 0-25 0,0 0-28 0,49-1-36 16,-20-5-45-16,1 3-47 0,3-3-58 0,1 2-90 15,0 1-273-15,-2-2 121 0</inkml:trace>
  <inkml:trace contextRef="#ctx0" brushRef="#br0" timeOffset="20414.77">30528 3505 15 0,'-3'-7'328'0,"0"2"-4"0,3 5-14 16,-2-11-2-16,2 11-14 0,-4-9-18 0,4 9-24 16,-5-5-31-16,5 5-21 0,0 0-22 0,0 0-26 15,0 0-18-15,0 0-13 0,0 0-14 16,0 0-11-16,0 0-12 0,-4 17-7 0,7-2-12 16,1 2-1-16,-2 4-4 0,0-2-6 0,-2 9-6 0,2-2 0 15,0-7-15-15,-1 2 6 0,0 5-1 16,-1-6-13-16,4 6 1 0,-5-2-3 0,3-5-1 15,0-3 3-15,-4 2-6 0,2 1 0 0,2-4-35 16,-1 1-30-16,-2-3-27 0,2-2-27 0,0 0-37 16,-1 0-34-16,0 0-24 0,0-11-41 0,0 18-16 15,0-18-12-15,-5 12-169 0,2-5-469 0,3-7 209 16</inkml:trace>
  <inkml:trace contextRef="#ctx0" brushRef="#br0" timeOffset="20771.41">30551 3464 73 0,'9'-13'166'0,"2"1"7"0,0 3-14 16,1 0-7-16,1 3-18 0,-3 1-15 0,3 1-10 16,-1 4-12-16,-1 0-12 0,2 1-2 0,-3 2-14 15,-2 0-9-15,1-1-5 0,-4 3-4 16,3 2-11-16,-3 0 7 0,-1 1-5 0,-3 2-2 0,0 1-1 15,-2 1-6-15,-2-2-6 0,-3 2-1 0,-5 2-2 16,-2-1-13-16,-3 0 6 0,1-1-5 0,-3-4-2 16,3 2 1-16,2-5-2 0,1-2 4 15,2 3-4-15,1-4 4 0,-1 3 5 0,5-4-3 0,5-1 2 16,-10 4-2-16,10-4-5 0,-6 3-5 0,6-3 0 16,-6 4-4-16,6-4-3 0,0 0 4 0,0 0-4 15,-6 7 0-15,6-7-1 0,0 0 0 16,0 0-2-16,11 20 5 0,-6-13 4 0,0 1-1 15,2 0 0-15,2 1 4 0,2 2-6 0,-4-1 2 16,7 3 3-16,-3 0-19 0,2-1-17 0,-2 3-34 0,1-5-41 16,2 3-32-16,-1-3-26 0,-3 0-103 15,1 2-288-15,0-5 127 0</inkml:trace>
  <inkml:trace contextRef="#ctx0" brushRef="#br0" timeOffset="20997.93">30897 3733 74 0,'0'0'267'0,"2"-9"8"16,-2 9 7-16,1-9 4 0,-1 9-9 0,0-8-22 16,0 8-17-16,0 0-29 0,0 0-19 0,0 0-22 15,0 0-17-15,0 0-17 0,0 0-16 0,0 0-13 16,0 0-6-16,0 0-12 0,0 0-3 0,0 0-9 16,0 0-3-16,0 0-8 0,-4 33-10 0,3-22-2 15,2 1-4-15,-1 0-5 0,-1-2-10 0,2 6-10 16,-1-5-31-16,1 1-35 0,-1 0-41 0,3-1-45 15,-2 1-48-15,0 0-57 0,-1 0-39 0,0 0-197 16,2-2-508-16,-2-10 225 0</inkml:trace>
  <inkml:trace contextRef="#ctx0" brushRef="#br0" timeOffset="21432.17">31327 3455 203 0,'-2'-6'292'0,"2"6"2"0,0 0 2 0,0 0-9 0,-3-19-10 15,3 19-27-15,0 0-19 0,-6-9-26 0,6 9-22 16,0 0-19-16,0 0-21 0,0 0-10 0,0 0-25 16,0 0-8-16,0 0-8 0,0 0-5 0,0 0-6 15,-2 43 1-15,2-24-16 0,0 0-5 0,0 8-8 16,0-7 1-16,-3 6 8 0,3 0-17 0,0 0-5 15,-2-3-1-15,0-5-3 0,1 6 1 0,-3 0-6 16,3-3 0-16,0-2-2 0,0 4-2 16,-1-4-5-16,1-2-2 0,0 2-12 0,1 0-21 15,-2-3-27-15,4-1-23 0,-2-1-32 0,1-1-37 16,0 0-37-16,-1-1-52 0,-1-2-58 0,1-10-248 16,0 17-570-16,0-17 253 0</inkml:trace>
  <inkml:trace contextRef="#ctx0" brushRef="#br0" timeOffset="21698.24">31506 3539 59 0,'-2'-6'309'16,"2"6"-5"-16,-1-13-2 0,1 13-8 0,0 0-21 15,-1-13-12-15,1 13-30 0,0 0-20 0,0 0-18 16,0 0-34-16,0 0-17 0,0 0-11 15,0 0-18-15,0 0-11 0,0 0-6 0,0 0-9 0,4 40-9 16,-4-21-8-16,1 7-5 0,-1 2-1 16,0-2-10-16,1 0-2 0,2 0-5 0,-2-3-2 0,2 6-4 15,-2-1-12-15,1-4 2 0,3 1-31 0,-2 0-28 16,-2-6-34-16,0-1-37 0,-1 1-56 0,2 0-39 16,-2-3-52-16,0 0-54 0,-4 0-161 15,3 0-497-15,-1-5 221 0</inkml:trace>
  <inkml:trace contextRef="#ctx0" brushRef="#br0" timeOffset="21982.75">31856 3501 31 0,'1'-16'329'0,"-1"5"0"0,1 0-2 16,-1 11-11-16,0-16-7 0,0 16-15 0,3-10-46 15,-3 10-19-15,0 0-21 0,1-13-24 0,-1 13-28 16,0 0-18-16,0 0-2 0,0 0-27 0,0 0 3 16,6 32-14-16,-2-7-5 0,-1 0-10 0,-1 2-5 15,4 2-8-15,-5-2-2 0,2-3-7 0,-1 2-10 16,-1 0 3-16,2 0-11 0,-2 0-5 0,0-8-5 16,1 2-13-16,-2-2-9 0,0-2-17 15,0 1-31-15,1 0-7 0,-1-4-26 0,0-1-28 16,0 0-38-16,0-12-35 0,1 18-35 0,-1-18-23 15,0 13-39-15,0-13-27 0,0 0-155 0,0 0-487 16,0 0 216-16</inkml:trace>
  <inkml:trace contextRef="#ctx0" brushRef="#br0" timeOffset="22330.4">31947 3485 2182 0,'6'-25'98'0,"-5"6"-58"0,0-1-29 16,1 3-1-16,-1 5 27 0,0 2 17 0,2 1 9 15,-3-1-7-15,0 10 0 0,2-11-3 0,-2 11-6 16,2-6-6-16,-2 6-10 0,0 0-3 0,3-7-7 16,-3 7 3-16,0 0-7 0,0 0 2 0,18 10-4 15,-13-6-4-15,4 6 1 0,-2-1-3 0,2 1-1 16,-3 0 3-16,-1 2-7 0,0-1-14 0,-1 2 8 16,-2-1-4-16,-2 0-2 0,-2 0-5 15,-2-1-2-15,1-1-2 0,-4 2 3 0,-1-2 5 16,-3-2-2-16,2 1 1 0,-1-2 5 0,-2-1 4 15,3-1 2-15,0-1 2 0,2 0-6 0,2-1 6 16,0 0-2-16,5-3 0 0,-11 6-6 0,11-6-1 16,-7 5 3-16,4-1-6 0,3-4 6 0,0 0-4 15,-6 12 5-15,6-12 2 0,0 12 1 0,0-12-3 16,4 12 2-16,1-5-9 0,1 3-11 0,2-2-10 16,2 2-25-16,4 1-44 0,-3-1-40 0,6-1-54 15,-2 1-184-15,-3-4-409 0,6-1 180 0</inkml:trace>
  <inkml:trace contextRef="#ctx0" brushRef="#br0" timeOffset="22598.59">32263 3663 231 0,'0'0'225'0,"9"-3"-15"0,-9 3-10 0,0 0-17 0,0 0-19 15,0 0-3-15,0 0 0 0,8 10 2 0,-8-10-9 16,3 12-5-16,-3-12-12 0,0 19-1 0,-2-6-11 15,0 3-4-15,-2 0 2 0,-1 4-13 0,-3-3-7 16,-3 0-9-16,3 0-8 0,0-3-7 0,-1 2-7 16,2-7-11-16,0 2-6 0,1-1-5 0,1-2-7 15,-1 0-2-15,2-1-10 0,4-7-1 16,-7 9 0-16,7-9-6 0,-4 10 1 0,4-10-1 16,0 0-3-16,0 0-5 0,26 14 0 0,-7-13-13 15,14-2-7-15,7 0-21 0,10-3-34 0,5-1-40 16,0 1-38-16,2-4-43 0,3 5-48 0,-4 0-260 15,-6-2-528-15,-11 3 234 0</inkml:trace>
  <inkml:trace contextRef="#ctx0" brushRef="#br0" timeOffset="27947.66">22257 10144 4 0,'0'0'145'0,"-3"-5"-10"0,3 5-16 0,0 0 1 16,0 0-18-16,0 0-15 0,0 0-10 0,0 0-7 15,0 0-10-15,0 0-8 0,0 0-1 0,0 0-6 0,0 0-9 16,0 0 9-16,0 0 2 0,0 0 1 0,4 25 6 15,-1-9-6-15,-1 1 7 0,2 8-6 0,0-1 2 16,1 2-3-16,-2-2-3 0,2 2-1 0,-1 1-2 16,-2 2 7-16,5-2 3 0,0 3 5 0,0-2-2 15,0 0 5-15,1 0 0 0,2 0 6 0,3 2-8 16,0 3 0-16,-2-1 0 0,5-2-5 0,-5 1-4 16,4-2-1-16,0 0-2 0,-3 0-2 0,0-3-3 15,2-1-1-15,-3 2-9 0,2-4 0 0,0 0 0 16,-3 0-4-16,4 0-5 0,-5-6 3 0,0 0 2 15,1 2-6-15,2-3 1 0,2 5-4 0,-1-4-2 16,-2-3 4-16,2 0-6 0,1 1 0 0,-2-2-2 16,1-1 1-16,3 0-3 0,-1-1 0 0,-1-2-3 15,1 0 0-15,1-2-2 0,-1 0 6 0,5-1-7 16,-7 1 3-16,3-3-3 0,2 2 4 0,0 0-3 16,2-2-2-16,-1 0-1 0,2-1 1 0,-1 2 0 15,2-1-1-15,6 0 3 0,0-1 0 0,-2 2 0 16,-5-2-2-16,7-1-3 0,-5 2 9 0,-2-2-7 15,2 1-7-15,5 0 5 0,-5 0-4 0,-1-1 3 16,3 2 0-16,-3-3-2 0,1 3 2 0,4-4 0 16,-7 3-5-16,9-2 1 0,-8 0 1 0,1 2-1 15,-2-2-3-15,2 2 2 0,6-3 1 0,-7 0 1 16,-2 0 0-16,1 2 2 0,-3-2 0 0,2 1-1 16,1-1-1-16,-3 0 0 0,1 1 3 0,-6-2-4 15,0 0 3-15,-1 2 1 0,-2-1-1 0,-1-1 2 16,4 1 2-16,-4 0-1 0,-1-2 0 0,-7 2-2 15,21 0 6-15,-15-2-5 0,-6 2 3 0,17-1 0 16,-11 1 2-16,-6 0-2 0,17-1 0 0,-8 0-1 16,-2 1 2-16,5-2 1 0,-6 0 4 0,-6 2-5 15,13-1 8-15,-8-1-4 0,-5 2-3 0,12 0 2 16,-12 0 0-16,9 0-2 0,-9 0 3 0,6-3 5 16,-6 3-3-16,0 0 6 0,0 0 10 0,0 0 5 15,0 0 5-15,0 0 1 0,11 2 5 0,-11-2 0 16,0 0-5-16,0 0-3 0,0 0-4 0,0 0-2 15,0 0-6-15,0 0 4 0,0 0-8 0,-25 16 0 0,15-10-2 16,-1 1 2-16,2 1-4 0,-1 1 1 16,-4 1-2-16,4-3-3 0,-1 2 4 0,0-1-6 15,2 0-2-15,-5 1-10 0,3 3-16 0,-1-5-24 0,3 0-23 16,0 2-26-16,2-1-25 0,-2-1-29 0,0 0-28 16,2-1-33-16,1 2-25 0,0-4-187 0,1 1-455 15,5-5 201-15</inkml:trace>
  <inkml:trace contextRef="#ctx0" brushRef="#br0" timeOffset="28115.84">23792 11267 14 0,'-5'-13'225'0,"0"2"2"0,-2 0-13 0,1-1-3 16,-6-1-8-16,1 0-14 0,-3 0-14 0,1 1-14 15,0 1-17-15,-1 0-13 0,4 4-16 0,0-1-11 16,-2-1-13-16,2 2-20 0,0 0-34 0,-2 1-27 15,2 0-38-15,0 1-51 0,1 0-36 0,2 0-34 16,0 3-177-16,-2-3-352 0,1 2 156 0</inkml:trace>
  <inkml:trace contextRef="#ctx0" brushRef="#br0" timeOffset="28638.04">22268 10336 128 0,'-2'-10'213'0,"2"10"-8"0,-1-7-11 16,1 7-17-16,0 0-20 0,-4-9-15 0,4 9-18 15,0 0-13-15,0 0-11 0,-14 3-7 16,14-3-8-16,-18 13-5 0,1-3-15 0,2 0-3 16,0 4-3-16,-5 1-12 0,-1 2-2 0,4-4-2 0,2 1-9 15,-1 0-18-15,4-1-6 0,0-1-26 16,-1-1-26-16,2 1-18 0,4-3-28 0,-1-2-13 0,1 1-35 15,3 1-23-15,0-5-106 0,-1 1-287 0,5-5 127 16</inkml:trace>
  <inkml:trace contextRef="#ctx0" brushRef="#br0" timeOffset="28781.46">22194 10314 151 0,'4'-4'173'0,"-4"4"-15"16,5-6-5-16,-5 6-20 0,0 0-14 0,7-5-24 15,-7 5-5-15,0 0-10 0,11 2-8 0,-11-2 0 16,12 9-12-16,-3-2-4 0,1 2-10 0,3 1-1 16,-1 4-7-16,2 1-6 0,4 5-20 0,1 2-36 15,-1 1-40-15,-1 5-44 0,1-1-124 0,-7 2-251 16,3 4 111-16</inkml:trace>
  <inkml:trace contextRef="#ctx0" brushRef="#br0" timeOffset="29216.81">22033 11376 115 0,'-11'0'220'0,"11"0"-19"15,0 0-22-15,-8 2-10 0,8-2-9 0,0 0-9 16,0 0-3-16,1 13 3 0,-1-13-5 0,9 16-13 16,-2-7-7-16,5 5-9 0,-3 3-4 0,7 5-7 15,-5-5-7-15,0-2-8 0,1 2-7 0,0-2-5 16,4 6-7-16,-4-6-9 0,0 2-2 0,-1-2-7 16,-2-5-5-16,0 2-5 0,0-2-3 0,-2-1-1 15,0-1 3-15,-2-2-1 0,0-1 6 0,0-1 8 16,-1 0 2-16,-4-4 9 0,5 6 2 0,-5-6 5 15,8 0 3-15,-8 0-15 0,0 0 0 0,11-12 5 16,-4 4-10-16,-4-3-1 0,5-5 2 0,-1 1-1 16,-1-2-23-16,2 0 3 0,-1-2-5 0,4-6-7 15,-1 0-15-15,-4 6 0 0,2 3-5 0,-4-1-22 16,1 6-19-16,0 0-22 0,-3 2-14 0,0 3-31 0,-1-1-32 16,-1 7-31-16,1-9-35 0,-1 9-1 0,0 0-7 15,0 0-6-15,0 0 0 0,0 0-12 16,0 0-150-16,0 28-409 0,0-28 180 0</inkml:trace>
  <inkml:trace contextRef="#ctx0" brushRef="#br0" timeOffset="29414.69">22387 11527 84 0,'2'6'180'0,"-2"-6"8"15,0 0-3-15,3 7 8 0,-3-7-1 16,0 0 2-16,0 0-4 0,0 0-10 0,6 3-9 16,-6-3-14-16,0 0-14 0,2 5-7 0,-2-5-22 15,0 0-7-15,0 0-1 0,3 12-1 0,-2-5-9 0,1 1-7 16,0 1-7-16,0 1-12 0,-1 3-5 15,2 2-4-15,1 2-8 0,-4-1-3 0,1 2-5 0,2-1-6 16,1 0-14-16,0 0-17 0,-3-1-8 16,1-1-32-16,0-1-29 0,-2 2-32 0,0-3-36 0,2 0-43 15,1-3-30-15,-2 0-37 0,-1-1-158 0,0-9-430 16,-1 11 191-16</inkml:trace>
  <inkml:trace contextRef="#ctx0" brushRef="#br0" timeOffset="29797.03">22472 11548 10 0,'5'-18'192'0,"-1"6"-6"0,1 1 0 0,1 1 3 0,3 2-19 15,-3 1-8-15,0 2-18 0,3-1-12 0,-4 3-17 16,2-1-5-16,-7 4-10 0,14-2-13 0,-2 2-8 16,-5 3-8-16,2 1-3 0,0 0 2 0,-1 4-8 15,0 0-5-15,-3 3-1 0,-1 1-5 0,-2 2-3 16,0 1-2-16,-4 3-16 0,-2-2-6 0,-1 3-6 15,-1-2-6-15,-4-1-10 0,2 0-13 16,-2-1-1-16,2 0-14 0,2-3-11 0,1-3-9 0,2 1 1 16,0-3-8-16,2-2-3 0,1-5 0 0,4 10 1 15,-4-10 5-15,8 7 3 0,-1-4 6 0,0 0 9 16,3-1 5-16,-1 0 3 0,1-2 12 0,0 2 7 16,1-2 7-16,-3 1 7 0,3 0 11 0,-3 2 11 15,-1-2 13-15,-1 2 8 0,0 0 11 0,-6-3 5 16,6 8 1-16,-3-4 6 0,-3-4 2 0,2 8-2 15,-2-8-2-15,-1 13-5 0,-3-6-4 0,3 1-8 16,-3-1-4-16,-3 2-7 0,2-4-5 0,-1-1-19 16,0 5-18-16,0-5-29 0,1 1-31 0,-1-2-32 15,0 2-46-15,6-5-36 0,-8 7-42 0,3-3-147 16,5-4-390-16,-7 4 173 0</inkml:trace>
  <inkml:trace contextRef="#ctx0" brushRef="#br0" timeOffset="30164.04">22888 11622 54 0,'4'-4'284'0,"-4"4"-6"0,4-8-7 0,-4 8-7 15,0 0-16-15,0 0-12 0,0 0-24 0,0 0-17 16,0 0-16-16,0 0-10 0,-27 13-14 0,17-4-11 16,2-1-17-16,-1 2-19 0,-2 2-13 0,7-1-9 15,-2 1-7-15,-1-2-13 0,1 2-2 0,2-1-13 16,3 1-14-16,1-3-19 0,0 2-12 0,5-2-5 15,-2 0-15-15,5-1-8 0,-1-2-2 0,-2 0-1 16,2-3-3-16,0 0-3 0,0-1 0 0,0-1 3 16,-7-1-1-16,13 4 7 0,-7-2 4 0,-6-2 3 15,8 1 8-15,-8-1 13 0,4 3 9 0,-4-3 12 16,0 0 2-16,0 0 7 0,-9 16 10 0,1-8 7 16,-2 0 3-16,-3 3 1 0,0 1 1 0,-2 1 3 15,2-2-3-15,0 3-5 0,4-5-5 0,2 0-5 16,0 0-12-16,1 1 4 0,5-1-9 0,-5 0 2 15,5-1-2-15,1-2-6 0,0-6-11 0,3 12-12 16,3-7-6-16,3 0-18 0,1-2-28 0,9-2-27 16,-6-2-35-16,6 2-43 0,-1-2-36 0,3-1-40 15,-2-3-40-15,1 3-190 0,-8-2-505 0,2 1 225 16</inkml:trace>
  <inkml:trace contextRef="#ctx0" brushRef="#br0" timeOffset="35341.99">24658 12386 51 0,'0'0'213'0,"5"-14"-6"16,-5 14-5-16,0 0-7 0,0 0-15 0,0 0-15 0,-5-14 1 15,5 14-2-15,0 0-4 0,-1-9-3 0,1 9-5 16,0 0-8-16,0 0-10 0,0 0-9 0,-3-8-12 16,3 8-14-16,0 0-6 0,0 0-16 0,0 0-6 15,0 0-14-15,0 0-1 0,0 0-16 0,0 0 2 16,0 0-3-16,0 0-4 0,0 0-5 0,-2 25-1 15,2-14-4-15,2 1-2 0,0 4-4 16,-4 1 0-16,2-2-1 0,0 2-3 0,0-2-2 0,2-2 1 16,-1 0 17-16,0-1 0 0,-1 1-3 0,0 2-3 15,0-4-2-15,2 1-7 0,0-1 1 0,-2 0-6 16,0 0-10-16,0-1-16 0,0 0-20 0,-2-3-20 16,2-7-19-16,0 13-23 0,0-7-16 0,0-6-20 15,-3 10-24-15,3-10-10 0,-1 10-7 0,1-10-3 16,0 0-3-16,0 0-13 0,-2 7-134 0,2-7-352 15,0 0 156-15</inkml:trace>
  <inkml:trace contextRef="#ctx0" brushRef="#br0" timeOffset="35664.43">24666 12369 129 0,'4'-26'132'0,"-1"9"-6"0,2 2 1 0,2-2-11 16,-1 1-5-16,1 6-4 0,1-1-5 0,-1 3-5 15,2 0-9-15,-1 3-6 0,2-1-11 0,-2 4-6 16,-1 1-6-16,-7 1-7 0,15 3-7 0,-6 0 4 15,-5 1 3-15,3 4-3 0,-3 4 6 0,-2 0 6 16,-2 0-1-16,0 5-1 0,-2-1-7 0,-2 2-2 16,-3 0-3-16,3 0-6 0,-8-3 0 0,4 0-7 15,-1 1 0-15,-3-3-6 0,5 0 1 0,1-5-2 0,-2 0-2 16,2 1-3-16,-1-2 2 0,3-2-2 16,-2 0 0-16,6-5-4 0,-7 7-1 0,3-4 0 15,4-3-5-15,-4 6-1 0,4-6-1 0,-5 3-4 16,5-3 1-16,0 0-4 0,0 0 0 0,-3 7 1 15,3-7-3-15,0 0 0 0,0 0 0 0,10 11 1 16,-4-7 0-16,-2 1 0 0,3 0-1 0,2-1-1 16,1 2-6-16,0-2-21 0,2 3-23 0,-1-2-21 15,2 1-32-15,4 0-26 0,-2-2-27 0,3 1-23 16,-5-2-120-16,5-1-323 0,-2-2 144 0</inkml:trace>
  <inkml:trace contextRef="#ctx0" brushRef="#br0" timeOffset="36019.96">25100 12448 160 0,'0'0'233'16,"0"0"-9"-16,-5-15-7 0,1 13-10 0,4 2-7 0,-12-5-11 15,6 3-12-15,6 2-17 0,-21 3-5 0,11 0-14 16,-2 0-11-16,1 4-12 0,-1-1-8 16,2 2-17-16,-1 0-9 0,3-1-8 0,2 3-6 15,-1-3-8-15,2 3-5 0,0-1-9 0,2 1-9 16,3 1 0-16,0 0-9 0,2-3-17 0,2 2-8 15,0-2-7-15,1 1-4 0,2-3-11 0,-6-1-6 0,2 1-2 16,2-1-1-16,-5-5 2 0,3 9 4 16,-3-9 1-16,3 5 6 0,-3-5 0 0,5 5 2 15,-5-5 11-15,0 0 13 0,0 0 4 0,-5 11 9 0,5-11 3 16,-9 9 2-16,3-1 4 0,-3 0 2 0,0-2-3 16,0 1 3-16,-1 2-3 0,1-1-3 15,3 0-1-15,0-1-6 0,3-1-2 0,0 1-4 16,0-2-3-16,3-5 2 0,-2 12 0 0,2-12-6 15,4 9-7-15,-2-2-3 0,7-4-3 0,3 2-12 0,1-3-17 16,6-2-20-16,-3 1-34 0,3-2-43 0,1-1-38 16,0 0-32-16,-6-1-42 0,-1 1-161 15,-2-2-435-15,-1-1 192 0</inkml:trace>
  <inkml:trace contextRef="#ctx0" brushRef="#br0" timeOffset="36652.97">24141 11577 121 0,'0'0'223'0,"-4"-13"-9"0,4 13-13 0,0-10-17 15,0 10-21-15,0-8-11 0,0 8-14 0,0 0-17 16,0 0-12-16,2-10-15 0,-2 10-10 0,0 0-1 15,0 0 9-15,20 15-3 0,-10-7-6 0,0 5 1 16,0-1-9-16,-1-2-1 0,4 4-12 0,0 1 3 16,-3 1-9-16,-1-1-2 0,4-1-9 0,-3 0 0 15,-1-1-6-15,1 1-5 0,-1-5-1 0,-3 0 2 16,2-1-11-16,-3 0 0 0,5-2-2 0,-3-1 0 16,-1 0-2-16,-1-2-1 0,4 3 0 0,-9-6 2 15,9 3 0-15,-4-3 10 0,-5 0-2 0,14-2-3 16,-14 2-1-16,13-7 1 0,-5 0-7 0,1-2-1 15,1 0-3-15,0-4 0 0,3-2-22 0,2-6-13 16,2-2-20-16,1 3-30 0,-3-3-39 0,4 1-42 0,2 0-24 16,3 0-25-16,1 5-31 0,-3-4-144 15,5 0-405-15,3 5 180 0</inkml:trace>
  <inkml:trace contextRef="#ctx0" brushRef="#br0" timeOffset="37213.61">24999 11282 69 0,'0'0'247'0,"0"0"-14"0,-2-9-14 16,2 9-19-16,0 0-23 0,0 0-13 16,2-11-18-16,-2 11-19 0,8-4-12 0,0 0-13 0,3 1-9 15,2 1-11-15,-2-1-15 0,3 0-20 0,-1 0-32 16,-1 0-11-16,-1 2-25 0,-1 0-10 0,-2-1-16 15,-1 1-8-15,-7 1 0 0,11-2-3 0,-11 2 8 16,9-1 0-16,-9 1 8 0,0 0 20 0,0 0-2 16,0 0 1-16,0 0 13 0,0 0-4 0,0 0 10 15,0 0 5-15,0 0 6 0,0 0 4 0,0 0-2 16,-23-6 9-16,23 6-4 0,0 0-1 0,-9 0 0 16,9 0-3-16,0 0 1 0,-7 7 19 0,7-7 17 15,-6 11 12-15,4-2 2 0,-2 5 2 0,1 3 6 16,1-2-1-16,2 3-6 0,-4 3 0 0,2-2-4 15,-1 0 0-15,4 5-7 0,-2 1-4 0,2-6 0 16,-2-1-6-16,2-2-6 0,1-1-4 0,-2 2 2 16,2-6-5-16,0 1-6 0,-2-1 2 0,2-2-6 15,-4 1 1-15,2-10-3 0,2 13 3 0,-2-5-3 16,0-8-4-16,-4 10 1 0,0-4 2 0,4-6-1 16,-6 10-4-16,0-8-4 0,-1 0-2 0,7-2-4 15,-16 0 3-15,16 0-3 0,-13-3 0 0,4-1 0 16,0 1 0-16,0-1 3 0,2 1 1 0,1 0-3 15,6 3 2-15,-10-4-6 0,10 4 8 0,-6-3-1 16,6 3 1-16,0 0 4 0,-7-2-4 0,7 2-2 16,0 0 1-16,0 0-3 0,0 0 3 0,0 0 0 15,0 0 0-15,0 0 0 0,24 4 1 0,-12-3-3 16,1 2-3-16,5 1-7 0,2-4-14 0,0 0-26 16,1 0-25-16,8 2-28 0,-8-2-35 0,7 0-27 15,1-4-33-15,-2 3-18 0,-4-1-115 0,4-5-357 16,0 0 157-16</inkml:trace>
  <inkml:trace contextRef="#ctx0" brushRef="#br0" timeOffset="37597.01">25527 11416 27 0,'0'-7'209'0,"0"1"5"16,0 6-4-16,0-12-5 0,0 12 4 0,-5-13-2 16,3 10-4-16,2 3-8 0,-7-6-13 0,7 6-11 15,-9 0-14-15,9 0-6 0,-15 6-2 0,1-1-11 16,1 5-9-16,-1 0-9 0,3 3-9 0,-2 0-12 0,1 0-15 15,3-1-10-15,3 2 7 0,-2-3-17 0,6 1-10 16,0 0-4-16,2 1-2 0,2-2-8 16,-2-2-3-16,4 3-4 0,4-4-12 0,-1 1-8 15,2-2-2-15,2-1-9 0,-2 1-1 0,2-3-3 0,0-1-2 16,0-1 2-16,-4-1-6 0,-1 1 5 0,4 0-3 16,-10-2 5-16,11 2 1 0,-7 0-1 0,-4-2 2 15,0 0 7-15,10 1 0 0,-10-1 4 16,0 0-2-16,0 0 3 0,0 0-3 0,0 0 3 0,-25 13 5 15,13-7 1-15,1 0 3 0,-7 3-2 0,2 0 4 16,1 1 0-16,2-1 1 0,-2 3-3 0,4-1 5 16,1-2-8-16,3 0-5 0,-1 0 14 15,2 0-17-15,2 1 1 0,2 1-6 0,1-2 4 0,2 1 0 16,3-1 2-16,0 1-12 0,5-2-10 0,3 0-13 16,3 0-18-16,4-2-16 0,3 0-31 0,6-1-27 15,-1-1-32-15,0-3-44 0,1 3-30 0,-7-4-31 16,7 1-236-16,-10-1-528 0,4 0 234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03:3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21461 7206 18 0,'0'0'66'0,"0"0"-2"0,0 0-7 0,0-10 2 0,0 10-9 16,0 0-6-16,0 0-4 0,-5-6-5 0,5 6-3 15,0 0 1-15,0 0-1 0,-3-6-2 0,3 6-8 16,0 0 2-16,0 0-8 0,0 0 1 16,0 0 9-16,0 0-7 0,0 0 3 0,0 0 4 0,0 0-4 15,0 0 6-15,0 0-7 0,0 0-7 0,0 0-37 16,0 0 2-16,0 0-12 0,0 0-29 0,0 0-3 15,22 12 44-15,-18-8 33 0,1-1 9 16,-5-3 6-16,5 5-4 0,-5-5-4 0,5 6-10 0,-5-6 5 16,3 5-10-16,-3-5 2 0,0 0 3 0,2 5 0 15,-2-5-2-15,4 4-2 0,-4-4-5 0,4 6 4 16,-4-6-3-16,4 4 4 0,-4-4-1 0,0 0-4 16,6 7 0-16,-6-7-3 0,2 5 6 15,-2-5-3-15,3 5 3 0,-3-5-5 0,5 6-2 16,-5-6 5-16,4 6 4 0,-4-6-2 0,5 7-5 0,-5-7 1 15,2 4 4-15,-2-4-2 0,1 8-5 0,-1-8 4 16,0 0-3-16,6 7 5 0,-6-7-2 0,1 6 1 16,-1-6 10-16,0 0-12 0,4 7 5 15,-4-7-7-15,0 0 2 0,3 5 5 0,-3-5-4 0,0 0 2 16,2 7-1-16,-2-7-1 0,0 0-2 0,3 5 1 16,-3-5 0-16,0 0 5 0,1 8-4 0,-1-8-2 15,0 0 2-15,0 0-1 0,1 7 1 0,-1-7-3 16,0 0 1-16,0 0 0 0,0 0 3 0,0 10-5 15,0-10 5-15,0 0-2 0,2 6-4 0,-2-6 11 16,1 7-9-16,-1-7 0 0,0 0 0 0,3 10 6 16,-3-10-4-16,2 9-3 0,-2-9 10 0,1 9-1 15,-1-9-6-15,2 7 3 0,-1-1 0 0,3-1-2 16,-4-5 0-16,1 10 0 0,1-4 1 0,-2-6-1 16,3 12-2-16,-2-5 3 0,1-1-1 15,-1 0 5-15,2 4-5 0,-2-4-2 0,0 1 2 0,2 3 3 16,-3-1-7-16,1-1 5 0,-1-8 0 0,1 16-2 15,-1-5-1-15,3-1 1 0,-2-1 1 0,-1 1 0 16,0 0 5-16,0 2-4 0,1-1-3 0,1 1-5 16,-2-1 9-16,0 2 5 0,2 2-5 0,-1 0-3 15,1 1 3-15,-2-4-3 0,1 4 2 0,0 0 1 16,0 2 0-16,1-6 2 0,-2 4-7 0,0 0 3 16,1 2-2-16,-1-6 7 0,1 2-3 0,1 4-5 15,-2-3 4-15,1 3-1 0,0-1-2 0,0-1-4 16,2 2 3-16,-2 0-4 0,-1-3 3 0,2 3 3 15,-2-3-2-15,1 2-6 0,-1-2 5 0,3 2 6 16,-2-1-13-16,0 0 3 0,3 1-2 0,-4 1 10 16,1-2-6-16,0 1 3 0,2 1-3 0,-2 0-3 15,0 0 8-15,1-1-1 0,0 2 0 0,2-1-1 16,-1 3-1-16,1-2 5 0,-2 0-2 0,1 1-3 16,3 6-2-16,-3-7 4 0,0 7 5 0,0-1-4 15,0 1-2-15,-1-2 2 0,1 0 1 0,-1 2 2 16,2-2 2-16,-1 0-3 0,0 2 1 0,1-3-2 15,0 1-3-15,1 1 3 0,-2 1 1 0,1 0-2 16,0 0 2-16,-2 1-2 0,2-2 0 0,0 3-4 16,-2-2 6-16,2 1 2 0,-1-3 2 0,-1 2-7 15,2 0 0-15,-1-2 0 0,-1 4 3 0,1-2-4 16,2-1 3-16,-3 4-3 0,2-1 0 0,-3 0 7 16,3-2-7-16,-1 1 3 0,1 1 1 0,0-1 6 15,-1 0-2-15,0 3-5 0,3-2-3 0,-3 2 1 16,-1-3 4-16,2 3-3 0,0-1 2 0,0 0-1 15,1 0-5-15,0-1 6 0,0-1-8 0,2 2 6 16,-4-3-1-16,1 2 0 0,0-2 4 0,1 0 0 16,3 0-8-16,-4-2 4 0,1 2 1 0,-1 1 2 15,0-2-2-15,-2-1 3 0,4 3 0 0,-1 0 0 16,1 0 1-16,-4-2 1 0,2 4-3 0,-1-4-1 16,3 2-4-16,-3-1 3 0,0 0 2 0,-1 0-1 15,1 0-3-15,1 3 4 0,-2-4-2 0,1 3-4 16,0-2 5-16,0 1-2 0,2 1 8 0,-5-2-6 15,5 0 1-15,-3 0-4 0,0 2 0 0,0-3 6 16,-1 3-4-16,2-2-2 0,0 3-1 0,-2-2 6 16,-1-1-3-16,2 2 0 0,0-1 2 0,-1 1 0 15,0-2 0-15,1 2-1 0,0-1 0 0,1-2-3 16,-1 2 9-16,-2-2-5 0,3-1-4 0,-3 0 7 16,-3 1-6-16,3-5-1 0,0-1 1 0,-1 6 2 15,1-1-2-15,0 1 8 0,0-6-5 0,0-1-7 16,0 1 1-16,0 0 14 0,-1 0-9 0,-1-2 1 15,0 2 5-15,3 0-7 0,-2 0-1 0,0-1 0 16,-1 0 1-16,0 1 1 0,0 0-5 0,-1-2 5 16,3 3-6-16,-2-2 4 0,2 0 2 0,2 0-4 15,-4 0 4-15,2-1 1 0,2 0-3 0,-2 9 1 16,1-3-3-16,-1-5 3 0,1 6 4 0,0-5 0 16,2-2-3-16,-3 9-2 0,1-2 1 0,1 1 1 15,-1-1 1-15,0-3 0 0,0 3-1 0,1 0 3 16,-1-3-7-16,0 5 11 0,6-2-10 0,-7 0 3 15,1 2-1-15,0-6 3 0,0 6-2 0,1 1-4 16,-1-3-2-16,0 2 9 0,1 0-3 0,-2-1-1 16,2-6 2-16,-1 7 0 0,1 1-7 0,-1-8 5 15,3 7 3-15,-2 3-2 0,1-4-4 0,1-5 1 16,-3 5 3-16,3 0 0 0,-3 0-2 0,3-6 7 16,-3 7-2-16,1-1-8 0,0-2 4 0,-1-2-2 15,2 4-3-15,-2 2 10 0,-1-4-3 0,0 3-3 16,0-1-1-16,-1-1 3 0,2 3 2 0,-2-4-8 15,1 1 8-15,0-3-1 0,-3 3-2 0,2-4 3 16,-3 5-4-16,0 1 7 0,3-2-8 0,-2-3 1 16,1-2 2-16,-1 0-1 0,-2 5 1 0,4-6 0 15,0 8-4-15,0-9 5 0,-2 4-1 0,2 4 4 16,-2-1-4-16,3-5 1 0,0 7-5 0,0-7 1 16,0 5 6-16,0-4-3 0,1-1-1 0,-1 0-3 15,2 0 5-15,-1 7 1 0,-1-2-3 0,0-3 4 0,3-2-7 16,-2 1 5-16,-1 2-1 0,2-1-2 15,0-2-4-15,1-1 3 0,0 2 3 0,-2 0 2 16,0-1-5-16,2 0 1 0,0 1-2 0,-2-1 3 16,2 0 3-16,-2 1-2 0,0-1-3 0,2 0 3 15,-2 5 1-15,3-3-1 0,-3-4 0 0,-1 2-1 16,4 0 2-16,-2-2 1 0,1 3 1 0,-1-2-3 16,2 0-2-16,-1 1 9 0,-1-1-4 0,1 1 0 15,0-1 1-15,-1 1-2 0,1 1 2 0,-1-2 0 16,2 0 7-16,-4 1-9 0,3 0 2 0,-2 1-5 15,0-3 2-15,2 2 0 0,-3 2 1 0,2-2-5 16,-2-1 2-16,2 2 5 0,-4-1-1 0,2 0-11 16,0-2-8-16,2 3 15 0,-1-2-2 0,-1-1 1 15,0-1-6-15,1 2 3 0,-1-1 4 0,3-2 0 16,-3 2-2-16,2-1 6 0,-3 1-11 0,2-5 4 16,-1 3 5-16,0-2-7 0,2 3 5 0,-2-4-2 0,0 1 2 15,0-3-3-15,1 2 3 0,-2-2 0 16,1 2-5-16,-3-1 5 0,2 1 5 0,-1 1-4 15,0-3 4-15,-2 3-9 0,1 0 4 0,1-1 6 16,-1 0-5-16,-3-1-2 0,3 2 0 0,-3 2 5 16,2-4-5-16,0 1 3 0,-1 4 11 0,-1-1-14 0,0-3 0 15,0 0 2-15,-1 3-4 0,-1 2 5 0,0-5-4 16,1 3 6-16,0 0-6 0,2-4 5 16,-1 0-2-16,-2 0-1 0,2 2 4 0,-3 1 3 15,4-4-8-15,-3 1-1 0,2-1 1 0,-1 0-1 16,1 2 8-16,1-2-14 0,2 0 10 0,-4-1 4 15,0 2-2-15,1-2-6 0,0 2 6 0,3 0-1 0,-6-1 2 16,4-1-4-16,-2 1 9 0,1 0-9 16,1-1 0-16,-3 1-2 0,2-1 6 0,-1 2 0 15,0-2 1-15,-3 1-3 0,2-1 2 0,-3 4 1 16,-2-1 0-16,1 0-6 0,-1 1 12 0,2-1-13 16,0-2 0-16,0-1 4 0,1-2-2 0,-3 5 0 15,-2-3 1-15,3 2 1 0,-2-2-4 0,0 2 5 16,4-4-1-16,-4 5 4 0,0-3-10 0,0 2 2 15,1-2 2-15,-4 3-2 0,3-3 4 0,-2 2 1 16,0-1-6-16,0 0 2 0,0 1-3 0,-2-2 7 16,3 1-5-16,-4 1-2 0,0-1 4 0,1 0 4 15,-5 4-7-15,5-6 5 0,1 2 1 0,-3 0 0 16,-6 1-6-16,10-2 4 0,-3 1 1 0,-7 3 0 16,7-6 3-16,-2 2-4 0,5 0 1 0,-5-2-7 15,-3 5 4-15,5-4 2 0,-2 0 5 0,1-2-7 16,-8 5 4-16,0-4-2 0,3 5-4 0,-3-3 6 15,0 0-2-15,-3-1 0 0,1-1-3 0,-3 1-7 16,-2 1 1-16,-1-1 5 0,1-2-4 0,-3 2-2 16,0-3 8-16,-14 4-15 0,15-3-13 0,-20 4-12 15,4-3-49-15,0 2-96 0,-5-1 44 0</inkml:trace>
  <inkml:trace contextRef="#ctx0" brushRef="#br0" timeOffset="2757.22">21563 7476 6 0,'0'0'62'0,"-8"-2"-6"16,8 2-2-16,0 0-8 0,0 0-10 0,0 0-5 15,0 0-2-15,0 0-4 0,-6-4 3 0,6 4-10 16,0 0-3-16,0 0-1 0,0 0-5 16,0 0 3-16,-8-3-6 0,8 3 6 0,0 0-7 15,0 0-4-15,0 0 4 0,-5-7-6 0,5 7-3 0,0 0-7 16,-4-6 4-16,4 6-1 0,0 0 2 0,-6-9 3 15,6 9-2-15,-5-6-1 0,5 6-2 16,-4-7 2-16,4 7 2 0,-4-9-1 0,4 9 1 16,-4-8 2-16,4 8-2 0,-2-10 4 0,2 10 0 0,-3-12 2 15,2 6 1-15,1 6 4 0,-3-14 0 0,2 4 4 16,0 4 5-16,0-3-6 0,-1-2 0 0,1 2 2 16,1 0 6-16,-3 0-1 0,3-1-1 0,-1 1-2 15,0-1 2-15,-2 0-7 0,2 0 8 16,0 0 1-16,-3-3-4 0,1 2-1 0,0 1 0 0,-1-1-6 15,-1 0 11-15,-1-1-2 0,1 2 9 0,-2-4 11 16,-1-2-18-16,0 2 3 0,1 0-3 0,-5 1 2 16,6 1 8-16,-5-1-3 0,-1 0 6 0,0-1-2 15,-3-1 2-15,0 4-10 0,-3-1-1 0,-5-3 4 16,4 3-2-16,-4-1-5 0,-5 0 7 0,-1-3 3 16,0 4-5-16,-2 0-4 0,-1 3 7 0,-2-2-9 15,-2 3-2-15,-2 3 2 0,-15-2-1 0,2 2-5 16,-5 1 3-16,-2 2-5 0,0 1 7 0,-2 4-2 15,-2-3-7-15,-2 9 2 0,-25 7 0 0,24-6 1 16,1 1-18-16,-26 4-8 0,28-1 0 0,-29 6-14 16,27-3-9-16,-27 3-14 0,4 5-11 0,25-5-17 15,-25 6-8-15,24-6-63 0,-25 8-166 0,28-7 73 16</inkml:trace>
  <inkml:trace contextRef="#ctx0" brushRef="#br0" timeOffset="28424.24">8296 11950 7 0,'0'0'122'0,"0"0"-7"0,-5-4 2 0,5 4-3 16,0 0-7-16,0 0 2 0,0 0-12 0,-4-7-8 16,4 7-3-16,0 0-2 0,-2-7-5 0,2 7-4 15,0 0 7-15,-1-11-4 0,1 11-2 0,0 0-4 16,-2-10-7-16,2 10-5 0,-1-7 3 0,1 7 20 16,0 0-5-16,-3-10 0 0,3 10-4 0,0 0 0 15,-1-10-5-15,1 10-4 0,-1-7-3 0,1 7-8 16,0 0-4-16,-3-8-2 0,3 8-2 0,0 0 1 15,0 0-7-15,0 0-4 0,-1-7-3 0,1 7-7 16,0 0-5-16,0 0-4 0,0 0-6 0,0 0-1 16,0 0-5-16,0 0-1 0,0 0 0 0,0 0-1 15,0 0 5-15,0 0-6 0,0 0-1 0,1 27-2 16,-1-16 6-16,0 0-2 0,-1 4-1 0,1 2-1 16,0-2 1-16,0 2 1 0,1-1-4 0,-1 1 3 15,-1 1 1-15,0 1-1 0,1 0 4 0,1-2 0 16,-2 9 2-16,-2-7 4 0,2 6 1 0,1-1 2 15,0 1 1-15,0 0 8 0,1-6 3 0,-2 6-5 16,2 0 0-16,2-5 2 0,-2-1 2 0,1 6-4 16,-2-7 0-16,0 2-2 0,2-2 1 0,0 3 1 15,0-2-2-15,-2 0 0 0,1 0 0 0,0 0-2 16,1 0 1-16,-4 1-7 0,2-1-18 0,2 2-1 16,0-2 2-16,2 0-3 0,-4-1 2 0,3 1 4 15,-2-1-2-15,1 3 5 0,0-2-1 0,1-1-3 16,-1 1 3-16,-2 6-3 0,1-6 4 0,-2 0-3 15,-1 1-2-15,4-4 0 0,-2 4 5 0,0-2-1 16,1-1-3-16,-1 2 1 0,-3 7 2 0,0-6 2 16,1-1-2-16,2 5 1 0,0-5 1 0,-1 2-5 15,-1-4 4-15,2 4-3 0,0-3 5 0,0 1-5 16,0 1 0-16,1-1-1 0,-1 5 1 0,0-3 4 16,1 5-3-16,2-4-2 0,-2 4 4 0,1-6-3 15,0 5 2-15,0 0 1 0,-3 1 8 0,5-2-11 16,-7 1 0-16,4-1 1 0,1 1 6 0,2 0-6 15,-3-6 2-15,-1 1-1 0,0-1 1 0,1-1 3 16,-1 7-6-16,-1-6 3 0,0 1-2 0,1-1 3 16,-2 6-2-16,1-5 1 0,2 6-1 0,-3-6 3 15,0 5 8-15,2-6 0 0,0 7-4 0,-2-6 3 16,2 5 1-16,-1 0-3 0,-1 1 4 0,2-2 9 16,-2 1 3-16,-1 0-7 0,3-4 2 0,-1 4-1 15,1 1-4-15,-1-3-2 0,0-4 4 0,1 2-3 16,-3 4-1-16,3-1 2 0,0-5 0 0,-1 0-2 15,1 6 0-15,0-7 4 0,-2 2 1 0,2 0 2 16,-1-1-2-16,1 0 3 0,0 7-4 0,-1-7 2 16,1 6 8-16,-3-5-3 0,3 0 1 0,-1 5-5 15,0-5 4-15,-1 6 0 0,1-2-6 0,1-5 0 16,-1 0 1-16,-2-1-4 0,3 2-1 0,-2 5 11 16,2-6 0-16,-4 1-3 0,5 6 8 0,-3-1 0 15,0-6-2-15,2 5 4 0,-1 1-8 0,1-6-1 16,-1 0-1-16,1 1 6 0,-1 6-1 0,-2-6 3 15,3-3-12-15,-1 4 4 0,-1-5-5 0,2 1 2 16,0 1 1-16,-1-1 13 0,2-1-9 0,-1 1 4 16,2-1-14-16,-2 0 10 0,0 0-8 0,0-1 4 15,0 0-4-15,2 3 4 0,-2-2-1 0,0 1 6 16,-1 2-12-16,2-3 16 0,1 1-11 0,-1 1 7 16,0-2 0-16,-1 0-4 0,-2-1-3 0,3 3 8 15,-1-2-5-15,1 0 7 0,0 0-5 0,-1 1 4 16,0-5-8-16,-1 5 1 0,2 0-4 0,-1-5 1 15,-1 5 1-15,4 0 34 0,-3-4-2 0,1 4-3 16,-1-2-1-16,0 2-2 0,1 0-3 0,2-1 0 16,-3 0 2-16,-3 1-3 0,7 0-4 0,-3-2-3 15,-2-1-2-15,-3 1-1 0,3 2-4 0,0-5 3 16,-1 0-3-16,1 4-1 0,1 0-5 0,0-1 0 16,-4 0-1-16,4-1-7 0,-1-3 7 0,1 0-5 15,-3 2 3-15,1-2-3 0,1 2-5 0,-1-1 0 16,1-2 6-16,0 3-3 0,-1-3 1 0,1 0-3 15,-3 0-4-15,3-2 6 0,0-1-1 0,1-7 0 16,0 14 1-16,-3-9-1 0,3-5-2 0,-2 12-3 16,2-12 5-16,-2 10-4 0,2-4-3 0,0-6 3 15,0 10 2-15,0-10-2 0,-3 12 2 0,3-12-6 16,2 10 3-16,-2-10 0 0,-1 10-1 0,1-4-3 16,0-6 2-16,-1 13 2 0,1-13-1 15,0 11-1-15,2-6 3 0,-2-5-6 0,-1 9 1 16,1-9 3-16,-3 6-1 0,3-6 2 0,-1 7-2 0,1-7-2 15,0 0 6-15,0 9-3 0,0-9-1 0,0 0-2 16,0 0-4-16,0 0-2 0,0 0-11 0,0 0-15 16,0 0-16-16,0 0-25 0,0 0-20 0,0 0-25 15,0 0-32-15,0 0-13 0,0 0-13 0,4-31-20 16,-3 25-16-16,0-1-4 0,-1 7-12 16,2-11-7-16,-1 6-16 0,-1 5-13 0,1-10-6 0,-1 10-11 15,0-7-182-15,0 7-501 0,0 0 221 0</inkml:trace>
  <inkml:trace contextRef="#ctx0" brushRef="#br0" timeOffset="28942.59">8105 15918 14 0,'0'0'198'0,"0"0"-1"0,-8-2 4 0,8 2-5 15,0 0 0-15,0 0-10 0,0 0-8 0,0 0-6 16,-7-5-11-16,7 5 3 0,0 0-14 0,0 0 0 16,0 0-2-16,0 0-9 0,0 0-6 0,0 0-3 15,0 0-9-15,0 0-8 0,0 0-3 0,0 0-10 16,0 0-6-16,0 0-9 0,0 0-3 0,0 0-12 16,0 0-6-16,0 0-6 0,0 0-2 0,0 0-11 15,0 0-8-15,0 0-4 0,0 0-6 0,0 0-1 16,0 0-3-16,0 0-3 0,0 0 1 0,0 0-3 15,0 0-4-15,0 0 1 0,17 23-1 0,-17-23-3 16,12 13-2-16,-7-6 0 0,1 0 7 0,-1 2-11 16,0-3 0-16,2 3-3 0,-2 0 12 0,0 0-5 15,3-3 5-15,-4 3 5 0,-1-1-9 0,-3-8 4 16,9 12 0-16,-5-6-2 0,-4-6 5 0,8 9 3 16,-4-4 5-16,-4-5-3 0,0 0 1 0,9 14-7 15,-9-14 5-15,0 0-8 0,8 9 0 16,-8-9-1-16,0 0 6 0,11 7 1 0,-11-7-2 15,0 0-3-15,0 0-6 0,10 7 4 0,-10-7 5 0,0 0-9 16,0 0 10-16,0 0-9 0,0 0 4 0,24-12 11 16,-24 12-9-16,13-14-9 0,-5 7-3 0,-2-2 4 15,2-1 3-15,1-2 0 0,-3 1-10 0,3-1-13 16,0-3-1-16,0 2-16 0,-3-1-5 16,1 4-19-16,-1-1-16 0,-1 1-23 0,1 1-28 15,-3-2-33-15,-2-1-33 0,2-3-37 0,-2 3-50 16,-1-1-37-16,0-3-181 0,-4-2-533 0,3 0 235 15</inkml:trace>
  <inkml:trace contextRef="#ctx0" brushRef="#br0" timeOffset="30026.13">8312 11901 34 0,'0'0'61'0,"6"-7"-1"0,-6 7-6 0,5-2-2 16,-5 2-7-16,7-6-1 0,-7 6-2 0,7-4-3 0,-7 4 5 15,5-3-9-15,-5 3 3 0,5-4 5 0,-5 4-1 16,0 0 9-16,6-4-1 0,-6 4 7 15,0 0 6-15,0 0 2 0,0 0 0 0,0 0-2 16,0 0 5-16,0 0-7 0,0 0 10 0,3-6-5 16,-3 6-3-16,0 0 2 0,0 0-3 0,0 0 9 0,0 0-10 15,0 0 0-15,0 0 1 0,0 0 1 0,-11 17 2 16,6-10 3-16,1 2-6 0,-2 1-6 16,-1 1 8-16,-3 2-1 0,1 0-2 0,-1 1-4 15,1 0-4-15,-2-1 3 0,1 0-8 0,1-4-6 0,2 0-2 16,-1 1-3-16,-1-2-3 0,3 0-3 0,-1-1-4 15,2 1-4-15,0-4 5 0,-1 0-8 16,1-1 0-16,1 3-4 0,4-6-3 0,-7 4 0 16,7-4 0-16,-5 7-6 0,5-7-13 0,0 0-14 15,-7 3-24-15,7-3-24 0,0 0-28 0,-4 7-28 0,4-7-35 16,0 0-27-16,0 0-24 0,0 0-112 0,0 0-347 16,0 0 154-16</inkml:trace>
  <inkml:trace contextRef="#ctx0" brushRef="#br0" timeOffset="30279.51">8321 11944 114 0,'0'0'203'0,"0"0"-11"0,0 0-9 0,0 0-17 15,0 0-14-15,7-3-18 0,-7 3-16 0,0 0-12 0,0 0-1 16,0 0-4-16,10 12-6 0,-6-8-7 0,0 1-9 15,1 1-4-15,2 1-6 0,0 1-8 0,1 0 0 16,-2-1-8-16,3 2-4 0,0-2-4 0,-2 1-5 16,2 0-5-16,-2-2-1 0,3 3-3 15,1-1-2-15,-2 1-7 0,1-2-7 0,1 5-20 0,0-5-38 16,-3 1-45-16,2 1-43 0,-3 0-36 0,2 0-171 16,-5 1-364-16,0 1 162 0</inkml:trace>
  <inkml:trace contextRef="#ctx0" brushRef="#br0" timeOffset="31060.41">7474 12650 239 0,'0'0'265'0,"0"0"-18"0,-2-9-3 16,2 9-7-16,0 0-9 0,0 0-16 0,0-8-18 15,0 8-16-15,0 0-18 0,0 0-15 16,0 0-11-16,0 0-21 0,0 0-9 0,-5-6-16 0,5 6-13 16,0 0-8-16,0 0-4 0,0 0-1 15,0 0 3-15,16 23-2 0,-6-14 6 0,1 3-5 0,0 2-2 16,2-1 10-16,-1 3-13 0,1 0-6 0,0 0-2 16,0-2-4-16,-1 1 3 0,2-1-10 0,-4 0-1 15,3 1 7-15,-3-3-13 0,-3-2-5 16,0 0-1-16,6 2-2 0,-5-2-3 0,-2-1-2 15,3 0 5-15,-3-1-7 0,1 2 1 0,-3-4-3 0,-2-2 5 16,3 4-5-16,0-3 2 0,-2 0-8 0,3-1 6 16,-6-4-2-16,7 6 7 0,-7-6-4 0,4 4-1 15,-4-4-1-15,2 5 4 0,-2-5-2 0,0 0-3 16,5 5 8-16,-5-5-9 0,0 0 6 0,0 0 23 16,0 0-20-16,0 0 24 0,0 0-11 0,10-10-8 15,-6 1 6-15,1-1-8 0,2-7-3 0,3 0 2 16,3-7-4-16,-2-2-4 0,3-3 1 15,-1 3 13-15,1-4-7 0,2-1-27 0,0 0 11 16,-4-1-2-16,3 3 4 0,-4 1-3 0,1 0-3 0,-1 4 8 16,0 1-6-16,-5 7-1 0,-1-1 0 0,1 1-6 15,0 1 6-15,-2 5-9 0,-1-1-4 0,0 3 11 16,0 2 7-16,-3 6-8 0,1-10-2 0,-1 10 0 16,1-8-21-16,-1 8-33 0,4-5-42 15,-4 5-51-15,0 0-57 0,0 0-46 0,0 0-57 0,0 0-306 16,0 0-664-16,-1 25 294 0</inkml:trace>
  <inkml:trace contextRef="#ctx0" brushRef="#br0" timeOffset="35883.17">17818 12045 14 0,'0'0'82'0,"0"0"-7"0,0 0-18 16,0 0-8-16,0 0-15 0,0 0-13 0,0 0-25 15,0 0-23-15,0 0-24 0,0 0-54 0,0 0 25 16</inkml:trace>
  <inkml:trace contextRef="#ctx0" brushRef="#br0" timeOffset="135972.54">9110 12005 17 0,'0'0'118'0,"-4"-5"2"0,4 5-6 0,-3-5-3 0,3 5 3 16,0 0-3-16,-7-7-1 0,7 7 3 0,0 0-2 15,-2-6-7-15,2 6 4 0,0 0-3 0,-7-4-9 16,7 4-3-16,0 0-4 0,0 0-7 15,0 0-1-15,0 0-6 0,0 0-3 0,0 0-5 16,-5-5-4-16,5 5-7 0,0 0-5 0,0 0-3 0,0 0-2 16,0 0-9-16,0 0-4 0,0 0-5 0,0 0-2 15,0 0-9-15,0 0 1 0,0 0-6 0,0 0-1 16,0 0-3-16,0 0-1 0,0 0 1 0,0 0-2 16,0 0-1-16,0 0-3 0,0 0 3 0,9 21-1 15,-5-14 1-15,-1 0 8 0,3 2-11 0,-1 1 1 16,0 0 3-16,0 3-6 0,2-4 3 0,-1 1-1 15,2 6-1-15,1-3 8 0,1 2 4 0,-2-4-1 16,3 4 5-16,-1-1-4 0,2 0 7 16,1 1 2-16,-1 3-1 0,-1-4 0 0,-1 2 7 0,4 1-5 15,-4 0 2-15,4 4-7 0,-2-7 7 0,-2 0-8 16,-2 0 0-16,4 0 5 0,0 0 5 0,-2 0-4 16,0 2-2-16,2-3 1 0,1 2 3 0,-1-2 3 15,0 1-22-15,2-1 1 0,0-1 2 16,0 2-5-16,0 1 0 0,0-2-2 0,-1 0 3 0,2-3-3 15,-3 3 1-15,-1-1 4 0,3-2-5 0,-3 0 1 16,1 0 5-16,-1-1-2 0,1 0-2 0,2 1 0 16,-3-4 3-16,-1 3-2 0,4-1-1 0,0 1 0 15,-1-2-4-15,-2-2-1 0,1 0 0 16,-2 2-2-16,0-3 2 0,2 2 0 0,-2-2 0 0,0 0-1 16,0-2 0-16,-2 0-2 0,2 1 1 0,2-1-3 15,-3 0 3-15,-2 0 0 0,-1 1 1 0,1-2 2 16,2 0-1-16,1-1 0 0,-10 0 1 0,16 2-2 15,-9-2 2-15,2-2 6 0,2 2 0 0,-11 0-7 16,15-1 1-16,-6 0-4 0,-9 1 12 0,14-2-14 16,-8 2 4-16,1-3 2 0,-7 3-2 0,10 0 1 15,-10 0 3-15,9-2-4 0,-9 2 5 0,0 0 7 16,7-2-6-16,-7 2 1 0,0 0 9 0,0 0 0 16,0 0 2-16,0 0 2 0,0 0 2 0,0 0 9 15,10-1-9-15,-10 1-3 0,0 0 1 0,0 0-5 16,0 0 2-16,0 0 0 0,0 0-8 0,0 0 7 15,0 0-3-15,0 0 0 0,0 0 2 0,0 0-5 16,0 0 1-16,0 0 2 0,0 0 2 0,0 0-3 16,0 0 6-16,0 0-4 0,-11 20 2 0,7-14 0 15,0 0-3-15,-1 1 4 0,-2 2-3 0,2-2-3 16,0 1 9-16,-3 1-10 0,3-1-1 0,-2 0 1 16,1 1-3-16,1-1-1 0,-2 1 1 0,4-3-2 15,-4 2-17-15,2-1-10 0,0 1-12 0,1-1-17 16,-1 0-25-16,0 1-31 0,2-2-33 0,3-6-23 15,-5 11-29-15,5-11-9 0,-1 8-10 16,1-8-6-16,0 0-134 0,3 11-383 0,-3-11 169 16</inkml:trace>
  <inkml:trace contextRef="#ctx0" brushRef="#br0" timeOffset="136152.45">9905 12711 184 0,'0'0'237'0,"-6"-15"-16"0,2 7 9 15,-1-1-6-15,0 1 2 0,0 1-15 0,-3 1-9 16,1-2-20-16,1 3-7 0,0 0-9 0,2 0-17 0,-2 0-14 16,-1 2-13-16,2-2-14 0,0 0-13 15,5 5-20-15,-10-8-29 0,6 4-33 0,-2 0-39 0,6 4-59 16,-9-6-60-16,5 2-69 0,-1-1-209 16,-2 1-456-16,7 4 202 0</inkml:trace>
  <inkml:trace contextRef="#ctx0" brushRef="#br0" timeOffset="136712.91">9087 12033 137 0,'0'0'164'0,"0"0"-12"0,0 0-9 16,0 0-13-16,0 0-6 0,0 0-7 0,0 0-9 16,-2-7-7-16,2 7-2 0,0 0 5 0,0 0-1 15,-10 17 1-15,6-6-2 0,-8 3-7 0,2 1-9 16,1 0-4-16,-1 2-13 0,1-2-7 0,0-1-4 16,-2 2-6-16,3-3-4 0,-1 1-8 0,0 2-3 15,3-5-1-15,-1 1-13 0,2-1-17 0,1-2-31 16,2 1-35-16,-5-2-30 0,6-1-25 0,0-2-32 15,1-5-13-15,0 0-1 0,0 11-110 0,0-11-293 16,0 0 129-16</inkml:trace>
  <inkml:trace contextRef="#ctx0" brushRef="#br0" timeOffset="136893.29">9063 12079 75 0,'0'0'135'0,"0"0"-5"16,4-3-8-16,-4 3-7 0,0 0-10 0,5-7-10 15,-5 7-11-15,0 0-11 0,0 0-7 0,0 0-5 16,9 0-4-16,-9 0-3 0,0 0-6 0,13 7 0 16,-8-4-12-16,4 3-5 0,-2-3-9 0,3 3-20 15,1-2-26-15,-1 5-21 0,4-2-29 0,3 3-17 16,-3 1-97-16,0 2-203 0,-5-3 90 0</inkml:trace>
  <inkml:trace contextRef="#ctx0" brushRef="#br0" timeOffset="137405.14">8976 12811 157 0,'0'0'239'0,"0"0"-6"0,-6-4-13 15,6 4-8-15,0 0-15 0,0 0-14 0,0 0-22 16,-7-6-15-16,7 6-16 0,0 0-18 0,0 0-14 16,0 0-10-16,0 0-7 0,0 0-8 0,0 0-12 15,9 21-3-15,-6-10-8 0,3 0-3 0,1 4-6 16,-1 1-4-16,1-1-1 0,-1 0-5 0,3-1-4 15,-3 2 0-15,2-1-4 0,-3-3 5 0,1-2-12 16,-1 1 2-16,2-3-7 0,-1 1 3 0,-1-1-2 16,-1-2 1-16,3 1-3 0,-4-3 0 0,3 2 1 15,-4-1 5-15,-2-5 7 0,5 7 4 0,-5-7 7 16,4 3 5-16,-4-3 5 0,0 0 2 0,0 0 0 16,10-13-3-16,-5 5-7 0,-1-2-3 0,-1-1 0 15,-1-6-5-15,1 5-3 0,-2-5 0 0,3 2-3 16,-1-1-4-16,0-3-2 0,0 0 2 0,-1-1-4 15,1 1 0-15,0 2 0 0,-1 2-6 0,1 4 1 16,-1 0-5-16,0 1 1 0,-1 3-8 0,1 0-20 16,-2 7-22-16,4-7-23 0,-4 7-36 0,3-6-18 15,-3 6-7-15,0 0-8 0,0 0-13 0,0 0-20 16,0 0-20-16,19 22-11 0,-14-12-15 0,3 3-117 16,-3-2-359-16,0 0 159 0</inkml:trace>
  <inkml:trace contextRef="#ctx0" brushRef="#br0" timeOffset="137625.54">9283 12927 115 0,'0'0'204'15,"0"0"0"-15,0 0-4 0,0 0-4 0,0 0-20 16,0 0-19-16,0 0-16 0,0 0-9 0,1 6-18 16,-1-6-9-16,0 0-10 0,-1 13 1 0,1-6-9 15,0 3-11-15,0 2-4 0,1-1-12 0,2 1-4 16,-2 3-2-16,-2 1-9 0,2-5-2 0,0-1-5 15,2 2-3-15,-3-2-5 0,2 2 0 0,1-1 2 16,-2 1-15-16,1-2-24 0,-1 0-24 0,-1-1-35 16,1 1-33-16,0-3-33 0,-1-7-28 0,-1 15-35 15,0-8-125-15,1-7-347 0,-3 12 153 0</inkml:trace>
  <inkml:trace contextRef="#ctx0" brushRef="#br0" timeOffset="137998.01">9303 12936 128 0,'3'-5'178'0,"0"-2"-14"0,-3 7-1 15,3-7-17-15,-3 7-10 0,8-6-16 0,-8 6-12 16,6-4-8-16,-6 4-14 0,9-4-2 0,-9 4-19 16,13 1-4-16,-13-1-2 0,9 4-5 0,-4-1-8 15,-5-3-4-15,5 5-9 0,-1-2-2 0,-4-3 14 16,5 9 2-16,-2-4 2 0,-2 5-5 0,-1-3-9 15,0 1 4-15,0-8-1 0,-4 17-3 0,4-9-10 16,-2 2 0-16,2-3-10 0,0 1-10 0,0-8-15 16,0 15-10-16,2-8-5 0,1-1 1 0,1 2-3 15,-1-1-10-15,3-1 7 0,-1-1-4 0,0 0 3 16,0-1 3-16,2 2-1 0,-1-4 1 0,-1 3 11 16,-5-5-1-16,9 7 4 0,-3-3-2 0,-6-4 5 15,8 6 14-15,-8-6 0 0,4 6-3 0,-4-6 12 16,2 4 10-16,-2-4 3 0,0 0 3 0,-2 10-9 15,2-10 1-15,-6 6 1 0,6-6 0 16,-8 9-9-16,4-6-11 0,4-3-8 0,-11 6-18 16,8-4-24-16,-3 2-24 0,6-4-31 0,-10 4-30 0,10-4-133 15,-7 2-290-15,7-2 128 0</inkml:trace>
  <inkml:trace contextRef="#ctx0" brushRef="#br0" timeOffset="138398.38">9620 12914 137 0,'2'-6'245'16,"-2"6"-14"-16,0 0-10 0,0 0-13 0,-11-5-12 15,11 5-15-15,0 0-23 0,-20 9-9 0,12-2-20 16,-1 1-11-16,3-2-11 0,-2 4-14 16,2-3-7-16,1 2-12 0,1 1-6 0,1-2-6 15,2 2-9-15,2-1-4 0,-1 0-4 0,3-1-12 0,1 1-12 16,1-2-6-16,-1-3-8 0,3 2-1 0,1-2-4 15,1 1-2-15,-1-3-1 0,0 2 5 0,-1-1-10 16,-7-3 4-16,14 1-2 0,-8 1-1 0,-6-2 2 16,11 2 1-16,-11-2-1 0,6 1 4 15,-6-1 1-15,0 0 11 0,9 2 7 0,-9-2 9 0,0 0 6 16,0 0-10-16,0 0-1 0,0 0-5 0,0 0-1 16,-15 14-1-16,6-8 1 0,-3 3 0 0,3 0-1 15,-1-1 2-15,0-1-1 0,1 3 3 0,0-1-4 16,1 1-2-16,1 0-3 0,-1-3 0 15,3 4-1-15,1-5-3 0,1 0-2 0,1 1-2 16,2-7 1-16,-3 11 0 0,3-11 5 0,2 12-21 0,3-7 0 16,0 1-3-16,0-1-14 0,1-3-20 15,5 0-20-15,-1 2-25 0,1-2-30 0,2 2-30 0,0-4-44 16,5 0-23-16,-4 0-135 0,2 2-383 16,2-1 170-16</inkml:trace>
  <inkml:trace contextRef="#ctx0" brushRef="#br0" timeOffset="139294.42">11922 13433 5 0,'0'0'117'0,"-9"-3"-6"0,9 3-6 15,0 0-5-15,-14 2-16 0,14-2-1 0,0 0-6 16,-10 2 7-16,10-2-9 0,0 0 0 16,-11 2 2-16,11-2-6 0,0 0-7 0,0 0-1 0,-5 3-7 15,5-3-10-15,0 0 2 0,0 0-4 0,0 0-2 16,0 0-8-16,0 0 4 0,0 0-9 15,0 0 1-15,24 0-3 0,-11-2 1 0,6 2-3 0,1 0-2 16,8-4-3-16,1 1-3 0,2-2 2 16,0 1-4-16,1-2-7 0,-2 2 5 0,1-2-6 0,-2 2-3 15,-2 1 2-15,-10 1 3 0,2-2 1 0,-4 3-1 16,-1 0-10-16,-1 1-17 0,-1 0-23 0,-1 0-29 16,-1-1-30-16,-1 2-41 0,-3 1-98 0,-6-2-256 15,6 6 113-15</inkml:trace>
  <inkml:trace contextRef="#ctx0" brushRef="#br0" timeOffset="139656.89">12100 13514 149 0,'0'0'236'0,"-2"-7"-11"0,2 7-8 0,0 0-17 0,0 0-22 16,0 0-18-16,0 0-17 0,0 0-18 16,0 0-16-16,0 0-10 0,0 0-14 0,0 0-6 15,0 0-6-15,4 23 3 0,-3-6-7 0,1 2-3 0,-1 5-7 16,0 8-2-16,3-1 3 0,-4-2-10 0,4 6 5 16,-3-1 2-16,3 1-3 0,1 9-1 0,-1-9-6 15,-4-4-4-15,1 3-3 0,1-4-1 16,0 1-5-16,2-1 2 0,0-2-1 0,-2-1-11 15,0-9-3-15,2 2-2 0,-2-1-4 0,2-2 2 16,-2-1-2-16,1-3-5 0,1-2 3 0,-2 0-2 0,0-3-1 16,-2 1-4-16,2-2 1 0,-2-7-16 0,3 10-14 15,-1-5-30-15,-2-5-18 0,0 0-30 16,2 7-20-16,-2-7-36 0,0 0-29 0,3 7-31 16,-3-7-156-16,0 0-405 0,0 0 179 0</inkml:trace>
  <inkml:trace contextRef="#ctx0" brushRef="#br0" timeOffset="140092">12157 14508 207 0,'-3'-6'259'0,"3"6"-13"15,0 0-21-15,-4-7-28 0,4 7-21 0,0 0-17 16,0 0-20-16,0 0-13 0,0 0-13 0,0 0-9 16,0 0-10-16,19 35-4 0,-14-18-8 0,4 1-4 15,-2-1-12-15,-2 0 0 0,3-1-8 0,-1 0-2 16,2-3-9-16,-6-1-2 0,3-1-1 0,-1-2-7 15,-2-2-2-15,2 1-5 0,0-4-2 0,-3 0 5 16,-2-4 12-16,7 9 16 0,-7-9 5 0,6 3 1 16,-6-3 2-16,0 0-3 0,0 0-4 0,24-12 1 15,-16 4-7-15,-1 0-6 0,2 1-3 0,-2-4-3 16,1-2 10-16,4-3-16 0,-3-2-8 0,-4 7 2 16,3-6-4-16,-3 0-5 0,2 3-11 15,-3 2-13-15,0 1-7 0,-1 1-16 0,-1 2-14 0,0 2-21 16,-2 6-33-16,0 0-34 0,4-12-32 0,-4 12-14 15,0 0-15-15,0 0-21 0,0 0-23 0,0 0-178 16,0 0-441-16,-12 44 195 0</inkml:trace>
  <inkml:trace contextRef="#ctx0" brushRef="#br0" timeOffset="141660.93">12515 15300 187 0,'-4'-9'260'0,"2"3"-1"0,2 6-10 0,-2-9-10 0,2 9-26 16,0 0-15-16,-3-9-20 0,3 9-13 0,0 0-23 16,0 0-17-16,0 0-6 0,0 0 2 15,0 0-2-15,7 23 1 0,-3-5-2 0,-2 7-5 16,4 3-5-16,-4 4-6 0,-2 0-3 0,4 4-8 16,-4-1-6-16,-2 12-3 0,2-11-4 0,-2 8-2 15,6 3 1-15,-8-16-13 0,4-1-8 0,-2 2 2 16,2-3-7-16,0 1-9 0,-3-2 1 0,3-9-3 15,0-2-5-15,0 2 2 0,0 0-23 0,0-5 10 16,0-1-5-16,0-3 1 0,1 0 1 0,-1 0-3 16,0-4-1-16,0-6 4 0,-1 13-6 0,1-13-3 15,0 11-6-15,0-11-23 0,0 9-24 0,0-9-28 16,-5 6-27-16,5-6-36 0,-4 5-40 0,4-5-47 16,0 0-67-16,-7 2-265 0,7-2-597 0,0 0 265 15</inkml:trace>
  <inkml:trace contextRef="#ctx0" brushRef="#br0" timeOffset="141975.85">12376 15812 170 0,'0'0'231'0,"-6"-5"-13"0,6 5-16 16,0 0-12-16,0 0-3 0,0 0-1 0,0 0-8 15,0 0-9-15,13 22-9 0,-7-13-9 0,2 1-3 16,0 3-7-16,1 2 3 0,0 0-14 0,1-1-11 16,-4-3-7-16,5 2-7 0,-6 3-8 0,4-5 0 15,2 1-15-15,-3 1 3 0,2-4-17 16,-1-1-7-16,-5-2 2 0,3-1-7 0,0 1-5 16,-2 0-1-16,-5-6-8 0,10 7 2 0,-3-4 3 15,-7-3 10-15,10 6-11 0,-10-6-8 0,13 1 0 0,-13-1-1 16,13-1 1-16,-13 1-16 0,18-8-12 15,-11 3-24-15,3-1-30 0,-2-4-39 0,1 1-49 16,0-4-71-16,4-2-77 0,-2 0-273 0,8-7-598 16,0-3 265-16</inkml:trace>
  <inkml:trace contextRef="#ctx0" brushRef="#br0" timeOffset="147766.51">12646 14700 129 0,'0'0'156'0,"6"-5"-1"0,-6 5-4 0,0 0-12 16,0 0-5-16,5-5-10 0,-5 5-7 15,0 0 2-15,0 0 4 0,2-8-3 0,-2 8-11 16,0 0-1-16,0 0-7 0,0 0-9 0,0 0-9 0,-2-14-9 16,2 14-6-16,-4-6-8 0,4 6-4 0,-5-5-8 15,5 5-3-15,0 0-3 0,0 0-2 0,-9-7-7 16,9 7 7-16,0 0-9 0,-9-3-5 16,9 3 2-16,0 0-4 0,-13 0-2 0,13 0 0 15,-14 6-2-15,8-5-8 0,-3 4 7 0,-1 3-10 0,1-3-5 16,1 0 3-16,1 3 0 0,-3 1-3 0,4-3-2 15,0 3 0-15,1-1-1 0,-1 1 3 16,5-4-4-16,-4 3 1 0,3 0-1 0,0-2-1 16,2-6 0-16,0 15-8 0,0-8 3 0,0-7 6 0,4 14-4 15,-2-10 0-15,1 2 1 0,2-1 1 16,-5-5-2-16,8 7 1 0,-3-3 3 0,1-2-1 0,6 1 0 16,-7-2 1-16,3 0 1 0,-8-1 0 15,14 0-1-15,-14 0 0 0,11-1 6 0,-11 1-5 16,7-1 1-16,-7 1 1 0,8-3-2 0,-8 3 1 15,0 0 0-15,0 0-2 0,0 0 5 0,6-5-3 16,-6 5-3-16,0 0 2 0,0 0 0 0,0 0-3 16,0 0 5-16,-27-1-5 0,17 5 0 0,-1-1 1 0,2 1 0 15,-2 1 4-15,2 2-3 0,0 0 31 16,0-1-4-16,0 1-5 0,0 2-1 0,0 1 8 0,2 0-2 16,2 1 2-16,-1-2-7 0,-1 3-3 15,3-5 1-15,0 5-3 0,0-5-3 0,3 3 4 16,1-2-1-16,5-1-3 0,-5-7 3 0,4 11-9 15,2-4 6-15,3-2-1 0,1 0-2 0,-3-1-1 16,3-1 2-16,4-3-1 0,-2 1-2 0,8-4 1 16,-1 1-1-16,0-3-4 0,8-1-13 0,-8 0-26 15,8-2-31-15,-8 2-40 0,-2 0-46 0,0-1-62 16,0-1-217-16,-5 3-466 0,1-1 207 0</inkml:trace>
  <inkml:trace contextRef="#ctx0" brushRef="#br0" timeOffset="154546.06">14202 15498 77 0,'-2'-8'224'0,"-3"1"2"0,-1-3-4 0,2 4 0 15,-1 1 29-15,0-3-8 0,5 8-13 0,-4-7-14 16,0 3-16-16,4 4-15 0,-5-8-19 0,5 8-32 16,0 0 4-16,-2-7-19 0,2 7-14 0,0 0-10 15,0 0-13-15,0 0-10 0,0 0-3 0,0 0-12 16,0 0-8-16,0 0-2 0,0 0-16 0,11 23 6 16,-7-12-3-16,6 2-6 0,-6-2 0 0,5 5-6 15,1 0 1-15,-2 0-1 0,1 2-2 0,-2-3-5 16,1 1-5-16,2-1 2 0,-2 0-1 0,-5-5 0 15,3 2 8-15,0 0-8 0,0-2 1 0,0-1-5 16,-1 0 4-16,-1-1-7 0,0-5 0 0,1 4 0 16,-2-2 1-16,-3-5-3 0,7 8 1 0,-7-8 1 15,0 6 1-15,0-6 11 0,6 4-7 0,-6-4 5 16,0 0-3-16,0 0 0 0,11-4 3 0,-11 4 0 16,10-13-7-16,-4 3 2 0,-1 1 2 0,-1-1-18 15,0-3 16-15,3-3-4 0,-2 0 2 0,1-2-3 16,-1 0-12-16,1-9 8 0,-1 3 7 0,-3 4-1 15,5-7-5-15,0 2-2 0,-1 0 0 0,-3 5 4 16,-1-6-6-16,2 7-1 0,-1 1 2 0,2 1 3 16,-5 5-5-16,4 1 10 0,-2 2-20 0,-1 2-4 15,1 0-7-15,0-1-10 0,-2 8-16 0,0-10-22 16,0 10-22-16,4-6-33 0,-4 6-28 0,0 0-19 16,0 0-21-16,0 0-21 0,0 0-17 15,14 10-190-15,-14-10-459 0,0 19 203 0</inkml:trace>
  <inkml:trace contextRef="#ctx0" brushRef="#br0" timeOffset="155159.79">14658 15575 134 0,'-8'-8'308'0,"8"8"3"15,-10-6-7-15,8 4-4 0,2 2-15 0,-7-5-36 16,7 5-5-16,0 0-25 0,-6-3-22 0,6 3-17 0,0 0-17 15,0 0-12-15,0 0-15 0,-7-4-15 16,7 4 0-16,0 0-19 0,0 0-6 0,0 0-12 16,0 0-13-16,13-7-6 0,1 4-13 0,3 0-10 15,0 0-17-15,2-3-19 0,0 1-31 0,2 1-37 16,-4 1-47-16,3 1-48 0,-4 2-54 0,-2-2-52 16,-4 2-49-16,-3 3-160 0,-7-3-510 0,12 5 226 15</inkml:trace>
  <inkml:trace contextRef="#ctx0" brushRef="#br0" timeOffset="155347.09">14712 15689 11 0,'-9'4'230'0,"9"-4"0"16,-5 4 4-16,5-4-3 0,-6 4-10 0,6-4-13 16,0 0-21-16,0 0-14 0,0 0-15 0,0 0-15 15,-3 4-13-15,3-4-9 0,0 0-16 16,0 0-16-16,0 0-26 0,28-1-23 0,-15 1-32 0,0 0-41 15,-1-1-46-15,2 0-38 0,5 0-49 0,0-1-28 16,-4 1-139-16,4-2-359 0,-1 2 159 0</inkml:trace>
  <inkml:trace contextRef="#ctx0" brushRef="#br0" timeOffset="155753.12">15222 15459 2449 0,'-4'-12'124'0,"-4"-1"-2"16,-2-1-27-16,3 3-23 0,0 3 10 0,2 0-7 15,5 8 3-15,-12-13 11 0,12 13 1 0,-8-8 6 16,8 8-16-16,0 0 1 0,0 0-14 0,0 0-10 16,-6-11-8-16,6 11-9 0,0 0-2 0,0 0-5 15,0 0-6-15,0 0 0 0,22 26 1 0,-11-12-5 16,1-3-4-16,1 5 2 0,-3-1-2 0,2-1-3 15,0 1 1-15,0 2-2 0,-1-3-5 0,-1 1-3 16,2-2 0-16,-3 0 2 0,-2-2 1 0,1 0-1 16,1-2-3-16,-4-2 6 0,2 1-12 0,-1-1 6 15,-1-3-4-15,0 0-3 0,-1 0 3 0,-4-4-1 16,6 4 4-16,-6-4 6 0,5 5-7 0,-5-5 4 16,0 0-3-16,0 0-4 0,11-13 4 0,-11 13 6 15,9-17-8-15,-6 6 3 0,1-5-7 0,3 0 2 16,-3-3-8-16,2-5-1 0,-1-1-12 0,0 1-5 15,0 5 5-15,1 0-6 0,0-1-6 0,-1 2-5 16,1 3-7-16,-2 3-18 0,-1 3-29 16,-3 9-44-16,5-12-55 0,-5 12-44 0,5-5-22 0,-5 5-5 15,0 0-193-15,0 0-491 0,8 20 218 0</inkml:trace>
  <inkml:trace contextRef="#ctx0" brushRef="#br0" timeOffset="155994.32">15584 15517 231 0,'0'0'284'0,"0"0"3"0,0 0-2 0,0 0-9 15,0 0-21-15,0 0-21 0,0 0-23 0,0 0-22 16,0 0-20-16,0 0-17 0,0 0-5 0,6 14-8 16,-6-5-11-16,1 4-10 0,-4 0-20 0,5 3-4 15,-5-1-10-15,4-1-8 0,1 2-5 0,-2 0-9 16,1-3-4-16,0 3-9 0,1-2-8 0,-1-1-4 15,0-1-6-15,0-2-19 0,-1 0-22 0,5 0-27 16,-3-1-36-16,-1-2-41 0,0 0-46 0,2-1-42 16,-3-6-43-16,4 11-37 0,-4-6-168 0,0-5-486 15,0 0 215-15</inkml:trace>
  <inkml:trace contextRef="#ctx0" brushRef="#br0" timeOffset="156366.35">15651 15516 78 0,'5'-11'190'0,"3"-5"9"16,-3 8-6-16,0 0-6 0,-1 3-21 0,0 1-13 16,1-1-16-16,0 1-10 0,-5 4-14 0,14-3-12 15,-8 2-10-15,-6 1-10 0,16 1-8 0,-9 1-5 16,1 3-9-16,-3 2-6 0,4-3-5 16,-3 3-1-16,0 1-7 0,-3 2 0 0,3-2-4 15,-6 2-2-15,0-2 1 0,0 4-7 0,0-5-4 16,-2 2 3-16,-2 1-15 0,4-3-7 0,0-7-11 0,-1 14-13 15,1-6-11-15,0-8-2 0,1 11-5 16,2-5-7-16,0 0-8 0,-1-1 12 0,-2-5-3 16,8 10-9-16,-3-6 13 0,-1 0 5 0,1-2-1 15,-5-2 8-15,9 8-3 0,-4-5-2 0,0 1 16 16,-5-4-6-16,6 7 11 0,-2-3 11 0,-4-4 11 16,7 8 16-16,-7-8 14 0,1 6 19 0,-1-6-4 15,0 9 11-15,0-9-6 0,-8 9 1 0,4-4-2 16,-2 0-6-16,1 0-5 0,-3-1-4 0,0 4-5 15,1-2-5-15,-1-2-20 0,1 2-11 0,0-2-18 16,1-1-26-16,2 0-36 0,4-3-43 0,-9 5-35 16,9-5-54-16,-4 4-112 0,4-4-347 0,0 0 153 15</inkml:trace>
  <inkml:trace contextRef="#ctx0" brushRef="#br0" timeOffset="156734.29">16087 15505 265 0,'0'0'267'0,"0"0"-9"0,2-11-12 16,-2 11-15-16,0 0-12 0,0 0-17 0,0 0-16 16,0 0-14-16,0 0-11 0,-33 11-14 0,25-4-13 15,1-1-15-15,2 0-12 0,-2 3-9 0,1-2-10 16,1 2-12-16,5-9-6 0,-3 13-5 16,3-13-10-16,0 15-9 0,4-6-11 0,-1-3-11 15,3 0-9-15,0 1 3 0,1-3-16 0,0 0 0 16,1 1-2-16,-2-2-3 0,-1-1 1 0,-5-2 1 15,11 4-1-15,-7-1 3 0,-4-3 4 0,6 2-4 16,-6-2 0-16,0 0 2 0,0 0 11 0,8 2 8 0,-8-2 3 16,0 0 2-16,0 0 0 0,0 0-1 0,0 0 0 15,0 0-1-15,-25 17 0 0,14-11 5 16,-3 1-6-16,2 1 8 0,-4 4-3 0,-1-3 0 16,0 2 0-16,7-3-5 0,-2 5 3 0,4-4-12 15,1 0 7-15,1 0-10 0,0 0 4 0,3 0-3 16,1 0 10-16,2-2-16 0,0 4 5 0,2-4-10 15,3 1-16-15,5-1-11 0,2-1-28 0,7-4-30 16,3 3-50-16,11-3-56 0,1-2-49 0,5-2-66 16,-1-1-169-16,15-4-512 0,-14 3 227 0</inkml:trace>
  <inkml:trace contextRef="#ctx0" brushRef="#br0" timeOffset="156938.28">16510 15560 230 0,'-7'-2'298'0,"7"2"-1"0,-6-4-9 16,6 4-5-16,0 0-18 0,0 0-15 0,-14-7-22 15,14 7-19-15,0 0-18 0,0 0-14 0,0 0-30 16,27-11-21-16,-13 9-24 0,2 1-28 0,2-2-31 16,-1-1-43-16,2 2-33 0,-3 0-51 0,-3 1-40 15,0-2-45-15,-1 3-43 0,-5-2-33 0,1 2-146 16,-8 0-422-16,0 0 187 0</inkml:trace>
  <inkml:trace contextRef="#ctx0" brushRef="#br0" timeOffset="157126.43">16625 15447 189 0,'-3'-3'230'0,"3"3"7"0,0 0 8 0,0 0 0 0,0 0-7 16,-5-11-13-16,5 11-15 0,0 0-12 0,0 0-16 15,0 0-16-15,0 0 5 0,0 0-1 16,0 0 0-16,0 0-8 0,0 0-16 0,1 37-11 15,1-22-19-15,-2-4-12 0,1 6-5 0,1-1-7 16,1 0-14-16,0 1-5 0,-1 0-38 0,2 0-46 16,1 0-52-16,-2-1-59 0,3-1-72 0,-1-3-94 15,-2 5-252-15,1-6-585 0,-1-2 259 0</inkml:trace>
  <inkml:trace contextRef="#ctx0" brushRef="#br0" timeOffset="157471.04">16834 15367 264 0,'2'-10'347'15,"-2"10"-20"-15,1-17-23 0,-1 17-29 0,0 0-30 16,1-14-28-16,-1 14-23 0,0 0-16 0,0 0-14 16,0 0-12-16,0 0-15 0,28 40-13 0,-20-23-16 15,5 4-7-15,-2 3-9 0,-3-7-8 0,-2 2-10 16,3 0 1-16,0-4-15 0,0 0-7 0,-2 1-11 15,-1-5 1-15,0-2-2 0,-1 1-1 0,-1-3-8 16,-4-7 1-16,7 10-4 0,-7-10-4 0,5 4 19 16,-5-4-4-16,0 0-6 0,0 0 3 0,0 0 8 15,22-14 8-15,-19 7-8 0,3-3-5 16,1-1 2-16,-1-6-11 0,1 1 1 0,1-3-5 16,-1-5-5-16,1 6-2 0,2-8 6 0,-1 1-12 15,1 2-3-15,-2 3-15 0,-2 7-8 0,-2 1-7 16,1 2-13-16,-1 0-11 0,0 4-43 0,-2 1-49 0,-2 5-58 15,0 0-49-15,0 0-34 0,0 0-35 16,0 0-201-16,0 0-555 0,0 0 246 0</inkml:trace>
  <inkml:trace contextRef="#ctx0" brushRef="#br0" timeOffset="157874.03">17371 15396 199 0,'0'0'350'0,"0"0"-3"0,0 0-17 16,0 0-11-16,0 0-17 0,0 0-29 0,0 0-18 16,-18-10-19-16,18 10-21 0,0 0-19 0,-19 13-26 15,11-4-18-15,1-2-12 0,-1 3-12 0,2 2-15 16,0-4-10-16,4 5-13 0,-1-4-7 0,3 3-13 16,0-3-7-16,4 1-11 0,0 0-4 0,1 0-5 15,3-2-6-15,1-3-4 0,0 1 5 0,0-2-23 16,-2 0 0-16,-7-4-4 0,16 4-4 0,-9-1-2 15,-7-3 4-15,12 2-4 0,-12-2 3 0,11 0-6 16,-11 0-4-16,0 0 6 0,11 4 0 0,-11-4-1 16,0 0 0-16,0 0 0 0,0 0-3 0,0 0 0 15,0 0-3-15,-28 12 8 0,13-3-4 0,-1 1 8 16,-2-1-5-16,-6 6 4 0,1 1 10 0,7-5-5 16,1 2 2-16,2-2-1 0,1 4-3 15,1-2-2-15,3-2 3 0,3-1-13 0,2-1 7 16,0 0-5-16,3 1 11 0,1-3-11 0,6 2 10 15,-1-3 0-15,3 0-1 0,4-3 0 0,0 0 1 16,3-1-5-16,2-4-12 0,2-1-31 0,-1 1-37 0,1-2-49 16,0-1-48-16,0 2-65 0,-3-4-69 0,-1 1-316 15,-2-1-671-15,-4 3 298 0</inkml:trace>
  <inkml:trace contextRef="#ctx0" brushRef="#br0" timeOffset="162426.07">14558 16165 236 0,'-5'-6'251'0,"-1"2"-1"16,1-1-8-16,5 5-8 0,-11-10 1 0,9 6-11 15,2 4-16-15,-5-9-10 0,5 9-23 0,-7-5-17 16,7 5-27-16,0 0 10 0,-5-4-27 0,5 4-14 16,0 0-10-16,0 0-14 0,0 0-4 0,0 0-5 15,0 0-9-15,0 0-4 0,17 26-7 0,-9-11-13 16,1 1 5-16,1-1-39 0,4 10 4 0,-3-9 0 15,1 2-2-15,-3-3 0 0,3 4-1 0,-1-4 1 16,-1 0-3-16,0 0 6 0,-1 0-4 16,0-2 3-16,-1-3-3 0,0 4 2 0,0-6-4 0,-3-1 4 15,-3 0-1-15,3-1-3 0,-1-1 3 0,-2 1-3 16,-2-6 6-16,8 6 7 0,-8-6-9 0,4 6 6 16,-4-6 11-16,0 0 6 0,0 0 0 0,0 0-1 15,0 0 0-15,13-12-6 0,-9 2-5 0,2 0 7 16,-2-5-2-16,3 4-1 0,-3-5 4 15,3-1-12-15,0 0 4 0,1-7-3 0,-3 6 1 16,1 3-5-16,1-3 0 0,2-8 1 0,-4 9-5 16,1 0 0-16,1 1-2 0,-2-1-2 0,1 2-6 15,-3 6-9-15,-1 2-7 0,-2 7-11 0,5-12-25 0,-5 12-23 16,4-10-34-16,-4 10-26 0,0 0-8 16,0 0-3-16,0 0-25 0,0 0-25 0,0 0-24 15,18 23-14-15,-16-10-122 0,0 0-393 0,1 3 175 16</inkml:trace>
  <inkml:trace contextRef="#ctx0" brushRef="#br0" timeOffset="162663.79">14972 16313 168 0,'0'0'214'0,"0"0"-8"0,0 0-15 15,0 0-16-15,0 0-16 0,0 0-4 0,3 5-5 16,-3-5-10-16,0 0-8 0,-1 13-18 0,1-6-8 15,0-7-9-15,0 13-7 0,-2-1-9 0,2-2-8 16,-1 0-3-16,2 1-9 0,-1 0-5 0,3 0-4 16,-4 0-6-16,2-2-3 0,0 3-5 0,-1-3-7 15,1 1-3-15,1-3-21 0,0 0-16 16,1 1-32-16,1-2-31 0,-3 2-20 0,0 0-32 16,0-1-32-16,1-1-23 0,-2 1-156 0,0-7-364 15,0 0 162-15</inkml:trace>
  <inkml:trace contextRef="#ctx0" brushRef="#br0" timeOffset="163046.51">15008 16327 175 0,'3'-6'183'0,"2"0"-8"16,-3-1-16-16,2 2-12 0,-4 5-15 0,7-10-5 15,-5 7-3-15,-2 3-6 0,11-3-8 0,-11 3-11 16,12 2-10-16,-12-2-4 0,13 5-6 0,-8 0 2 15,3 0-1-15,-7 0 1 0,4 5-11 0,-4 0 5 16,-1 1-9-16,3 0-6 0,-6 1-5 0,2 0-4 16,-4-1-6-16,2 1-5 0,-2-1-5 0,1-1-13 15,1 0-12-15,0 1-2 0,3-3-7 0,0 1-12 16,3-3-10-16,-3-6-7 0,5 13-5 0,2-6 1 16,2-1-5-16,2-2 3 0,1 0 7 0,-1-2 0 15,2 1 5-15,7 0 5 0,-7-1-3 0,-1-1 3 16,0 0 2-16,-1 1-2 0,-3-1 6 0,-2-1 3 15,1 3 16-15,-7-3 19 0,10 4 16 16,-10-4 19-16,2 5 1 0,-2-5 6 0,0 0-4 16,-16 14 0-16,10-11-3 0,0 3-1 0,-5-2-5 15,1 2-4-15,-1-1-4 0,-1 1-9 0,3-1-2 0,0-1-7 16,2 0-18-16,-1 0-20 0,1-2-26 0,7-2-33 16,-10 6-44-16,10-6-48 0,-9 4-63 15,9-4-179-15,0 0-434 0,-10 4 192 0</inkml:trace>
  <inkml:trace contextRef="#ctx0" brushRef="#br0" timeOffset="163422.2">15412 16323 243 0,'0'0'249'0,"-9"-1"-4"0,9 1-11 15,0 0-10-15,-18 8-16 0,12-4-20 0,-3 2-14 16,2 1-15-16,1-1-15 0,0 3-20 0,2-1-8 15,1 2-11-15,0-2-11 0,3-1-11 0,2 3-7 16,2 0-4-16,2-3-21 0,-1 4-11 0,3-6-9 16,1 4-8-16,1-4-5 0,2 1-7 0,-3-2 2 15,5-1-17-15,-3-2-1 0,-1 2-2 0,0-5-1 16,-3 5 1-16,-7-3 1 0,10 1 4 0,-10-1 1 16,7 1 2-16,-7-1 8 0,0 0 0 0,0 0 14 15,0 0 7-15,0 0 4 0,0 0 7 0,-24 5 7 16,17-3 0-16,-4 2 0 0,1-1 2 15,-2 2 3-15,0 2 1 0,3 0 4 0,-2 3 0 0,0-3-1 16,4 3-4-16,0-2-3 0,1 1-7 0,1 0 4 16,0 0-13-16,4-1-4 0,-2 2-9 0,3-2 6 15,3 1-5-15,-1-2 2 0,5 0-10 0,0 0-22 16,2 0-15-16,1-2-29 0,3 0-36 16,-1 0-49-16,4-3-48 0,2 0-44 0,5-2-46 15,-4-1-204-15,0 0-520 0,2-1 231 0</inkml:trace>
  <inkml:trace contextRef="#ctx0" brushRef="#br0" timeOffset="163730.26">15816 16413 25 0,'0'0'182'0,"9"-8"-12"0,0 5-9 15,0-2-26-15,2 2-10 0,-1-2-13 0,-1 2-14 16,0 1-8-16,1 1-7 0,2-2-10 0,-12 3-14 15,15 0-16-15,-15 0-9 0,13 0-19 0,-13 0-14 16,0 0-17-16,13 8-29 0,-13-8-4 0,0 12-8 16,0-12-1-16,-8 16 8 0,4-8 3 0,-2 1 10 15,1-1 15-15,-2 0 16 0,1 0 29 0,0 0 15 16,-1-1 22-16,1 0 13 0,1 0 14 16,0 0 10-16,-2-1 3 0,4 0 6 0,-1 1 0 0,4-7-1 15,-6 9-2-15,3-5-4 0,3-4-7 0,-2 9 4 16,2-9-5-16,-1 6-4 0,1-6-8 0,0 0-12 15,0 0-16-15,10 8-20 0,-4-7-37 0,-6-1-51 16,21-2-48-16,-2-1-84 0,-1-1-187 16,9-4-407-16,1 2 180 0</inkml:trace>
  <inkml:trace contextRef="#ctx0" brushRef="#br0" timeOffset="164143.79">16434 16244 2348 0,'-9'-7'189'0,"2"-1"-35"16,-2 0-12-16,2 2-7 0,0-1-1 0,7 7-1 15,-10-10 0-15,10 10-20 0,-7-8-12 0,7 8-9 16,0 0-7-16,-6-7-18 0,6 7 6 0,0 0-22 16,0 0 5-16,0 0-13 0,0 0 2 0,29 29-15 15,-17-17 2-15,2 1 4 0,4 6-9 0,-1 2 7 16,-5-5-10-16,1 0 1 0,3 5-1 0,-4-4-3 15,-1-1-1-15,0 0-6 0,1-2 5 16,-2-2-13-16,-3 0 2 0,-1-3 2 0,0-1 2 0,-1-1 6 16,0-1-12-16,-2 0 5 0,1-2-4 0,-4-4 0 15,5 6 2-15,-1-3 11 0,-4-3-10 0,6 5 10 16,-6-5-5-16,0 0 11 0,0 0-4 0,0 0-3 16,0 0-3-16,12-12-1 0,-9 5 1 0,-2-4 0 15,0 0 2-15,3 0-6 0,-3-6-7 16,1 1 5-16,0 0 2 0,1-1-6 0,-1-1-6 15,0 2 4-15,0-2-10 0,-2-2-7 0,4 5 5 16,-3 3-4-16,-1-2 8 0,2 4-20 0,-2 10 2 16,2-18-18-16,-2 18-20 0,1-10-25 0,-1 10-40 0,0 0-39 15,2-12-48-15,-2 12-38 0,0 0-42 16,0 0-42-16,7-2-184 0,-7 2-561 0,0 0 249 16</inkml:trace>
  <inkml:trace contextRef="#ctx0" brushRef="#br0" timeOffset="164306.54">16952 16319 25 0,'10'1'284'0,"-10"-1"6"15,0 0 14-15,0 0 1 0,0 0-21 0,16-4-28 16,-16 4-33-16,0 0-23 0,13-10-18 0,-7 8-29 16,4-4-37-16,0 2-49 0,2 0-51 0,-1 0-67 15,3-2-72-15,2-1-76 0,-5 4-190 0,-1-4-422 16,1 3 188-16</inkml:trace>
  <inkml:trace contextRef="#ctx0" brushRef="#br0" timeOffset="164654.72">17228 16064 137 0,'0'0'310'15,"-4"-10"-6"-15,4 10-5 0,0 0-23 0,0 0-22 16,-4-10-24-16,4 10-29 0,0 0-16 0,0 0-25 15,0 0-6-15,0 0-9 0,22 22-13 0,-12-8-3 16,-1 1-10-16,5 7-9 0,-5-4-14 0,5 4-6 16,-3 0-7-16,0 0-7 0,-2-5-8 0,0-1-6 15,-1-1-4-15,2-2-11 0,-3-2-3 0,0 0-1 16,-2-2-4-16,1 1-3 0,2-4-1 0,-4 1-8 16,1-1-1-16,-5-6 3 0,9 8 7 0,-9-8 5 15,10 5 14-15,-10-5-7 0,12 0 3 0,-12 0 0 16,0 0-9-16,14-10-3 0,-7 3 3 0,0-2-8 15,-2-2-5-15,0-4 4 0,1 0-8 0,2-2-5 16,1-8-12-16,1 2 1 0,0-3-15 0,-1 3-8 16,0-4-20-16,-1 9-2 0,0 1-21 0,-2 1-12 15,-2 6-14-15,0-2-28 0,1 3-31 0,-3 3-48 16,-2 6-51-16,8-9-46 0,-8 9-33 0,0 0-177 16,0 0-537-16,0 0 238 0</inkml:trace>
  <inkml:trace contextRef="#ctx0" brushRef="#br0" timeOffset="165038.01">17861 16179 173 0,'7'-8'294'0,"-7"8"13"16,0 0 3-16,0 0-4 0,0 0 6 0,0 0-24 16,0 0-12-16,0 0-22 0,0 0-32 0,0 0-7 0,-36-1-19 15,36 1-14-15,-15 10-20 0,4-2-17 0,4-2-17 16,2-1-13-16,5-5-22 0,-6 13 3 15,4-3-14-15,2-10-6 0,0 17-5 0,0-17-14 16,7 17 0-16,-1-10-12 0,-2 0-14 0,4-1-5 16,1 1-10-16,0-1-1 0,0-2-12 0,-2-2-6 15,-7-2-16-15,13 6 7 0,-13-6-3 0,8 3 4 16,-8-3 0-16,0 0 3 0,10 4-4 0,-10-4 4 16,0 0 2-16,0 0-4 0,0 0 17 0,0 0-2 15,-21 21 6-15,11-12 5 0,-4 4-1 0,1 0 6 16,-2 0 14-16,1 2 7 0,0-2-2 0,4 1-1 15,-2 1 2-15,6-5-3 0,1 0-5 0,0 1 1 16,1 0-4-16,2-1-9 0,2-10 1 0,7 16 2 16,-2-9-3-16,4-1-1 0,2 0 10 0,0-3-12 15,6-2-10-15,0-1-26 0,2-5-22 0,2 1-40 16,-3 3-42-16,0-5-45 0,-6 2-54 0,0 0-56 16,1 0-61-16,-4 1-287 0,-9 3-676 15,10-6 300-15</inkml:trace>
  <inkml:trace contextRef="#ctx0" brushRef="#br0" timeOffset="165250.28">16873 16832 296 0,'-18'3'353'0,"8"2"-39"0,3 0-16 0,3 1-14 15,4-6 4-15,0 0-22 0,31 9-10 0,3-11-19 16,25-7-21-16,38-9-22 0,6 2-29 0,5-6-50 16,-2-1-62-16,-5 2-80 0,-5 2-87 0,-5 0-119 15,-35 7-261-15,0-1-535 0,-2 3 237 0</inkml:trace>
  <inkml:trace contextRef="#ctx0" brushRef="#br0" timeOffset="180670.81">8299 11937 36 0,'0'0'70'0,"0"0"-3"0,0 0-1 0,0 0-7 16,-4-7-5-16,4 7-12 0,0 0 11 0,0 0-11 15,0 0 2-15,0 0-12 0,0 0 4 0,0 0-4 16,-4-5-1-16,4 5-2 0,0 0-6 0,0 0-3 16,0 0 0-16,0 0 5 0,0 0-17 0,0 0 5 15,-4-7 2-15,4 7-5 0,0 0-1 0,0 0 6 16,0 0-3-16,0 0-8 0,-3-5-5 0,3 5-10 16,0 0-13-16,0 0-13 0,0 0-23 0,0 0-63 15,0 0-133-15,0 0 60 0</inkml:trace>
  <inkml:trace contextRef="#ctx0" brushRef="#br0" timeOffset="181495.38">8303 16201 11 0,'0'0'132'16,"0"0"-8"-16,0 0-14 0,0 0-15 0,0 0-4 15,-2-11-7-15,2 11-8 0,0 0-14 0,0 0-14 16,0 0-7-16,0 0-27 0,0 0-11 0,3-7-27 16,-3 7-16-16,0 0-30 0,0 0-57 0,-6-8-136 15,6 8 60-15</inkml:trace>
  <inkml:trace contextRef="#ctx0" brushRef="#br0" timeOffset="182283.5">8277 11772 36 0,'0'0'15'16,"0"0"-24"-16,0 0-9 0,0 0 4 0</inkml:trace>
  <inkml:trace contextRef="#ctx0" brushRef="#br0" timeOffset="205653.89">8727 11769 23 0,'0'34'33'0,"0"0"-3"16,0 1-4-16,3-3-2 0,-3 3 3 0,2-5-8 16,1 2-1-16,-1 0 1 0,1 1 1 15,-2 1-7-15,0-1 3 0,2 2 3 0,-2 0-8 16,0 1 2-16,2 0-4 0,-2-3 1 0,1 2 2 15,-1-1-4-15,1 13-2 0,0-13 1 0,-4 0-1 0,1 0 1 16,2 1-9-16,-1-2 2 0,0 0 6 16,2-1-9-16,-4 0 3 0,4-1 7 0,-1-2-2 15,-1 4-1-15,4-3 8 0,-3-1-9 0,0 1 7 16,1-2-8-16,-1 4 15 0,-1 1-8 0,0-1-6 16,2 0 0-16,0 0 6 0,-2 0-2 0,1 0-2 15,2-1-1-15,-3 2 3 0,1-2-4 0,1-2-4 16,-2 6 4-16,2-6 9 0,-1 1-7 0,2 2 3 15,-2 0-3-15,1 1 1 0,1 1 16 0,-2-1-11 16,2 12-9-16,-2-12 11 0,0-2-6 0,2 3-4 16,-2 2 10-16,2 13 6 0,-1-3-2 0,1-12-6 15,-2 0 4-15,3 1-3 0,-1 10-7 0,-1-10 2 0,1-2 8 16,2 2-14-16,0 9 6 0,-1-10 5 16,-2-1-14-16,1 12 6 0,-2-10-13 0,0 1-9 15,2 11 21-15,-3-1-19 0,-1-11-3 0,2 9-2 16,-1-9-3-16,0 13 0 0,1-1 4 0,-2-10 0 15,1-3 5-15,2 13 5 0,1-1 3 0,-3 0-3 16,0 0 9-16,0-10 11 0,0 8-15 0,0-8-1 16,1 12 0-16,-2-1-3 0,0-13 6 0,1 14 1 15,-3-1-1-15,1-12 1 0,0 12 1 0,-2 2-3 16,2-13 4-16,-2-2 5 0,1 15 5 0,-2-3-1 16,-1-1 1-16,2 1 12 0,-1-12 1 0,0 0 0 15,0 15 8-15,1-14-2 0,-4 12 6 0,3-12 6 16,1 1-8-16,1-3-2 0,-4 2 3 0,2-2 1 15,-3 13-5-15,6-14 1 0,-2 4 3 0,-1-3-15 16,2 0 6-16,-1 0 5 0,1-2-4 0,0 2-13 16,-2-2 9-16,-1-1-4 0,4 0 2 0,0-2-15 15,-2 4-7-15,-1-5-15 0,2 4-21 0,1-3 3 16,-2 0-22-16,0-3-11 0,2 1-20 0,-2-8-48 16,1-1-148-16,1 1 66 0</inkml:trace>
  <inkml:trace contextRef="#ctx0" brushRef="#br0" timeOffset="208320.04">7839 15995 38 0,'0'0'110'16,"0"0"-4"-16,4 4-9 0,-4-4-10 0,0 0-24 15,0 0-13-15,0 0-22 0,0 0-9 0,0 0-34 16,6-19-25-16,-6 11-51 0,0 8-98 15,3-16 43-15</inkml:trace>
  <inkml:trace contextRef="#ctx0" brushRef="#br0" timeOffset="209111.22">7825 15005 76 0,'0'0'115'0,"0"0"-22"0,0 0-8 0,0 0-7 16,0 0-24-16,0 0-12 0,0 0-36 0,0 0-30 16,10-20-64-16,-9 14-95 0,-1-4 42 0</inkml:trace>
  <inkml:trace contextRef="#ctx0" brushRef="#br0" timeOffset="-205296.09">17503 8471 100 0,'-5'-11'285'16,"0"0"-23"-16,1 4-30 0,1 1-17 0,3 6-25 15,-5-8-21-15,5 8-24 0,-5-5-31 0,5 5-32 16,0 0-49-16,0 0-61 0,0 0-89 0,0 0-164 15,7 31-303-15,-4-20 134 0</inkml:trace>
  <inkml:trace contextRef="#ctx0" brushRef="#br0" timeOffset="-204052.72">17408 9746 77 0,'0'0'372'0,"-6"3"-23"0,6-3-30 0,0 0-14 16,0 0-49-16,0 0-24 0,0 0-18 15,21-10-44-15,-4 0-50 0,4 4-65 0,4-5-74 0,1-2-103 16,4 1-94-16,1-1-136 0,1-2-382 0,-1-1 169 15</inkml:trace>
  <inkml:trace contextRef="#ctx0" brushRef="#br0" timeOffset="-203882">18129 9340 253 0,'2'-5'507'0,"-2"5"-48"0,4-9-48 15,-4 9-37-15,5-8-41 0,-5 8-51 0,2-5-64 16,-2 5-62-16,1-8-75 0,-1 8-75 0,0 0-89 16,0 0-104-16,0 0-282 0,-10-8-507 0,10 8 225 15</inkml:trace>
  <inkml:trace contextRef="#ctx0" brushRef="#br0" timeOffset="-198947.72">12686 8441 83 0,'0'0'195'0,"-2"-9"-6"16,2 9-6-16,-4-10-4 0,4 10-3 0,-3-8-2 16,3 8-11-16,-5-7-10 0,1 3-10 0,4 4-15 15,0 0-13-15,0 0-11 0,-11 1-4 0,11-1-3 16,-13 13-11-16,1 1-3 0,3 1-12 0,-1 2-7 15,-5 7 2-15,7 3-10 0,-4 1-4 0,3 1-7 16,1 4 0-16,3-2-4 0,1-2-3 0,-1 2 2 16,4-4-9-16,-1 1 0 0,4-10-3 0,4 9-8 15,-2-8 3-15,1 0-1 0,1-1-3 0,5-1-1 16,3 0-7-16,1 4-9 0,6-4-24 0,-1 1-29 16,-2-7-38-16,5 2-49 0,2 0-49 0,2-5-54 15,-8-1-150-15,2-1-425 0,-1-4 188 0</inkml:trace>
  <inkml:trace contextRef="#ctx0" brushRef="#br0" timeOffset="-198635.27">12990 8536 74 0,'0'-7'280'0,"0"7"-12"16,-2-10-18-16,2 10-9 0,-1-7-10 16,1 7-11-16,-2-8-7 0,2 8-26 0,0 0-17 0,0 0-19 15,0 0-8-15,0 0-29 0,0 0-13 16,0 0-10-16,0 0-10 0,0 0-8 0,0 0-7 0,3 25-5 16,-4-6-6-16,1 0-7 0,-2 5 4 0,2-5-15 15,-2 0-2-15,-1 7-6 0,3-7 3 0,0 0-4 16,0 1-1-16,-2-1-5 0,2-2-16 0,2-2-23 15,-2 2-24-15,0-5-30 0,0 1-29 0,0-2-26 16,0 1-32-16,0-4-26 0,0 0-20 0,3-2-29 16,-3-6-143-16,-3 12-406 0,3-12 179 0</inkml:trace>
  <inkml:trace contextRef="#ctx0" brushRef="#br0" timeOffset="-198308.19">12971 8587 152 0,'7'-19'194'0,"2"2"0"15,-2 1-2-15,-1 5-1 0,1 0-6 16,-3 2-10-16,4 0-11 0,-2 2-19 0,-1 1-10 0,-1 2-16 16,1 0-14-16,4-1-8 0,-4 3-6 0,-5 2-12 15,12-2-9-15,-5 2-7 0,-7 0-6 0,16 4-7 16,-7 1-2-16,-3 0-1 0,0 0-5 0,-2 4-5 16,3-1 1-16,-1 3-5 0,-2 1-7 0,-3-3 1 15,4 3-4-15,-5-2-7 0,4 2-11 0,-2-1 0 16,1 1-3-16,-1-2-13 0,0 0-4 0,0-1-16 15,2 0-4-15,-1 2-2 0,1-4-4 0,3 2-3 16,-2-3 7-16,-1 4-2 0,1-3 4 0,3 0 1 16,-4-2 5-16,2 0 6 0,-2 4-5 0,1-2-5 15,-1-1 6-15,-2 3-9 0,0-2-4 0,0-1 6 16,-2-6 7-16,1 15 3 0,-2-9-5 0,1-6 14 16,-4 14-5-16,0-9-10 0,-1 2-8 0,-1-2-17 15,0 1-16-15,-2 0-22 0,3-3-25 0,-1 0-25 16,-1 1-114-16,-4-2-276 0,4 1 123 0</inkml:trace>
  <inkml:trace contextRef="#ctx0" brushRef="#br0" timeOffset="-197920.53">13293 8628 180 0,'0'0'227'0,"0"0"-13"16,7-5-21-16,-7 5-8 0,0 0-13 15,0 0-11-15,0 0-13 0,0 0-9 0,0 0-18 16,13 9-3-16,-11-4-12 0,-2-5-13 0,10 9-8 16,-6-3-9-16,4 0-5 0,-3 0-9 0,5 1-6 15,-4-1-1-15,3-2-9 0,2 1-1 0,0-1-7 16,-4-1-3-16,0-3-3 0,6 4-1 0,-8-4-8 16,4 0 1-16,-9 0-1 0,14-2 3 0,-14 2-2 15,13-5 1-15,-11 2 5 0,-2 3 1 0,9-4 5 16,-9 4 1-16,9-4 5 0,-4 0 8 0,-5 4-2 15,2-6 1-15,-2 6 2 0,4-5-12 0,-4 5 5 16,0 0-2-16,0 0-5 0,2-6-5 0,-2 6-6 16,0 0-5-16,0 0-4 0,0 0 0 0,0 0 0 15,0 0 5-15,2 29 12 0,-4-9-13 0,0 6 3 0,-2-1-2 16,-1 1 2-16,1 2-3 0,-3-1-2 0,2 1-4 16,3-4 2-16,0 1-7 0,0 1 17 0,2-7-16 15,-3 6-14-15,3-6-25 0,0 0-29 16,0-1-42-16,0 0-52 0,0 0-62 0,3-3-53 0,-1-2-226 15,-2-1-533-15,4 3 236 0</inkml:trace>
  <inkml:trace contextRef="#ctx0" brushRef="#br0" timeOffset="-197464.68">14064 8595 262 0,'-3'-11'294'0,"-2"2"-17"0,1 1-13 0,-1 4-17 0,-1-1-15 16,-1 1-2-16,-2 1-30 0,9 3-17 0,-16 3-11 15,5 1-17-15,0 3-19 0,0 1 2 0,4 2-24 16,-5 3-8-16,2 1-17 0,3 1-13 0,2-3-2 16,0 0-9-16,3-3-8 0,2 4-16 0,2-2-6 15,0-1-16-15,1-1-22 0,2-1-13 0,-3-1-8 16,5 1-5-16,1-1-4 0,-1-3-7 0,4-1-1 15,-4-2 3-15,2-1 1 0,0 0 2 0,-9 0 5 16,14-3 4-16,-8 0 9 0,1-2 0 0,0-1 4 16,-2-2 3-16,-1 1 12 0,0-1 3 0,0-1 4 15,-1 2 2-15,-1-2 3 0,-2 2 4 0,5 1 2 16,-5 6 3-16,3-10 2 0,-3 10 6 0,2-9-14 16,-2 9-7-16,0 0-3 0,0 0-3 0,4-3 3 15,-4 3 9-15,0 0-3 0,4 19 8 0,-4-2 6 16,4 1 5-16,-3 7 2 0,-2 0 0 0,2 3-1 15,-1-2 5-15,-1 1-2 0,1 0 2 0,-2 0 1 16,0-8 3-16,0 6-6 0,-2 0-1 0,1-1-5 0,-4-5 4 16,3 0-5-16,-3 0 0 0,1-2-5 15,-1 2-24-15,3-4-17 0,-4 2-23 0,-1 0-25 16,1-4-45-16,-2 0-49 0,-1-1-56 0,5 0-63 16,-3-3-222-16,0 0-540 0,0-3 239 0</inkml:trace>
  <inkml:trace contextRef="#ctx0" brushRef="#br0" timeOffset="-196898.64">14139 8639 29 0,'7'-8'237'0,"-3"2"-22"16,4 1-26-16,0 3-11 0,1-1-10 0,5 6-16 0,-5-1-10 15,2 3-8-15,2 2-7 0,1 3-9 0,0 2 0 16,-1 1-10-16,1 1-9 0,-3 0-7 0,0 0-6 16,-2 3 0-16,-4 0-4 0,1-2-1 0,-4-2 0 15,-1-2-7-15,-2 2-2 0,-3-2-1 0,0-2-4 16,1 0-1-16,-4-1-6 0,2-1 2 0,-1 0 4 16,-3-4-14-16,3 2-5 0,6-5-4 0,-12 1-3 15,12-1-4-15,-11 3-3 0,11-3-2 16,-8-5-6-16,8 5 2 0,-6-12-12 0,6 4 1 0,0-1-6 15,5-2-7-15,0-6-1 0,-1 0-6 0,9-4-1 16,-3 2-3-16,3-4 3 0,3-1-3 0,0 3 0 16,0 1 2-16,-3 6-1 0,0-1-1 0,0 3 3 15,-6 5 0-15,-1-1 1 0,-3 3-1 0,4 1-3 16,-2 1 2-16,-5 3-5 0,8-6 4 0,-8 6-2 16,0 0 3-16,0 0 10 0,9 10 14 0,-7-2-9 15,-1 0 3-15,-1 2-4 0,2 0 4 0,-2 2-4 16,0-1 2-16,1 1-5 0,-2 1 1 0,4-4-4 15,-1 1 3-15,0-1 3 0,3-1-7 0,-3 0 3 16,2-4 4-16,0 1-8 0,-4-5 2 0,9 8-10 16,-2-5 4-16,-2-3-1 0,-5 0-6 0,12 0 3 15,-12 0 0-15,12-4 3 0,-7-1-2 0,-1 0 3 16,3 0 0-16,-3-2 1 0,-2 2 5 0,2-4-1 16,-2 1 2-16,0 0-1 0,-2-2-1 0,0 1 3 15,0-1 1-15,0 10-3 0,-2-15 0 0,-1 9-2 16,0-3 1-16,1 3-16 0,2 6-16 0,-6-11-22 15,3 8-32-15,3 3-36 0,-4-7-47 0,4 7-27 16,0 0-33-16,0 0-189 0,-14 2-450 0,14-2 199 16</inkml:trace>
  <inkml:trace contextRef="#ctx0" brushRef="#br0" timeOffset="-196532.79">14589 8573 219 0,'5'-8'234'16,"-5"8"-9"-16,3-7-7 0,-3 7-8 0,0 0-16 15,2-5-11-15,-2 5-19 0,0 0-16 0,0 0-15 16,0 0 1-16,0 0-17 0,0 0-8 0,5 15-9 0,-3-6 1 16,0 1-17-16,1 2-9 0,-2 0-9 0,3 4-2 15,-2-6-7-15,5 2-7 0,-1-1-4 16,1 0-2-16,1-1-7 0,-2-1-3 0,2-2-3 16,-3-1-6-16,3-2-5 0,0 0-1 0,0-1-4 0,-3-3-7 15,-5 0 1-15,19-3-6 0,-11 1-1 16,-1-4 0-16,3 0-8 0,-2-1 5 0,-3 2 1 15,1-1 2-15,0-5 2 0,-1 3-2 0,0-1 1 16,-3 0-1-16,2-1-2 0,-1 0 2 0,-1-2 7 0,0 1-8 16,2 1 4-16,-4 3 1 0,0 7 4 0,2-14 1 15,-2 10 9-15,0 4-10 0,1-11 0 0,-1 11-3 16,0 0 0-16,0 0 12 0,0 0 8 16,0 0 7-16,9 28-3 0,-7-17 1 0,-2 5 1 15,1 4 1-15,0 6-12 0,0-7 4 0,1 0-19 0,-2 0-21 16,2-1-32-16,0-1-35 0,-1 0-47 0,0-2-51 15,3-3-48-15,-1-1-47 0,-3 0-160 16,2-3-469-16,1-2 207 0</inkml:trace>
  <inkml:trace contextRef="#ctx0" brushRef="#br0" timeOffset="-196186.68">14919 8663 190 0,'0'0'185'0,"5"-5"-10"0,-5 5 12 15,0 0 0-15,0 0-4 0,0 0-4 0,0 0-5 16,11 15-10-16,-9-10-1 0,0 2 4 0,0 0-15 16,1 0-17-16,-1 1-6 0,0 0-15 0,-2-8-2 15,1 11-8-15,0-4-5 0,-1-7-7 0,3 9-12 16,-3-9 12-16,0 5-14 0,0-5-7 0,0 0 2 16,4 7-2-16,-4-7-4 0,0 0-3 0,0 0-4 15,0 0-6-15,0 0-7 0,0 0-12 0,0 0-11 16,0 0-3-16,1-28-10 0,0 21 3 0,1-5-8 15,0 2-6-15,1-2-12 0,3-2-2 0,-1-2-6 16,3 4 1-16,-2 2 0 0,2 0-2 0,-1 1 2 16,0 1-1-16,2 2 3 0,-4 2 1 0,-1 0 7 15,-4 4-8-15,17-1 7 0,-17 1-3 0,15 6 0 16,-9 0 1-16,1 0 1 0,0 3 4 0,0 1 0 16,-3 1-2-16,1 0-23 0,1 6-33 0,2-2-29 15,-4 0-54-15,0 2-52 0,1-3-44 0,-4-1-205 16,-1 0-486-16,4-4 215 0</inkml:trace>
  <inkml:trace contextRef="#ctx0" brushRef="#br0" timeOffset="-195558.35">15390 8645 43 0,'-5'-10'281'0,"-2"3"-10"0,0 1-9 16,-2 2-12-16,2 0-9 0,0 1-18 0,-1 1-14 15,8 2-11-15,-16 2-12 0,6 1-18 0,1 2-14 0,-2 1-19 16,1 4-6-16,1 0-7 0,1 1-18 16,2 0-9-16,1 0-10 0,0 1-1 0,1 3-19 15,0-4-3-15,4 1-2 0,0-1-8 0,-2-1-6 16,4-1-9-16,1-2 0 0,0 2-3 0,2-4 9 0,2 0-16 16,2-1 0-16,-1-1-11 0,2-1 0 0,1-2-3 15,-2 0-6-15,3-3 1 0,1 1-3 16,2-4-4-16,-5 0 4 0,-2 1-7 0,2-5 4 15,0 1-4-15,1-4 5 0,-4 3-1 0,-2-2 7 16,3-4 0-16,-2-2 2 0,0 0 2 0,-4 0-8 0,6-6 7 16,-3 1-2-16,-1-3 0 0,-1 0 1 15,1-3 2-15,-1 5 2 0,-3 4-4 0,4 2 9 16,-3-1 4-16,0 4 1 0,1 2 7 0,-2 3 6 16,0 2 2-16,1 2-11 0,-1 6 12 0,0-11-16 0,0 11-6 15,0-8 1-15,0 8-6 0,0 0-6 0,0 0 3 16,0 0 8-16,-1 29 4 0,-3-4 1 15,0 4-7-15,0-2 4 0,0 2-4 0,2 0-8 0,-2 0 3 16,4-3 1-16,0-2-1 0,0-3-7 0,0-4 4 16,6 2-8-16,-2 0 14 0,0-4-9 0,2-1 5 15,0-2-6-15,1-2 2 0,1-2-4 0,1-2 5 16,1-1-2-16,1-1-5 0,2-3-5 0,0-1 4 16,6-2-8-16,-5-2 2 0,-1 0 0 0,4-1-6 15,-3-4-1-15,1 1 4 0,-2-3-2 0,-4 3-1 16,2-1 5-16,-4-1 0 0,4-3-2 0,-6 2 7 15,2 1-9-15,-5 0 6 0,1 4 5 0,-1 0 0 16,0-1-4-16,-2 7 2 0,2-10 2 0,-2 10 8 16,1-8-4-16,-1 8-2 0,3-6 1 0,-3 6-4 15,0 0 6-15,0 0 2 0,0 0 2 0,0 0-2 16,-4 27-3-16,3-19 1 0,1 5 4 0,0-2-6 16,0 1-10-16,1-1-37 0,0 2-32 0,2-3-44 15,-3 2-44-15,3 4-54 0,0-8-57 0,1 3-66 16,1 2-196-16,-3-5-580 0,-1-2 258 0</inkml:trace>
  <inkml:trace contextRef="#ctx0" brushRef="#br0" timeOffset="-195390.8">15659 8504 32 0,'-2'-7'184'0,"2"7"-37"0,-1-9-55 15,1 9-15-15,0 0-15 0,0 0-20 0,0 0-11 16,18 15-27-16,-12-4-20 0,3 6-26 0,0 8-61 16,-1 2-110-16,-2 0 49 0</inkml:trace>
  <inkml:trace contextRef="#ctx0" brushRef="#br0" timeOffset="-195173.97">15776 8803 19 0,'0'0'259'15,"0"0"-14"-15,0 0-14 0,0 0-6 0,0 0-10 16,0 0 3-16,0 0-8 0,0 0-7 0,0 0-7 0,10-19-14 15,-7 9-19-15,1 0-4 0,1 0-12 0,3-5-14 16,2 2-5-16,-4 3 6 0,2 1-25 16,0 1 3-16,0-1-22 0,0 1-3 0,1 3-7 15,-1-1-7-15,-4 3-14 0,3-1-9 0,-7 4-5 16,13-1-7-16,-13 1 1 0,13 5-4 0,-6 1 4 0,-1 0-15 16,-3 1 5-16,3 3 2 0,0 0-16 0,-2 1-26 15,-2 0-24-15,1 1-38 0,-2 1-39 16,0-3-53-16,1 3-57 0,0-3-60 0,0 0-239 15,-1-2-563-15,-1-8 249 0</inkml:trace>
  <inkml:trace contextRef="#ctx0" brushRef="#br0" timeOffset="-194720.86">16244 8615 66 0,'-1'-6'281'0,"-3"0"-2"0,-1 2-1 0,-2 1-8 16,7 3-6-16,-11-5-9 0,11 5-20 0,-18 4-14 15,9 0-24-15,-1 0-15 0,1 3-16 16,1 2-9-16,0-1-24 0,2 0 5 0,1 2-28 0,1-3-10 16,0 2-10-16,2-2-13 0,0-1-9 0,2-6-3 15,3 12 0-15,-2-6-12 0,3-1-10 0,0-1-7 16,1 0-9-16,3-2 0 0,-8-2-14 0,11 2 0 16,-11-2-5-16,13-2 0 0,-13 2-5 0,13-3 4 15,-7-1-3-15,-1-1 2 0,-2 0-1 0,-3 5-2 16,6-5 0-16,-1 0-1 0,-5 5-4 0,4-9 4 15,-4 9 5-15,3-7-4 0,-3 7-5 0,4-4 3 16,-4 4-11-16,0 0 3 0,0 0-1 0,0 0 2 16,0 0 1-16,11 11-1 0,-7 0 2 0,2 8 10 15,-2 9-5-15,-1 3 7 0,2 15 18 0,-1-1-5 16,-2-9 7-16,5 9-7 0,-4-9 4 0,4 11-7 16,-3-12 26-16,1 11 1 0,-3-14 9 0,1-5 4 15,-2-1-4-15,-1-6 2 0,2-3 4 0,-4-2-1 16,-2-3 1-16,0-1 1 0,-1-2 3 0,-4 0-7 15,-7-1-6-15,-1-4-7 0,-2 0 4 0,-9-4-12 16,0-3-4-16,1-3 5 0,-4-2-6 0,2-4-15 16,0 1-11-16,0-3-29 0,1 0-18 0,4-2-18 15,2-3-21-15,8 5-24 0,0-1-32 0,6-2-30 16,-2-1-42-16,5 0-58 0,7-3-54 0,0 2-285 16,4-6-656-16,5 3 290 0</inkml:trace>
  <inkml:trace contextRef="#ctx0" brushRef="#br0" timeOffset="-194239.8">17012 8646 2385 0,'-2'-11'106'16,"0"-2"-31"-16,-2 2 5 0,3 3-5 0,0 0-9 16,1 8-5-16,-3-9-8 0,3 9-3 0,-1-9-3 15,1 9 1-15,-1-7-8 0,1 7-7 0,0 0 0 16,0 0 0-16,0 0 11 0,0 0 7 0,13 30 5 15,-6-12-5-15,1-1-3 0,1 9-1 0,0 0-15 16,2-2 1-16,-3-6 1 0,1 2-5 0,1-5 1 16,-2 0-7-16,-3-4-1 0,3-1-5 0,-3-1 3 15,1-3-4-15,-1 1-2 0,-1-3 18 0,0 1 10 0,-4-5 13 16,6 6 11-16,-6-6 10 0,4 2-4 16,-4-2-6-16,0 0-5 0,13-14-5 0,-8 7-8 15,-1-2-8-15,2-3-3 0,0 1-1 0,2-7 7 16,-3 2-15-16,2-1-1 0,-1-2-3 0,2-5-6 15,-3 5-2-15,0 0-15 0,1 0-8 0,1-6-10 0,-1 8-11 16,-2 2-11-16,0 0-15 0,-2 5-16 0,1 2-31 16,-1 1-31-16,-2 7-46 0,4-9-46 15,-4 9-37-15,7-2-47 0,-7 2-222 0,0 0-574 0,9 16 254 16</inkml:trace>
  <inkml:trace contextRef="#ctx0" brushRef="#br0" timeOffset="-194009.41">17536 8658 125 0,'0'0'291'0,"0"0"-4"15,-5-15 3-15,5 15-11 0,-7-6-6 0,2 4-6 16,5 2-6-16,-16-2-11 0,16 2-11 0,-18 6-24 16,4-2-19-16,2 7-6 0,-4 0-23 0,3 3-17 15,1 2-22-15,-5 4 5 0,5-4-18 0,1-1-8 16,3 2-22-16,1-1-4 0,4-2-3 0,0 3-8 15,3-5-15-15,3 1-32 0,0-2-42 0,4-2-52 16,1 3-48-16,3-1-57 0,-1-3-73 0,6-2-55 16,1 1-266-16,4-6-617 0,-2-2 274 0</inkml:trace>
  <inkml:trace contextRef="#ctx0" brushRef="#br0" timeOffset="-193807.62">17839 8633 25 0,'-3'-8'274'0,"-1"2"-6"0,-1 0 4 0,5 6-6 16,-10-9-11-16,1 8-5 0,-1 1-5 0,0 3-5 16,-4 2-7-16,-2 6-8 0,0 0-11 0,-5 6-16 15,2 2-19-15,3 2-10 0,0 0-16 0,6-4-19 16,1 1-12-16,5 0-10 0,0-1-16 0,3-1-8 16,1 2-11-16,4-2-30 0,4 0-30 0,3-2-54 15,-2-1-51-15,0-3-69 0,6-2-83 0,5 1-74 16,-3-6-241-16,5 1-599 0,0-3 265 0</inkml:trace>
  <inkml:trace contextRef="#ctx0" brushRef="#br0" timeOffset="-193591.85">18066 8400 312 0,'9'-5'319'15,"-2"0"-30"-15,3 5-25 0,3 0-8 0,0 5-21 0,6 4-21 16,2 10-13-16,1 4-25 0,-3 2-13 0,-2 1-11 16,-1 8-13-16,-3 10-18 0,-4 3-11 0,-5-11-9 15,-7 11-7-15,-7-2-26 0,-6 0-50 16,-10-1-47-16,-6 0-68 0,-5 1-65 0,-6-2-60 0,-3 0-232 16,-7-6-491-16,-20 11 216 0</inkml:trace>
  <inkml:trace contextRef="#ctx0" brushRef="#br0" timeOffset="-190052.13">8313 15968 19 0,'0'0'117'0,"0"0"-10"0,0 0-10 0,0 0-18 15,0 0 0-15,0 0-16 0,0 0-31 0,0 0-27 16,0 0-18-16,0 0-26 0,0 0-52 0,0 0-100 0,-12-7 45 15</inkml:trace>
  <inkml:trace contextRef="#ctx0" brushRef="#br0" timeOffset="-188012.29">8192 12119 35 0,'0'0'32'0,"0"0"-7"0,0 0-22 16,0 0-20-16,-4-7-16 0,4 7 8 0</inkml:trace>
  <inkml:trace contextRef="#ctx0" brushRef="#br0" timeOffset="-184733.82">8308 11850 27 0,'0'0'83'0,"0"0"-13"0,0 0 0 16,0 0-11-16,0 0-8 0,0 0-9 0,0 0-6 15,0 0-19-15,0 0-26 0,0 0-30 0,0 0-30 16,0 0-73-16,0 0 34 0</inkml:trace>
  <inkml:trace contextRef="#ctx0" brushRef="#br0" timeOffset="-183467.25">8273 11843 6 0,'0'0'52'0,"0"0"-12"16,0 0-15-16,0 0-15 0,0 0-20 0,0 0-11 16,0 0-22-16,0 0 9 0</inkml:trace>
  <inkml:trace contextRef="#ctx0" brushRef="#br0" timeOffset="-182723.91">8278 16100 25 0,'0'0'72'16,"0"0"-9"-16,0 0-1 0,0-8-13 0,0 8-13 15,0 0-17-15,0 0-1 0,3-11-13 0,-3 11-14 16,-1-9-23-16,1 9-20 0,0-11-55 0,0 11 24 16</inkml:trace>
  <inkml:trace contextRef="#ctx0" brushRef="#br0" timeOffset="-173253.09">10585 6614 21 0,'3'-5'29'0,"-3"5"-3"16,0 0-6-16,0 0 2 0,0 0-4 0,0 0 4 15,0 0 1-15,0 0-9 0,0 0 2 0,0 0 1 16,0 0-6-16,0 0 2 0,0 0-6 0,-3-10-3 16,3 10-9-16,0 0-8 0,0 0-29 0,0 0-44 15,0 0 21-15</inkml:trace>
  <inkml:trace contextRef="#ctx0" brushRef="#br0" timeOffset="-167673.25">10369 6702 59 0,'0'0'59'15,"0"0"-11"-15,0 0-14 0,0 0-17 0,-4-6-11 16,4 6-10-16,0 0-13 0,0 0-17 0,-7-7-36 15,7 7 15-15</inkml:trace>
  <inkml:trace contextRef="#ctx0" brushRef="#br0" timeOffset="-161680.48">5504 11949 32 0,'0'0'25'0,"0"0"3"16,0 0-1-16,-4-6 1 0,4 6-1 0,0 0-4 16,0 0 2-16,0 0-4 0,0 0-4 0,0 0 0 15,0 0 1-15,0 0-1 0,0 0-4 0,0 0 1 16,1-11-6-16,-1 11 3 0,0 0 4 0,0 0 4 15,0 0 7-15,0 0-6 0,0 0 5 0,3-10 0 16,-3 10 6-16,0 0 1 0,0 0 8 0,0-8 3 16,0 8 8-16,0 0-3 0,0 0-2 0,-3-9-10 15,3 9-6-15,0 0 22 0,-2-8 4 0,2 8 15 16,0 0-4-16,-5-7-2 0,5 7 2 0,0 0-5 16,-3-8 9-16,3 8-2 0,-4-7 0 0,4 7 0 15,-2-7-2-15,2 7-7 0,-4-6-2 0,4 6-4 16,0 0-3-16,-5-6-3 0,5 6-4 0,0 0-6 15,0 0-4-15,-3-6 3 0,3 6-9 0,0 0 0 16,0 0-3-16,0 0-3 0,0 0-5 0,0 0-2 16,0 0-2-16,0 0-6 0,0 0 2 0,0 0-5 15,0 0-1-15,0 0 3 0,0 0-2 0,0 0-3 16,-5 21 1-16,5-21 4 0,0 15-1 0,1-5-2 16,-2 1-1-16,1 0 1 0,0 1-1 0,1 4-4 15,-1 0 2-15,-1 0-3 0,1 0 1 0,0 3 2 16,-4-2 3-16,4-2-2 0,-1 2-2 0,1-2 1 15,0 3-5-15,-1 0 4 0,1-2 3 0,0 8 0 16,-1-9-2-16,1 2-1 0,-2 2-2 0,2-2 5 16,0 1-1-16,-1-1 0 0,1 2-3 0,-1-2 2 15,1 2 1-15,-2-3-3 0,1 0 4 0,0 3-1 16,-1-4 2-16,1-3-3 0,0 0 0 0,1-1-1 16,0 0 0-16,0-1-2 0,0 1 4 0,0-5-2 15,0 4 3-15,0-10-7 0,0 12 8 0,0-12-3 16,0 10 2-16,0-10-2 0,0 9 0 0,0-9 3 15,0 9 0-15,0-9-4 0,-1 7-1 0,1-7 5 16,0 0-4-16,1 8 3 0,-1-8 0 0,0 0-1 16,0 0 7-16,0 0-3 0,0 0-3 0,0 8 0 15,0-8 1-15,0 0-2 0,0 0 6 0,0 0 2 16,0 0-3-16,0 0 0 0,0 0 1 0,0 0 0 16,0 0-1-16,0 0 1 0,0 0-2 0,0 0 3 15,0 0-4-15,2 7 6 0,-2-7-5 0,0 0-3 16,0 0-2-16,0 0-1 0,0 0 0 0,0 0-1 15,0 0 2-15,0 0 1 0,0 0-1 0,0 0 2 16,11 0 0-16,-11 0-5 0,0 0 2 0,14 0 1 16,-14 0-1-16,10 0-4 0,-5 2 6 0,-5-2-5 15,11 1 3-15,-11-1-1 0,10 4-2 0,-4-2 2 16,-6-2-1-16,8 6 0 0,-3-4 4 0,0 2-4 16,-5-4 1-16,6 8-2 0,-6-8 4 0,7 7-6 15,-5-1 8-15,2-3-1 0,-4-3 1 0,3 12-5 16,-3-5 4-16,0-7-1 0,0 13-1 0,0-6-2 15,-3 2 9-15,-1 1-1 0,0 0-3 0,-2-1-4 16,-1 1 4-16,-1 1-1 0,0-1 0 0,2 1 1 16,-6 2-2-16,2-5-2 0,-2 3 1 0,3-3-3 15,-3 4 7-15,3-3-3 0,1 1 2 0,-3 0-2 16,3-3 0-16,1 0-2 0,1 2 0 0,-2-3-1 16,5 1 3-16,-3-1-1 0,1-2-2 0,3 3 4 15,0-1-5-15,2-6-3 0,-2 10 5 0,2-10-1 16,1 11-2-16,-1-11-2 0,4 9 6 0,-1-5-3 15,-3-4 0-15,6 10 4 0,-2-5-3 0,1-1 6 16,1 1-9-16,-2-2 3 0,-4-3-1 0,7 6 2 16,-4 0 0-16,-3-6 4 0,7 5-5 0,-5-1-1 15,-2-4 0-15,8 5-2 0,-6 0 1 0,-2-5 1 16,0 7-1-16,0-7-3 0,0 10 1 0,0-10 3 16,-3 14-2-16,-1-3 3 0,-1 0 0 0,-2-1 1 15,2 1-7-15,-4 4 6 0,-1 0 3 0,1-1 0 16,1 1 2-16,-2-1-1 0,4-3-5 0,-3 3 3 15,2-1 1-15,2-2-6 0,-2 0 3 0,3-1 0 16,-1 1-1-16,3-2 3 0,-1 3-2 0,0-4 0 16,3 1-3-16,1 0 5 0,-1 1-8 0,0-10-7 15,3 16 1-15,1-8 4 0,0 0-1 0,-2-1 2 16,2 0-3-16,-1-1 1 0,3 2-2 0,-2 0 1 16,-2 0 4-16,3 0 1 0,-2 1-6 0,2-1 7 15,-2 3-3-15,-2-5 2 0,0-1-3 0,-1 7 3 16,3 0 4-16,-6-1-2 0,3 6-1 0,-2-5-5 15,0 7 8-15,0-3 0 0,-1 1 3 0,1-1-4 16,-1 3 1-16,2 0-4 0,0-4 11 0,-1 3-9 16,2-1 1-16,-1 1 6 0,0 3-3 0,1-5-3 15,1 9 5-15,-1-6-6 0,3 7 5 0,-3-7-2 16,0 4 2-16,1 3-1 0,0-7-5 0,0 5 7 16,-1-3 4-16,2 4-1 0,-1 1-6 0,0 1 1 15,-1 1 4-15,-1 2-1 0,1 0-5 0,-3-2-6 16,2 4 8-16,-1 0-2 0,-2-2-3 0,1 2 2 15,-1 1-3-15,1-1 1 0,1-1 1 0,1 3-2 16,-1-1-3-16,0-1-2 0,0 1-2 0,0 0-2 16,1 0-3-16,-2-2-3 0,5 15-1 0,-4-14 5 15,2-3-5-15,2 2 0 0,-2 0-1 0,1 1-6 16,2-3 10-16,1 2-16 0,-2-4-12 0,4 1 5 16,-2-2-7-16,-1 1 9 0,-1 1-13 0,1-1-2 15,1-2-6-15,-2 4 7 0,1-5-4 0,-1-3 5 16,0 2-4-16,0-6 0 0,1 1 3 0,-1 1 5 15,1-2 5-15,-2-4 4 0,-1-1 7 0,1-2 2 16,-1 0 4-16,2-2 4 0,-2 0 4 0,0-8-1 16,1 13 9-16,0-8 0 0,-1-5 0 0,0 0 12 15,2 10 8-15,-2-10 8 0,0 0 4 0,0 8 1 16,0-8-1-16,0 0-5 0,0 0-3 0,-2 10 5 16,2-10 1-16,-4 8-3 0,2-1-6 0,-2 0 4 15,-2 0-7-15,1 2-11 0,-2 0-13 16,1 1-19-16,-2 6-60 0,2-7-105 0,-3 5 46 15</inkml:trace>
  <inkml:trace contextRef="#ctx0" brushRef="#br0" timeOffset="-161440.58">5121 15425 115 0,'0'0'154'0,"0"0"-23"0,0 0-13 0,0 0-17 16,0 0-4-16,0 0-15 0,0 0-23 16,30-10-1-16,-12 4-46 0,1-2-16 0,8 0-27 15,1-2-25-15,0-3-26 0,2 8-44 0,-4-6-136 16,4 5 60-16</inkml:trace>
  <inkml:trace contextRef="#ctx0" brushRef="#br0" timeOffset="-161069.35">5270 15809 44 0,'18'-6'103'16,"2"-2"-25"-16,6-3-17 0,-1-1-29 0,2 6-29 15,-1-4-29-15,-7 4-24 0,-2 1-53 16,-6 1 24-16</inkml:trace>
  <inkml:trace contextRef="#ctx0" brushRef="#br0" timeOffset="-160917.08">5362 15873 64 0,'-6'3'88'0,"6"-3"-19"0,0 0-23 16,0 0-9-16,0 0-29 0,0 0-28 15,0 0-29-15,0 0-53 0,0 0 24 0</inkml:trace>
  <inkml:trace contextRef="#ctx0" brushRef="#br0" timeOffset="-160759.35">5393 16051 111 0,'0'0'184'0,"0"0"-24"0,0 0-16 0,0 0-17 16,0 0-30-16,0 0-42 0,0 0-58 0,25-14-60 16,-20 11-73-16,-5 3-146 0,8-6 64 0</inkml:trace>
  <inkml:trace contextRef="#ctx0" brushRef="#br0" timeOffset="-159454.02">4660 12903 85 0,'0'-9'160'16,"0"9"-7"-16,0 0-11 0,-1-9-12 0,1 9-9 15,0 0-17-15,0 0-17 0,0 0-8 0,0 0-15 16,0 0 3-16,0 0-9 0,0 0-8 0,0 0-6 15,0 0-6-15,3 29-3 0,-2-13 0 0,0 1-6 16,2 2 7-16,-2-2-3 0,-1 3-2 0,3-2-8 16,-2 1 0-16,0 0-5 0,0-1 3 0,2 0-2 15,0-2-1-15,-1 0-4 0,1 2 3 0,-1-2-27 16,1-4-25-16,-1 0-3 0,1-2-24 0,1 2-22 16,-2-3-11-16,1-1-6 0,-1 1-12 0,0-3-87 15,-1 2-215-15,-1-8 95 0</inkml:trace>
  <inkml:trace contextRef="#ctx0" brushRef="#br0" timeOffset="-159100.98">4680 12825 39 0,'3'-5'85'0,"-3"5"-6"0,6-7-16 0,-1 5-6 16,-5 2 2-16,0 0-13 0,14 0 3 0,-14 0-6 15,9 6-9-15,-5 0 4 0,-1 3 2 0,2 2-5 16,-2 5 4-16,-2-3-2 0,-2-2-6 0,0 5-9 16,-4-1 2-16,1-2 0 0,0 3 3 0,0-7 0 15,0 2 4-15,-1-2 10 0,1 0-12 0,-2-1-1 16,2-3-8-16,0 1 2 0,4-6 24 0,-5 8-13 16,3-3 24-16,2-5 2 0,-7 4-6 0,7-4-6 15,0 0 0-15,-6 2 3 0,6-2-4 0,0 0-5 16,0 0 0-16,0 0-12 0,0 0 0 0,-8 4-12 15,8-4-1-15,0 0 0 0,0 0 2 0,0 0-4 16,0 0-4-16,14 9 3 0,-7-4-1 0,2-1-10 16,2 1-20-16,-1 2-2 0,4 2-5 0,0 1-19 15,-2-3-15-15,1-2-17 0,2 3-14 0,0 1-16 16,-1-1-14-16,-3 0-82 0,1-2-217 0,-1-1 96 16</inkml:trace>
  <inkml:trace contextRef="#ctx0" brushRef="#br0" timeOffset="-158939.99">4930 13000 2 0,'0'0'194'0,"0"0"-25"0,-4-6-22 0,4 6-15 16,0 0-4-16,0 0-13 0,-10 23-3 0,5-4-15 16,0 8-8-16,1 5-7 0,1 14-24 0,2 4-40 15,1 0-46-15,3 5-68 0,-2 2-108 0,0-1-220 16,-1 1 98-16</inkml:trace>
  <inkml:trace contextRef="#ctx0" brushRef="#br0" timeOffset="-145570.83">28672 4515 151 0,'-20'-1'139'0,"2"0"0"0,-1-1 0 0,6 0-4 15,-1 2 1-15,3-1-7 0,1 0-9 0,10 1-6 0,-17-1-7 16,13 0-13-16,4 1-4 0,-11 1-2 0,11-1-11 16,-10 0-8-16,10 0 4 0,0 0 2 0,0 0-1 15,0 0-7-15,0 0 0 0,0 0 2 0,0 0 1 16,0 0-1-16,45 3 0 0,-11-2-2 0,20-2 10 16,36 5-17-16,2-6-2 0,9 2-4 0,11-3-6 15,6 4-5-15,3-4 3 0,4 0-12 0,6 2-7 16,1-3 2-16,5 2-5 0,1-2 2 0,-2 0 26 15,6 2-5-15,1 0-9 0,4 0-1 0,1 2-6 16,3 2-3-16,0-5-3 0,-7-1-1 16,-2 1-5-16,-8 1-6 0,-5 0 0 0,-2-4-31 15,-16 1 3-15,-5 3 5 0,-13 0-2 0,0 0 0 0,-31 2 2 16,2-5 2-16,-3 3 0 0,-1-2 1 0,-5 5 0 16,-4-3 4-16,-12 2-3 0,-1-3 3 0,-2 2 1 15,-2 1 0-15,-6 0 34 0,-28 0 5 16,45-3-2-16,-45 3-13 0,0 0 14 0,38-1-1 15,-38 1 2-15,0 0-3 0,0 0-4 0,0 0 1 16,0 0-5-16,0 0-2 0,39-2 7 0,-39 2-7 16,0 0-3-16,0 0-4 0,0 0 0 0,0 0-6 0,0 0-19 15,0 0 8-15,0 0-6 0,0 0-8 0,0 0-12 16,0 0-17-16,0 0-18 0,0 0-23 16,0 0-32-16,0 0-25 0,0 0-19 0,0 0-11 15,0 0-48-15,18 7-216 0,-18-7-471 0,0 0 208 16</inkml:trace>
  <inkml:trace contextRef="#ctx0" brushRef="#br0" timeOffset="-130076.61">511 5182 130 0,'0'0'256'15,"0"0"-16"-15,0 0-23 0,0 0-2 0,0 0-11 16,-10-48-8-16,10 48-14 0,0 0-21 0,0 0-11 15,0 0-18-15,0 0-14 0,0 0-13 0,0 0-15 16,0 0-12-16,0 0-9 0,0 0-8 0,0 0-10 16,0 0-2-16,0 0 0 0,0 0-6 0,0 0-1 15,0 0-3-15,0 0-4 0,32 86-1 0,-21-56-5 16,2 16 0-16,-2 0 1 0,-1-12-6 0,1 10-2 16,-2-11-2-16,0-3-6 0,-2 1 3 0,2-2 1 15,-9-29-4-15,14 44-1 0,-6-25 1 0,-8-19-3 16,11 34 0-16,-11-34 1 0,14 30-1 0,-14-30-4 15,0 0-1-15,11 30-1 0,-11-30-2 0,0 0 5 16,0 0 0-16,9 21 0 0,-9-21 4 16,0 0 15-16,0 0 13 0,0 0 16 0,0 0-2 15,0 0-1-15,0 0 9 0,0 0-12 0,0 0-6 16,0 0-6-16,0 0-4 0,39-70-6 0,-28 43-2 16,0-2 2-16,-2 1-5 0,2-1-8 0,-2-3 0 15,4-1 1-15,-1 1-10 0,4-13 1 0,-5 13-5 16,0-1-3-16,2-2-1 0,-2 2 0 0,1 1 3 15,-1 0 0-15,0 6-1 0,-1 0-3 0,-1 8 6 16,-3 4-5-16,-2 4-1 0,1-2-2 0,0 7-1 16,-5 5 3-16,5-13 0 0,-5 13 0 0,4-9-14 15,-4 9-8-15,0 0-17 0,4-6-23 0,-4 6-3 16,0 0-11-16,0 0-23 0,0 0-28 0,0 0-27 16,13 24-30-16,-3-8-41 0,-4-2-41 0,-3 6-152 15,-1-3-454-15,4 9 201 0</inkml:trace>
  <inkml:trace contextRef="#ctx0" brushRef="#br0" timeOffset="-129885.52">1133 5419 109 0,'0'0'183'0,"0"0"-7"0,0 0-14 15,13 2-3-15,-13-2-16 0,0 0-8 0,20-7-6 16,-8 2-20-16,6 2-7 0,-1-3-14 0,12-3-6 15,-1 4-11-15,-8 0-10 0,12-2-24 0,-15 3-32 16,5 0-38-16,-3 3-35 0,-4 0-34 0,-1 2-33 16,-14-1-101-16,20 2-255 0,-20-2 113 0</inkml:trace>
  <inkml:trace contextRef="#ctx0" brushRef="#br0" timeOffset="-129724.45">1294 5546 176 0,'-6'4'206'0,"6"-4"-9"0,-12 4-2 0,12-4-7 15,-7 5-7-15,7-5-11 0,0 0-14 0,-8 7-10 16,8-7-15-16,0 0-5 0,0 0-27 0,0 0 2 16,0 0-12-16,0 0-15 0,0 0-15 15,0 0-29-15,29 4-32 0,-11-6-35 0,-18 2-66 16,49-11-70-16,-19 7-163 0,1-3-362 0,2-1 161 16</inkml:trace>
  <inkml:trace contextRef="#ctx0" brushRef="#br0" timeOffset="-129263.7">1964 5273 213 0,'-3'-5'285'0,"3"5"-11"0,-7-9-13 16,7 9-13-16,-4-7-20 0,4 7-11 0,-3-6-32 15,3 6-16-15,0 0-18 0,-6-4-14 0,6 4-8 16,0 0-1-16,0 0-6 0,-9 15-9 0,3-4-9 16,0 4-9-16,-3 9-12 0,3-6-3 0,2 2-11 15,-1-2-5-15,1 1-20 0,2-2 8 16,3-1-6-16,0-4-4 0,3 4-6 0,-3-4 1 0,4-3-5 15,1 1-2-15,0-2 0 0,2-1-2 0,2 0-7 16,1-1-3-16,3-6-10 0,4 2 0 0,1-2 1 16,-1-3-7-16,2-2 1 0,-3-2-3 0,-1 0 1 15,-1-2 4-15,-2-1 4 0,-5 0 1 0,4-5-4 16,-3 2 2-16,-2-4 1 0,-4-2-7 16,0 2 7-16,-4-4-2 0,-1 4-9 0,-1-3 3 15,-4 4 1-15,0-1-4 0,-4 2 7 0,0 1-6 0,-1 2-9 16,2 4 0-16,0 0-42 0,0 2 1 0,-1 1-16 15,4 1-18-15,-4 3-27 0,0-1-24 0,11 2-26 16,-23 10-37-16,12-3-22 0,-2 7-39 0,1-2-158 16,7-2-453-16,0 1 202 0</inkml:trace>
  <inkml:trace contextRef="#ctx0" brushRef="#br0" timeOffset="-128990.48">2378 5002 13 0,'0'-9'262'0,"0"9"-9"0,-5-18-4 16,2 9-11-16,3 9 3 0,-4-12-16 0,4 12-15 15,-2-9-19-15,2 9-21 0,0 0-22 0,-5-7-20 16,5 7-10-16,0 0-13 0,0 0-9 0,-4 31-7 16,0-5-4-16,2 8-6 0,-1 1-5 0,0 10-7 15,1 5-9-15,-2-14-5 0,1 10-4 0,3 4 1 16,-4-5-9-16,3 2-4 0,1-13-3 0,-2-1-1 15,-1 2-6-15,1-2-1 0,0 0 0 0,1 3-4 16,2-5-1-16,-2 1-17 0,2-1-34 0,3-4-32 16,0 1-33-16,-3-4-40 0,-1-1-46 0,3-4-51 15,-2-3-43-15,-4 1-144 0,2-6-454 0,1-11 202 16</inkml:trace>
  <inkml:trace contextRef="#ctx0" brushRef="#br0" timeOffset="-128532.89">2382 5259 31 0,'6'-7'146'0,"0"0"-11"0,1 2-10 0,-7 5-16 16,8-7-12-16,-8 7-2 0,11-2 4 16,-11 2-3-16,0 0 5 0,0 0 1 0,11 16-5 15,-8-6-7-15,-3-10-12 0,-6 30 0 0,2-13-6 16,-4 0-8-16,-5 9-7 0,-2-3-5 0,-3-4-3 15,7-5-5-15,-2 0-4 0,4-6-7 0,2 1-3 16,0 0-5-16,2-5-2 0,5-4-2 0,-9 9-3 16,9-9 2-16,-8 7-5 0,8-7 2 0,-5 5-4 15,5-5-3-15,0 0 2 0,0 0 1 0,0 0 0 16,0 0-4-16,0 0 1 0,27-2 0 0,-12-1 3 16,6-4-5-16,2-3 3 0,2 0-7 0,2-1 5 15,1 1-2-15,0 0-1 0,-2-6 0 0,1 4-1 16,-4 1 0-16,0-4 4 0,-5 6-3 0,-2-1 3 15,-1-1 0-15,0 1 0 0,-3-2 2 0,-1-1-2 16,-4 3 1-16,2-5-2 0,-4 6 0 0,-2-5 1 16,-1 4 5-16,-2 0-6 0,0 0 6 0,0 1 3 15,0 9 11-15,-3-14 7 0,1 8 4 0,2 6 0 16,-6-9-2-16,6 9-5 0,-6-2 2 0,6 2-5 16,0 0 2-16,-22 14-3 0,12 3-2 0,-2-3 0 15,1 2-6-15,-2 9-2 0,4-2-3 0,-1 2-23 16,5-6-15-16,2 1-31 0,-1 5-34 0,4-5-35 15,1 4-44-15,2-5-21 0,1-2-173 16,0 1-389-16,3-3 173 0</inkml:trace>
  <inkml:trace contextRef="#ctx0" brushRef="#br0" timeOffset="-128204.45">2792 5340 33 0,'0'0'150'0,"0"0"-17"0,2-8-4 15,-2 8 12-15,0 0 13 0,0 0 4 0,0 0 0 16,0 0-11-16,13 24-4 0,-11-14-11 0,-1 0-8 16,1 2-10-16,0-2-9 0,0-1-12 0,-2-9-8 15,4 13-9-15,-4-13-2 0,3 11-2 0,-3-11 14 16,0 0 11-16,0 0 10 0,0 0 9 0,0 11 16 16,0-11-10-16,0 0-4 0,0 0-17 0,0 0-15 15,0 0-12-15,0 0-6 0,0 0-9 0,-4-42-11 16,5 31-8-16,2-6-10 0,2-2-21 0,1 2-4 15,2 0-16-15,2 0 1 0,-1 2-3 0,0 1-4 16,2 0 4-16,-2 6-2 0,-1-1-3 0,1 4 5 16,1 1-1-16,-10 4-1 0,18-1 2 0,-18 1 3 15,21 9 0-15,-11-3-18 0,-1 4-13 0,1 7-13 16,-2-2-20-16,-1 1-24 0,2 3-51 0,-1 5-15 16,-3-5-37-16,3 3-44 0,-6 6-138 0,4-4-414 15,-2-8 184-15</inkml:trace>
  <inkml:trace contextRef="#ctx0" brushRef="#br0" timeOffset="-127911.67">3435 5206 76 0,'0'-11'306'0,"0"11"-17"0,0 0-14 0,0 0-15 15,0 0-14-15,-5-15-18 0,5 15-14 0,0 0-14 16,0 0-9-16,0 0-10 0,-25 22-12 0,17-10-11 16,1-2-13-16,2 6-10 0,0-2-12 0,1 3-17 15,3 0-7-15,-1 1-6 0,4 0-12 0,1-1-4 16,3-3-15-16,-1-2-5 0,5 0-26 0,3 1-21 16,1-2-19-16,4-4-27 0,0 0-18 0,3-4-18 15,6 1-26-15,-6-4-24 0,-1-1-23 0,1-2-19 16,-1 1-20-16,-2-2-9 0,-2-4-22 0,0 0-8 15,-4-1-6-15,-1 3-116 0,-5-5-374 0,4 2 166 16</inkml:trace>
  <inkml:trace contextRef="#ctx0" brushRef="#br0" timeOffset="-127644.58">3715 5136 171 0,'0'0'211'0,"-3"-12"6"0,3 12 4 0,-4-11 4 0,4 11 2 15,0 0 0-15,-3-12-3 0,3 12 0 0,0 0-9 16,-3-10-9-16,3 10-15 0,0 0-9 0,0 0-2 15,0 0-17-15,0 0-7 0,0 0-15 0,-3-9-13 16,3 9-16-16,0 0 9 0,0 0-26 0,0 0-11 16,0 0-6-16,0 0 0 0,0 0 0 15,0 0-4-15,0 0-5 0,0 0-1 0,8 39-7 16,-7-23 0-16,1-4-12 0,1 5 2 0,-1-1-3 16,-2 3-1-16,1-2-12 0,-2 2 4 0,3-3-7 0,-1 9-3 15,-1-8-16-15,2-5 1 0,-2-12-20 16,0 27-11-16,0-11-19 0,1-3-25 0,-1-13-24 15,0 18-29-15,3-8-33 0,-2 0-36 0,-1-10-35 16,1 19-50-16,-1-19-38 0,-1 19-262 0,1-19-614 16,-3 17 271-16</inkml:trace>
  <inkml:trace contextRef="#ctx0" brushRef="#br0" timeOffset="-127443.36">3698 4996 3155 0,'-5'-8'84'0,"0"-3"-54"0,0 3 8 0,0 2 2 15,2 0-15-15,3 6-7 0,-5-8-1 0,5 8-6 16,-4-7-6-16,4 7-5 0,-2-5-17 0,2 5-39 16,0 0-48-16,-3-7-45 0,3 7-23 0,0 0-25 15,0 0-39-15,23 27-180 0,-13-10-449 0,3 9 198 16</inkml:trace>
  <inkml:trace contextRef="#ctx0" brushRef="#br0" timeOffset="-127062.48">3763 5511 2448 0,'3'5'195'0,"-3"-5"-104"0,5 2-53 16,-5-2-4-16,0 0 8 0,0 0 11 0,0 0 9 15,15-10 19-15,-11 4 3 0,1-3 6 0,0 1 6 0,2-4-1 16,-1 2 15-16,0-7-3 0,2 5 6 0,0-3-12 15,-1-1-16-15,4-8-2 0,-5 5-9 0,4-5-9 16,-2 7-5-16,-3-2-3 0,2 2-9 16,-2 2-2-16,0 3-9 0,-3 1-3 0,1 3 3 15,-3 8-1-15,1-13-3 0,-1 13-10 0,0-11 3 16,0 11-9-16,0 0-12 0,-4-11-2 0,4 11-9 16,-1-5 1-16,1 5-16 0,0 0-14 0,-5-6-11 15,5 6-21-15,0 0-22 0,0 0-3 0,0 0 5 16,0 0-8-16,0 0 4 0,0 0 7 0,29 8-1 15,-16-5 9-15,-1 1 1 0,1-1 8 0,0 1 7 16,6 1 6-16,-8-2 3 0,-2 0 4 0,1 2 2 16,0 1 8-16,0 0 3 0,-1 2 8 0,-4 0 7 15,3 1 9-15,-3 0 6 0,-1 2 7 0,0 5 0 0,1-6-3 16,-1 9 2-16,1-4 1 0,-1 2 0 16,-2 1-6-16,5-4-12 0,-5-1-26 0,3-2-34 15,2 4-40-15,-1-4-62 0,3 1-61 0,1-3-188 16,-1-1-460-16,3-2 203 0</inkml:trace>
  <inkml:trace contextRef="#ctx0" brushRef="#br0" timeOffset="-126846.68">4392 5229 126 0,'-8'-8'254'0,"2"1"-1"0,-2-1-2 0,2 4-12 15,-2 1-7-15,3 0-10 0,5 3-18 0,-10-5-17 16,10 5-8-16,-10 2-18 0,10-2-9 0,-12 12-7 15,7-2-12-15,0 4-12 0,2 2-13 16,1 0-6-16,0 2-14 0,4 2-16 0,2 4 3 0,1-5-8 16,1-1-3-16,3 0-9 0,3-3-17 0,4 5-21 15,0-8-26-15,3 0-40 0,-4-4-51 0,2 2-43 16,-2-2-46-16,5-5-51 0,-3 1-230 0,-2-5-508 16,-2-2 225-16</inkml:trace>
  <inkml:trace contextRef="#ctx0" brushRef="#br0" timeOffset="-126312.06">4617 5220 138 0,'-1'-11'234'0,"1"11"-11"15,0-7-16-15,0 7-13 0,0 0-16 0,0 0-4 0,0 0 5 16,0 0-1-16,0 0-11 0,0 0-7 0,0 0-16 16,-7 30-12-16,7-20-8 0,1 0-16 0,-1-10-13 15,2 23-5-15,-1-12-8 0,4 5-9 16,-2-6-6-16,2 1-7 0,-1-2-7 0,2 0-6 15,2 0-1-15,-1-3-3 0,1 2-2 0,1-5-3 16,0 0-9-16,0 3-5 0,-9-6-5 0,15 2-3 16,-15-2-1-16,20-2 2 0,-9 0-6 0,-11 2 0 0,17-9-13 15,-10 1 10-15,1-2-1 0,0 1 1 0,-2-1 0 16,0-4-4-16,2 4-1 0,-4-2-13 16,2 1-7-16,-4-1-2 0,0 0 4 0,1 5 4 15,-1 0-2-15,3-1 1 0,-3 2 6 0,-2 6 0 16,5-8-2-16,-5 8-1 0,0 0-4 0,2-5 2 15,-2 5 11-15,0 0 12 0,0 0 5 0,0 0 5 16,0 0-2-16,8 29 1 0,-6-20-2 0,0 1-13 16,0-1 9-16,1 1-1 0,3 0 2 0,-1-1-2 15,0 0-2-15,1-1 3 0,0 0-5 0,2-4 1 16,2 1 3-16,-10-5 4 0,20 5 3 0,-6-5 1 16,-2-3-18-16,1-3 18 0,2 1-3 0,2-3 0 15,-7 3 6-15,4-4-11 0,-1-1-2 0,-4 1 1 16,-2 0 7-16,1 1-11 0,-2-4 2 15,1 4-8-15,-1-3 8 0,-2 0-6 0,0 2 5 0,-2 1-2 16,-2 8 1-16,2-11 0 0,-2 11 6 0,0 0 2 16,2-12 3-16,-2 12-4 0,0 0-5 0,0 0 4 15,0 0-3-15,0 0-1 0,0 0 5 0,0 0-4 16,0 0-1-16,-15 28-3 0,10-18 0 0,1 6-2 16,1-4-26-16,3 1-27 0,-1-2-27 0,2 7-30 15,-1-18-67-15,4 23-74 0,3-10-65 16,-1-6-196-16,4 1-547 0,0-4 242 0</inkml:trace>
  <inkml:trace contextRef="#ctx0" brushRef="#br0" timeOffset="-126156.66">5040 5053 65 0,'-4'-3'247'0,"-2"-1"-30"0,6 4-34 0,0 0-59 15,-7-10-62-15,7 10-73 0,0 0-43 0,0 0-86 0,0 0-149 16,0 0 66-16</inkml:trace>
  <inkml:trace contextRef="#ctx0" brushRef="#br0" timeOffset="-125938.35">5270 4951 109 0,'3'-10'253'16,"-3"10"-2"-16,0-7 9 0,0 7 8 0,0 0 3 15,1-9-13-15,-1 9-20 0,0 0-20 0,0 0-15 0,0 0-25 16,0 0-14-16,0 0-3 0,0 0 7 0,2 21-12 16,-4-1-5-16,3 10-12 0,-2 3-8 15,0 1-16-15,-3-4-5 0,0 16-16 0,0-11-9 16,0-1 0-16,2-1-14 0,-1 2-10 0,4 0-18 16,-1-4-28-16,2-3-37 0,-2 0-48 0,1-2-50 15,0-8-51-15,-1-1-50 0,3-2-67 0,-2-2-273 16,-1-3-608-16,0-10 269 0</inkml:trace>
  <inkml:trace contextRef="#ctx0" brushRef="#br0" timeOffset="-125778.39">5201 5182 166 0,'0'0'211'0,"8"-7"-25"0,-2 5-26 0,5-1-28 0,-11 3-39 15,30-4-45-15,-10 7-51 0,1 1-60 0,6 2-92 16,-9 2-169-16,-2 4 75 0</inkml:trace>
  <inkml:trace contextRef="#ctx0" brushRef="#br0" timeOffset="-125500.91">5437 5400 169 0,'0'0'252'0,"2"10"-8"0,-2-10 0 0,0 0-4 15,2 10-1-15,-2-10 3 0,0 0-19 0,0 0 16 16,0 0-17-16,0 0-17 0,0 0-16 0,0 0-23 15,0 0-18-15,22-20-20 0,-13 9-9 0,-1-2-24 16,-1 0-13-16,1-2-21 0,2-1-11 0,-3 1-15 16,2-2-25-16,-3 0-18 0,0 0-14 0,-2 1-10 15,-1-1-3-15,-1 2 4 0,-2 3 3 16,1 1-4-16,-3-1 6 0,-2 3 0 0,0 1 7 16,-3 2 4-16,2 1 6 0,-2 1 3 0,-3 3 7 15,10 1 5-15,-23 9 10 0,10-2 4 0,-4 4-3 0,5-1-1 16,-1 5 3-16,4-2-3 0,0 0-5 0,3-3 2 15,2 6-5-15,1-4 4 0,5 0-2 0,3 1-8 16,3-4-32-16,4 2-38 0,3-3-44 16,5-2-46-16,9-4-60 0,2-2-46 0,1-2-175 15,1-6-475-15,0 0 211 0</inkml:trace>
  <inkml:trace contextRef="#ctx0" brushRef="#br0" timeOffset="-125120.42">5883 5179 92 0,'3'-10'238'0,"-2"4"0"0,2-4-1 16,-3 3-6-16,0 7-9 0,-8-12-1 15,8 12 0-15,-9-9-7 0,-2 5-9 0,-2 3-15 16,13 1-10-16,-24 7-13 0,8-3-1 0,0 6-12 16,-1 2-16-16,-5 4-7 0,8 0-16 0,-4 1-7 15,6-1-12-15,0-2-8 0,8 1-4 0,-1-3-13 16,3 0-10-16,0 0-4 0,2-12 1 0,5 29-11 16,1-18 0-16,1 0-16 0,2-4-10 0,4-2-3 15,2-1-13-15,-1-1-13 0,4-5-6 0,0-3-2 16,1-1-8-16,-2-3-16 0,-3-1 16 0,-3-1 1 15,1-4 4-15,-1 2 2 0,-4-3 3 0,-2 0 0 16,1-1 0-16,1-1-7 0,-5-1 14 0,-2 0-1 16,2-8-4-16,-2-2 6 0,0 3-4 0,-4-3 13 15,1 0-15-15,1 1 5 0,-1-2 2 0,3 2 5 16,-2-2 3-16,0 4 9 0,1 6 15 0,-2 4 13 16,3 3 2-16,0 4 31 0,0 9-5 0,-1-12-5 15,1 12-11-15,0 0-4 0,0-15-3 0,0 15-8 16,0 0 5-16,0 0 6 0,0 0-18 0,-1 43 11 15,-2-14 3-15,1 3-2 0,-3 1-8 0,2 2-8 16,-3-2 7-16,3 0-44 0,2-2-18 0,1 1-41 16,-1 0-57-16,1-1-67 0,2 0-76 0,1-1-92 15,-2-5-243-15,4-4-655 0,-1-3 290 0</inkml:trace>
  <inkml:trace contextRef="#ctx0" brushRef="#br0" timeOffset="-124710.52">6374 5147 2431 0,'-4'-8'52'0,"-1"3"31"0,1-2-11 16,-2 3 19-16,6 4-36 0,-5-9 2 0,5 9-7 15,-5-5-1-15,5 5-9 0,0 0-1 0,-4-6-6 16,4 6-7-16,0 0-2 0,0 0-8 0,0 0 0 16,0 0 1-16,0 0-2 0,9 31 4 0,-4-14-2 15,3 1-2-15,-1 6 0 0,0-6-3 0,-2 3 1 16,5 1-1-16,-4-6 4 0,1 2-8 0,-1-7 1 16,-2 0-2-16,1-2 0 0,-1-1 1 0,2-1-1 15,-6-7 17-15,6 11 25 0,-6-11 4 0,5 6 25 16,-5-6 21-16,0 0 14 0,7 4-9 0,-7-4-5 15,0 0-12-15,10-18-5 0,-3 8-8 0,-1-5-4 16,2-2-9-16,0-2-5 0,-1-5-7 0,1 0-7 16,1-2-15-16,1-1-10 0,-2-1-28 0,0 1-25 15,0 2-20-15,0 5-9 0,-2 5-15 0,-2 3-32 16,0 1-38-16,-2 3-54 0,-2 8-58 0,3-10-42 16,-3 10-17-16,0 0-165 0,0 0-526 0,0 0 233 15</inkml:trace>
  <inkml:trace contextRef="#ctx0" brushRef="#br0" timeOffset="-124429.39">6566 5275 74 0,'0'0'196'0,"4"7"-2"16,-4-7 1-16,0 0-4 0,2 11-11 0,-2-11-16 16,0 0-18-16,9 9-14 0,-9-9-9 0,4 5-8 15,-4-5 0-15,12 7-3 0,-7-4 3 0,-5-3 6 16,14 1 0-16,-1 0 5 0,6-3 0 0,0-4-20 15,0 0-13-15,-5 3-6 0,3-4 4 16,-1-1-10-16,-4 2-12 0,-2-2 7 0,0-2-6 0,-2 1-4 16,0 0-3-16,-2-1-4 0,-3-2-8 0,0 2 1 15,-4-1 1-15,1 2-1 0,-5-2-9 0,0 2-2 16,0 0-16-16,-4 1 1 0,-1 1-9 0,-1 3-6 16,-2 2-13-16,0 3-13 0,-7 2-6 0,-5 5-11 15,1 3-14-15,-1 1-38 0,5 3-38 16,-1 3-59-16,7-5-62 0,4 4-263 0,2-2-547 0,3 0 242 15</inkml:trace>
  <inkml:trace contextRef="#ctx0" brushRef="#br0" timeOffset="-124177.43">6950 5065 2535 0,'6'-18'94'0,"-4"2"-28"0,-2-1 12 16,2 8 14-16,-1-3 16 0,0 4 16 0,-1 0 8 15,0 8 0-15,1-11-1 0,-1 11 6 0,2-10-16 16,-2 10-17-16,1-6-11 0,-1 6-5 16,0 0-13-16,0 0-8 0,0 0-5 0,0 0-5 0,9 26-2 15,-4-7-3-15,-4 9-4 0,3 2-5 16,0 2-6-16,-5 1 0 0,1-4-6 0,1 2 6 0,0 1-1 16,-1 1-12-16,0-2-36 0,-1-1-17 0,0-3-41 15,1-1-44-15,0-6-52 0,-4 4-43 16,2-6-57-16,1 0-52 0,0-2-268 0,0-5-634 15,-1-3 281-15</inkml:trace>
  <inkml:trace contextRef="#ctx0" brushRef="#br0" timeOffset="-123946.9">7133 4953 253 0,'2'-6'290'0,"-1"0"-19"16,-1-2-7-16,0 8-16 0,2-9-15 0,-2 9-8 15,0 0-2-15,0 0 8 0,0 0-14 0,7 30-8 16,-5-6-1-16,1 4-13 0,-3 0-15 0,3 3-17 16,-3-1-17-16,0 0-8 0,2-2-11 0,-2-2-18 15,0-1-10-15,1-8-7 0,1 2-13 0,-1 0-5 16,-1-1-12-16,2 0-17 0,-2-7-41 0,2 1-49 16,-1-2-56-16,-1-4-50 0,0-6-53 0,0 0-52 15,1 19-47-15,-1-19-252 0,-2 8-600 0,2-8 266 0</inkml:trace>
  <inkml:trace contextRef="#ctx0" brushRef="#br0" timeOffset="-122892.52">7077 5161 7 0,'4'-6'188'0,"-4"6"-28"0,12-5-7 16,0 2-11-16,4 1-8 0,3 0-13 0,0-2-7 15,3 2-8-15,6-3-6 0,-1 1-11 0,-5 3-9 16,5-2-5-16,-6 0-11 0,2 1-4 0,4-2-6 15,-8 2-7-15,-1-1-1 0,-7 1-10 0,2 1 2 16,-5 0-3-16,1 0 8 0,-9 1 16 0,11 0 11 16,-11 0 10-16,8-5-6 0,-8 5 1 0,0 0-3 15,0 0-7-15,0 0 0 0,0 0 0 0,0 0-3 16,-21-7-1-16,21 7 0 0,-19 8-1 0,8-1 3 16,2 3 1-16,-3 0-4 0,-2 3 1 0,3 1 1 15,-1-1 0-15,2 1 1 0,5-4-10 0,-2 0-4 16,4-1-7-16,-1 0-2 0,1-2-5 0,2 0 0 15,1-7-5-15,0 0 1 0,6 19 0 0,-2-15 0 16,-4-4 2-16,12 9 1 0,-5-5-11 0,5-3-4 16,-12-1-6-16,20-1-2 0,-7 0 1 0,-13 1-4 15,21-5-1-15,-11 0-1 0,-1 2-3 0,-9 3 0 16,15-11-4-16,-7 3-1 0,-1-2 0 0,1 1 2 16,-2 0-15-16,-2-1-11 0,-1-3-7 0,1 2 6 15,-1 2 2-15,0 0 2 0,-2 2 5 0,-1 7 3 16,2-11 8-16,-1 6 0 0,-1 5 2 0,0 0-2 15,1-7 0-15,-1 7 1 0,0 0 3 0,0 0 0 16,0 0-4-16,0 0 3 0,0 0 1 0,0 0 8 16,9 17-5-16,-6-11-6 0,2-1 7 0,-1 1-1 15,7-1 0-15,1 1 10 0,4-4-6 0,5-2 4 16,2 0-2-16,9 0-3 0,-1-6 5 0,1-1-4 16,-1-1 1-16,1 2 7 0,-1-2-9 0,-4-4 5 15,-8 4-4-15,0-1 3 0,-1 1 4 0,0-2 1 16,-5 1-2-16,-3-1 2 0,-1 2-1 0,-3-2 1 15,2 1 7-15,-4 0 6 0,-2 3 2 0,-2-4 0 16,0 10 4-16,-2-12-5 0,-5 7 2 0,1 1-8 16,-4 3 3-16,-2 2-9 0,-6 5 5 0,-1 2-14 15,2 5-3-15,-4 1 5 0,-1 1 1 0,3 2-4 16,5-4 0-16,2 1 3 0,3-3-1 0,0-1-4 16,6-2-10-16,0 2-10 0,2 0-7 0,2-2-7 15,-1-8-3-15,4 12-7 0,0-8-3 0,1 1 1 16,0-1 0-16,0-1 7 0,-5-3 5 0,12 2 1 15,-6 0-1-15,-6-2-1 0,15-2 6 0,-10 4 4 16,-5-2 2-16,16 0 1 0,-10 0 1 0,-6 0 0 16,10 0-2-16,-3 2 5 0,-7-2 1 0,12 8 3 15,-5-1 1-15,-1 5 11 0,2 4 5 0,2 7 2 16,-2 5 5-16,0 1 8 0,-5 4 1 0,4 3-2 16,-2 0 1-16,-3 11-3 0,1-12 0 0,-3-2-4 15,0 2 2-15,1-2 5 0,-1-1-7 16,-1 3-5-16,0-8 2 0,-5-1 0 0,0-1 0 0,0-5-2 15,-2-4 3-15,-2 0 1 0,-3-2-3 0,-1-2-5 16,-4 1-2-16,0-5-12 0,-1-1-12 0,-1-3-11 16,-2-1 1-16,1-3-1 0,1-3 14 0,-1-2-10 15,6-1 6-15,1-3-5 0,-1-3-1 16,7-2-4-16,8-5 4 0,0 0-6 0,10-10 10 16,3 0 10-16,1-2-3 0,16-10 3 0,-1 2 1 0,8-2 1 15,3 1 5-15,1 3-1 0,2-2 2 0,0 5-2 16,1 0 1-16,-6 3 4 0,2 2-1 0,-3-2-1 15,-8 9 2-15,-3-3-3 0,-2 2 2 16,2-3-2-16,-1 0 3 0,-3 2 0 0,-5-3 1 16,2 4 0-16,-3-2-1 0,-7 1 0 0,-5 6 4 15,-3 0 6-15,1 3 7 0,-1 1 13 0,-4 5 2 0,1-1 3 16,-3 4 1-16,1 0-1 0,-6 2-2 0,-2 4 0 16,-2 2 5-16,-2 6 5 0,-2 5 5 0,4 0 0 15,-9 6-2-15,2 1-3 0,8-5-6 16,1 2-1-16,1-2-4 0,4 2-1 0,3 0-8 15,3-2-13-15,3-2-28 0,2-1-34 0,6 2-43 0,3-1-52 16,4-1-58-16,3-3-63 0,6 3-199 0,-1-3-509 16,2-1 226-16</inkml:trace>
  <inkml:trace contextRef="#ctx0" brushRef="#br0" timeOffset="-122086.41">2466 6459 101 0,'-9'-9'208'16,"-2"0"-13"-16,0 3-1 0,0-1-8 0,-3 3 3 0,-3 1-12 15,-1 3-8-15,0 4-6 0,-3 3 22 0,-1 1-12 16,-2 6-12-16,-1 6-13 0,2-1-10 0,2 2-11 16,3 3-13-16,-1-3-9 0,5 2-14 15,7-5-8-15,-1-1-7 0,5-2-11 0,3-2-8 16,-2 2-5-16,4-3-14 0,0-2 5 0,5 0-15 0,-1 0-11 15,3-3-6-15,2-1-7 0,6 0 0 0,-3-4-2 16,4-2-4-16,3-2-2 0,1-1-3 16,4-6-1-16,2 0 4 0,-9 1-4 0,4-4 3 15,-5 2 4-15,-2-3-3 0,-2 1 8 0,-2-1-2 16,-3-2 5-16,0 0 2 0,-2-3 0 0,-1-1 0 16,-3 4 0-16,-1 3 10 0,1-5-1 0,1 4 3 15,-4 1 10-15,3 3 8 0,-3 3-6 0,0 6-2 16,2-11-8-16,-2 11-15 0,0-6 9 0,0 6 0 15,0 0-6-15,0 0 2 0,0 0 1 0,0 0 0 16,0 0 10-16,6 18-3 0,-3-7-2 0,0 8-1 16,-1-2-1-16,0 2-3 0,1-2 4 0,-2 4-4 15,4-5-5-15,3 2-18 0,-4-2-27 0,1-5-29 16,1 5-25-16,1-5-40 0,1-3-32 0,0 2-47 16,4-3-41-16,3 2-221 0,-2-6-510 0,5-3 227 15</inkml:trace>
  <inkml:trace contextRef="#ctx0" brushRef="#br0" timeOffset="-121552.3">2841 6408 167 0,'-7'-9'208'0,"3"1"-4"16,-1 1-3-16,1 2-7 0,-2 1-10 0,0 1-9 16,6 3-14-16,-12 0-5 0,12 0-7 0,-15 10-10 15,7 0-2-15,-1 4-9 0,-4 3-1 0,4 0-10 16,-2 7-8-16,2 0-6 0,4-4-19 0,1-3 5 15,0 0-11-15,3 0-7 0,1-2-8 0,4 0-4 16,1 1-12-16,0-1 1 0,3-3-6 0,-1-2-5 16,6 2 3-16,1-3-4 0,2-2-5 0,3-1-2 15,0-3-4-15,0-3 1 0,1 2-5 0,1-4 1 16,-1 0-10-16,2-3-5 0,-3 0-5 0,0-1 4 16,0-1-3-16,-3-2-7 0,2-2-10 0,-4 0-3 15,0-3-8-15,-3-2-7 0,1 4-2 16,-2-4-7-16,-1 1 0 0,-1-3-3 0,-6 0-7 0,0-1-5 15,-4 2 7-15,0 0 4 0,-2 1 10 0,-3-2 0 16,2 4 7-16,0 3 1 0,-1 0 6 0,0 3 9 16,0-2 5-16,0 4 4 0,2 2 8 0,-1-2-2 15,5 6 1-15,-10-6 1 0,10 6 1 0,-5-2-2 16,5 2-5-16,0 0 1 0,0 0 1 0,0 0-2 16,0 0 1-16,0 0 0 0,0 0 0 0,0 0-5 15,21 17-2-15,-4-13 2 0,-3-4 1 0,3 2-1 16,4-4 2-16,-1 2 1 0,-1-2-2 0,-7 1 0 15,7-3 1-15,-2 4-2 0,-5 0 1 0,-1 0 1 16,1 0-1-16,-3 0 6 0,2 4 15 0,-3 1 11 16,-2 0 17-16,2 2 3 0,0 2 7 0,-2 0 1 15,-2 4 2-15,2 3-5 0,-3 0-1 16,0 3-7-16,0-2 2 0,-1 2-11 0,1 2 0 0,-1-2-5 16,0 0-1-16,1 0-17 0,-1-2-28 0,2-3-34 15,-3-1-25-15,3-1-35 0,3 2-41 16,-1-4-42-16,-1-1-41 0,2-4-220 0,-2 0-490 0,-5-5 217 15</inkml:trace>
  <inkml:trace contextRef="#ctx0" brushRef="#br0" timeOffset="-120674.68">3487 6460 174 0,'0'0'179'0,"0"0"-7"0,0 0 1 0,0 0-4 0,0 0-6 16,0 0-5-16,0 0-10 0,2 32-10 0,-1-22-11 15,1 0-7-15,2-1-14 0,0 4-10 16,1-5-11-16,0 1-5 0,2-1-10 0,-2-2 0 16,5-1 1-16,-4-1-3 0,3 1-3 0,3-4-6 0,-2 1-4 15,0-3-5-15,3 0-5 0,-3-3-6 0,1 1-6 16,-1-1-5-16,-1-1-2 0,-3-2-3 16,2-2-1-16,-2 2-6 0,-1-2-5 0,-2 1-2 15,-1 1-1-15,-2 0-1 0,0-6 0 0,-2 2-6 16,0 0-6-16,-3 0-9 0,-2-1 0 0,2 1-1 15,-4-2-1-15,-2 1 4 0,0 2-2 0,2 3 2 0,0 0 1 16,-2-1 2-16,0 3-3 0,3 3 5 16,-4 0-3-16,0 5 1 0,1 1 10 0,-2 1 3 15,-1 7 2-15,-1 1 4 0,-2 7 6 0,-1-1 1 16,4 3-3-16,4-6 3 0,3 1 1 0,1-2 5 16,3 2-6-16,1-4-3 0,2-1-4 0,2-1 3 15,2-1-1-15,1-2 11 0,4 0 15 0,4-2 8 16,4-2 9-16,5-3 0 0,-1-2 6 0,10-4-8 15,-2-4-1-15,3 0-6 0,0 1-2 0,-1-6-8 16,-6 1 1-16,0-1-6 0,-1 1-2 0,-4-3-4 16,-4 3-3-16,-1 3-2 0,-2-6-2 0,0 0 2 15,-1-6-8-15,-4 8-5 0,0-2-1 0,-3 1-10 16,0 0 3-16,-2-1 1 0,-1 3-5 0,-2-1-3 16,3 5-4-16,-2-3 3 0,-1 5-1 0,3 2-1 15,-3 5 2-15,1-10 0 0,-1 10-6 0,0-8 1 16,0 8-7-16,0 0 16 0,0 0 18 0,0 0 10 15,0 0 10-15,5 28 16 0,-4-12-9 0,-2 4 7 16,2 4-2-16,-2 1-3 0,0-6 1 0,1-2 1 16,0 3-14-16,0-1 8 0,0-3-2 0,0-3-5 15,0-2-4-15,2 0-13 0,-2-3 8 0,0 2 0 16,3-4-9-16,-3-6 2 0,1 12 7 0,-1-12-5 16,1 7-6-16,-1-7 18 0,4 5 5 0,-4-5 5 15,0 0 3-15,0 0-15 0,31-13 7 0,-17 1 3 16,0-1-12-16,0-2 1 0,0 0-2 0,1-4-13 15,1-3-3-15,-2 1-14 0,-1-2-6 0,2 0-2 16,-4-2-6-16,2 2-8 0,0 0 3 0,-7 5 3 16,3 1 5-16,-4 1 1 0,-1 0 3 0,-1 6 7 15,-1 0-4-15,-2 10 0 0,2-13 5 0,-2 13 12 16,2-9-8-16,-2 9 15 0,0 0-20 0,2-10 0 16,-2 10 2-16,0 0-4 0,0 0 5 0,0 0 0 15,-21 20 0-15,13-8-6 0,3-2 0 16,-2 3 4-16,1 0-9 0,3 1 4 0,-4 1-8 0,6-5-4 15,2 4 5-15,-1-3-3 0,3 1 2 0,1 4 5 16,-1-5-16-16,3 1 19 0,-1-2-2 0,1 0-1 16,-1 2-10-16,3-3 22 0,-2 2-9 0,-1-4 0 15,1 1 0-15,-1 0-8 0,0-4-5 0,-3 4 4 16,-1-2-4-16,-1-6 0 0,3 13 0 0,-3-13-3 16,-4 14 3-16,-1-7-2 0,-4-1-10 0,0 3-17 15,1-1-17-15,-5 2-25 0,-2 0-33 0,3-2-30 16,1-1-59-16,1-1-69 0,-4-2-181 0,4 1-503 15,10-5 223-15</inkml:trace>
  <inkml:trace contextRef="#ctx0" brushRef="#br0" timeOffset="-116755.31">4649 6096 6 0,'0'0'246'0,"-1"-11"-8"0,1 11-15 16,1-7-33-16,-1 7-13 0,0 0-13 0,0 0-20 16,0-8-9-16,0 8-21 0,0 0 0 0,0 0-3 15,0 0 0-15,1 23-8 0,2-6 2 0,-3 8-6 16,2 4-6-16,-2-1-6 0,0 1-8 16,2 1-5-16,-2-2-8 0,0 3-9 0,0-3-4 0,1-2-6 15,-1 1 0-15,1-3 1 0,-1-5-7 0,0-1-6 16,0-1-1-16,0 0-6 0,0-6-1 0,1 6-1 15,-1-4-17-15,2-2-19 0,-4 1-20 0,2-2-21 16,0-10-35-16,-1 21-29 0,0-13-21 16,1-8-54-16,-4 14-23 0,0-7-171 0,-2 1-415 15,-1-3 184-15</inkml:trace>
  <inkml:trace contextRef="#ctx0" brushRef="#br0" timeOffset="-116390.35">4678 6034 110 0,'12'-6'99'0,"-2"3"2"0,0 3 1 16,-10 0 7-16,22 2-9 0,-11 2 1 0,1 3-3 16,-1 0 11-16,2 3-23 0,0 2 0 0,-3 1-6 15,-1 2 0-15,-2-5-6 0,0 8-8 0,0-3-2 16,-5 1-6-16,-2-2-6 0,-1 0-4 0,-2-3-2 15,-2 0-10-15,-2-1-4 0,-4 4 0 0,1-2-2 16,-5-2-4-16,5-1 1 0,-1-3-4 0,1-1 2 16,2-1-2-16,1-1 8 0,0-1 3 0,0 1 10 0,7-3 2 15,-11 4 10-15,11-4-5 0,-9 2-3 16,9-2-6-16,-6 1-1 0,6-1-12 0,0 0-10 16,-5 7-1-16,5-7-1 0,0 0-2 0,0 0 0 15,10 17-2-15,-5-9-1 0,0 2 6 0,3 3-4 16,1-2-4-16,1 2 0 0,1 1-2 0,0 0 1 15,1-1-4-15,0-1 2 0,1 2-28 0,-1 0-42 16,2-3-40-16,0-1-58 0,-3-1-50 0,-3 0-119 16,-2-2-357-16,-6-7 158 0</inkml:trace>
  <inkml:trace contextRef="#ctx0" brushRef="#br0" timeOffset="-116135.6">5053 6357 52 0,'10'10'183'16,"-6"-3"-4"-16,-2 3-8 0,0 1-11 0,-2 4-10 15,-3 2-6-15,-1 1-8 0,-3 1-2 0,-6 3-17 16,-2-2-3-16,5-3-7 0,0-2 6 0,-1-2-8 16,6-4-1-16,-3 1-12 0,5-4-6 0,3-6-9 15,-6 10-14-15,6-10-5 0,-6 7-4 0,6-7-5 16,0 0-2-16,0 0-3 0,14 10-4 0,-3-10-8 15,11-3-14-15,6-4-17 0,4 0-21 0,4-2-31 16,14-7-35-16,-13 5-48 0,15-5-40 16,-1 1-188-16,-16 4-390 0,3-1 173 0</inkml:trace>
  <inkml:trace contextRef="#ctx0" brushRef="#br0" timeOffset="-114016.7">5226 5813 78 0,'4'-4'139'0,"-4"4"-7"15,0 0-6-15,0 0-2 0,4-7-5 0,-4 7-8 16,0 0-4-16,0 0-12 0,0 0-11 0,0 0-8 0,0 0-9 16,0 0-12-16,0 0 0 0,4-3-4 15,-4 3-6-15,0 0-8 0,0 0-10 0,0 0 2 16,0 0-2-16,0 0-4 0,0 0-3 0,0 0 0 16,0 0-4-16,12 6 1 0,-12-6 3 0,5 6-1 15,-5-6 2-15,3 8-4 0,-3-8-1 0,6 9 4 16,-6-9 1-16,1 10-2 0,0-6-3 0,0 6 6 15,-1-10 2-15,-1 14 1 0,0-7 1 0,0-1-1 16,-2 7-3-16,2-1 2 0,-3 2-5 0,1 2 2 16,-3 9 0-16,2-8-3 0,2-1-1 0,-2 2-2 15,1 9 2-15,1 0 4 0,-1 2-4 0,2 1 1 16,-1 1 2-16,2 3-2 0,0 1 3 0,2-3-4 16,0 2 0-16,5 1 0 0,1 0 1 0,4-2-5 15,0-2 0-15,2 2 5 0,1-3-1 0,2-1-7 16,1-3 3-16,2 0-5 0,4-4-1 0,-1-1 2 15,6-3-2-15,-1-1-22 0,2-3-22 0,1-3-21 16,0-3-38-16,1-1-39 0,-2-5-43 0,2 0-144 0,-2 0-347 16,-9-4 154-16</inkml:trace>
  <inkml:trace contextRef="#ctx0" brushRef="#br0" timeOffset="-113731.46">5733 6096 47 0,'-3'-7'265'0,"1"0"-21"0,2 7-6 0,-3-8-10 16,3 8-12-16,-3-8-8 0,3 8-18 0,0 0-10 15,-2-6-14-15,2 6-23 0,0 0-11 0,0 0-17 16,0 0-5-16,0 0-5 0,0 0-6 0,6 20-11 15,1-3-9-15,-1 1-4 0,0 1-10 0,2 4-4 16,-2 3-5-16,1-2-10 0,-1 0 0 0,2 0-2 16,-2-5-15-16,-1 6-20 0,-1-5-36 0,0-2-29 15,0 0-39-15,0 0-43 0,-1-2-51 0,1-3-37 16,-1 3-200-16,-3-5-461 0,1-2 205 0</inkml:trace>
  <inkml:trace contextRef="#ctx0" brushRef="#br0" timeOffset="-113378.85">5845 6025 10 0,'9'-12'162'0,"1"-1"-9"0,2 4-3 16,-1-1-9-16,1 1 3 0,-1 2-15 0,1 2-2 16,2 2-5-16,-1-1-10 0,2 1-13 0,-2 4-5 15,1-1-8-15,0 2-5 0,-1 2-12 0,-2 0-3 16,-1 0-4-16,1 4 3 0,-3 2 3 0,-2-1-4 15,-3 2-4-15,-1 5-5 0,-2 2-2 0,-4-2-7 16,-5 6-2-16,-1-2-1 0,-3 0-8 0,-2 3-5 16,3-7-5-16,2-2-11 0,-2 0-1 0,6-5-16 15,1-1-10-15,0 0-9 0,2 3-7 0,2-6-6 16,-2 4-4-16,5-1 1 0,1 2 0 0,1-1 9 16,1-1 1-16,1-2 2 0,0 3 4 0,3-2 1 15,-1 1 2-15,-1 0 9 0,1-2 1 0,-2 1-4 16,-1-1-2-16,1-2 4 0,-4 3 4 0,1 0-1 15,-1 0 3-15,0-1 2 0,-2-6 6 0,0 13-5 16,-2-6 4-16,0 2-11 0,-3-1-14 0,1-1-32 16,-2-4-48-16,-2 4-40 0,0-2-133 0,0 0-297 15,8-5 133-15</inkml:trace>
  <inkml:trace contextRef="#ctx0" brushRef="#br0" timeOffset="-112649.42">6229 6128 187 0,'0'0'263'0,"1"-9"-21"0,-1 9-14 0,0 0-17 15,1-6-16-15,-1 6-15 0,0 0-8 0,0 0-12 16,-13 15-10-16,7-1-14 0,-2 1-10 0,2 2-12 16,1-2-16-16,2-2-5 0,-1-1-13 0,4 2-7 15,2-2-8-15,-1-1-9 0,1 2-7 0,2-3-16 16,3-1-12-16,0 0-14 0,1-2-10 0,1-1-7 15,0-1-10-15,4-4-3 0,-2 2-9 0,2-6 1 16,0 0 1-16,-2-2 6 0,2-1 0 0,-1-2 3 16,-5 1 0-16,3-1 5 0,-3 1 2 0,-2-1 6 15,0-1-1-15,-4-1 2 0,4 1 3 16,-5 9 0-16,2-21 5 0,-2 12 1 0,0 9 1 16,-2-15 5-16,2 15 3 0,-2-12 6 0,2 12 1 0,-1-11-3 15,1 11 0-15,0 0-2 0,0 0 5 0,0 0 1 16,0 0 10-16,0 0-7 0,0 0-2 0,0 0-2 15,0 0 1-15,-8 26-3 0,8-14-1 16,1-3-4-16,1 0 0 0,-1 0-2 0,0-3 2 16,3 1 3-16,1-1-2 0,0-2-2 0,0 0-1 15,3 0-7-15,-8-4-5 0,22 2-2 0,-10-4 0 0,6-3-5 16,1-3-5-16,-1 0 3 0,0 1-5 0,-4-3-4 16,2-1 3-16,-6 3 1 0,-1-1 2 0,0 2-1 15,-2-4 5-15,-2 2 1 0,1-3 1 0,-5-4-1 16,-1 7 2-16,1-2 2 0,-1 11 2 15,0-18-3-15,0 9 4 0,0 9 6 0,-5-13-5 16,5 13 4-16,-1-10 2 0,1 10-2 0,0 0-4 0,-3-9 6 16,3 9-2-16,0 0 9 0,0 0 4 0,0 0-1 15,0 0 1-15,0 37 6 0,0-23-8 0,1 4 1 16,-1-2 0-16,2 1 0 0,-2-4-2 16,4 2-2-16,-2-3-3 0,2-2 0 0,-1 0 2 15,0 0-3-15,0-3 2 0,-3-7 1 0,8 10-4 16,-8-10 4-16,11 5 7 0,-2-3-1 0,-9-2-1 0,22-5-3 15,-6 1 2-15,-3-2-4 0,4-3-1 0,-2 1-3 16,2-1 2-16,-4-1-7 0,0-1 3 16,-3 1-9-16,0 2 10 0,1-7-12 0,-3 6 3 0,-3-4 0 15,0 4 3-15,-1-1-1 0,-4 0 0 16,0 10 1-16,0-20 1 0,0 20 3 0,0-10-1 16,0 10 1-16,-5-9 1 0,5 9 1 0,0 0 6 0,-9-4-3 15,9 4 5-15,0 0 0 0,-19 16 4 16,11-9-3-16,0 3 0 0,3 0-4 0,3-1-1 15,-6 2-16-15,6 0-30 0,-2 6-56 0,2-5-59 16,4-2-65-16,2 4-230 0,-1-1-483 0,5-4 214 16</inkml:trace>
  <inkml:trace contextRef="#ctx0" brushRef="#br0" timeOffset="-112495.36">6879 6242 104 0,'-12'0'220'0,"12"0"-24"0,-10 0-21 0,10 0-20 0,-9 3-49 16,9-3-57-16,0 0-73 0,-14 5-67 15,14-5-58-15,-11 5-160 0,3 0 71 0</inkml:trace>
  <inkml:trace contextRef="#ctx0" brushRef="#br0" timeOffset="-112348.62">6502 6482 38 0,'0'0'219'0,"28"-8"-26"15,-10-2-18-15,5 0-46 0,5-4-23 0,4-1-54 16,1 2-50-16,3-2-49 0,-2 1-98 0,0-2-157 16,0 2 71-16</inkml:trace>
  <inkml:trace contextRef="#ctx0" brushRef="#br0" timeOffset="-112132.84">7098 5725 2288 0,'8'-25'114'0,"-2"7"-20"0,1 3-39 16,-2 3-24-16,-2 3-9 0,3 4 3 0,1 0 4 15,-7 5 10-15,18 6 9 0,-2 5 3 0,3 13-3 16,2 4 2-16,3 12 0 0,-2 4-4 0,-7 2-4 15,-3 0-3-15,-9 1-2 0,-6 2-3 0,-2-1-13 16,-7 0-22-16,-8-2-44 0,-3 2-48 0,-7-2-68 16,-2-2-70-16,-6 0-208 0,-4-3-475 0,-1-5 209 15</inkml:trace>
  <inkml:trace contextRef="#ctx0" brushRef="#br0" timeOffset="-104141.85">10413 5686 12 0,'0'0'28'0,"0"0"-5"16,2-10-7-16,-2 10-9 0,0 0-3 0,2-7-19 0,-2 7-17 16,0 0 7-16</inkml:trace>
  <inkml:trace contextRef="#ctx0" brushRef="#br0" timeOffset="-99536.06">4920 15203 35 0,'14'-1'27'15,"-14"1"-16"-15,14 0-6 0,-5-2-18 0,1 1-15 0,0 0 7 16</inkml:trace>
  <inkml:trace contextRef="#ctx0" brushRef="#br0" timeOffset="-98767.33">5450 15045 5 0,'0'0'169'15,"0"0"3"-15,0 0-12 0,1-9-5 0,-1 9-8 16,0 0-20-16,0 0-11 0,0 0-12 0,-9-5-7 15,9 5-12-15,0 0 1 0,-10-2-6 0,10 2-10 0,0 0-7 16,0 0-6-16,0 0-4 0,-12 2-3 16,12-2-8-16,0 0-5 0,-8 3-2 0,8-3-5 15,-8 3-8-15,8-3-6 0,-6 6-10 0,6-6-3 16,-5 5-8-16,1 0-7 0,4-5 1 0,0 0-3 16,-8 5-6-16,8-5 9 0,-4 4-4 0,4-4-2 15,0 0 6-15,0 0 2 0,-6 4 2 0,6-4 3 16,0 0-17-16,0 0 12 0,0 0-8 0,0 0 4 15,0 0 1-15,0 0-2 0,0 0 0 0,-9-10 6 16,9 10 0-16,-4-6 3 0,4 6-1 0,0 0-4 16,-2-9 14-16,2 9 4 0,0 0 11 0,0 0 4 15,0 0 4-15,0-9 4 0,0 9 2 0,0 0 2 16,0 0 4-16,0 0-7 0,0 0-1 0,0 0-6 16,0 0-8-16,0 0 10 0,0 0 8 0,0 0 9 15,-2 25 8-15,4-6 8 0,-2 0 6 0,0 12-9 16,0 0 1-16,0 2-3 0,2 14-6 0,-1-9 3 15,1 12-1-15,-4-3-7 0,2-10 27 0,4 11-6 16,3-3-11-16,-2-10-3 0,-1 11-6 0,2-11-4 16,-1 1-3-16,2-2-4 0,3-1-7 0,-4-1 1 15,-1-1-6-15,0 0-1 0,2-1 2 0,-3 1-5 16,1-2-2-16,0-3-9 0,-3-1 5 0,2 3-1 16,-3-9 0-16,2 6 2 0,0-9-6 0,-2 2 0 15,0-3-8-15,1-3-6 0,-1-1-9 16,-1 0-13-16,0-11-11 0,-1 13-14 0,1-13-11 0,-2 12-19 15,2-12-13-15,0 0-19 0,-2 14-17 0,2-14-22 16,0 0-31-16,0 0-26 0,-13 3-141 16,13-3-382-16,0 0 169 0</inkml:trace>
  <inkml:trace contextRef="#ctx0" brushRef="#br0" timeOffset="-98506.86">5062 16021 8 0,'-13'1'174'0,"13"-1"11"0,-23 6-7 16,11-1-3-16,2-1-3 0,1-2-11 16,-5-2-7-16,14 0-10 0,-15 2-12 0,6 1-15 15,9-3-13-15,-12 3-6 0,12-3-15 0,-10 4-6 16,10-4-9-16,-8 5-9 0,8-5-19 0,0 0-21 15,0 0-16-15,0 0-30 0,0 0-14 0,0 0-15 16,0 0-5-16,0 0-13 0,0 0-25 0,0 0-36 16,0 0-29-16,0 0-85 0,0 0-270 0,0 0 119 15</inkml:trace>
  <inkml:trace contextRef="#ctx0" brushRef="#br0" timeOffset="-98163.43">5169 16045 21 0,'0'0'198'0,"-15"3"-6"0,15-3-5 16,-16 4 0-16,5-2 5 0,1 5-3 0,-1-4-7 15,0-1 1-15,11-2-2 0,-15 4-10 0,8-2-4 16,7-2-10-16,-11 5-12 0,11-5-6 16,0 0-11-16,0 0-8 0,-11 6-21 0,11-6-2 15,0 0-2-15,0 0 3 0,0 0 1 0,0 0-13 16,0 0-3-16,49-14-5 0,-23 7-8 0,2-1-14 0,1 2-18 16,2-3 4-16,0 0-20 0,-1 1-5 0,-2-1-14 15,-1 0-20-15,1 3-31 0,-7 0-29 16,-5 0-28-16,1 1-36 0,-4 1-34 0,1 2-38 15,0 0-43-15,-14 2-193 0,13 2-485 0,-13-2 214 16</inkml:trace>
  <inkml:trace contextRef="#ctx0" brushRef="#br0" timeOffset="-97972.59">5204 16218 253 0,'-6'2'278'0,"-4"2"-30"0,6-1-18 15,4-3-11-15,0 0-3 0,0 0 11 0,0 0-9 16,16 5-16-16,-5-5-16 0,10-5-22 0,7-1-15 16,0-3-5-16,2-4-21 0,1 2-21 0,0 0-25 15,-1 1-51-15,0 0-53 0,-2-3-49 0,-2 7-61 16,-6 2-63-16,-2-1-57 0,-8 7-138 0,-10-2-427 16,0 0 190-16</inkml:trace>
  <inkml:trace contextRef="#ctx0" brushRef="#br0" timeOffset="-97813.64">5386 16424 43 0,'-5'5'362'0,"3"0"-33"0,-5-1-36 0,7-4-34 15,-5 6-23-15,5-6-21 0,-4 5-23 0,4-5-12 16,0 0-18-16,0 0-13 0,25 4-16 0,-6-9-27 16,0-2-37-16,10-5-42 0,3-5-49 15,0 2-66-15,14-9-66 0,-14 7-69 0,-3 4-155 16,2-5-410-16,-3-1 181 0</inkml:trace>
  <inkml:trace contextRef="#ctx0" brushRef="#br0" timeOffset="-97321.14">5042 13189 36 0,'0'0'10'15,"0"0"-18"-15,0 0-9 0,3 10 5 0</inkml:trace>
  <inkml:trace contextRef="#ctx0" brushRef="#br0" timeOffset="-96994.78">6733 14413 175 0,'0'0'383'0,"7"4"-47"0,-7-4-36 0,0 0-40 15,0 0-39-15,0 0-24 0,6 4-28 0,-6-4-21 16,0 0-32-16,0 0-21 0,0 0-37 0,0 0-36 16,0 0-44-16,0 0-47 0,0 0-54 0,0 0-60 15,0 0-165-15,0 0-376 0,0 0 167 0</inkml:trace>
  <inkml:trace contextRef="#ctx0" brushRef="#br0" timeOffset="-96773.89">5215 13708 3091 0,'-18'-4'37'0,"0"-2"-96"15,5 3-46-15,-2-1-56 0,5 0-80 0,3 3-41 16,7 1-98-16,0 0-412 0,0 0 182 0</inkml:trace>
  <inkml:trace contextRef="#ctx0" brushRef="#br0" timeOffset="-91626.62">28788 5153 26 0,'0'0'237'0,"0"0"-14"0,0 0-11 0,0 0-4 0,0 0-6 16,0 0-4-16,0 0-12 0,0 0-10 16,0 0-15-16,0 0-17 0,0 0-13 0,0 0-12 15,0 0-14-15,0 0-15 0,0 0-10 0,0 0-9 16,0 0-7-16,0 0-8 0,0 0-9 0,0 0-4 16,0 0-3-16,0 0-13 0,0 0 1 0,0 0-2 0,0 0-5 15,6 15 0-15,-3-4 0 0,5 3-2 16,0 1-4-16,-2 1-2 0,1 0 3 0,-1 0-4 15,2-1 1-15,3 0-4 0,-2 3 2 0,0-3 1 16,-1 0-4-16,-2-1-2 0,2-1 0 0,-3-1 0 16,4-2 1-16,-4 2-2 0,3-2 2 0,-3-1-3 0,1 1 1 15,3 0 3-15,-4-2-1 0,2 0-6 16,-1-1 3-16,-2-1 1 0,0-1-3 0,2 0 2 16,-2 0 0-16,-4-5-7 0,6 9 1 0,-3-7-3 15,-3-2 2-15,5 7 0 0,-5-7 1 0,4 3 3 16,-4-3 7-16,0 0 10 0,0 0 8 0,6 3 14 0,-6-3 4 15,0 0 2-15,0 0-9 0,0 0 0 0,6-15-5 16,-2 3-1-16,-1-3 1 0,1-1-8 16,0-9-5-16,1 7 5 0,0-1-12 0,-3-2 4 0,5-3-2 15,-1-1-6-15,1 1 1 0,0 0 0 16,-4 5-1-16,2-6-7 0,-2 7 3 0,2-2-3 0,0 2-1 16,-3-1 1-16,2 3 0 0,0 1 4 0,-3 4-5 15,2-1 1-15,-2 4-1 0,0 2 1 0,2-1-4 16,-3 7 1-16,1-7 0 0,-1 7-9 15,3-10-9-15,-3 10-7 0,2-5-16 0,-2 5-16 16,0 0-21-16,0 0-27 0,3-8-41 0,-3 8-26 16,0 0-10-16,0 0-20 0,0 0-31 0,14 11-160 0,-9-5-427 15,0 1 190-15</inkml:trace>
  <inkml:trace contextRef="#ctx0" brushRef="#br0" timeOffset="-90927.95">29295 5457 132 0,'0'0'169'0,"-8"-2"-10"0,8 2 2 0,0 0-5 15,-8-2-1-15,8 2-6 0,0 0-11 0,-9-3-9 16,9 3-10-16,0 0-11 0,0 0-2 0,-9-3-4 15,9 3 1-15,0 0-2 0,0 0-1 0,-7-1-3 16,7 1-8-16,0 0-3 0,0 0-4 0,0 0-2 16,0 0-7-16,0 0-4 0,0 0-1 0,0 0-15 15,0 0-10-15,0 0-1 0,0 0-9 0,0 0-1 16,0 0-13-16,0 0 4 0,0 0-6 0,32-7 1 16,-21 6-12-16,3-1-17 0,-2-2-25 0,2 0-23 15,-1 3-37-15,-2-1-24 0,4 1-34 0,-3 1-29 16,1 0-21-16,-2 1-155 0,-3-1-390 0,1 0 173 15</inkml:trace>
  <inkml:trace contextRef="#ctx0" brushRef="#br0" timeOffset="-90682.76">29357 5439 31 0,'-7'-2'216'0,"7"2"-13"0,0 0-1 16,0 0-10-16,0 0-9 0,0 0-13 0,0 0-15 15,0 0-14-15,0 0-19 0,0 0-20 0,0 0-8 16,0 0-11-16,0 0-10 0,-6 7-5 0,6-7-11 16,2 12-1-16,-2-2-8 0,-2-1-3 0,1 3-3 15,0 0 0-15,1 0-3 0,0 1-6 0,0 1-6 16,0 4-4-16,0-5 2 0,1 3-4 0,-2 1-1 16,2-5-2-16,0 3-2 0,2 1-15 0,-3-5-38 15,1 3-38-15,2-2-36 0,-2-1-41 0,2 2-36 16,-1-1-144-16,1-3-357 0,-1 0 158 0</inkml:trace>
  <inkml:trace contextRef="#ctx0" brushRef="#br0" timeOffset="-90430.22">29543 5438 98 0,'0'0'253'0,"2"-10"-23"0,-2 10-12 15,0 0-17-15,1-5-12 0,-1 5-20 0,0 0-13 16,0 0-17-16,0 0-7 0,0 0-6 0,0 0-5 16,0 0-13-16,0 0 0 0,0 0-15 15,0 23-11-15,0-10-10 0,2-4-5 0,-2 3-5 0,1 0-8 16,-1 0 2-16,0 2-9 0,0-1-7 0,0-2-1 16,-1 0-5-16,-1 0-27 0,2-1-32 0,2-1-30 15,-4 3-32-15,1-5-32 0,1 3-38 16,-1-1-37-16,0 1-184 0,-1 0-409 0,2-10 181 15</inkml:trace>
  <inkml:trace contextRef="#ctx0" brushRef="#br0" timeOffset="-90074.33">29534 5588 32 0,'3'-2'155'0,"-3"2"-14"0,12-7-14 16,1 3-11-16,-2 0-12 0,1 0-2 0,1 0-12 0,3-3-15 15,1 2-4-15,1 0-11 0,-4-3-13 0,2 4-9 16,-4-1 0-16,-3 1-1 0,1 0-3 0,-1-1-8 16,-5 2 5-16,2-2 7 0,-2-1-9 15,1 0 1-15,-1-1 7 0,-4 0 4 0,2-1 8 16,-2 8 10-16,2-13 12 0,-1 7 2 0,2 0-3 0,-3 6 7 16,0-11-2-16,0 11 3 0,1-7-8 0,-1 7-5 15,2-7-9-15,-2 7-4 0,0 0-6 16,0 0-10-16,0 0-8 0,0 0 0 0,0 0-2 15,0 0 16-15,0 0 4 0,0 0-2 0,-3 29-7 16,1-16 1-16,1 0-5 0,-2 0 1 0,3 3-4 16,-1-5 0-16,1 5-1 0,0-2-4 0,0-3-2 0,-1 2-1 15,1-1-2-15,0-1-4 0,1 2 5 16,-1-1-3-16,1-2-2 0,-1 0-14 0,2 0-38 16,0 2-38-16,0-3-59 0,3 0-59 0,-1-1-53 15,-3 1-139-15,3-1-416 0,-4-8 184 0</inkml:trace>
  <inkml:trace contextRef="#ctx0" brushRef="#br0" timeOffset="-89889.48">30050 5477 233 0,'0'0'229'0,"4"-5"-23"0,-4 5-23 16,0 0-17-16,9-2-17 0,-9 2-17 15,12-4-11-15,-4 4-32 0,2 0-31 0,3 0-39 16,1 0-47-16,-2 0-51 0,2 2-55 0,-4 3-90 16,-1 0-243-16,-3-1 107 0</inkml:trace>
  <inkml:trace contextRef="#ctx0" brushRef="#br0" timeOffset="-89734.06">30054 5604 274 0,'0'0'262'15,"0"0"5"-15,0 0-18 0,0 0-9 0,0 0-21 16,0 0-16-16,0 0-21 0,0 0-14 0,0 0-19 16,0 0-16-16,26 0-23 0,-9-4-31 0,4 3-49 15,0-3-56-15,7 1-69 0,3-2-82 0,0 1-202 16,-1-1-408-16,-3-2 181 0</inkml:trace>
  <inkml:trace contextRef="#ctx0" brushRef="#br0" timeOffset="-88006.41">30688 5151 163 0,'0'0'247'0,"-3"-9"-8"15,3 9-10-15,-4-6-10 0,4 6-13 0,0 0-16 16,0 0-22-16,-1-9-16 0,1 9-14 0,0 0-19 15,0 0-12-15,0 0-14 0,0 0-9 0,0 0-11 16,0 0-9-16,0 0-6 0,0 0-3 0,13 22-6 16,-11-7 1-16,5 3-4 0,-1-1-6 0,2 2-4 15,2 5-5-15,-5 2 1 0,9-5-3 0,-6-1-2 16,1-2-4-16,0-3-5 0,0 3 3 0,2-1-4 16,-6-6 0-16,3 3-3 0,-2-3-2 0,1 1 2 15,0-3-2-15,-1 0-5 0,-1-2 4 0,0 2-2 16,0-4 1-16,1 1-2 0,-2 2-3 0,0-4 0 15,-4-4 3-15,5 5-1 0,-5-5 0 0,3 5-1 16,-3-5-3-16,0 0 8 0,0 0 4 0,0 0 19 16,0 0-4-16,0 0-5 0,0 0-5 0,16-20-1 15,-11 9 2-15,3-5 0 0,-2-2-5 0,2-1 3 16,2-3 7-16,-2-4-12 0,1 0-6 0,-4 2 1 16,3 0 3-16,-2-1 26 0,2 2 4 0,-2 5-9 15,-2-1-3-15,1 0-4 0,0 1-9 0,-1 3-4 16,-1 4-1-16,-2 0 1 0,1 3-2 0,-2 0-5 15,4 3-20-15,-4 5-26 0,3-10-25 0,-3 10-35 16,0-7-39-16,0 7-38 0,0 0-14 0,0 0-26 16,0 0-34-16,0 0-171 0,0 0-455 0,-9 39 202 15</inkml:trace>
  <inkml:trace contextRef="#ctx0" brushRef="#br0" timeOffset="-87724.8">31273 5278 61 0,'0'0'232'0,"0"0"-10"16,0 0-10-16,-12-9-12 0,12 9-13 0,0 0-11 16,-11 2-18-16,11-2-13 0,-14 6-12 0,6 0-9 15,-2 2-12-15,-1-1-4 0,3 2-13 0,-4 5-8 16,0 1-8-16,4 2-8 0,-2-1-7 0,3-6-8 15,-2 7-4-15,4-4-10 0,3-2-3 0,-2 0-3 16,1 0-4-16,2 0-5 0,2-1 0 16,-1 0-1-16,4-1-5 0,1 1-13 0,4 0-8 15,-1-2-17-15,-2 0-24 0,3-2-28 0,0 1-42 16,8-3-39-16,-6-1-45 0,2 2-181 0,-1-1-405 0,-1-2 180 16</inkml:trace>
  <inkml:trace contextRef="#ctx0" brushRef="#br0" timeOffset="-87488.35">31525 5307 199 0,'-7'-3'220'16,"7"3"-7"-16,-10-4-10 0,10 4-5 0,0 0-11 16,-24 7-2-16,11-2-8 0,-3 4-7 0,-1 2-8 15,3 3-7-15,-2-3-5 0,0 5-10 0,3-5-12 16,0 3-17-16,0-3 8 0,6-1-17 0,-1 0-13 15,1 2-9-15,1-3-8 0,3 1-6 0,-1 0-7 16,2 2-7-16,1-5-6 0,1 3-16 0,4 0-11 16,0-4-36-16,2 3-31 0,4-2-38 0,2-1-41 15,6-1-55-15,2 0-53 0,-1-1-205 0,1-4-476 16,1 2 211-16</inkml:trace>
  <inkml:trace contextRef="#ctx0" brushRef="#br0" timeOffset="-87104.31">31788 5150 276 0,'-1'-8'274'0,"1"8"-8"0,0 0-9 0,-3-8-4 0,3 8-1 16,0 0-23-16,0 0-12 0,0 0-20 0,-2-7-11 16,2 7-23-16,0 0-25 0,0 0-4 0,0 0-6 15,0 0-10-15,0 0-11 0,0 0-13 0,0 0-10 16,0 0-12-16,0 0-3 0,0 0-13 0,0 0-5 16,0 0-6-16,0 0-9 0,0 0 0 15,0 0-9-15,0 0-13 0,0 0 11 0,0 0 0 0,20 19-7 16,-15-12 5-16,3 1-4 0,-2 1-6 0,1 0-4 15,0 1 5-15,2 0-1 0,-4 0-7 0,4-1 5 16,3 4 4-16,-3-4-4 0,-3 1-2 0,3-1-1 16,-1 0-22-16,-2-1-24 0,1 1-47 0,1-1-32 15,-3 1-35-15,2 0-39 0,-2-2-42 0,-1-1-38 16,-4-6-213-16,4 18-522 0,-4-18 231 0</inkml:trace>
  <inkml:trace contextRef="#ctx0" brushRef="#br0" timeOffset="-86876.49">31918 5119 59 0,'-2'-5'258'0,"2"5"-5"0,-3-7-20 0,3 7-9 16,0 0-16-16,-2-8-17 0,2 8-18 0,0 0-14 15,0 0-6-15,-17 12-9 0,8-2-10 0,-2 6-12 16,-6 4-11-16,0 1-5 0,1 0-16 15,-2 1-5-15,-1 0-5 0,3 3-12 0,-2-1-2 16,3-2-17-16,0 0-31 0,6-5-41 0,-3 6-47 0,5-6-51 16,-2 0-41-16,4-2-53 0,-3 1-185 0,4-4-431 15,2-2 191-15</inkml:trace>
  <inkml:trace contextRef="#ctx0" brushRef="#br0" timeOffset="-86586.81">32097 5092 2500 0,'7'-17'146'0,"0"5"-13"15,-2-1-48-15,-1 5-13 0,0 0-4 0,-3 2-13 16,1-1 5-16,-2 7-1 0,4-7 7 0,-4 7-2 16,2-5-11-16,-2 5-5 0,0 0-8 0,6-4-2 15,-6 4 3-15,0 0-5 0,0 0 5 0,3 24-10 0,-2-13 0 16,-1 6 12-16,1 0-20 0,2 1 4 15,0 1-2-15,-2 1 0 0,2-2-6 0,-2 1-2 16,0-1 0-16,-1 0-3 0,3-1 3 0,2 0 0 16,-5-2-2-16,1 1-7 0,0-4 7 0,2 5-2 15,-3-5-24-15,0-1-25 0,1 0-36 0,-1 0-32 16,1-1-34-16,-1-10-28 0,-1 14-29 0,1-14-30 16,1 12-31-16,-1-12-205 0,-2 12-497 0,2-12 221 15</inkml:trace>
  <inkml:trace contextRef="#ctx0" brushRef="#br0" timeOffset="-86256.96">32183 4954 84 0,'6'-11'200'0,"2"1"1"0,3 0-11 0,1 1-12 15,-1 3-13-15,-2 0-10 0,0 3-23 0,-2 0-5 16,3 3-17-16,-10 0 3 0,17 5 3 0,-5 2 5 15,-4-1-14-15,1 3-5 0,-3 0-7 0,1 1-4 16,-3 1-10-16,-2 5 0 0,-3 0-5 0,0-1-5 16,-5-3-3-16,0 4-7 0,-2-1-7 0,-2-1-2 15,-1-1-6-15,3-4-4 0,-1 1-3 0,3-3-2 16,-2-2 0-16,2 1-8 0,1-2-2 0,5-4 2 16,-7 7-6-16,4-2-3 0,3-5 0 0,-5 4-6 15,5-4 0-15,0 0-1 0,0 0-6 0,-5 5-2 16,5-5 0-16,0 0-4 0,0 0 11 0,2 10-8 15,-2-10 0-15,8 8-8 0,-2-2-26 0,0-2-31 16,4 2-37-16,-1 2-34 0,1 0-39 0,7-1-36 16,-7-1-37-16,-1 1-142 0,3-1-417 0,-5-1 184 15</inkml:trace>
  <inkml:trace contextRef="#ctx0" brushRef="#br0" timeOffset="-86000.49">32541 5119 179 0,'6'-4'185'0,"1"0"-3"16,-2 2-14-16,-5 2-21 0,11-3-13 0,-11 3-4 16,9 1 3-16,-9-1-9 0,9 4 0 0,-5 2-6 15,-1 2-6-15,-2 1 2 0,-1 0-10 16,-1 1-6-16,-2 1-3 0,-1 2-5 0,-1-1-1 16,0-2-5-16,0 1-6 0,-2-1-6 0,4-1-10 0,0-1-5 15,-1-3-8-15,0 2-3 0,4-7-8 0,-4 7 2 16,4-7-5-16,-1 8-3 0,1-8-3 0,0 0 2 15,8 10-7-15,-2-6 0 0,4 0-13 16,3-1-11-16,6-1-18 0,-19-2-26 0,0 0-32 0,77 9-42 16,-50-6-54-16,-27-3-51 0,56 5-176 15,-56-5-430-15,37 2 190 0</inkml:trace>
  <inkml:trace contextRef="#ctx0" brushRef="#br0" timeOffset="-85632.82">31113 5789 99 0,'-29'4'234'15,"10"-1"-24"-15,1 0-18 0,9 0-11 0,5-1-3 16,4-2 9-16,0 0-4 0,24 7-14 0,11-5-13 16,26-6-12-16,41-4-15 0,6-6-5 0,12 5-20 15,3-8-12-15,-1 2-11 0,2 6-2 0,-5-3-15 16,-5-2-6-16,-7 4-5 0,-10 1-5 0,-30 3-6 16,22-3-4-16,-33 5-9 0,3-2 3 0,-4 3-5 15,-1-4-3-15,-15 3-5 0,0 1 0 0,0 0-2 16,0-1-1-16,-2-2-3 0,-37 6 1 0,57-3-3 15,-57 3-6-15,39-2-18 0,-39 2-16 0,0 0-26 16,33-1-18-16,-33 1-33 0,0 0-24 0,0 0-38 16,0 0-40-16,0 0-174 0,0 0-414 0,0 0 184 15</inkml:trace>
  <inkml:trace contextRef="#ctx0" brushRef="#br0" timeOffset="-85313.16">31410 6154 50 0,'-13'-4'324'0,"13"4"-20"0,-14-5-9 16,14 5-3-16,0 0-5 0,-14-5-12 0,14 5-13 15,0 0-17-15,-13-3-22 0,13 3-28 0,0 0-22 16,0 0-18-16,0 0-15 0,0 0-15 15,-9 20-2-15,8-2-14 0,1 0-5 0,-3 12-12 16,4-2-10-16,2 4-5 0,-2-2-6 0,-2 1-7 16,0-1-6-16,2 1 0 0,-2-4-8 0,1-2-4 0,-2 1-3 15,4-7-7-15,-2 0-9 0,0-2-28 0,-3 2-23 16,3-2-39-16,-1-5-22 0,-2 1-28 16,1-2-23-16,-2 1-23 0,0-2-27 0,4-10-20 15,-6 15-31-15,6-15-31 0,-7 12-20 0,2-8-149 16,5-4-473-16,0 0 210 0</inkml:trace>
  <inkml:trace contextRef="#ctx0" brushRef="#br0" timeOffset="-84991.47">31339 6170 98 0,'0'0'183'0,"13"-14"-3"0,-4 10-8 16,0 2 2-16,1-1-16 0,-10 3-14 0,22 0-4 15,-12 0-14-15,-10 0-10 0,22 4-5 0,-12-1-16 16,-2 0-6-16,-8-3-11 0,14 6-8 0,-8-1-8 16,-6-5-4-16,8 10 5 0,-8-10-10 0,1 13 1 15,-1-13-7-15,-4 11 1 0,4-11-7 0,-9 15-2 16,4-9-3-16,-5 0-6 0,2 3-3 0,-1-2-2 16,-1-2-5-16,4-1 0 0,6-4-2 0,-12 7-5 15,7-3 0-15,5-4-1 0,-7 5-4 0,7-5 1 16,-7 7-3-16,7-7 3 0,-4 9-5 0,4-9-1 15,0 11-1-15,0-11 0 0,7 17 3 0,0-9 0 16,0 1 1-16,-1 2-3 0,-1-3-5 0,9 2-20 16,-5 0-29-16,6 0-32 0,-2 1-27 0,3-3-51 15,2-1-49-15,-3 0-130 0,-4-2-367 0,2-4 162 16</inkml:trace>
  <inkml:trace contextRef="#ctx0" brushRef="#br0" timeOffset="-84785.08">31701 6325 25 0,'0'0'274'0,"0"0"-10"0,3-5-16 0,-3 5-6 15,0 0-18-15,0 0-8 0,0 0-5 0,0 0-4 16,0 0-6-16,0 0-14 0,0 0-6 0,0 0-15 16,7 33-16-16,-8-23-18 0,1 0-13 0,0 3 0 15,0-2-9-15,0 6-22 0,0-7-7 0,1 1-13 16,1 1-30-16,-1 0-39 0,-1-2-42 15,0 0-57-15,0-10-69 0,4 18-80 0,-3-7-250 0,-1-11-539 16,-1 11 239-16</inkml:trace>
  <inkml:trace contextRef="#ctx0" brushRef="#br0" timeOffset="-84594.22">31888 6374 76 0,'0'0'200'0,"18"-4"-20"0,-7 2-11 0,3-2-21 16,-1 3-12-16,1-1-18 0,0-2-7 0,4 2-19 15,-4 0-10-15,5 0-40 0,-7 0-40 0,2-1-34 16,-3 1-51-16,0 0-36 0,-4 0-68 16,-7 2-204-16,0 0 91 0</inkml:trace>
  <inkml:trace contextRef="#ctx0" brushRef="#br0" timeOffset="-84406.84">32059 6248 153 0,'0'0'236'0,"0"0"-8"0,0 0-11 15,0 0-10-15,0 0-17 0,0 0-2 0,0 0 6 16,0 0-7-16,0 0-2 0,-7 21-10 0,6-11-17 0,-1 2-1 16,-3 3-11-16,2-2-15 0,2-1-11 0,-3 1-15 15,1 3-11-15,1-3-6 0,2 3-7 16,0-5-10-16,0 2-40 0,1 2-34 0,0-3-53 15,1 0-60-15,0 0-56 0,3-3-75 0,0 1-211 16,0-1-497-16,1-5 220 0</inkml:trace>
  <inkml:trace contextRef="#ctx0" brushRef="#br0" timeOffset="-84144.51">32396 6157 195 0,'3'-10'337'0,"-1"3"-6"16,-2 7-4-16,2-11-6 0,-2 11-19 0,0 0-14 16,4-11-23-16,-4 11-25 0,0 0-26 0,0 0-23 15,0 0-17-15,0 0-14 0,0 0-21 16,6 23-5-16,-4-7-16 0,0 1-8 0,0 2-15 16,0 0-4-16,-1 5-10 0,-1 1-5 0,0-8-3 0,0 2-8 15,1-2-5-15,-2 0-8 0,2-1-6 0,-1 0-32 16,0-2-34-16,1-2-33 0,-1-2-29 15,3 1-27-15,-4 0-39 0,1-1-34 0,0-3-43 16,-2 2-43-16,2-9-30 0,-3 12-221 0,-1-7-563 16,4-5 249-16</inkml:trace>
  <inkml:trace contextRef="#ctx0" brushRef="#br0" timeOffset="-83824.74">32417 6105 181 0,'7'-8'223'0,"8"-3"-6"0,-4 5 2 0,1 1-6 16,0 4-17-16,1-1-13 0,-3 2-18 0,3 3-9 15,0 0-6-15,-4 1-8 0,2 3-10 0,-3 1-9 16,0 1-5-16,-4 1-13 0,-1-2 1 0,-3 3-3 16,0 1-13-16,-5 0-1 0,0 3-11 0,-4 0-6 15,0-7-2-15,-2 6-6 0,-2-3-7 0,1-2 5 16,2-2-4-16,-1-2-7 0,-1 2 0 0,2 0-10 15,1-3 2-15,1 2-7 0,2-4 5 0,6-2-13 16,-9 5 0-16,5-3-4 0,4-2-5 0,-8 7 1 16,5-4-5-16,3-3 1 0,0 0 2 0,1 15-1 15,-1-15-2-15,9 12 0 0,-1-6 7 0,2 0-11 16,6 0-20-16,1 0-33 0,2-1-31 0,2-1-38 16,5 3-38-16,-6-3-51 0,6 2-26 0,-6-3-54 15,-4 1-186-15,-4-2-505 0,-3 0 225 0</inkml:trace>
  <inkml:trace contextRef="#ctx0" brushRef="#br0" timeOffset="-83600.73">32759 6357 153 0,'0'0'190'0,"0"0"6"0,0 0 3 0,0 0-5 16,0 0-1-16,0 0 1 0,0 0 1 0,0 0-2 16,0 0-9-16,0 0 4 0,0 0-1 0,0 0-12 15,0 0 5-15,40 32-16 0,-40-32-17 0,0 0-9 16,0 0 32-16,-12 48 0 0,12-48-10 0,0 0-8 15,-23 39-14-15,23-39-16 0,0 0-15 0,-12 26-7 16,12-26-12-16,0 0 0 0,0 0 0 0,0 0-15 16,0 0-3-16,0 0-15 0,39 34-38 0,-7-35-25 15,-32 1-59-15,90-6-48 0,-38 1-66 0,4-1-70 16,2-3-91-16,-8 0-276 0,2-2-669 0,0 1 296 16</inkml:trace>
  <inkml:trace contextRef="#ctx0" brushRef="#br0" timeOffset="-74524.43">21996 11849 10 0,'5'16'2'0,"0"3"3"0,-3-2 0 15,-1 2-1-15,3 0-1 0,-3-3-5 0,2 2 5 16,-1 0 1-16,0-1-5 0,-1 1 5 0,-1-3-5 16,0 2-1-16,-1-6 1 0,-2 3 1 0,2-1 2 15,-2 2-1-15,2-3 2 0,-1 1-2 0,0-1 1 16,-4 3 3-16,3 1 0 0,1 1-2 0,-1-4 5 15,-2 3-7-15,2-4 4 0,-1 5-1 0,1-3-1 16,0 3 3-16,-1-2 4 0,3-2-12 0,-2 4 7 16,0-2-7-16,-1 0 4 0,0 1 0 0,1-1-1 15,1 1-1-15,-2 0-2 0,0 1 0 0,0-2 4 16,2-2 0-16,-1 4 0 0,-1-1 1 0,2 2 0 16,-1 0-3-16,-1-1 0 0,3 0-10 0,-3-1 7 15,2 2-3-15,-3-1 1 0,7 0-9 0,-4-2 10 16,0 0-2-16,2 2-4 0,0-2 7 0,-1-1 0 15,2 2-4-15,-2-3 8 0,-1-1-4 0,2 1 2 16,-2 0-2-16,1-1 4 0,0-1 4 0,2 1 5 16,-1 1-4-16,0-2 13 0,-1 2-11 0,3-3 4 15,-2 4-1-15,-1-2 0 0,2-2-5 0,-1 4-3 16,0-4 1-16,2 2 3 0,-1 2-4 0,-1 2 6 16,0-3-4-16,1 6 4 0,-2-8-8 0,1 6 6 15,2 0-3-15,-3-2 0 0,1 3-2 0,1-2 0 16,-1 0-1-16,-1-1 1 0,2 1 0 0,-1 1-4 0,2-2-8 15,-4 3 2-15,2-3 0 0,0 2-1 16,-1-2-1-16,2 2-13 0,-2-1-25 0,1 1 12 0</inkml:trace>
  <inkml:trace contextRef="#ctx0" brushRef="#br0" timeOffset="-44491.14">17238 11939 73 0,'0'0'88'16,"0"0"-4"-16,0 0-6 0,0 0-8 0,0 0 4 15,0 0-16-15,0 0-4 0,0 0-6 0,0 0-5 16,0 0-5-16,0 0 1 0,0 0-14 0,0 0-2 16,0 0 0-16,0 0-2 0,0 0-1 0,0 0 6 15,0 0-12-15,0 0 2 0,0 0-4 0,0 0-4 16,0 0 11-16,0 0-13 0,0 0 8 0,0 0-4 15,0 0-5-15,0 0 5 0,0 0-7 0,0 0 3 16,0 0 1-16,0 0-2 0,0 0-3 0,0 0 7 16,0 0-8-16,0 0 3 0,0 0 2 0,0 0-4 15,0 0 8-15,0 0-11 0,0 0 0 0,0 0 4 0,0 0-3 16,0 0 3-16,0 0-1 0,0 0-1 0,0 0-1 16,0 0-1-16,0 0-4 0,0 0 5 15,0 0-4-15,0 0 1 0,0 0 2 0,0 0 7 16,0 0-11-16,0 0 4 0,0 0 3 0,0 0-2 15,0 0 1-15,0 0 4 0,0 0-4 0,0 0-2 0,0 0 13 16,0 0-21-16,0 0 21 0,0 0-15 0,0 0 10 16,0 0-12-16,0 0 9 0,0 0-5 0,0 0 3 15,0 0-7-15,0 0 3 0,0 0 20 16,0 0-17-16,0 0-1 0,0 0-6 0,0 0 1 0,0 0 5 16,0 0-1-16,0 0-6 0,0 0 2 0,0 0 2 15,3-7 2-15,-3 7-4 0,0 0 6 0,0 0 0 16,0 0 1-16,0 0-3 0,0 0 0 15,0 0 2-15,0 0 0 0,0 0 2 0,0 0-3 0,0 0-2 16,0 0 5-16,0 0 4 0,0 0-12 0,0 0 2 16,0 0 5-16,0 0-14 0,0 0 26 0,0 0-18 15,0 0 13-15,0 0-11 0,0 0-5 0,0 0 7 16,0 0 0-16,0 0 2 0,0 0 1 0,0 0-2 16,0 0 11-16,0 0-11 0,0 0-4 0,0 0-4 15,0 0 10-15,0 0-8 0,0 0 9 0,0 0-8 16,0 0 2-16,0 0 4 0,0 0-6 0,0 0-1 15,0 0 3-15,0 0 5 0,0 0-14 0,0 0 7 16,0 0-7-16,0 0-11 0,0 0-10 0,0 0-16 16,0 0 8-16,0 0-4 0,0 0 8 0,0 0-13 15,0 0-12-15,0 0-57 0,0 0-126 0,18 7 56 16</inkml:trace>
  <inkml:trace contextRef="#ctx0" brushRef="#br0" timeOffset="-43399.7">19600 9828 36 0,'0'0'44'0,"0"0"-7"15,0 0-11-15,0 0 8 0,0 0-3 0,0 0-6 16,0 0-2-16,0 0-1 0,0 0 4 0,0 0-3 16,0 0-5-16,0 0 2 0,0 0-5 0,0 0-7 15,0 0 5-15,0 0-1 0,0 0-3 0,0 0 5 16,0 0-2-16,0 0 1 0,0 0-7 0,0 0-1 15,0 0 8-15,0 0-10 0,0 0 5 0,0 0-3 16,0 0 3-16,0 0 5 0,0 0 0 0,0 0-5 16,0 0 6-16,0 0-2 0,0 0 3 0,0 0-5 0,0 0 1 15,0 0 0-15,0 0 2 0,0 0-7 16,0 0-3-16,0 0 4 0,0 0 1 0,0 0-3 16,0 0-4-16,0 0 5 0,0 0 2 0,0 0 0 15,0 0-4-15,0 0-7 0,0 0 2 0,0 0 4 16,0 0 2-16,0 0-3 0,0 0 5 0,0 0-4 15,0 0-6-15,0 0 3 0,0 0 3 0,0 0-2 16,0 0 0-16,0 0-3 0,0 0 9 0,0 0-12 16,0 0 9-16,0 0-1 0,0 0 4 0,0 0-1 0,0 0 0 15,0 0 1-15,0 0-2 0,0 0-10 0,0 0 9 16,0 0-1-16,0 0-6 0,0 0 7 16,0 0-9-16,0 0-1 0,0 0 2 0,0 0 5 15,0 0-5-15,0 0 3 0,0 0 0 0,0 0 1 0,0 0 4 16,0 0-9-16,0 0 8 0,0 0-3 0,0 0 0 15,0 0-8-15,0 0 13 0,0 0-4 16,0 0-2-16,0 0-1 0,0 0 0 0,0 0 0 0,0 0 6 16,0 0-2-16,0 0-2 0,0 0-1 0,0 0-3 15,0 0 3-15,0 0 6 0,0 0-10 0,0 0 1 16,0 0 0-16,0 0 3 0,0 0 7 0,0 0-11 16,0 0 2-16,0 0-6 0,0 0-1 0,0 0-6 15,0 0 8-15,0 0-11 0,0 0 1 0,0 0-2 16,0 0 0-16,0 0-3 0,0 0-3 0,-13-15-2 15,13 15 1-15,0 0-4 0,0 0-1 0,0 0-5 16,0 0-27-16,0 0-69 0,0 0 31 0</inkml:trace>
  <inkml:trace contextRef="#ctx0" brushRef="#br0" timeOffset="-38937.24">19629 9928 36 0,'0'0'99'0,"0"0"7"0,0 0-18 0,0 0-13 15,0 0 2-15,0 0-8 0,0 0-12 0,0 0-8 16,0 0-4-16,0 0-1 0,0 0-7 0,0 0-2 16,0 0-16-16,0 0-22 0,0 0-8 0,0 0-10 0,0 0-14 15,0 0-7-15,0 0-21 0,0 0-48 0,0 0-119 16,0 0 54-16</inkml:trace>
  <inkml:trace contextRef="#ctx0" brushRef="#br0" timeOffset="-38523.38">19782 9684 10 0,'0'0'32'0,"0"0"-10"16,0 0-16-16,0 0-18 0,0 0-13 0,0 0 6 0</inkml:trace>
  <inkml:trace contextRef="#ctx0" brushRef="#br0" timeOffset="-32572.4">24591 5179 35 0,'0'0'86'0,"17"-1"-14"0,-17 1-9 0,0 0-1 15,0 0-9-15,0 0-11 0,0 0 1 0,0 0-2 16,0 0-12-16,0 0 5 0,0 0-3 0,0 0-5 15,0 0 8-15,0 0-18 0,0 0 3 0,0 0-2 16,0 0-1-16,0 0-5 0,0 0-3 0,0 0 2 16,0 0-6-16,0 0 7 0,0 0-9 0,0 0 4 15,0 0-3-15,0 0 2 0,0 0 0 0,0 0-2 16,0 0 5-16,0 0-5 0,0 0-1 0,0 0-3 16,0 0 4-16,0 0 3 0,0 0-9 0,0 0 7 15,0 0-3-15,0 0 8 0,0 0-3 0,0 0 5 16,0 0 6-16,16 0-6 0,-5-4 5 0,2 0-3 15,8-2 7-15,8-1-6 0,0 1-2 0,2-1-2 16,1 1-7-16,-4-1-4 0,-1 1 8 0,-8 2-5 16,0 1-1-16,-5 0-5 0,-1 1 1 0,-1-1 0 15,-5 2-2-15,5 0 2 0,-6 1 5 16,-6 0-4-16,11 0 1 0,-11 0-12 0,12 0-5 0,-12 0-15 16,0 0-15-16,8 2-11 0,-8-2-5 0,0 0-6 15,0 0-37-15,0 0-115 0,0 0 52 0</inkml:trace>
  <inkml:trace contextRef="#ctx0" brushRef="#br0" timeOffset="-32281.83">24665 4987 11 0,'0'0'59'0,"-7"-4"-10"0,7 4-3 16,0 0-5-16,-9-2 1 0,9 2-9 0,0 0-8 16,0 0-5-16,0 0-9 0,0 0-6 0,0 0 2 15,0 0-5-15,-6 11 4 0,6-4 3 0,1 4-6 16,3 0 8-16,2 5-9 0,2 0 14 0,-4 3-3 16,5 4 1-16,-1 0 5 0,-2-3 4 15,0 5 0-15,-1-2-4 0,6 4-2 0,-9-2 6 0,6 3 2 16,-4 1-3-16,-2 1 9 0,1 0-8 0,-2 3-22 15,-1 2-28-15,-1 10-30 0,-8 2-38 16,1-12-102-16,-1-2 45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41:44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9946 13037 7 0,'0'0'15'0,"0"0"-1"0,0 0-5 0,0 0 1 16,-8-4-1-16,8 4 1 0,0 0-3 0,-5-3 5 16,5 3-7-16,0 0 8 0,-6-6-12 0,6 6 8 15,-6-2-6-15,6 2 7 0,0 0-2 0,-11-7-1 16,11 7-2-16,-11-2-1 0,6 1-5 0,5 1 6 16,-10-1 9-16,10 1-9 0,-12-3 5 0,12 3 1 15,-13-3 4-15,13 3-10 0,-10-1 10 0,10 1 2 16,-8 0-7-16,8 0-1 0,0 0 2 0,-11-1 3 15,11 1 0-15,0 0 7 0,0 0-3 0,-9 1 5 16,9-1 0-16,0 0-8 0,0 0 3 0,0 0-9 16,0 0 1-16,-5-6-4 0,5 6 1 0,0 0 3 15,0 0-6-15,0 0-2 0,0 0-1 0,0 0 0 0,0 0 0 16,0 0 2-16,0 0 3 0,0 0-14 16,32 0 8-16,-18 0 1 0,6 0-1 0,2 0-1 15,9 0 6-15,3 0-4 0,1-2 0 0,0-1 2 16,4 0-6-16,-1 2 0 0,0 0-10 0,0-1-7 0,-5-2 5 15,3 4-7-15,-3-3-8 0,-5 3-2 0,-6 0-27 16,-2 0-65-16,-6 0 29 0</inkml:trace>
  <inkml:trace contextRef="#ctx0" brushRef="#br0" timeOffset="443.19">9958 12822 36 0,'-9'0'44'16,"9"0"-9"-16,0 0 2 0,-16 4 2 0,6 0-11 16,0 2-1-16,0-2-3 0,-2 2-4 0,1-1-2 15,-2 0 0-15,0 3-1 0,0-3-4 0,2 1 2 16,2-1-2-16,0-2-3 0,-2 1-2 0,2 1 0 16,1-2-1-16,-1 0 3 0,3-1-1 0,6-2-6 15,-9 4 0-15,9-4 4 0,-7 5-6 0,7-5 4 16,-5 2 1-16,5-2-8 0,0 0 5 0,0 0-4 15,-7 5 7-15,7-5-6 0,0 0 3 0,-2 8-4 16,2-8 1-16,0 0 1 0,5 15-1 0,0-8-2 16,0 0 7-16,3 4-3 0,2 1 1 0,2 0-3 15,-2 0 3-15,3 2 3 0,1 1-7 0,-1-4 3 0,3 2-1 16,4 3-6-16,-1-3 2 0,-2-1-22 0,8 2-16 16,-3 3-29-16,-5-5-74 0,5 5 33 15</inkml:trace>
  <inkml:trace contextRef="#ctx0" brushRef="#br0" timeOffset="86996.09">9678 13044 1 0,'0'0'15'0,"-8"2"11"0,8-2-6 16,0 0-3-16,0 0-4 0,0 0 4 0,0 0-3 15,0 0-2-15,0 0-1 0,0 0-2 0,0 0 2 0,0 0-9 16,0 0 7-16,0 0 2 0,0 0-2 16,39-3-3-16,-23 1 3 0,3 0-5 0,3-1-2 15,7-1 5-15,0-1 1 0,1 2-1 0,-2-2-1 16,2 4-5-16,-1-4-1 0,0 1 7 0,3 0-8 0,2 2 5 16,-4-3-2-16,0 2 0 0,0 2-2 0,2-3 9 15,-4 3-7-15,-1 0-4 0,-6 1 2 16,0 0-2-16,-1 2-7 0,-2-1-1 0,-4-1-10 15,-2 2 0-15,0 0 0 0,-1-2 2 0,0 3-11 0,-2-3-31 16,-2 3 14-16</inkml:trace>
  <inkml:trace contextRef="#ctx0" brushRef="#br0" timeOffset="87432.43">9477 13111 12 0,'-5'3'17'0,"5"-3"-2"0,-6 4 3 0,6-4-3 15,0 0-3-15,0 0 5 0,0 0-9 0,0 0 4 16,27-3-3-16,-12 5-1 0,3-2-4 0,3 3 1 16,6-1 1-16,1 4 2 0,2 2-4 0,-1 1 0 15,-1 3-1-15,-1 2 2 0,1-2-4 0,0 3 1 16,2 3 1-16,-2-1-6 0,0 3-29 16,1 0-32-16,0 1 14 0</inkml:trace>
  <inkml:trace contextRef="#ctx0" brushRef="#br0" timeOffset="-21739.93">15917 4170 29 0,'-12'-7'41'16,"7"4"-5"-16,-1-1-2 0,1 1 3 0,5 3 5 15,-9-7-2-15,2 3 2 0,7 4 8 0,-10-6-11 16,5 4-12-16,0-3 0 0,5 5 2 0,-13-5-1 16,8 2-6-16,5 3 0 0,-9-4-2 0,9 4-4 15,-6-3 5-15,6 3-5 0,-8-4-4 0,8 4 6 16,0 0-9-16,-5-4-8 0,5 4 0 0,0 0 3 15,0 0-1-15,0 0 0 0,0 0 3 0,0 0-3 16,0 0-2-16,23 11 6 0,-10-7-2 16,6 2 5-16,9 1-6 0,1 0 2 0,3 2-3 0,3-4 3 15,3 2 0-15,3-2 3 0,13 2-1 0,-1 1 0 16,4-3-2-16,0-3-2 0,2 5-2 0,0-3 1 16,-1 2 5-16,1-2 0 0,3 0-1 15,-1-1-10-15,0-3 8 0,1 4-3 0,3-1 4 0,1-2-8 16,27 1 9-16,-27-2 1 0,27 1-2 15,-28 1-2-15,26-1 5 0,-28 0-9 0,26-1 6 16,-30 2 0-16,5-4-2 0,1 4 5 0,26-4-8 0,-29 4-1 16,0 0 23-16,0 0-27 0,3-2 17 0,1 3-11 15,-2-1 3-15,-3 1-1 0,-2 1 2 0,-3-3-8 16,-3 3 10-16,-1 0-5 0,-12-3 0 0,13 0-3 16,-14 1 5-16,0-2-8 0,14 0 3 0,4 0-1 15,-9 0-5-15,5 0 5 0,-3-2 6 0,-10 0-2 16,12 0 5-16,-12 1-7 0,-2 1-18 15,14-1 18-15,-15 1-1 0,1 0 1 0,1 1 3 16,0 0-1-16,0-2-2 0,0 2 3 0,0-1-1 0,0 2-7 16,-3-1 5-16,-1 0 0 0,-5 1 6 0,2 0-15 15,0-1 4-15,-4 1 4 0,2 1 0 0,-4-2-2 16,-5 0 6-16,2 0-10 0,6 2 6 0,1-1 1 16,-1 1-6-16,3-3 3 0,1 0 2 15,1 1-3-15,-1-1 0 0,0 2-5 0,3-4 6 16,-4 4-1-16,0-2 9 0,-3 0 4 0,2 2-6 0,-3-2 0 15,1 1-4-15,-1 0 3 0,1 1-2 0,-1-1-4 16,1-1 11-16,-2 0-8 0,1 0 5 0,-1 0 7 16,2 0-4-16,-8 0-2 0,8 0 0 0,-2-1 11 15,2-1-9-15,-7 2-3 0,0 0 3 16,-3 0-1-16,9-1-2 0,-1 1-3 0,-7 1 3 16,1-2 1-16,2 0-2 0,-3 2 4 0,1-1-11 0,0 0 9 15,0 0-2-15,-1 0 1 0,-1 0 5 0,2 1-10 16,-2-1 5-16,1 2-5 0,0-2 4 15,-2 0 2-15,-1 0-1 0,0 1 7 0,-4-1-2 16,-2 0 3-16,1 1-1 0,-3-1-2 0,-9 0 11 16,13-1-1-16,-7 2 6 0,-6-1-13 0,10 0 9 15,-10 0 3-15,0 0-2 0,9-1 3 0,-9 1 9 0,0 0-7 16,0 0 6-16,7 3-4 0,-7-3 2 0,0 0 6 16,0 0-14-16,0 0-1 0,0 0 2 15,0 0-6-15,0 0-2 0,0 0 4 0,0 0-5 16,0 0-3-16,0 0-6 0,11-2 6 0,-11 2-7 15,0 0-17-15,0 0-14 0,0 0-29 0,0 0-30 0,0 0-37 16,0 0-113-16,0 0-252 0,0 0 111 0</inkml:trace>
  <inkml:trace contextRef="#ctx0" brushRef="#br0" timeOffset="-19931.27">23343 4155 25 0,'90'10'22'16,"-30"-4"-2"-16,30 2-2 0,-27-2 5 0,1 0-8 15,29 4 2-15,-28-4 0 0,25 2-6 0,-26-3 0 16,1 2-2-16,-1 0 0 0,0-2 5 0,2-1-3 16,-7 0-4-16,3 2 3 0,-5-4-2 0,-1 2-3 15,-4 0 5-15,2-2-8 0,-2-1 4 0,-12 4-1 16,15-3 1-16,0 3 1 0,-1-1-2 16,-2-1-2-16,4 1-4 0,-6-1 12 0,-10-3-10 0,10 4 1 15,1-2-2-15,-13-1 2 0,-1 2-4 0,-1-3 6 16,-3 2 0-16,1-2-5 0,-1 2 2 0,-4-2-1 15,1 1 6-15,-1 1-3 0,-2-1 4 0,2 0-2 16,-2 1 0-16,-2-2 1 0,4 0-6 0,0 1-3 16,3-1 4-16,-1 0 5 0,3 2-2 0,2-1 6 15,-1 2-3-15,2-2-4 0,0 1-3 0,2 0 5 16,-1 0 0-16,-2-1-4 0,2-1 7 0,-1 4-5 16,-3-2-5-16,1-1 5 0,-1 2 4 15,-1-1-4-15,-3-1 3 0,-1 1-6 0,0 0 2 0,-2 0-1 16,-7 1 4-16,0-3 1 0,1 0-3 0,-2 1-1 15,-5-2 7-15,2 2 0 0,0-1-7 16,-3 0 4-16,-1-1-2 0,1 0-2 0,-2 1 5 0,0 0-6 16,0-2 3-16,0 2 2 0,-1-1 1 0,1 0-2 15,-11 1-5-15,14-2 4 0,-8 1-7 16,-6 1 4-16,11-1 1 0,-11 1-11 0,12-1-5 0,-12 1-14 16,0 0-47-16,9 1-82 0,-9-1 36 0</inkml:trace>
  <inkml:trace contextRef="#ctx0" brushRef="#br0" timeOffset="-11839.68">4911 11513 71 0,'0'0'66'0,"0"0"5"0,-1-8-2 16,1 8-7-16,0 0-3 0,0 0-4 0,0 0-1 15,0 0-9-15,0-10-3 0,0 10-4 0,0 0-2 16,0 0-9-16,0 0 6 0,0 0-9 0,0 0-3 15,0 0-2-15,0 0-12 0,0 0-5 0,0 0-13 16,0 0-2-16,0 0-14 0,0 0-1 0,0 0-12 16,0 0-14-16,0 0-3 0,-12 20-39 0,4-9-103 15,1-2 47-15</inkml:trace>
  <inkml:trace contextRef="#ctx0" brushRef="#br0" timeOffset="-11023.31">4787 12733 44 0,'0'0'59'0,"0"0"-5"0,0 0-8 16,0 0-3-16,0 0-10 0,0 0 2 0,0 0-6 16,0 0-1-16,0 0-5 0,0 0-4 15,0 0 1-15,0 0-3 0,0 0 1 0,0 0-8 16,0 0 6-16,0 0-1 0,0 0-9 0,0 0 3 0,0 0-3 15,0 0-1-15,0 0-10 0,0 0-2 0,0 0 3 16,0 0 0-16,0 0 1 0,0 0 1 0,0 0 3 16,0 0-3-16,5 8 5 0,-5-8-5 0,0 0 2 15,0 0 3-15,0 0-1 0,0 0 1 16,0 0-6-16,0 0 6 0,0 0-6 0,0 0 3 0,0 0 1 16,0 0-1-16,0 0 7 0,0 0-8 0,0 0-6 15,0 0 3-15,0 0 5 0,0 0-5 0,0 0 2 16,0 0 0-16,0 0 2 0,0 0 1 15,0 0-5-15,0 0 6 0,0 0-2 0,0 0 1 16,0 0 1-16,0 0-5 0,0 0 1 0,0 0 4 0,0 0 0 16,0 0-1-16,0 0 2 0,0 0-5 0,0 0-1 15,0 0 2-15,0 0-2 0,0 0 1 0,0 0 4 16,0 0 0-16,0 0-5 0,0 0 2 0,0 0-5 16,0 0 3-16,0 0 1 0,0 0-4 15,0 0 3-15,0 0-9 0,0 0-9 0,0 0-2 0,0 0-14 16,0 0-28-16,0 0-69 0,0 0 31 0</inkml:trace>
  <inkml:trace contextRef="#ctx0" brushRef="#br0" timeOffset="-9685.33">6847 12583 30 0,'0'0'75'0,"0"0"-1"15,-1-8-11-15,1 8-1 0,0 0-9 0,0 0-6 16,0 0-7-16,0 0-5 0,0 0-1 0,4-9-6 0,-4 9-6 16,0 0-6-16,0 0-7 0,0 0-3 0,0 0-8 15,0 0 0-15,0 0-8 0,0 0-13 16,0 0-14-16,0 0-7 0,0 0-36 0,0 0-85 16,0 0 37-16</inkml:trace>
  <inkml:trace contextRef="#ctx0" brushRef="#br0" timeOffset="-8585.34">9957 13281 30 0,'0'0'30'0,"3"-5"0"0,-3 5 1 0,0 0-6 15,0 0-2-15,7-4 1 0,-7 4-6 16,0 0-3-16,0 0 0 0,0 0-3 0,0 0-9 16,0 0-3-16,0 0-8 0,0 0-2 0,0 0-8 0,0 0-4 15,0 0-11-15,0 0-36 0,0 0 16 0</inkml:trace>
  <inkml:trace contextRef="#ctx0" brushRef="#br0" timeOffset="-6378.42">9587 13098 16 0,'-9'-2'19'0,"9"2"-7"0,0 0 3 0,0 0-4 16,0 0 0-16,0 0 0 0,0 0-3 0,0 0 1 16,0 0-3-16,0 0 5 0,0 0 4 0,0 0-2 15,0 0-2-15,0 0 6 0,0 0 5 0,-8-2-5 16,8 2 8-16,0 0-3 0,0 0 0 0,0 0 0 16,0 0-3-16,0 0-1 0,0 0 1 0,0 0 1 0,0 0-6 15,0 0 2-15,0 0-1 0,0 0-2 0,0 0 6 16,0 0-3-16,0 0-13 0,0 0 17 15,0 0-14-15,0 0 7 0,0 0-9 0,0 0 4 0,0 0 3 16,0 0-9-16,18-12 7 0,-18 12-1 0,12 0-1 16,-12 0-4-16,11 0 4 0,0-1-5 0,0 1 2 15,-1 0-1-15,4 0-1 0,3 0 1 16,2 1 3-16,-1-1-4 0,4 0 0 0,5-1 3 16,-6 1-6-16,1-2-3 0,6 2-1 0,-6 0-3 0,0 0 3 15,-3 0-12-15,3-2 0 0,-1 4 2 0,0 0 1 16,0-1-2-16,1-2-6 0,-1 2-9 15,-1-1-5-15,-1 0-3 0,-1 2-25 0,-3-1-70 16,-3 0 31-16</inkml:trace>
  <inkml:trace contextRef="#ctx0" brushRef="#br0" timeOffset="-4768.73">9941 14896 65 0,'0'0'103'0,"0"0"-16"0,10-5 5 0,-10 5-14 16,0 0-8-16,0 0-8 0,0-8-11 0,0 8-17 15,0 0-21-15,4-7-18 0,-4 7-18 16,0-8-36-16,0 8-36 0,0 0-103 0,-6-13 46 15</inkml:trace>
  <inkml:trace contextRef="#ctx0" brushRef="#br0" timeOffset="-2556">8941 13309 45 0,'-4'-8'74'0,"4"8"-7"0,-6-8-4 0,6 8-7 15,-2-8-4-15,2 8-9 0,-4-9 1 0,4 9-3 16,-3-7-6-16,3 7 0 0,0 0-5 0,-5-7-2 15,5 7 2-15,-3-7-1 0,3 7 0 0,0 0 2 16,-7-5-5-16,7 5 1 0,0 0-5 16,0 0 5-16,-4-5-3 0,4 5-4 0,0 0 4 15,0 0-1-15,0 0-4 0,0 0 1 0,0 0 7 0,0 0-4 16,0 0 2-16,-7-4 4 0,7 4-5 0,0 0-9 16,0 0 7-16,0 0-1 0,0 0-5 0,0 0 1 15,0 0 5-15,0 0-5 0,0 0 5 0,0 0-2 16,0 0-2-16,0 0-1 0,-7-5 5 15,7 5-3-15,0 0 7 0,0 0 3 0,0 0-1 0,0 0 10 16,-5-6-7-16,5 6-5 0,0 0-1 0,0 0-3 16,0 0 1-16,0 0-4 0,0 0-1 0,8-14-3 15,-8 14 0-15,8-5-3 0,-2 2-4 16,0-1 6-16,6 1-6 0,-2 1-1 0,0-2-1 0,4 3-2 16,0-2 0-16,4 2 2 0,1-2 0 0,2 2 3 15,6 1-5-15,1 0-1 0,4 1 2 0,-3-1-4 16,2 0 4-16,2 2 0 0,-1 0-1 0,-1-3 0 15,-1 5 2-15,1-3 0 0,-2 2-2 0,2-1-7 16,-3 1 7-16,2-1-1 0,-1 1-1 0,0 0-1 16,1 0-3-16,-1-1 6 0,-2 1-3 0,-1 0 2 15,2-1-5-15,0 0 4 0,0-1 2 0,-1 2-6 16,-6-3 5-16,1 1-4 0,-1-2 5 0,0 1-6 16,-3-2 9-16,0 4-4 0,-4-2 0 0,-1-4 2 15,0 2 17-15,1 1-20 0,-3-1 1 0,0 0-1 16,-3 1 2-16,0 0-2 0,-8 1-1 0,9-1-1 15,-9 1 4-15,10-2-3 0,-10 2 1 0,7-3-2 16,-7 3 1-16,0 0 4 0,0 0-3 0,9 0-4 16,-9 0-6-16,0 0-4 0,0 0-7 0,0 0-10 15,0 0-16-15,0 0-8 0,0 0-4 0,-19 16-16 16,10-13-8-16,-3 3-14 0,-4 1-16 0,-1 2-12 16,-7 1-72-16,2-3-211 0,-7 0 95 0</inkml:trace>
  <inkml:trace contextRef="#ctx0" brushRef="#br0" timeOffset="-2046.58">9113 12901 101 0,'0'0'103'0,"4"-10"-6"0,-3 5-7 0,-1 5-12 15,4-6-1-15,-4 6-13 0,0 0-8 0,3-5-5 16,-3 5-5-16,0 0-13 0,0 0 7 0,0 0-2 16,0 0-7-16,0 0-4 0,0 0 9 0,0 0 4 15,0 0-6-15,-15 19-4 0,10-12 3 0,-2 3-4 16,-1-2-3-16,0 3-4 0,-3-1 1 0,-1 3 0 15,-1-2-4-15,2 1-2 0,1-3-1 0,-2 1-1 16,1-1 7-16,1-1-5 0,0 1 3 0,-2-3 0 16,-2 3 2-16,-1-1-2 0,-1 1-3 0,0 0 2 0,0-3-4 15,0 5 0-15,4-6-2 0,-1 0-3 16,-1 2 0-16,1-2 1 0,-3 1-5 0,3-2-1 16,-1 3 5-16,2-4-6 0,0 3 5 0,3-3-2 15,-3 1-3-15,2-1-1 0,4 0 3 0,-1 0 1 16,7-3-3-16,-11 4-4 0,6-1 1 0,5-3-2 0,-8 6 6 15,8-6-5-15,-4 6 6 0,4-6 2 16,0 10 6-16,0-10 6 0,8 11 2 0,2-2 5 16,4-1 8-16,3 1 3 0,6 3-2 0,6-3-8 15,4 1 3-15,3 2-3 0,1 0-2 0,13 3-2 0,1 1-3 16,-2 4-16-16,1 2-30 0,-1 1-27 16,0-1-32-16,-2 1-34 0,-2 4-34 0,-2 2-104 15,-12-8-277-15,0 2 123 0</inkml:trace>
  <inkml:trace contextRef="#ctx0" brushRef="#br0" timeOffset="6089.35">9945 15090 52 0,'0'0'66'16,"5"-10"-17"-16,-5 3-11 0,3 0-10 0,-3 7-6 15,4-12-18-15,-2 5-48 0,-1-2-47 0,1 1 22 16</inkml:trace>
  <inkml:trace contextRef="#ctx0" brushRef="#br0" timeOffset="7091.89">18394 12681 37 0,'0'0'47'0,"0"0"-6"0,0 0-3 0,-11-2-5 0,11 2-6 16,0 0-4-16,0 0 3 0,0 0 6 0,0 0-7 15,0 0-5-15,-15 0-1 0,15 0 4 0,-9-3-9 16,9 3-3-16,-9-1 3 0,9 1 6 0,0 0 8 15,-11-3-5-15,11 3 3 0,-9 0-6 0,9 0 0 16,0 0-2-16,-12 0-2 0,12 0-4 0,-10-1 0 16,10 1-1-16,0 0-2 0,0 0 6 0,-9-2 0 15,9 2-4-15,0 0 1 0,0 0 4 0,0 0-1 16,0 0-6-16,37 7 1 0,-9-4 0 0,2-1-3 16,4 0-1-16,6 2-3 0,13-2 0 0,2 0-9 15,0 3-28-15,0-1-16 0,1 1-65 0,-3-1-124 16,3 0 55-16</inkml:trace>
  <inkml:trace contextRef="#ctx0" brushRef="#br0" timeOffset="15900.01">21751 12566 10 0,'0'0'23'0,"0"0"8"0,0 0-13 15,5-8 6-15,-5 8-5 0,0 0-3 0,0 0-9 16,0 0 9-16,0 0-4 0,0 0 5 0,4-7-1 15,-4 7 2-15,0 0-10 0,0 0 4 0,0 0 4 16,0 0-8-16,0 0 2 0,0 0 1 0,0 0-2 16,0 0 2-16,4-6 1 0,-4 6-4 0,0 0-4 15,0 0 8-15,0 0-7 0,0 0-1 0,0 0 1 0,0 0 2 16,0 0-5-16,0 0 1 0,0 0-3 16,0 0 5-16,0 0-6 0,0 0 3 0,0 0 1 15,0 0 3-15,0 0-3 0,0 0 1 0,5-4-3 16,-5 4-1-16,0 0 2 0,0 0-2 0,0 0 3 15,6-4-3-15,-6 4 4 0,0 0-2 0,5-2-5 16,-5 2-4-16,0 0-3 0,0 0-4 0,10 0-6 16,-10 0-5-16,0 0-31 0,0 0-58 0,12 2 25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5T04:34:53.5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25334 13579 5 0,'78'-103'48'0,"-10"6"-6"0,-8 3-14 0,-8-2-2 16,-3 11-7-16,-12 3-7 0,0-1-4 0,-7 1 1 15,-6 0-4-15,1-2-10 0,-7 1 2 16,0-2-8-16,-5-2 8 0,-1 1 0 0,-6-3 7 16,1 3-5-16,-7-3-3 0,0-6 4 0,2-6 4 15,-11 1-6-15,0-9 6 0,2 5 5 0,-5 0-2 0,-2-2 4 16,-2-1-7-16,0-3 6 0,-6-4-2 0,2 0 1 16,-5-1-1-16,0 2 8 0,1-3-1 0,-5 3 1 15,0 4-2-15,-1-2-5 0,-1 3-1 16,-5 8 8-16,-3 8-1 0,-5 5-4 0,-2 4-6 15,-7 7 2-15,-6 1-7 0,-2 5 4 0,-8 7-10 0,-6 1-1 16,-4 4-1-16,-3 6-1 0,-3 6 1 0,-4-1-17 16,-6 5 16-16,2 5-2 0,-7 0-2 0,3 8 3 15,-9-2 7-15,4 4-8 0,-5 3-3 16,2 0 2-16,0 7-4 0,-1 4 10 0,5 1-6 16,-5 5 4-16,4 3-8 0,-2 7 2 0,-2 1 0 0,4 9-12 15,0 6-27-15,1 1 12 0</inkml:trace>
  <inkml:trace contextRef="#ctx0" brushRef="#br0" timeOffset="1987.98">23371 8937 25 0,'-10'-5'38'0,"-3"1"-6"16,0 3-6-16,-4-1 1 0,-1 2-1 0,-4 2-6 16,0 0 1-16,1 2-3 0,0 2 2 0,-6 1-6 15,0 3 2-15,-1-1-3 0,2 4-5 0,-1-1-2 16,1 2-1-16,-1 0 0 0,0 3 1 0,-2 0 0 15,-2 2-1-15,2 0 1 0,-3 1 1 0,-8 9 1 16,0 1-3-16,1 1-3 0,1-2-8 0,1 3 10 16,0 0-4-16,-2-1 8 0,-2 4 3 0,3-1-5 15,-3 2 0-15,-1 2 2 0,4 1 2 0,-6-3-8 16,2 4 1-16,0 2-1 0,-2 2 0 0,-2-5 2 16,-20 18 5-16,23-18-9 0,2 4 4 0,-17 20 8 15,20-20-4-15,-3 2 5 0,1 4-4 0,-13 18-5 16,17-19 3-16,0 2-3 0,-12 20 2 0,14-24 0 15,-11 24 2-15,13-25-4 0,1 4 1 0,-4-3-1 16,2-1-1-16,-5 31 3 0,11-23 3 0,-9 22-5 0,17-24 10 16,-2 2 2-16,1 0 0 0,3 0-10 15,-1-2 7-15,7 2 2 0,2-1-4 0,3-1-2 16,-1 1-1-16,2-2 1 0,0 3-8 0,4-2 8 16,-3 5 1-16,0 0-2 0,2 2 0 0,0 2 0 15,0-2-7-15,0-1 11 0,-3 2-18 0,1-3 8 0,3-2 1 16,2 1-7-16,3 0-4 0,0-5 25 15,1 6-8-15,3-1-5 0,1-4 6 0,1-1-6 16,1-2 3-16,1 0-2 0,5 2 0 0,-1 0 0 0,-2-2 0 16,4 0 7-16,3-2-5 0,-3-2-6 0,-1 1-1 15,1 0-3-15,3 2 6 0,-1 1 6 16,1-1-12-16,-1 2 7 0,-1-2-1 0,3 2-1 16,-2 0-2-16,2-1-4 0,2 0 7 0,-3 0-3 0,1-2 0 15,2-5 0-15,-2 4 0 0,2-4 3 0,-8-10-2 16,0 1 1-16,2-1-9 0,6 10 2 0,-9-10 2 15,3 0 7-15,-1-1-4 0,2 0-1 0,-1 2-3 16,0-4 7-16,3 1-6 0,-1-2-1 0,3-2 12 16,-2 1-5-16,-1-2-3 0,0 2 1 0,3-1-1 15,0 0-5-15,-2-1 10 0,-5 2-9 0,1-3 4 16,4-1-2-16,-1 0 3 0,0-2-7 0,1 0 3 16,0 2-1-16,-1-1 3 0,5-1-6 15,-1 2 7-15,2-3-4 0,-2 0-1 0,-1-2 1 16,3 1 3-16,-3-1 3 0,1-1-4 0,-1 0 1 0,1-1-10 15,1-4 12-15,-6 2 1 0,4 0-2 0,2-1-1 16,-6-2-3-16,6 3 1 0,0 3 0 0,1-4 1 16,-1 0 7-16,-6-2-8 0,1-1 4 0,0 0-5 15,7 3 4-15,-3-1 8 0,-1 1-5 16,3-2-1-16,-1-1-5 0,-4 1-1 0,7-3 7 16,-7 0-3-16,4 0 9 0,2 1-12 0,1-2 8 15,1 0-6-15,-1 1 6 0,3-2-1 0,-3 0 9 0,2-1-12 16,-1 0 2-16,0-3-4 0,-2 0 4 0,4 0 7 15,-3 2-6-15,2-4 4 0,-1 1-3 0,2 0 5 16,-2 0-1-16,2 0 7 0,-2-4-7 0,2 1 3 16,3-1 5-16,-1-1 1 0,4 2-19 15,-1-4 16-15,1 4 6 0,0-4-7 0,1 1-4 0,0-3 5 16,-3-1 3-16,14-1-5 0,-13 0-1 0,2 1-2 16,-2 0 6-16,1 0 0 0,-1-2-5 15,-2 2-7-15,3-3 6 0,0-1-10 0,-2 3 26 0,2-3-21 16,-2 0-2-16,0-1 1 0,1-1 4 15,-3 0-4-15,13-3 6 0,-11 4 1 0,8-7-2 0,-10 5-3 16,11-9-4-16,2 5 3 0,-3-2 12 0,1-1-15 16,-11 5 2-16,8-6 5 0,-6 6-4 0,-2-1-4 15,-1 2 6-15,2 2 3 0,0-2 0 16,-2-2 1-16,0 3 7 0,-1-2-14 0,-2 2 1 0,-1-3 1 16,1 2 3-16,-2 0-9 0,0 0 3 0,-2 2 3 15,3-6 1-15,0 3 5 0,-1 0-14 0,-1-4 8 16,-1 3-3-16,1 1-11 0,-2-1 4 0,1-1-3 15,-1 0 10-15,-1-1-2 0,2-2-3 0,-2 3-1 16,0-2 4-16,2-2-3 0,-2 3 10 0,0-2-8 16,1-2 1-16,-2 3 3 0,1-2 7 0,2-1-14 15,-6 1 14-15,4 0-14 0,-2 0 4 0,2 0-1 16,-2-1 5-16,2 2-8 0,-2-2 3 0,-2 2 5 16,2 1-1-16,-1 0-5 0,-2 0 1 15,0-1 0-15,-3 2 3 0,0-2-8 0,-2 2-5 16,1-3 17-16,-4 2-18 0,-1-3 7 0,-2 0 8 0,2-1 1 15,-5-1-8-15,1 2 2 0,-3-1 6 0,2-4-3 16,-1 0 13-16,-1-1-12 0,-2-1-4 0,0 1-1 16,0-4 6-16,0 1 2 0,-2 2-13 0,2 0 10 15,0 2-10-15,-3 1-1 0,-1 3-10 16,2 2-6-16,-2 2 6 0,3 5-29 0,-1 1-16 0,2 1-25 16,-2-3-97-16,2 4-199 0,0-2 89 0</inkml:trace>
  <inkml:trace contextRef="#ctx0" brushRef="#br0" timeOffset="12094.94">25366 13762 5 0,'16'-13'-2'0,"-1"1"0"0</inkml:trace>
  <inkml:trace contextRef="#ctx0" brushRef="#br0" timeOffset="80623.75">18768 12472 63 0,'0'0'80'0,"0"0"-6"0,-5-7-10 0,5 7-8 15,0 0 4-15,0 0-13 0,0 0-16 0,-9 0-1 16,9 0-20-16,0 0-16 0,0 0-16 0,0 0-26 16,0 0-26-16,-4 16-79 0,4-16 36 0</inkml:trace>
  <inkml:trace contextRef="#ctx0" brushRef="#br0" timeOffset="81158.7">18255 9803 2 0,'0'0'48'16,"0"0"-5"-16,0 0-4 0,0 0 0 0,0 0-10 15,0 0 0-15,0 0-11 0,0 0-7 0,0 0-7 16,0 0-7-16,0 0-9 0,18 17-30 0,-15-8-44 15,-2 1 19-15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5T07:32:02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27169 14577 44 0,'6'4'71'0,"-6"-4"-9"0,0 0-8 16,0 0-3-16,0 0 5 0,0 0-7 15,0 0-4-15,0 0 7 0,0 0-10 0,0 0-1 16,0 0-6-16,0 0-7 0,0 0 6 0,0 0-12 16,0 0-13-16,0 0-16 0,0 0-21 0,0 0-19 15,0 0-56-15,0 0-110 0,-11 4 49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43:53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11022 7749 4 0,'-25'8'6'0,"4"-4"1"16,4 3 1-16,-5-1-4 0,5-1 4 0,-3-2-6 15,2 2 1-15,0-2-2 0,3-3 6 0,2 3-2 16,-6-1 4-16,1-1 0 0,2 0-4 0,3-1 4 16,0 2 2-16,0-2 3 0,0 0 3 0,3 0-1 15,-1 0-1-15,0-2 2 0,11 2 13 0,-14-1 10 16,7 0 3-16,7 1-3 0,-11-2-3 0,11 2-3 15,-8-3 1-15,8 3-1 0,0 0-1 0,-5-4-9 16,5 4-1-16,0 0-2 0,0 0-2 0,-2-7 1 16,2 7-12-16,0 0 14 0,0 0-2 0,14-9-5 15,-3 7-7-15,-1-3 3 0,3 1-5 0,6-4 1 16,2 4 2-16,6-1 9 0,2 1 3 0,3-3-6 16,4 4 3-16,0 0-9 0,2 2 2 0,14-4 0 15,3 4 7-15,-1-5-5 0,1 6-10 0,2-1 6 16,1 1-4-16,-3 0 7 0,0 0-5 0,3 2 4 15,-4 0-7-15,-1-1 2 0,0 2-1 0,0 3-3 16,3-2 1-16,1 2 0 0,-2 1 11 0,2 2-9 16,-1 0-1-16,-1 0 2 0,1 0 0 0,4 1 5 15,-2-1-5-15,-1-1-5 0,1-1 3 0,-2 0 4 16,2 1-7-16,1-2 0 0,-1-1 5 0,1 0-3 16,6-3 1-16,2 3 1 0,25-3-2 0,-29 0 3 15,5-2-1-15,21 0-3 0,-26 0-14 0,3 0 19 16,-3 0-3-16,0-2 4 0,0 2-6 0,0 0 4 0,-3 0 2 15,3-1-5-15,-4 1 3 0,-1 1 8 16,0-1-12-16,0 2 6 0,0-2-1 0,-4 1-7 16,-3 0 0-16,-14 1 0 0,1 1 2 0,-2-1-2 15,-2 2 3-15,-1-2 5 0,-1 0-2 0,-3 1-4 0,-7-3-4 16,-1 2 3-16,-1-2 1 0,-2 1 4 16,1 0-12-16,-7-1 9 0,-1 1 1 0,-5 0 0 15,3-1-1-15,-9 0 3 0,8 2-1 0,-8-2-1 16,0 0 11-16,14 0-7 0,-14 0-4 0,7 1 1 0,-7-1 2 15,0 0 6-15,0 0-20 0,9 0 18 0,-9 0 0 16,0 0-1-16,0 0-6 0,0 0-2 0,0 0 4 16,0 0-14-16,0 0-3 0,0 0-9 0,8 3-4 15,-8-3-6-15,6 6-26 0,-4-2-29 0,4 3-80 16,0 1-179-16,1 0 79 0</inkml:trace>
  <inkml:trace contextRef="#ctx0" brushRef="#br0" timeOffset="945.58">21643 7925 50 0,'0'0'70'0,"0"0"-16"0,0 0 0 0,0 0-8 16,20-6 0-16,1 6-12 0,13 0 5 0,18 0-3 15,11 0-5-15,30 2 2 0,0-4-6 0,4 5 2 16,8-4 1-16,5 4-10 0,5 0 1 0,-6-3-2 16,3 0 0-16,-2 0 4 0,-8 0-6 0,1 0-1 15,-1 0-4-15,-5 0-2 0,-1 0-3 0,-6 0 10 16,-28 0-11-16,2 1 10 0,-2-2-7 0,-3 1 10 15,-3 0 0-15,-6-2 0 0,-14 1-2 0,0-1-14 16,-4 1 13-16,-7-1-2 0,-3 2 11 0,-3-2-5 16,-6-1-1-16,0 2 2 0,-3-1 5 0,-2 0 1 15,-2 1 4-15,-6 1 3 0,13-3-7 0,-13 3-7 16,6-3-11-16,-6 3 11 0,7-3-2 0,-7 3-5 0,0 0-10 16,5-3 20-16,-5 3-21 0,0 0 3 15,0 0-4-15,0 0-14 0,0 0-6 0,0 0-9 16,0 0-13-16,-13 18-21 0,8-11-20 0,1 3-12 15,-4 0-57-15,5 0-163 0,-4 0 72 0</inkml:trace>
  <inkml:trace contextRef="#ctx0" brushRef="#br0" timeOffset="2561.69">25981 7775 5 0,'0'0'14'0,"-12"0"-1"15,1 2-5-15,-3-2 3 0,-5 1-2 0,-8 0-1 16,-1 0 2-16,-1-1 0 0,0 1-5 0,0 0-3 16,0-1 0-16,2-1 6 0,6 2-1 0,-1-1-4 15,1 0 0-15,0 0 2 0,2 0-6 0,-1 0 5 16,0 2 0-16,-1-2 3 0,-6 3-4 0,-2 0-2 15,-2-1-4-15,-3 1 5 0,0 1-4 0,-1 0-3 0,1 1 1 16,3 0 0-16,6 0-3 0,5 0 1 0,4 0-5 16,3-1 5-16,3 0-1 0,2 2 2 0,3-2 1 15,0 0 3-15,5-4-4 0,-2 7-8 16,2-7 8-16,-3 7 3 0,3-7 5 0,0 0 12 0,9 10-11 16,-9-10 4-16,10 4 6 0,-2-3-1 0,2 2 6 15,3-1 4-15,1 0 3 0,6-2-9 0,1 1 7 16,8 2 4-16,2 0 0 0,3-3 3 15,4 0 1-15,16 3-1 0,0-2-1 0,6 2 9 16,3 0-8-16,32-1 6 0,-3-1 0 0,2 6-9 0,1-3 5 16,-1 0-18-16,2 2 16 0,1 2-1 0,4-1 0 15,5 3 3-15,3 2-2 0,0-5-6 0,4 3 1 16,-4 2 1-16,-8-1 2 0,-5 0-3 16,4 1 4-16,-4-2-15 0,-4-1 3 0,4 3 8 0,-8-2-8 15,-23-2 0-15,26 1 1 0,-31-4-9 0,3 2 8 16,-2 0 3-16,-1-1-12 0,0 1 11 0,-4-5-12 15,1 4 5-15,-4-5-4 0,1 2 6 0,-15-1-10 16,0-2 8-16,1 0-2 0,-5-2 2 0,-5-1-7 16,-1 1 10-16,-8 1 1 0,-2-2 3 0,-6 1 7 15,-1-1 2-15,-3 2 0 0,2-3 9 0,-6 1-1 16,2 1-9-16,-7 2 0 0,8-5-8 0,-8 5 2 16,5-7 0-16,-5 7-5 0,2-7-1 0,-2 7-5 15,0 0-13-15,2-9-10 0,-2 9-22 0,0 0-29 16,0 0-15-16,0 0-22 0,0 0-10 0,0 0-90 15,-24 10-217-15,10-6 95 0</inkml:trace>
  <inkml:trace contextRef="#ctx0" brushRef="#br0" timeOffset="-90327.34">23397 9624 31 0,'0'0'53'0,"0"0"-8"16,0 0-3-16,0 0-12 0,0 0-1 0,0 0-11 15,0 0-19-15,0 0-15 0,-27 19-23 0,8-8-41 16,-5 0 18-16</inkml:trace>
  <inkml:trace contextRef="#ctx0" brushRef="#br0" timeOffset="-89836.55">21015 12779 42 0,'0'0'61'0,"0"0"-1"16,0 0-10-16,0 0 0 0,2 7-15 0,-2-7-13 16,3 8-10-16,-3-8-17 0,0 10-14 0,0-10-8 15,-4 14-21-15,2-6-50 0,-1-1 23 0</inkml:trace>
  <inkml:trace contextRef="#ctx0" brushRef="#br0" timeOffset="-87244.11">24377 13062 9 0,'11'-3'-2'0,"-3"-3"-2"0</inkml:trace>
  <inkml:trace contextRef="#ctx0" brushRef="#br0" timeOffset="-86340.9">20587 12856 24 0,'0'0'37'0,"0"0"-5"0,3-9-22 0,-3 9-28 15,0 0-18-15,0 0 8 0</inkml:trace>
  <inkml:trace contextRef="#ctx0" brushRef="#br0" timeOffset="-72720.05">21114 12143 11 0,'0'0'15'0,"0"0"-2"0,5-3 1 0,-5 3-3 0,0 0-2 15,0 0 2-15,0 0-6 0,0 0 0 0,0 0 2 16,0 0-1-16,7-5 6 0,-7 5-5 0,0 0-6 15,0 0 4-15,0 0-3 0,0 0 1 16,0 0 3-16,0 0-6 0,0 0 6 0,4-5-3 0,-4 5-3 16,0 0-1-16,0 0 3 0,0 0-1 0,0 0-1 15,0 0-1-15,0 0 0 0,0 0 5 16,7-3-5-16,-7 3 9 0,0 0-8 0,0 0 9 0,0 0-12 16,0 0 2-16,0 0 3 0,13 0 0 0,-13 0-2 15,0 0 2-15,0 0-2 0,0 0 0 0,0 0-3 16,0 0 6-16,0 0 0 0,0 0-5 0,0 0-2 15,0 0 2-15,0 0 1 0,0 0 1 0,0 0 1 16,0 0-2-16,9 3 1 0,-9-3-2 0,0 0 4 16,0 0 1-16,0 0-5 0,0 0 7 0,0 0-9 15,0 0 4-15,0 0-1 0,0 0 0 0,0 0 0 16,0 0 4-16,0 0-5 0,8 1 0 0,-8-1 0 16,0 0 2-16,0 0 4 0,0 0-2 0,0 0-5 15,0 0 4-15,0 0-3 0,0 0 3 0,0 0 0 0,0 0-3 16,0 0 0-16,0 0 3 0,5 4 0 0,-5-4-5 15,0 0 5-15,0 0 0 0,0 0 1 0,0 0-2 16,0 0 0-16,0 0 2 0,0 0-4 16,0 0 4-16,0 0-4 0,0 0-1 0,0 0 2 0,0 0 0 15,0 0 6-15,0 0-5 0,0 0-2 0,0 0 6 16,0 0-9-16,13-3 4 0,-13 3 2 16,0 0-3-16,0 0 1 0,0 0-2 0,0 0 0 0,0 0 3 15,0 0-3-15,0 0 0 0,0 0 0 0,0 0-1 16,0 0 5-16,0 0-1 0,0 0 1 0,0 0-1 15,0 0-1-15,0 0 0 0,0 0 0 0,0 0 4 16,0 0-5-16,0 0-2 0,0 0 5 0,0 0-2 16,0 0 1-16,0 0 2 0,0 0 0 0,0 0-3 15,0 0 3-15,0 0-1 0,0 0-1 0,0 0-3 16,0 0 4-16,0 0 0 0,0 0 0 0,0 0-1 16,0 0 1-16,0 0-1 0,0 0-1 0,0 0 4 15,0 0-4-15,0 0 3 0,0 0-5 0,2 7 7 16,-2-7-6-16,0 0 2 0,0 0-3 0,0 0-2 0,0 0-1 15,0 0 0-15,0 0 1 0,0 0 2 16,0 0-1-16,0 0-1 0,0 0 6 0,0 0-5 16,0 0 4-16,0 0-4 0,0 0 1 0,0 0 1 15,0 0 0-15,0 0 5 0,0 0-6 0,0 0 1 0,0 0 4 16,0 0-1-16,0 0-4 0,0 0 3 0,0 0 0 16,0 0 0-16,0 0 1 0,0 0 1 15,0 0-1-15,0 0 1 0,0 0 0 0,0 0-2 0,0 0 3 16,0 0-3-16,0 0 0 0,0 0-3 0,0 0 2 15,0 0 0-15,0 0 0 0,0 0-5 0,0 0 4 16,0 0 4-16,0 0-3 0,0 0 0 0,0 0-3 16,0 0 5-16,0 0-4 0,0 0 2 0,0 0-1 15,0 0 2-15,0 0-4 0,0 0 3 0,0 0 1 16,0 0 1-16,0 0-2 0,0 0 1 0,0 0-3 16,0 0-2-16,0 0 1 0,0 0-7 0,0 0-12 15,0 0 6-15</inkml:trace>
  <inkml:trace contextRef="#ctx0" brushRef="#br0" timeOffset="-70060.19">27283 15066 15 0,'0'0'79'15,"0"0"-9"-15,0-10 3 0,0 10 10 0,0 0-30 16,0 0 6-16,0 0 2 0,0-8-20 0,0 8 10 15,0 0-2-15,0 0 9 0,0 0-17 0,0 0 5 16,0 0 0-16,0 0-8 0,0 0-3 0,-4-10 1 16,4 10-4-16,0 0 3 0,0 0-8 0,0 0-8 15,0 0 1-15,0 0-3 0,0 0 0 0,-2-4 4 16,2 4-2-16,0 0-6 0,0 0-6 0,0 0 4 0,0 0 4 16,0 0-11-16,0 0 8 0,0 0-18 15,0 0-9-15,0 0-7 0,0 0-4 0,0 0-21 16,0 0-5-16,-3-9-15 0,3 9-12 0,0 0-70 15,-7-6-160-15,7 6 71 0</inkml:trace>
  <inkml:trace contextRef="#ctx0" brushRef="#br0" timeOffset="-67672.91">26921 14898 25 0,'0'0'34'0,"7"-4"1"0,-7 4 7 15,0 0 4-15,9-3 0 0,-9 3-4 0,0 0-3 16,5-3-5-16,-5 3-4 0,0 0-1 0,0 0-1 16,0 0-11-16,6-3-3 0,-6 3 5 15,0 0-1-15,0 0-4 0,0 0 3 0,0 0-3 0,7-5 2 16,-7 5-7-16,0 0 5 0,0 0-5 0,0 0-12 16,0 0 6-16,0 0 3 0,0 0 4 0,0 0 0 15,0 0-10-15,0 0 13 0,0 0-16 0,0 0-3 16,0 0-2-16,0 0-4 0,0 0 2 0,0 0-1 15,0 0-1-15,0 0 4 0,0 0 5 0,0 0-5 16,0 0 3-16,0 0-3 0,0 0-2 0,0 0-4 16,0 0 1-16,0 0-1 0,0 0 3 0,0 0-3 15,0 0-4-15,0 0-2 0,0 0 5 0,0 0 5 16,0 0 4-16,0 0-5 0,0 0 2 0,0 0 1 16,0 0 2-16,0 0-5 0,0 0 4 0,0 0 3 15,0 0 1-15,0 0-2 0,-17 11-1 0,17-11-3 16,0 0 1-16,0 0-2 0,0 0-3 0,0 0-5 15,0 0 3-15,0 0-9 0,0 0-14 0,0 0-40 16,-5 7 18-16</inkml:trace>
  <inkml:trace contextRef="#ctx0" brushRef="#br0" timeOffset="2082.44">19058 15339 16 0,'3'-10'70'0,"-2"3"-9"0,-1 7-6 16,4-7-5-16,-4 7-4 0,5-11-12 0,-1 6-17 15,2 2-14-15,-1-2-9 0,2 1-20 0,-1 0-28 16,3-2-58-16,-3 2 26 0</inkml:trace>
  <inkml:trace contextRef="#ctx0" brushRef="#br0" timeOffset="28216.49">21364 12988 28 0,'-3'-7'74'0,"3"7"-5"0,0 0-15 0,0 0-14 0,0 0-26 16,-5-5-31-16,5 5-27 0,0 0-48 0,-13 15 22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5T04:35:24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21849 13125 60 0,'0'0'66'16,"0"0"-3"-16,0 0-4 0,0 0-3 0,0 0-1 15,0 0-6-15,0 0-2 0,0 0-15 0,0 0 12 16,0 0 2-16,0 0-14 0,0 0-6 0,0 0 5 15,-11-10-8-15,11 10-3 0,0 0-6 0,0 0-5 16,0 0 7-16,0 0-1 0,0 0-7 0,0 0 3 16,0 0-4-16,0 0 0 0,0 0 1 0,0 0-2 15,0 0 0-15,0 0-3 0,0 0 2 0,0 0 5 16,0 0-3-16,0 0-1 0,0 0-9 0,0 0 9 0,0 0-1 16,0 0-2-16,0 0-11 0,0 0 5 15,0 0 3-15,0 0 1 0,0 0 1 0,0 0-8 16,0 0 6-16,0 0-3 0,0 0 4 0,-3-7 1 0,3 7-2 15,0 0 9-15,0 0-7 0,0 0-3 16,0 0-3-16,0 0 9 0,0 0-11 0,0 0 4 16,0 0-4-16,0 0-9 0,0 0 6 0,0 0-3 15,0 0 3-15,0 0-10 0,0 0-1 0,0 0 0 0,0 0-7 16,0 0-2-16,0 0 4 0,0 0-4 0,0 0-12 16,0 0 9-16,0 0-3 0,0 0-12 0,0 0-32 15,0 0-85-15,0 0 37 0</inkml:trace>
  <inkml:trace contextRef="#ctx0" brushRef="#br0" timeOffset="35058.61">21646 14093 13 0,'-63'-10'15'0,"2"0"5"15,-3 0 2-15,-1 1-11 0,0-4 7 0,1 2 4 0,1-4 0 16,2 1 5-16,0-3-6 0,2 1-1 0,0-2-3 15,-2 2 2-15,1-5-2 0,-2 1-2 16,5-2-2-16,-2 1 4 0,3-2-10 0,0 0-1 16,-1-1 8-16,6-3-10 0,-3-1 5 0,5 1 0 15,1-3-2-15,1-4 4 0,1 4-7 0,1-3 7 0,3 1 0 16,1-3-7-16,-1-1 4 0,2-2-6 0,-2-2 4 16,5 0-4-16,-1-1 3 0,3 1-4 15,2-5 5-15,2 0 2 0,1 0 2 0,3 2-8 0,0-2 8 16,2 3-1-16,4-3-2 0,-1 0-5 15,6 2 6-15,-1-5-5 0,1 2-1 0,5-4-5 16,1 2 8-16,5-1 2 0,0-2-1 0,2 0-3 0,0 2-4 16,0-1 2-16,4-4 2 0,-1 5 5 0,4-2-5 15,-1 2-1-15,3 0 3 0,4-2-7 16,1 3 4-16,-1-4 2 0,2-3-2 0,5-1 0 0,-2-1-1 16,4-1 3-16,10-21-2 0,-10 26 1 15,12-26-4-15,-8 29 4 0,2-3 1 0,12-23 0 16,-9 24 5-16,0-2-7 0,11-18 7 0,-9 18-5 0,10-20-7 15,0 0 5-15,-3 0 6 0,-9 25 10 16,13-25-21-16,-11 24 7 0,2-1-5 0,-1-2-1 16,16-22 6-16,-15 22 3 0,14-18-6 0,-19 21 2 15,18-20-5-15,-17 23 5 0,17-25-3 0,-19 22 9 16,4-1-18-16,0 1 1 0,4 1 18 0,-1-1-9 0,0 1 2 16,0 4 1-16,2-2 0 0,1 1 0 15,0 3-8-15,1 0 1 0,0-3 12 0,0 2-6 0,2-1-8 16,1 3 3-16,3-2-7 0,1 0 4 15,17-16 2-15,-16 21 3 0,-1-4 2 0,3 3-6 16,0-3 4-16,19-16 5 0,-18 23-5 0,3-2 0 16,-1 1 1-16,24-15-7 0,-24 20 5 0,1-1-1 15,2-2 3-15,1 2-1 0,23-11-4 0,-21 12 1 0,3 3 8 16,21-11-6-16,-22 13 12 0,25-6-11 16,-24 10-3-16,2 0 1 0,2 1 0 0,22-7 2 15,-27 11-2-15,6 0-6 0,-8 2 3 0,7-2 4 16,0 1-6-16,24-2 9 0,-26 8-4 0,28-5-4 0,-28 3 7 15,3 4-6-15,3 3 5 0,23-5 1 16,-29 8-5-16,4-3 5 0,-4 3-7 0,5-2 5 16,-1 3-1-16,2 0 3 0,-1 1-1 0,24 1-4 15,-30 2 5-15,3 1-5 0,2 2 2 0,-3-2-1 16,1 2-1-16,1 1 3 0,-1 2-6 0,1 1 5 16,-3 1-3-16,2 2-7 0,-1 2 10 0,-1-1 4 0,1-1-2 15,-2 5 0-15,0 0 0 0,-1 3 0 0,-3 1 0 16,0 0 2-16,-2 4-1 0,-3-2 2 15,-6 4 1-15,0 3-2 0,2 3-8 0,-8-1 6 16,-4 5 5-16,-7 1-4 0,5 0 4 0,-2 0-8 16,-3 5 4-16,3-2-1 0,-6 2 0 0,2 5-3 0,0 1 0 15,-3 4 3-15,-3 0 6 0,1 1-9 16,2 24 7-16,-7-22-4 0,0 2-2 0,3 22 5 16,-8-22-6-16,-1 22 9 0,-4-24-10 0,4 31 6 15,-2-3 1-15,-4 2-4 0,3-4 0 0,-3 2 1 16,4-25 4-16,0 28-3 0,-3-27 1 0,6 26 3 15,-3-6-2-15,-1-22-4 0,1 27-1 0,-1-5-2 0,-4-22-2 16,3 24-1-16,-3-24-5 0,0 1 0 16,2 23-2-16,-2-27-1 0,-2 5-2 0,2 22 3 15,-5-23 2-15,-2 25 1 0,-7-1-5 0,4-25 4 16,-11 31-2-16,-6-4-4 0,-6-2-4 0,-5-2-4 16,-4 4 8-16,-9-7-5 0,-4 9 7 0,-4-1 6 15,-10 2-3-15,-8 1 3 0,-4-2 4 0,-5-1 2 16,-5-3-2-16,-3 3 3 0,-2-4 1 0,-11-1-3 15,9 5 6-15,-9 3 4 0,-1-3-1 0,-5 3-4 16,-6-2-5-16,-8 4-5 0,-5-6-3 0,-8 9-21 16,-9 2-36-16,-8 2 15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42:34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25021 6918 2 0,'0'0'1'16,"0"0"-2"-16,0 0 1 0,0 0-1 0,0 0 2 15,0 0 2-15,0 0-3 0,0 0 2 0,0 0-1 0,0 0 1 16,0 0-4-16,0 0-2 0,0 0 4 0,0 0 0 16,0 0 1-16,0 0-3 0,0 0 0 15,0 0 3-15,0 0-2 0</inkml:trace>
  <inkml:trace contextRef="#ctx0" brushRef="#br0" timeOffset="32.09">25033 6919 2 0,'0'0'-1'0</inkml:trace>
  <inkml:trace contextRef="#ctx0" brushRef="#br0" timeOffset="149.75">25039 6924 4 0,'0'0'1'0,"0"0"1"15,0 0-1-15,0 0-1 0,0 0 2 0,0 0 1 16,0 0-2-16,0 0-4 0,0 0-3 0,0 0 3 15</inkml:trace>
  <inkml:trace contextRef="#ctx0" brushRef="#br0" timeOffset="61134.35">25345 7528 1 0,'0'0'9'0,"0"0"1"0,0 0-4 16,4-6-4-16,-4 6 6 0,0 0-9 0,0 0 3 15,0 0-5-15,0 0-3 0,0 0-6 0,0 0 3 16</inkml:trace>
  <inkml:trace contextRef="#ctx0" brushRef="#br0" timeOffset="67940.95">25077 8119 4 0,'0'0'6'0,"0"0"0"0,0 0-2 16,0 0 0-16,0 0-6 0,0 0 3 0,0 0-6 16,0 0-3-16,0 0 2 0</inkml:trace>
  <inkml:trace contextRef="#ctx0" brushRef="#br0" timeOffset="100513.71">25251 7357 2 0,'0'0'3'0,"24"4"-5"16,-12-2 4-16,2-2-2 0,5 0 0 0,-5-2 2 15,3 2-4-15,4 0 5 0,-4 0-5 0,1 0 2 0,1 0-1 16,-2-3-2-16,2 3 7 0,-10 0-4 0,3-1-1 16,-1-1 3-16,-11 2-4 0,13 0 3 15,-13 0 0-15,11 0 0 0,-11 0-3 0,9-1-1 16,-9 1 7-16,6-2-3 0,-6 2 5 0,0 0-3 0,0 0 2 15,0 0 0-15,0 0-2 0,0 0-1 0,0 0 4 16,0 0-2-16,0 0-5 0,-36 2 4 0,22-2-2 16,0 1 4-16,-3 1-5 0,-1 1 3 15,3-3 0-15,-1 1-1 0,2-1 1 0,1 2-2 0,2 0 4 16,-2 0-3-16,3-2 0 0,2 0-2 0,-2 1 2 16,10-1-4-16,-13 0 4 0,13 0 2 0,-12 0-3 15,12 0 4-15,-8 2 2 0,8-2 0 0,0 0 2 16,0 0 0-16,-9 0 2 0,9 0 0 0,0 0 1 15,0 0-4-15,0 0 2 0,0 0-2 0,0 0 3 16,0 0-2-16,0 0-5 0,0 0-1 0,0 0 3 16,0 0 0-16,0 0 5 0,0 0-6 0,32-9-2 15,-12 8 3-15,-7-1-2 0,6-1 0 16,-2 2-1-16,1-2 0 0,-4 3-2 0,0-2-2 0,-1 1 1 16,1 1 6-16,-4-1-5 0,-4 1-5 0,-6 0 10 15,14 0-5-15,-14 0 0 0,9 0-4 0,-9 0 1 16,9-1 2-16,-9 1-1 0,0 0 4 0,0 0-3 15,0 0-2-15,0 0 5 0,0 0-1 0,0 0-1 16,0 0 4-16,-33 0-13 0,24 0 11 0,-5 1 0 16,3-1 2-16,0 0-3 0,-3 0-2 0,5 0 5 15,-1 1 2-15,10-1-4 0,-11 0-1 0,11 0 1 16,0 0-4-16,-12 0 2 0,12 0-9 0,0 0 6 16,0 0 1-16,0 0 4 0,0 0-5 0,0 0 3 15,0 0-6-15,0 0 8 0,33-1 1 0,-22 0-5 16,6 0 4-16,-4-1-8 0,0 2 6 0,5-2-2 15,-4-2 1-15,-5 4 2 0,3-1-2 0,-4 1 0 16,-8 0 1-16,13 0 1 0,-13 0-1 0,9-1 3 16,-9 1 2-16,8-2-1 0,-8 2 0 0,0 0 2 15,0 0-2-15,6-4 1 0,-6 4-3 0,0 0-2 16,0 0-5-16,0 0 9 0,0 0-4 0,-23-6 5 16,23 6-3-16,-11 0-4 0,11 0 4 0,-16 4-8 15,6 0-6-15,-1-2-9 0,-2 3-32 0,0 4-56 16,0-2 25-16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5T04:35:31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28716 4559 14 0,'0'0'75'0,"-4"-8"-6"0,4 8-9 15,-4-5-7-15,4 5-4 0,0 0-6 0,0-9-4 0,0 9-2 16,0 0-11-16,-5-5 0 0,5 5-2 16,0 0-15-16,0 0-7 0,0 0-5 0,0 0-8 15,0 0-18-15,0 0-1 0,0 0-46 0,0 0-82 16,-12 21 36-16</inkml:trace>
  <inkml:trace contextRef="#ctx0" brushRef="#br0" timeOffset="807.03">28889 10449 39 0,'0'0'85'0,"0"0"-10"0,0 0-7 0,-11-17-6 16,11 17-9-16,0 0-12 0,0-10-17 0,0 10-13 15,0 0-22-15,-1-11-19 0,1 11-40 0,-3-8-76 16,3 8 35-16</inkml:trace>
  <inkml:trace contextRef="#ctx0" brushRef="#br0" timeOffset="2059.96">28819 8537 22 0,'-11'-6'118'0,"7"2"1"15,-1-1 2-15,5 5 5 0,-8-7-7 0,8 7-2 16,-7-9-3-16,4 6-4 0,-3-3-9 0,0 2-8 15,6 4-2-15,-7-6-1 0,7 6-4 0,-7-6-2 16,7 6-5-16,-5-6-3 0,5 6-9 0,0 0-3 16,-7-2-6-16,7 2-4 0,0 0-9 0,0 0-5 15,0 0-4-15,0 0-3 0,0 0-2 0,0 0-3 0,0 0-6 16,0 0 2-16,0 0-3 0,0 0-2 16,0 0-2-16,0 0 1 0,26-6 2 0,-4 3 3 15,-3 3-3-15,12-3-1 0,2 0 1 0,0 2-4 0,3-4 1 16,-1-1-10-16,-1-2 4 0,2 2-2 0,-4 2 0 15,-1 0-2-15,-3-3-3 0,-7 4 5 16,0-1-5-16,-5 0-1 0,-4 2 1 0,-1 1 0 0,0 1-3 16,-4-2 1-16,1 1-2 0,-8 1 3 0,12-1 3 15,-12 1 3-15,6-2 4 0,-6 2 1 0,0 0 0 16,8-2-3-16,-8 2-1 0,0 0-1 0,0 0 1 16,0 0-5-16,0 0-10 0,0 0-12 0,0 0-9 15,0 0-24-15,0 0-39 0,0 0-29 0,0 0-25 16,0 0-31-16,-37 2-149 0,20 4-349 0,-5-2 154 15</inkml:trace>
  <inkml:trace contextRef="#ctx0" brushRef="#br0" timeOffset="2547.77">28961 8125 70 0,'0'0'126'16,"0"0"-19"-16,0 0-4 0,0 0-5 0,1-6-2 16,-1 6 2-16,0 0-2 0,0 0-9 0,0 0-1 15,0 0-9-15,0 0-6 0,0 0-3 0,0 0-12 0,0 27-3 16,-2-18 10-16,-2 0-11 0,-1 4-1 15,0 0-5-15,-2 4 0 0,-3 0-4 0,-5 3 5 16,1 4-8-16,-2 1 2 0,-4-3-4 0,1 1-3 0,-2 2 4 16,1 0-3-16,3-3 3 0,-1 0-9 0,2-2-3 15,3-7-2-15,1 0 0 0,0-1-1 16,3-5 0-16,1 5-1 0,3-6 4 0,-3-2 1 16,2 3-4-16,3-2 4 0,3-5-8 0,-6 8 5 0,2-2-1 15,4-6-1-15,-5 5 0 0,5-5 0 0,-9 8-7 16,7-5 0-16,2-3-7 0,-4 6 5 0,4-6-6 15,-3 7 1-15,3-7 1 0,0 0-1 0,0 0-1 16,-4 7 0-16,4-7-4 0,0 0 4 0,4 10-1 16,-1-5-2-16,2-1 13 0,5 4-2 0,-1-1 1 15,6 3-2-15,3 0-1 0,3 0-1 0,8 3 1 16,0-4-5-16,2 4 4 0,4-6-4 0,0 6-21 16,2-2-15-16,12 2-22 0,1 2-41 0,-12-2-25 15,11 3-34-15,-13-3-48 0,-3-1-120 0,0 2-344 16,-4-2 152-16</inkml:trace>
  <inkml:trace contextRef="#ctx0" brushRef="#br0" timeOffset="3103.14">28935 8443 42 0,'0'0'101'16,"0"0"-8"-16,0 0 6 0,0 0 9 0,0 0 1 16,0 0-2-16,21 11-15 0,-7-10-7 0,1 1-4 15,8 0-10-15,9-3-3 0,-1 1-9 0,2-1-3 16,0-2-6-16,1 0-2 0,-1 3-3 0,0-2-5 0,-2-1 3 16,-2-5-7-16,1 3-6 0,-4 4-1 0,-3-3-7 15,-2-1-1-15,-3 3 3 0,1-2-7 16,-2 2-3-16,-2 0 6 0,-6-1-3 0,2 2-6 15,-3-1-5-15,-2 1-4 0,2-2-5 0,-8 3-9 0,8-3-15 16,-8 3-16-16,9-1-26 0,-9 1-33 0,0 0-30 16,0 0-78-16,0 0-227 0,-2-12 100 15</inkml:trace>
  <inkml:trace contextRef="#ctx0" brushRef="#br0" timeOffset="3829.79">28613 4736 58 0,'0'0'96'0,"0"0"-5"0,0 0 7 0,8 28 5 0,-5-18-10 15,2 5-12-15,1 4 0 0,3 7 1 16,-1 3-8-16,1 1 2 0,-3 4-3 0,10 13-8 0,-8-2-3 16,0 6-7-16,0-3 7 0,-3 8-14 0,0-2 5 15,3-1-12-15,-5 2 2 0,1-2-6 0,3 0 1 16,-2 1-5-16,-1-4 3 0,4-1-3 0,-2-13-15 15,4 7 10-15,-5-10-3 0,5-3 2 0,-6-1-7 16,1-2-2-16,0-2 4 0,-2 0-7 0,0-7 1 16,0-2-2-16,1-4 2 0,-4-1-3 0,3 1 0 15,-1-3-4-15,-2-2 0 0,1-1 7 0,-1-6-1 16,2 9-1-16,-2-9-1 0,2 10-2 0,-2-10 5 16,3 4-1-16,-3-4 0 0,0 0-3 0,0 0-4 15,0 8 6-15,0-8-10 0,0 0-6 16,0 0-17-16,0 0-19 0,0 0-8 0,0 0-36 15,0 0-22-15,1 19-19 0,3-11-24 0,-4 2-98 0,0-10-265 16,-4 30 118-16</inkml:trace>
  <inkml:trace contextRef="#ctx0" brushRef="#br0" timeOffset="4526.66">29117 9260 6 0,'0'0'106'0,"0"0"10"0,0 0 3 16,0 0 4-16,-1 7 10 0,1-7-1 0,0 0-6 16,0 0-11-16,0 0-6 0,0 0 10 0,0 0-7 15,5-23-9-15,-5 23-6 0,0-17-9 0,2 7 0 16,-2-1-5-16,3-2-1 0,-3 2-10 0,1-6-6 15,0 2-8-15,1 0-3 0,-2 4 0 0,1 0-5 16,-1 1-2-16,0 0-7 0,0 3 0 0,0-2-5 16,1 0 3-16,-1 9-8 0,0-13 0 0,0 13-8 15,0-9 5-15,0 9-3 0,0-7-2 0,0 7-8 16,0 0 2-16,0 0-7 0,0 0-8 0,0 0 4 16,0 0 3-16,0 0-4 0,0 0 0 0,14 28 2 15,-7-11 3-15,-1 11-3 0,1 3-1 0,-2 4 5 16,1 12 0-16,0 1-3 0,-1 3 1 0,2-1-1 15,-3-2 3-15,-2-2-2 0,1 1-6 0,0-12 0 16,-2-2 2-16,4 1 1 0,-3 0 1 0,0-7-2 16,-1 2 2-16,-1-4-2 0,1-7 0 0,-1-1-3 15,0 1-11-15,-1-6-6 0,0 0-18 0,1-3-19 16,0-1-12-16,0-8-20 0,0 0-20 0,-2 13-37 16,2-13-41-16,-7 0-170 0,7 0-381 0,0 0 169 15</inkml:trace>
  <inkml:trace contextRef="#ctx0" brushRef="#br0" timeOffset="7349.61">28180 10023 22 0,'-62'66'23'0,"-1"0"-6"16,-1-7 3-16,16-18 2 0,-22 16-5 0,21-19 0 15,-20 15-1-15,17-21 1 0,-3 1-2 0,-2-2 3 16,3-2-8-16,-2 1-2 0,2-5 4 0,2 2-2 16,2-4-3-16,-2-1 0 0,2-2 1 0,14-6-2 15,-12 4-5-15,-1-5 6 0,13-4-1 0,-2 1-2 16,0-3 1-16,-2 0-7 0,-10-2 7 0,12-2 1 16,-2-2-6-16,-10-1 8 0,10-1-8 0,1-2 5 15,-14 0-6-15,1-6 0 0,0 2-2 0,5-4 3 16,6 3-9-16,-10-4 1 0,-3-2 0 0,4 3 2 15,3-7 2-15,-3 6 0 0,2-6-2 0,0 2-7 16,0-2-3-16,-3-1 1 0,2 1-5 0,-2-1-15 16,1 0-35-16,0-3 15 0</inkml:trace>
  <inkml:trace contextRef="#ctx0" brushRef="#br0" timeOffset="7661.54">24595 8190 15 0,'16'-105'7'0,"1"6"-1"0,-3 3 7 0,4 3-7 16,0 7 8-16,2 4-1 0,-1 0-9 0,-1 2 2 15,-3 22-9-15,7-32 6 0,2 7-2 0,1-2-4 16,1 5 2-16,0 0-2 0,-2 3 3 0,-1 19 7 15,4-22-9-15,-7 24 4 0,10-23 3 0,-3 1-5 16,-9 21 2-16,13-24 1 0,-7 3-4 0,-5 23 4 16,-1-3-2-16,6-22 7 0,-1 25-2 0,-4-1-2 15,3-1 1-15,9-22-5 0,-11 22-7 0,6-23 1 16,-5 25-3-16,11-23 2 0,-8 23-9 0,12-21-16 16,-11 23 55-16,2-2-29 0,13-19 1 0,-10 24-5 15,-2 0-10-15,4 0 5 0</inkml:trace>
  <inkml:trace contextRef="#ctx0" brushRef="#br0" timeOffset="8922.44">25222 8560 115 0,'0'0'115'0,"0"0"-10"0,0 0-13 16,0 0-7-16,2-6-6 0,-2 6-15 0,0 0-8 15,0 0-4-15,0 0-2 0,0 0-4 0,0 0-4 16,0 0 4-16,0 0-17 0,0 0-6 0,0 0 8 16,0 0-11-16,0 0 8 0,0 0-8 0,0 0-7 15,0 0 5-15,0 0-4 0,0 0-6 0,0 0 3 16,4-6-3-16,-4 6-7 0,0 0-10 0,0 0-8 16,0 0-2-16,0 0-18 0,0 0-10 0,0 0-10 15,0 0-14-15,0 0-19 0,0 0-48 0,0 0-149 16,-14-3 66-16</inkml:trace>
  <inkml:trace contextRef="#ctx0" brushRef="#br0" timeOffset="9423.92">24868 6979 10 0,'0'0'60'0,"0"0"-3"0,0 0-3 0,0 0-7 16,0 0-3-16,0 0-7 0,0 0-10 0,0 0-12 16,-8 3-20-16,8-3-17 0,0 0-32 0,0 0-59 15,-5 4 26-15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45:5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19976 5011 11 0,'-18'26'12'0,"2"1"-6"15,1-2-12-15,5 1-5 0,-3 0 4 0</inkml:trace>
  <inkml:trace contextRef="#ctx0" brushRef="#br0" timeOffset="3534.22">19698 5033 101 0,'-11'-2'98'0,"2"2"-7"15,9 0 0-15,-17 0 11 0,11-2-5 0,6 2-1 16,-13-1-12-16,13 1-5 0,-11 0-7 0,11 0-6 15,-11-1-7-15,11 1-5 0,-9-2-2 0,9 2 6 16,0 0 1-16,-11-2-5 0,11 2-2 0,0 0 1 16,-8-2-2-16,8 2-3 0,0 0-2 0,0 0-4 15,0 0-6-15,0 0-2 0,0 0-10 0,-11 2 5 16,11-2 0-16,0 0-14 0,0 0 6 0,0 0-2 16,0 0 0-16,0 0-6 0,0 0 1 0,0 0 1 15,0 0 4-15,0 0 0 0,0 0 11 0,0 0 7 16,39 0 5-16,-18 1-1 0,11-2 1 0,4 1 3 15,16-2-4-15,-1-2-1 0,5 1-8 0,2 0 1 16,1-1-2-16,1 1-2 0,-3-2-4 0,4-1-3 16,-2 4 2-16,-2-1-6 0,1 0-3 0,0-1-4 15,-1 0-3-15,0 2-3 0,0 0 3 0,1 0-1 16,-1 0-5-16,-3-1 2 0,0 0 2 0,0 0-4 16,0-1 5-16,-16 1-1 0,1 2 1 0,13-1 4 15,-16-1 3-15,0 1-3 0,0-1-1 0,-7 1 3 16,2 0-4-16,-2 2 2 0,-7-3-2 0,-3 2-1 15,0 0 3-15,-1 1-3 0,-5 1 3 0,-2-1-4 16,2-1 1-16,-3 0 2 0,2 0 2 0,-12 1-6 16,13 0 7-16,-13 0-5 0,11-1 4 0,-11 1-7 15,8-2 2-15,-8 2-1 0,0 0 2 0,9-3 0 16,-9 3-4-16,0 0 1 0,0 0-4 0,0 0 1 16,0 0 2-16,9 2-3 0,-9-2-1 0,0 0 0 15,0 0 3-15,0 0-3 0,0 0-1 0,0 0 4 16,0 0 4-16,0 0-9 0,0 0 1 0,0 0-1 15,0 0 1-15,10 0 2 0,-10 0-2 0,0 0 1 16,0 0-3-16,0 0 9 0,0 0-3 0,0 0-6 16,0 0 4-16,0 0 1 0,0 0-2 0,0 0 0 15,0 0 0-15,0 0-2 0,0 0 4 0,0 0-1 16,0 0-2-16,0 0 0 0,0 0 7 0,0 0-5 16,0 0 2-16,0 0 3 0,0 0 2 0,0 0 1 15,0 0-2-15,0 0-1 0,0 0-2 0,0 0-2 16,0 0 2-16,0 0-2 0,-3-11 8 0,3 11-1 15,0 0 5-15,0-12-5 0,0 12-3 0,0-11 5 16,0 11-2-16,3-13 0 0,-2 6-3 0,0 0 1 16,-1 7 0-16,4-17-4 0,-4 10 3 0,3-1-1 15,-1 1-7-15,-2 7 10 0,3-9 1 0,-1 4-4 16,-2 5 0-16,3-8-4 0,-3 8 0 0,0 0-2 16,3-6 0-16,-3 6-2 0,0 0 8 0,0 0-7 15,0 0 6-15,17 12-4 0,-11-6 7 0,1 4-3 16,0 1 4-16,1 2-2 0,2 2 2 0,-3 1-2 15,3-1 2-15,-3-1-2 0,-1 2 0 0,2-5-3 16,2 2 7-16,-4-3-4 0,2 4-3 16,-1-4 1-16,-1 1 1 0,3-2 2 0,-3 0-5 0,1-2 2 15,-2 0 5-15,-1-1-6 0,1-2 1 0,-2 0-3 16,-3-4 5-16,7 8 0 0,-7-8 4 0,5 3 0 16,-5-3 0-16,0 0-3 0,9 0 1 0,-9 0-5 15,10-5 4-15,-3 2-3 0,2-5 5 16,1 0 0-16,-1 0-2 0,2-2-2 0,3-2-1 0,-2-2-3 15,3 0 1-15,-3 2 1 0,-1 0-5 0,3 0 2 16,-1 1-1-16,-2 3 1 0,-2 1-2 0,0 0-3 16,0 2 1-16,0 0-1 0,-1 2-1 0,-2 2 8 15,-6 1-11-15,14 4 3 0,-6-1 0 0,-2 1 3 16,1 2 4-16,2 2-1 0,-2-1 2 0,0 4 3 16,-1-3-1-16,4 2 0 0,-6-2 2 0,1 1-1 15,2 1 0-15,-2-3-2 0,1 2 10 0,-1-3-14 16,-1 0 3-16,0 0 3 0,1-2-6 0,-1 1 5 15,0-1 2-15,-4-4-1 0,9 4 1 0,-4-2 0 16,-5-2 3-16,0 0-4 0,10-1 2 0,-10 1-1 16,13-7-2-16,-3 0 1 0,0-1-1 0,2 1 0 15,-1-4 0-15,3-1-3 0,0 0 4 0,-1-1-4 16,1 0 3-16,0-2-4 0,-3 2 0 16,3 0 0-16,0 1 1 0,-4 4-5 0,-1-1 1 0,-3 4 1 15,-1 1-2-15,3 0-4 0,-3 2 0 0,-5 2-1 16,0 0 0-16,14 3 5 0,-7 1-5 0,-2 2 4 15,0 1 0-15,1 2 1 0,-1 1 2 0,-2-1-1 16,0 0 3-16,3 1-1 0,-2-3 1 0,-1 1-4 16,1 2 5-16,-1-4-1 0,1 0 3 0,-2 0-1 15,2 0 1-15,-4-6-3 0,5 8 2 0,-1-4-2 16,-4-4 6-16,5 4 0 0,-5-4-2 0,8 6 5 16,-8-6-1-16,10-3-2 0,-10 3-2 0,14-3-1 15,-5-3 4-15,-1 1-3 0,1-1 1 0,2-2-3 16,3-2 10-16,-1 0-8 0,1 0-2 0,1 0-3 15,-3-1 4-15,2 1-1 0,0-1 0 16,0 1-6-16,0 2 4 0,-4 2-3 0,2 2-1 0,-2 0-1 16,-2 3-1-16,1-1-6 0,-9 2 8 0,12 0-2 15,-5 3 7-15,-2 1-2 0,1-1-2 0,1 3-5 16,-3 0 4-16,1-1-3 0,0 0 2 0,0 6-1 16,0-5 3-16,1 3-1 0,0 0 8 0,-1-1-7 15,-1-3 0-15,-1 1 2 0,4 0-1 0,-2 0 3 16,0 0-1-16,3 3 3 0,-1-5 2 0,3 2-4 15,2-3 6-15,1 3-7 0,5-2 6 0,3 0 4 16,7-2 2-16,6-2-3 0,0 0 8 0,6 0-9 16,14 1-2-16,2-1 2 0,4-3-2 15,2 2-1-15,5-2 1 0,-3 1 0 0,27-2 5 16,-29 0-4-16,1 2-1 0,28-5-2 0,-30 6 1 0,3-2-2 16,0 3 3-16,26-3-3 0,-30 4-2 0,1-2-1 15,-1-1 4-15,-3 4-1 0,1-1 1 0,-6-2 3 16,0 2 2-16,-14-2-2 0,1 1 3 0,-1-2 4 15,-3 1 1-15,-1 2-1 0,-2-2 1 0,-2 1 0 16,-2-3 1-16,-5 3 2 0,-8-3 7 16,-1 3-2-16,-2-1 3 0,-12 1 8 0,18 0-2 0,-11-1 7 15,-7 1-4-15,0 0 0 0,16-1-2 0,-16 1 5 16,0 0-9-16,12 0-4 0,-12 0-2 0,0 0-4 16,0 0-2-16,0 0-2 0,0 0-6 15,0 0 3-15,0 0 0 0,11-2 1 0,-11 2-2 16,0 0-4-16,0 0-1 0,0 0-10 0,0 0-9 15,0 0-20-15,0 0-18 0,0 0-8 0,0 0-28 0,0 0-21 16,0 0-31-16,0 0-32 0,0 0-40 0,0 0-42 16,0 0-239-16,0 0-531 0,0 0 236 15</inkml:trace>
  <inkml:trace contextRef="#ctx0" brushRef="#br0" timeOffset="4856.39">24432 4410 39 0,'0'-12'200'15,"-1"3"9"-15,1-2-16 0,0 1-7 0,0-1-7 16,-1 3-10-16,-1-2 1 0,2 10-5 0,0-9-12 0,0 9-15 15,0 0-13-15,0-12-18 0,0 12-12 16,0 0-10-16,0 0-18 0,0 0-5 0,0 0-3 16,0 0-14-16,0 0 0 0,7 24-6 0,-2-6-1 15,0 10-4-15,-1 3-3 0,2 3-4 0,-1 14 2 16,5 4 2-16,-2-1-9 0,-2 2 3 0,-2-1 3 16,3 0-2-16,3 4 1 0,-4 1 1 0,3 0-4 0,0-3 3 15,1 2 8-15,-4-2-11 0,3-4-6 16,-4 1 4-16,0 3-1 0,1-6-5 0,-2-1 4 15,-1-13-4-15,-1 2-1 0,2 0-1 0,-4-2 3 16,4 12-3-16,-2-14-2 0,4 1-4 0,-4-4 6 16,-2 2-4-16,0-1-1 0,0-3 3 0,2 1-3 0,0-9-1 15,3 7-1-15,-3-2 0 0,1-5 1 16,-2-2 0-16,3 0-5 0,-4-2-14 0,1-2-9 16,3-2-16-16,-4-1-24 0,0 1-28 0,0-11-32 15,0 19-26-15,0-19-22 0,0 0-56 0,-2 15-177 16,2-15-433-16,0 0 192 0</inkml:trace>
  <inkml:trace contextRef="#ctx0" brushRef="#br0" timeOffset="5481.63">24628 5270 35 0,'0'0'173'0,"0"0"-11"0,0 0 0 0,0 0-7 16,0 0-3-16,0 0-6 0,0 0-5 0,0 0-12 15,0 0-6-15,0 0-1 0,21 16-11 0,-8-13-2 16,4 7-8-16,2-3-7 0,0 1-4 0,8 1-1 0,0 0-4 16,3 0-6-16,1-2-6 0,3 0-5 15,-3 3-4-15,8-2-5 0,-3 3-5 0,2-3-2 16,-2 0-7-16,3 1-1 0,-2-1-8 0,-1-2 1 15,-2-2-6-15,-3 0-2 0,1-1-2 0,-1 0-3 0,-12 1-3 16,10-2 1-16,-12-1-5 0,1 2 1 0,0 1-4 16,-6-4 1-16,-3 0-5 0,-2 2 2 15,-1 0-4-15,-6-2 0 0,12 2 1 0,-12-2 0 16,8 0-4-16,-8 0 2 0,0 0 1 0,0 0-3 16,9 2-1-16,-9-2 0 0,0 0-2 0,0 0 1 0,0 0 0 15,0 0-2-15,6 4 1 0,-6-4-3 0,0 0 0 16,0 0 2-16,0 0 0 0,0 0 8 15,-13 17 0-15,9-11-2 0,-5 1 2 0,0 2 0 16,2-1 1-16,-2 0-1 0,1 1 1 0,0 1-2 0,-2-2-2 16,3 1 4-16,-1 1-2 0,-5 2 3 0,5-3-5 15,1-2 0-15,-2 0 2 0,2 3-1 0,-2-2 1 16,2-2-22-16,-2 2-14 0,2-3-4 0,-2 0-24 16,3 1-24-16,-2-2-21 0,3 1-24 15,0-1-30-15,5-4-16 0,-9 4-26 0,9-4-19 0,-9 3-132 16,9-3-376-16,0 0 167 0</inkml:trace>
  <inkml:trace contextRef="#ctx0" brushRef="#br0" timeOffset="5753.87">25460 5382 208 0,'-3'-6'245'0,"1"-4"-20"0,-1 0-11 0,-5 1-8 16,3 0-4-16,0 0-10 0,0 1-10 0,0-1-12 15,-3 2-4-15,4 1-15 0,4 6-11 16,-9-10-14-16,9 6-10 0,-4-2-11 0,4 6-2 0,-6-6-19 16,6 6-11-16,-4-7-4 0,4 7-11 15,-6-6-20-15,6 6-18 0,-4-6-20 0,4 6-18 0,0 0-26 16,-5-7-27-16,5 7-30 0,-5-5-57 15,5 5-52-15,-4-5-206 0,4 5-450 0,-9-9 200 16</inkml:trace>
  <inkml:trace contextRef="#ctx0" brushRef="#br0" timeOffset="7669.84">24529 4618 82 0,'0'0'144'0,"0"0"-7"15,0 0-11-15,0 0-4 0,-7-3-6 0,7 3-10 16,0 0 4-16,0 0-13 0,0 0-3 16,0 0-8-16,0 0 0 0,0 0-3 0,0 0 0 0,0 0-1 15,0 0-1-15,0 0 3 0,0 0 3 0,0 0 0 16,0 0 3-16,0 0 1 0,0 0-6 0,0 0-6 16,0 0-10-16,0 0-7 0,16-14-7 0,-7 6-2 15,6-3-5-15,1 1 1 0,9-5-23 16,2 2 2-16,3-3 1 0,1 1 1 0,3 0-3 0,2 1 4 15,8-9-6-15,-9 7 3 0,0-2 1 0,0 2-4 16,11-3 1-16,-13 4-1 0,-1-1 28 0,-1 4-2 16,-4-2-4-16,-2 3-4 0,1 1-2 15,2-2 6-15,-10 5-12 0,2-1-1 0,-3 1-1 0,-3 0 1 16,-1 2 2-16,-3 2-1 0,-1-2-9 16,-4 1 12-16,2 1 5 0,-7 3-5 0,8-4 0 0,-8 4 5 15,7-3-7-15,-7 3-1 0,5-3 4 0,-5 3-16 16,0 0 1-16,0 0-1 0,6-4-6 15,-6 4 3-15,0 0-4 0,0 0 4 0,0 0-7 16,0 0-16-16,0 0-14 0,0 0-24 0,0 0-26 16,0 0-30-16,0 0-51 0,0 0-66 0,0 0-77 15,0 0-210-15,0 0-543 0,0 0 240 0</inkml:trace>
  <inkml:trace contextRef="#ctx0" brushRef="#br0" timeOffset="10030.54">24914 2598 51 0,'0'0'157'0,"0"0"2"0,0 0-24 0,0 0 3 16,0 0-13-16,0 0-11 0,0 0-13 0,0 0-7 15,0 0-13-15,0 0-6 0,0 0-12 0,0 0-6 16,0 0-2-16,0 0-2 0,0 0-4 0,-5 22-7 16,5-22-6-16,-2 13-2 0,2-5-2 0,-2-1-3 15,2-7 2-15,-1 17 0 0,1-10-6 0,0 0 0 16,0-7-2-16,1 16 0 0,-1-9-3 0,2 1 3 16,0-3-12-16,0 1 2 0,2 0-4 0,1 0 5 15,-1 0-2-15,6-1-2 0,-5-2 0 0,3 2-1 16,0 0 5-16,1-3-2 0,1 1 3 0,1-3-4 15,1 1 0-15,-3-2 3 0,1 1-1 0,3-2 0 16,-2-2-7-16,0 0 0 0,0-1 6 0,0 1-2 16,-3-2 2-16,2-2 0 0,-1-1 3 0,-2 0-1 15,-1 0 7-15,3 1-2 0,-4-5 0 0,0 4-2 16,-2-1 3-16,-2-3-1 0,1 1-4 0,-2 1 2 16,-2-1-3-16,1-2 2 0,-3 3-10 15,0 0 1-15,-1 1-5 0,0 1 0 0,-2-1-4 16,-1 4-8-16,0 1-13 0,1 0-18 0,7 5-9 0,-20-5-18 15,9 7-1-15,-3 0-13 0,-2 4-9 0,0 2-22 16,0 2-16-16,0 2-3 0,2 1-17 0,1 1-84 16,0 2-251-16,0 1 111 0</inkml:trace>
  <inkml:trace contextRef="#ctx0" brushRef="#br0" timeOffset="11204.26">25026 2710 146 0,'0'0'205'0,"0"-5"-7"0,0 5-14 0,0 0-8 0,0 0-26 16,0 0-16-16,0 0-11 0,0 0-14 0,0 0-11 16,0 0-15-16,0 0-9 0,0 0-10 0,0 0-3 15,0 0-8-15,0 0-3 0,0 0-6 16,0 0-4-16,3 29 0 0,-3-17 3 0,0-1-3 16,2 5 1-16,-2-1-10 0,0 2 5 0,2-1-1 15,-2 0-1-15,2 2-1 0,-2-2-1 0,0-2-2 16,0 3-4-16,0-5-4 0,0 1-1 0,0-2 0 15,0 0 1-15,0-11-5 0,2 24 0 0,0-13-2 16,-2-1 0-16,1 1-3 0,-1-11 0 0,3 14 3 16,-2-6-3-16,-1-8 0 0,4 10-3 0,-4-10 2 15,4 10 0-15,-4-10-9 0,0 0 8 0,0 0-1 16,4 10 2-16,-4-10-3 0,0 0 2 0,0 0-2 16,0 0 10-16,0 9-2 0,0-9 5 0,0 0 0 15,0 0 2-15,0 0-5 0,0 0 2 0,0 0-5 16,0 0-1-16,0 0-1 0,0 0 1 0,0 0-5 15,0 0 2-15,2 9-5 0,-2-9-1 0,0 0-3 16,0 0-1-16,0 0 0 0,0 0 3 16,9 4-4-16,-9-4 4 0,0 0-3 0,11 5 2 15,-11-5-3-15,13 1 1 0,-6 2 2 0,-7-3-1 0,15 1-1 16,-15-1 1-16,16 7-3 0,-7-4 0 0,-3 1-2 16,-6-4 0-16,13 6 2 0,-9-1 0 0,-4-5 2 15,9 7-3-15,-6-3-1 0,-3-4 3 16,6 12-2-16,-6-12 0 0,2 12 3 0,-2-12 0 0,-5 13-2 15,5-13 4-15,-5 17-3 0,1-8 0 16,-4 1 0-16,-1-1 1 0,-1 1-1 0,2-2 2 16,-4 4-2-16,2-2 3 0,2-4-3 0,-1 3-1 15,3-1 2-15,-2 1-4 0,0 1 3 0,3-3 0 16,5-7-4-16,-8 12 3 0,6-6 5 0,2-6-6 16,-3 13 2-16,3-13 0 0,4 15 0 0,3-6-3 15,-1-1 3-15,1-1-2 0,3 0 2 0,0 0 2 16,0-2 0-16,0 2 3 0,2-1-4 0,-1 1 5 15,-1-1-5-15,2-1-1 0,-4 2 0 0,3 0-2 16,-6-2 1-16,3 1 2 0,-4-1-3 0,-4-5 0 16,7 13 1-16,-3-8-3 0,-4-5 3 0,0 14 4 15,0-14 0-15,0 0 0 0,-4 19-1 0,-1-14 1 16,-1 3 1-16,-1-1-4 0,1 1 2 0,-4 0 3 16,0 0 0-16,-2-1 0 0,-2 2-4 0,4-1 3 15,-2-1-1-15,3 0-4 0,2-1 0 16,-1 0 1-16,8-6-3 0,-12 12 2 0,12-12 1 15,-6 12 0-15,6-12 0 0,-1 12 1 0,1-12-5 0,0 0 7 16,5 17-3-16,-5-17-2 0,10 12 3 0,-10-12 0 16,9 10-2-16,-3-2 5 0,-6-8-5 0,11 10 0 15,-4-3-5-15,-7-7 5 0,9 11 1 0,-9-11 0 16,5 9-2-16,-5-9 1 0,6 12-3 0,-6-12 3 16,5 12-1-16,0-1 2 0,-5-11-1 15,4 20 0-15,-2-8 1 0,0-1-3 0,0 6 4 16,2 0 2-16,-4 0-2 0,3-4-2 0,0 6 0 15,-1-3 2-15,4 2 1 0,-3-3 0 0,0 3 0 16,1 2 5-16,0-2 3 0,0 6 10 0,0-7-7 16,3 6 4-16,-3-4-2 0,2-1 6 0,-2 0-4 0,1-2 1 15,1 1 1-15,-4-1 4 0,2 1-4 16,2-6-3-16,-4 0 2 0,-2-11-3 0,3 22 0 16,0-14-5-16,-3-8 1 0,1 17 0 0,-1-17 6 15,4 12-8-15,-4-12 10 0,0 0-7 0,-2 22 2 16,2-22 6-16,-3 13 1 0,3-13-1 0,-3 11-4 15,3-11 4-15,-1 13 1 0,1-13-4 0,0 0-5 16,-2 15 4-16,2-15-3 0,0 0-2 0,0 0 5 16,0 15-5-16,0-15 0 0,0 0-3 0,0 0-6 15,0 0-9-15,0 0-12 0,2 13-12 0,-2-13-16 16,0 0-19-16,0 0-39 0,0 0-72 0,0 0-105 16,0 0-193-16,0 0-512 0,0 0 227 0</inkml:trace>
  <inkml:trace contextRef="#ctx0" brushRef="#br0" timeOffset="11863.84">25277 2627 70 0,'0'0'233'0,"0"0"-18"15,0 0-19-15,0 0-20 0,0 0-9 0,0 0-20 0,0 0-22 16,0 0-16-16,0 0-12 0,0 0-8 16,0 0-8-16,0 0-5 0,10 19-6 0,-4-10-9 15,-2 3-2-15,4 2-3 0,-4-1-2 0,1-2-5 16,1 4-5-16,-2-3 0 0,1-2-10 0,4 0 0 0,-6 0-3 16,3-2-2-16,-2 1-1 0,0-3-2 15,1 1-3-15,-1-2 0 0,-2 0 0 0,-2-5 5 16,6 5 7-16,-6-5 6 0,6 6 13 0,-6-6 5 15,0 0 3-15,9-2-6 0,-9 2 1 0,7-7-8 16,2 0-2-16,0-2-5 0,-1 0-1 0,1 0 4 16,-3-1-11-16,0-3-3 0,3-2-5 0,1-2-4 15,-2 0-2-15,-1 0-3 0,1 2-2 0,-2 2 2 16,-1 3-4-16,-1 0-4 0,2 1-2 0,-3 2-6 16,-2 1-22-16,2 1-24 0,-3 5-27 0,5-8-41 15,-5 8-42-15,0 0-20 0,0 0-19 0,0 0-15 16,0 0-177-16,0 0-418 0,0 0 185 0</inkml:trace>
  <inkml:trace contextRef="#ctx0" brushRef="#br0" timeOffset="12122.63">25745 2715 142 0,'6'-4'243'0,"-6"4"-5"16,0 0-4-16,0 0-15 0,4-4-14 15,-4 4-23-15,0 0-15 0,0 0-15 0,0 0-15 0,0 0-14 16,0 0-12-16,-29 3-13 0,21 1-6 0,-3 1-9 16,1 1-6-16,-1 2-4 0,2 0-8 0,-3 0-7 15,4 2 0-15,-1-3-14 0,2 1-4 16,0 0-7-16,1-1-3 0,2 1 2 0,4-8-6 16,-1 13-2-16,1-13 0 0,4 13-6 0,-4-13-17 15,13 12-25-15,-3-6-29 0,-1-1-25 0,5 0-36 16,-1-1-36-16,5-2-39 0,-2 0-31 0,2-2-148 15,-3 0-396-15,-15 0 175 0</inkml:trace>
  <inkml:trace contextRef="#ctx0" brushRef="#br0" timeOffset="12342.68">25996 2742 212 0,'0'0'231'0,"4"-6"-18"0,-4 6-17 15,0 0-16-15,0 0-10 0,0 0-9 0,0 0-7 16,-24 1-3-16,12 4 2 0,-3 2-1 0,-3 3-15 15,5 0-9-15,-1 0-10 0,-1-1-11 16,5 0-10-16,-1-1-11 0,4 1-7 0,3-2-7 0,-3 2-9 16,7-9-2-16,-2 17-8 0,2-17-6 0,9 17-1 15,0-8-13-15,2-3-11 0,7 2-14 16,-2-3-22-16,9 4-28 0,-3-1-28 0,-4-5-42 16,2-1-36-16,1 1-45 0,-4 1-51 0,-5-1-141 15,1-2-417-15,-13-1 186 0</inkml:trace>
  <inkml:trace contextRef="#ctx0" brushRef="#br0" timeOffset="12831.99">25495 3351 280 0,'-4'-8'285'16,"4"8"-13"-16,-2-5-14 0,2 5-22 0,0 0-17 0,0 0-18 16,-6-6-25-16,6 6-18 0,0 0-24 15,0 0-16-15,0 0-15 0,0 0-9 0,0 0-12 16,0 0-9-16,0 0-3 0,6 25-8 0,-4-13-5 15,-2 1-6-15,0-1-2 0,0-1-8 0,2 4 5 16,-2-3-17-16,2 3 6 0,-2-3-4 0,0-1-2 16,0 0-6-16,2 0 2 0,-2-1-2 0,0 0-6 15,1-1-17-15,1-1-19 0,2 0-18 0,-4-2-29 16,2 0-30-16,-2-6-36 0,0 0-40 0,0 17-33 16,0-17-25-16,0 6-157 0,0-6-419 0,0 0 185 15</inkml:trace>
  <inkml:trace contextRef="#ctx0" brushRef="#br0" timeOffset="13138">25491 3253 160 0,'4'-7'173'0,"1"0"-19"0,-1 4 1 0,2-2-12 16,0 2-16-16,-6 3-10 0,13-4-10 0,-7 4-8 15,-6 0-6-15,14 5-6 0,-9 0-5 0,2 2-8 16,-1 1-3-16,-1 2-8 0,2-2-3 0,-5 2 0 15,0 2-5-15,0 2-3 0,-4-2-6 16,0 0-1-16,-3 0-5 0,1-2 3 0,-1 1-7 0,1-2 1 16,0 0-3-16,1-2-1 0,-3-3-5 15,4 2-3-15,2-6 5 0,-6 7-8 0,6-7-2 0,-4 5-4 16,4-5-1-16,-3 6-3 0,3-6-1 0,0 0 0 16,0 0-6-16,0 0 6 0,0 0-3 15,7 12 1-15,-4-7 1 0,6-3-3 0,-2 0-9 16,3 2-16-16,2-2-23 0,1 1-19 0,1 0-28 15,2 0-23-15,2-1-34 0,-1-1-36 0,1 0-126 16,-2-1-332-16,0-2 146 0</inkml:trace>
  <inkml:trace contextRef="#ctx0" brushRef="#br0" timeOffset="13348.34">25985 3356 154 0,'0'0'185'16,"0"0"-6"-16,-16-10 5 0,5 11-7 0,-3 1-6 15,-1 2 1-15,1 2-14 0,-3 0-7 0,0 2-12 16,4 1-10-16,-3 0-11 0,7-1-9 0,-1 0-11 16,3 1-10-16,-3-1-7 0,6 2-9 0,-1-1-6 15,1 0-4-15,4-2-4 0,0 2-6 0,0-9-5 16,7 11-8-16,2-3-13 0,2-3-22 0,0 1-22 16,3-3-28-16,2 0-28 0,-3 0-39 0,2-1-40 15,-2-2-59-15,2 0-139 0,-15 0-379 0,15-3 167 16</inkml:trace>
  <inkml:trace contextRef="#ctx0" brushRef="#br0" timeOffset="13996.18">24915 2982 168 0,'0'0'182'0,"3"-11"-14"16,-3 11-7-16,0 0-11 0,0 0-14 16,0 0-8-16,4-5-8 0,-4 5-14 0,0 0-16 0,0 0-6 15,0 0-10-15,0 0-5 0,0 0-9 16,0 0-9-16,0 0-6 0,14 1-3 0,-14-1 2 0,0 0-11 16,11 4 4-16,-11-4-12 0,8 3 9 0,-3 0-6 15,2 1 0-15,-7-4-2 0,13 4-4 0,-6-1 2 16,0 0-3-16,2 1 1 0,-4-3-4 0,2 1-2 15,-1 2-1-15,2-3-3 0,-2 2 3 16,1-1-5-16,-7-2 0 0,11 5 2 0,-5-4-1 16,-6-1-1-16,14 3 2 0,-14-3 3 0,8 0-1 15,-8 0-3-15,13-3 0 0,-7 0-2 0,-6 3 4 16,13-6-2-16,-5 1 1 0,0-1-4 0,-1-1-4 16,5-2 1-16,1-2-2 0,-4 1 1 0,4-1-15 15,0-4-10-15,1 1-18 0,-3 1-21 0,0-2-18 16,3 1-38-16,-3 1-40 0,0 0-28 0,-2 5-112 15,0 0-321-15,-4 0 143 0</inkml:trace>
  <inkml:trace contextRef="#ctx0" brushRef="#br0" timeOffset="16354.11">25304 4210 2 0,'0'0'141'16,"0"0"6"-16,0 0-5 0,0 0-12 0,0 0-16 0,0 0-8 15,1-8 2-15,-1 8-20 0,0 0-14 0,0 0-3 16,0 0-13-16,0 0-1 0,0 0-12 15,0 0-4-15,0 0 1 0,0 0-6 0,0 0-4 16,0 0-5-16,0 0 9 0,0 0-17 0,-8 25-1 16,8-25 5-16,0 9 2 0,0-9-9 0,0 10 1 0,0-10-6 15,0 7 4-15,0-7-7 0,5 6 2 0,-5-6 0 16,5 4 2-16,-5-4-6 0,8 6 7 0,-3-4 8 16,3-1 1-16,3 0 0 0,1-3 4 0,0 0 4 15,-1 1 4-15,0-1-8 0,-2-1 3 16,3-1-6-16,0-2 0 0,-1 3 0 0,-3-1 10 0,-2 0-4 15,1-1-2-15,-1 0 1 0,-6 5-4 0,6-11-1 16,-2 5-2-16,-4-2 0 0,0 8-2 16,-4-18-8-16,4 11 4 0,-6-3-9 0,0 2 2 0,-2-3-2 15,1 5 2-15,1 0-8 0,-4-1 3 16,3 2-5-16,0 4-11 0,-4-2-4 0,2 3-3 16,-2 3-24-16,11-3-1 0,-18 5-2 0,9 2-26 0,0-1-31 15,-1 1-36-15,2 3-28 0,1 0-97 0,1-1-287 16,-2 0 127-16</inkml:trace>
  <inkml:trace contextRef="#ctx0" brushRef="#br0" timeOffset="16766.34">25420 4184 69 0,'0'0'68'0,"0"0"-7"0,0 0-2 16,-8 3-2-16,8-3 8 0,0 0-11 0,0 0-3 16,0 0-1-16,0 0-4 0,0 0 4 0,0 0-11 15,0 0-2-15,0 0-1 0,-9 0 16 0,9 0-24 16,0 0 3-16,0 0 0 0,0 0-6 0,0 0-6 16,0 0-1-16,0 0-2 0,0 0 1 0,0 0 3 15,0 0-16-15,0 0-11 0,0 0-8 0,0 0 2 16,0 0-13-16,0 0 0 0,0 0-4 0,0 0-12 15,0 0 0-15,0 0-12 0,0 0-5 0,0 0-9 16,27 2-36-16,-27-2-112 0,9 0 50 0</inkml:trace>
  <inkml:trace contextRef="#ctx0" brushRef="#br0" timeOffset="17806.79">25571 4215 59 0,'-8'-2'58'0,"8"2"-4"16,0 0-1-16,-9-2-4 0,9 2-4 0,0 0-3 15,-10-2 5-15,10 2-8 0,0 0-6 0,-10 0 2 16,10 0-3-16,0 0 6 0,-12 0 1 0,12 0 6 16,-9 0-7-16,9 0 0 0,0 0 9 0,-11-1-5 15,11 1-14-15,-11 0 18 0,11 0-1 0,0 0 1 16,0 0 0-16,-12 0 2 0,12 0-8 0,0 0 1 15,0 0-7-15,0 0-5 0,0 0-6 0,-9 0 4 16,9 0 1-16,0 0-5 0,0 0-6 0,0 0 0 16,0 0 0-16,0 0 12 0,0 0 7 0,34 9-3 15,-17-9 5-15,4 2 0 0,9-1-1 0,5 0 0 16,4 1-7-16,-1-1 4 0,18 2-4 0,0-5 3 16,0 4-6-16,4-4-1 0,-1 4-4 0,0-2 1 15,3 0-4-15,-3 0 2 0,6 0-4 0,0 0-1 16,0 0 0-16,30 0-7 0,-32 0 1 0,2 1-3 15,25-2 2-15,-31 1-3 0,4 0 1 0,-3 0-4 16,-4 0 1-16,6 0 5 0,-3-3-4 0,-1 2 2 16,1-1 2-16,-3 2 0 0,-2 0 1 0,-5 0 4 15,-11-1-2-15,14 1 2 0,-18-1 22 0,-1 2 0 16,-5-2-3-16,-8-1 4 0,2 2 3 0,-4-2-2 16,-2 2 1-16,-3 0 0 0,1-1 4 0,-9 1-2 15,4-1 7-15,-9 1-5 0,15 0 1 0,-15 0-3 16,11 0-3-16,-11 0-6 0,5-2-1 0,-5 2-5 15,0 0-1-15,10-2-2 0,-10 2-6 0,0 0-1 16,0 0-9-16,8-1-15 0,-8 1-16 0,0 0-24 16,0 0-28-16,0 0-23 0,0 0-32 0,0 0-20 15,0 0-42-15,0 0-13 0,0 0-117 0,0 0-347 16,0 0 153-16</inkml:trace>
  <inkml:trace contextRef="#ctx0" brushRef="#br0" timeOffset="18262.41">27811 4170 245 0,'0'0'270'0,"0"-8"-18"0,0 8-11 0,0 0-11 16,-3-9-21-16,3 9-25 0,0 0-12 0,0 0-21 0,0 0-19 15,0 0-17-15,0 0-11 0,0 0-13 0,0 0-9 16,0 0-8-16,0 0-9 0,0 0-5 0,14 22-6 16,-7-13-1-16,-2 0-10 0,-1 1-1 15,2 1-5-15,-1-1-4 0,0 0-2 0,2-2-6 16,-3 0-1-16,1 1 0 0,-3-2-4 0,2 0 0 16,1-1-1-16,-1 0-3 0,1 0-5 0,0 0 5 15,-1-2-2-15,4 1 2 0,-4 0-6 0,-1 0 0 16,-3-5-1-16,7 5 1 0,-2-2 3 0,-5-3 4 15,4 4-9-15,-4-4 9 0,0 0 1 0,11-1-1 16,-11 1 5-16,12-6 4 0,-7 1 0 0,1-2-7 16,2 0-2-16,0-2 1 0,3-4-1 0,-1-1-4 15,0-1 0-15,1 2-2 0,-2-2-3 0,0-1 1 16,-4 7-4-16,4-7 6 0,-5 5-4 0,2 2-2 16,-3 0-10-16,1 1 11 0,0 1-1 0,-1 3-9 15,-1-2-10-15,-2 6-17 0,5-8-17 0,-5 8-26 16,3-6-27-16,-3 6-31 0,0 0-27 0,0 0-28 15,0 0-13-15,0 0-19 0,0 0-10 0,0 0-128 16,0 0-386-16,0 0 170 0</inkml:trace>
  <inkml:trace contextRef="#ctx0" brushRef="#br0" timeOffset="18573.49">28142 4268 86 0,'2'7'122'0,"-2"-7"9"0,2 5 3 15,-2-5 9-15,2 8 1 0,-2-8-1 0,4 10-8 16,-3-6-7-16,-1-4-13 0,4 11-9 0,-2-7-8 16,0 0-7-16,4 2 2 0,-1-2 4 0,-5-4 4 15,12 7-6-15,-5-5-5 0,4 0-1 16,-6 1 0-16,7-2-5 0,-1 0-2 0,1 1-8 0,-1-4-3 16,1 0 1-16,-1 2-1 0,3-4 1 0,-4 2 6 15,1-3-1-15,-1 1-8 0,-1-5-8 0,-2 4 7 16,-1-2-2-16,-1 0-2 0,0 1-17 0,-3-5 7 15,-2 5-7-15,0-2-2 0,-2-2-11 0,2-1-4 16,-7 0-7-16,4 3 3 0,-6 0-10 0,2 2-7 16,-4-1-10-16,3 3-15 0,-2 0-15 15,-4 2-17-15,2 0-19 0,-7 2-26 0,2 2-24 0,0 1-44 16,2 1-45-16,-1 0-56 0,-2 4-166 0,1-2-464 16,3 0 205-16</inkml:trace>
  <inkml:trace contextRef="#ctx0" brushRef="#br0" timeOffset="18727.28">28178 4346 188 0,'0'0'217'0,"0"0"-21"16,5 4-19-16,-5-4-9 0,0 0-25 0,0 0-23 16,0 0-30-16,0 0-43 0,0 0-43 15,0 0-54-15,0 0-62 0,5 2-86 0,-5-2-215 16,0 0 95-16</inkml:trace>
  <inkml:trace contextRef="#ctx0" brushRef="#br0" timeOffset="21821.39">25484 5636 16 0,'0'-11'104'0,"0"11"-5"0,0-11-3 0,0 11-15 0,0-14-7 16,0 14 10-16,0-11-1 0,0 5 3 15,0 6 2-15,0-10 18 0,0 10-1 0,-1-9 3 16,1 9 0-16,0 0-3 0,0 0-1 0,-2-11-6 16,2 11-1-16,0 0-10 0,0 0-5 0,0 0-9 0,0 0-8 15,0 0-9-15,0 0-6 0,0 0-5 0,0 0-2 16,0 0-11-16,0 0-6 0,0 0-2 15,0 0-1-15,0 0-5 0,0 0-1 0,0 0-2 16,0 0 0-16,-2 29 3 0,2-16-10 0,0 3 2 0,0 1 1 16,1 3-3-16,-1-1 4 0,1 0-2 0,1 8 1 15,-4-2 3-15,4 1-4 0,-1-1 2 0,1 2 3 16,1 0 5-16,-3-1-5 0,0 2 5 16,0-1 0-16,-3-1 3 0,6 3 3 0,-3-2 2 15,2-1-4-15,-2 1 0 0,0-1-2 0,0 0-4 0,2-2 3 16,-2 2-3-16,1 0 0 0,2 0 1 0,-2-7-3 15,1 9 0-15,2-4-2 0,-4 2-1 0,2-7-2 16,0 7 3-16,0-6-1 0,-1 1-4 0,1-2 3 16,1 1-4-16,-1-5 2 0,-2 3-3 0,0-3 1 15,0 1-2-15,0-5 0 0,0 0-3 0,0 2 1 16,0-4 0-16,0 2-1 0,0-2 4 0,0 1-3 16,-2-4-1-16,2-6-1 0,-3 12 2 0,6-4 0 15,-6-1-4-15,3-7 4 0,0 11 0 0,0-11 1 16,-2 8 0-16,2-8 1 0,0 0-4 15,0 9 0-15,0-9 0 0,0 0 2 0,0 0-3 0,0 0 4 16,-1 7-4-16,1-7 7 0,0 0-3 0,0 0-4 16,0 0 1-16,0 0 3 0,0 0 2 0,0 0 2 15,0 0 4-15,3 8 1 0,-3-8-2 0,8 1-1 16,-8-1 6-16,8 5-3 0,-8-5-1 0,9 2 1 16,-3 1-2-16,4-2 2 0,-5 1 1 0,3 4-3 15,-2-5-3-15,2 3-2 0,-2-2 1 0,1 1-3 16,-2 0-2-16,-5-3 0 0,11 5 0 0,-8 0 1 15,3-1 1-15,-4 0-3 0,-2-4 3 0,5 8-3 16,-4-2-1-16,-1-6 1 0,1 9-3 0,-1-9 2 16,-4 14 1-16,1-6-5 0,-3 1 3 0,1 1 1 15,-3 0 0-15,2-2-2 0,-1 2 2 0,-1 0 0 16,0-2 1-16,0 7-2 0,2-3-1 0,1 1 1 16,-4 2 4-16,6-4-4 0,1 4 1 0,-3 1 1 15,3-4 0-15,0 0-1 0,2 1-2 0,0-1 2 16,-2 2-1-16,4 1 4 0,0-3 1 0,-1 1-4 15,3-2 1-15,2 5 0 0,-2-3-2 0,2-3 4 16,-2 3-5-16,-1 0 4 0,-1-2-3 16,2 1 2-16,0-2-4 0,-3 2 2 0,0-1 0 15,-1-2 1-15,0 4 0 0,-1-3 3 0,0 0-4 0,-1 1-1 16,-2 0 1-16,-2-2 1 0,1 1 0 0,0 1 1 16,-2 0-2-16,0-2 1 0,-1 0 2 0,2 0-2 15,-2-1 2-15,5 1-3 0,-3 0-1 0,2 0 0 16,1-1 2-16,-3 0-1 0,6-8-2 0,-7 14 1 15,4-6 1-15,1 0 0 0,2-8-2 0,0 19 2 16,1-7-2-16,2-2 4 0,3 1-4 0,-2 1 2 16,3 4-2-16,-3-4 3 0,5 2-1 0,-1-5 6 15,0 7-4-15,-1-3-1 0,1-2-2 0,-3-1 2 16,2 3-4-16,-4-2 0 0,1-1 2 0,0 0 1 16,0-1-2-16,-3 1 2 0,-1-10-3 0,3 17 1 15,-2-10 4-15,-1-7-3 0,0 17 0 0,0-17 3 16,-4 14-1-16,3-6 1 0,-3 2-4 0,4-10 4 15,-8 16-3-15,5-6-2 0,3-10 3 0,-4 14 1 16,2-3-3-16,0 1 2 0,-1 0 0 0,3 2 1 16,3 1 0-16,-2 3 4 0,4-1-2 0,-5 0 2 15,2 2 8-15,0-3 2 0,2 4 0 0,-1-1 0 16,-1 1 1-16,3 3 1 0,2-2 0 0,-5 3 3 16,4 2 8-16,-1-7 1 0,-1 0 4 0,0-1-8 15,1 0-3-15,0-3 2 0,-3 3-3 0,0-1 0 16,1-2-2-16,-3-2-2 0,0-4 0 0,-2 4-6 15,0-2 1-15,-1 0-5 0,3-1 3 0,-5-2-3 16,5-8 3-16,-7 15-2 0,3-8 9 0,0 1-1 16,4-8-2-16,-7 10-18 0,7-10-12 0,-4 9-19 15,4-9-22-15,-6 7-28 0,6-7-38 16,0 0-38-16,-8 12-47 0,8-12-40 0,0 0-232 0,-7 6-519 16,7-6 229-16</inkml:trace>
  <inkml:trace contextRef="#ctx0" brushRef="#br0" timeOffset="24178.26">19724 5021 133 0,'0'0'146'16,"0"0"-6"-16,0 0 1 0,-4-9-16 0,4 9-9 15,0 0-20-15,0 0-6 0,0 0-6 0,0 0-13 16,0 0-10-16,0 0 0 0,0 0 1 0,10 31-9 0,-7-15 1 16,1 8 2-16,1 4 2 0,-1 2 2 15,1 3 0-15,-1 1-5 0,-1 14-1 0,-3 1 0 16,2-1-3-16,-1 4 1 0,-2-4-6 0,1 1 2 15,-2 1 0-15,2-3-3 0,0 1 3 0,0-13-6 16,-1 0-2-16,1-1 0 0,0 1-2 0,0-2 0 0,0 17 2 16,1-19-8-16,1 3 6 0,-2-1-5 0,3-5 0 15,-1-1-5-15,-1 1-2 0,0-1-1 16,2 0-3-16,1-2-1 0,-3-5 1 0,0-2-8 16,-1 1 0-16,3-3 0 0,-2-3 3 0,1 0-2 15,0-3 1-15,-1 2-4 0,2-3-2 0,-2 1 9 16,0-5-5-16,-1-5-9 0,2 12 5 0,-2-7-4 15,0-5 3-15,2 8-1 0,-2-8-2 0,0 7-1 0,0-7-5 16,0 0-14-16,0 0-17 0,0 0-23 16,0 9-22-16,0-9-32 0,0 0-19 0,0 0-26 15,0 0-22-15,-4 9-14 0,4-9-137 0,-7 3-353 16,2-1 157-16</inkml:trace>
  <inkml:trace contextRef="#ctx0" brushRef="#br0" timeOffset="24786.37">19937 6179 76 0,'0'0'195'0,"0"-9"-10"0,0 9-14 16,0-9 3-16,0 9-2 0,0 0-4 0,2-7-8 16,-2 7-10-16,0 0-15 0,0 0-9 0,0-10-16 15,0 10-12-15,0 0-11 0,0 0-7 0,0 0-10 16,0 0-3-16,0 0-11 0,0 0-10 0,0 0-4 16,0 0-2-16,0 0-3 0,0 0-5 0,0 0-5 15,0 0-1-15,-13 16-3 0,13-16-9 0,-7 8-17 16,5-3-8-16,2-5-17 0,-5 10-12 15,0-4-21-15,1-2-15 0,0 4-11 0,-1-3-11 0,5-5-18 16,-5 9-8-16,2-3-7 0,-1-2-10 0,4-4-1 16,-8 9-4-16,2-7-82 0,1 2-246 0,-5 1 110 15</inkml:trace>
  <inkml:trace contextRef="#ctx0" brushRef="#br0" timeOffset="25220.79">19720 6189 118 0,'0'0'134'0,"0"-6"8"16,0 6 1-16,0 0-1 0,0 0-5 0,1-8-6 15,-1 8-9-15,0 0-6 0,0 0-12 0,0 0-5 16,3-6-12-16,-3 6-9 0,0 0-7 0,0 0-10 15,0 0-7-15,0 0-8 0,0 0-1 0,0 0-6 16,0 0-6-16,0 0 2 0,0 0 1 0,13 19-4 16,-9-8 4-16,-1 0 9 0,0 1 6 0,5 4 3 15,-2 9 9-15,0-2 6 0,2 2-9 0,-4 2-3 16,0-1-5-16,-2 1-1 0,3 0-4 0,-2-3-5 16,-1 1-1-16,1-5-1 0,-3-1-3 0,1 0 0 15,-1-1 2-15,3 0-1 0,-2 1-5 0,-1-4-2 16,1 1 0-16,-1-3 1 0,3 0 0 0,-2-1-5 15,-1 0-2-15,0 1-4 0,2-5-1 0,-1 1-3 16,-1-1 3-16,0-2-3 0,0-6 1 0,0 14-2 16,1-8-2-16,-1-6 0 0,0 10-2 0,0-10-1 15,1 7 0-15,-1-7-19 0,0 0-10 0,0 0-16 16,0 12-14-16,0-12-22 0,0 0-16 0,0 0-29 16,0 0-26-16,0 0-35 0,0 0-21 0,-3 9-35 15,3-9-126-15,0 0-386 0,0 0 171 0</inkml:trace>
  <inkml:trace contextRef="#ctx0" brushRef="#br0" timeOffset="25674.54">19185 6785 44 0,'0'0'164'0,"-7"-2"-4"0,7 2-2 15,0 0-11-15,0 0-6 0,0 0-9 0,-9-1-12 16,9 1-6-16,0 0-11 0,0 0-7 0,0 0-3 0,0 0-6 15,0 0 0-15,32 1-2 0,-13-1 0 0,11-2-7 16,3-2-6-16,5 1 0 0,19-1-2 0,3-3-4 16,1 0-8-16,4 1-4 0,0-2-6 0,-1 5-4 15,3-4-3-15,-6 2-5 0,-5-3 0 16,1 3-5-16,-5 1-5 0,-12 2-1 0,0-1-2 0,-4 0-4 16,-1 3 1-16,-5-2 1 0,0 1-7 15,0 1 2-15,-9 0-1 0,1 0-3 0,-10 0-3 16,1 0 1-16,-1 0-1 0,-1 0-3 0,-4 0 2 0,-7 0-4 15,10 0 2-15,-10 0 1 0,9 0 3 16,-9 0-6-16,0 0-12 0,9 0-24 0,-9 0-14 0,0 0-12 16,0 0-26-16,0 0-33 0,0 0-50 0,0 0-51 15,-21 15-125-15,21-15-371 0,-32 6 163 0</inkml:trace>
  <inkml:trace contextRef="#ctx0" brushRef="#br0" timeOffset="26084.57">19795 6949 42 0,'0'0'121'0,"-13"0"-10"0,5-2 3 16,8 2-8-16,-19-2 1 0,10 2-5 0,-2-1-1 15,0 0-7-15,-1 2 1 0,2-1-8 16,-1 2-2-16,-1-1-6 0,3 2 1 0,-2-2-5 0,1 2-7 16,2-2-6-16,1 1-6 0,7-2 6 0,-11 3-1 15,11-3-6-15,-10 0-4 0,10 0-4 0,0 0-9 16,-8 1 5-16,8-1-5 0,0 0-1 0,0 0 9 16,0 0 8-16,0 0 8 0,0 0 5 15,29 3 0-15,-11-4 1 0,10-1-4 0,2 0 0 0,4 0-6 16,4-1-5-16,-3-2-4 0,3 1-4 0,-2-2-2 15,-2 4-3-15,-2-1-6 0,-6 0-2 0,-4 1-6 16,-3 2 0-16,-2 0-3 0,-3-2-5 0,0 2-1 16,-3 0-1-16,2 2 2 0,-4-2-8 0,-1 0-3 15,-8 0-12-15,11-2-21 0,-11 2-16 0,9 2-23 16,-9-2-18-16,7 2-22 0,-7-2-26 0,0 0-25 16,6 6-38-16,-6-6-176 0,0 0-401 0,0 0 179 15</inkml:trace>
  <inkml:trace contextRef="#ctx0" brushRef="#br0" timeOffset="27682.57">19861 6901 159 0,'2'-9'194'0,"-2"9"0"15,2-6-4-15,-2 6-4 0,0 0-14 0,1-8-12 16,-1 8-19-16,0 0-17 0,0 0-16 15,0 0-7-15,1-8-12 0,-1 8-10 0,0 0-9 0,0 0-8 16,0 0-3-16,1 29 4 0,2-13-7 0,-3 3 2 16,1 6 3-16,-1 4 0 0,0 1-7 15,3 1 24-15,-2 3-7 0,2-2-6 0,-1 3-6 16,2-2 0-16,-3 2-4 0,2-2 2 0,-1-1 3 16,1 0-1-16,-1-1-3 0,1-3-4 0,1 2-9 0,0-3 2 15,-2-1-3-15,1 0-6 0,1 1-4 0,-2-8-2 16,1 5-2-16,-1 6 5 0,2-3 4 15,-1-8-1-15,-2 7-7 0,3 1-1 0,-2-3 1 16,1-1 4-16,1 2 0 0,-2 1-5 0,1-7-2 0,-1 0 1 16,2 5-9-16,-1-5 2 0,3 6 0 0,1-2-4 15,-2-3 1-15,-2 0-3 0,0-1-3 0,2 0 5 16,-4 0-1-16,2-1 2 0,1 2-3 16,-1-3 3-16,-2-2 0 0,4-2-13 0,-4-2 5 15,0 2 6-15,2-4-6 0,-3 2 3 0,0-2-2 0,0 1-1 16,1-3-2-16,-1-7 15 0,0 12-16 0,3-6-5 15,-3-6 3-15,0 11 2 0,1-6 0 0,-1-5 1 16,1 10-3-16,-1-10 3 0,0 9-1 0,0-9-4 16,0 8 1-16,0-8 2 0,2 8 1 0,-2-8-5 15,1 7 2-15,-1-7 2 0,0 0-6 0,0 0 4 16,-1 9-1-16,1-9 1 0,0 0 11 0,0 0-18 16,2 6 5-16,-2-6 9 0,4 5-10 0,-4-5 2 15,0 0 2-15,6 8 2 0,-6-8-2 16,11 2 10-16,-8 1-18 0,3 0 11 0,0-1-2 0,2-1 0 15,-1 2-1-15,3 1 1 0,3-2-3 0,6 1-1 16,2-1-2-16,-3 1 3 0,4 1 2 0,6-2-2 16,0 2 3-16,1-2-1 0,0-1-1 0,1 1 4 15,2 2 2-15,-3 0-9 0,2-3 4 0,0 1-2 16,0 1 1-16,0-1 0 0,2 1-2 0,1 0 13 16,1-2-10-16,3 3-5 0,1-2 1 0,-1-1-4 15,2 1 2-15,12-2 3 0,-13 0 2 0,1 0-3 16,13 3 1-16,-1-2 1 0,-16-2-3 0,4 1 1 15,-2 0 0-15,2 0 2 0,0-3-3 0,-1 6 4 16,2-3 5-16,-1 0-10 0,-2-3 4 0,14 3 3 16,1-2-8-16,-18 1 2 0,3-1 3 0,-1 0 3 15,1 0-7-15,2 0 5 0,10 0 0 0,-11-1 2 16,-2 1-15-16,2 1 7 0,13-2 5 0,-16 1-3 16,2 1 5-16,-2-1-5 0,5 0 10 0,-3 0-4 15,0 1-5-15,0 1 1 0,-3 0-1 0,5 0-3 16,-2-3 1-16,-2 3 4 0,0 1 2 0,1-1-2 15,-1 0-2-15,-1 2 14 0,1-2-17 0,1 0-2 16,-3-2 8-16,0 2-1 0,2-1-3 0,-3 1-1 16,1 0 9-16,1-2-10 0,1 4 6 0,0-4-5 15,1 4 5-15,3-2-3 0,-2 0 3 0,-4 0-2 16,5-2 3-16,0 1-2 0,-1 0 9 0,19 2-12 16,-20-1-1-16,-2 0-6 0,4 0 12 0,-2 3-8 15,15-3 17-15,-16 0-5 0,-1 0-12 0,3 0 3 16,-4 0 1-16,2-4-6 0,0 5 7 0,0-4 4 15,3 1-3-15,-2 0 6 0,-1-1-7 0,1 3 2 16,-2-3 4-16,3 2-4 0,-3-3 6 0,0 0-4 16,0 1 1-16,-1 2 2 0,0-1-2 0,-2 0-4 15,0 0 5-15,1-2-4 0,1 3 1 0,-2-3 1 16,3 1-1-16,-6 2-2 0,-1-1 3 0,3-1-4 16,-2 0 4-16,-2 2 0 0,1-3-5 0,-6 1-2 15,6-1 2-15,-8 4 6 0,0-3-3 0,1 0 6 16,0 2-6-16,-1-5 9 0,7 4-4 0,-5-1-2 15,-4 1-3-15,2-1-4 0,-1 1 2 0,2-1-4 16,-3 1 2-16,-2 0-3 0,4-2 0 0,0 2 3 16,-1 0 3-16,3 0-5 0,-2 0 8 0,2 1-3 15,-1-1-5-15,0-1 5 0,0 1-2 0,2 2 2 0,-2-2-3 16,7-1-1-16,1 1 9 0,-1 0-1 16,-2 1-6-16,-4-1-4 0,8 1 1 0,-1-2 8 0,-2-1-17 15,1 2 8-15,-1 2 6 0,-6 0-5 16,7-3 6-16,-6 2-1 0,-1-1-6 0,-1 1 2 15,2-1 2-15,7 2-10 0,-2-1 7 0,0 1 9 0,-7 0-6 16,9-3-3-16,0 2 10 0,3 1-9 0,-5-1 4 16,2 2 0-16,0-3 2 0,-1 2-3 15,-2 0 0-15,2-2-1 0,-7 1 5 0,0 1-2 0,0-1-3 16,-2-1 3-16,-1 2 3 0,-6 0-7 0,2-1 9 16,-2 1-3-16,5 0 0 0,-4 0-2 0,0 0-3 15,0 0-3-15,-1 0 6 0,1 0 10 16,0-2 10-16,0 2-27 0,-3 0 8 0,1 2-5 15,3-4 2-15,-5 1-3 0,0 1 6 0,0 1-6 16,-9-1-1-16,13-1-6 0,-13 1-21 0,9 0-15 16,-9 0-10-16,8-2-22 0,-8 2-24 0,0 0-36 0,0 0-53 15,0 0-65-15,0 0-42 0,0 0-258 16,0 0-601-16,-21-17 266 0</inkml:trace>
  <inkml:trace contextRef="#ctx0" brushRef="#br0" timeOffset="28317.72">25944 6891 71 0,'0'0'252'0,"0"-8"-9"0,0 8-11 0,0 0-12 16,-2-10-14-16,2 10-14 0,0 0-19 0,0 0-13 15,0 0-20-15,0-8-17 0,0 8-12 0,0 0-6 16,0 0-20-16,0 0-9 0,0 0-5 0,2 24-9 16,0-11-2-16,1 4-6 0,-3 2-1 0,0-1-3 15,-5 1-11-15,5-1 1 0,0 3 18 0,-2-1-7 16,2-1-7-16,-2-2-2 0,2 0-4 0,-2-1-4 15,0-5-2-15,1 2-3 0,1 0 0 0,0-2-3 16,-2-2-2-16,0 2 1 0,2-2-9 0,0 0-8 16,0-9-19-16,0 14-21 0,0-8-29 0,0-6-33 15,0 10-32-15,-4-4-33 0,4-6-17 0,0 0-35 16,-2 9-190-16,2-9-435 0,-7 1 193 0</inkml:trace>
  <inkml:trace contextRef="#ctx0" brushRef="#br0" timeOffset="28626.6">25971 6872 45 0,'10'-9'208'0,"-4"2"-19"0,3-1-5 0,-3 4-5 16,2-2-12-16,-3 3-8 0,3-1-11 0,-8 4-15 16,9-6-14-16,-9 6-10 0,14 0-13 0,-14 0-9 15,7 0-9-15,-7 0-7 0,6 6-7 0,-2-2-6 16,-4-4 2-16,2 9-10 0,0-3-8 0,-2-6 12 15,-2 15-4-15,2-8-7 0,-2 3-1 0,2-10-5 16,-4 13-4-16,2-7-5 0,-2 2 1 0,1-2-5 0,3 1-2 16,0-7-5-16,-6 9-3 0,4-2-1 15,2-7-2-15,-4 7-2 0,2-1-1 0,2-6 3 16,0 0 3-16,0 12-6 0,0-12 1 0,2 9 2 16,-2-9 0-16,6 10-4 0,-2-6 1 0,0 0 0 15,1 1-14-15,1-1-20 0,4 0-13 0,-1-1-24 0,1 2-38 16,2-2-41-16,1-2-35 0,0 0-39 15,-1 1-118-15,-12-2-360 0,28-3 160 0</inkml:trace>
  <inkml:trace contextRef="#ctx0" brushRef="#br0" timeOffset="29036.73">26467 6943 58 0,'0'0'227'16,"0"0"-13"-16,0 0-11 0,0 0-16 0,-21-2-3 15,21 2-1-15,-23 4 1 0,12 1-17 0,-3 1-16 0,3-1-11 16,-3 1-20-16,5 0-12 0,1 2-15 16,-4-4-7-16,7 4-7 0,-1 0-10 0,0 0-5 15,3-3-5-15,1 2-8 0,2 0-1 0,0-7-6 16,4 12-3-16,-3-6-2 0,7 3 1 0,1-1-7 16,1-3-1-16,-2 1-3 0,3-2-2 0,1 4-4 15,-1-7-4-15,-2 1 3 0,0 1-2 0,2-2-1 16,-4-1-1-16,2 3-2 0,-9-3 0 0,11 0 3 15,-11 0 3-15,7 1 9 0,-7-1 3 0,6 2 11 16,-6-2 3-16,0 0 7 0,0 0-5 0,0 0-5 0,0 0-4 16,0 0 1-16,0 0-11 0,0 0-2 0,0 0-3 15,-19 12-4-15,9-8-3 0,-1 2-1 16,3-2-2-16,-2 2-5 0,3 1 6 0,-2-2-5 0,3 1 1 16,-2-1-1-16,4 0-10 0,-2 0 2 15,3 0 0-15,3-5 0 0,-2 12 0 0,2-7 0 0,0-5 5 16,5 10-1-16,-1-4-2 0,2-3-4 15,4 1-15-15,3 0-4 0,1 0-14 0,-1-2-17 16,1 1-23-16,-1-2-33 0,1 0-37 0,-1-1-53 0,-2 1-42 16,1 1-46-16,-5-4-166 0,-7 2-484 0,13 0 214 15</inkml:trace>
  <inkml:trace contextRef="#ctx0" brushRef="#br0" timeOffset="30007.71">20477 6582 12 0,'2'-6'253'0,"-2"6"-12"0,4-9-18 15,-1 5-13-15,-3 4-17 0,2-6-15 0,-2 6-22 16,0 0-16-16,2-7-16 0,-2 7-16 0,0 0-9 16,0 0-13-16,0 0-12 0,0 0-4 0,13 14-7 15,-6-4 1-15,-1 0-2 0,2 5-5 0,0 3 1 16,-1-1-3-16,5 5 6 0,-3-2-3 0,-3-3-7 15,2 1-4-15,-2-1-2 0,3-1-1 0,-4 1-2 16,2-4-6-16,-1 4-4 0,-1-6-1 0,3 2 2 16,-4-1-5-16,1-2-5 0,-1-2 2 0,-2 0-6 15,2-1-1-15,-1 0 2 0,0-2-3 0,0 1 5 16,-3-6-8-16,5 8 1 0,-3-5 0 0,-2-3 3 16,0 0 8-16,4 7 13 0,-4-7 14 15,0 0 1-15,0 0-4 0,0 0-7 0,0 0 10 0,18-14-1 16,-11 6-6-16,-1-1-3 0,2-6-5 0,0 0 4 15,2-3-13-15,0 2-3 0,1-8 4 0,5 1-3 16,-5 1-6-16,2-1 0 0,0 0-6 0,-4 6 1 16,5-5-5-16,-7 3 2 0,2 1 0 0,3-5 5 15,-3 6-3-15,0 2-6 0,-4 0 7 0,1 4-1 16,-1-1-2-16,-1 3-1 0,0-2-1 0,0 1 6 16,0 2 0-16,-2 2-8 0,3 1-12 0,-5 5 8 15,2-9-19-15,-2 9-22 0,2-5-22 0,-2 5-23 16,0 0-28-16,0 0-38 0,3-8-28 0,-3 8-15 15,0 0-35-15,0 0-38 0,0 0-214 0,4 24-515 16,-4-24 228-16</inkml:trace>
  <inkml:trace contextRef="#ctx0" brushRef="#br0" timeOffset="30156.88">21106 6691 64 0,'7'6'147'16,"-7"-6"-35"-16,0 0-38 0,0 0-47 0,0 0-37 16,0 0-59-16,0 0-75 0,0 0 33 0</inkml:trace>
  <inkml:trace contextRef="#ctx0" brushRef="#br0" timeOffset="32446.48">21638 3891 246 0,'-1'-12'236'16,"0"2"-5"-16,1-2-10 0,-3 2-10 0,6 0-11 15,-2 1-13-15,-1 9-6 0,-1-13-16 0,1 13-9 16,1-9-27-16,-1 9-16 0,1-6-13 0,-1 6-15 16,0 0-11-16,0 0-9 0,0 0-5 0,0 0-5 15,3 29-8-15,-2-13-2 0,2 3 28 0,-1-1-9 16,-2 1-4-16,2 7-7 0,-2-6-8 0,-2-1 0 15,2 7-3-15,-1-7-7 0,0 0 4 0,2 0-9 16,-1-2-2-16,0-2-4 0,0 0-5 0,0-2-2 16,0-3-15-16,0 2-16 0,0-1-20 0,0-3-18 15,0 1-24-15,0-9-30 0,-1 12-30 0,1-12-22 16,-3 10-40-16,3-10-35 0,-2 8-163 0,2-8-429 16,0 0 189-16</inkml:trace>
  <inkml:trace contextRef="#ctx0" brushRef="#br0" timeOffset="32784.28">21695 3747 116 0,'18'-5'165'0,"-2"1"-7"0,1 1-12 0,-3 2-8 15,-3 1-11-15,1 3-15 0,0 1-5 0,0 2-4 16,-3 2-6-16,1 0-9 0,-2 3-5 0,-3 0-6 15,2 5-4-15,-6-3-6 0,-2 3-2 0,1-3-11 16,-4 1 0-16,-3 3-9 0,-2-2-3 16,-2 1-2-16,1-4-9 0,-3-1 0 0,-3 0 0 15,2-1-5-15,3-3 1 0,1 0-5 0,-1-4 1 0,3 3-2 16,0-3-1-16,3 1 0 0,-1-1-1 0,6-3-4 16,-8 3-3-16,8-3-1 0,-7 4-5 15,7-4-3-15,0 0 4 0,-4 7-6 0,4-7 5 16,2 8-4-16,-2-8 1 0,5 10 3 0,-1-4-3 15,4 1-1-15,2-1 5 0,0 0-7 0,1 0-12 16,5 2-16-16,-4-2-34 0,0 1-31 0,1-3-39 16,-2 0-33-16,2 0-139 0,-3 1-328 0,-1-3 145 0</inkml:trace>
  <inkml:trace contextRef="#ctx0" brushRef="#br0" timeOffset="33240.36">22018 3975 146 0,'0'0'261'16,"0"0"-28"-16,3-9-22 0,-3 9-18 0,0 0-21 15,0 0-18-15,0 0-7 0,0 0 0 0,0 0-7 16,2 23-6-16,-3-13-13 0,0 2-2 0,-1 4-14 16,0-1-6-16,2 2-10 0,-3-5-6 0,3 0-7 15,-3 3-7-15,1-3-8 0,2-2-3 0,-3 1-8 16,3-1-4-16,0-1-3 0,0 0-3 0,0-9-5 15,-2 12-2-15,2-12-6 0,2 10 6 0,-2-10-8 16,-2 7-2-16,2-7-1 0,0 0 5 0,2 7-2 16,-2-7-3-16,0 0 6 0,0 0 14 0,0 0 5 15,0 0 5-15,0 0-2 0,0 0-2 0,0 0-3 16,0 0-5-16,0 0-3 0,0 0-4 0,0 0-10 16,0 0 10-16,0 0-10 0,11-31-4 0,-5 20-5 15,1 4-2-15,1-3-4 0,3 3 0 0,-1-1-6 16,3 1-2-16,-2 3 0 0,2 0-1 15,1 0-8-15,-1 6 6 0,1-2 2 0,0 1-1 0,-1 1-13 16,-2 3 11-16,-1 0-6 0,2-1-4 0,-4 4 13 16,-2 0-3-16,0-2 5 0,1 3-3 0,-6-4 1 15,1 4-3-15,-3-2 5 0,-3 2 2 0,-2-2 0 16,1-1-3-16,-3 0-5 0,-1-1 1 0,-3-2-9 16,-1 1-5-16,1 0-5 0,-1-2-15 15,2-1-19-15,-4-1-21 0,4 0-23 0,11 0-38 16,-25-3-52-16,18 0-52 0,-4 0-234 0,-1 0-517 0,2 0 229 15</inkml:trace>
  <inkml:trace contextRef="#ctx0" brushRef="#br0" timeOffset="35454.89">20855 4927 39 0,'-10'-7'97'0,"6"5"5"0,4 2-8 0,-9-8-7 15,4 6-2-15,5 2-2 0,-8-7-4 0,4 3 4 16,4 4-4-16,-6-5 4 0,6 5-1 0,-6-7 3 16,6 7-12-16,-5-3-3 0,5 3-2 0,0 0-4 15,0 0-6-15,-7-4-7 0,7 4 1 0,0 0 1 16,0 0-1-16,0 0-4 0,0 0-5 0,-5-5-5 15,5 5-4-15,0 0-2 0,0 0-7 0,0 0-3 16,0 0-5-16,0 0-3 0,0 0 5 0,0 0-4 16,0 0-7-16,0 0 5 0,0 0-4 0,0 0 4 15,0 0-1-15,0 0-3 0,0 0-3 0,0 0 3 16,28 1 2-16,-15 0-7 0,1-1 4 0,3 0-1 16,0 2-7-16,1-5 0 0,-4 4 3 0,1 1-1 15,-2-1-4-15,0-1 6 0,1 1-2 0,-3 2 1 16,-2 0 1-16,-1-1-6 0,0 0 0 0,-2 1 1 15,0 2 2-15,-1-1-2 0,0 1 2 0,0 4 0 16,-3-3 2-16,1 4 3 0,-2 0 0 0,-2 3-3 16,-3 3 3-16,-1-1 0 0,-1 2-1 0,-2 0 4 15,2 1-1-15,-3-2-9 0,-5 8-18 0,2-2-20 16,-1 0-23-16,6-5-25 0,-5 0-37 0,3-2-28 16,0 2-118-16,0-2-292 0,2 1 130 0</inkml:trace>
  <inkml:trace contextRef="#ctx0" brushRef="#br0" timeOffset="36397.01">20877 5292 143 0,'0'0'132'15,"0"0"-8"-15,0 0-13 0,0 0-4 0,0 0 3 16,0 0-16-16,0 0 0 0,35-1-12 0,-15 1-7 15,-1-5-18-15,9 2 2 0,-1 3-11 0,-6 0-21 16,-1 0-12-16,3 0-20 0,-6 0-11 0,-2 0-3 16,-1-1-13-16,-3 1 2 0,-11 0-2 0,18 1 1 15,-18-1-1-15,12 2 8 0,-12-2 12 0,0 0 8 16,10 0 10-16,-10 0 0 0,0 0 1 0,0 0 0 16,0 0 4-16,0 0 6 0,0 0 7 0,0 0 15 15,0 0-15-15,0 0 6 0,0 0 1 0,0 0-3 16,0 0-4-16,0 0 1 0,0 0 4 0,0 0-6 15,0 0 4-15,0 0 7 0,-27 22 14 0,23-8 2 16,0 5-6-16,2-3 0 0,-2 2-4 0,1 1 1 16,1-1 4-16,-1 8-1 0,3-7 0 0,-2 0-2 15,0-2-8-15,4 0 2 0,-2-1-5 0,0 1-2 16,0 0 0-16,1-6-10 0,-2 1 6 0,1 1-5 16,1-3-1-16,-1 0-2 0,0 2 1 0,0-3-3 15,-1 0 0-15,-2-3-2 0,-1 2-1 0,1-2-4 16,-3-1-7-16,-1 2-9 0,-2-2-2 0,-3-1-13 15,1-2 3-15,-2-1 1 0,1-2 2 0,0-1 1 16,-1 2 2-16,1-3 4 0,5 2 4 0,7 1 10 16,-16-4 6-16,11 3 0 0,5 1 2 0,-10-3-5 15,10 3-5-15,-8-2 6 0,8 2 8 0,0 0-9 16,0 0 6-16,0 0-2 0,0 0-4 0,0 0 4 16,0 0-3-16,21-7-3 0,-10 7 2 0,3-2 0 15,4 2-4-15,1-3 4 0,3 2-12 0,-3-2-8 16,10 2-3-16,-8-1-19 0,0 2-14 0,-2 0-9 15,1-3-16-15,-2 0 4 0,0 2 0 0,-4 0-14 16,-1-3-4-16,-2 1 6 0,2-1 13 0,-3 2 2 16,1-3 9-16,-3 2 14 0,-1 0 1 0,1-4 7 15,-3 2 13-15,2 1 6 0,-2-6 17 0,-1 6 18 16,0-2 12-16,-1-1 7 0,1 2 10 0,-4 5 15 16,5-9 8-16,-5 9 9 0,5-8-6 0,-5 8-5 15,0 0-8-15,2-6-13 0,-2 6-4 0,0 0-8 16,0 0-5-16,0 0 5 0,0 0 5 0,9 16-1 15,-6-8 7-15,-1 1-4 0,1 3-2 0,-2-1 1 16,2 1-6-16,-2 1 1 0,-1-2-2 0,1 0-6 16,-1 1 0-16,2-1-2 0,-2-1-2 0,1-1 2 15,-1-3-3-15,0-6-2 0,0 13-1 0,0-13-1 16,-1 8 5-16,1-8-3 0,1 7 1 0,-1-7 0 16,0 0 10-16,0 0-2 0,0 0 2 0,-1 10 0 15,1-10 0-15,0 0 0 0,0 0 3 0,0 0 3 16,0 0 3-16,0 0 1 0,0 0-7 0,0 0-5 15,0 0-6-15,0 0-4 0,19-18-3 0,-10 11-5 16,3-1 0-16,0 3-5 0,3 0-3 0,1 1 3 16,-2 1-6-16,-3 2-1 0,1-1-1 0,0 4-2 15,-1-1-2-15,-1 3 1 0,-1 2 3 0,-3-3-5 16,-2 3 6-16,0-1-4 0,0 2 3 0,-4 1-4 16,0-8 13-16,-5 17-11 0,-2-9 6 0,0 2 3 15,-3-3-6-15,-3 3-4 0,-1-3 2 0,0 1-15 16,-3-1-14-16,0-4-12 0,1 2-17 0,4-2-20 15,1-2-22-15,-2 1-21 0,4-2-38 0,1-1-31 16,8 1-35-16,-14-2-120 0,14 2-373 0,-9-8 165 16</inkml:trace>
  <inkml:trace contextRef="#ctx0" brushRef="#br0" timeOffset="36539.71">21669 5717 15 0,'0'0'169'0,"0"0"-17"0,10 1-44 16,-10-1-27-16,0 0-34 0,0 0-28 0,0 0-30 16,7 1-43-16,-7-1-34 0,0 0-95 15,0 0 42-15</inkml:trace>
  <inkml:trace contextRef="#ctx0" brushRef="#br0" timeOffset="45295.27">8429 4028 42 0,'0'0'192'0,"-1"-10"-13"0,1 10-15 0,0 0-6 0,0 0-8 15,0 0-12-15,0 0-7 0,2-7-12 0,-2 7-11 16,0 0-10-16,0 0-11 0,0 0-20 0,0 0-6 15,0 0-3-15,0 0-8 0,0 0-6 16,0 0-1-16,0 0-5 0,4 24-5 0,-4-12-2 16,-1 5-2-16,0 0-5 0,-1 2 1 0,2 0-5 0,-2 7-1 15,2-1-3-15,-1 0 4 0,1-6-5 0,-3 1 0 16,1-3-1-16,0 1 0 0,-3 0 4 16,4 1-9-16,0-1-2 0,1-1 5 0,-2 1-3 15,1 0-2-15,0-2-2 0,1 1 1 0,-2-6 5 16,4 2-5-16,-2-1 0 0,0 1 0 0,0-3 1 15,1-1-1-15,-2 2-13 0,3-5-8 0,-2-6-17 0,-1 13-16 16,1-13-19-16,0 0-9 0,1 15-9 16,-1-15-17-16,0 0-15 0,0 7-29 0,0-7-125 15,0 0-293-15,0 0 130 0</inkml:trace>
  <inkml:trace contextRef="#ctx0" brushRef="#br0" timeOffset="45669.38">8560 4010 61 0,'26'-8'143'0,"-8"5"-2"16,3 3-13-16,-3 3-12 0,-6-3-9 0,6 5-4 16,-6 2-7-16,1 3-6 0,-2-1-6 0,-1 3-8 15,-3 0-11-15,0 4 5 0,-2 0 13 0,-3 0-5 16,-2 0-7-16,-3 3-7 0,-1-3-4 0,-3 2-1 15,-4-1-8-15,-3 5-3 0,-2-8-5 0,2 1-3 16,-3-2-7-16,-1-2 2 0,4-3-4 0,-2-2-5 16,3-1 0-16,2-3-2 0,0 2 4 0,1-4 0 15,1 1 7-15,0-1-6 0,9 0-2 0,-12-1-2 16,12 1-6-16,-7-6 4 0,7 6 0 0,-7-3 0 16,7 3-7-16,0 0 9 0,-3-7-11 0,3 7-4 15,0 0-1-15,0 0 2 0,0 0-3 0,20 2 0 16,-20-2-3-16,17 5 3 0,-7 0-2 0,1-1 0 15,2 1-3-15,1 1 4 0,0 3-4 0,3 1-5 16,1-1-24-16,0-1-22 0,0 1-31 0,-1 0-37 16,7 3-37-16,-5-3-35 0,-4-1-119 15,-2 0-332-15,-3-3 147 0</inkml:trace>
  <inkml:trace contextRef="#ctx0" brushRef="#br0" timeOffset="46086.67">8999 4318 115 0,'2'-4'242'0,"-2"4"-14"0,3-10-18 0,-3 10-17 16,3-5-22-16,-3 5-20 0,0 0-20 0,0 0-12 15,0 0-10-15,0 0-2 0,0 0-6 16,4 26-2-16,-8-12-6 0,1 3-3 0,3-2-6 0,-2 2-9 16,1-1-6-16,-3-5-6 0,2 5-4 15,1-4-6-15,0-3-7 0,0 2-2 0,-1-4-7 0,0 0-1 16,2-7-2-16,-2 8 0 0,2-8 3 15,0 8 7-15,0-8 13 0,0 0 5 0,0 0 12 16,0 0 7-16,-5 13 7 0,5-13-2 0,0 0-7 16,0 0-10-16,0 0-6 0,0 0-3 0,0 0-10 15,0 0-7-15,21-25-4 0,-9 13-12 0,1-1 0 0,4 4-25 16,0 2 15-16,2-2-3 0,1 2-2 0,-2 2-7 16,2 1-1-16,-5 3-5 0,2 2 4 15,-4 1-3-15,5 2 0 0,-2 2-2 0,-5 1-2 16,-1 0 3-16,-1 0 0 0,1 1 1 0,-3 2-1 15,-1-1 0-15,-1 2-11 0,-2 1 12 0,-4-3-9 16,1-9 4-16,-12 27-11 0,1-12 11 0,-2-3 2 16,-8 5-4-16,5-6-3 0,-9 2 4 0,-1 3-11 15,6-10-5-15,-1 1-4 0,-6-1-8 0,5-2-12 16,3-3-20-16,0-1-23 0,1-1-30 0,5-1-36 16,1 0-47-16,2-2-49 0,1-2-204 0,9 6-492 15,-10-13 218-15</inkml:trace>
  <inkml:trace contextRef="#ctx0" brushRef="#br0" timeOffset="46254.17">9694 4331 47 0,'9'-3'217'0,"2"3"-24"0,0 0-20 15,-1 0-17-15,1 0-19 0,0 0-31 0,-1-1-31 16,-10 1-22-16,21 1-53 0,-11 1-42 0,-2-1-39 15,0 1-92-15,-8-2-186 0,0 0 82 0</inkml:trace>
  <inkml:trace contextRef="#ctx0" brushRef="#br0" timeOffset="46395.93">9781 4395 49 0,'0'0'234'0,"-6"3"-19"0,6-3-16 0,0 0-23 0,0 0-16 16,0 0-14-16,0 0-15 0,0 0-14 0,24-2-19 15,-24 2-29-15,30-3-36 0,-9 2-49 0,9-2-50 16,3 3-52-16,3-1-121 0,2-4-256 0,21-1 113 16</inkml:trace>
  <inkml:trace contextRef="#ctx0" brushRef="#br0" timeOffset="46672.55">10986 4096 2491 0,'13'-22'43'0,"-9"7"86"0,0 1 7 0,-3 2-5 16,3 0-18-16,-3 1-13 0,-1 11-4 0,3-14-19 16,-3 14-18-16,2-11 1 0,-2 11-11 0,2-7-8 15,-2 7-7-15,2-5-3 0,-2 5-7 0,0 0-4 16,0 0-1-16,0 0-2 0,4 28-2 0,-3-13-1 16,2 6 0-16,0 4 1 0,-1 2-5 0,0 1 2 15,-2-2 2-15,0 1-5 0,2-1-1 0,-2-1 3 16,1 0-1-16,-1 1 0 0,0-7-3 0,0 1-1 15,0 4 7-15,0-6-24 0,0 0-20 0,-1-2-21 16,1 1-11-16,-2-6-20 0,2 2-23 0,-3 0-10 16,2-1-22-16,1-12-25 0,-6 17-31 0,3-12-35 15,3-5-213-15,-8 9-480 0,8-9 213 0</inkml:trace>
  <inkml:trace contextRef="#ctx0" brushRef="#br0" timeOffset="47030.24">11037 3951 185 0,'11'-5'156'0,"4"-4"10"0,3 6-13 16,-1-1-11-16,1 4-3 0,2 2-13 0,-2 2-14 16,0 1-16-16,-3 1-1 0,0 3-7 0,-2 1-11 15,1 3-3-15,-6-4-9 0,-1 7-5 16,-2 0-7-16,-5-1-2 0,-3 2-2 0,-2 0-7 15,-3-1-4-15,-5-1-1 0,-6 2-8 0,0 0 1 0,4-5-7 16,-4-3-3-16,1 0 0 0,2-2-1 0,2-3 3 16,3 2-2-16,-2-4 4 0,2 2 9 15,4-2 8-15,2-2 13 0,5 0 2 0,-9 3-1 0,9-3 3 16,-9 1-4-16,9-1-1 0,0 0-8 16,0 0-2-16,0 0-9 0,0 0-4 0,0 0-5 15,0 0-2-15,27 8 2 0,-16-4-5 0,1 1-4 16,3 2 1-16,3 1-4 0,-4 1-3 0,5 1-2 0,0-1-16 15,-2 1-20-15,2 0-24 0,-2 2-30 0,-2-1-27 16,1-1-45-16,-1 0-40 0,-2-1-31 16,-2 0-121-16,-4-2-374 0,0-1 166 0</inkml:trace>
  <inkml:trace contextRef="#ctx0" brushRef="#br0" timeOffset="47234.58">11466 4311 211 0,'2'-4'271'0,"-2"4"-2"0,7-8-5 15,-7 8-15-15,5-4-15 0,-5 4-24 16,0 0-29-16,4-6-17 0,-4 6-17 0,0 0-19 16,0 0-9-16,0 0-3 0,0 0-2 0,-3 25-22 15,0-15 11-15,1 3-13 0,1 2-6 0,-3-3-3 16,1 6-12-16,1-2-4 0,2 3-8 0,-4-2-5 16,4 2-7-16,-3 0-25 0,3 1-31 0,0-3-41 15,-1-1-46-15,0 0-48 0,2-6-77 0,0 2-65 16,-1-12-149-16,0 17-472 0,0-17 209 0</inkml:trace>
  <inkml:trace contextRef="#ctx0" brushRef="#br0" timeOffset="47537.66">12129 4157 3025 0,'11'-26'22'0,"-1"-3"46"0,-6 5 27 16,-1 6-5-16,0 1-4 0,-2 7-2 0,1-2 0 15,0 5-6-15,-2-1-8 0,0 8-1 0,0-10-3 16,0 10-22-16,2-8 11 0,-2 8-20 0,0 0-7 16,0 0-1-16,0 0-9 0,0 0 6 15,-2 29-1-15,0-5-1 0,-4 3 7 0,3 3-5 16,-4 1 7-16,2 0-21 0,-1 2 15 0,-1 1-1 0,-4-1 7 16,4 0-1-16,-6-1-2 0,4 0-2 0,-3-2-7 15,3-2 11-15,-4 2-13 0,4-2 5 0,-2-1-2 16,-1-2 1-16,3 0-5 0,1-7-8 0,3-3-27 15,-2 3-20-15,3-3-29 0,0-4-21 0,1 0-38 16,1-2-31-16,2-9-35 0,-3 12-42 16,3-12-35-16,0 0-31 0,3 11-204 0,-3-11-545 0,0 0 241 15</inkml:trace>
  <inkml:trace contextRef="#ctx0" brushRef="#br0" timeOffset="47789.53">12439 4150 2255 0,'11'-30'82'0,"-6"2"69"0,2 4-28 16,-7 5 0-16,0 3-3 0,0 4-1 0,0 1-15 16,4 3-12-16,-6 2-18 0,2 6-14 0,0-11 4 0,0 11-10 15,0 0-8-15,0 0-5 0,0 0-3 0,0 0-12 16,-18 26 24-16,9 1 15 0,-3 1-3 16,5 4-4-16,-3 3-3 0,-6 10 12 0,7-10-7 0,-4 9-3 15,3-12-8-15,-3 14 2 0,5-12-13 16,0-1 0-16,1 2 0 0,-4 10 1 0,5-12-8 0,-3 1-2 15,2-1-18-15,1-4-31 0,1 0-26 0,0 0-29 16,0-3-31-16,1-3-28 0,0-3-39 0,-1-2-51 16,3-2-60-16,-3-2-268 0,2-1-597 15,0-5 264-15</inkml:trace>
  <inkml:trace contextRef="#ctx0" brushRef="#br0" timeOffset="48055.32">12716 4289 2624 0,'15'-30'41'0,"1"1"44"0,-9 1 25 0,-1 1-28 16,2 9 6-16,-2 3 10 0,-4 4-11 0,0 0-13 15,0 5-7-15,1-1-6 0,-3 7-10 0,0-9-22 16,0 9 7-16,0 0-2 0,0 0-6 0,0 0-2 16,4 21 5-16,-4-2 1 0,-2 8-11 0,0 0 24 15,-1 6 5-15,1-3-3 0,-2 0-2 0,0 2-7 16,1 1 2-16,-4-5-2 0,1 1-3 0,1-2-1 15,-3 5-25-15,3-6 18 0,-2 0-19 0,2-6-24 16,-1 5-16-16,1-6-29 0,1-8-18 0,-3 5-34 16,4-4-30-16,-1 0-35 0,0 0-44 0,-1-4-38 15,5-8-37-15,-6 13-157 0,6-13-491 0,0 0 218 16</inkml:trace>
  <inkml:trace contextRef="#ctx0" brushRef="#br0" timeOffset="48385.27">12841 4249 1734 0,'13'-32'84'0,"-1"-1"21"16,-3 4 52-16,-1 5-27 0,-3 4-19 0,2 2-28 16,-5 1-10-16,3 3-8 0,1 3-8 0,-3 2 2 15,1 1-5-15,-2 2-10 0,1 1-8 0,-3 5-4 16,7-3-8-16,-7 3 0 0,0 0-3 0,17 8 0 16,-7-1-5-16,-2 7 0 0,1 0 0 0,-2 1-2 15,2 2 0-15,-2 0 0 0,-5 2-1 0,0 0 2 16,-2-3-2-16,-4 2 3 0,0 0-2 0,-1-1-2 15,-4-2-2-15,0 0 4 0,-2-1 2 0,-3 0-2 16,1-4-5-16,1 0 2 0,1-3-2 0,2-1 1 16,3-1 0-16,-1 0-3 0,4-2-2 0,3-3-2 15,-8 5-1-15,8-5 0 0,-7 6-1 0,7-6-3 16,-4 4-3-16,4-4 1 0,-6 4 2 0,6-4 2 16,-2 8-2-16,2-8 2 0,0 0 0 15,10 14 0-15,-8-10 3 0,7 3 0 0,0-1-5 16,9 1-20-16,-5 0-22 0,5-1-28 0,1 2-38 0,0-3-37 15,0 0-47-15,-2 0-45 0,1 0-157 16,-5-1-428-16,1-3 190 0</inkml:trace>
  <inkml:trace contextRef="#ctx0" brushRef="#br0" timeOffset="48648.83">13291 4409 72 0,'0'0'249'0,"8"-2"-9"0,-8 2-27 0,0 0-19 16,0 0-11-16,7 3-4 0,-7-3 4 0,0 0 1 15,6 13-12-15,-6-13-7 0,-2 11-23 0,2-11 8 16,-4 18-6-16,0-9-1 0,-5 7-1 0,-5 0-7 0,-1 8-2 16,-6-4-15-16,3-2-3 0,-2 1-12 15,2 0-10-15,3-7-10 0,1 1-6 0,5-6-10 16,2 2-9-16,3-3-7 0,4-6-7 0,-7 11 8 16,7-11-11-16,5 12 8 0,4-6-3 0,6 0-19 15,16-2 15-15,8-1-4 0,16 0 2 0,8-3-17 16,6 0-23-16,23-8-20 0,-2 1-24 0,-23 3-27 15,29-3-31-15,0-1-30 0,-7-2-29 0,-25 4-39 0,-1 4-45 16,5-3-37-16,-8 1-208 0,-3 0-529 16,-3-1 235-16</inkml:trace>
  <inkml:trace contextRef="#ctx0" brushRef="#br0" timeOffset="88956.22">9375 5827 146 0,'4'-6'164'0,"-4"6"-21"0,0 0-16 0,2-6-13 15,-2 6-9-15,0 0-7 0,0 0-16 16,0 0-14-16,0 0-6 0,0 0 15 0,0 0-6 16,7 22-4-16,-6-10-7 0,-1-1-4 0,0 5-4 15,1 3-5-15,-1-2 2 0,-1 9-4 0,1-7 2 16,-3 7-5-16,3 0-3 0,0-1 0 0,0 4-2 15,-1-5-8-15,1-5 4 0,3 6-8 0,-3-6-2 16,1 0 0-16,-1-1-1 0,3 1-3 0,-3-2-1 16,0-2 0-16,0 1-4 0,0 0 0 0,-2 0-3 15,1-3-18-15,-2-2-7 0,3-1-10 0,0-1-10 0,-1-1-27 16,0-1-30-16,1-7-16 0,-1 12-16 16,1-12-14-16,-3 7-111 0,3-7-269 0,0 0 118 15</inkml:trace>
  <inkml:trace contextRef="#ctx0" brushRef="#br0" timeOffset="89320.57">9374 5943 21 0,'1'-9'175'0,"-1"0"-15"0,1 2-12 16,-1 7-11-16,4-9-17 0,-4 9-12 0,3-9-15 15,2 5-14-15,1 3-3 0,2-2-5 0,3 3-8 0,1 0-8 16,1 3-1-16,-1-1 0 0,-1 3-13 15,1 2-2-15,-3-1-3 0,-1 4-6 0,1-1-2 16,-3 4-2-16,-1 1-5 0,-2-2-2 0,0 4 0 16,-5 1-3-16,-2-3 2 0,0 2-5 0,-6 1 7 15,1-3-6-15,2-4 1 0,-5 4-2 0,3-6-2 0,3-1-2 16,-3-2 5-16,0 2-3 0,1-4-2 16,2-1 4-16,6-2 4 0,-13 1 6 0,13-1 2 15,-10 1-1-15,10-1 2 0,-9 3 3 0,9-3-4 16,0 0-5-16,-8 0-6 0,8 0-5 0,0 0 0 15,0 0-3-15,0 0-1 0,0 0 0 0,0 10 9 0,0-10-10 16,9 16 3-16,-2-7-4 0,0 1 3 0,6 3 0 16,-1 2 1-16,3-2-1 0,0 1-1 0,1-1-14 15,3 3-26-15,-3-3-28 0,1-1-32 16,0-1-38-16,-1 1-32 0,1-6-109 0,-6 2-298 16,3-2 132-16</inkml:trace>
  <inkml:trace contextRef="#ctx0" brushRef="#br0" timeOffset="89711.83">9781 6182 19 0,'3'-12'228'0,"-1"3"3"0,0 2-15 0,-1 0-18 0,-1 7-20 15,1-10-24-15,-1 10-16 0,2-6-20 0,-2 6-13 16,0 0-12-16,0 0-3 0,0 0-15 16,9 25-5-16,-8-13-5 0,0 3-8 0,0 1-6 15,-2-1-6-15,1 2-1 0,0-1-9 0,-2-2 1 16,2-2-4-16,0 1-4 0,-3-3-1 0,3 0-3 15,-3-2-5-15,3-8 2 0,0 13-2 0,0-13 1 16,0 11-4-16,0-11 1 0,-1 6-1 0,1-6-2 0,0 0 3 16,-1 9-3-16,1-9 4 0,0 0 1 0,0 0-5 15,0 0 3-15,0 0-4 0,0 0-4 16,0 0 0-16,0 0-2 0,0 0-5 0,25-17-1 0,-14 10-2 16,1 3-2-16,5-1 0 0,1 0-1 0,-5 4 0 15,1 0 0-15,-1-1 3 0,-2 4-6 0,3-1 2 16,-4 3-1-16,-1 0-2 0,3 3 3 15,-7-1-3-15,1 1 2 0,-2 0-1 0,-1 0 2 16,-5 1 2-16,2 2-3 0,-2-1 10 0,-3 1-5 0,-2-1 1 16,-2 2 2-16,-5 0-2 0,0 2 2 0,-1-5-2 15,1 1-1-15,1-3 2 0,-2 3-2 0,-2-3-3 16,7 0-18-16,0-1-28 0,0-3-30 0,3-2-34 16,7 0-26-16,-10 4-47 0,10-4-140 15,-10-2-355-15,10 2 157 0</inkml:trace>
  <inkml:trace contextRef="#ctx0" brushRef="#br0" timeOffset="89881.93">10441 6240 177 0,'11'-2'179'0,"2"2"-19"0,-1-4-12 0,0 4-18 0,-1-2-14 16,-1 1-7-16,1 1-14 0,0 0-6 0,-2 0-17 15,-1 1-10-15,0 1-24 0,0 2-31 16,-2 1-14-16,1 0-19 0,0-2-30 0,-3 3-21 15,-1-2-18-15,-1 2-16 0,-2-6-58 0,-1 12-182 16,1-12 81-16</inkml:trace>
  <inkml:trace contextRef="#ctx0" brushRef="#br0" timeOffset="90004.61">10583 6306 205 0,'-3'8'19'0,"3"-8"30"0,-5 5 15 0,5-5 19 15,-2 6 15-15,2-6 3 0,0 0 5 0,-4 6 2 16,4-6 2-16,0 0-9 0,0 0-4 0,0 0-6 16,0 0-6-16,0 0-9 0,0 0-11 0,0 0-1 15,0 0-9-15,12 4-2 0,-12-4-19 0,17 0-41 16,-3-1-47-16,4-4-57 0,1 4-138 0,0-5-270 15,8-1 120-15</inkml:trace>
  <inkml:trace contextRef="#ctx0" brushRef="#br0" timeOffset="90430.18">12194 5859 193 0,'3'-6'232'0,"-1"0"-21"0,-2 6-22 0,6-7-15 15,-6 7-22-15,2-7-20 0,-2 7-11 0,0 0-19 16,0 0-9-16,0 0-15 0,0 0-5 0,5 17-3 16,-7-7-10-16,2 6 0 0,-2 3-4 0,1-1-5 15,-3 7-4-15,4-4-2 0,-4-2-8 0,3 0 2 16,0 6-7-16,-2 0-2 0,3-5-3 0,-4-1-6 15,2-1 2-15,-1-4-2 0,2 2 2 0,0 1-8 16,-1-4 3-16,2-1-2 0,-3 4-1 0,1-4-23 16,2-2-16-16,-2-1-13 0,2 0-30 0,0-1-25 15,0-8-40-15,-3 11-35 0,3-11-155 0,-4 8-349 16,2-4 156-16</inkml:trace>
  <inkml:trace contextRef="#ctx0" brushRef="#br0" timeOffset="90774.75">12248 5783 145 0,'15'-5'139'16,"0"1"-11"-16,2 2-6 0,-3 2-17 0,-1 1-7 16,1 1-16-16,-3 3-6 0,0 1-3 0,-5 3-8 15,2-2-9-15,-2 5-2 0,-1-1-4 0,-3 2-6 16,0-1-1-16,-4 4-3 0,-2-3-5 0,-1 0-4 15,-1 2 2-15,-4-1-5 0,-1-1-11 0,-2 0 5 16,3-5-5-16,0 0 0 0,-1-1 1 0,1-1-4 16,1 0 5-16,-1-2-2 0,4-1-6 0,2 0 8 15,4-3-8-15,-11 5-2 0,11-5 1 0,-8 4 2 16,8-4-6-16,-8 4 0 0,8-4-2 0,0 0-7 16,-4 5 2-16,4-5 6 0,0 0-7 0,9 12 0 15,-6-7 1-15,3 5 1 0,0-2 5 0,3 3 8 16,1 3-11-16,3-2-2 0,-2 1 5 15,1-2 1-15,0 2 1 0,3 1-18 0,0-2-31 16,-1 0-25-16,3-2-20 0,-3 0-34 0,-1 0-110 0,-2-4-250 16,1 0 112-16</inkml:trace>
  <inkml:trace contextRef="#ctx0" brushRef="#br0" timeOffset="90973.85">12648 6061 157 0,'1'-7'230'0,"0"3"-11"15,-1 4-14-15,7-6-20 0,-7 6-21 0,2-6-24 16,-2 6-10-16,0 0-17 0,0 0-12 0,0 0-8 16,0 0-8-16,2 23-11 0,-4-12-7 0,0 6-4 15,-3-2-4-15,2 2-5 0,-2 0-4 0,2 2-2 16,0-1-5-16,-1 0-4 0,4 2-2 0,-2-2-28 16,0 1-21-16,-4 7-33 0,6-11-41 0,1 2-41 15,-1 0-48-15,1-4-145 0,-1-2-347 0,4-1 153 16</inkml:trace>
  <inkml:trace contextRef="#ctx0" brushRef="#br0" timeOffset="91215.69">13107 6159 1536 0,'15'-27'87'0,"-4"0"52"0,-2 2-33 16,-2 8-12-16,-1-1 17 0,-3 2-16 0,-1 4-8 15,0 0-5-15,0 3 2 0,1-1-7 0,-1 5-5 16,1-2-15-16,-3 7-7 0,0 0-9 0,0-7-6 15,0 7-6-15,0 0-4 0,0 0-2 0,2 22-1 16,-2-5-4-16,0 1 3 0,0 1-6 0,-2 6 0 16,2 0 1-16,0 3-2 0,0-9 0 0,-3 7 0 15,3-1-3-15,0-7 2 0,-2 0-18 0,-1 1-14 16,3-2-20-16,0 1-24 0,0-3-21 16,-2 0-32-16,2-4-33 0,2 1-28 0,-2-5-27 0,0 1-155 15,-4-2-386-15,4-6 170 0</inkml:trace>
  <inkml:trace contextRef="#ctx0" brushRef="#br0" timeOffset="91535.15">13216 5948 61 0,'5'-8'202'0,"2"-1"-18"0,-3 3-23 0,-4 2-18 15,0 4-10-15,9-8-13 0,-9 8-18 0,9 0-9 16,-9 0-7-16,14 6-9 0,-3 0-4 15,-7 3-11-15,3 0-5 0,0 3-4 0,-1 5-4 0,-3-5-11 16,-1 3 1-16,0 3 0 0,-2-1-5 0,-4-1-3 16,-1 0-1-16,1 0-7 0,-3-6 2 15,2 0 0-15,-1-1-6 0,1-1-1 0,1-3 0 0,4-5-5 16,-2 9 6-16,2-9-3 0,-2 5 9 16,2-5 9-16,-6 7 9 0,6-7 8 0,0 0-2 0,0 0-7 15,0 0-2-15,0 0-4 0,0 9-3 0,0-9-2 16,0 0-9-16,0 0 0 0,10 3-3 0,-4 0 0 15,3 1-3-15,3-1-19 0,1-1-25 16,3 3-31-16,-3-1-34 0,4 1-36 0,0 1-24 0,-3-2-25 16,-3 2-136-16,-3-1-340 0,-1-2 150 0</inkml:trace>
  <inkml:trace contextRef="#ctx0" brushRef="#br0" timeOffset="91784.61">13508 6207 32 0,'11'-6'174'0,"-4"0"-4"0,-3 3 3 16,-4 3-1-16,10-5-9 0,-10 5-11 15,7-4-16-15,-7 4-17 0,8-2-12 0,-8 2-8 0,0 0-13 16,0 0-6-16,9 7-8 0,-9-7-5 0,8 8-5 16,-6-2-6-16,-2 2-2 0,0 3-6 0,0-1-1 15,-2 2-4-15,-3 4 7 0,-3-2-3 16,-2 1-1-16,1-1-2 0,2-3-6 0,0-2-4 16,-2 1-4-16,1-1-5 0,2 0-3 0,2 0 1 15,0-2-4-15,4-1-1 0,0-6-1 0,4 15 0 16,5-7 1-16,-2-1-5 0,10 0-1 0,2 0 1 15,14 0 0-15,6-3-14 0,17 3-16 0,-2-3-13 16,7-2-19-16,2 2-30 0,-3-1-37 0,-2 0-47 16,-3 1-43-16,-20-1-119 0,-3 0-353 0,-5 1 156 0</inkml:trace>
  <inkml:trace contextRef="#ctx0" brushRef="#br0" timeOffset="92068.4">12192 6789 120 0,'-8'0'178'0,"0"2"-14"0,8-2-14 0,0 0-5 15,0 0 2-15,22 13-3 0,10-7 1 16,20-2-4-16,11 1-9 0,34-1-5 0,5-3-10 0,7 0-9 15,2 2-14-15,-2-6-8 0,-2 5-10 0,-5 2-5 16,-4-4-10-16,-3 1-7 0,-5 4-5 0,-25-2-5 16,31 0-3-16,-8 1-14 0,-23 0-27 0,-2-2-22 15,2 2-28-15,-7 4-24 0,0-3-26 0,-3 3-34 16,-19-1-38-16,-3 3-140 0,-6-3-337 0,-12-2 149 16</inkml:trace>
  <inkml:trace contextRef="#ctx0" brushRef="#br0" timeOffset="92466.29">12305 7354 101 0,'-3'-12'255'0,"3"2"-12"16,-2 1-12-16,1 3-20 0,1 6-19 0,-1-11-22 15,1 11-19-15,-1-7-18 0,1 7-17 0,0 0-13 16,0 0-10-16,0 0-11 0,0 0-9 0,-9 28-5 15,5-10-4-15,-4 5-8 0,0 2-3 0,1 4-6 16,-1-4-6-16,3 1 0 0,-2-2-8 0,1 1-1 16,1-2-5-16,3-4 3 0,-1 0-5 0,-1-3 1 15,2 0-3-15,0 0-1 0,-2-1-9 0,4-4-23 16,-3 1-19-16,1-3-22 0,2-9-23 0,-1 15-33 16,1-15-21-16,0 10-18 0,0-10-31 0,0 0-163 15,-8 6-366-15,8-6 162 0</inkml:trace>
  <inkml:trace contextRef="#ctx0" brushRef="#br0" timeOffset="92786.25">12284 7225 92 0,'13'-3'160'0,"4"0"-4"0,2 3-3 0,1 3-13 15,-1-1-15-15,-1 3-10 0,-2 4-15 0,-1 0-7 16,-5 1-8-16,1 4-9 0,-3-3-6 0,-4 4-9 15,-2-3-6-15,2 4-4 0,-4-4-7 0,-4 2-3 16,0 2 0-16,-5-3-4 0,1 0-6 0,-4 1 0 16,3-4-1-16,-3-3-3 0,-3 2-5 15,4-3 0-15,-5 1-3 0,5-4 0 0,-2 0-1 0,1-1-1 16,4-1 3-16,1 1 3 0,7-2 4 0,-11 4-1 16,11-4-4-16,-7 0-6 0,7 0-3 0,-7 3 1 15,7-3-7-15,0 0-1 0,0 0 1 16,0 0 2-16,11 12 0 0,-4-9-1 0,4 3 0 15,2-2 2-15,6 6-5 0,-1-2 0 0,4-2-7 0,-2-1-20 16,0-1-18-16,1 5-35 0,6-4-24 0,-11 1-30 16,1-1-15-16,-3-1-133 0,-3 2-298 0,-11-6 132 15</inkml:trace>
  <inkml:trace contextRef="#ctx0" brushRef="#br0" timeOffset="92976.15">12607 7524 36 0,'0'0'195'0,"0"-15"4"0,0 15 7 0,2-10-3 15,-2 10-12-15,0 0-18 0,3-9-19 0,-3 9-14 16,0 0-22-16,0 0-14 0,0 0-10 0,0 0-7 16,0 0-11-16,0 0-5 0,0 0-4 0,0 0-8 15,0 35-4-15,0-25-5 0,-3 5-5 0,1 0-1 16,2 2-6-16,-2-2-3 0,0 2-6 0,-3-6-22 16,3 2-20-16,0 3-38 0,0-3-48 0,2-13-44 15,0 20-47-15,0-7-140 0,0-13-358 16,-2 16 158-16</inkml:trace>
  <inkml:trace contextRef="#ctx0" brushRef="#br0" timeOffset="93176.29">12891 7529 129 0,'6'-2'219'0,"3"-1"-16"16,0-1-18-16,3 2-20 0,-4 2-11 0,5-3-16 15,6 2-14-15,-10 1-2 0,9 0-21 0,-3 0-9 16,2 2-14-16,-2 0-12 0,3-1-20 0,-5 2-31 16,1-3-30-16,-3 2-35 0,1 1-30 0,-1-2-31 15,-5 0-20-15,1 1-111 0,-7-2-262 0,9 0 116 16</inkml:trace>
  <inkml:trace contextRef="#ctx0" brushRef="#br0" timeOffset="93358.23">13115 7482 39 0,'-4'-6'152'0,"2"0"11"0,-4-1 20 0,2-1-2 15,0 2-4-15,4 6 0 0,-4-10 7 0,4 10-4 16,-5-7-15-16,5 7-17 0,0-7-11 0,0 7-21 16,0 0-15-16,0 0-4 0,0 0-18 0,0 0-5 0,0 0-12 15,0 0-8-15,-9 22-2 0,7-12-7 16,-1 5-4-16,1 0 2 0,0 3-6 0,2-1-2 16,-3 2-12-16,-1-1-25 0,2 1-25 0,2 0-31 15,-2-1-41-15,0-2-42 0,2 0-51 0,-2-4-179 16,4 1-403-16,-2-3 179 0</inkml:trace>
  <inkml:trace contextRef="#ctx0" brushRef="#br0" timeOffset="93608.56">13542 7390 49 0,'2'-10'311'0,"1"4"-24"16,-1 0-23-16,-2 6-33 0,4-10-26 0,-4 10-24 15,0 0-19-15,2-4-18 0,-2 4-14 0,0 0-14 16,0 0-8-16,2 31-9 0,-4-16-2 0,2 4-6 16,0-1-12-16,0-1-6 0,0 3-6 0,-2 1-3 15,0-1-9-15,0 0-5 0,2-1-8 0,-2 6 0 16,2-7-6-16,0 0 0 0,-1 0-13 0,-3-6-22 16,4 0-20-16,0 0-24 0,0-3-22 0,0 3-26 15,0-5-26-15,0-7-36 0,0 13-29 0,-2-8-28 0,2-5-151 16,0 0-391-16,-10 10 174 0</inkml:trace>
  <inkml:trace contextRef="#ctx0" brushRef="#br0" timeOffset="93940.16">13598 7341 139 0,'5'-13'228'0,"1"0"-18"15,1 4-10-15,-3 0-17 0,0 3-20 16,-1 1-19-16,-3 5-15 0,7-7-13 0,-7 7-12 15,11 1-13-15,-11-1-9 0,11 7-7 0,-1 1-11 0,-2 0-5 16,-3 4-2-16,1 1-8 0,2 4-5 16,-6-1-2-16,0 0-8 0,-2 2 2 0,-4 1-2 0,2-4-8 15,-4 2-1-15,0 0-1 0,-1-3 0 16,1-3-4-16,-4 0-1 0,1-3-5 0,3 1 3 16,-3-1-3-16,1-1-1 0,0 0-1 0,-1-3-3 0,3 1 1 15,0-1-4-15,6-4 0 0,-8 6 3 0,8-6-7 16,-3 4-1-16,3-4 4 0,-4 4-5 0,4-4 1 15,0 0 1-15,0 0 0 0,0 0 4 0,7 14-1 16,-1-11 3-16,2 2-4 0,2-2 2 0,3 2-1 16,4-1-1-16,0 0-14 0,2-1-22 0,1 4-31 15,-2-5-36-15,0 1-32 0,-1-1-29 0,-1 3-30 16,-5-1-127-16,-1-2-342 0,-1 0 152 16</inkml:trace>
  <inkml:trace contextRef="#ctx0" brushRef="#br0" timeOffset="94197.31">13951 7620 33 0,'9'-4'206'16,"-3"3"-3"-16,3-1-5 0,-2 1-11 0,-7 1-10 16,20-1-7-16,-13 0-11 0,2 2-16 0,-9-1-14 15,12 2-8-15,-6 0-17 0,-1 1-8 0,-1 3-7 16,-2 1-6-16,2-3-8 0,-1 3-4 0,-1-2-7 16,-2 4-3-16,-2 0-1 0,-1 0-11 0,-5 3 1 15,1-2-4-15,-4 1-2 0,0 1-1 0,2-2-5 16,2-1-1-16,-2 0-3 0,2 0-10 15,0-1 0-15,1-1-2 0,1 0-5 0,5-2 2 0,0-5 0 16,0 14 9-16,9-8 4 0,-4 1 3 0,8 1 1 16,7-4-3-16,10 1-3 0,5-1-5 0,4-3-6 15,13 0-19-15,6-3-33 0,3-2-41 0,-5 1-46 16,6-3-61-16,-10-2-67 0,2 1-166 0,-2 1-447 16,-3-7 199-16</inkml:trace>
  <inkml:trace contextRef="#ctx0" brushRef="#br0" timeOffset="95190.07">14901 3873 138 0,'0'-9'191'0,"0"9"-5"0,2-12-3 16,-2 6-11-16,0 6-9 0,0 0-17 16,-2-10-16-16,2 10-17 0,0 0-12 0,0 0-14 15,0 0-8-15,0 0-6 0,-27 36-6 0,14-5-4 16,-10 19 24-16,-1 3-2 0,-6 23-4 0,9-18-8 15,4-3-6-15,3 3-4 0,6-1-4 0,5-1-5 16,9 25-1-16,4-28-5 0,5-2-4 0,6 3 1 16,10 0-3-16,3-6-12 0,2-2-28 0,4-7-33 15,2 1-41-15,4-3-40 0,6-4-50 0,-1-1-35 16,0-5-162-16,-2-1-388 0,0-6 172 0</inkml:trace>
  <inkml:trace contextRef="#ctx0" brushRef="#br0" timeOffset="96107.17">15461 4023 98 0,'-3'-8'142'0,"3"0"-5"15,0 8 10-15,-1-8 4 0,1 8-2 0,0 0-6 16,0-11-1-16,0 11-4 0,0 0-17 16,0 0-12-16,-2-8-12 0,2 8-10 0,0 0-14 15,0 0-8-15,0 0-9 0,0 0-6 0,0 0-4 0,0 0-4 16,7 29 23-16,-1-13-8 0,-3 4-4 0,4 4-6 15,0 2-2-15,-2-2-8 0,0-5-1 16,-1 7-4-16,0-6-2 0,2 4-4 0,-3-5-3 16,2-3-2-16,-1 1 2 0,1-3-3 0,0 3-1 15,-3-6-2-15,1 3 0 0,3-5-3 0,-2 1-2 16,-2-2-1-16,1 0 1 0,1-3-5 0,-1 0 5 16,-3-5 0-16,3 8 6 0,-3-8 19 0,4 6 6 0,-4-6 6 15,0 0-2-15,0 0-4 0,16-9-4 16,-10 2-3-16,3-9-5 0,-1 6 3 0,1-6-6 15,2 0-4-15,2-6-2 0,2-1-2 0,-1-3-6 16,-2 1 1-16,4-2 0 0,-2 1-3 0,2-1 0 16,-2 0-6-16,-3 4 1 0,-1 5-2 0,0 2-1 15,-4 5 2-15,-1 1-1 0,1 1-8 0,-3 3 2 0,1 0-13 16,-4 6-8-16,4-7-24 0,-4 7-24 16,3-7-17-16,-3 7-5 0,0 0-11 0,0 0-20 15,0 0-24-15,3 17-21 0,-4-5-35 0,-2-1-153 16,-2 4-386-16,0 1 172 0</inkml:trace>
  <inkml:trace contextRef="#ctx0" brushRef="#br0" timeOffset="96404.74">15982 4277 219 0,'0'0'234'0,"0"0"-21"0,2-11-19 16,-2 11-11-16,0 0-7 0,0 0-11 0,-7-10-13 16,7 10-10-16,-13-3-16 0,7 3-13 0,6 0-9 15,-17 3-6-15,4 2-10 0,0 0-7 0,1 3-10 16,1 0-5-16,-1 2-8 0,0 2-5 0,3-2-4 16,0 3-2-16,2-2-7 0,3 0-4 0,-1-1-5 15,1 0 0-15,0-1-3 0,4 2-1 0,1-2-3 16,3 2-1-16,3-2-10 0,1 0-7 15,3-2-20-15,3 4-17 0,-2-4-28 0,3-2-29 16,5 1-34-16,-2 0-20 0,1-3-36 0,9-2-23 16,-9 0-142-16,1 0-371 0,-1-3 163 0</inkml:trace>
  <inkml:trace contextRef="#ctx0" brushRef="#br0" timeOffset="96605.76">16326 4269 209 0,'0'0'236'0,"2"-9"-20"0,-2 9-17 0,0 0-19 16,0 0-18-16,0 0-12 0,-9-7-10 0,9 7 3 16,-16 10-6-16,8-2-3 0,-5 3-14 0,-1 2-9 0,0-3-13 15,1 5-9-15,4-2-8 0,0 0-7 16,4-2-8-16,0 0-7 0,2-1-5 0,0 3-9 16,4-3-26-16,2 0-21 0,2 0-29 0,2-2-36 15,4 0-41-15,6 0-58 0,2-1-63 0,2-3-125 16,12 3-382-16,1-5 169 0</inkml:trace>
  <inkml:trace contextRef="#ctx0" brushRef="#br0" timeOffset="97192.47">16698 4299 53 0,'0'0'206'16,"5"-8"-4"-16,0 2-4 0,1-2-16 0,-1-1-12 15,0 1-10-15,3-2-4 0,1-1 0 0,0-3-3 16,-4 4-7-16,3-5-11 0,2 0-11 0,-5 3-3 16,3-1-11-16,-4 1-2 0,1 0-2 0,-1 4-1 15,-1-3-9-15,0 6-7 0,-3 5-8 0,2-11-8 16,-2 11-11-16,4-6-5 0,-4 6-14 0,0 0-4 16,3-6-8-16,-3 6-9 0,0 0-1 0,0 0 0 15,0 0 1-15,-9 30-2 0,6-18-4 0,-2 3-3 16,3-2-3-16,2-1-2 0,0 4 2 0,1-5 1 15,2 0-2-15,2 0 2 0,1-1-3 0,-1 1-2 16,4-2 2-16,3-2-3 0,-2-1 0 0,8-1 0 16,-7-1 0-16,1-3 1 0,2 0 2 0,-3-2-2 15,1 0 3-15,-2 0-3 0,0-4 1 0,2 0 1 16,-3-1-5-16,-2-2 3 0,2-1 3 0,-1 1-5 16,-2-3 0-16,1-1 0 0,-2-3-3 0,-1 0 2 15,-2 4-4-15,1 2 4 0,-1 0-2 0,0 3 2 16,-2 6-2-16,2-11-4 0,-2 11-7 0,1-6 1 15,-1 6-4-15,0 0 1 0,0 0-3 0,0 0 5 16,0 0 3-16,-1 28 1 0,1-17-1 0,-2 6 4 16,2 0-19-16,-3-2-11 0,3 2-11 0,1-1-11 15,-1 1-20-15,2 0-35 0,1-1-35 0,-1-3-34 16,0-2-33-16,1 1-209 0,-3-2-454 0,0-10 201 16</inkml:trace>
  <inkml:trace contextRef="#ctx0" brushRef="#br0" timeOffset="97363.42">16753 3977 2063 0,'-2'-14'9'0,"2"1"-12"0,2 1-9 0,-4 4-29 0,4 1-24 15,-2 7-32-15,9-9-25 0,2 9 3 0,2 3-16 16,6-1-112-16,2 3-267 0,10 1 119 0</inkml:trace>
  <inkml:trace contextRef="#ctx0" brushRef="#br0" timeOffset="97782.52">17596 4049 88 0,'0'0'255'16,"-5"-10"-18"-16,5 10-12 0,-6-9-17 0,0 6-14 15,0 0-18-15,6 3-19 0,-14-3 15 0,6 3-20 0,-3 3-14 16,-1 3-12-16,2 1-16 0,-5 3-10 0,3 2-11 16,2-5-4-16,1 5-10 0,3-3-8 15,2 2-13-15,0 1-6 0,3-2-3 0,2 1-5 16,0-1-9-16,3-1-10 0,-1-2-12 0,-1 1 4 16,3-3-1-16,2-2-3 0,2 1 2 0,-4-2 0 15,3 0-2-15,-8-2 3 0,11 0-2 0,-11 0-2 0,14-4 1 16,-7 1-5-16,-1-1 2 0,-1 0 2 0,1 1 2 15,-6 3 1-15,8-7 0 0,-8 7 2 16,6-4-2-16,-6 4-5 0,4-4-5 0,-4 4-3 16,0 0-3-16,0 0 3 0,13 11-2 0,-9 0 1 15,0 1 0-15,2 4 6 0,0 1-3 0,-3 4 2 16,1 3 0-16,-3-5-2 0,-1 6 6 0,1-6 3 16,-3 7-2-16,0-6 3 0,-1-2 0 0,-2 0 1 15,1 0 2-15,-3-4 5 0,1 2-1 0,-3 1-3 16,-1-1 2-16,0-1-1 0,-7 5-1 0,3-7 0 15,-3-1-8-15,3-3-22 0,1-3-17 0,1-1-23 16,0-2-28-16,-2 1-37 0,14-4-45 0,-22 0-58 16,11-3-203-16,11 3-460 0,-19-13 204 0</inkml:trace>
  <inkml:trace contextRef="#ctx0" brushRef="#br0" timeOffset="98276.5">17692 4129 1543 0,'14'-12'140'15,"-5"5"-23"-15,1-2-36 0,-2 3-28 0,-4 2-24 16,1-2-13-16,-5 6-5 0,11-2 0 0,-11 2 4 16,16 5 4-16,-9-1 4 0,1 5 7 0,1 0 9 15,-3 1 0-15,2 1-1 0,0 4-5 0,0-1 0 16,-2-2 0-16,-1 5 6 0,-3-4-3 0,2 2-3 16,-1-2 0-16,-2-1-3 0,0-1-3 0,3-1-2 15,-4-2 1-15,-1 0-5 0,1-8-2 0,0 10 1 16,0-10 3-16,0 9 11 0,0-9 11 0,0 0 8 15,1 8 3-15,-1-8-7 0,0 0-2 0,0 0-4 16,0 0-3-16,0 0-5 0,0 0-3 0,-6-24-7 16,7 14-5-16,5-2-3 0,2-2-4 0,0 0-7 15,2-1-2-15,0 1-5 0,3-1-1 0,0 1 3 16,-1 2-1-16,1 0-2 0,0 2 2 0,-4 3 0 16,-1 2-6-16,-1 1-3 0,0 0 3 15,-7 4-4-15,9-3 0 0,-9 3 2 0,0 0 1 16,14 7-1-16,-11 0 3 0,0-2-2 0,1 4 5 15,-1-1-1-15,0-1 0 0,0 2 1 0,1 1-1 16,-3-2 0-16,5 0 2 0,-4-1-1 0,3-1 8 16,0-1-6-16,1 2 3 0,3-2 3 0,-2-2 2 0,2 0-3 15,1 0 2-15,2-3 2 0,-1-2 0 16,0 0 2-16,1-3 7 0,-1-1 4 0,-2 0 1 16,1-1-3-16,-2-1-1 0,0-3-4 0,-3 3 1 0,1-4-2 15,-4 0 0-15,-1 2-5 0,-1-2-1 16,-1 0-8-16,-2 1-11 0,-3-1-12 0,1 2-17 15,-3 1-16-15,0 3-21 0,-3-1-25 0,0 0-31 0,0 4-33 16,-3 0-26-16,-3 5-33 0,3 0-154 0,-1 1-410 16,4 0 181-16</inkml:trace>
  <inkml:trace contextRef="#ctx0" brushRef="#br0" timeOffset="98626.28">18250 4071 115 0,'8'-1'212'16,"-2"-1"-5"-16,-6 2-8 0,11-2-9 0,-11 2-8 15,7-3-14-15,-7 3-14 0,0 0-18 0,0 0-15 16,0 0-1-16,11 5 1 0,-11-5 2 0,-3 10-7 16,3-10-10-16,-3 17-8 0,2-7 0 0,-1 0-13 15,0 3-12-15,1-3-6 0,0 2-6 0,1-2-4 16,2 1-4-16,2 0-4 0,1-2-4 0,3 1-5 16,0-3-2-16,3-2-4 0,1-1-9 0,5-1-7 15,2 0-7-15,0-5-5 0,1 0 2 16,-2 0 0-16,1-2-2 0,-2-1 2 0,-1-2-3 0,1-2-3 15,-2 1 0-15,-2-3 0 0,1 0 2 0,-5-3 2 16,4 0-7-16,-7 3 4 0,1 0-3 0,-2 1 6 16,1 0-4-16,-3 3 6 0,2 0 7 0,-3 4-7 15,-2 3-3-15,5-7-5 0,-5 7 0 0,0 0-4 16,0 0 1-16,0 0 0 0,0 0 0 0,0 23 3 16,-5-12 2-16,-1 4-2 0,-2 2-1 0,2-1-3 15,1 0-10-15,0 0-12 0,1 0-23 0,-1-3-19 16,2 4-32-16,-2-6-40 0,2 0-42 0,2 0-39 15,0-3-181-15,1-8-435 0,-5 13 193 0</inkml:trace>
  <inkml:trace contextRef="#ctx0" brushRef="#br0" timeOffset="98944.04">18607 4156 152 0,'0'0'167'0,"0"0"-6"16,8-3-12-16,-8 3-4 0,0 0-9 0,0 0 3 15,8 16-6-15,-4-8 2 0,-2-2-4 16,2 3-4-16,-2-1-9 0,-1 1-6 0,1-1-8 16,0-1-11-16,1 0-8 0,-3-7-6 0,2 11-7 15,2-7-7-15,-4-4-2 0,0 0-4 0,1 9-4 16,-1-9 11-16,0 0 10 0,3 5-2 0,-3-5-10 16,0 0-5-16,0 0-7 0,0 0-6 0,11-16-6 0,-4 9-3 15,-1-2-2-15,4-2-8 0,2 0-1 16,-4 1-2-16,4-3-9 0,-1 1-3 0,1-2-2 15,1 3-3-15,-2 2-5 0,-1 3-2 0,-1-2-2 16,-2 2-4-16,-2 4-9 0,3 1-3 0,-8 1-2 16,10-3 0-16,-10 3 1 0,9 6 2 0,-4 0 2 15,-2 0-13-15,1-1-22 0,-1 7-27 0,-1-3-31 16,-1 2-48-16,2 1-42 0,-3-1-203 0,0-11-434 0,1 19 192 16</inkml:trace>
  <inkml:trace contextRef="#ctx0" brushRef="#br0" timeOffset="99537.11">19094 4148 25 0,'-1'-10'274'0,"-2"1"-16"0,3 1-13 0,-4 1-8 16,2 0-11-16,-2 1-18 0,4 6-15 0,-12-8-23 16,6 7-10-16,-4-2-16 0,10 3-12 0,-23 6-10 15,9 0-8-15,-3 4-9 0,2-1-15 0,2 2-8 16,1 3-7-16,0-2-7 0,3 2-17 0,0 0 2 15,2-3-3-15,5 0-6 0,-1-1-1 0,5 1-4 16,0-2-7-16,1 0 0 0,5-2-8 0,0 0-8 16,3-2-3-16,0-1-5 0,2-2-7 15,1-4-2-15,-1 1 1 0,4-2-2 0,-1-3 2 0,-5 0-1 16,5-4 0-16,-3-2-1 0,-2 0 1 0,-1-2-2 16,-1-2 4-16,-1-1-3 0,-4-3 2 0,2-4-4 15,-1-3 2-15,-1 2 2 0,0-1-1 0,-2 0 2 16,0 1 2-16,1 1-6 0,-3 0 6 0,2 5 4 15,-2 4 9-15,0 4 7 0,1 0 11 16,-1 0-1-16,0 4-4 0,0 7-3 0,0-10-8 16,0 10-18-16,1-8 9 0,-1 8-7 0,0 0 4 0,0 0-2 15,-2 29-2-15,-2-12 3 0,1 2 1 0,1 7-8 16,-1 1 4-16,3-2 1 0,-1 3-9 0,1-3 9 16,0-6 5-16,3 0-5 0,0 0 3 0,2-2-2 15,2 0 1-15,-1-3-2 0,2-1 4 16,1-3-7-16,0-2-2 0,1-1-4 0,0 0 1 0,6-3-5 15,1-3 1-15,1 2-1 0,0-3-4 0,-5-2 0 16,6-2-3-16,-7 0 11 0,3-1-1 0,-3-2-2 16,0-3-1-16,0 1-6 0,1-4 2 0,-7 2 0 15,2-1 3-15,-2-4 0 0,-1 5 1 0,-1 0 0 16,-1 0 6-16,-3 3 3 0,2 3 9 16,-1-3-6-16,-1 8 4 0,0 0-8 0,-3-9-10 15,3 9 9-15,-11 0-2 0,11 0 0 0,-19 9 4 16,10-2-2-16,-2 1 0 0,1 0 0 0,-2 3-2 0,5 1-3 15,0-3-7-15,2 4-28 0,1-4-14 0,3 1-26 16,1 0-24-16,0-10-31 0,7 18-43 0,5-12-51 16,-3 0-181-16,1-1-447 0,8-1 198 15</inkml:trace>
  <inkml:trace contextRef="#ctx0" brushRef="#br0" timeOffset="99921.97">19651 4111 230 0,'1'-7'226'0,"-1"7"-18"0,-1-11-9 15,1 11-16-15,-10-10-7 0,3 6-20 16,-4 3-5-16,-1 1-12 0,-5 0-6 0,0 1-13 16,-2 5-6-16,0 0-12 0,3 1-9 0,-2 2-11 15,6 1-8-15,-1 1-8 0,4-1-9 0,2 0-3 16,2-1-4-16,1 1-3 0,3 1-7 0,2-1-4 16,3-2-3-16,1-1-2 0,2 0-5 0,4-2-6 15,2 0-9-15,-1-1-10 0,3-3-4 0,2-1 0 16,2-2 0-16,-1-2 1 0,-7-1 1 0,-1 0 2 15,2-1 2-15,-2-2-1 0,-1-2-1 0,0 0 2 16,-3-3-2-16,2-4 0 0,-4 1-2 0,0 1 4 16,0-4 0-16,1 2 1 0,-4-2-5 0,1 1 8 15,0-2 0-15,0 1 5 0,-2 4 3 0,0-2 8 16,0 7 8-16,0 1 9 0,2 2 6 0,-2 7-3 16,1-11-5-16,-1 11-12 0,0-8-6 0,0 8-7 15,0 0-2-15,0 0 0 0,0 0-3 0,0 0 1 16,-4 30 2-16,-1-12 1 0,1-2-6 0,-1 8 4 15,1-5-2-15,2 0 2 0,-2 6-9 0,0-1 8 16,3-5-2-16,-2 0-11 0,4-2-26 0,1 1-31 16,-2-6-36-16,1 4-44 0,0-6-70 0,3 2-249 15,0-7-497-15,-4-5 219 0</inkml:trace>
  <inkml:trace contextRef="#ctx0" brushRef="#br0" timeOffset="100131.51">19921 3892 2382 0,'15'-5'168'0,"-5"0"-58"0,-1 0-62 15,-4 2-22-15,2 1-21 0,-7 2-2 0,0 0-1 16,15 9-1-16,-11-1 3 0,0 8 13 0,0 0 13 0,-3 9-2 16,2 3 0-16,-5 0 2 0,0 3 2 0,-2 0-4 15,-3 1 0-15,1 0-4 0,-7-1 2 16,0-1-11-16,-4 0-29 0,-3-2-33 0,-5 0-44 15,-9 7-62-15,5-12-62 0,-14 3-205 0,-1-3-454 0,-5-1 202 16</inkml:trace>
  <inkml:trace contextRef="#ctx0" brushRef="#br0" timeOffset="102375.33">8948 8980 45 0,'-7'-11'208'16,"1"0"-2"-16,2-1-4 0,1 2 4 0,0-3-2 15,-1 3-8-15,2 0-8 0,0 3-13 0,2 7-9 0,-3-11-10 16,0 7-14-16,3 4-17 0,0 0-15 0,0 0-7 16,0 0-7-16,0 0-8 0,0 0-3 15,24 22-6-15,-13-7-2 0,3 6-12 0,-2 4 0 16,2 1-9-16,-2 3 0 0,1 3-7 0,-4-1-4 15,1 2-4-15,1 0-1 0,-2-2-5 0,0-1 3 0,-1-2-9 16,0-1-4-16,-1-8-3 0,-2-1 1 0,3 0-6 16,0-1-2-16,-1-1 3 0,-3-3-6 15,1 0-1-15,1-1 0 0,-3-3 1 0,5 1-2 0,-2-2-6 16,-2-2-7-16,0 0 1 0,0-3 1 0,0 1 10 16,-4-4-8-16,7 5 3 0,-7-5-3 0,0 0 0 15,0 0-6-15,14-12 8 0,-8 5-3 0,0-5-1 16,0-5-1-16,2 1 2 0,2-7 10 15,-2-2-11-15,2-1-5 0,-1-2 1 0,0-3 1 0,0 1 8 16,-1-1-7-16,-1-2 0 0,-3 3 3 0,1 0-3 16,1 1-1-16,0 3 2 0,-2-2 0 0,-2 9 0 15,1 0 3-15,-3 2 2 0,1 4 0 16,2 1-5-16,-2 1 10 0,-1 1-8 0,0 0 0 0,1 0-3 16,0 3 5-16,-1 7-5 0,-1-12 2 0,1 12-2 15,-1-12 3-15,1 12 7 0,-3-6-9 0,3 6-1 16,0 0 1-16,-2-7-4 0,2 7 3 0,0 0 2 15,0 0-5-15,0 0-1 0,-2-9-4 0,2 9 3 16,0 0 8-16,0 0-9 0,0 0 0 0,0 0 3 16,0 0-3-16,-5 22 5 0,3-14 12 0,2 0-14 15,-2-1 2-15,1 2 0 0,1 1 0 0,1-3 0 16,-1-7 2-16,0 18-2 0,2-12 1 0,0 2-4 16,1 0 4-16,1-2-4 0,2 2-8 0,3-2-4 15,0 1-12-15,10-1-14 0,-2-2-19 0,4 0-23 16,7-1-32-16,-1-1-36 0,-6 0-45 0,1-4-40 15,-6 2-169-15,3-3-443 0,0-1 197 0</inkml:trace>
  <inkml:trace contextRef="#ctx0" brushRef="#br0" timeOffset="102687.75">10011 9172 42 0,'0'0'211'0,"0"0"-21"15,0 0-14-15,0 0-11 0,0 0-12 16,0 0-12-16,0 0-12 0,21-1-14 0,-11 1-12 0,4 0-14 16,-1 1-10-16,1-1-20 0,0 1-31 0,3 1-41 15,-5 1-41-15,0 0-42 0,1 1-49 0,-6 1-84 16,0-1-248-16,-2 1 110 0</inkml:trace>
  <inkml:trace contextRef="#ctx0" brushRef="#br0" timeOffset="102846.34">10019 9379 177 0,'0'0'220'0,"0"0"-13"0,-4 5-20 15,4-5-12-15,0 0-18 0,0 0-12 0,0 0-17 16,0 0-12-16,0 0-15 0,15 6-10 0,-4-5-31 16,0 1-42-16,3-2-51 0,4 2-49 0,0-4-57 15,-4 4-116-15,3-4-276 0,2 2 122 0</inkml:trace>
  <inkml:trace contextRef="#ctx0" brushRef="#br0" timeOffset="103840.28">11644 9033 190 0,'0'-17'201'0,"-2"1"6"0,4 4-11 0,-4 1-16 16,2-2 0-16,2 3 3 0,-2 0-10 0,0 1-11 15,0 9-18-15,2-12-16 0,-2 12-20 0,0-5-12 16,0 5-14-16,0 0-6 0,0 0-10 15,16 14-5-15,-5-2-7 0,-3 4-9 0,5 6-2 0,-1 3-6 16,5 3 0-16,-4-2-1 0,-2 4-3 0,3-1-4 16,-1-2-3-16,-1-1 0 0,-1 0-6 0,-1-3 2 15,-2-4-4-15,-1-4 0 0,1 0-3 0,1 0-1 16,-3-5-2-16,-1-2 6 0,2 1-7 0,-3-3 1 16,1-2 1-16,-3 1-1 0,-2-5 8 0,5 4 2 15,-5-4 4-15,9 1 0 0,-9-1-2 0,0 0-4 16,13-12 3-16,-9 4-2 0,4-2 3 0,-2-5-5 15,2-2-4-15,0 0 1 0,0-1 1 0,2-10 1 16,-3 2-5-16,2-1-3 0,0 1 0 0,-3 0-2 16,3 0 2-16,-4 9-2 0,3-1-2 0,-3 2 5 15,-2 5-9-15,1 0-2 0,-3 3-10 0,0 0-19 16,-1 8-28-16,3-10-36 0,-3 10-29 0,0 0-20 16,0 0-18-16,0 0-37 0,0 0-28 0,-18 29-162 15,8-14-419-15,-1 3 187 0</inkml:trace>
  <inkml:trace contextRef="#ctx0" brushRef="#br0" timeOffset="104085.26">12239 9246 78 0,'7'-5'251'0,"-7"5"-12"0,1-9-11 0,-1 9-6 15,1-6-9-15,-1 6-14 0,0 0-13 0,0 0-16 16,0 0-19-16,0 0-13 0,-18-1-14 0,18 1-7 15,-22 10-11-15,11 0-10 0,-3 1-13 0,1 1-7 0,-1 3-1 16,1-1-12-16,3 2-3 0,0-1-7 0,2-1-6 16,-1 1-4-16,6 2-4 0,0-3-2 0,1-2-5 15,4 0-6-15,0 2-16 0,3-4-16 16,3 1-25-16,0-2-25 0,5 2-46 0,3-1-44 0,-1-3-42 16,1-1-36-16,-1-3-178 0,4-3-435 0,-2-1 193 15</inkml:trace>
  <inkml:trace contextRef="#ctx0" brushRef="#br0" timeOffset="104283.08">12498 9299 215 0,'0'0'217'16,"-5"-7"-10"-16,5 7-3 0,0 0-12 0,-20 4-10 16,9 1-5-16,-5 4-11 0,1 0-6 0,-1 4-16 15,-2 4-7-15,4-3-14 0,1-1-15 0,3 2-8 16,1 1-11-16,3-1-5 0,1 2-11 0,2-3-8 15,5-2 0-15,2 5-28 0,2-3-29 0,3-1-35 16,3-2-37-16,3-2-44 0,4 1-32 0,2-5-44 16,6 3-188-16,-4-5-403 0,9 0 178 0</inkml:trace>
  <inkml:trace contextRef="#ctx0" brushRef="#br0" timeOffset="104539.54">12952 9174 277 0,'-8'-10'299'0,"6"2"-23"15,2 2-23-15,-4 1-27 0,4 5-26 0,-3-9-21 16,3 9-18-16,0 0-21 0,0 0-9 0,0 0-16 16,0 0-7-16,0 0-6 0,21 25-10 0,-8-13-3 15,1 2-9-15,1 2-11 0,-2-1-1 0,1-1-10 16,5 5-2-16,-4-6-9 0,-2 1-3 0,3-2 3 15,-3 2-16-15,-1-2-19 0,-3-2-30 0,-1-1-32 16,2 1-32-16,-5-1-37 0,1 1-39 0,-2-3-39 16,-1 1-35-16,-1-1-152 0,-2-7-416 0,0 7 184 15</inkml:trace>
  <inkml:trace contextRef="#ctx0" brushRef="#br0" timeOffset="104718.71">13167 9178 254 0,'-3'-6'246'0,"3"6"-25"0,-4-8-22 0,4 8-18 16,-11-3-13-16,11 3-7 0,-18 7-6 0,4 3-13 15,-4 1-12-15,-4 3-14 0,-2 5-9 0,1 1-9 16,2-1-9-16,-1 2-12 0,2 0-30 0,1 2-34 0,4-3-42 16,-1 2-62-16,7-7-39 0,3 2-63 15,-3-3-135-15,7-2-353 0,2-2 157 0</inkml:trace>
  <inkml:trace contextRef="#ctx0" brushRef="#br0" timeOffset="104994.38">13647 9043 254 0,'5'-10'313'0,"-3"-1"-19"0,0 4-18 16,3 1-24-16,-2 0-30 0,-3 6-23 0,2-10-23 15,-2 10-20-15,0 0-17 0,0 0-13 0,0 0-12 16,6 17-7-16,-8-5-10 0,4 5-1 0,-4 7-11 16,2 1-8-16,0 0 8 0,-2 1-18 0,4 3-8 15,-2-4-7-15,0 1-6 0,0-6 1 0,2-1-7 16,0 5-4-16,-2-6-3 0,0 0-3 0,1-1-10 16,0-2-19-16,-1-4-8 0,0 2-17 0,0-1-27 15,0-3-34-15,-1 1-33 0,1-10-27 0,0 12-24 16,0-6-24-16,0-6-28 0,-1 6-194 15,1-6-449-15,0 0 199 0</inkml:trace>
  <inkml:trace contextRef="#ctx0" brushRef="#br0" timeOffset="105308.61">13697 8983 171 0,'9'-6'192'0,"0"0"-8"0,3 2-9 15,0 1-13-15,-3 2-15 0,3-1-7 0,-1 4-8 0,-2 2-13 16,2 2-5-16,-4 1-9 0,2 1-7 16,-5 1-12-16,3 3-9 0,-4-2-4 0,-3 4-5 15,2 2-10-15,-4-5-2 0,-3 1-6 0,0 0-4 16,0 1 0-16,-3-1-2 0,-1-2-3 0,-3 3-4 0,2-3-2 16,3-2 0-16,0 0-3 0,0-1 2 15,0-1-5-15,3-2 1 0,4-4-2 0,-6 8-3 16,6-8-3-16,-5 4 0 0,5-4-7 0,-5 6 1 15,5-6-5-15,0 0 1 0,0 8-3 0,0-8 3 16,0 0 1-16,10 9-5 0,-4-4 4 0,3 2-6 0,3-2-18 16,-1 0-30-16,7 2-33 0,-3-4-36 15,4 1-34-15,-2 1-34 0,1-4-32 0,-1 3-131 16,-2-2-371-16,-2-2 164 0</inkml:trace>
  <inkml:trace contextRef="#ctx0" brushRef="#br0" timeOffset="105556.42">14112 9178 29 0,'7'-4'204'0,"0"3"-7"0,-7 1-11 16,11-2-16-16,-11 2-3 0,9 3-14 0,-2 1 3 0,-3 1-3 15,-4-5-8-15,5 11-10 0,-5-2 0 0,0 2-11 16,-2-2-6-16,-1 5-7 0,-4-1-5 0,-1 1-8 16,-1 2-4-16,-2-4-15 0,-1 1-3 15,4-2-10-15,-1-1-6 0,3-1-5 0,-2-2-6 0,5 0-7 16,-1-2 2-16,0 0-9 0,4-5-1 0,-3 10-3 15,3-10 0-15,1 9-6 0,5-4 1 0,3-2-3 16,5 1-2-16,5-4-6 0,9 1-15 0,1-2-17 16,6 1-24-16,1-3-23 0,3 0-30 0,-3 1-32 15,0 2-50-15,-1-4-33 0,-5 3-202 0,-1 0-446 16,-11-1 197-16</inkml:trace>
  <inkml:trace contextRef="#ctx0" brushRef="#br0" timeOffset="105973.72">12349 9683 10 0,'-36'3'205'0,"7"-1"-18"0,7-2-18 0,9 2-15 0,3-1-23 15,3 2 6-15,5 0-4 0,2-3 2 0,0 0-14 16,16 16-10-16,1-9-2 0,15 4-4 16,9-1-2-16,15 3-6 0,41 0-8 0,-3-2-5 15,5-3-9-15,10 0-6 0,6-5-4 0,4 0-7 0,5 0-5 16,2-6-7-16,6 0 2 0,1 2-6 0,1 1-2 15,1 1-1-15,3 1-2 0,-4 0-6 16,1-3 5-16,-11 5-2 0,-8-2-8 0,-4-1 1 16,-13 1-4-16,-36 0-4 0,-5 2-1 0,-8-1-1 15,-14 1 0-15,-3-4 0 0,-5 1 1 0,-10 1-8 0,-1 0-15 16,-6-2-13-16,-1 1-10 0,-3 0-15 0,-1 1-14 16,-6-2-14-16,0 0-24 0,0 0-25 15,0 0-42-15,-34 8-42 0,-1-5-153 0,-18-3-387 16,-5 3 171-16</inkml:trace>
  <inkml:trace contextRef="#ctx0" brushRef="#br0" timeOffset="106462.21">12408 10276 214 0,'2'-14'240'0,"-2"4"-9"16,2 1 7-16,0 2-10 0,-2 0-15 0,0 7-11 16,1-10-20-16,-1 10-22 0,0-9-15 0,0 9-19 0,0 0-18 15,0 0-7-15,0 0-12 0,0 0-8 16,0 0 1-16,4 22-16 0,-5-5-7 0,1 1 0 15,0 1-11-15,-3 0 5 0,2 2-8 0,1-2-8 16,0 5 0-16,-2-6-1 0,4 0-1 0,-4 0-6 0,0-1-3 16,2 1-6-16,0-3 1 0,0 2-2 0,0-4-1 15,0-2-7-15,0 1-21 0,0-1-18 0,-2 3-23 16,2-3-14-16,0-1-39 0,-2 1-34 16,1-3-36-16,0 0-29 0,1-8-37 0,-5 11-135 0,3-9-406 15,2-2 181-15</inkml:trace>
  <inkml:trace contextRef="#ctx0" brushRef="#br0" timeOffset="106768.55">12473 10191 146 0,'9'-5'171'0,"3"1"-15"0,0 3-16 15,-1 1-7-15,-1 0-9 0,1 2-3 0,-5 1-10 16,-1 1-8-16,2 0-14 0,-5 2-7 0,0 1-4 15,-2 3-9-15,0-1-8 0,-2 2-1 0,-4-1-3 16,0 1-4-16,-2 2-10 0,-1-1-4 0,0 1-7 16,-4-2 2-16,4-1-2 0,0-3-1 0,-3 1-6 15,1-1-2-15,5 0-3 0,-2-4 2 0,2 2-8 16,1-1-4-16,1-1-3 0,4-3 11 0,-5 8-7 16,5-8 3-16,-3 10 2 0,3-10 3 0,3 10 1 15,-3-10-3-15,9 10 0 0,-4-5-2 0,3 1 0 16,2 2 2-16,1-1-7 0,7 1 1 0,-2-1-8 15,4 3-32-15,-5-2-27 0,2-1-34 0,-2 3-33 16,3-4-34-16,-5 1-149 0,-5 1-331 0,2-4 146 0</inkml:trace>
  <inkml:trace contextRef="#ctx0" brushRef="#br0" timeOffset="106970.73">12722 10475 168 0,'0'0'237'0,"4"-7"-15"0,-4 7-13 0,0 0-21 16,0 0-18-16,1-7-20 0,-1 7-14 0,0 0-12 16,0 0-7-16,0 0 0 0,0 0-10 0,-1 25-5 0,-3-15-12 15,4 1-6-15,-6 0-7 0,3 1-10 0,-1 1-5 16,-2 3-6-16,4 0-5 0,-2-4-23 0,2 0-22 16,0-1-37-16,-1 1-39 0,2-3-53 15,1 2-44-15,-3 0-197 0,3-2-392 0,0-9 174 0</inkml:trace>
  <inkml:trace contextRef="#ctx0" brushRef="#br0" timeOffset="107156.58">12987 10468 175 0,'7'-4'244'15,"-3"1"-24"-15,3 0-18 0,2-1-18 0,2 0-16 16,0 1-15-16,3 2-17 0,2-1-9 0,4 0-13 15,1 2-15-15,0 0-12 0,-2 2-36 0,3-2-37 16,-6 1-37-16,0 0-49 0,-5 2-38 0,0-1-32 16,0 1-130-16,-4-3-294 0,-7 0 131 0</inkml:trace>
  <inkml:trace contextRef="#ctx0" brushRef="#br0" timeOffset="107341">13162 10394 18 0,'-4'-10'229'0,"4"10"-8"0,-5-6-11 15,5 6-15-15,0 0-18 0,-4-5-20 0,4 5-15 16,0 0-8-16,0 0-3 0,0 0-4 0,0 0-5 16,-4 17-6-16,4-17-12 0,2 19-9 0,-4-7-7 15,2 0-9-15,0 4-9 0,0-1-4 0,0 1-8 16,2-4-10-16,0 5-29 0,0-3-32 0,0 3-44 16,0-5-47-16,3 0-51 0,-1-1-43 0,-1 0-149 15,2-1-375-15,1 1 166 0</inkml:trace>
  <inkml:trace contextRef="#ctx0" brushRef="#br0" timeOffset="107589.17">13679 10310 258 0,'2'-11'297'0,"0"0"-10"0,0 2-18 15,0 4-22-15,-2 5-23 0,1-12-24 16,-1 12-12-16,3-7-33 0,-3 7-14 0,0 0-10 15,0 0-1-15,0 0-21 0,-3 40-6 0,0-21-10 0,1 2-3 16,-2 4-12-16,2-1-5 0,0 1-6 0,-1-6-10 16,1 0 0-16,0 9-13 0,0-6 9 15,2-1-14-15,-2-6-11 0,2 3-14 0,0-1-26 16,0-2-18-16,0-3-30 0,0 1-36 0,0-1-33 16,-3 0-34-16,3-2-46 0,0-1-29 0,-5-2-179 0,5-7-450 15,0 0 200-15</inkml:trace>
  <inkml:trace contextRef="#ctx0" brushRef="#br0" timeOffset="107902.43">13693 10301 34 0,'8'-8'225'0,"-3"2"-25"0,-1 0-23 15,1 3-11-15,2 0-12 0,-7 3-10 0,0 0 3 0,13 2-9 16,-6 2-9-16,-3 1-13 0,3 2-10 0,-4 0-13 15,-1 3-8-15,-2 2-10 0,2-1-3 0,-4 2-8 16,2 2-6-16,-4-1-7 0,-2 0-4 0,2 0-5 16,0 2-6-16,-1-7-3 0,1 2-2 0,-1-1-2 15,1-1-4-15,1-3-2 0,-1-1-6 0,1 1-7 16,3-6 2-16,-2 8 0 0,2-8-10 0,-4 7 1 16,4-7 3-16,0 0-1 0,-2 7 6 0,2-7-6 15,0 0-2-15,0 0-2 0,6 10 4 0,-6-10-1 16,9 3-1-16,-1 0 2 0,2-2-4 0,1 2-2 15,3-1-5-15,-1 0-24 0,5 0-24 0,-2 1-32 16,0-1-33-16,3-1-22 0,-4 2-46 0,-2-2-144 16,1-1-357-16,-4 0 158 0</inkml:trace>
  <inkml:trace contextRef="#ctx0" brushRef="#br0" timeOffset="108144.23">14056 10533 116 0,'14'0'190'15,"-14"0"-3"-15,6 2-7 0,-6-2-6 0,7 4-7 16,-7-4 5-16,4 8-6 0,-4-8-6 0,-2 11-14 16,2-11-12-16,-6 16-7 0,1-8-10 0,-3 0-7 15,-2 2-5-15,4 0-14 0,-3 0-6 0,0-1 4 16,-1 1-18-16,2 0-5 0,3-1-7 0,1-3-6 16,0-1 1-16,3 3-12 0,1-8 0 0,3 14-3 15,3-6-4-15,5-4-3 0,3 0-6 0,6-1-9 16,4 0-9-16,6-5-20 0,4 1-15 0,-1-1-24 15,3-3-23-15,3 2-26 0,-4 0-24 0,-1-4-42 16,-3 1-43-16,-3 0-175 0,-9 0-414 0,2 1 184 16</inkml:trace>
  <inkml:trace contextRef="#ctx0" brushRef="#br0" timeOffset="109211.78">14114 10547 37 0,'0'0'93'0,"0"0"-7"0,0 0-5 0,0 0 4 16,0 0-11-16,0 0 3 0,0 0-5 0,0 0 9 16,-4-12-5-16,4 12 1 0,0 0 2 0,0 0-1 15,0 0 7-15,0 0 3 0,0 0-2 0,-4-11-6 16,4 11-10-16,0 0-5 0,-3-8-4 0,3 8 3 15,-4-5-1-15,4 5 3 0,-6-6 3 0,6 6-9 16,-6-5-1-16,6 5-12 0,-8-6-2 0,8 6-13 16,-5-2 3-16,5 2-6 0,-9-2 2 0,9 2-8 15,-11 0-4-15,11 0-1 0,-13 1 1 0,13-1-11 16,-9 5-13-16,1-4-19 0,8-1-26 0,-10 8-22 16,5-6-32-16,-1 4-42 0,6-6-158 0,-10 8-327 15,5-6 145-15</inkml:trace>
  <inkml:trace contextRef="#ctx0" brushRef="#br0" timeOffset="144871.94">9812 12246 2 0,'-1'-9'76'0,"1"9"-2"0,0 0 13 16,-3-11-13-16,3 11 1 0,-1-7-15 0,1 7 4 15,0 0 3-15,-3-10 7 0,3 10 0 0,-1-8-4 16,1 8 17-16,0 0-25 0,0 0-5 0,-2-9-8 0,2 9 3 16,0 0-2-16,-3-8-19 0,3 8 3 0,0 0-5 15,-1-9-2-15,1 9 7 0,0 0-3 16,0 0 8-16,-2-8-8 0,2 8 8 0,0 0-12 15,0 0 1-15,0 0-5 0,-1-7-3 0,1 7 0 0,0 0-6 16,0 0-1-16,0 0 0 0,0 0 4 0,0 0-8 16,0 0 5-16,0 0 3 0,0 0-1 0,17 15-3 15,-12-5 3-15,0 1 3 0,1 1 3 16,1 3-2-16,0 1-3 0,-2 0 2 0,3 2 2 0,-1 0-4 16,-2 0-2-16,1 0 1 0,2 5 1 0,-4-4-7 15,2-1-1-15,-1 2 6 0,4-3-7 0,-1 2-2 16,-1-2 1-16,-1-2 1 0,-1 4-2 15,1-2 4-15,-1 0-5 0,1 0-1 0,1-3 4 0,-3-1 2 16,2-3 8-16,-2 2-6 0,2-3 1 0,1-1-2 16,-3-2 3-16,-2 1-5 0,2-1 4 0,1-3-5 15,-5-3 2-15,5 10 1 0,-5-10-1 0,5 3 4 16,-5-3 4-16,0 0-4 0,0 0 4 16,0 0 2-16,0 0-1 0,9-16-2 0,-5 7-3 0,0-3 1 15,1-3-4-15,-1 0 2 0,1-5-1 0,3-4 1 16,-2 4 0-16,2-5-6 0,-1 2 0 0,0-1-3 15,-1-2 2-15,-2 7 0 0,0 0-1 0,0 0 1 16,1-8 0-16,-3 11-1 0,1-2 3 0,1 2 7 16,-3 5 9-16,2-2-9 0,-2 3-1 0,-1 0-2 15,0 1-2-15,1 1-1 0,-1 8-3 0,3-11-1 16,-3 11-2-16,1-10 0 0,-1 10-3 0,0-7 1 16,0 7 0-16,0 0-3 0,0 0-18 0,9-2-10 15,-9 2-26-15,0 0-17 0,5 15-19 0,-2-8-46 16,-1 4-16-16,1 0-18 0,-1 0-125 0,2 1-321 15,2 1 142-15</inkml:trace>
  <inkml:trace contextRef="#ctx0" brushRef="#br0" timeOffset="145074.51">10505 12407 98 0,'0'0'172'0,"7"-3"-13"0,-3-3-6 0,4 4-15 16,0-1-6-16,-1-1-17 0,6 1-7 0,-2-1-16 16,1 1-15-16,2 2-27 0,-1 1-26 0,0-1-28 15,-3 1-7-15,1 1-35 0,2 2-16 0,-3-1-5 16,-2 2-14-16,1 0-13 0,-1 3-66 0,-5-1-171 16,-1 0 76-16</inkml:trace>
  <inkml:trace contextRef="#ctx0" brushRef="#br0" timeOffset="145235.25">10589 12522 151 0,'0'0'162'0,"-5"5"-5"0,5-5 1 0,-6 3-4 15,6-3-4-15,0 0-10 0,0 0-9 0,-7 5-14 16,7-5-13-16,0 0-9 0,0 0-9 0,0 0-11 16,0 0-3-16,21 1-11 0,-10-2-21 0,2 1-35 15,1 0-38-15,5 0-44 0,0-2-64 0,9 1-128 16,1-3-289-16,-8 3 129 0</inkml:trace>
  <inkml:trace contextRef="#ctx0" brushRef="#br0" timeOffset="145566.01">11725 12130 23 0,'0'0'124'0,"-6"-3"-3"16,6 3-8-16,0 0-13 0,0 0-14 0,0 0 7 15,0 0 7-15,0 0 0 0,0 0-6 0,0 0-10 16,35 10-23-16,-13-8 11 0,8-2-6 0,3-2-6 16,-1 2-10-16,-1-2-5 0,0 2-15 0,-2 0-33 15,-1 0-16-15,-8-2-17 0,-1 4-36 0,-7-4-24 16,-1 4-104-16,-1 0-215 0,-3-2 95 0</inkml:trace>
  <inkml:trace contextRef="#ctx0" brushRef="#br0" timeOffset="145969.64">11968 12135 100 0,'0'0'133'0,"-10"8"2"0,6-3-1 16,0 6 3-16,2 1 3 0,-1 6-8 0,-2 6-4 0,1 2-16 16,-1 1-2-16,3 1-9 0,-2 0-8 15,4 0-11-15,-3 1-6 0,1-3-3 0,0-1-8 16,4-1-4-16,-4-5-10 0,2 0-3 0,0 0-2 15,0 0-4-15,0-2-3 0,0-1 8 0,0-3-4 0,0 0-3 16,0-2-5-16,0 0-3 0,0-1-1 0,0-1-1 16,-2-2-5-16,0 1-3 0,2-8-1 0,-2 10-3 15,-1-5 1-15,3-5-1 0,-4 8 1 16,4-8-5-16,-14 1 2 0,14-1-4 0,-16 0 0 16,7-3-1-16,-4 1-3 0,4-2 1 0,-4-1-4 15,3 2 5-15,2-2-3 0,-2 1-1 0,4 2-2 0,6 2 0 16,-9-6-1-16,5 2 2 0,4 4-4 0,0 0-1 15,-8-3-3-15,8 3 0 0,0 0 0 16,0 0 3-16,0 0-1 0,0 0 2 0,0 0-3 0,0 0 3 16,27 5 0-16,-15-3 0 0,1 0 9 0,7 2-7 15,0-2-5-15,3 0 0 0,4 0-28 0,0 1-17 16,-4-3-30-16,1 3-23 0,5-1-22 16,-9 0-25-16,1-2-4 0,1 0-13 0,-1-2 1 15,-1 2-99-15,-2-1-282 0,2-3 125 0</inkml:trace>
  <inkml:trace contextRef="#ctx0" brushRef="#br0" timeOffset="146415.34">12284 12571 33 0,'2'-7'142'0,"-2"7"13"0,5-9-3 0,-3 4 5 0,-2 5 5 15,2-10 5-15,-2 10 2 0,2-7-3 0,-2 7-11 16,0 0-13-16,0 0-16 0,2-7-14 0,-2 7-13 16,0 0-12-16,0 0-8 0,0 0-6 0,0 0 7 15,6 19-6-15,-9-8-5 0,1 1-7 0,1 1-3 16,0 4-2-16,-2-1-5 0,1 1-8 0,2 1-3 15,-2-7-4-15,-1 5-4 0,1-3-3 0,1-2-1 16,0 1 0-16,-1-2-5 0,0 0-3 0,0 1-1 16,1-5-4-16,0 1 3 0,1-7-6 0,0 12 0 15,0-12-1-15,0 9 3 0,0-9-4 0,-1 7 2 16,1-7 1-16,0 0 1 0,0 0 9 0,0 10 8 16,0-10 4-16,0 0-11 0,0 0 0 0,0 0 5 15,0 0-6-15,0 0-1 0,0 0-8 0,3-28 4 16,3 16-7-16,5-2-2 0,-1-2-2 0,1 1 1 15,0 1-2-15,5 1-3 0,-1 0 1 0,1 1-1 16,-3 2-3-16,1 0 2 0,-1 6-1 0,-2 1-3 16,5 0 1-16,-5 3-1 0,3 1 0 0,-1 1 0 15,1 4-2-15,-5 1 0 0,2 0 1 0,-3 1 1 16,0 2-4-16,-2-1 5 0,-1 2-2 0,-3-1 2 16,0 3-6-16,0-3 7 0,-4 1 1 0,0 1-2 15,-5-1 3-15,-1 2-2 0,1 1 0 0,-7-2-6 16,-3-2-7-16,1 3-9 0,-9-3-5 0,0 0-13 15,1 2-8-15,3-5-11 0,1-1-15 0,1-2-12 16,5 2-16-16,2-3-26 0,1-2-28 0,4 1-39 16,7-2-45-16,-13 0-127 0,13 0-397 0,0 0 175 15</inkml:trace>
  <inkml:trace contextRef="#ctx0" brushRef="#br0" timeOffset="146711.63">12787 12433 114 0,'-2'-18'268'0,"2"-1"-20"0,-2 1-7 16,0 2-16-16,2-1-9 0,0 5-16 0,-1 0-17 16,1 2-13-16,-2 4-22 0,2 6-23 0,0-11-12 15,0 11-11-15,0 0-9 0,0 0-12 0,0 0-1 16,16 34-12-16,-9-17-9 0,-3 7-6 0,1 3-6 15,1 1-3-15,-4 1-4 0,3-1-5 0,0-2-5 16,-5 3-1-16,2-3 0 0,-2-6-6 0,0 5-3 16,0-6 0-16,-2-2-4 0,2 2-3 0,0-2-8 15,0 2-18-15,2-5-19 0,-1-2-24 0,-2-2-28 16,2 0-23-16,-2 1-28 0,1-4-25 0,0-7-27 16,-5 14-32-16,1-9-139 0,-1-1-388 0,5-4 173 15</inkml:trace>
  <inkml:trace contextRef="#ctx0" brushRef="#br0" timeOffset="147065.59">12898 12303 129 0,'11'-9'188'0,"0"0"-15"16,0 2-8-16,-2 2-4 0,3 1-8 0,-2 3-5 15,1 1-11-15,1 4-11 0,1-1-6 0,-4 3-10 16,1 2-11-16,-2-2-9 0,1 3-6 0,-4 1-8 15,0 0-5-15,-3 3-9 0,-2 0-4 0,-7 2-7 16,0-1-4-16,-2 2-2 0,-3-1-5 0,-1-1-3 16,2-2-6-16,-5 1-2 0,3-2 2 0,-1-3-8 15,1 1-3-15,2-4-5 0,-1 2-2 0,2-2-1 16,3-1 6-16,-1-1-10 0,4 0 4 0,4-3-4 16,-11 4-3-16,11-4-1 0,-9 3-1 0,9-3-4 15,-7 3-1-15,7-3 1 0,0 0 4 0,0 8-6 16,0-8 3-16,0 0-4 0,8 15 6 0,-2-7-2 15,3 1 0-15,-1-1-1 0,2 3 2 0,1-1-1 16,0 2-2-16,3 0 2 0,-1 0-2 0,3 2-2 16,-3-2-26-16,1-2-25 0,-1 1-14 0,0 0-25 15,-3-3-20-15,1 0-18 0,1 0-16 0,-3-1-19 16,-1-1-130-16,1 2-321 0,-2-3 142 0</inkml:trace>
  <inkml:trace contextRef="#ctx0" brushRef="#br0" timeOffset="147521.69">13191 12637 181 0,'2'-6'229'0,"-2"6"2"0,2-8-6 0,-2 8-9 15,1-9-17-15,-1 9-21 0,0 0-18 0,0-7-19 16,0 7-12-16,0 0-17 0,0 0-10 0,0 0-10 0,0 0-9 16,5 26-5-16,-5-16-7 0,-2 6-8 15,2 1-2-15,0 0-10 0,-3-2-3 0,3 2-4 16,-1 1-6-16,-1-1-3 0,0-1-2 0,2-3-3 15,-4 1-5-15,4-2 0 0,0-1-5 0,-2 0-3 16,0-3 0-16,2 0 1 0,-1-2-3 0,1-6-3 0,0 12 2 16,0-12-1-16,0 8 0 0,0-8 1 15,0 0 2-15,-2 8 1 0,2-8 0 0,0 0 0 16,0 0 7-16,0 0 0 0,0 0-2 0,0 0 0 16,0 0-6-16,0 0 1 0,0 0-2 0,0-34-2 15,2 24-2-15,3-1-2 0,4 0 1 0,0-2-5 0,0-1-1 16,5 1 0-16,-3 1-2 0,2 3 2 0,1-1-1 15,-3 4-3-15,0 2 1 0,3 1-2 0,-1 2 0 16,-4 1 1-16,2 1-5 0,2 2 2 16,-3 1-1-16,-1 1 5 0,-1 2-3 0,2-1-3 0,-5 1 2 15,3 3 5-15,-6-5-3 0,1 2 0 0,-1 0-1 16,-4 2 1-16,1-1 4 0,-5 0-2 0,-1 1 0 16,-2-1 0-16,-4-1-2 0,-2 2 4 0,-4-1-4 15,-1 1-1-15,-7-3-11 0,7-2-5 16,-1 3-7-16,-1-5-9 0,0 1-8 0,3 0-12 0,1-2-13 15,5 1-20-15,2-2-29 0,1-1-34 0,2 0-52 16,8 1-212-16,-11-5-447 0,7 2 199 0</inkml:trace>
  <inkml:trace contextRef="#ctx0" brushRef="#br0" timeOffset="148114.06">13807 12779 136 0,'2'-4'205'0,"-2"4"-12"0,0 0-5 16,2-8-15-16,-2 8-12 0,0 0-9 15,0 0-8-15,0 0-7 0,-7-11-14 0,7 11-9 0,0 0-6 16,-6-6-9-16,6 6-6 0,0 0-6 0,-5-4-9 15,5 4-5-15,0 0-6 0,0 0-8 0,0 0-8 16,0 0-8-16,0 0-2 0,0 0-4 0,0 0-1 16,0 0-3-16,18 0-6 0,-6 0-1 0,1 0 0 15,8 2-5-15,-1-1-4 0,9-2 5 0,-3 2-5 16,6-1 0-16,-3-1-5 0,0 1 0 0,1 1-10 16,-3 0-20-16,-5-1-18 0,-1 1-27 0,-4 2-23 15,2-2-41-15,-6 0-25 0,0-1-26 0,-3 2-19 16,-2-1-133-16,-8-1-356 0,9 0 159 0</inkml:trace>
  <inkml:trace contextRef="#ctx0" brushRef="#br0" timeOffset="148325.78">14114 12633 78 0,'0'0'211'15,"0"0"-25"-15,-8-5-16 0,8 5-13 0,0 0 7 16,0 0 7-16,0 0 4 0,-5 18-12 0,3-9 3 15,0 5-11-15,0 0-15 0,0 6-14 0,-2-2-6 16,2 0-16-16,0 1-9 0,-2 0-7 0,2 0-7 16,-1 2-8-16,-1-4-10 0,2 4-6 0,0-1-11 15,0-1-26-15,0 6-29 0,-1-7-32 0,-2 0-55 16,5-2-61-16,-2 1-55 0,0 0-171 0,4-7-414 16,-2 0 183-16</inkml:trace>
  <inkml:trace contextRef="#ctx0" brushRef="#br0" timeOffset="149992.03">23638 5411 84 0,'-3'-5'84'0,"0"-2"-3"0,3 7-2 15,-6-11 12-15,4 6-1 0,2 5 11 0,-5-9-6 16,5 9 1-16,-2-8-2 0,2 8-4 0,-3-6-8 15,3 6-2-15,0 0-12 0,-1-9-4 0,1 9-7 0,0 0-6 16,0 0-13-16,0 0-3 0,0 0-6 0,0 0-3 16,0 0-3-16,0 0-3 0,0 0-4 15,0 0 1-15,0 0 0 0,-3 25-4 0,3-15-1 16,3 3 4-16,-4 2-7 0,2 0 2 0,1 2 0 0,1 1-2 16,-2 0 0-16,3 2 0 0,-1-1 4 0,6 9 1 15,-2-3 3-15,1 1 1 0,1 2 2 0,4-1 1 16,-1-3 2-16,5 3 3 0,0-4-6 0,0 1 3 15,2 0 3-15,0-2-1 0,4 0-6 0,-2-1 2 16,5 0 1-16,-2-2-5 0,3-1 6 0,2 0 2 16,-2 0-8-16,0-1 2 0,1-3-1 0,0 2-2 15,3 1-1-15,-4-2-3 0,2 1-2 0,-1-1 3 16,2 5-2-16,-2-3 2 0,1-1-3 16,2 1 3-16,1 1-3 0,0-2-1 0,2 1-2 0,-3-2 9 15,2 0-5-15,-1-1-4 0,0-2 3 0,-1-1-5 16,-3-2 4-16,1 2-2 0,-3-5-3 0,3 3 2 15,-12-2-1-15,4-2 0 0,-3 0-2 0,-1-2-2 16,-4 0 5-16,-2 1-3 0,2 0-1 0,0-1 2 16,-3 0 1-16,-1-3-3 0,-3 4 7 0,-6-4-1 15,12 1-6-15,-12-1 0 0,10 0 2 0,-10 0 1 16,12 2-5-16,-12-2 2 0,9-2 1 0,-9 2-2 16,11 0-2-16,-11 0 0 0,10 2-1 0,-10-2 4 15,10 0-2-15,-10 0-1 0,7 0 1 0,-7 0-3 16,0 0 4-16,0 0-1 0,9 1-1 0,-9-1 0 15,0 0 1-15,0 0-4 0,0 0-1 0,0 0 1 16,0 0 0-16,4 5 4 0,-4-5-3 0,0 0 5 16,-13 16-5-16,6-8 7 0,-5 3 1 0,-3 3 4 15,-6 3 1-15,-1 3 4 0,1-4 2 0,-4 1-3 16,4-1-1-16,-1 1-3 0,7-2 1 0,-1-4-1 16,0 2 2-16,0-2-3 0,2 4-10 0,-1-4-18 15,2 1-28-15,0-1-32 0,4 1-28 0,2-3-28 16,-1-1-36-16,0 1-154 0,3-2-354 0,3-2 157 15</inkml:trace>
  <inkml:trace contextRef="#ctx0" brushRef="#br0" timeOffset="150172.5">24743 6372 191 0,'-2'-19'197'0,"1"1"-17"15,-3-2-11-15,-2 4-4 0,-3-2-8 0,-4-4-11 16,0-1-11-16,-3 2-10 0,4 7-11 0,-1-2-13 15,-1 1-11-15,0 2-8 0,2 0-7 0,-1 2-11 16,5 3-19-16,-2 1-22 0,2 0-25 0,0 0-31 16,3 2-40-16,-1-1-47 0,2 0-40 0,2-1-119 15,-2 0-301-15,4 7 133 0</inkml:trace>
  <inkml:trace contextRef="#ctx0" brushRef="#br0" timeOffset="150769.17">23618 5351 87 0,'0'0'118'0,"5"-5"-1"0,-5 5-4 15,5-5-2-15,-5 5-4 0,4-5-8 0,-4 5-6 16,0 0-15-16,0 0-4 0,0 0-7 0,1-7-11 16,-1 7-4-16,0 0-3 0,0 0-10 0,0 0-2 15,0 0-2-15,0 0-5 0,0 0-7 0,0 0-2 16,0 0 2-16,-21 16-2 0,10-8-2 0,2-1 7 16,-5 3-6-16,-1 2-7 0,-2-1 0 0,-4 5 3 15,-2 0-5-15,1 1 5 0,3 0-5 0,1-6 3 16,2 2 2-16,0 1-8 0,2-1-8 0,-1 2-13 15,3-2-33-15,-1-1-28 0,7-2-30 0,1 0-30 16,0 1-77-16,1-3-228 0,2-2 102 0</inkml:trace>
  <inkml:trace contextRef="#ctx0" brushRef="#br0" timeOffset="150929">23697 5423 92 0,'17'-6'99'0,"-6"3"-3"0,3 3-22 0,-1-1-5 16,6 2 2-16,2-1-13 0,-1 3-29 0,2 0-30 15,-2 4-35-15,-3 4-57 0,-4 0-99 0,-2 1 45 16</inkml:trace>
  <inkml:trace contextRef="#ctx0" brushRef="#br0" timeOffset="151487.21">23145 6414 84 0,'0'0'217'0,"0"0"-11"15,-6-8-5-15,6 8-9 0,0 0-16 0,-3-7-12 16,3 7-16-16,0 0-9 0,0 0-23 0,-5-4-17 15,5 4-7-15,0 0-12 0,0 0-7 0,0 0-11 16,0 0-5-16,0 0-5 0,10 21-9 0,-3-10-1 16,-4-3-5-16,4 2 0 0,-1 2-6 0,0-1-4 15,0 0-5-15,0 0 2 0,1 1-1 0,0 1-4 16,2 1-1-16,-1-5-1 0,0 1 9 0,-2 1-8 16,2-3-4-16,-1-1-1 0,0 1 4 0,-1-4-6 15,-1 1-1-15,-1 0-2 0,2-2 9 0,-6-3 3 16,8 6 10-16,-8-6 5 0,6 0 4 0,-6 0-6 15,0 0 1-15,16-10-6 0,-7 1 2 0,1-3-4 16,1-3 1-16,4-8-8 0,-1 1 1 0,-2-3-2 16,-1 0 3-16,1-2-7 0,-3 0-4 0,0 0 0 15,3 0-5-15,-3 0 0 0,-2 4 5 0,0 6-6 16,-1 2 1-16,-2 4-11 0,-2 1-21 0,1 3-22 16,-2 2-36-16,-1 5-25 0,3-7-8 0,-3 7-17 15,0 0-18-15,0 0-11 0,0 0-17 0,-17 29-11 16,10-14-118-16,-1-1-334 0,0 5 148 0</inkml:trace>
  <inkml:trace contextRef="#ctx0" brushRef="#br0" timeOffset="152059.65">23488 6525 113 0,'0'0'151'0,"3"6"-16"15,-3-6-11-15,0 0-14 0,3 5 0 0,-3-5-12 16,0 0 0-16,0 12 15 0,0-1-1 0,-1-3-4 15,1 2-10-15,-2 0-4 0,0 2-5 0,-1-1-9 16,1 2-8-16,-2 1-6 0,0-2-5 0,3-2-7 16,-2 1-3-16,1 0-5 0,0-1-5 0,1 1-2 15,1-3-5-15,-1 0-1 0,0 1-5 0,1-9 0 16,-2 11-6-16,2-11-2 0,0 10-4 0,0-10 3 0,0 8-1 16,0-8 1-16,0 0 3 0,2 7-2 15,-2-7-3-15,0 0 1 0,0 0 1 0,0 0-7 16,0 0 0-16,0 0 0 0,-3-26-3 0,3 16-4 15,1-8 1-15,1 2 0 0,0-1-2 0,2-2 2 16,1 1-6-16,0-6-3 0,3 5 5 0,-2 2-3 16,6-7 1-16,-6 9 0 0,3-1-2 0,-1 6 6 15,0 1-4-15,-2-1 1 0,0 4-4 0,1 0-2 16,-4 2-1-16,3 0-3 0,-6 4-1 0,11-2 3 16,-11 2 2-16,0 0 0 0,15 6 1 0,-11 1-4 15,-1-3 4-15,-2 2 0 0,3 7 3 0,-4-3 0 0,0 2 6 16,-4 0-6-16,0 4 1 0,-1-1 0 15,1-3-2-15,-3 4-1 0,-1-7 4 0,4 4-6 16,-1-2-7-16,1-3-3 0,0 3-13 0,2-5-8 16,0-1-2-16,2-5 6 0,-2 13 3 0,2-8 3 0,0-5 0 15,2 10 13-15,-2-10-8 0,7 7 4 0,-3-3 0 16,-4-4 1-16,10 5 5 0,-2-3-1 16,-8-2-1-16,11 5-1 0,-11-5 0 0,12 5 6 15,-12-5-3-15,7 7 2 0,-7-7 2 0,4 7-1 16,-4-7-3-16,0 0 12 0,1 15-2 0,-1-15-2 0,-10 11 5 15,4-4-1-15,-3-1-1 0,0 1-1 16,-1-2 0-16,-2 0 1 0,2-1 0 0,-1 3 2 0,0-4-8 16,2 1-16-16,-2 0-17 0,11-4-14 0,-14 6-32 15,14-6-28-15,-9 1-49 0,9-1-83 16,0 0-266-16,0 0 119 0</inkml:trace>
  <inkml:trace contextRef="#ctx0" brushRef="#br0" timeOffset="152469.03">23876 6606 161 0,'-10'-6'173'0,"10"6"-16"0,-9 0-4 16,9 0-12-16,-19 5-6 0,7 0-8 0,0 2-22 15,-4 0 0-15,0 4-11 0,5-3-10 0,1-1-10 16,-1 3-4-16,3 0-4 0,1 0-9 0,2-1-3 0,-1 1-6 15,6-10-3-15,-2 16-8 0,2-9 2 0,0-7-7 16,8 13 1-16,-3-6-1 0,2 1-5 0,2-4 1 16,4-1-3-16,-3-1-4 0,0 2-1 15,0-3 0-15,1 0-1 0,-5-1-3 0,-6 0 1 16,14 0 0-16,-14 0-1 0,8 0 1 0,-8 0 4 16,0 0 8-16,7 0-5 0,-7 0-6 0,0 0 1 0,0 0-4 15,0 0-5-15,0 0 2 0,0 0-6 16,0 0 2-16,-32 5-6 0,20-1 6 0,-5 3 0 15,-1 0 0-15,-1 0 1 0,2 0-2 0,-1 1 4 16,7-1-2-16,1-2 0 0,-1 1 2 0,3 3-5 16,1-2 1-16,2-1-1 0,5-6 0 0,-4 11 2 0,4-11 5 15,2 13-5-15,-2-13 4 0,12 12-4 0,2-9 2 16,7 4-7-16,4-2-18 0,5-3-29 16,2 1-44-16,1-2-36 0,1-1-42 0,-2 2-49 15,-2-4-109-15,-3 2-351 0,-6-2 155 0</inkml:trace>
  <inkml:trace contextRef="#ctx0" brushRef="#br0" timeOffset="153938.31">25549 2947 43 0,'0'0'52'0,"-5"-5"-3"0,5 5-10 15,0 0 3-15,-6-6-8 0,6 6-3 0,-5-5-1 16,5 5-1-16,0 0-6 0,-11-4 5 0,11 4-6 16,-9-2 0-16,9 2 6 0,-7-2-5 0,7 2 5 15,-9-2-2-15,9 2 13 0,0 0-6 16,-8-4 9-16,8 4-9 0,0 0-1 0,-10 0 0 0,10 0-2 15,0 0-6-15,0 0 5 0,0 0-3 0,0 0 1 16,0 0-2-16,0 0-2 0,0 0-5 0,23-5-7 16,-12 5-4-16,3-1 7 0,3 0-26 0,2 1-17 15,-1-1-21-15,-1-1-21 0,2 2-68 16,-8 0-150-16,2 2 66 0</inkml:trace>
  <inkml:trace contextRef="#ctx0" brushRef="#br0" timeOffset="154525.44">25527 2897 54 0,'0'0'72'0,"17"20"-1"0,-17-20-18 16,6 12 8-16,-2-7 1 0,0 3-5 0,-4-8-10 15,4 17-1-15,-1-7 5 0,-1-1-17 0,0 2-3 16,-2-11 6-16,0 18-6 0,0-10-6 0,0-8-3 16,2 13 0-16,-2-13 4 0,-2 16-7 0,2-16 2 15,-2 13-8-15,2-13-5 0,0 13 10 0,0-13 0 16,-4 12-8-16,2-5-7 0,2-7 8 0,-3 12-8 16,3-12 5-16,-6 10 5 0,6-10-2 0,-3 10-4 15,3-10-4-15,0 0 2 0,-4 11 5 16,4-11-1-16,0 0-5 0,-5 7 2 0,5-7 2 0,0 0-4 15,0 0 4-15,0 0 0 0,-5 7-7 16,5-7 4-16,0 0 8 0,0 0-13 0,0 0 6 0,0 0-3 16,-10 3-3-16,10-3 8 0,0 0-5 0,0 0 3 15,0 0-6-15,0 0-4 0,0 0 4 0,-17 0 1 16,17 0-6-16,0 0 1 0,0 0 1 0,-11 0 2 16,11 0 5-16,0 0-9 0,-14 2 10 0,14-2 4 15,0 0-10-15,-11 2-2 0,11-2 0 0,0 0-3 16,0 0 3-16,-14 2 9 0,14-2-13 0,0 0 22 15,-10 1-21-15,10-1 2 0,0 0 5 16,0 0 2-16,0 0-2 0,0 0-9 0,0 0 11 0,-17-3-5 16,17 3 9-16,0 0-7 0,0 0 2 0,0 0 5 15,0 0 1-15,0 0-7 0,-12-1 6 0,12 1 4 16,0 0-3-16,0 0 3 0,0 0-5 16,0 0-6-16,0 0 2 0,0 0-6 0,0 0 11 15,0 0-5-15,0 0 4 0,0 0-8 0,0 0 6 16,0 0-1-16,51-7-2 0,-32 7 2 0,0 0-5 15,2 0 2-15,8 0-18 0,-8 0-22 0,0 1-13 16,6 0-19-16,-4-1-17 0,-5 2-57 0,4-2-158 16,-8 3 70-16</inkml:trace>
  <inkml:trace contextRef="#ctx0" brushRef="#br0" timeOffset="154803.44">25902 3062 80 0,'-7'-7'91'0,"7"7"10"0,-11-4-18 16,11 4-8-16,-12-2-19 0,12 2 5 0,-15 2-12 16,3 2-3-16,0 1 1 0,-5 1-4 0,4 2-2 15,-1 0-14-15,3-3 7 0,1 3-8 0,-1 0 7 16,5-1-9-16,-4 2-2 0,5-3 0 0,-2-1-2 15,7-5 2-15,-5 11-4 0,5-11-4 0,3 12 1 16,-3-12 10-16,14 9-7 0,-2-2-2 0,9-5-1 16,4 5 1-16,6-4-35 0,1-1-30 15,1 0-23-15,-3 0-95 0,-1-4-181 0,0 0 81 16</inkml:trace>
  <inkml:trace contextRef="#ctx0" brushRef="#br0" timeOffset="157385.73">14786 12549 117 0,'-4'-10'158'0,"0"1"2"0,1-2-13 0,-1 1-3 16,2-1 5-16,-3 2-13 0,4 1-6 0,0 0 1 15,1 8-11-15,-3-11-12 0,1 4-4 0,2 7-13 16,-2-9-10-16,2 9-12 0,0 0-7 0,0 0-8 15,0 0-7-15,0 0-6 0,0 0-3 0,0 0-3 16,13 17-7-16,-8-1-2 0,0 0-1 0,3 8-2 16,-2 1 1-16,-1 0-7 0,2 1 1 0,-2 0-4 15,-1-1 0-15,-2-6-3 0,1 1 1 0,-1-2-1 16,2 0-2-16,-1 0 2 0,0-2-4 0,1-4-3 16,-2 0 4-16,0 0 1 0,2-2-3 0,-1 2 0 15,-1-3-4-15,0-1 2 0,0-2-2 0,-1-1 2 16,-1-5 0-16,3 9 7 0,-3-9-5 0,4 5 3 15,-4-5 3-15,0 0-2 0,0 0 12 0,0 0-5 16,15-9-2-16,-10 2 0 0,3-2 0 0,1-7 1 16,0 0-1-16,0 0-1 0,3-7-2 0,-1 0 5 15,1-1-6-15,2-2-2 0,-1-1-2 0,2 1 0 16,-2-3-1-16,3 3 1 0,-5-1-3 0,3 2 1 16,-3 0-2-16,-1 9-2 0,-4-1 2 0,0 7 0 15,1 0 6-15,-2 1-17 0,-3 3-20 0,0 2-16 16,-2 4-10-16,0 0-9 0,0 0-27 0,0 0-25 0,0 0-28 15,9 21-33-15,-12-3-155 0,-1 0-357 0,-3 9 158 16</inkml:trace>
  <inkml:trace contextRef="#ctx0" brushRef="#br0" timeOffset="157623.94">15114 12787 195 0,'0'0'192'0,"0"0"-16"0,0 0-13 16,0 0-15-16,7 2-12 0,-7-2-12 0,0 0 6 0,0 12-4 16,-2-2-10-16,0 1-10 0,-1 0-5 15,-1 6-8-15,-1-1-11 0,3-2-9 0,-1 1-4 16,-1 2-7-16,2 1-6 0,0-2 0 0,0 2-9 16,1-3-4-16,1 2-2 0,0-1-6 0,-2 1-13 15,1-2-22-15,1-4-27 0,1 2-24 0,-2-2-39 0,2-1-34 16,1-3-17-16,-1 1-27 0,-1 1-131 0,0-2-323 15,0-7 143-15</inkml:trace>
  <inkml:trace contextRef="#ctx0" brushRef="#br0" timeOffset="157981.81">15151 12769 12 0,'5'-7'151'0,"0"0"-9"16,3 3-11-16,0-1 3 0,1 2 1 15,1 1-10-15,0 1-12 0,0 1-7 0,2 0-10 0,1 1-6 16,-3 2-3-16,2 1-8 0,-1-1-8 0,-2 2-2 16,0 2-11-16,-4-2-4 0,1 4-6 0,-2-2-3 15,-3 3-5-15,-2-1-3 0,1-9-5 16,-6 18-4-16,2-9-4 0,-1 1 3 0,-3 0-6 16,2-1-8-16,-1 3-5 0,1-4-12 0,2 0-9 0,-1-1-3 15,4-1-1-15,0 1 5 0,1-7-5 0,-5 9 3 16,5-9 3-16,2 11 1 0,-2-11-1 15,6 9 6-15,-4-5-3 0,4-1 1 0,-2 3-4 16,-4-6 6-16,9 6 0 0,-5-3-1 0,-4-3 4 0,7 6-1 16,0-4-3-16,-7-2-1 0,5 3 4 0,-5-3 2 15,5 3 0-15,-5-3 5 0,0 0 1 0,0 0-2 16,0 0-5-16,0 0 9 0,-14 19-5 16,5-12-2-16,-1-1-10 0,-2-2-22 0,-1 2-14 15,-2 2-17-15,2-3-33 0,2 1-27 0,-2 1-116 0,3-1-258 16,-1-6 114-16</inkml:trace>
  <inkml:trace contextRef="#ctx0" brushRef="#br0" timeOffset="158396.21">15625 12800 102 0,'1'-6'200'0,"-1"6"-13"0,0 0-20 15,0 0-14-15,-8-9-16 0,8 9-6 0,-17 5-9 0,4 1-12 16,0 3-9-16,-1 1-11 0,4-2-7 0,2 3-7 16,0 0-13-16,1-1-1 0,2 1-6 0,1 1-8 15,3-1-5-15,-2-1-3 0,3 0-1 0,2 0-5 16,2-1-1-16,-2-4-3 0,2 2-6 0,0-2-1 16,1-1 2-16,1 0-4 0,-1 0-3 0,2-2-2 15,-7-2-2-15,10 4 1 0,-10-4-3 0,10 1 0 16,-10-1-3-16,0 0 1 0,0 0-2 0,10-2 1 15,-10 2 0-15,0 0-2 0,0 0 2 0,0 0-4 16,0 0 0-16,0 0 2 0,0 0-2 0,0 0-2 16,0 0 2-16,-31-3-1 0,21 6 3 0,-1 1-2 15,0-1 2-15,0 4 7 0,-1-1-5 0,-1 2 2 16,5-2 0-16,-1 3-1 0,3-1 2 0,-2 1-5 16,4-4 2-16,-2 4-1 0,5-2 3 0,-1-1 0 15,2-6-1-15,3 13-2 0,4-3 2 0,0-3-13 16,5-1-13-16,1 0-24 0,3 1-20 0,6-2-10 15,5-1-38-15,4-4-20 0,1 0-18 0,3-2-18 16,1 2-138-16,-3-2-326 0,4-3 145 0</inkml:trace>
  <inkml:trace contextRef="#ctx0" brushRef="#br0" timeOffset="158617.31">16236 12800 27 0,'-5'-4'237'0,"5"4"-11"0,-6-5-10 0,6 5-16 16,-7-5-16-16,7 5-16 0,0 0-19 0,0 0-16 15,13-5-11-15,-1 3-13 0,6 2-8 0,2 0-12 16,9 0-7-16,2 0-10 0,0 2-5 0,-1-1-6 16,-3-1-13-16,3 2-22 0,-10-1-23 0,0 1-27 15,-3 0-39-15,-4 1-13 0,-3-3-62 0,0 3-27 16,-2-2-19-16,-8-1-95 0,8 2-302 0,-8-2 135 15</inkml:trace>
  <inkml:trace contextRef="#ctx0" brushRef="#br0" timeOffset="158807.04">16420 12693 30 0,'-4'-5'218'0,"4"5"-9"0,-3-6-14 0,3 6-18 15,0 0-18-15,-6-5-1 0,6 5-9 0,0 0-7 16,0 0-3-16,-3 17 2 0,4-4-6 0,-1-2-14 15,-1 4-11-15,1 1-9 0,0 2-10 0,-2 1-9 16,2-1-7-16,-1 0-6 0,-1 1-5 0,-1-1-9 16,2 2-17-16,-2 4-28 0,3 1-37 0,-1-7-38 15,0-1-50-15,1-1-75 0,-2 1-189 0,2-5-410 16,-3 1 181-16</inkml:trace>
  <inkml:trace contextRef="#ctx0" brushRef="#br0" timeOffset="159503.18">16979 12390 54 0,'0'0'120'0,"-9"-3"-3"16,9 3-3-16,-8-1-3 0,8 1-8 0,0 0-10 16,-10-3 1-16,10 3-7 0,0 0-2 0,-8-2-7 15,8 2-5-15,0 0-5 0,0 0-5 0,0 0-6 16,0 0-6-16,0 0 0 0,0 0-9 0,27-4-6 16,-14 4 0-16,7 1-7 0,7-1 2 0,1-1-3 15,-1 0-4-15,2 0-5 0,0 2-26 0,-1-2-16 16,-1 1-18-16,-6 1-18 0,0 0-37 0,-2 0-33 15,-1 0-90-15,-8-1-236 0,1 2 105 0</inkml:trace>
  <inkml:trace contextRef="#ctx0" brushRef="#br0" timeOffset="159907.69">17218 12355 63 0,'0'0'130'0,"0"0"11"0,0 0 6 0,-8 9-3 16,8-9-8-16,-4 15-2 0,2-1 0 0,-3 0-9 16,2 11-14-16,2-1-2 0,-2-5-10 0,1 7 7 15,-1 0-10-15,2-6-8 0,0-1-4 0,-1 1-11 16,2-1-4-16,0-1-9 0,2 0-6 0,-1-1-6 16,-1-4-3-16,2 2-6 0,-2-3-3 0,0-1-4 15,2 1-1-15,-2-2-3 0,0 0-2 0,1-2-4 16,-1-1-10-16,0-7-8 0,0 12-12 0,0-5-9 15,0-7-6-15,0 0-4 0,-3 10-4 0,3-10-4 0,-3 5-3 16,3-5-1-16,-11 1-7 0,11-1 7 16,0 0 3-16,-16-6 18 0,9 3-16 0,1 0 8 15,-2-1-2-15,8 4 4 0,-13-8 5 0,8 4 1 16,0 1 5-16,5 3 6 0,-10-5 10 0,10 5-2 16,-5-4-5-16,5 4 4 0,0 0-3 0,0 0 0 0,-6-5 1 15,6 5 7-15,0 0 5 0,0 0 3 0,0 0-4 16,0 0 0-16,0 0 6 0,25 8-5 0,-13-6 1 15,0 0-2-15,6-1-10 0,0 0-14 16,1 1-22-16,4-2-29 0,-1 1-37 0,7 2-31 0,-2-2-138 16,-5 0-294-16,-2-2 131 0</inkml:trace>
  <inkml:trace contextRef="#ctx0" brushRef="#br0" timeOffset="160126">17633 12696 75 0,'0'0'169'15,"-10"-8"-3"-15,10 8-8 0,-13-2 0 0,5 3-4 16,-3-1-7-16,2 3-7 0,-4 1 3 0,-2 3-11 16,-2 3-9-16,2-2-6 0,2 3-10 0,-2 0-9 15,3-1-8-15,-2 2-8 0,8-2-10 0,-1 1-5 16,4 0-7-16,-1-1-4 0,0 0-4 0,5 1-6 16,2 0-3-16,1-2-2 0,2 1-17 0,3-2-11 15,2 1-26-15,4-2-33 0,-1 2-30 0,6-3-36 16,-1-1-35-16,0 0-22 0,1 1-20 15,-1-3-109-15,-1-3-321 0,3 0 143 0</inkml:trace>
  <inkml:trace contextRef="#ctx0" brushRef="#br0" timeOffset="160379.66">17981 12561 82 0,'0'-10'258'0,"1"0"-8"0,0 5-18 0,-1 5-22 15,2-10-26-15,-2 10-19 0,0 0-18 0,0 0-16 16,0 0-7-16,0 0-10 0,-2 29-10 16,1-12-5-16,-3 2-10 0,0 1-10 0,2-1-8 15,-3 5-6-15,1 3-7 0,1-10-4 0,1 3-5 0,-1-2-4 16,1-1-5-16,-1-1-1 0,0 0-6 0,2 0-5 16,1-4-15-16,-1 0-9 0,1 0-21 0,0-2-19 15,-1 1-14-15,1-3-32 0,-2-1-11 0,2-7-22 16,0 13-14-16,0-13-19 0,-1 8-5 0,1-8-10 15,0 0-135-15,0 0-321 0,0 0 143 0</inkml:trace>
  <inkml:trace contextRef="#ctx0" brushRef="#br0" timeOffset="160723.93">18061 12482 116 0,'12'-5'170'15,"1"1"1"-15,-1 0-4 0,2 3-12 0,4 1-13 16,-6 1-9-16,-1 2-8 0,2 2 1 0,-4 0-10 16,0 2-11-16,0 2-10 0,-4 0-9 0,-1 2-7 15,-3 1-7-15,-3-1-5 0,-5 5-7 0,-2-2-10 16,0 0-1-16,-2-1-8 0,-4 2-2 0,-1-2-4 16,0-2-3-16,-1 2-4 0,2-4-1 15,-2 0-3-15,4-4-5 0,0 1 0 0,4-2-3 0,-1 1-1 16,4-3-3-16,-1 1 1 0,7-3-2 0,-11 3 3 15,11-3-5-15,-6 4-1 0,6-4 2 0,0 0-6 16,0 0 1-16,-4 7 6 0,4-7 3 0,0 0 2 16,15 8 2-16,-9-5 4 0,5 2-1 0,1-2-6 15,4 3-1-15,3 1 1 0,0-3-1 0,2 1-4 16,7 2-16-16,-2-2-24 0,1 0-26 0,1 1-31 16,-8-1-32-16,1 0-28 0,1-2-27 0,-4-1-19 15,2 2-112-15,-3-2-328 0,1 0 146 0</inkml:trace>
  <inkml:trace contextRef="#ctx0" brushRef="#br0" timeOffset="160926.41">18509 12762 67 0,'3'-8'187'0,"-3"8"3"15,4-8-4-15,-4 8-13 0,0 0-5 0,0 0-8 16,-9-10 2-16,9 10-10 0,-11-3-8 0,11 3-7 16,-18 4-4-16,8 0-10 0,-3 1-3 0,1 2-11 15,-4 2-2-15,2 1-9 0,0 0-11 0,2 2-7 16,3-3-8-16,-1 3-3 0,4-1-6 0,-1 0-10 15,5-2-4-15,-1 1 0 0,2 0-11 0,1 0-3 16,1-3-18-16,4 4-27 0,3-2-26 0,2-1-17 16,2-1-44-16,3 1-46 0,3-3-32 0,2 1-46 15,8 2-162-15,-1-3-414 0,3-1 184 0</inkml:trace>
  <inkml:trace contextRef="#ctx0" brushRef="#br0" timeOffset="162047.04">19702 12759 215 0,'0'0'206'0,"-6"-5"-10"0,6 5-17 16,0 0-18-16,0 0-15 0,0 0-16 0,0 0-12 15,0 0-14-15,15-8-8 0,-2 8-11 0,6 0-7 16,0-2-15-16,1 4-22 0,1-2-32 0,-2 0-25 16,-1 3-45-16,0-1-37 0,-5 1-40 0,-3 2-115 15,-5-4-273-15,-5-1 121 0</inkml:trace>
  <inkml:trace contextRef="#ctx0" brushRef="#br0" timeOffset="162203.74">19686 12869 63 0,'0'0'208'0,"-7"3"-9"0,7-3-8 16,0 0-12-16,0 0-16 0,0 0-16 0,0 0-15 15,0 0-9-15,24 3-13 0,-9-2-15 0,2 3-43 16,5-3-58-16,9 4-52 0,2-1-73 0,0-3-114 16,3 0-265-16,2-1 118 0</inkml:trace>
  <inkml:trace contextRef="#ctx0" brushRef="#br0" timeOffset="162552.87">20826 12640 4 0,'2'-13'180'0,"1"8"-23"0,4-3-17 0,1 1-10 16,6-6-11-16,1 6-16 0,5-2-2 0,5 0-10 15,5 1-18-15,-2 2-1 0,0 1-5 0,0 0-21 16,-1 1-16-16,-4 3-30 0,-7-2-19 0,3 3-17 16,-7 0-17-16,1-1-15 0,-3 1-13 0,-2 0-9 15,-1 1-6-15,-7-1-49 0,13 0-158 0,-13 0 70 16</inkml:trace>
  <inkml:trace contextRef="#ctx0" brushRef="#br0" timeOffset="163509.53">21182 12537 371 0,'0'0'-18'0,"0"0"14"0,0 0 9 0,-28-10 20 15,22 8 14-15,-3-1 1 0,9 3 8 0,-13-5 1 16,5 2 12-16,8 3-9 0,-14-3 12 0,10 0 4 15,4 3 0-15,-10-3-11 0,10 3-7 0,0 0 3 16,-10 6 17-16,6 0 16 0,-1 2-3 0,4 3 7 16,-4 6 7-16,1 1 0 0,-1 6-1 0,-2 3-1 15,3-2-8-15,2 1-7 0,-3-1-4 0,1 2-6 16,1-6-5-16,1 2-6 0,-2-3-6 0,0-1-2 0,3 0-6 16,-3 0-8-16,2-1 2 0,0-2-2 0,1-2-8 15,-2-3 0-15,1 2-4 0,-1-1-2 16,1-1-2-16,-1 0-1 0,0-3-4 0,1-2 0 15,-1 1-6-15,3-7-3 0,-7 10-3 0,0-6-2 0,4-1-3 16,3-3-5-16,-11 1-3 0,11-1 0 0,-12-2-2 16,12 2 2-16,-12-7-2 0,7 2-1 0,1 1 4 15,4 4 1-15,-7-9 2 0,7 9-2 16,-4-9-2-16,4 9 3 0,-2-6-5 0,2 6 6 0,0 0-4 16,8-9 5-16,-8 9 0 0,17-4-2 0,-7 4 2 15,1-3-3-15,1 5-7 0,3-2-10 0,3 0-6 16,2-2-12-16,9 4-11 0,-9-1-6 15,8-2-2-15,-6 1-8 0,-2 2-4 0,-3-2 4 0,1 0 8 16,-1 2-5-16,-2-4 8 0,-2 1 2 0,1 0 11 16,-3-4 0-16,-1 3 3 0,2-2 10 0,-4-2 5 15,1 0 6-15,-1 2 8 0,-1-4 2 0,-1 2 19 16,1-5 9-16,-2 4-5 0,2 0 10 0,-3 2 11 16,0-1 13-16,0 2 7 0,-4 4 6 0,5-9 2 15,-5 9-6-15,5-6-8 0,-5 6-5 0,0 0-4 16,0 0 0-16,0 0-1 0,0 0 2 0,0 0 4 15,0 0 2-15,4 18-2 0,-4-18-1 0,-4 16-4 16,3-8-2-16,0 1-3 0,-1 0 3 0,1 0-3 16,0-3-4-16,1-6-3 0,-2 14 0 0,2-14-5 15,-1 11 3-15,1-11-5 0,-2 10 1 0,2-10-1 16,-2 6-1-16,2-6-2 0,0 0 0 0,0 0 3 16,2 9-5-16,-2-9 12 0,0 0 0 0,0 0 1 15,0 0 0-15,0 0-3 0,0 0 2 0,0 0-5 16,0 0 1-16,0 0 0 0,0 0-5 0,0 0-2 15,0 0 1-15,0 0-2 0,6-27-2 0,-5 23-1 16,-1 4-3-16,3-10 0 0,-3 10 1 0,2-9-2 16,-2 9-4-16,3-6 2 0,-3 6 1 0,0 0-2 15,5-9 2-15,-5 9-1 0,1-5 2 0,-1 5-6 16,0 0 2-16,0 0-2 0,4-8 2 0,-4 8-7 16,0 0 4-16,0 0-4 0,0 0 3 0,0 0-1 15,0 0-3-15,0 0 0 0,0 0 3 0,0 0-1 16,0 0 1-16,0 0 1 0,0 0 0 0,0 0 0 15,0 0-1-15,4 19 2 0,-4-19 5 0,1 7-6 0,-1-7-1 16,0 0 0-16,2 9 1 0,-2-9-2 16,0 0 3-16,1 7 0 0,-1-7 1 0,1 7-1 0,-1-7 1 15,0 0 0-15,0 0-4 0,-1 11 3 16,1-11 0-16,0 7-3 0,0-7-1 0,0 0 2 0,1 10 2 16,-1-10-4-16,3 8 5 0,-3-8 0 0,1 10 0 15,-1-10-2-15,1 8 1 0,-1-8 0 0,2 9 1 16,-1-2 0-16,-1-7 0 0,0 0 0 15,2 8-1-15,-2-8-1 0,2 6 0 0,-2-6 0 16,3 6-1-16,-3-6 1 0,3 6 1 0,-3-6 1 0,2 9-3 16,-2-9-1-16,2 6 1 0,-2-6 2 0,0 8-1 15,0-8-7-15,1 8 2 0,-1-8-3 16,1 9 1-16,-1-9-6 0,2 8-11 0,-2-8-9 0,0 0-2 16,0 10-6-16,0-10-5 0,0 0-10 0,1 9-21 15,-1-9-4-15,0 0-10 0,0 0-10 0,-1 7-4 16,1-7-9-16,0 0-11 0,0 0-7 0,0 0-13 15,0 0-24-15,-8 3-101 0,8-3-293 0,0 0 129 16</inkml:trace>
  <inkml:trace contextRef="#ctx0" brushRef="#br0" timeOffset="163947.37">21447 12791 142 0,'5'-12'143'0,"-1"8"-10"0,1-2-2 16,-1 3-11-16,-4 3-7 0,10-7 2 0,-5 4-10 15,-5 3-8-15,14-2-12 0,-8 2-8 0,-6 0-6 16,13 1-4-16,-13-1-5 0,12 3-2 0,-6 1 1 16,-1 0-10-16,0 1-1 0,0 0-3 0,-1 0-6 15,-1 0 3-15,-1 1-6 0,-2-6 1 0,2 13-7 16,-4-5-5-16,2-8-6 0,-5 15 2 0,1-9-2 15,-3 4 1-15,0-1-1 0,0-1-5 0,-1 0 1 16,-1 1-6-16,4-4 1 0,0 2-5 0,2-3 0 16,1 2-4-16,2-6 2 0,-3 11-5 0,3-11 1 15,1 12 1-15,1-5-4 0,0-2-2 0,3 1 4 16,1-1 2-16,4 1-4 0,-1-3-1 0,0 4 2 16,1 0-4-16,-1-3 4 0,0 2-3 0,0 0 1 15,1-1 0-15,-2 1 0 0,-2 2-1 0,0-5 1 16,-1 2 1-16,-1-2 1 0,0 3 3 0,-4-6-4 15,3 9 0-15,-3-9-6 0,0 0 9 0,-9 14-1 16,1-8 0-16,-2-2-5 0,-2 0 4 0,0 0 4 16,-5 3-2-16,3-1 0 0,-2-2-1 0,-1 1-7 15,0 0-16-15,-1 0-17 0,0-3-16 0,3 3-17 0,5-2-35 16,-3 0-38-16,4 1-127 0,2-2-296 16,0-1 131-16</inkml:trace>
  <inkml:trace contextRef="#ctx0" brushRef="#br0" timeOffset="164281.04">21989 12701 45 0,'2'-12'194'0,"1"2"0"0,-1-1-8 0,-2 2-3 0,3 3-11 16,-2-1-20-16,-1 7-20 0,3-6-11 0,-3 6-11 16,0 0-11-16,0 0-7 0,8 14-4 0,-5 0-8 15,-3 3-2-15,0 1-3 0,0 6-6 0,-4 2-5 16,-2 0-4-16,1-1-8 0,-3 1 1 0,2-2-5 16,1-6-7-16,1 1-2 0,-1-1-6 0,0 0 1 15,2 1-3-15,0-3-8 0,1-1 5 0,-2 2-5 16,3-6-4-16,-2 2-6 0,1-1-21 0,-1-2-28 15,2-1-18-15,1 0-21 0,-3 0-21 0,-2 0-17 16,5-9-32-16,-1 6-17 0,1-6-24 0,-4 9-107 16,4-9-318-16,0 0 142 0</inkml:trace>
  <inkml:trace contextRef="#ctx0" brushRef="#br0" timeOffset="164615.59">22060 12665 28 0,'12'-3'166'0,"-2"3"-8"0,0 0-9 15,0 3-6-15,1 1-5 0,-5 0-2 0,0 2-11 16,3 3-11-16,-4-1-12 0,0 3-3 0,-1-1-11 16,-2-1-12-16,-4 2-1 0,1 2-11 0,-4-3-5 15,-2 2 0-15,-1 1-10 0,-3 0-3 0,1-6-6 16,-4 5-4-16,4-3-4 0,1-2-1 0,-1-3-3 15,1 3 1-15,4-2-6 0,-2-1-2 0,2-2-4 16,5-2 0-16,-9 6-1 0,9-6-3 0,-6 3 1 0,6-3-3 16,0 0-3-16,-4 5 0 0,4-5-5 15,0 0 3-15,0 0-7 0,8 14 7 0,-4-8-3 0,2-1 2 16,-1 0-4-16,1 3 4 0,2-1-4 16,-2 1 1-16,5 1 1 0,-4 3-11 0,2-5-27 0,4 6-9 15,-1 0-29-15,-1-6-31 0,-2 3-26 0,0-2-22 16,0 0-133-16,0 2-308 0,0-2 137 15</inkml:trace>
  <inkml:trace contextRef="#ctx0" brushRef="#br0" timeOffset="165201.67">22331 12952 183 0,'3'-6'195'15,"-3"6"3"-15,2-9-11 0,-2 9-13 0,2-6-21 0,-2 6-19 16,0 0-14-16,0 0-3 0,0 0-3 0,0 0-6 15,0 0-4-15,1 28-5 0,-4-18-11 0,1 4-3 16,-1 1-9-16,-2 2-8 0,1-5-8 0,1 0-1 16,0-1-8-16,1 1-3 0,-1-2-6 0,0 0-2 15,2-2-6-15,0 0-1 0,1-8-3 0,-3 9-1 16,3-9 0-16,-1 8 2 0,1-8 13 0,-2 6-2 16,2-6 1-16,0 0 2 0,0 0-2 0,0 0-5 15,0 0-6-15,0 0-2 0,0 0-2 0,0 0-5 16,0 0 0-16,0 0-2 0,7-30-5 0,-3 21-2 15,2 0-3-15,-2-2 3 0,2 2 0 0,-1-3-3 16,3-4 7-16,1 2-10 0,-1-2-6 0,-1 0 4 16,2 1-1-16,1 1 13 0,-2 5 2 0,-1-2-7 15,1 0 0-15,1 4-2 0,2-1 1 0,-4 1 0 16,3 1-4-16,1 2 1 0,-2 2-5 0,2-1 2 16,-1 2-3-16,-1 0 2 0,-9 1-6 0,17 2 4 15,-9 1-3-15,1 1 0 0,-2-1-2 0,-2 3 2 16,0-1-1-16,-1 0 1 0,0 1-4 0,-1-1 8 15,-2 3 0-15,0-2 0 0,-1-6-4 0,-1 14 2 16,1-14-1-16,-6 15-2 0,2-9-1 0,-3 1-1 16,1-1-7-16,-3 0-8 0,1 0-2 0,1-1-4 15,1 1-2-15,1-3-3 0,5-3-7 0,-7 8-3 16,7-8 0-16,-5 7 2 0,5-7-3 0,-2 5 0 16,2-5 5-16,0 0 6 0,9 12-2 0,-2-10 4 15,-1 1 1-15,-1 1 4 0,2 1 2 0,2-1 3 16,1 1-2-16,-3-1 5 0,0 1 1 0,-2-1 0 15,1 0-2-15,-1 1 7 0,1 1-3 0,-4-1 1 16,1 0 3-16,-3-5-1 0,-3 11 1 0,3-11 3 16,-8 10-2-16,1-4 3 0,-3 1 2 0,-2 0-1 15,-3 2-6-15,-2-2-6 0,-2 0-16 0,0 1-30 16,0-1-29-16,0-1-48 0,2 0-42 0,-1-2-178 16,3 0-385-16,-1 0 172 0</inkml:trace>
  <inkml:trace contextRef="#ctx0" brushRef="#br0" timeOffset="165367.54">22588 13090 1 0,'0'0'195'0,"0"0"-17"15,8-5-33-15,-8 5-45 0,0 0-35 0,0 0-42 16,0 0-61-16,0 0-74 0,0 0-121 0,0 0 54 0</inkml:trace>
  <inkml:trace contextRef="#ctx0" brushRef="#br0" timeOffset="166542.81">12300 12690 3 0,'0'0'42'0,"7"-4"-2"0,-7 4 0 15,6-5-5-15,-6 5-3 0,5-5-6 0,-5 5-3 16,8-4-1-16,-8 4-2 0,11-4 0 0,-5 1-4 16,0 0 4-16,1 0-1 0,-1 1-3 0,2-1 4 15,-2-1-2-15,1 3 7 0,-1-3 1 0,2 2-6 16,1-2 3-16,-1-2-4 0,-3 3 5 0,4 1 1 15,-4-3-4-15,1 1-3 0,-2 1 0 0,3-2-1 16,-7 5 1-16,12-7 6 0,-8 3 1 0,0-1-2 16,1 1 1-16,-5 4-8 0,6-10 8 0,-3 5 5 15,2 0-2-15,-5 5-4 0,4-10 8 0,-4 10 3 16,0-12-9-16,0 12 0 0,-2-12 15 0,0 7-7 16,2 5 1-16,-7-13-5 0,0 5-1 0,2 4-6 15,-3-3 0-15,-2 2 6 0,4-1-1 0,-3 1-13 16,-3 2 5-16,2-1-4 0,1 0 3 0,0 2-7 15,1-1 1-15,0 2-5 0,8 1 1 0,-17 0-3 16,7-2-9-16,1 5-15 0,9-3-14 0,-14 3-23 16,9 1-8-16,1 0-19 0,0 2-103 0,-3 1-200 0,5-1 90 15</inkml:trace>
  <inkml:trace contextRef="#ctx0" brushRef="#br0" timeOffset="167473.57">23236 12921 79 0,'0'0'175'15,"-6"-4"0"-15,6 4-4 0,0 0-11 0,-6-6-9 16,6 6-14-16,0 0-19 0,0 0-11 0,0 0-11 16,9-10-14-16,3 8-4 0,1-2-5 0,4 3-13 15,4-2-5-15,6 1-3 0,1 2-2 0,1-4-5 16,-1 1-10-16,1 3-18 0,-7 0-18 0,-2 0-21 16,0 3-28-16,-2-3-26 0,-5 2-33 0,-3 0-28 15,3-1-117-15,-7-1-275 0,-6 0 122 0</inkml:trace>
  <inkml:trace contextRef="#ctx0" brushRef="#br0" timeOffset="167675.79">23439 12786 75 0,'-4'-5'180'0,"4"5"-21"0,0 0-16 0,-4-6-5 15,4 6-16-15,0 0 0 0,0 0 0 0,0 0 6 16,0 0-6-16,0 0-10 0,0 28-9 0,2-18-10 15,-2 2-9-15,0 0-5 0,1 5-9 0,-1 0-8 16,1-3-4-16,1 2-15 0,-1 2-19 0,1-1-32 16,1 2-37-16,0-2-29 0,-1-1-32 0,1 1-48 15,0-1-122-15,-1-1-298 0,0-3 132 0</inkml:trace>
  <inkml:trace contextRef="#ctx0" brushRef="#br0" timeOffset="168044.09">23771 12753 67 0,'4'-10'206'0,"-1"-1"-9"16,-2 4-20-16,2 1-13 0,-1 0-23 0,-2 6-15 16,8-5-7-16,-8 5 0 0,0 0-10 0,15 14-8 15,-8-5-8-15,3 6-6 0,-3-1-6 0,1 2-6 0,-1 0-6 16,-4 3-6-16,5-4-8 0,-3 3-3 15,1-3-5-15,-2 2-6 0,2-1-3 0,-3-4-4 0,2 0-2 16,-1-2-5-16,1-1 1 0,-2-1-5 16,1-1 0-16,-2-2 0 0,2 2-2 0,0-3 3 0,-4-4 8 15,10 2-1-15,-10-2 7 0,0 0-4 0,17-10 4 16,-8 2 3-16,-2 1-1 0,4-5-4 0,-2-3 16 16,6-7-2-16,-4 6-7 0,5-8-5 15,2-2-3-15,1 1-4 0,2-1-4 0,1-3-6 0,4 0 0 16,5-7 1-16,-9 10-5 0,1-1-7 0,-2 4-14 15,-3 1-14-15,-7 8-13 0,-2 5-26 0,-1 1-44 16,-3 3-23-16,-1 2-17 0,-4 3-5 0,0 0-23 16,0 0-21-16,0 19-20 0,-4-6-112 15,-2 3-348-15,-2 3 155 0</inkml:trace>
  <inkml:trace contextRef="#ctx0" brushRef="#br0" timeOffset="168269.84">24215 12873 197 0,'0'0'194'16,"0"0"-5"-16,0 0-12 0,0 0-22 0,0 0-14 16,6 2-12-16,-6-2 4 0,0 0-18 0,4 5 6 15,-4-5-20-15,1 12-9 0,1-6-4 0,-1 1-11 16,-1 2-4-16,0-1-7 0,1 3-8 0,0-3-4 16,-1 1-4-16,2 0-8 0,-1 1-4 0,-1 0-2 15,3 1-6-15,-2-1-15 0,1-2-10 0,0 5-16 16,0-5-19-16,0 0-25 0,-1-1-21 0,0 2-25 15,2-2-20-15,0 0-15 0,-3-7-19 0,3 12-13 16,-3-12-87-16,1 7-274 0,-1-7 121 0</inkml:trace>
  <inkml:trace contextRef="#ctx0" brushRef="#br0" timeOffset="168599.52">24336 12918 11 0,'14'-15'129'0,"-3"1"0"0,0 0 6 0,3 1 7 16,-2 1 0-16,-5 3-1 0,1 2-10 0,0 1-11 15,-3 1-7-15,1 2-11 0,-1 0-8 0,-5 3-8 16,12-4-7-16,-12 4-9 0,9 1-2 0,-9-1-7 16,0 0-9-16,12 4-4 0,-9 1-5 0,-3-5-2 15,4 10-1-15,-4-10-8 0,0 12 0 0,0-12-6 16,-5 13-3-16,2-5-2 0,-3 1-4 0,2-2-10 16,1 1-11-16,1-1-16 0,-2 1-2 0,1-1-7 15,1-1 3-15,2-6-8 0,-1 12 0 0,1-12 2 16,0 10 9-16,0-10 1 0,1 10-1 0,1-5 1 15,-2-5 2-15,4 9 5 0,0-5 1 0,-3 3-1 16,3-3 7-16,-4-4-3 0,4 9 2 0,-4-9-4 16,5 10 2-16,-5-10 5 0,-2 7 4 0,2-7-4 0,-5 10 2 15,-1-3 1-15,0-2 2 0,0 0-2 16,-3 0-2-16,0 1-1 0,-2 0-5 0,-1 0-17 16,1-1-20-16,2-2-16 0,0 1-23 0,-1-2-20 15,4 2-23-15,-1-1-74 0,0 0-219 0,7-3 98 16</inkml:trace>
  <inkml:trace contextRef="#ctx0" brushRef="#br0" timeOffset="168965.73">24815 12858 23 0,'0'0'171'0,"0"0"-5"0,0 0-2 16,-23-2-10-16,14 3-15 0,-2 3-10 0,-2 1-12 15,-1 0-8-15,0 3-12 0,4-2-1 0,0 3-21 0,1-3-8 16,0 3-4-16,1-1-5 0,3-2-6 0,1 1-5 16,1-2-6-16,1 1-2 0,2-6-3 15,2 12-6-15,-2-12-2 0,2 13-6 0,1-10-2 16,-3-3-2-16,5 6-3 0,-5-6-1 0,7 4 2 16,-7-4-4-16,4 4-1 0,-4-4 0 0,0 0-2 0,6 6-3 15,-6-6-1-15,0 0 0 0,0 0-1 0,2 6-3 16,-2-6-1-16,0 0 5 0,0 0 5 15,0 0 4-15,-7 10 10 0,7-10 6 0,-5 8 5 16,2-3-6-16,3-5 0 0,-8 6-4 0,4-3-4 0,4-3 2 16,-5 9 2-16,5-9 5 0,-3 7-10 0,3-7 4 15,-1 7-4-15,1-7-2 0,0 0-1 0,9 9-6 16,-4-6-21-16,6 2-5 0,0-1-50 16,0-2-40-16,3-2-46 0,0-1-46 0,-1 2-127 15,-1-2-349-15,-1 1 156 0</inkml:trace>
  <inkml:trace contextRef="#ctx0" brushRef="#br0" timeOffset="169256.49">25282 12857 137 0,'0'0'219'16,"-4"-8"-16"-16,4 8-9 0,-4-9-4 0,4 9-4 15,0 0-22-15,-1-6-13 0,1 6-18 0,0 0-15 16,0 0-11-16,13-4-9 0,-4 4-11 0,3 0-9 16,1 2-4-16,8-1-10 0,2 0-6 0,-2 1-8 15,6-2-2-15,-5 1-5 0,-1 1-3 0,-1-1-5 16,-1 0-2-16,0 2-5 0,-1-3-13 0,-4 1-12 16,0-1-20-16,-1 0-19 0,-2 1-25 0,0-1-22 15,-5 1-22-15,-6-1-17 0,14 3-2 0,-9-3-11 16,-5 0 2-16,8 1-9 0,-8-1-5 0,0 0 3 15,0 0-75-15,7-6-235 0,-7 6 104 16</inkml:trace>
  <inkml:trace contextRef="#ctx0" brushRef="#br0" timeOffset="169595.56">25626 12828 596 0,'0'0'-54'0,"-7"-7"7"0,1 3 13 0,-2-2 7 0,3 0 1 15,-1 1 5-15,-3-1 6 0,-1-1 2 0,2 4 4 16,-1-2 3-16,1 1 0 0,2 0-5 0,6 4 3 16,-11-6-1-16,5 4 6 0,6 2-2 0,-9-4 5 15,9 4-1-15,-7-3 1 0,7 3 3 0,0 0 2 16,0 0 9-16,-7-3 10 0,7 3 4 0,0 0 8 15,0 0 5-15,0 0 8 0,0 0 6 0,-6-7 8 16,6 7-6-16,0 0 15 0,0 0 4 0,-4-3 1 16,4 3 1-16,0 0 7 0,0 0 2 0,-3-11 3 15,3 11-2-15,0 0 2 0,0 0-1 0,0-9 6 16,0 9 1-16,0 0-1 0,0-10 0 0,0 10-7 16,0 0 3-16,0 0-10 0,0-9-6 0,0 9-7 15,0 0-8-15,0 0-8 0,0 0-4 0,0 0-6 16,0 0-2-16,0 0-4 0,0 0 5 0,0 0-3 15,3 23-1-15,-6-9 4 0,3-2-2 0,-2 6 2 16,2-2-5-16,-3 0 0 0,0 1-1 0,1 0-7 16,0 2 1-16,0-3-2 0,0-1-1 0,-1 1-7 0,3 0 1 15,-1-4 0-15,0 0-1 0,0 7-4 16,1-9-10-16,-1 3-20 0,1-2-26 0,0 2-20 16,-2-1-50-16,2-1-35 0,-2 0-48 0,0-1-48 15,-2 0-144-15,3 0-417 0,-1-2 184 0</inkml:trace>
  <inkml:trace contextRef="#ctx0" brushRef="#br0" timeOffset="170073.76">26293 12630 104 0,'-12'-7'172'15,"3"2"-2"-15,1 1-2 0,1 1-3 0,-2-1-4 0,9 4-12 16,-9-7-11-16,9 7-8 0,-5-3-18 15,5 3-11-15,0 0-9 0,0 0-9 0,0 0-10 16,25-7-5-16,-5 6-7 0,0-1-8 0,7 2-1 16,3-1-5-16,-1 1-17 0,-4 0-19 0,3 1-16 15,-10 1-29-15,-3-2-32 0,-2 2-18 0,-2-1-23 16,0 1-31-16,-4-1-16 0,-1 1-105 0,-6-2-280 16,9 2 123-16</inkml:trace>
  <inkml:trace contextRef="#ctx0" brushRef="#br0" timeOffset="170721.05">26425 12565 109 0,'0'0'148'15,"0"0"1"-15,0 0-5 0,0 0-4 0,-6-3-11 16,6 3-8-16,0 0-14 0,0 0-9 0,0 0-7 0,0 0-7 16,0 0 3-16,0 0 13 0,-5 13-10 0,5-5-1 15,-2 3-1-15,2 0 5 0,-2 5-9 16,2 0-3-16,0 0-5 0,-3 0-2 0,0 2-11 15,2 0-5-15,0-1-1 0,-1 0 1 0,2-1-6 16,-2 1-6-16,4-2-4 0,-2 1-4 0,0-4-4 0,-2 0-2 16,2 0-4-16,0 2-1 0,2-3 0 15,-2 1-6-15,2-1 1 0,-2-1-5 0,1-3 0 16,-1 3-2-16,0-2-2 0,1-2 3 0,-1-6-7 16,1 11 0-16,-1-11-1 0,0 8 2 0,0-8-2 0,5 7 2 15,-5-7 0-15,0 0 0 0,0 0-1 16,0 0-5-16,0 0-3 0,-8 8 0 0,8-8-3 15,0 0 0-15,-17-7-3 0,5 5 2 0,3-1-1 16,-1 0 0-16,2 1 5 0,1-2-5 0,-1 2 4 0,8 2-3 16,-11-6 0-16,11 6-1 0,-8-3 0 0,8 3-2 15,-8-2 5-15,8 2-5 0,0 0 5 16,0 0-2-16,0 0 0 0,0 0 0 0,0 0 0 16,0 0 0-16,0 0 3 0,27 2-2 0,-14-1-4 0,1 1-8 15,3 0-4-15,4-1-14 0,2 0-17 0,-4 2-13 16,2-2-15-16,1 1-11 0,-1 1-11 15,-4 0 1-15,2-2-12 0,-2 1-1 0,-3-1 4 0,1 0 10 16,-1-2 1-16,-1 1 14 0,-4-1 3 0,1-2 14 16,1 1 13-16,-5 0 7 0,1 0 7 0,2-5 3 15,-2 1 5-15,0-1 27 0,-3 1 12 16,0 0 15-16,4-4 15 0,-6 3 0 0,2-1 2 0,-2 1 11 16,1 1 15-16,-3 6 11 0,4-11 4 0,-4 5 0 15,0 6 5-15,4-7-14 0,-4 7-5 0,0 0-11 16,3-6-4-16,-3 6-5 0,0 0 1 0,0 0 6 15,0 0-2-15,3 23-5 0,-6-13 4 0,2 1-5 16,-1 0-5-16,0 5-3 0,0-4-2 16,0-1-4-16,0 2-3 0,1 3 1 0,-1-1-6 0,0 0-3 15,2 2-3-15,2-6-4 0,-2-1-13 0,0 2-13 16,3-3-25-16,-3 1-25 0,2-2-28 0,0 1-35 16,2-4-28-16,-4 3-24 0,0-8-21 0,2 9-145 15,-2-9-369-15,-2 9 165 0</inkml:trace>
  <inkml:trace contextRef="#ctx0" brushRef="#br0" timeOffset="171084.49">26812 12798 172 0,'11'-8'196'0,"0"0"-13"0,1 3-16 15,-2 1-5-15,1-1-12 0,1 3-9 0,-1 1-3 16,1 2-12-16,-4 0-10 0,-3 1-6 0,4 2-10 15,2 0-2-15,-6 0-12 0,1 1-9 0,-3 0-5 16,1 0-5-16,-2 0-6 0,0 3 5 0,-2-8-15 16,-2 12-2-16,0-5-10 0,0 1 0 0,0-1-3 15,-1-1-7-15,-1 0-3 0,0 2-7 0,1-2-7 16,1 0-13-16,2-6-4 0,-5 10-9 0,5-10-4 0,0 10-1 16,0-10 2-16,5 13-6 0,-1-7 2 15,1-1-2-15,1-1 6 0,3 1-3 0,1 2 2 16,-1-1 2-16,-1 0-1 0,4 1 2 0,-5-2 1 15,3 2 1-15,-3-2 0 0,-3 3 3 0,2-4 2 0,-2 3 1 16,2-2 0-16,-5 1 2 0,-1-6 1 0,4 8-1 16,-4-8 3-16,-4 12 4 0,-1-8-2 0,-1 1-1 15,0-1-3-15,-2-1-3 0,-3 3-9 16,2-3-24-16,-3 0-25 0,3 1-28 0,1-4-31 16,-2 2-33-16,2 1-136 0,1-2-315 0,-5 0 140 0</inkml:trace>
  <inkml:trace contextRef="#ctx0" brushRef="#br0" timeOffset="171367.49">27258 12653 33 0,'7'-8'236'16,"-3"2"-17"-16,0 0-23 0,-4 6-17 0,4-3-18 0,-4 3-3 15,0 0-1-15,0 0-9 0,10 19-8 0,-10-8-9 16,0 5-10-16,1 2-10 0,-1 0-9 0,0 1-4 16,-1 0-8-16,-3 0-9 0,4-1-5 15,-2 2-8-15,0-2-7 0,0 0-6 0,-1-4-5 0,3 4-5 16,-1-3-3-16,1-4-3 0,-4 2-5 16,4-1-2-16,-2 1-7 0,2-2-23 0,0-2-20 0,0 1-23 15,0-10-23-15,-2 16-31 0,0-10-35 16,2-6-37-16,0 10-30 0,0-10-166 0,-3 10-394 0,3-10 174 15</inkml:trace>
  <inkml:trace contextRef="#ctx0" brushRef="#br0" timeOffset="171688.24">27371 12617 129 0,'17'-6'183'0,"-2"4"-3"15,-2 4-7-15,1-2-12 0,-2 0-8 0,-3 3-15 16,3 0-14-16,-3 3-11 0,-5-1-9 0,3 2-7 16,-5 1-11-16,-2 1-5 0,-2 1-7 0,-2 0-10 15,-5 3 3-15,-4 0-15 0,1-3-6 0,-1 3-2 16,-3-3-7-16,2 2-4 0,1-6 0 0,3 0-2 16,0 2-4-16,0-3-5 0,3 0-2 0,1 1-2 15,0-1-1-15,1-2-5 0,5-3 0 0,-7 8 1 16,7-8-2-16,-1 10 1 0,1-10-5 0,1 13-1 15,6-6 0-15,0 0 1 0,2 0 1 0,-1-1-5 16,4 3 5-16,1-2-2 0,6 3-3 0,-2-1-21 16,3 0-9-16,-1-1-32 0,-2 0-31 0,2 1-20 15,-4-1-18-15,-1-2-20 0,1 3-18 0,1 0-114 16,-7-5-302-16,2 0 134 0</inkml:trace>
  <inkml:trace contextRef="#ctx0" brushRef="#br0" timeOffset="171893.04">27732 12923 22 0,'3'-6'169'0,"-1"0"10"16,0-1-6-16,-2 7-5 0,0-12 4 0,0 12 5 16,-2-13-5-16,-3 9-8 0,5 4-12 0,-4-9-11 15,4 9-11-15,-11-4-9 0,4 3-3 0,7 1-8 16,-18 5-7-16,7 0-6 0,-1 0-10 0,6 1-9 16,-3 2-6-16,2 0-3 0,-2 1-7 0,4 0-3 15,-1 1-8-15,5 0-4 0,-1 0-5 0,2 3-2 0,3-3-6 16,1 2-17-16,3-3-28 0,2 2-30 15,4 1-32-15,4-1-36 0,-2-1-49 0,3 0-49 16,1 1-198-16,0-3-438 0,0 0 193 0</inkml:trace>
  <inkml:trace contextRef="#ctx0" brushRef="#br0" timeOffset="172317.42">28146 12833 180 0,'-3'-6'234'0,"3"6"-21"16,-1-9-21-16,1 9-20 0,0 0-17 15,10-7-18-15,-3 4-8 0,7 0-18 0,5 1-11 16,0 2-9-16,1 2-6 0,0 0-9 0,7-1-8 16,-6 2-14-16,-1-3-24 0,-5 3-28 0,-3 0-23 0,2 0-22 15,-4-1-24-15,2 1-27 0,-6-2-15 0,1-1-12 16,-7 0 6-16,10 1 4 0,-10-1 4 15,0 0 5-15,0 0 13 0,0 0 8 0,3-9 5 16,-3 9 14-16,0 0 16 0,-7-13 15 0,7 13 18 0,-6-13 15 16,6 6 11-16,-4-1 20 0,1-1 9 0,-1 0 12 15,2 1 9-15,-2 0 12 0,3-1 23 0,1 9 14 16,-4-11 0-16,3 6 0 0,1 5-1 16,-4-11-7-16,4 11-8 0,-1-6-11 0,1 6-10 15,0 0-2-15,0 0-8 0,0 0 7 0,0 0 7 0,0 0 6 16,-12 25-4-16,8-12-3 0,-2-2-3 0,2 6-8 15,-1-2-4-15,-1 1-7 0,2-1-5 0,1 2-2 16,1-2-5-16,-3-3-3 0,3 4-4 0,0 0-5 16,1-5 0-16,-1 1-10 0,1-1-27 0,1 1-30 15,1 0-23-15,-1 0-42 0,2-2-59 0,-1 0-41 16,1 1-213-16,-2-3-446 0,2-2 198 0</inkml:trace>
  <inkml:trace contextRef="#ctx0" brushRef="#br0" timeOffset="173125.7">28723 12654 125 0,'21'-5'156'0,"7"-1"-11"0,1 0-6 16,-2 4-15-16,1 0-7 0,-6-1-10 0,-1 1-13 15,-2 1-7-15,-5 1-7 0,0-1-13 0,-3 1-5 16,1 0-6-16,-5 1-1 0,-7-1-8 0,13-1 1 16,-13 1 10-16,10-3-7 0,-10 3 0 0,7-4-3 15,-7 4 0-15,0 0 1 0,4-5 3 0,-4 5-5 16,0 0-3-16,0 0-7 0,-4-14 4 0,4 14 2 16,0 0-2-16,0 0-1 0,-5-8-4 0,5 8-2 15,0 0-5-15,0 0 2 0,0 0-2 0,0 0 1 16,0 0 5-16,-12 17 11 0,11-10-1 0,-4 4 1 15,2 1 5-15,-2 4-3 0,1 1-2 0,-1-1-4 16,0 1-4-16,1 0-2 0,2-2-3 0,-2 1 2 16,3-4-3-16,-1 4 0 0,1-3-4 0,0-3 0 15,-2 0-3-15,3-1-4 0,1 1 0 0,1 0 0 16,-2-3-1-16,0-7-3 0,0 13-3 0,1-5-3 16,-1-8 4-16,1 8-3 0,-1-8-2 0,0 10 1 15,0-10-2-15,2 6-1 0,-2-6-1 0,0 0 1 16,2 8-9-16,-2-8-1 0,0 0-5 0,0 0-5 15,0 0-3-15,-5 8-5 0,5-8-8 0,0 0-3 16,-14-2-1-16,14 2-5 0,-12-1-7 0,12 1-1 0,-12-4 0 16,5 1 0-16,7 3 1 0,-13-2 4 0,13 2 3 15,-7-4 3-15,7 4 3 0,-8-1 0 16,8 1 4-16,0 0 3 0,0 0 3 0,-10 0 3 16,10 0-4-16,0 0 5 0,0 0 2 0,0 0 6 0,0 0-7 15,0 0 12-15,0 0-7 0,0 0 2 0,0 0 2 16,35 1-2-16,-22 1-7 0,7-1-9 0,-1-2-19 15,1 1-17-15,0 0-5 0,2 0-6 16,-1 1-15-16,-1-1 4 0,0 0-1 0,0 0 2 0,-2 0 13 16,-2 0 10-16,-3-1-5 0,-1-1 10 0,-2 1 6 15,0-2 3-15,-1 1 9 0,-3-1 18 16,1 0 10-16,-1-1 10 0,1 1 13 0,0-1 20 16,-3 0-3-16,1 0 8 0,-1-1 10 0,-4 5 9 15,7-8 0-15,-4 3 5 0,2 0 0 0,-5 5 0 0,4-7 11 16,-4 7 5-16,5-7 1 0,-5 7-10 0,0 0-6 15,4-6-8-15,-4 6-8 0,0 0-7 0,0 0 4 16,0 0 7-16,0 0-1 0,0 0-5 0,0 24 4 16,-4-12-1-16,2-1 0 0,-1 1-4 0,1 2-3 15,-3-3 0-15,1 6-6 0,1-3-3 0,2-1-3 16,-2 2 0-16,2-2-8 0,-1 0 3 0,2 0-2 16,-2-2-1-16,2 0-1 0,2 1 0 0,-4-1-14 15,4-2-9-15,-2 0-19 0,0 1-34 0,0-4-37 16,0 4-27-16,0-2-44 0,0-8-40 0,-3 11-216 15,-1-5-452-15,0-2 199 0</inkml:trace>
  <inkml:trace contextRef="#ctx0" brushRef="#br0" timeOffset="184127.67">25364 5999 3 0,'0'0'75'0,"-4"-7"2"0,4 7-5 0,0 0 5 15,0 0 4-15,0 0 3 0,0 0 2 0,0 0 3 16,0 0-4-16,7-14 5 0,-7 14-1 0,0 0-9 15,3-6-1-15,-3 6 0 0,0 0-2 0,6-5-11 16,-6 5 4-16,0 0-7 0,0 0-15 0,4-3 8 16,-4 3-6-16,0 0-10 0,0 0-2 0,0 0-7 15,0 0-5-15,0 0-1 0,7-3-6 0,-7 3 5 16,0 0-1-16,16 11-4 0,-11-5-2 0,1-1-2 16,4 1 1-16,-3 4 1 0,3-3-2 0,-1 6 1 15,1-4-1-15,-2 1-1 0,-1 1-4 0,-2 0 1 16,4-1-1-16,-3-1 3 0,1 1 0 0,-1-2-8 15,2 1-2-15,-4-2 4 0,1 1 1 0,-1-1-4 16,0-3-2-16,-2 1 4 0,-2-5 1 0,5 5 0 16,-5-5 2-16,5 5 2 0,-5-5 0 0,0 0 6 15,7 5 7-15,-7-5 5 0,0 0 0 0,0 0-2 16,0 0-6-16,0 0-4 0,17-14 5 0,-7 8-8 16,-3-3 1-16,1 0 1 0,3-3-7 0,-1-1-8 15,2 3-18-15,1-3-16 0,0 1-19 0,-1-1-39 16,5-1-13-16,-7 2-23 0,5 0-18 0,2-2-27 15,0 6-93-15,-3-3-285 0,0 1 127 0</inkml:trace>
  <inkml:trace contextRef="#ctx0" brushRef="#br0" timeOffset="184746.69">26012 5841 145 0,'-2'-12'181'0,"2"12"-7"0,0 0-16 15,0 0-15-15,4-10-14 0,-4 10-14 0,9-4-13 16,-4 2-11-16,8-3-8 0,0 2-11 0,6 0-5 16,-6 3-7-16,0 0-24 0,3-1-24 0,-5 2-29 15,1-1-14-15,-1 2-21 0,0 0-12 0,-2 1-9 16,-4 1-2-16,-1-1 1 0,-4-3 3 0,4 7-1 15,-4-7 11-15,-2 8 3 0,2-8 5 0,-6 7 2 16,6-7 10-16,-7 4 0 0,7-4 4 0,-12 3 9 16,4-3 13-16,8 0 4 0,-14 0 16 0,14 0 9 15,-14-2 17-15,10 0 7 0,4 2 8 0,-13 0 7 16,13 0 5-16,0 0 0 0,-10-1 0 0,10 1-10 16,0 0-4-16,0 0-9 0,0 0-1 0,-13 1-5 15,13-1 9-15,-2 8 9 0,2-3 2 0,0-5 8 16,-2 17-4-16,0-7-5 0,2 2 8 0,0 2 3 15,0 3-5-15,0-3-3 0,0 2-3 0,0 0-2 16,0-3 1-16,0 3 3 0,0-5-7 0,0 1-3 16,0 0-5-16,0-1-3 0,0 3 0 0,0-3 2 0,-2 1-5 15,2-5-2-15,2 3-3 0,-2-1-2 16,0-1-2-16,0-8 1 0,0 13-3 0,-2-5-2 16,2-8-2-16,-4 10 2 0,2-5-3 0,2-5 0 15,-4 8-3-15,0-4 1 0,4-4-2 0,-7 8 2 16,-1-7-2-16,8-1 0 0,-14 1-3 0,14-1 0 0,-16-4 1 15,4 2-1-15,6 0 2 0,6 2-4 16,-13-6 0-16,5 3 5 0,8 3-8 0,-13-3 3 16,9 0-1-16,4 3 1 0,0 0 1 0,-12-4-2 15,12 4-3-15,0 0 4 0,0 0-9 0,-9-2 0 16,9 2 2-16,0 0-2 0,0 0 2 0,0 0 0 16,0 0 2-16,25-1 1 0,-14 2-1 0,1-2-10 15,7 2-22-15,2-1-26 0,-3 1-15 0,4 0-43 16,-1 1-26-16,1 1-29 0,-2-1-136 0,-1-2-332 15,1 0 147-15</inkml:trace>
  <inkml:trace contextRef="#ctx0" brushRef="#br0" timeOffset="185144.45">26425 6036 5 0,'-4'-11'166'0,"4"11"-9"16,-7-8 2-16,3 4-2 0,4 4-7 0,-12-7-9 0,8 4-12 15,4 3-11-15,-13 0-6 0,3 0-12 16,1 3-7-16,-2 2-6 0,-1 2-8 0,0-1-7 16,-3 1-7-16,2-1-8 0,5 2-6 0,-2 1-5 15,4 0-1-15,1-2-5 0,1 2-6 0,4-9-3 16,-5 14 1-16,5-14 0 0,3 15-5 0,1-7-2 0,2-3 0 16,3 2-2-16,3-1-4 0,-1-2 4 15,1-1-5-15,5 1-2 0,-3-4-2 0,-1 1-3 16,-2 2 1-16,1-3 3 0,-1 0-2 0,0 1-4 15,-11-1 4-15,12-1 2 0,-12 1 4 0,8 0 3 16,-8 0 1-16,0 0-3 0,0 0-3 0,11 0 0 0,-11 0-2 16,0 0-3-16,0 0-2 0,0 0 0 0,-28 11-1 15,9-3 1-15,3-1 2 0,-1-1 1 16,1 1-3-16,5-2 5 0,-2 3-9 0,1-3 1 16,5 2-4-16,1 1 2 0,1-2-2 0,0-2 0 0,3 3 2 15,2-7 1-15,5 12 0 0,4-7 3 16,4 4 3-16,8-3-5 0,10-2-21 0,5-1-37 15,0-2-36-15,18-1-43 0,-2-2-38 0,1-2-22 0,-14 4-161 16,12-5-380-16,-14 2 170 0</inkml:trace>
  <inkml:trace contextRef="#ctx0" brushRef="#br0" timeOffset="186825.13">17620 12928 2 0,'0'0'16'0,"0"0"6"0,0 0 5 0,-5-7 7 16,5 7 4-16,0 0-2 0,0 0 4 0,0 0-3 15,0 0 4-15,0 0-2 0,0 0 1 0,0 0 4 16,0 0-3-16,0 0 6 0,0 0-3 0,0 0 3 16,0 0-6-16,0 0 3 0,-2-7 2 0,2 7 0 15,0 0-1-15,0 0 8 0,0 0 2 0,0 0-9 16,0 0-1-16,0 0-6 0,0 0-5 0,0 0-6 16,0 0-2-16,0 0-5 0,0 0-3 0,0 0 2 15,0 0 2-15,0 0-4 0,0 0 4 0,0 0-1 16,-8-3 6-16,8 3-2 0,0 0-5 0,0 0-3 15,0 0 3-15,0 0 0 0,-10-3-1 0,10 3 0 16,0 0-2-16,-8-1-2 0,8 1-1 0,0 0 0 16,-13 1 0-16,13-1 5 0,0 0-3 0,-16 1 0 15,9 1 0-15,2 1 1 0,-4-1-5 0,0 3 3 16,0 0 3-16,0 0 4 0,-2 1-8 0,1 3 2 16,-3-2 3-16,0 4-7 0,2 1 9 0,-3 1 2 15,5-4-6-15,0 1 5 0,0 0-3 0,2 1-1 16,1-1-4-16,-1-1-3 0,4 1 3 0,-1-1 0 15,1 1-3-15,3-3 5 0,0-7-6 0,5 12 0 16,-2-5 5-16,6-2-2 0,1 1-3 0,3-2-1 16,4 1 2-16,3-2 0 0,0-3-5 0,7 2-8 15,2-4-24-15,2-2-12 0,3 2-29 0,-4-3-23 16,1 1-25-16,0 0-19 0,-2 1-127 0,-7 0-281 16,7 0 124-16</inkml:trace>
  <inkml:trace contextRef="#ctx0" brushRef="#br0" timeOffset="189993.01">18576 12794 61 0,'0'0'70'0,"0"0"-7"0,-1-8-2 15,1 8-2-15,0 0-6 0,0 0-4 0,-1-9-5 16,1 9-2-16,0 0 2 0,-2-8-5 0,2 8 1 16,0 0-7-16,0 0-2 0,0 0 1 0,-2-7-2 15,2 7 1-15,0 0 0 0,0 0-8 0,0 0 2 16,0 0-4-16,-5-7 4 0,5 7 2 0,0 0-4 15,0 0 3-15,0 0 4 0,0 0-4 0,0 0-9 16,-4-6 2-16,4 6 1 0,0 0-6 0,0 0-3 16,0 0-2-16,-9-3 5 0,9 3-3 0,0 0-5 15,-9 0-6-15,9 0 5 0,0 0-3 0,-13 2 5 16,13-2-2-16,-12 3 2 0,5 0-3 0,1-1-4 16,-2 1 6-16,-2 0 0 0,3 1-6 0,-2 1 3 15,-1 0-1-15,1 1 3 0,0-1-7 0,-3 0 4 16,3 1-4-16,0-1 5 0,0 1 0 0,0 0 3 15,0 0-4-15,2-2 7 0,4 1 6 0,-4 1-14 0,4-3 0 16,3-3 7-16,-7 10 6 0,4-4-3 16,3-6-2-16,-2 9 8 0,2-9-3 0,0 9 5 15,0-9-2-15,2 9 9 0,2-4-8 0,-4-5 2 16,9 7-3-16,-2-3-1 0,-2-1 4 0,1 0-2 0,2 0-7 16,3 1 7-16,-2-3-5 0,2 1-1 15,-1 0-3-15,-3 0-1 0,2-2 1 0,3 3 2 16,-3-3 3-16,-2 1-4 0,-7-1-5 0,13 1 3 15,-6 0-2-15,-7-1-2 0,10-1 1 0,-10 1 5 0,9 0-3 16,-9 0-1-16,0 0-2 0,0 0 0 0,10 0 5 16,-10 0 3-16,0 0-2 0,0 0-2 0,0 0-1 15,0 0 2-15,0 0-4 0,0 0 4 16,0 0-4-16,0 0-5 0,0 0 1 0,0 0 5 0,-31-1-5 16,20 3 3-16,1 2-5 0,-2-2 4 0,1 1-5 15,0 1 0-15,1 0 2 0,-3 1 5 0,6-1 0 16,0 1-4-16,-2 2 2 0,3 0 4 0,0 0-2 15,0-1 1-15,1 3-2 0,0-2 4 0,3 0-2 16,-1 2 5-16,2 1-1 0,1-2 3 0,1 3 1 16,1-5 0-16,0 3 4 0,3-4 1 0,-1 1-6 15,4 2 0-15,-1-3-3 0,5 0 5 0,-2 0-2 16,3-1 0-16,-1 0-1 0,5-3 2 16,1-1-12-16,0 3-16 0,0-2-8 0,2-1-20 0,-3-1-24 15,3 1-17-15,2 0-18 0,-4-1-7 0,2-4-17 16,-2 2-8-16,1 0-86 0,2 1-237 0,-4-4 105 15</inkml:trace>
  <inkml:trace contextRef="#ctx0" brushRef="#br0" timeOffset="190135.53">18799 13003 40 0,'0'0'108'0,"0"0"-10"0,0 0-11 0,0 0 4 16,0 0-22-16,0 0-27 0,0 0-14 0,0 0-34 15,0 0-33-15,0 0-48 0,0 0-94 0,0 0 43 16</inkml:trace>
  <inkml:trace contextRef="#ctx0" brushRef="#br0" timeOffset="193168.05">27788 13059 34 0,'0'0'68'0,"0"0"4"16,0 0-14-16,0 0-2 0,0 0-2 0,0 0-4 15,0 0-5-15,0 0 0 0,-10-13-9 0,10 13-3 16,0 0 4-16,0 0-8 0,-7-3-7 0,7 3-3 16,0 0 10-16,0 0-10 0,0 0-6 0,-10-3 2 15,10 3-1-15,0 0-4 0,0 0 4 0,-6-4-7 16,6 4 10-16,0 0-7 0,0 0-6 0,0 0 7 15,-9 0-2-15,9 0-2 0,0 0-6 0,0 0 5 16,0 0 0-16,0 0-1 0,-11 0-2 0,11 0 0 16,0 0-2-16,0 0 4 0,-8 3-4 0,8-3 2 15,0 0 5-15,0 0 1 0,-11 0 1 0,11 0-1 16,0 0 1-16,-8 1-1 0,8-1-16 0,0 0 19 16,0 0-4-16,-12 0 1 0,12 0-2 0,0 0 2 15,0 0-4-15,-9 0 3 0,9 0-5 0,0 0-1 16,-8 1 1-16,8-1 3 0,0 0-1 0,0 0-2 15,0 0 4-15,-10 3-4 0,10-3 1 0,0 0 11 0,0 0-10 16,0 0-2-16,0 0 0 0,0 0 8 16,-8 2-8-16,8-2 2 0,0 0 4 0,0 0-3 15,0 0 3-15,0 0-4 0,0 0-3 0,0 0 5 16,0 0-4-16,0 0 7 0,0 0-4 0,0 0 3 16,0 0-3-16,0 0 2 0,0 0-9 0,0 0 6 15,0 0-1-15,0 0-4 0,0 0 2 0,0 0-2 0,0 0 10 16,0 0 0-16,0 0 3 0,-9 0-9 15,9 0 0-15,0 0 0 0,0 0 1 0,0 0-2 16,0 0 2-16,0 0-1 0,0 0-4 0,0 0-20 0,0 0 26 16,0 0-9-16,0 0-2 0,0 0 7 15,0 0 5-15,0 0-8 0,0 0 2 0,0 0 1 16,0 0 1-16,0 0-3 0,0 0 0 0,0 0 2 16,0 0-3-16,0 0 10 0,0 0-5 0,0 0 4 0,0 0-1 15,0 0 0-15,-5 7 2 0,5-7 2 16,0 0 0-16,-4 6-6 0,4-6 5 0,0 0-6 15,-7 6 4-15,7-6 2 0,-5 7-4 0,5-7-1 16,-4 7 7-16,0-4 7 0,-1 2-6 0,5-5-1 0,-7 9-3 16,2-4 7-16,1 1-3 0,1 1-5 0,-1-1-4 15,-2 0 3-15,3 1 6 0,-6 1 2 0,5 2-6 16,-1 0 2-16,1 0-2 0,0-3 7 16,-1 0 0-16,3 2 4 0,-2-3 0 0,0 2 4 0,3-2-12 15,1-6-2-15,-3 12 2 0,1-7 8 0,2-5 2 16,0 12 1-16,0-12-7 0,6 11 8 0,-2-5-2 15,2-2 1-15,1 0-5 0,3-1 4 0,0 2-4 16,5-2-2-16,-1-1-1 0,4 0-5 0,0 0 0 16,-1-4 5-16,2 4-8 0,-2-1 4 0,0-1-4 15,1-1 0-15,-3-1-2 0,2 1 7 0,-4 0-9 16,-1-1 8-16,3 2-6 0,-5-3 1 0,2 2-4 16,-3-1 1-16,0 1-3 0,-9 1 2 0,12-1 2 15,-12 1 3-15,12-2-3 0,-12 2-3 0,7-1 0 16,-1-1 2-16,-6 2 1 0,0 0-4 0,10-3 0 15,-10 3-4-15,0 0-4 0,9-3-3 0,-9 3-13 16,0 0-16-16,0 0-17 0,9 0-16 0,-9 0-13 16,0 0-16-16,13 2-26 0,-13-2-117 0,10 0-263 15,0-3 117-15</inkml:trace>
  <inkml:trace contextRef="#ctx0" brushRef="#br0" timeOffset="194122.3">29393 12866 66 0,'0'0'124'0,"0"0"0"0,1-5-11 0,-1 5 0 16,0 0-19-16,0 0-7 0,0 0-8 0,0 0 5 15,-5-12-5-15,5 12 2 0,0 0-4 0,-4-6-5 16,4 6-8-16,0 0-4 0,-3-6-1 0,3 6-5 15,0 0-8-15,-7-5-2 0,7 5-2 0,0 0 0 16,-8-4-1-16,8 4-7 0,0 0-5 0,-10-2-3 16,10 2-4-16,0 0-1 0,-15 2 0 15,15-2 3-15,-13 4-4 0,7-2 4 0,-2 1-3 0,-1 1-6 16,-1 1 0-16,1 0 2 0,1 1 7 0,-1 1-3 16,0 1-3-16,2-1 5 0,-1 1 1 0,-1-1-5 15,1 3 6-15,-1 0-2 0,4-1 2 0,-1 1-5 16,0-2-1-16,-1 1 2 0,2 1 7 0,0-1-11 15,0 1-3-15,0-2 0 0,2-1-3 0,1 0 1 16,-1 0-1-16,1-2-2 0,0 3 3 0,2-8 3 16,-1 12-2-16,1-12-3 0,3 13 2 0,0-9 1 15,6 3-1-15,3-2-3 0,3-1 2 0,7-2 1 16,0 2-2-16,7 0-3 0,0-4 0 0,2 1-2 16,-3 1 4-16,0 0-4 0,-6-1-13 0,0 2-12 15,-4-3-13-15,1-1-30 0,-5 1-27 0,-1 0-23 16,0 0-24-16,-1-2-25 0,0-1-146 0,-6 3-334 15,4-2 147-15</inkml:trace>
  <inkml:trace contextRef="#ctx0" brushRef="#br0" timeOffset="194577.69">29739 12713 88 0,'0'0'162'0,"0"0"-10"0,0 0-21 0,0 0-9 16,0 0-19-16,0 0-2 0,0 0-3 0,0 0-5 16,0 0 3-16,0 0 4 0,0 0-1 0,0 0-13 15,3 30-5-15,-6-23 7 0,2 3 1 0,1 1-11 16,-1 0-1-16,-2 2-1 0,3-3-6 0,-2 3-7 16,2-1-3-16,-3-3-5 0,2 2-6 0,1-2-5 15,-1 1 0-15,1 1-2 0,0-1-7 0,0-1-1 16,0 0-3-16,-2-3-3 0,2-6 0 0,0 16-3 15,0-11-3-15,0-5 0 0,0 14-2 0,-1-10-4 16,1-4-2-16,1 11 2 0,-1-11-5 0,0 9 4 0,0-9-10 16,2 10-18-16,-2-10-15 0,0 10-13 15,0-10-27-15,1 8-17 0,-1-8-23 0,1 10-17 16,-1-10-26-16,0 0-7 0,0 7-17 0,0-7-112 16,0 0-310-16,0 0 138 0</inkml:trace>
  <inkml:trace contextRef="#ctx0" brushRef="#br0" timeOffset="194950.28">29772 12687 5 0,'11'-8'175'0,"-1"4"-12"0,1-3-10 15,0 4-5-15,-1 2-13 0,1-1-13 0,-3 0-13 16,1 4-3-16,1 0-10 0,-3 2 1 0,-1-3-10 0,1 5-4 15,-2-2-10-15,0 3-3 0,-2-3-3 0,-1 2-10 16,-2-6-1-16,0 15-11 0,-3-7 2 0,-2-1-10 16,-2 1-3-16,-1 2-3 0,-1-3 1 15,-6 4-6-15,-2-2-4 0,0-1 2 0,6-2-4 16,-3-1-4-16,4 0 2 0,3-2-6 0,-1 0 1 0,2 0 1 16,0 0-4-16,6-3-2 0,-11 2-1 0,11-2-1 15,-5 6 1-15,5-6 1 0,0 0-4 0,-5 5 2 16,5-5 3-16,0 0-2 0,0 0 5 0,13 10 1 15,-7-7 0-15,2 1 1 0,-2-1 2 0,5 1 0 16,-2 1-2-16,2 0-2 0,-1-1 0 0,1 4-4 16,0-2 3-16,1 0-2 0,-1 1-6 0,1 0-22 15,3 0-26-15,-2-1-32 0,1 3-27 16,1 0-30-16,-6-2-22 0,1-1-29 0,0-2-98 0,-2 3-308 16,1-4 137-16</inkml:trace>
  <inkml:trace contextRef="#ctx0" brushRef="#br0" timeOffset="195369.31">30240 12869 93 0,'-1'-11'197'0,"1"11"-8"0,-6-8-10 0,6 8-15 16,-9-5-18-16,1 3-11 0,8 2-2 0,-18 1-17 15,5 1-9-15,1 2-7 0,0 0-9 0,1 0-10 16,-1 4-6-16,2-1-3 0,1-1-3 0,1 2-10 15,3-1-2-15,0-1-1 0,1 1-10 0,3 0-2 16,1-7-4-16,4 12-6 0,-2-7-1 0,6 3-1 16,1-1-5-16,0 0-2 0,4-2-3 0,2 1 0 15,-1-1-4-15,-1-1-1 0,-2-1-2 0,3 2-1 16,-3-1 3-16,-4-3-1 0,2 0-3 0,-1 0-1 16,-8-1-2-16,10 0 1 0,-10 0-2 0,0 0-1 15,12 0 2-15,-12 0-3 0,0 0-3 0,0 0-2 16,0 0 0-16,0 0-2 0,0 0-1 0,0 0 1 15,0 0-1-15,-44 3 3 0,26 1 0 0,-9 2-3 16,6 0 6-16,-7 1 0 0,7 1 5 0,-5 1 0 16,7-1-1-16,3-1 3 0,3-2 0 0,3 3 0 15,1-2-3-15,0 1-2 0,4 2 1 0,0-1-1 0,5-1 1 16,1 1-2-16,4 1 5 0,3-1-4 16,7 1 4-16,4 0-4 0,2-2-15 0,6 1-27 15,2-1-19-15,-1-2-33 0,-6 0-22 0,-2-1-36 16,1 0-30-16,-5-1-30 0,-2 1-123 0,-1 0-356 15,0-2 158-15</inkml:trace>
  <inkml:trace contextRef="#ctx0" brushRef="#br0" timeOffset="198835.33">17190 13145 98 0,'0'0'113'0,"7"-22"-6"0,-7 22-12 15,0 0-16-15,0 0-11 0,0 0-21 16,0 0-14-16,0 0-20 0,0 0-18 0,0 0-21 0,0 0-28 16,0 0-41-16,0 0-103 0,0 0 46 0</inkml:trace>
  <inkml:trace contextRef="#ctx0" brushRef="#br0" timeOffset="201302.7">20810 6670 129 0,'0'0'118'0,"0"0"-11"0,0 0-13 0,-5-11-13 16,5 11-5-16,0 0-11 0,-7-4-17 16,7 4-21-16,0 0-21 0,-8-1-27 0,8 1-16 0,-8-4-79 15,8 4-125-15,0 0 56 0</inkml:trace>
  <inkml:trace contextRef="#ctx0" brushRef="#br0" timeOffset="204180.83">26174 6257 64 0,'0'0'73'0,"0"0"-5"0,0 0-15 16,0 0-24-16,0 0-15 0,0 0-14 0,6 7-14 15,-6-7-14-15,0 0-16 0,0 0-47 0,0 0 22 16</inkml:trace>
  <inkml:trace contextRef="#ctx0" brushRef="#br0" timeOffset="208646.64">11016 14379 56 0,'-9'0'152'0,"9"0"-6"0,0 0-5 16,0 0-10-16,0 0 1 0,0 0-9 0,0 0-8 16,0 0-13-16,0 0-8 0,0 0-6 0,0 0-11 15,0 0-7-15,0 0-7 0,0 0-5 0,42-10-7 16,-24 7-12-16,10-3-13 0,0 0-24 0,-1 1-18 15,-5 1-42-15,-2 0-16 0,2 3-33 0,-4 1-30 16,-5 0-76-16,-4 0-230 0,-1 1 102 0</inkml:trace>
  <inkml:trace contextRef="#ctx0" brushRef="#br0" timeOffset="208835.95">11107 14536 13 0,'-7'3'182'0,"7"-3"-10"0,0 0-13 0,0 0-18 16,0 0-16-16,0 0-10 0,0 0-10 0,0 0-11 15,0 0-8-15,27 4-11 0,-10-3-13 0,2-2-26 16,3 1-33-16,7-3-35 0,2 0-22 0,-3 0-40 16,2 3-24-16,-1 0-61 0,0 0-193 0,-1-4 85 15</inkml:trace>
  <inkml:trace contextRef="#ctx0" brushRef="#br0" timeOffset="209313.62">13063 14123 87 0,'-6'-2'211'0,"6"2"-9"0,-7-4-20 0,7 4-20 16,0 0-11-16,-6-5-22 0,6 5-17 0,0 0-3 15,0 0-14-15,24-7-9 0,-8 6-8 0,3-2-8 16,2 1-6-16,6 1-14 0,0 1-22 0,2-4-24 16,-2 4-29-16,-5-1-25 0,5-1-16 15,0 2-23-15,-4 0-18 0,-8 0-8 0,-1 1-20 0,-1 0-71 16,-1 0-223-16,-5 0 99 0</inkml:trace>
  <inkml:trace contextRef="#ctx0" brushRef="#br0" timeOffset="209903.28">13281 14069 124 0,'0'0'150'0,"-9"-3"-7"0,9 3-9 0,-8 0-6 0,8 0-9 15,-10 6-11-15,6-1 2 0,-1 4 10 0,1 5 0 16,0 3-11-16,-1 3-10 0,-4 5-9 16,4-1-7-16,3 2-9 0,0-7 2 0,-2 5-8 0,2 1-7 15,-1-1-4-15,5 2-6 0,-2-9-5 0,0 0-3 16,3 1-5-16,-3 0-3 0,0-1-2 0,2-4 0 15,0 4-3-15,-2-6-6 0,2 4-2 0,-2-3-2 16,0-2-8-16,0 3-14 0,-2-4-6 0,2 0-12 16,-4-3-4-16,-1 3-15 0,1-3-4 0,-1-1-4 15,-4 0-9-15,4-2 2 0,-3-1 1 0,-2-2 5 16,-1 0 5-16,0-1 3 0,0 0 4 0,11 1-4 16,-14-3 9-16,6 2 6 0,2-2 15 0,6 3 7 15,-10-3 2-15,10 3 4 0,-7-2-3 0,7 2 6 16,0 0 2-16,0 0 0 0,0 0 4 0,0 0 5 15,0 0-6-15,0 0-6 0,31-7 8 0,-18 6-6 16,-1 0 1-16,8-1-5 0,0 1 5 0,1-1-2 16,-1 0-4-16,2 2 0 0,6-2-14 0,-1-2-12 15,-3 2-10-15,-4 0-5 0,1 2-20 0,-3-3-8 16,1 1-5-16,0-2-2 0,-8 2 6 0,3 0 0 16,-3 0 1-16,-1-3 5 0,-5 2 13 0,4-1 0 15,-4-1 1-15,-1 1 8 0,1-3 7 0,-3 1 14 16,-2 6 9-16,6-13 4 0,-6 13 21 0,0-13 7 15,3 7 9-15,-1-1 13 0,-2 7 25 0,-2-11 3 16,2 11 1-16,0 0 5 0,0-11 0 0,0 11-17 16,0 0-1-16,0 0-5 0,0 0 9 0,0 0 14 15,0 0-1-15,0 0-10 0,-9 25-2 0,6-12-8 16,-1-1-1-16,0-1-5 0,2 5-4 0,-1 2-7 16,-1-1-1-16,-1 0-4 0,5-2-3 0,-2 2-5 15,2-5-2-15,2 1 3 0,-2-3-6 0,0 3-6 16,3-4-15-16,-3-2-16 0,2 1-25 0,0-1-22 15,-2-7-21-15,2 9-27 0,-2-9-17 16,1 8-13-16,-1-8-10 0,4 6-12 0,-4-6-97 0,0 0-280 16,0 0 123-16</inkml:trace>
  <inkml:trace contextRef="#ctx0" brushRef="#br0" timeOffset="210257.37">13560 14363 148 0,'12'-4'177'0,"1"-2"-6"0,0 0-14 0,-2 2-12 16,2 1-8-16,-1 2-17 0,-3-1-8 0,2 2-5 16,-1 3-12-16,-2-3-9 0,-1 3-10 0,1 1-2 15,-2-1-9-15,-2 1-4 0,0 2-9 16,-4-6-3-16,0 15-7 0,0-5 1 0,-4-1-8 0,0 2 0 16,1-2-6-16,-4 2-2 0,3-2-7 0,0 1-7 15,-1-4-6-15,1 3-9 0,2-2-5 0,-1-2-6 16,3-5-14-16,0 13 6 0,0-13-2 0,0 14 1 15,3-7 5-15,-1-3 2 0,4 0 1 0,-2 2 0 16,3 2-2-16,1-4 11 0,-2-1-7 0,3 4 2 16,-1-1 0-16,-3-1 4 0,2 0-1 0,-2-1 0 15,1 1-3-15,-1-2-4 0,-5-3 13 16,6 8 1-16,-6-8 2 0,0 8 4 0,0-8 3 0,0 0-1 16,-8 15 0-16,1-10 0 0,-2 1-1 0,-1 0-6 15,-2 0 6-15,1-1-4 0,-3 0-6 0,3-2-28 16,-1 1-11-16,1 0-32 0,0 2-33 15,1-3-29-15,0 0-110 0,10-3-267 0,-11 1 118 16</inkml:trace>
  <inkml:trace contextRef="#ctx0" brushRef="#br0" timeOffset="210573.76">14202 14169 80 0,'-2'-10'221'0,"0"5"-25"0,2 5-20 16,-5-7-16-16,5 7-16 0,0 0-11 0,0 0 1 15,-22 16-8-15,13 0-13 0,-7 9 0 0,5 0-12 16,0 4-3-16,1-1-9 0,2 3-9 0,-1-1-5 15,4 0-6-15,0 2 0 0,5-2-10 16,-4 0-9-16,6 6-7 0,0-7-1 0,0 2-4 0,2-2-3 16,5-5-1-16,-1 2-6 0,-2-7-16 0,4-2-26 15,1-1-27-15,0 0-35 0,3-2-28 0,-1-3-51 16,1 2-40-16,-5-5-128 0,2 0-349 16,1-4 155-16</inkml:trace>
  <inkml:trace contextRef="#ctx0" brushRef="#br0" timeOffset="210805.92">14449 14344 248 0,'0'-5'242'0,"0"5"-28"0,2-12-22 0,-2 12-21 16,0 0-12-16,0 0-4 0,0 0-3 0,0 0-11 15,0 0-11-15,-4 35-11 0,2-20-8 0,2 1-11 16,-4 4-13-16,2-3-3 0,-1 3-12 0,1-3-8 15,0 2-5-15,2 7-7 0,0-2-1 0,0 1-8 0,-2-6-23 16,2-3-17-16,-2 0-26 0,1-4-22 0,-1 0-35 16,1-1-31-16,-1 0-18 0,4 0-43 15,-2-3-31-15,0-8-115 0,-2 12-344 0,-2-7 152 16</inkml:trace>
  <inkml:trace contextRef="#ctx0" brushRef="#br0" timeOffset="211103.67">14553 14245 107 0,'13'-9'216'0,"0"3"-13"0,-1 1-9 0,-1 1-19 16,-1 1-15-16,0 1-19 0,-3 3-11 0,-7-1-17 16,11 1-12-16,-5 4-9 0,-3 1-10 0,-2 2-5 15,-3 2-6-15,-1 1-9 0,-6 1-5 0,2 4-6 16,-4-3-5-16,0 3-4 0,-2-4-4 0,3 1-3 15,-2 1-4-15,0-4-5 0,-1 2-4 0,1-3-3 16,3-2-4-16,-3 0-2 0,4 1-6 0,-1-1 3 0,4-2-2 16,0 2-5-16,0 1-1 0,2-2 2 15,-2 1 6-15,3 3-5 0,0-4-2 0,2-6-3 16,4 16 4-16,0-9 0 0,1 2-12 0,4-2-9 16,-2 2-19-16,4 1-27 0,-2-1-19 0,5 0-32 15,0-1-25-15,1 1-22 0,-4-4-133 0,2 0-317 16,-1 0 140-16</inkml:trace>
  <inkml:trace contextRef="#ctx0" brushRef="#br0" timeOffset="211653.76">14781 14513 126 0,'1'-5'197'16,"-1"5"-22"-16,0 0-15 0,0 0-8 0,0 0-2 0,0 0-10 15,0 0-4-15,0 20-6 0,-1-8-9 16,-2 4-11-16,-2 0-11 0,0 2-10 0,0-3-11 15,1 4-7-15,0-3-9 0,1-2-1 0,1 4-7 16,-2-4-11-16,4-2-10 0,-2 1-5 0,2-3-17 16,-1-3-19-16,0 0-9 0,1-7-5 0,0 13-2 15,0-13 8-15,-1 7-3 0,1-7-9 0,0 0-1 16,0 0-4-16,0 0 2 0,0 0 0 0,0 0 3 16,0 0-4-16,0 0 8 0,1-32 0 0,0 20 7 15,0-1 1-15,5-5 0 0,-1 1 6 0,2-1-4 16,2-6 3-16,-1 5 5 0,3-4 1 0,1 1 8 15,-1 5 5-15,-2 1 16 0,2 0 3 0,-2 3 5 16,-2 3 3-16,-1 0-2 0,0 4-3 0,-2 2 0 16,0-3-4-16,-1 3-5 0,-3 4-3 0,8-4 1 15,-8 4-4-15,0 0 5 0,0 0-6 0,0 0 0 16,12 7-2-16,-12-7 1 0,1 12 0 0,-1-12-3 16,-4 13 0-16,2-7-3 0,-1 3 1 0,-1 2-1 15,0-1 5-15,-1-1-14 0,1 0-10 0,0 0-9 16,2 0-12-16,-2-3-11 0,3 1-9 0,1-7-1 15,-1 13-15-15,3-8 7 0,2 1-7 0,-4-6 10 16,6 11-9-16,-1-6 15 0,-5-5-1 0,10 10 15 16,-5-5 14-16,0-1-10 0,-1 1 3 0,1 0 2 15,-1-1 0-15,-4-4 5 0,6 12-4 0,-3-8 8 16,-1 1 12-16,1 1 13 0,-3-6-3 0,3 10 5 16,-3-10 14-16,-3 12-1 0,3-12 5 0,-7 13 10 15,1-4 1-15,-3-2-3 0,-1 2 3 0,-5 1-4 16,0 0-2-16,1-4-1 0,-2 4 0 0,2-4-4 15,1 1-2-15,-1 0-21 0,5-1-21 0,-3-2-29 16,6-1-44-16,-2 0-45 0,3 0-91 0,5-3-248 16,-9 3 111-16</inkml:trace>
  <inkml:trace contextRef="#ctx0" brushRef="#br0" timeOffset="211858.06">15143 14534 43 0,'0'0'235'0,"12"-6"-18"0,-6 4-20 15,2-1-14-15,1-1-17 0,1 4-14 0,4-2-19 16,-1 0-13-16,0 2-13 0,6 0-8 0,-1 0-11 16,-1 2-34-16,-3-2-32 0,-3 1-42 0,-2 0-28 15,-9-1-45-15,19 2-34 0,-11-2-128 0,-3 1-276 16,-5-1 122-16</inkml:trace>
  <inkml:trace contextRef="#ctx0" brushRef="#br0" timeOffset="212045.75">15293 14416 110 0,'0'0'213'0,"-5"-7"-9"16,5 7-22-16,0 0-12 0,0 0-3 0,0 0-11 15,0 0 10-15,-13 12-10 0,9-3-5 0,-4 6-16 16,1-1-14-16,0 2-8 0,0 8-14 15,-1 4-7-15,2-10-10 0,2 9-5 0,-1-3-8 0,2-3-12 16,0-4-27-16,1 3-26 0,0-1-46 0,0 0-29 16,2 0-62-16,0-2-69 0,-2 0-149 0,2-4-381 15,-1-1 168-15</inkml:trace>
  <inkml:trace contextRef="#ctx0" brushRef="#br0" timeOffset="212339.51">15698 14360 61 0,'4'-13'243'0,"0"5"-31"16,-3 0-16-16,2 2-19 0,-3 6-20 0,4-10-17 15,-2 6-13-15,-2 4-3 0,0 0-4 0,0 0-12 16,17 9-8-16,-13 1-4 0,-1 5-1 0,0 1-9 15,-3 2-11-15,5 1-5 0,-7 6-9 0,-1-1-6 16,0 2 1-16,2 0-2 0,-1 1-12 0,-2-3-8 16,0-6 3-16,1 0-8 0,-2 1-3 0,3 0 4 0,-1-3-11 15,1 0-16-15,0-4-18 0,0 0-12 16,2-1-28-16,-3 0-25 0,1-2-25 0,0-2-30 16,1 0-19-16,0-1-30 0,1-6-129 0,-5 9-340 15,5-9 151-15</inkml:trace>
  <inkml:trace contextRef="#ctx0" brushRef="#br0" timeOffset="212723.21">15822 14291 166 0,'8'-5'205'0,"2"1"-14"0,0 1-13 16,-1 3-7-16,2 0-15 0,-1 0-15 0,-4 1-10 15,-6-1-15-15,10 11-7 0,-7-4-15 0,0-1-3 16,-5 5-8-16,1 0-6 0,-4 3-10 0,-2-1-7 16,-2 0-5-16,-2 3-4 0,-1-1-7 0,-2 0-3 15,0-1-4-15,-1 0-1 0,2 0-10 0,0-2-1 16,-2-1-5-16,1-2-7 0,0-1 0 0,6-2-9 16,-2 1-3-16,2-2 3 0,1-2-3 0,2 1 3 15,1 0-2-15,-3-1 3 0,7-3 1 0,0 0 1 16,-10 4-3-16,10-4-2 0,0 0 2 0,0 0-3 15,-9 0 2-15,9 0-2 0,0 0 4 0,0 0 1 16,0 0 3-16,0 0 2 0,17 10-1 0,-12-6 6 16,3 4 1-16,-1-1 5 0,2 1 1 0,0 1-5 15,4 2 3-15,-2-2-1 0,-2-1-1 0,6 3 1 16,-2 0-6-16,-2-3 3 0,5 1-8 0,-3 1-23 16,-1-4-35-16,-1 3-38 0,-2-1-44 0,1-2-64 15,-1 3-177-15,-2-2-402 0,2-1 179 0</inkml:trace>
  <inkml:trace contextRef="#ctx0" brushRef="#br0" timeOffset="213788.02">16239 14643 64 0,'-8'-3'168'0,"8"3"-7"0,-15 0-8 0,6 0-12 16,-1 3-14-16,1 1-11 0,-3 1-5 0,3 0-15 16,1 0-10-16,0 2-8 0,1 1-4 0,1 0-6 15,2 1-8-15,1-1-1 0,3 1-7 0,2 0-10 16,-1 1 3-16,2-3-6 0,0 0-3 0,1 1-6 16,0-2-1-16,4-1-3 0,-3 0-1 0,1-3-2 15,1 1-1-15,-2 1-3 0,1-2-1 0,-6-2-2 16,8 4 0-16,-8-4-1 0,7 2-1 0,-7-2-1 15,0 0 0-15,0 0-2 0,0 0-2 0,12-4 0 16,-12 4 1-16,0 0-1 0,0 0-5 0,0 0 6 16,0 0-4-16,0 0 0 0,0 0 4 0,0 0-2 15,-34-2-1-15,26 6 1 0,-4-1 0 0,2 3 1 16,2-3 1-16,-2 4 7 0,0 2 2 16,4-2-2-16,-2 0 2 0,0 2-3 0,1 1 3 0,4-3-4 15,-1 4-3-15,2-3 10 0,2 1-10 0,0-9-2 16,4 17 1-16,-2-11 2 0,4 3 0 0,2-2-3 15,1-2-3-15,1 1-5 0,3-1-26 0,4-1-22 16,1-1-31-16,-1 0-39 0,1-2-31 0,1-1-42 16,-6 0-115-16,2-1-330 0,-2-2 146 0</inkml:trace>
  <inkml:trace contextRef="#ctx0" brushRef="#br0" timeOffset="214058.02">16590 14404 104 0,'0'0'193'0,"0"0"-9"0,12 1-9 16,-12-1-3-16,10 16-12 0,0-2-4 0,-2 3-9 16,2 8-8-16,2 5-10 0,-3-3-10 15,-2 2-9-15,1 2-9 0,-2-1-12 0,-1-1-5 16,1 0-10-16,-4 0-8 0,2-3-6 0,-5 3-5 15,-2-3-2-15,-2 0-9 0,-2 1-2 0,0-2-3 0,-2 1-6 16,-1-4-5-16,-3 0-13 0,0-5-14 0,2-2-22 16,-3-2-13-16,1 1-20 0,-1-2-34 15,1-2-40-15,4-1-36 0,0-4-184 0,-2-2-376 16,4-1 167-16</inkml:trace>
  <inkml:trace contextRef="#ctx0" brushRef="#br0" timeOffset="214477.78">17278 14626 166 0,'0'0'214'0,"-7"-1"-20"0,7 1-14 0,0 0-10 16,0 0-17-16,0 0-11 0,0 0-16 16,0 0-9-16,0 0-3 0,17-7-12 0,-4 7-9 15,4 0-9-15,-2 0-4 0,3 0-14 0,3 0-6 16,-2 0-6-16,1 3-4 0,-1-1-7 0,-1-1-11 0,-7 0-23 16,1 1-28-16,2 2-37 0,-4-2-40 15,-1 1-35-15,-1-2-194 0,-5 5-352 0,-3-6 157 16</inkml:trace>
  <inkml:trace contextRef="#ctx0" brushRef="#br0" timeOffset="214694.07">17426 14530 37 0,'-3'-12'264'15,"3"12"-22"-15,0 0-23 0,0-9-29 0,0 9-8 16,0 0-4-16,0 0 5 0,0 0-12 0,0 0-7 0,-1 31-14 15,1-14-12-15,-1 1-16 0,-3 1-9 16,-1 0-14-16,4 1-12 0,-2 5-5 0,1-6-8 16,3 6-8-16,-4 0-20 0,3-4-32 0,2-2-31 15,-1 0-46-15,-1 0-49 0,3 0-57 0,-1 1-59 16,-1-5-144-16,1-4-403 0,-2 4 178 0</inkml:trace>
  <inkml:trace contextRef="#ctx0" brushRef="#br0" timeOffset="-214527.35">17977 14479 114 0,'2'-10'293'0,"1"4"-19"0,-2-1-21 15,-1 7-25-15,2-9-25 0,-2 9-24 0,1-7-18 16,-1 7-14-16,0 0-12 0,0 0-6 0,0 0-9 15,4 27-6-15,-4-9-9 0,-2 5-3 0,1 3-13 16,-1 1-3-16,-2-1-8 0,0 2-2 0,1-4-18 16,-2 2-2-16,0-2-6 0,1 2-4 0,0-2-6 15,2-6-3-15,-1 0-12 0,1-1-22 0,-2-1-17 16,0 0-22-16,3 0-15 0,-4-6-31 0,2 2-32 16,1-2-33-16,-1 0-30 0,-1-2-41 0,0-2-176 15,4-6-426-15,-7 9 188 0</inkml:trace>
  <inkml:trace contextRef="#ctx0" brushRef="#br0" timeOffset="-214166.89">18041 14417 174 0,'10'-8'224'0,"-1"2"-15"0,4 0-14 16,-3 2-10-16,1 1-18 0,0 3-13 0,-4 0-15 15,2 1-13-15,1 2-8 0,-2 3-14 16,-1-2-13-16,-1 4-4 0,-1-1-7 0,-2 1-7 0,-2 0-3 16,-2 4-11-16,-6-2-6 0,1 5-6 0,-4 1-1 15,-4 0-6-15,1-1-6 0,-6 5 0 0,3-7-4 16,0-3-10-16,0 4-6 0,4-4-7 16,-2 0-9-16,3-2 0 0,1 0-2 0,1-2-5 15,1-1-1-15,2 0-7 0,0 0 5 0,2-1-1 16,4-4 2-16,-7 7 0 0,7-7 2 0,-2 9 1 0,2-9-2 15,0 12 0-15,0-12 4 0,2 12 6 16,2-3 9-16,1 0 1 0,2-2 4 0,-2 2 4 16,3-2-1-16,1 1-1 0,1 0-7 0,4 3 6 15,-1-1-4-15,4 2 0 0,0-2-20 0,1-2-18 16,0-1-35-16,-3 2-40 0,3-5-47 0,-2 3-43 16,-4-1-148-16,0-1-367 0,-2-2 163 0</inkml:trace>
  <inkml:trace contextRef="#ctx0" brushRef="#br0" timeOffset="-210518.83">18469 14779 84 0,'-4'-7'144'0,"4"7"-10"0,-6-9-14 0,6 9-9 15,-9-6-12-15,2 4-3 0,7 2-12 0,-15-5-6 16,7 5-4-16,8 0-12 0,-21 2 3 0,12-2 4 16,-2 2-8-16,1 1-4 0,3 1-7 0,-1 1 0 15,1-1-10-15,4 1-1 0,-2-1-6 0,1 3-1 16,4-7 0-16,-3 12-6 0,5-5 0 0,-2-7-5 15,5 13 4-15,0-6-5 0,0 1 5 0,1-4-12 16,2 4 0-16,2-3-1 0,-1 0-1 0,1-1 1 16,0-1-1-16,-1 1 2 0,0-2 0 0,-2-1-4 15,0 2-4-15,-7-3-2 0,11 4 4 0,-11-4 0 16,6 3-2-16,-6-3-1 0,7 1 1 0,-7-1 4 16,0 0-12-16,0 0 4 0,0 0 0 0,0 0 2 15,0 0 1-15,0 0-4 0,-15 18-4 0,6-13 4 16,-2 3 0-16,1-1 4 0,-1 0-2 0,0 2-7 15,-1-2 4-15,0 3 0 0,-1 0 2 0,1 1 5 16,4-1-2-16,0-2-2 0,1 1 0 0,2 0 4 16,-1-1 3-16,3 1-1 0,2-2 0 0,0-1-2 15,0 3 1-15,1-9 2 0,2 11-5 0,2-5 4 16,1-1 1-16,1-1 0 0,5-1-16 0,0 0-15 16,2 0-10-16,0-3-40 0,6 1-23 0,0-1-30 15,-1-3-33-15,0 2-92 0,-7-2-271 0,8-3 121 16</inkml:trace>
  <inkml:trace contextRef="#ctx0" brushRef="#br0" timeOffset="-210306.75">18923 14580 70 0,'0'-13'155'0,"0"13"-15"15,0 0-18-15,11-11-4 0,-3 8-8 0,2 0-11 16,5 1-10-16,2-1-10 0,1 2-8 0,1 1-7 16,-2 0-27-16,-2 1-22 0,-2 2-36 0,1 1-8 15,-14-4-29-15,20 4-22 0,-11 0-12 0,-1-1-57 16,-8-3-160-16,0 0 71 0</inkml:trace>
  <inkml:trace contextRef="#ctx0" brushRef="#br0" timeOffset="-209949.09">19040 14586 73 0,'-11'7'119'0,"11"-7"6"0,-2 9-3 0,2-9 2 0,-2 20 2 15,0-8-6-15,1 1-3 0,-1 5 1 16,0-3-8-16,0 3-5 0,1-4-9 0,1 2-4 16,0-4-6-16,-2 3-3 0,2-2-9 0,0-2-5 15,0 1-1-15,-1-1-7 0,0-1-6 0,-2 0-9 16,3-1 0-16,-1-3-6 0,1-6-1 0,-1 13-5 15,-1-6-3-15,2-7-2 0,-1 9-1 0,1-9-3 16,-2 9-3-16,2-9-4 0,-4 4 4 0,4-4-4 16,-5 7 1-16,5-7-6 0,-10 2 1 0,10-2-7 15,-12 0 3-15,12 0-1 0,-13-2-7 0,13 2 7 16,-13-3-3-16,13 3 1 0,-10-3-2 0,10 3-3 16,-8-1 1-16,8 1-1 0,0 0-4 0,-8-2 3 0,8 2-3 15,0 0-1-15,0 0-1 0,0 0 3 16,0 0-1-16,0 0-4 0,0 0 5 0,0 0-1 15,0 0 0-15,0 0 3 0,17 12-2 0,-8-10-12 16,2 1-12-16,0-1-21 0,3 0-19 0,4-1-30 16,-1 2-21-16,1-2-29 0,-4 1-13 0,6-2-136 15,-1 2-318-15,-3-4 141 0</inkml:trace>
  <inkml:trace contextRef="#ctx0" brushRef="#br0" timeOffset="-209711.28">19399 14816 25 0,'0'0'158'0,"0"0"0"0,0 0-2 16,0 0 3-16,-17-5 1 0,17 5-4 0,-17 6-10 15,7 0-12-15,1 1-8 0,-2 2-5 0,-3 1-10 16,4-1-7-16,0 2-4 0,1-1-7 0,1 1-7 16,3-2-8-16,-1 1-7 0,1 1-5 0,0-1-8 15,3 0-7-15,1-2-3 0,4 1-2 0,-1-3-7 16,2 1 0-16,1 2-6 0,4-4-4 0,4 1-10 15,1 1-16-15,-1-3-17 0,5-1-34 0,1 0-26 16,-1-2-26-16,5 0-30 0,7-2-33 0,0 0-33 16,-10-2-112-16,8-2-334 0,-6 0 147 0</inkml:trace>
  <inkml:trace contextRef="#ctx0" brushRef="#br0" timeOffset="-209480.64">19959 14691 121 0,'-5'-6'211'0,"5"6"-17"0,0 0-18 16,0 0-16-16,0 0-14 0,0 0-14 16,0 0-11-16,24-8-10 0,-11 6-12 0,5-3-12 15,-5 5-7-15,7-1-4 0,1 0-10 0,-1 1-9 16,0 0-18-16,-2 1-18 0,2-1-25 0,-1 1-29 15,-8 2-34-15,-11-3-39 0,26 2-36 0,-20 0-116 16,-6-2-279-16,0 0 124 0</inkml:trace>
  <inkml:trace contextRef="#ctx0" brushRef="#br0" timeOffset="-209271.54">20132 14566 56 0,'0'0'210'0,"0"0"-23"0,0 0-16 0,0 0-10 16,0 0-3-16,0 0 1 0,-17 13-6 0,17-13-6 16,-4 19-12-16,0-8-17 0,0 6-7 0,-1-2-7 15,3 1-7-15,-2 3-14 0,2-4-8 0,-2 2-6 16,4 1-8-16,0-3-8 0,0-2-26 0,0 3-35 16,4 0-33-16,-4 0-55 0,2-3-45 0,2-3-47 15,-3 2-123-15,0-1-336 0,1-1 149 0</inkml:trace>
  <inkml:trace contextRef="#ctx0" brushRef="#br0" timeOffset="-208867.3">20565 14563 1683 0,'4'-23'107'16,"-3"6"12"-16,-1 1-11 0,1 4-10 0,-1 3-33 15,0-1-13-15,0 3-10 0,0 7-14 0,2-9-6 16,-2 9-1-16,0 0-1 0,3-6 2 0,-3 6 1 16,0 0 8-16,0 0 3 0,18 18 3 0,-10-8-2 15,0 3 0-15,-1 3 3 0,1 1-4 0,1 0-3 16,-3 0-5-16,2 2 2 0,-2 0-3 0,1-1-5 16,-2-2 3-16,1 3-2 0,-2-4-3 0,2-1 0 15,-2-1 2-15,0-3-7 0,-3 0-1 0,3 0-2 16,-1-2 1-16,-2-1-2 0,2 0 2 0,-3-7-2 15,4 7 10-15,-4-7 2 0,2 7 17 0,-2-7-4 16,0 0 0-16,0 0-4 0,0 0-1 0,18-17-5 16,-12 7-3-16,7-3-2 0,-3-4 0 0,4-5 3 15,2-2-6-15,-1 0 7 0,0-3-11 0,3 0 0 16,1 0-1-16,2 4-5 0,-3-3 1 0,0 6-8 16,-5 3-1-16,-1 6-11 0,-4 2-23 0,-2 2-33 15,-1 2-21-15,0 4-20 0,-5 1-10 0,0 0-14 16,0 0-25-16,0 0-22 0,3 20-14 0,-9-5-21 15,1 2-123-15,-3-1-367 0,1 3 164 0</inkml:trace>
  <inkml:trace contextRef="#ctx0" brushRef="#br0" timeOffset="-208642.89">20933 14708 122 0,'0'0'219'0,"0"0"-7"0,0 0-14 0,4 3-7 0,-4-3-16 16,0 0-16-16,0 0-6 0,0 0-11 0,0 7-7 15,0-7 14-15,-3 12-11 0,2-5-13 0,0 3-5 16,-2 1-10-16,2 0-7 0,-3 1-12 0,3 0-9 16,-3 3-3-16,1 2-7 0,1-1-9 0,0-3-8 15,1 1 5-15,0-2-18 0,1 6-1 16,0-7-6-16,-1-2-26 0,1 3-34 0,-2-2-18 0,4 1-21 16,-2-2-38-16,0 0-33 0,0-1-41 0,1-2-17 15,-1-6-29-15,-1 10-132 0,1-10-383 16,-2 8 170-16</inkml:trace>
  <inkml:trace contextRef="#ctx0" brushRef="#br0" timeOffset="-208246.98">20941 14694 21 0,'10'-9'230'15,"4"-1"-10"-15,-4 3-13 0,2 2-11 0,2 0-12 16,-4 3-7-16,4 0-16 0,-1 0-14 0,-2 2-15 15,2 1-12-15,-4 0-14 0,2 2-7 0,-2 1-12 16,-2 0-10-16,-1 0-7 0,-2 2-9 0,0-1-1 16,-3 2-5-16,-1 1-5 0,0-8-7 0,-7 20-2 15,1-10-3-15,3-1-5 0,-3 1 3 0,0-1-14 16,0 0-6-16,-1-1-8 0,2-3-7 0,-1 3-8 16,2-2-7-16,1-1-9 0,1 2 4 0,2-7 0 15,-3 10 3-15,3-10-1 0,4 10 1 0,0-5 1 16,0 0 4-16,-2 0 1 0,2 2-1 0,0-2-1 15,2-2 4-15,1 3 1 0,-2 0 2 0,0-2-1 0,1 1 2 16,0 2-1-16,-3-1-3 0,1-2 6 16,-4-4-1-16,6 9-2 0,-3-6 1 0,-3-3 4 15,1 10-2-15,-1-10 5 0,0 0-2 0,-5 11 4 16,3-7 0-16,2-4 1 0,-10 8 1 0,3-5-3 16,-1 1 0-16,-1 2 1 0,-1-4-5 0,3-1 3 15,-4 2-10-15,0 1-20 0,1-3-16 0,3 1-24 16,-4-1-30-16,3 0-28 0,8-1-53 0,-14 2-147 15,14-2-352-15,-13 0 156 0</inkml:trace>
  <inkml:trace contextRef="#ctx0" brushRef="#br0" timeOffset="-207793.39">21583 14720 221 0,'0'0'215'0,"-1"-11"-12"16,1 11-11-16,-5-10-7 0,-1 7-12 0,6 3-15 16,-14-2-16-16,3 2-4 0,-1 2-13 0,-1 2-7 15,-1 3-10-15,0 1 1 0,-3 2-20 0,2 2-6 16,2 0-8-16,3 0-5 0,1 0-7 0,2 0-8 16,2-2-1-16,3 0-9 0,2 2-3 0,0-2-2 15,5 0-2-15,-3-2-3 0,5 4-5 0,0-5-4 16,2-2 0-16,2 3-1 0,-1-3-3 0,3-1-3 15,-1 0 0-15,0 0-2 0,-1-3-1 0,-4 2-2 16,0-3 4-16,0 1-2 0,-7-1-3 0,10 0 2 16,-10 0-7-16,8 2 2 0,-8-2 0 0,0 0-2 15,0 0-1-15,0 0-4 0,0 0-2 0,0 0 2 16,0 0-5-16,0 0 1 0,-27 6 1 0,10-2 1 16,-2 3-2-16,-6 1 0 0,-2 2-1 0,3 1 6 15,-3 0 3-15,1 0 0 0,0 0 4 0,9-2 2 16,1 0-1-16,5 0 0 0,2-1-4 0,0-1 1 15,4 1 1-15,-3-1-3 0,6 1 3 0,2-2 0 16,0-6-1-16,8 12 9 0,1-6-4 0,4-2-5 16,8 0 4-16,5 1-3 0,3-3-2 0,0-2 0 15,-2 2-14-15,0-2-27 0,-6 0-28 0,-2 0-36 16,-6 0-44-16,1-1-63 0,-2-1-48 16,-2 1-167-16,-2-1-453 0,-3-1 201 0</inkml:trace>
  <inkml:trace contextRef="#ctx0" brushRef="#br0" timeOffset="-206630.86">9104 15680 53 0,'0'0'178'0,"0"0"-12"0,0 0-6 16,0 0 6-16,-24 22-1 0,12-7-16 15,-6 11-6-15,-2-2-37 0,1 6-7 0,-6-3-6 16,4 3-11-16,-1 0-3 0,1-1-7 0,1-3-5 16,2 1-3-16,2-4-12 0,3-3-3 0,-1 1-3 15,3-6 3-15,3-4-3 0,3-3-6 0,-1 0-4 16,1-1 4-16,1-3 4 0,0 1-3 0,4-5 4 16,-6 6 4-16,6-6-1 0,-5 4-2 0,5-4-5 15,0 0-1-15,0 0-4 0,0 0-7 0,0 0-3 16,0 0-2-16,14-19-1 0,-6 10-4 0,2 1-2 15,5-2-3-15,1 1 0 0,2 0-2 0,-2 2-1 16,2 0-2-16,0 2-1 0,-1 2 3 0,0 2-7 16,1-1 2-16,0 2-3 0,1 0 1 0,-2 3-3 15,2-2 3-15,2-1-3 0,0 2-3 0,7 1 1 16,1 0-4-16,-6-3-2 0,-3 1-2 0,2-2-6 16,-1 2-1-16,-5-2 6 0,-2 0 1 15,-3-1 3-15,-2 2-2 0,1-3 2 0,-10 3 4 16,13-3-4-16,-9 0 2 0,-4 3-1 0,3-10 0 0,-3 10 2 15,0-10-5-15,0 10 8 0,-9-17-2 0,1 10 1 16,-2-2-4-16,-3-4 2 0,2 1 5 0,-5-1-4 16,2 1 2-16,-2 0-1 0,1-1 4 0,2 1-2 15,-2-1-2-15,0 4 3 0,6 0-1 16,-1 1-3-16,0 2 3 0,1 0-6 0,2 3 5 16,1-3-5-16,0 2-10 0,6 4-19 0,-9-3-30 15,9 3-24-15,0 0-18 0,0 0-11 0,0 0-27 16,0 0-27-16,0 0-154 0,0 0-352 0,0 0 157 15</inkml:trace>
  <inkml:trace contextRef="#ctx0" brushRef="#br0" timeOffset="-206365.7">9627 15713 99 0,'0'0'196'0,"-9"-2"-13"0,9 2-14 15,0 0-15-15,-8-3-15 0,8 3-15 0,0 0-14 16,0 0-9-16,0 0-9 0,0 0-9 0,0 0-10 16,22-6-5-16,-12 6-5 0,4-1-5 0,-1-1-7 0,0 2-7 15,6-1-8-15,-1 0-13 0,1 1-22 0,-1 0-30 16,-4 1-19-16,1-1-36 0,-2 3-37 15,1-1-35-15,-2-1-83 0,-12-1-258 0,19 4 115 0</inkml:trace>
  <inkml:trace contextRef="#ctx0" brushRef="#br0" timeOffset="-205958.72">9811 15666 95 0,'0'0'175'0,"0"0"-15"0,0 0-16 0,0 0-1 16,-13 10 4-16,10 0-3 0,0 7-5 0,-1 0-10 16,-1 8-6-16,-2-1-6 0,3 2-9 0,1-2-12 15,0 0-3-15,0 2-3 0,2-9-11 0,0 2-7 16,1 0-6-16,1-3-8 0,0 1-6 0,-1-4-5 16,2 2-2-16,-2-2-7 0,1 2 0 0,0-4-9 15,1-1 1-15,-1-3-8 0,0-1 5 0,-1-6-8 16,0 12 6-16,0-12-6 0,0 11-1 0,0-11-4 15,1 7 7-15,-1-7-8 0,0 0 2 0,-3 7-5 16,3-7 2-16,-9 2-6 0,9-2-4 0,-16 0-2 16,16 0-3-16,-16-3 3 0,8 0-3 0,-2 0 2 15,1-2 0-15,1 3-2 0,8 2 2 0,-13-4-3 16,13 4 2-16,-7-3-1 0,7 3-1 0,-8-2-2 16,8 2 2-16,0 0-3 0,0 0 0 15,0 0 0-15,0 0 6 0,0 0-6 0,0 0 7 16,0 0-2-16,0 0-2 0,0 0-2 0,37 1-14 15,-24 0-9-15,2 0-23 0,4 1-12 0,-1-2-21 16,1 0-34-16,-2-2-15 0,2 1-18 0,2 0-14 16,-3-2-7-16,1-3-96 0,0 4-290 0,-1 1 128 0</inkml:trace>
  <inkml:trace contextRef="#ctx0" brushRef="#br0" timeOffset="-205753.27">10045 15966 126 0,'0'0'172'0,"0"0"8"0,0-13-2 15,0 13-4-15,0 0-8 0,0 0-19 0,0 0-11 16,0 0-15-16,0 0-7 0,0 0 7 0,0 0 8 16,0 0-12-16,0 0-2 0,-15 31-12 0,7-17-5 15,4 3-12-15,0-2-7 0,0-2-8 16,2 3-7-16,-2 0 2 0,4 1-16 0,-3-6-3 16,1 3-7-16,2-4-15 0,0 2-19 0,-2 2-15 0,2-14-27 15,0 20-31-15,2-10-26 0,-1 1-33 0,-1-11-44 16,1 13-28-16,-1-13-141 0,0 11-367 0,0-11 162 15</inkml:trace>
  <inkml:trace contextRef="#ctx0" brushRef="#br0" timeOffset="-205352.28">10074 15937 49 0,'4'-6'202'0,"-4"6"-14"0,5-9-20 0,-5 9-12 15,0 0-13-15,11-7 2 0,-11 7-14 0,0 0-11 16,16 1-6-16,-16-1-10 0,12 2-8 0,-8 2-9 16,3 0-5-16,-2-2-12 0,-5-2-5 0,8 9-6 15,-2-6-5-15,-4 4-4 0,-2-7-8 0,2 11 0 16,-2-11-7-16,1 13-1 0,-5-1-1 0,2-3-9 16,-3-1-4-16,-2 1-17 0,2 0-10 0,-1 0-11 15,0-1-7-15,0 1-9 0,6-9-2 0,-2 14-9 16,2-14 8-16,0 12 1 0,0-12-2 0,5 11 5 15,-5-11 3-15,10 8-2 0,-4-3 7 0,1 0-4 16,3-2 7-16,-10-3 3 0,14 6 0 0,-4-1 5 16,0-2-12-16,-2 3 13 0,-1-3 5 0,-7-3-1 15,15 6 4-15,-9-1-7 0,1-2 13 0,-7-3-4 16,7 11 12-16,-7-11 7 0,5 7-6 0,-5-2 11 16,0-5-4-16,-7 14 2 0,2-7 0 0,-2 3-6 15,-1-4 6-15,-2 2-5 0,0-3-6 0,1 3 7 16,-6 1-3-16,3-3-6 0,-4 3 0 15,0 0-18-15,1 0-23 0,0-1-33 0,-1-1-49 16,0 1-169-16,-2 0-309 0,6-3 136 0</inkml:trace>
  <inkml:trace contextRef="#ctx0" brushRef="#br0" timeOffset="-204883.18">9287 16584 196 0,'0'0'189'16,"-10"1"-15"-16,10-1-5 0,0 0-7 0,0 0-6 16,42-2-10-16,-10 2-4 0,6-3-6 15,17-1-16-15,4 3 1 0,2-4-13 0,4 3-8 16,-1-1-9-16,1-2-2 0,26 1-7 0,-32 2-11 15,5-3 2-15,25-3-11 0,-28 5-5 0,0 0-7 16,-5-1-3-16,-2 2-4 0,0-2-3 0,-2 3-4 16,-15-2-6-16,0 2 0 0,-3 0-6 0,-3-2-3 0,0 5 3 15,-10-1-9-15,1-1 5 0,-3 0-6 16,0 0 0-16,-7 2-3 0,2-2-10 0,-3 0-13 16,-4 1-13-16,-1 1-17 0,-6-2-9 0,0 0-14 15,0 0-27-15,9 8-37 0,-9-8-40 0,0 0-47 16,-24 19-129-16,6-10-372 0,-5 2 166 0</inkml:trace>
  <inkml:trace contextRef="#ctx0" brushRef="#br0" timeOffset="-204288.67">9817 16879 19 0,'0'0'212'0,"4"-8"-19"0,-4 8-18 0,0 0-23 16,0 0-10-16,0 0-16 0,0 0 6 0,-23 27-14 15,11-13-9-15,-5 7-7 0,0 0 22 0,0 0-12 16,2 1-7-16,-3-2-9 0,4 1-5 0,1-6-9 15,-1 6-1-15,-2-1-8 0,5-5-5 0,-1 2-1 16,0-4-5-16,4-3-3 0,1-1-6 0,-1 0-8 16,3-3 12-16,0 0 4 0,5-6 7 0,-8 8 0 15,8-8-2-15,-9 3-6 0,9-3-8 0,0 0 0 16,0 0-8-16,0 0-6 0,0 0-6 0,0 0 0 16,0 0-7-16,10-30-4 0,-2 21-4 0,1 3 2 15,1-1-7-15,1 1 2 0,1 0-3 0,4 0-13 16,0 1 12-16,3 3-2 0,1 0-10 0,-2-3 0 15,3 2-19-15,1-1 1 0,6 2-4 0,-1 1 0 16,-5 0-11-16,1-1-7 0,5-1-1 0,-2 2-8 16,-5 0-1-16,7-4 0 0,-7 2 11 15,-5 0-1-15,-4 3 8 0,-1-4-2 0,-11 4 5 16,21-3 4-16,-21 3 3 0,11-3 0 0,-11 3 3 16,0 0 5-16,13-9 0 0,-13 9 2 0,0 0 1 0,0-13 8 15,0 13 5-15,0 0 1 0,-14-19 1 0,5 10 9 16,-4-1 2-16,0-2 0 0,-1-2 3 0,-2 2-1 15,0 1 9-15,0-2 6 0,-2 3 0 16,1 1-4-16,-1-1-1 0,6 0 5 0,-6 2-15 16,2-1 8-16,0 1-4 0,4 2-1 0,2 1-2 15,10 5-25-15,-22-9-12 0,22 9-24 0,0 0-24 16,-19-1-27-16,19 1-35 0,0 0-50 0,0 0-55 16,0 0-129-16,0 0-396 0,0 0 175 0</inkml:trace>
  <inkml:trace contextRef="#ctx0" brushRef="#br0" timeOffset="-204026.81">10206 16784 212 0,'-8'-10'220'0,"8"10"-13"15,0 0-7-15,-8-8-13 0,8 8-11 16,0 0-18-16,0 0-20 0,0 0-11 0,0 0-16 16,0 0-10-16,0 0-7 0,0 0-10 0,0 0-7 15,18-12-11-15,-18 12-5 0,26-2-4 0,-14 1-21 16,7-1-16-16,-2 1-19 0,1 0-28 0,3-2-30 16,-2 3-43-16,-1 0-45 0,-3 0-41 0,-15 0-117 15,0 0-329-15,27 0 145 0</inkml:trace>
  <inkml:trace contextRef="#ctx0" brushRef="#br0" timeOffset="-203587.05">10414 16748 10 0,'0'0'212'0,"0"0"-7"0,0 0-14 16,-36 12-9-16,36-12-6 0,0 0-3 0,-2 20-5 15,2-7-14-15,-3 3-12 0,3 2-11 0,-3-1-15 16,3 1-5-16,-2-1-16 0,2 1-9 0,0-2-4 15,2 1-14-15,-2-3-3 0,2 1-8 0,-2-1-4 16,0-14-3-16,2 21-10 0,-2-12-6 0,0-9 1 16,4 19-3-16,-4-12-7 0,0-7 4 0,4 12-4 15,-4-12-8-15,1 10 3 0,-1-10-1 0,0 0-1 16,0 0-2-16,0 0 0 0,2 15 3 0,-2-15-5 16,0 0-2-16,0 0-2 0,0 0-4 0,0 0-13 15,0 0 8-15,-18 5-5 0,18-5 4 0,0 0-4 16,-18-1-2-16,18 1 2 0,0 0-3 0,-21-1 1 15,21 1 4-15,0 0-1 0,-20-4-2 0,20 4 4 16,0 0-2-16,-17 0 1 0,17 0-2 16,0 0 1-16,0 0-1 0,-14-2-4 0,14 2 0 15,0 0-2-15,0 0-2 0,0 0 1 0,0 0-3 16,0 0 6-16,0 0-2 0,0 0 3 0,0 0 1 16,0 0-1-16,0 0 2 0,0 0 0 0,0 0 0 0,0 0 1 15,0 0 0-15,0 0 1 0,41 9 0 0,-41-9 4 16,23 1-2-16,-11 0-6 0,0 2 7 0,-12-3-7 15,25 0 4-15,-10 0-15 0,-15 0-27 0,27 0-24 16,-10 0-38-16,0 0-51 0,-17 0-57 16,23 0-134-16,-23 0-378 0,22 0 168 0</inkml:trace>
  <inkml:trace contextRef="#ctx0" brushRef="#br0" timeOffset="-203329.36">10801 16989 61 0,'-1'-13'271'0,"1"13"-9"0,0 0-16 0,0 0-17 15,0 0-21-15,0 0-17 0,0 0-5 16,0 0-15-16,-43 13-18 0,36-4-11 0,-2-2-10 0,4 3-13 16,-4-1-12-16,3 1-10 0,2 0-9 0,-1 0-6 15,0-1-15-15,2 1 1 0,-1-2-10 0,4-8-5 16,0 18-2-16,0-18-10 0,4 16-3 15,0-11 0-15,2 2-9 0,-1-1-12 0,-5-6-18 16,16 10-25-16,-6-6-32 0,-10-4-34 0,22 2-32 16,-11-2-44-16,7-4-62 0,-18 4-188 0,27-7-452 15,-14 2 199-15</inkml:trace>
  <inkml:trace contextRef="#ctx0" brushRef="#br0" timeOffset="-203106.36">11700 16516 1620 0,'0'-9'269'16,"0"9"-111"-16,0-12-58 0,2 6-29 0,-2 6-31 16,1-9-3-16,2 5-9 0,-3 4 0 0,7-9 1 15,0 4-5-15,1 1-1 0,2 1 1 0,-1 0-5 16,5-1-3-16,-5 1-22 0,-1 2-27 15,4-2-37-15,-12 3-51 0,17 0-55 0,-7 0-171 0,-10 0-376 16,0 0 167-16</inkml:trace>
  <inkml:trace contextRef="#ctx0" brushRef="#br0" timeOffset="-202920.68">11703 16615 2 0,'-5'4'292'0,"5"-4"-5"15,0 0-5-15,0 0-22 0,0 0-18 0,0 0-27 16,0 0-22-16,0 0-18 0,0 0-18 0,0 0-13 16,0 0-15-16,31-7-10 0,-19 4-22 0,1 0-35 15,3-1-28-15,2 0-35 0,-1 0-47 0,0 0-37 16,-5 1-51-16,2 1-68 0,-3-2-166 0,1 2-400 16,-1-2 178-16</inkml:trace>
  <inkml:trace contextRef="#ctx0" brushRef="#br0" timeOffset="-195908.65">14181 16018 137 0,'0'0'138'0,"-6"-9"-11"16,2 5-6-16,4 4-7 0,-4-7-12 0,4 7 3 0,-9-8-2 15,9 8 3-15,-5-5 1 0,5 5-2 0,-7-5-2 16,7 5-10-16,0 0-3 0,-4-4-3 16,4 4-3-16,0 0-13 0,0 0-3 0,-7-5-7 15,7 5-1-15,0 0-6 0,0 0-4 0,0 0-6 16,0 0-1-16,0 0-1 0,21-3-3 0,-11 1-1 16,3 1-3-16,6-3-6 0,1 1 2 0,0-1-2 15,2 3 1-15,1-2-6 0,5 2 0 0,-7-3-7 16,6 3 2-16,-4-2-3 0,4 1 0 0,-8 0-2 15,2-1 3-15,0 1-8 0,1 1 3 0,0-2 0 16,-5 3-2-16,0-2 0 0,-3 1-4 0,-3 1 1 16,2-1-2-16,-5 1 1 0,2-2 1 0,0 4-6 15,-2-2-16-15,-8 0-15 0,16 0-17 0,-9 1-22 16,0 0-27-16,-7-1-16 0,12 5-18 0,-4-2-31 16,-1 0-23-16,-7-3-122 0,10 4-331 0,-10-4 146 15</inkml:trace>
  <inkml:trace contextRef="#ctx0" brushRef="#br0" timeOffset="-195562.98">15018 15666 115 0,'-2'-10'224'0,"2"2"-12"0,0 8-12 0,-4-14-5 16,3 9-22-16,1 5-14 0,-2-8-20 0,2 8-14 0,0 0-13 16,0 0-12-16,0 0-9 0,0 0-5 15,0 0-15-15,0 0 0 0,0 0-2 0,13 28-8 16,-13-16-2-16,3 3 1 0,-3 3-5 0,0 0 0 16,0 1-4-16,0 1-6 0,1-1 0 0,-1 0-7 15,1-1-3-15,-1 0 0 0,0 0-4 0,0-1-4 16,-1 2 1-16,1-5-4 0,-1 1-2 0,2 1-3 15,-1 0-1-15,-1-2-3 0,1-2 2 0,1 1-2 16,-1-2-6-16,0 1-8 0,0-1-18 0,1-2-29 16,-1-9-25-16,2 22-22 0,-2-15-28 0,0-7-37 15,2 15-24-15,-2-15-28 0,0 10-126 0,0-10-362 16,0 0 161-16</inkml:trace>
  <inkml:trace contextRef="#ctx0" brushRef="#br0" timeOffset="-195164.8">15119 15661 172 0,'11'-7'174'16,"-1"1"-13"-16,-4 2-15 0,4 0-16 0,-10 4-11 15,16 0-8-15,-16 0-12 0,12 7-4 0,-6-3-10 16,0 4-6-16,-2 1-6 0,1 0-10 0,-4 2-4 15,-1 2-6-15,-2 3-2 0,-2-1-8 16,-4 3-7-16,-1-1-1 0,-1 0-3 0,-5 4-2 0,-1 1 1 16,-3-1-10-16,6-6 4 0,-3-1-4 0,3 0-5 15,-1 0-2-15,5-4-6 0,1-4 3 0,0 1-5 16,4-1 1-16,-3-2 1 0,7-4 5 0,-5 6-5 16,5-6-2-16,-6 4-1 0,6-4-2 15,0 0 9-15,0 0-9 0,0 0 2 0,0 0 4 0,0 0-2 16,0 0 0-16,0 0 4 0,9-21 3 15,-9 21 0-15,10-5 0 0,-10 5 0 0,10-1 9 0,-10 1-8 16,11 3 6-16,-4-1 0 0,2 1-2 0,0 2 1 16,-2 1 0-16,4 1-2 0,1-1-3 15,-1 2 2-15,3 1-3 0,1 2-5 0,0-2-21 16,-2 5-27-16,0-3-36 0,4 0-47 0,-3 0-44 16,4 2-161-16,-6-2-353 0,4-1 157 0</inkml:trace>
  <inkml:trace contextRef="#ctx0" brushRef="#br0" timeOffset="-194774.95">15439 16058 101 0,'0'0'228'0,"1"-8"-16"0,-1 8-15 0,4-10-19 15,1 5-16-15,-1-1-16 0,1 1-13 0,4-1-13 16,1 0-9-16,0 0-13 0,2 0-9 0,1 3-9 15,-3-2-7-15,0 2-8 0,3-1-4 0,-3-2-5 16,0 2-5-16,2-1-4 0,-3 1-6 0,-3 0-5 16,4-1-2-16,-3 2-2 0,-3-1 4 0,-4 4 5 15,9-7-9-15,-7 3-8 0,-2 4 2 0,4-7-2 16,-4 7 4-16,0 0-1 0,0 0-7 0,-8-14-2 16,8 14 3-16,-9-3-6 0,9 3-4 0,-19 0 0 15,8 1 1-15,-3 3 5 0,-2 2 5 0,0 2 2 16,0 3 3-16,-2 0-1 0,6 3 6 15,-4-3 3-15,6 2-8 0,2 1 0 0,2-2 2 16,0 3-1-16,1 2-4 0,3-5 1 0,1 5-3 0,4-5-2 16,0 4 6-16,0-4-7 0,8 3-3 0,1-3 1 15,2 1-1-15,1-2-2 0,3 0-21 0,0 0-23 16,8-2-30-16,0-1-20 0,-8-3-30 16,0 1-30-16,0 2-39 0,-2-4-26 0,-4 0-22 15,-2-1-132-15,-2 1-389 0,4-1 173 0</inkml:trace>
  <inkml:trace contextRef="#ctx0" brushRef="#br0" timeOffset="-194362.94">14575 16483 148 0,'-11'3'184'0,"11"-3"-2"16,0 0-9-16,0 0-7 0,0 0-6 0,52-5-8 15,-19 4-13-15,17 0-10 0,3-2-12 0,4 0-10 16,0 2-9-16,2-1-10 0,1 3-6 0,3-1-11 15,25 3 0-15,-28-3-7 0,6 2-5 0,-2-1-6 0,28 6-4 16,-30-2-7-16,-1-4-2 0,3 2-6 0,-5-2-2 16,-4 4-5-16,2-2 0 0,-3-2-1 15,-17 1 2-15,14 0-9 0,-13-1 0 0,-3-2 0 16,2-1-3-16,-5 2-1 0,-4 0-2 0,-6-2-2 16,-4 2 2-16,-2-2-3 0,-2 2-2 0,-3 0-11 15,-5-2-11-15,-6 2-8 0,0 0-15 0,16 0-23 16,-16 0-33-16,0 0-30 0,0 0-27 0,0 0-16 15,0 0-30-15,0 0-109 0,-40 9-330 0,24-5 146 16</inkml:trace>
  <inkml:trace contextRef="#ctx0" brushRef="#br0" timeOffset="-193417.06">14822 16835 59 0,'0'0'139'0,"-4"-8"-8"0,4 8 5 15,-4-8 0-15,4 8-8 0,-3-8-7 0,3 8-6 16,-2-8-1-16,2 8-2 0,0 0-14 0,-3-6-2 16,3 6-11-16,0 0-10 0,0 0-12 0,0 0 1 15,0 0-10-15,0 0-4 0,0 0-5 0,0 0 9 16,0 0-1-16,8 28 4 0,-7-14-8 0,2 4 9 16,-3 1-5-16,-2 7 1 0,2-7 30 0,-3 0-7 15,-1 8 0-15,1 1-10 0,2-2-4 0,-3-2-6 16,0-4-6-16,2-4-6 0,-1 2-3 0,2-1-5 15,1 1 3-15,1-5-8 0,-2-2-1 0,2 1-4 16,-2-1-3-16,0 0 0 0,1-11-6 0,0 17 1 16,0-7-6-16,0-10 3 0,-2 15-12 15,2-15-17-15,-2 11-23 0,2-11-28 0,0 12-27 0,0-12-21 16,0 0-35-16,-2 9-29 0,2-9-40 0,0 0-150 16,0 0-396-16,0 0 176 0</inkml:trace>
  <inkml:trace contextRef="#ctx0" brushRef="#br0" timeOffset="-193050.85">14898 16771 126 0,'14'-13'181'16,"2"3"-13"-16,-5 3-16 0,-1 2-13 0,2 3-16 15,-12 2-10-15,14-1-9 0,-14 1-8 0,0 0-8 16,15 12-6-16,-15-12-9 0,1 20 1 0,-2-5-11 15,-4 1-4-15,-4 1-11 0,-1 1-4 0,0 5-3 16,-2-7-2-16,-2 8 0 0,-2-2-8 0,-1-1-7 16,3-6 0-16,0-1-1 0,0-1-4 15,1-2-2-15,3 2-6 0,0-5-2 0,3 0 5 16,7-8-11-16,-11 8 13 0,11-8-10 0,-9 7 5 16,9-7-5-16,0 0-8 0,0 0 8 0,0 0-4 15,0 0 1-15,0 0 5 0,0 0 0 0,0 0 9 0,0 0-2 16,0 0-3-16,0 0 3 0,0 0 1 15,0 0 8-15,33-18-1 0,-33 18 2 0,19 3 1 16,-19-3-1-16,23 5-4 0,-10 0 1 0,0 0-1 16,2 0 0-16,2 3 1 0,-4 2-6 0,-1-4-21 15,5 4-16-15,-8-2-42 0,1 1-38 0,3 4-38 16,-3-1-52-16,-1 3-125 0,-4-4-341 0,-2-1 150 16</inkml:trace>
  <inkml:trace contextRef="#ctx0" brushRef="#br0" timeOffset="-192713.05">15154 17249 165 0,'7'-10'226'0,"5"-2"-13"0,-4 1-17 0,2-2-15 16,-1 0-10-16,4 2-20 0,-4-2-6 0,-1 1-16 15,0 3-6-15,0-2-8 0,0-2-13 0,-3 3-4 0,1-2-13 16,-1 3-12-16,-1-2-2 0,-4 11-9 15,4-19-8-15,-4 19-6 0,0-19-5 0,0 19-5 16,0 0-4-16,-8-19-5 0,3 14 1 0,5 5-8 16,-11-6 0-16,11 6-7 0,-16-3 1 0,16 3-5 15,0 0 1-15,-25 11-4 0,17-3 3 0,-5 6 3 16,3 0-2-16,0 1 1 0,-1 2 3 0,1 5 0 16,4-5 1-16,1 1-2 0,-1 1 1 0,4-1-2 15,2-1-4-15,0 0 3 0,2-2 6 0,2-1-10 16,3 0 5-16,3-1-3 0,2-1-2 0,0-1-4 15,2-2-30-15,3 3-26 0,-3-5-33 0,5 0-30 16,0-2-36-16,1-1-36 0,-1-1-26 0,1 0-138 16,-1 0-380-16,-6-2 169 0</inkml:trace>
  <inkml:trace contextRef="#ctx0" brushRef="#br0" timeOffset="-192339.87">15503 17170 94 0,'0'0'248'16,"0"-13"-17"-16,0 13-22 0,5-8-17 0,-5 8-23 16,6-8-15-16,-6 8-15 0,13-4-13 0,-4 2-13 15,3 0-13-15,1 2-1 0,1-1-19 0,3 1-23 16,1 2-26-16,0-2-29 0,-4 1-23 0,-1 2-34 16,-13-3-10-16,23 3-21 0,-23-3-23 0,18 4-9 15,-18-4-9-15,11 3 5 0,-11-3 24 0,0 0 1 16,12 1 6-16,-12-1 19 0,0 0-1 0,0 0 15 15,0 0 8-15,0 0 27 0,0 0-2 0,0 0 9 16,0 0 21-16,-9-28 21 0,9 28 9 0,-7-14 31 16,7 14 10-16,-7-14 5 0,0 5 9 0,7 9 9 15,-5-14 21-15,5 14 7 0,0 0 5 0,-8-13-3 16,8 13-17-16,0 0-11 0,0 0-14 0,0 0-7 16,0 0 2-16,0 0 20 0,0 0-8 0,0 0-6 15,-11 27-5-15,8-12-11 0,2 2-6 0,1 0-4 16,-4 1-13-16,4 1 2 0,2 0-7 0,1 0-23 15,-3 0-25-15,2-1-24 0,-1 2-34 0,1-1-37 16,4-1-50-16,-3-4-36 0,4 1-214 16,-4-3-431-16,3-2 190 0</inkml:trace>
  <inkml:trace contextRef="#ctx0" brushRef="#br0" timeOffset="-192087.32">15977 16989 69 0,'0'0'294'0,"0"0"-23"0,-2-19-27 0,2 19-24 15,0 0-28-15,0 0-13 0,0 0-14 0,0 0-12 16,0 0-4-16,0 0-10 0,0 0-17 0,8 49-3 16,-8-30-16-16,1 0-9 0,-1 4-3 0,2 3-14 15,0-8-10-15,-2 7-5 0,0-1-3 16,-1-4-7-16,4 0-3 0,-2 0-11 0,-2-2-13 15,1 1-23-15,-2-3-25 0,2-5-22 0,-2 7-22 16,-1-3-33-16,1-4-37 0,2-11-28 0,-8 21-51 16,0-11-165-16,-1-2-412 0,2 0 183 0</inkml:trace>
  <inkml:trace contextRef="#ctx0" brushRef="#br0" timeOffset="-191738.6">16078 16894 199 0,'9'-8'213'0,"2"-1"-20"0,-11 9-22 15,17-11-8-15,-17 11-12 0,15-1-14 0,-15 1-9 16,0 0-12-16,19 6-16 0,-19-6-7 0,8 16-3 16,-8-4-14-16,0-12-6 0,-8 30-5 0,1-14-13 15,-4 1 2-15,1 1-11 0,-3-3-7 0,-1 6-13 16,0-4-11-16,1-6-7 0,1 3-2 15,0-3-8-15,5-3 2 0,-1 1-2 0,0-2 3 16,8-7-4-16,-9 9 7 0,9-9 0 0,-9 6 1 16,9-6 4-16,0 0-3 0,0 0 4 0,0 0 2 15,-8 8-5-15,8-8 0 0,0 0 9 0,0 0 1 16,0 0 2-16,21 10 2 0,-21-10 0 0,19 6 0 16,-7-3 0-16,-1 3 1 0,3-3 0 0,3 4-7 15,1-1 3-15,0 2-5 0,-2-2-1 0,5 2-19 16,-3-2-22-16,2-1-31 0,-1-1-40 0,1 3-39 15,-3-2-51-15,-5 0-119 0,1 0-336 0,-3-1 150 16</inkml:trace>
  <inkml:trace contextRef="#ctx0" brushRef="#br0" timeOffset="-190855.08">16448 17084 179 0,'0'0'272'0,"0"0"-13"0,-1-15-16 16,1 15-18-16,0 0-24 0,0 0-23 0,0 0-21 16,0 0-13-16,0 0-18 0,0 0-9 0,0 0-5 15,0 0-9-15,0 0-9 0,8 37-6 0,-9-19-7 16,1 1-5-16,1 6-4 0,0-6-13 0,-2 6-1 16,1-7-6-16,-3 0-5 0,2 1-6 0,0-3-4 15,-2-2-1-15,2-3-4 0,0 5-2 0,-1-5 1 16,1-1-9-16,0 0 2 0,1-10-1 0,-5 19-7 15,3-13 0-15,2-6 0 0,-1 13-6 0,1-13 2 16,-4 9-3-16,4-9 0 0,0 0 2 0,0 0-4 16,0 13 5-16,0-13 1 0,0 0-2 0,0 0 0 15,0 0 1-15,0 0 2 0,0 0 5 0,0 0 12 16,0 0-6-16,0 0 6 0,0 0 0 0,0 0-8 16,0 0-4-16,0 0-1 0,0 0-4 0,0 0 0 15,0 0-2-15,0 0 2 0,0 0-6 0,0 0 2 16,0 0 3-16,0 0-6 0,0 0 1 15,0 0-1-15,0 0-4 0,0 0 3 0,0 0 2 16,0 0-5-16,0 0-4 0,-4-34 4 0,4 34-3 16,0 0 1-16,0 0 9 0,0 0-11 0,0 0 5 15,0-12-3-15,0 12-1 0,0 0-2 0,0 0 7 0,0 0-1 16,0 0-4-16,0 0-2 0,0 0 3 0,0 0-2 16,0 0 11-16,0 0-14 0,0 0 4 15,0 0 2-15,0 0-4 0,0 0 2 0,-1-12 2 16,1 12-8-16,0 0 12 0,0 0-11 0,0 0 4 15,0 0-3-15,0 0 3 0,0 0-4 0,0 0 0 16,0 0 6-16,0 0-3 0,0 0 0 0,0 0 2 16,0 0 0-16,0 0-2 0,0 0 1 0,0 0 3 15,0 0-4-15,0 0 2 0,0 0-2 0,0 0 3 16,0 0 2-16,0 0-2 0,0 0 0 0,0 0 0 16,0 0-3-16,0 0 1 0,0 0 0 0,0 0-2 15,0 0 3-15,0 0-4 0,0 0 5 16,0 0 1-16,0 0-4 0,0 0 1 0,0 0 1 0,0 0-1 15,0 0-1-15,0 0 2 0,0 0 2 0,0 0-6 16,0 0 5-16,0 0 2 0,0 0-7 0,0 0 1 16,0 0-2-16,0 0 0 0,0 0 6 0,0 0-3 15,0 0 2-15,0 0 2 0,0 0-5 0,0 0 0 16,0 0 8-16,0 0-10 0,0 0 5 16,0 0-3-16,0 0 2 0,0 0-1 0,0 0-2 0,0 0 2 15,0 0 2-15,0 0-2 0,0 0 3 16,0 0-1-16,0 0-3 0,0 0 5 0,0 0-4 15,0 0 2-15,0 0 0 0,0 0-3 0,0 0 6 16,0 0-4-16,0 0 4 0,0 0-7 0,0 0 0 16,0 0 7-16,0 0-3 0,0 0-2 0,0 0 4 15,0 0-4-15,0 0 1 0,0 0-1 0,0 0 7 16,0 0-5-16,0 0 0 0,0 0-2 0,0 0 2 16,0 0-4-16,0 0 4 0,0 0-13 0,0 0-6 15,0 0-17-15,0 0-21 0,0 0-12 0,0 0-11 16,0 0-8-16,0 0-14 0,0 0-20 0,0 0-31 15,0 0-28-15,0 0-22 0,0 0-18 0,0 0-168 16,0 0-419-16,0 0 186 0</inkml:trace>
  <inkml:trace contextRef="#ctx0" brushRef="#br0" timeOffset="-190088.93">16427 17192 78 0,'-7'-9'138'0,"7"9"-2"0,0 0-17 16,-6-12-7-16,6 12 10 0,-5-8 4 0,5 8-3 15,-4-9-5-15,4 9-11 0,0 0-14 0,0-17-8 16,0 17-9-16,6-16 5 0,-6 16-9 0,5-13 0 16,2 6-7-16,-7 7 3 0,11-14-9 0,-4 7 2 15,-7 7-8-15,14-11-2 0,-7 7-7 0,-7 4-3 16,0 0-2-16,15-7-2 0,-15 7 2 15,12-1-5-15,-12 1 3 0,13 1-8 0,-13-1 3 0,12 7-4 16,-7-1-2-16,-5-6-7 0,11 8 2 0,-7 0 1 16,-4-8-5-16,5 15 2 0,-2-4-2 0,-3-3-2 15,0 3 2-15,0-11-3 0,-4 19-3 16,3-9 3-16,-3-1-2 0,0 2-1 0,0 0-3 0,-3-1 2 16,1-1-1-16,1-1-3 0,0-2-3 15,5-6-2-15,-6 9-8 0,6-9 0 0,-7 10-2 16,7-10-13-16,-3 5 3 0,3-5 4 0,0 0 3 15,0 0-5-15,0 0 9 0,0 0-1 0,10 16-6 16,-10-16 8-16,9 5-3 0,-9-5 2 0,13 5 1 16,-5-4-2-16,1 4 2 0,0 0 4 0,-9-5 0 15,17 7 1-15,-12-3-2 0,1 1 2 0,-6-5-5 16,8 7 3-16,-8-7 0 0,9 10 1 0,-9-10 0 16,4 9 2-16,-4-9-4 0,0 0 4 0,-2 13 6 15,2-13 0-15,-10 10-4 0,5-4 3 0,-2-2-2 16,-3 1 1-16,0 0-1 0,0-2 3 0,0 2-2 15,-1 0-11-15,-2-1-13 0,-1 1-22 0,2-2-18 16,-2-1-23-16,1 1-36 0,0-1-39 0,-1 1-167 16,-2-2-352-16,-2 0 156 0</inkml:trace>
  <inkml:trace contextRef="#ctx0" brushRef="#br0" timeOffset="-188981.4">15269 17011 56 0,'0'0'131'0,"0"0"-7"0,0 0-11 0,0 0-3 15,0 0-8-15,0 0-4 0,-12-14-5 0,12 14-11 0,0 0-3 16,0 0-5-16,-12-4-7 0,12 4-3 0,0 0 1 16,0 0-12-16,0 0 1 0,-21 2-3 0,21-2 0 15,0 0-1-15,-20 12-5 0,11-6 2 0,9-6-2 16,-13 13-3-16,4-5 2 0,1 1 1 0,1 0-6 15,0 0 3-15,2 2-1 0,0 0-8 16,-2 0-2-16,4 1 4 0,0 0-4 0,-1 0-4 16,4-1 2-16,0 2-1 0,0-1-2 0,0-1-1 15,2 1-1-15,0-2-3 0,2 2 1 0,-2-1-1 16,4-2-1-16,0 1-1 0,2-3-1 0,-1 3 0 16,4-4-4-16,-2-1 2 0,1 0-4 0,3 0 2 15,-1-1-3-15,-1 0 0 0,0-2 0 0,-1-1-4 16,1 3 2-16,-11-4 0 0,15 4-6 0,-7-2 6 15,-8-2-2-15,11 3-2 0,-11-3-1 0,0 0 1 16,12 3 4-16,-12-3-6 0,0 0 0 0,0 0 3 16,9 1-4-16,-9-1 6 0,0 0 2 0,0 0-2 15,0 0 3-15,0 0-5 0,0 0-2 0,0 0-4 16,0 0 6-16,0 0-6 0,0 0 4 0,0 0-2 16,-36 12 2-16,23-10-2 0,2 2 0 0,-2 1 4 15,-4 3-5-15,0-1 6 0,2 1 2 0,1 0-2 16,3 0 4-16,-1 0 2 0,3-1-2 0,3 0 4 15,-2 0-1-15,0 3 0 0,2-2-1 16,2 1 3-16,0-1 3 0,-1 0-4 0,5-8 5 16,0 17 0-16,3-7 8 0,-3-10-3 0,5 11-2 15,-1-5 0-15,0-1 1 0,3 2-2 0,3 0 4 0,-2-2-4 16,2 1 1-16,3-4 0 0,-1 0-7 16,2 0 9-16,0-1-10 0,0-1 0 0,4 1 0 15,0-1-6-15,-4-2-16 0,2 2-13 0,-2-2-16 16,-3 2-18-16,1-3-24 0,-12 3-23 0,15-4-16 15,-15 4-28-15,0 0-27 0,18-3-13 0,-18 3-182 16,7-1-399-16,-7 1 177 0</inkml:trace>
  <inkml:trace contextRef="#ctx0" brushRef="#br0" timeOffset="-188506.1">15237 17083 48 0,'0'0'67'0,"9"-9"-6"0,-9 9-8 0,13-5-2 15,-13 5-12-15,11-7-14 0,-11 7-20 0,13-5-31 16,-13 5-29-16,0 0-57 0,15-5 26 0</inkml:trace>
  <inkml:trace contextRef="#ctx0" brushRef="#br0" timeOffset="-187328.78">15596 15940 14 0,'0'0'70'16,"0"0"-9"-16,0 0 2 0,0 0 0 0,0 0-5 15,0 0-2-15,0 0-2 0,0 0 2 0,15-5 0 16,-15 5-4-16,0 0 11 0,0 0-13 0,0 0 12 15,0 0-6-15,0 0-7 0,0 0 0 16,0 0 1-16,0 0-6 0,0 0-2 0,0 0 7 16,0 0-18-16,0 0-3 0,0 0 2 0,0 0-2 15,0 0-1-15,0 0-2 0,0 0-4 0,0 0 1 0,0 0-3 16,-29-1 4-16,22 4-3 0,7-3-4 0,-12 7 1 16,5-3-3-16,-1 2 4 0,2-2-5 15,-1 3 7-15,0-1-10 0,2 0 11 0,-1 2-7 16,1 0-1-16,1 1 5 0,0 0-7 0,1-2 5 15,2 3 5-15,1 0 6 0,0 0-3 0,0 0-2 16,1-2-2-16,2 2-6 0,-2 0 4 0,3 0-1 16,0-1 2-16,0-1-7 0,1 1 11 0,0-1-11 15,1-2 2-15,2 1-1 0,1-2 3 0,-1 0-7 16,-1 1 0-16,2-3 1 0,-2 1 1 0,0-1-3 16,2 1-4-16,1-1 6 0,-2-2-1 0,-3 1 2 15,-5-2-6-15,12 2-3 0,-12-2 3 0,8 2 0 16,-8-2 1-16,8 0-3 0,-8 0 3 0,7 3-2 15,-7-3-1-15,0 0 6 0,0 0-9 0,0 0 5 16,10 0 0-16,-10 0-9 0,0 0 4 0,0 0 8 16,0 0-10-16,0 0 3 0,0 0 2 0,0 0-3 15,-26 4-2-15,19-4 2 0,-5 5 0 0,2-2 1 16,0 1 4-16,-4-1-10 0,2 3 1 0,-1-2 2 16,2-1 3-16,2 1 1 0,0-1-7 0,-1 4 3 15,2-1 5-15,-1 0-1 0,4-1-3 0,-1 2 3 16,1 0 0-16,1 0 7 0,-1 0-3 0,2 1-1 15,-1-3 9-15,2 3-3 0,-1 0 6 0,1 1-10 16,2 1 10-16,0-2 2 0,1 2 3 0,2-3 1 16,-2 2-6-16,-1-2 2 0,6 0-4 15,-2 0 2-15,0-1 2 0,0 0 4 0,3 0 2 16,-3-1 0-16,5 0-3 0,-3-1-2 0,5 1 1 16,-1-1-4-16,2-3-3 0,0-1 2 0,2 2-1 0,-2-1 0 15,2-1-2-15,-1-3-2 0,-2 3 2 0,1-3 1 16,-2 1-4-16,0 1-2 0,0-2 1 15,-2 2 2-15,-2-2-13 0,-6 3-7 0,16-2-22 16,-16 2-15-16,11-4-20 0,-11 4-32 0,9-3-20 16,-9 3-32-16,10-3-28 0,-10 3-131 0,0 0-333 15,0 0 149-15</inkml:trace>
  <inkml:trace contextRef="#ctx0" brushRef="#br0" timeOffset="-186629.49">15656 15943 19 0,'-18'-3'103'16,"18"3"1"-16,-27 5-12 0,11-1 7 0,3 1-11 16,-4 2 10-16,2-1-4 0,6 0-15 0,-4 1 2 15,4 0-1-15,0 1-7 0,0 1 1 0,9-9-4 16,-11 18-2-16,6-7-4 0,2-3-7 0,3-8-9 15,-4 18 5-15,4-18-5 0,3 20-2 0,-3-20-6 16,8 19-2-16,-3-12-4 0,0 1 4 0,0-3-7 16,4 2-6-16,-3-2 2 0,-6-5 2 0,13 8-8 15,-4-7-2-15,-2 3 2 0,-7-4-2 0,15 4-2 16,-15-4 0-16,14 3-5 0,-14-3 0 0,13 2-2 16,-13-2 1-16,11 0-6 0,-11 0 2 0,10 2-2 15,-10-2 1-15,0 0 2 0,0 0-5 0,14 0 3 16,-14 0-1-16,0 0-2 0,0 0 1 15,0 0 0-15,0 0-2 0,14-1 5 0,-14 1 1 16,0 0-5-16,0 0 2 0,0 0-5 0,0 0 4 16,0 0-2-16,0 0 1 0,0 0-5 0,0 0 1 0,0 0 1 15,0 0 1-15,0 0-4 0,0 0 2 0,-35 8 1 16,35-8 3-16,-14 6-1 0,7-3-4 0,7-3 2 16,-16 9 1-16,7-2-3 0,1-3 4 15,0 4-7-15,-1 1 10 0,2-1-8 0,0 2 10 16,1-1-3-16,2 2 2 0,-2-2 2 0,2 3 0 15,3-2 0-15,-1 0 4 0,1-1 2 0,1 2 0 16,3-2-4-16,-1 1 4 0,3-1-3 0,0-3 1 16,0 2 4-16,2-3-1 0,-1 1-3 0,1-2 5 15,3 0-7-15,-2 0 4 0,2 0-6 0,0 0 1 16,0-3-1-16,2 2 5 0,-1-3-4 0,-1 0-2 16,2 0-9-16,-12 0-10 0,19 0-18 0,-9 0-23 15,-10 0-22-15,19-3-25 0,-19 3-15 0,16-1-33 16,-16 1-23-16,10-4-97 0,-10 4-289 0,5-5 127 15</inkml:trace>
  <inkml:trace contextRef="#ctx0" brushRef="#br0" timeOffset="-91265.11">23529 2975 9 0,'0'0'14'0,"0"0"-3"0,0 0-2 15,0 0-3-15,0 0-3 0,0 0 4 0,0 0 0 16,-12 12-3-16,11-5 1 0,-3 0 1 16,1 2-2-16,1 0 0 0,-2 2 2 0,3 0-4 0,-3 5 1 15,1 0-1-15,1 2 4 0,-1 1-3 16,3-1 1-16,0 7 2 0,0-5-3 0,0 4 2 16,1-1-3-16,1 3 2 0,0-7-3 0,0 7 2 0,1-3 1 15,0 4-3-15,2-3 2 0,-2 2 0 0,2-1-2 16,-3-1 2-16,-2 0 0 0,3 3 0 0,-3-8 0 15,1 5 2-15,2 2 1 0,-2-1-6 16,0 0 3-16,-2 2 2 0,1-3 0 0,0 2 0 16,-1 1-1-16,-1 0-3 0,1 3 1 0,-3-1 7 15,3-2-3-15,-3 2-1 0,2 3 0 0,-1-3 3 16,1 1-4-16,-2 0-2 0,0 0 2 0,-1 1 1 16,1-1-2-16,1 0 0 0,-2 0 3 0,3-2-4 0,-1 1 10 15,1-1-7-15,-2 1 1 0,2 0-2 16,2-2 1-16,0 0-3 0,-1 1-1 0,1 0-1 15,0-2 5-15,0 1 0 0,1 2-2 0,1 0 0 16,-2-2 2-16,0 4 7 0,0-2-12 0,2-2 3 16,0 5 5-16,-2-2-4 0,2-2-2 0,0 3 1 15,0-1-2-15,-2 2 5 0,4-1-7 0,-4 2 0 16,2-1 4-16,1 1-3 0,-1-1 6 0,4 3-6 16,-1-3 4-16,2 1-4 0,0 1-2 0,0 11-1 15,-1-10-2-15,1 11-1 0,1 1 4 0,-1 1-4 16,1-2-5-16,-3 4-2 0,-2-2 2 0,0 2 0 15,-2 2-3-15,-1-3-5 0,1 1 3 0,-5 2-1 16,3-1-1-16,-6 1-18 0,1-5 34 0,1 8-15 16,-3-1 5-16,2 2-1 0,1 0 4 0,-2 2 0 15,4-3 6-15,-1 1-3 0,1 2-2 0,2 1 0 16,-3-2 7-16,2 2-6 0,0-2 6 16,-4 25-13-16,-2-26 15 0,3 5-8 0,-5 23 3 0,2-2 2 15,0-24 0-15,-4 22 0 0,4-19-7 0,-1-3-9 16,-4 27 4-16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10:24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20856 6887 101 0,'0'0'116'0,"-5"-8"4"0,5 8-3 0,-5-5-2 16,5 5-7-16,-4-7 1 0,4 7-3 0,-2-7-5 15,2 7-6-15,0 0-4 0,0 0-14 0,-7-7-2 16,7 7-6-16,0 0-10 0,0 0-1 0,-5-5-4 15,5 5-5-15,0 0-3 0,0 0-5 0,0 0-4 16,0 0-1-16,-5-5 0 0,5 5-6 0,0 0-3 16,0 0-6-16,0 0 8 0,0 0-10 0,0 0 4 15,0 0 0-15,0 0 2 0,0 0 1 0,0 0-4 16,0 0-2-16,0 0-5 0,0 0 3 0,0 0-3 16,0 0-2-16,8-11-4 0,-1 10 0 0,4-2 0 15,1 0 0-15,6-2 2 0,3-1-4 0,-2-2-3 16,1 3-1-16,-1-1-2 0,-2 2 0 0,-3 0-1 15,-1 2-9-15,0-1-14 0,-2 0-16 0,-1 1-23 16,-2 1-17-16,1 1-20 0,-9 0-18 0,10 1-10 16,-5 1-3-16,-5-2-12 0,7 7-88 0,-6-2-249 15,-1-5 110-15</inkml:trace>
  <inkml:trace contextRef="#ctx0" brushRef="#br0" timeOffset="252.8">20910 6844 45 0,'0'0'101'0,"0"0"-4"16,0 0-6-16,0 0 1 0,0 0-14 0,0 0-14 15,0 0-8-15,0 0-5 0,0 0-4 0,0 0 2 16,-8 4-5-16,8-4-17 0,0 0 12 0,-1 13 17 16,0-7-8-16,-1 4 11 0,2 1-5 0,-1 1 5 15,-3 0-15-15,3 0 4 0,-1 5-11 0,0-5 8 16,1-1-11-16,0 7 8 0,-2-3-8 0,1-2-9 15,0-2 1-15,1 0-3 0,0 1 2 0,-1-1-6 0,2-2-17 16,-1 2-12-16,2 0-32 0,-1-4-17 16,2 3-20-16,-1-3-19 0,2-2-8 0,0 2-89 15,0-2-210-15,-3-5 92 0</inkml:trace>
  <inkml:trace contextRef="#ctx0" brushRef="#br0" timeOffset="498.03">21098 6828 101 0,'0'0'124'0,"2"-8"-6"0,-2 8-8 0,0 0-5 15,0 0-5-15,0 0-10 0,0 0 4 16,0 0 1-16,0 0 7 0,0 0-10 0,0 0-5 16,-10 18-10-16,7-10-6 0,3 2-4 0,-1-1-7 15,1 2-8-15,-1 1-1 0,1 0-5 0,0 0-2 0,1 0-4 16,-1 1-4-16,1-3-2 0,-1 2 0 0,0-1-8 15,0 2 1-15,0-3-4 0,0 2-12 16,0-1-21-16,0 0-37 0,2 0-35 0,-2 2-17 16,0-1-22-16,-2-1-20 0,0 1-96 0,-3-5-255 0,4 0 113 15</inkml:trace>
  <inkml:trace contextRef="#ctx0" brushRef="#br0" timeOffset="828.01">21094 7009 110 0,'3'-7'120'0,"-3"7"-4"0,5-6-26 0,-5 6 8 16,10-7-18-16,-3 0-8 0,4 2 0 0,-1-2-8 16,5-2-1-16,1 1-5 0,-1-1-4 0,-1 3-3 15,3-1-4-15,-2-2-8 0,-1 3-5 0,0-3 0 16,-3 5-14-16,0 0 15 0,-5 1-10 0,1-1 3 16,0 0 5-16,-3 1 9 0,-4 3 8 0,6-7-2 15,-3 2 9-15,-3 5-5 0,1-6 7 16,-1 6 10-16,0-10 0 0,0 10-7 0,0-11-1 15,0 11-2-15,-2-8-6 0,2 8-8 0,-3-7-3 0,3 7-5 16,-4-7-7-16,4 7-3 0,0 0-5 0,0 0-7 16,-5-4-2-16,5 4-4 0,0 0-7 0,0 0 4 15,0 0-3-15,-9 15-9 0,8-5 2 0,-1 2 5 16,-1 4-5-16,0 3 3 0,2-1 1 0,-3 9 2 16,3-4 0-16,1 2 1 0,1-4-10 0,2-2 15 15,-1 0-12-15,5 1-40 0,-3-1-40 0,6 4-43 16,-1 0-48-16,-1 2-132 0,0-6-330 0,-1-3 146 15</inkml:trace>
  <inkml:trace contextRef="#ctx0" brushRef="#br0" timeOffset="23144.55">13234 7869 17 0,'0'0'26'0,"-4"5"-28"0,4-5-6 0,0 0-6 16,0 0 2-16</inkml:trace>
  <inkml:trace contextRef="#ctx0" brushRef="#br0" timeOffset="23923.05">15042 7329 200 0,'0'0'216'0,"0"0"-22"0,8-2-22 16,-8 2-20-16,0 0-16 0,0 0-4 0,0 0-5 15,0 0-14-15,0 0-6 0,0 0-10 0,0 0-12 16,0 0-7-16,0 0-4 0,0 0-12 15,0 0-1-15,0 0 2 0,0 0-5 0,0 0-5 16,6 9-3-16,-6-9-8 0,0 0-2 0,0 0-3 0,0 0-5 16,2 6-1-16,-2-6-5 0,0 0-4 0,0 0-2 15,0 0 0-15,0 0-1 0,6 3-9 0,-6-3 10 16,0 0-3-16,23-9-7 0,5-5-17 0,5-4-40 16,21-16-53-16,32-26-64 0,1 1-213 0,4-14-407 15,-3 1 180-15</inkml:trace>
  <inkml:trace contextRef="#ctx0" brushRef="#br0" timeOffset="42757.45">10087 12666 56 0,'-4'6'145'0,"4"-6"11"0,0 0 4 16,0 0-13-16,-3 7-12 0,3-7-9 0,0 0-12 15,0 0-7-15,0 0 0 0,0 0-1 0,0 0-4 16,0 0 0-16,0 0 1 0,0 0-9 0,0 0-5 16,0 0-6-16,0 0-8 0,0 0-5 0,0 0-10 15,0 0-2-15,0 0-9 0,0 0-3 0,0 0-6 16,0 0-4-16,0 0-4 0,0 0-3 0,14 3-2 16,-14-3-4-16,12-1-3 0,-12 1 2 0,19-5-5 15,-9 4-2-15,4-2-2 0,-2 0 0 0,-2 0-2 16,3 2-1-16,-2-2 3 0,-2 1-5 0,4 0-2 15,-3-1 3-15,1 2-16 0,-1-1-19 0,-3 2-13 16,-7 0-24-16,15-2-21 0,-8 2-21 0,-7 0-23 16,13 0-10-16,-13 0-12 0,8 0-6 0,-8 0-6 15,6 7-101-15,-6-7-285 0,0 0 127 0</inkml:trace>
  <inkml:trace contextRef="#ctx0" brushRef="#br0" timeOffset="43016.01">10174 12662 58 0,'0'0'141'0,"-8"-4"0"0,8 4 4 16,-8-3-10-16,8 3 0 0,-6-3-12 0,6 3-9 15,0 0-11-15,0 0-7 0,-10-2-15 0,10 2-5 16,0 0-14-16,0 0 0 0,0 0-9 0,-8 8-1 16,8-8-2-16,-1 10-3 0,1-3-4 0,-1 3 0 15,1-2 1-15,-2 3 0 0,1 0 3 0,2 0 6 16,-2 2-5-16,1-3-3 0,-1 1-3 0,1 1-6 15,0-2-3-15,-2 3-2 0,4-1-5 0,-2-1-4 16,0-2-1-16,0 1-3 0,-3 2-5 0,3-2-21 16,1 2-21-16,-1-4-32 0,0-8-41 0,2 16-26 15,-2-7-16-15,0-2-24 0,0-7-107 0,0 12-295 16,0-12 130-16</inkml:trace>
  <inkml:trace contextRef="#ctx0" brushRef="#br0" timeOffset="43273.61">10266 12730 125 0,'0'0'190'0,"2"-7"-9"16,-2 7-15-16,0 0-12 0,0 0-19 0,0 0-13 16,0 0 1-16,0 0-3 0,0 0-5 0,0 0-3 15,0 0 2-15,2 26-9 0,-2-15-7 0,0-2-3 16,-2 3-10-16,1-1-8 0,1 0-8 0,-2 1-2 15,0-1-6-15,2 0-10 0,-2 1-6 0,3-3-5 16,-2 1 0-16,1 0-6 0,-2 1-19 0,1-3-28 16,1-8-19-16,0 14-20 0,0-4-36 0,-1-3-18 15,2 0-23-15,-1-7-18 0,-3 12-13 0,3-12-13 16,0 10-101-16,0-10-295 0,-2 9 131 0</inkml:trace>
  <inkml:trace contextRef="#ctx0" brushRef="#br0" timeOffset="43610.99">10257 12875 84 0,'5'-11'123'0,"-2"6"-8"0,-3 5-7 16,8-10-1-16,-3 6-1 0,1-1-1 0,-1 1-9 15,1-2-9-15,2 1-8 0,-1 1-12 0,1 0 1 16,2-2-8-16,2 2-7 0,-2-2-4 0,0 3-6 16,0-1-7-16,-1-1-1 0,0 1 2 0,-1 3-8 15,-2-1-2-15,-6 2-3 0,9-3 2 0,-9 3-5 16,7-4 8-16,-7 4 11 0,5-6-3 0,-5 6 0 15,6-6-6-15,-6 6 1 0,1-7-1 0,-1 7 6 16,2-10-1-16,-2 10 9 0,-2-9 2 0,2 9-1 16,-1-13 4-16,1 13 6 0,-1-9-6 0,1 9-1 15,-1-8 13-15,1 8-1 0,0 0-2 0,-3-9-6 16,3 9-1-16,0 0-15 0,0 0-1 0,0 0-8 16,0 0-5-16,0 0 0 0,0 0 2 0,0 0 6 15,0 0-6-15,-4 28-2 0,6-17 1 0,-5 1-6 16,3 2 6-16,-1 2-6 0,0 1-4 0,1 0-3 15,-2-2-31-15,2-2-33 0,2 4-28 0,-2 0-42 16,-2-5-48-16,2 5-39 0,-2 2-162 0,-2-2-402 16,1-2 179-16</inkml:trace>
  <inkml:trace contextRef="#ctx0" brushRef="#br0" timeOffset="44467.83">9292 9593 90 0,'-2'-7'132'0,"2"7"0"0,0-18-19 0,-2 11 1 16,1 1-19-16,1 6-6 0,-7-13-16 0,6 7-1 15,1 6-10-15,-2-11-12 0,2 11-7 0,-2-8 5 16,2 8-13-16,-2-7-1 0,2 7-8 0,0 0 0 16,-3-7-7-16,3 7 2 0,0 0-5 0,0 0-6 15,0 0 9-15,0 0-17 0,0-10-5 0,0 10 5 0,0 0-6 16,12-4 8-16,-5 1 1 0,5 0 1 16,1 1-9-16,4-4 27 0,3 2-19 0,0 0-2 15,3 0 3-15,4-4-5 0,-7 6-4 0,1-3-1 16,-2 3 12-16,-1-2-21 0,0 3-21 0,-5-1-29 0,-1 2-16 15,-1 0-18-15,0 0-84 0,-11 0-195 0,13 0 87 16</inkml:trace>
  <inkml:trace contextRef="#ctx0" brushRef="#br0" timeOffset="44694.79">9463 9443 2 0,'-9'-1'122'0,"9"1"0"0,0 0-21 0,-11-1 8 16,11 1-14-16,0 0-10 0,0 0-7 0,-13 0-10 15,13 0-11-15,0 0-3 0,-5 6-11 0,5-6 0 16,-3 7-1-16,3-7-12 0,-2 11 1 0,0-4-8 16,1 2 3-16,0 0-4 0,-1 2-7 0,0 1 3 15,2 0 1-15,-1 0-3 0,-2 3-7 16,3 1 5-16,0 1 0 0,-1-2-1 0,0 2 8 16,1 1-6-16,0-1-4 0,0 0 3 0,-2 1-5 0,2 2-13 15,0-4-32-15,2 2-30 0,-1-1-28 0,-1 0-97 16,0-6-206-16,0-3 92 0</inkml:trace>
  <inkml:trace contextRef="#ctx0" brushRef="#br0" timeOffset="44933.41">9542 9561 136 0,'2'-6'177'0,"-2"6"-20"0,0-10-20 16,0 10-15-16,0 0-13 0,0 0-13 0,-3-12-4 15,3 12-23-15,0 0-10 0,0 0-3 0,0 0-6 16,0 0-7-16,0 0-6 0,0 0-1 0,1 26-4 16,2-16-5-16,-1-1-6 0,0 3 6 0,0-2-2 15,0 3 5-15,0-3-9 0,1 2 19 0,-2-2-5 16,2 0-7-16,0 3 0 0,0-2-2 0,-2 1-1 16,2 4-18-16,-3-3-36 0,0-1-40 0,0 4-35 15,-2-4-26-15,1 0-106 0,-1 0-256 0,-1-4 113 16</inkml:trace>
  <inkml:trace contextRef="#ctx0" brushRef="#br0" timeOffset="45262.31">9592 9672 80 0,'0'0'169'0,"5"-10"-5"0,-2 6-10 16,-3 4 1-16,5-7-23 0,-5 7-15 0,4-8-9 15,-4 8-12-15,8-7-11 0,-5 4-8 0,5-1-12 16,-2 1-1-16,1 0-10 0,-7 3-6 0,11-5-7 15,-4 4 0-15,-7 1-4 0,9-3-5 0,-9 3-2 0,6-4-1 16,-6 4-4-16,0 0 3 0,6-3-7 16,-6 3-1-16,0 0-5 0,3-8-1 0,-3 8-3 15,0 0 14-15,-1-13-11 0,1 13 8 0,-4-12 1 16,4 12-7-16,-3-13-1 0,3 8-5 0,0 5 0 16,-2-9-3-16,2 9 2 0,-2-8-3 0,2 8-1 15,0 0-2-15,-1-7-5 0,1 7-5 0,0 0-8 16,0 0 0-16,0 0 1 0,0 0-1 0,0 0-1 15,0 0 2-15,0 0 3 0,0 26-4 0,1-11 7 0,-1 0 2 16,2 4 6-16,-1 6-1 0,3 1 1 16,-2 3 2-16,0-1-1 0,-1 3-36 0,3 1-53 15,-3 3-54-15,2 13-138 0,-2-13-302 0,-2 0 133 16</inkml:trace>
  <inkml:trace contextRef="#ctx0" brushRef="#br0" timeOffset="46023.01">12378 12939 2 0,'0'0'54'0,"0"0"-15"15,0 0-11-15,0 0-16 0,0 0-17 0,0 0-17 16,0 0-23-16,0 0 9 0</inkml:trace>
  <inkml:trace contextRef="#ctx0" brushRef="#br0" timeOffset="46373.06">13358 12983 67 0,'0'0'66'0,"0"0"-7"0,0 0-3 0,0 0-9 16,0 0-4-16,0 0-8 0,0 0-2 0,0 0-4 15,0 0-10-15,0 0 6 0,0 0-10 0,0 0-8 16,0 0-10-16,0 0-8 0,0 0-15 0,0 0-5 16,0 0-11-16,0 0-23 0,0 0-71 0,0 0 32 15</inkml:trace>
  <inkml:trace contextRef="#ctx0" brushRef="#br0" timeOffset="47184.92">14786 13041 8 0,'0'0'66'0,"0"0"-23"16,0 0 8-16,0 0-11 0,0 0-13 0,0 0-16 15,0 0-20-15,0 0-31 0,0 0-43 0,0 0 19 16</inkml:trace>
  <inkml:trace contextRef="#ctx0" brushRef="#br0" timeOffset="47702.84">15388 13182 48 0,'0'0'52'0,"0"0"-5"0,0 0 1 16,0 0-7-16,0 0-1 0,0 0-5 0,0 0 0 16,0 0-2-16,0 0-5 0,0 0-5 0,0 0-5 15,0 0 1-15,0 0-2 0,0 0-1 0,0 0-1 0,0 0 2 16,0 0-7-16,0 0-3 0,0 0-1 0,0 0 4 15,0 0-3-15,0 0 1 0,0 0-3 16,0 0 5-16,0 0-2 0,0 0 1 0,0 0 0 16,0 0-11-16,0 0 4 0,0 0 0 0,0 0 5 0,0 0-5 15,0 0 2-15,0 0 3 0,0 0-2 0,0 0-3 16,0 0-2-16,0 0 11 0,0 0-15 16,0 0 3-16,0 0-4 0,0 0-3 0,0 0 0 15,0 0-6-15,0 0 5 0,0 0-18 0,0 0-4 16,0 0-8-16,0 0-6 0,0 0-34 0,0 0-85 0,0 0 38 15</inkml:trace>
  <inkml:trace contextRef="#ctx0" brushRef="#br0" timeOffset="50493.19">21355 6654 33 0,'-11'-5'68'0,"11"5"-5"16,0 0-6-16,-5-3-16 0,5 3-42 0,0 0-43 16,-6-4-47-16,6 4 21 0</inkml:trace>
  <inkml:trace contextRef="#ctx0" brushRef="#br0" timeOffset="51014">21751 5121 42 0,'0'0'33'0,"0"0"-8"0,0 0-14 0,0 0-13 15,0 0-5-15,0 0-10 0,0 0-19 0,0 0 8 16</inkml:trace>
  <inkml:trace contextRef="#ctx0" brushRef="#br0" timeOffset="51497.81">22516 5166 88 0,'0'0'74'0,"0"0"-12"0,0 0 1 16,0 0-9-16,0 0-15 0,0 0 2 0,0 0 2 15,0 0-15-15,0 0 5 0,0 0-14 0,0 0 8 16,0 0 9-16,0 0-17 0,0 0 2 0,0 0-4 16,0 0-3-16,0 0 2 0,0 0-3 0,0 0-1 15,0 0 0-15,0 0-3 0,0 0-6 0,0 0 2 16,0 0 1-16,0 0-1 0,0 0 1 0,0 0-6 15,0 0 7-15,0 0-6 0,0 0-1 0,0 0-2 16,0 0 7-16,0 0-4 0,0 0 4 0,0 0-3 16,0 0-4-16,0 0-1 0,0 0 12 0,0 0-9 15,0 0 0-15,0 0 3 0,0 0-3 16,0 0-2-16,0 0 3 0,0 0 5 0,0 0-11 16,0 0 10-16,0 0-10 0,0 0 10 0,0 0-2 0,0 0-3 15,0 0-2-15,0 0 0 0,0 0 1 0,0 0 6 16,0 0-10-16,0 0 0 0,0 0 9 0,0 0-9 15,0 0-1-15,0 0-5 0,0 0-5 16,0 0-12-16,0 0-6 0,0 0 2 0,0 0-12 16,0 0-2-16,9 0-6 0,-9 0-35 0,0 0-93 0,7 4 41 15</inkml:trace>
  <inkml:trace contextRef="#ctx0" brushRef="#br0" timeOffset="52887.01">24138 6471 27 0,'0'0'42'0,"0"0"-13"0,0 0-12 0,7 3-17 15,-7-3-20-15,0 0-21 0,6 5 10 16</inkml:trace>
  <inkml:trace contextRef="#ctx0" brushRef="#br0" timeOffset="53179.32">25140 6870 41 0,'0'0'121'0,"0"0"5"0,0 0-2 0,0 0-1 16,0 0-19-16,0 0-5 0,0 0-15 0,0 0-8 15,0 0-8-15,0 0-5 0,0 0-9 0,0 0-12 16,5 3-14-16,-5-3-19 0,0 0-22 0,0 0-6 16,0 0-39-16,0 0-19 0,0 0-11 0,0 0-64 15,-1 10-164-15,1-10 73 0</inkml:trace>
  <inkml:trace contextRef="#ctx0" brushRef="#br0" timeOffset="54129.08">22960 5391 170 0,'0'0'189'0,"0"0"0"0,-10 0 0 0,10 0-6 16,0 0-11-16,0 0-14 0,-9-2-14 0,9 2-15 15,0 0-8-15,0 0-14 0,0 0-11 0,0 0-6 16,-9-1-9-16,9 1-5 0,0 0-9 0,0 0-3 16,0 0-12-16,0 0-3 0,0 0-3 0,0 0 0 15,0 0-1-15,0 0-3 0,0 0-5 0,19-7 0 16,-9 2-5-16,2-1-4 0,3 2 0 0,5-2 11 15,-3-1-5-15,-5 4-6 0,-1 0-24 0,3-1-26 16,-4 2-24-16,-3 1-31 0,2-2-26 0,-9 3-26 16,10-3-28-16,-10 3-20 0,9 0-13 0,-9 0-123 15,0 0-337-15,0 0 150 0</inkml:trace>
  <inkml:trace contextRef="#ctx0" brushRef="#br0" timeOffset="54317.84">22932 5273 129 0,'-7'-4'187'0,"2"1"-7"16,-1-2-6-16,6 5-3 0,-7-5-10 0,7 5-9 16,-5-5-14-16,5 5-13 0,0 0-19 0,-7-4-9 15,7 4-17-15,0 0-6 0,0 0-7 0,0 0-7 16,1 19-7-16,4-6-2 0,-2 12-6 0,2 2-2 16,-3 5-3-16,3 3-19 0,-1 11-42 0,-4 5-41 15,2 0-38-15,0 3-38 0,1-1-44 0,-7-1-94 16,4-4-298-16,0 0 133 0</inkml:trace>
  <inkml:trace contextRef="#ctx0" brushRef="#br0" timeOffset="54762.83">24761 7073 14 0,'0'0'249'16,"0"0"-8"-16,0 0 9 0,0 0-3 0,0 0-5 15,0 0-10-15,0 0 2 0,0 0-10 0,-8 2-9 16,8-2-11-16,0 0-12 0,0 0-15 0,0 0-18 15,0 0-12-15,0 0-15 0,0 0-10 0,0 0-3 16,0 0-36-16,0 0-20 0,0 0-23 0,0 0-30 16,0 0-31-16,29-1-44 0,-1-3-56 0,8-1-57 0,23-5-82 15,1-4-233-15,5 5-532 0,23-11 236 16</inkml:trace>
  <inkml:trace contextRef="#ctx0" brushRef="#br0" timeOffset="66858.64">26695 12990 45 0,'0'0'95'0,"-5"3"-11"0,5-3-4 0,0 0-18 16,0 0-3-16,0 0-8 0,0 0-6 0,0 0-13 15,0 0-28-15,0 0-12 0,0 0-14 0,0 0-8 16,0 0-7-16,0 8-40 0,0-8-84 0,0 0 38 16</inkml:trace>
  <inkml:trace contextRef="#ctx0" brushRef="#br0" timeOffset="67337.25">28029 13130 47 0,'0'0'94'16,"0"0"-10"-16,0 0-6 0,0 0 8 0,0 0-14 16,0 0 1-16,0 0-12 0,0 0-5 0,0 0-4 15,0 0-9-15,0 0-3 0,0 0-6 0,0 0 1 16,0 0-3-16,0 0-1 0,0 0-1 0,0 0-11 15,0 0 0-15,0 0-3 0,0 0 6 0,0 0-11 16,0 0 2-16,0 0-4 0,0 0 4 0,0 0-3 16,0 0-9-16,0 0 13 0,0 0-6 0,0 0 2 0,0 0-3 15,0 0-1-15,0 0-9 0,0 0 0 16,0 0-4-16,0 0 23 0,0 0-8 0,0 0-2 16,0 0-5-16,0 0 6 0,0 0 4 0,0 0-16 0,0 0 7 15,0 0-5-15,0 0 1 0,0 0-16 0,0 0-17 16,0 0-8-16,0 0-21 0,0 0-16 15,0 0-73-15,0 0-165 0,0 0 73 0</inkml:trace>
  <inkml:trace contextRef="#ctx0" brushRef="#br0" timeOffset="67999.25">29217 13051 95 0,'0'0'99'0,"0"0"-6"0,0 0-11 0,0 0-12 16,0 0-20-16,0 0-27 0,0 0-17 0,0 0-14 16,0 0-24-16,0 0-48 0,0 0-87 0,0 0 39 15</inkml:trace>
  <inkml:trace contextRef="#ctx0" brushRef="#br0" timeOffset="68963.37">31132 12828 14 0,'0'0'21'0,"0"0"0"15,0 0 1-15,0 0-8 0,0 0 4 0,0 0-2 16,0 0 0-16,0 0-4 0,0 0-2 0,-21-3 1 16,21 3-1-16,0 0 0 0,0 0-5 0,0 0 3 15,0 0-1-15,0 0-6 0,0 0 2 0,0 0-5 16,0 0-10-16,0 0 6 0,0 0-2 0,0 0-7 15,0 0-15-15,0 0-32 0,-13 5 15 0</inkml:trace>
  <inkml:trace contextRef="#ctx0" brushRef="#br0" timeOffset="78836.49">9789 17261 28 0,'0'0'70'0,"0"0"-5"16,0 0-14-16,0 0-20 0,-1-13-22 0,1 13-27 15,0 0-22-15,0 0-42 0,0 0 18 0</inkml:trace>
  <inkml:trace contextRef="#ctx0" brushRef="#br0" timeOffset="79347.11">10471 17197 36 0,'0'0'34'15,"0"0"8"-15,0 0-11 0,0 0-7 0,0 0-8 16,0 0 6-16,0 0-8 0,0 0 6 0,0 0-10 16,0 0 5-16,0 0-7 0,0 0 4 0,0 0-4 15,0 0 0-15,0 0-5 0,0 0-9 0,0 0-1 16,0 0-5-16,0 0-1 0,0 0-3 0,0 0-3 15,0 0 5-15,0 0-5 0,0 0-15 0,0 0-35 16,0 0 16-16</inkml:trace>
  <inkml:trace contextRef="#ctx0" brushRef="#br0" timeOffset="82977.85">16368 14795 43 0,'0'0'44'15,"0"0"-16"-15,0 0-7 0,0 0-13 0,0 0-15 0,0 0-17 16,9-1-24-16,-9 1 12 0</inkml:trace>
  <inkml:trace contextRef="#ctx0" brushRef="#br0" timeOffset="83554.96">17963 14798 38 0,'0'0'15'0,"0"0"-11"0,0 0-6 0,0 0-8 15,0 0-9-15,0 0 4 0</inkml:trace>
  <inkml:trace contextRef="#ctx0" brushRef="#br0" timeOffset="84350.08">19168 14808 11 0,'0'0'119'0,"4"-4"-13"0,-4 4-13 0,0 0 2 16,0 0-18-16,0 0-9 0,0 0-7 0,1-9-2 15,-1 9-13-15,0 0 8 0,0 0-20 0,0 0 1 16,0 0 1-16,0 0-1 0,0 0-4 0,0 0-9 16,0 0 4-16,0 0-7 0,1-9-7 0,-1 9 4 15,0 0-4-15,0 0 5 0,0 0-4 0,0 0 2 16,0 0-7-16,0 0 3 0,0 0-6 0,0 0 2 15,0 0 4-15,0 0-5 0,0 0-5 0,0 0 12 16,0 0-13-16,0 0 9 0,0 0-2 0,0 0-4 16,0 0 3-16,0 0 0 0,0 0 3 0,0 0-5 15,0 0-3-15,0 0-4 0,0 0-3 0,0 0 9 16,0 0 3-16,0 0-4 0,0 0-3 0,0 0-3 16,0 0 7-16,0 0-9 0,0 0 3 0,0 0-8 15,0 0 3-15,0 0-7 0,0 0 5 0,0 0-3 16,0 0 1-16,0 0 0 0,0 0 12 0,0 0-7 15,0 0 1-15,0 0 2 0,5-3-4 0,-5 3 1 16,0 0 0-16,0 0-1 0,0 0 3 0,0 0 0 16,0 0-6-16,0 0 13 0,0 0-3 0,0 0-3 15,0 0 7-15,0 0-5 0,0 0-7 0,0 0 3 16,0 0 5-16,0 0 6 0,0 0-6 0,0 0 3 16,0 0-1-16,0 0 1 0,0 0-4 0,0 0 4 15,0 0-1-15,0 0-11 0,0 0-4 0,0 0 7 16,0 0-13-16,0 0-8 0,0 0-12 0,0 0-4 15,0 0-8-15,0 0-10 0,0 0-8 0,0 0-48 16,0 0-127-16,0 0 55 0</inkml:trace>
  <inkml:trace contextRef="#ctx0" brushRef="#br0" timeOffset="95388.05">17030 17084 163 0,'0'-13'185'0,"0"13"1"0,0 0-15 0,0 0-18 15,0 0-9-15,0 0-12 0,0 0-8 0,0 0-15 16,0 0-10-16,0 0-11 0,0 0-9 0,0 0-9 16,0 0-2-16,0 0-13 0,0 0-3 0,0 0-6 15,0 0-4-15,0 0-5 0,0 0-5 0,0 0 4 16,0 0-4-16,0 0-2 0,0 0 2 0,0 0-2 16,4-9 6-16,-4 9 1 0,0 0 3 0,0 0 0 15,0 0-3-15,0 0-1 0,0 0-5 0,0 0 6 16,0 0-6-16,0 0-3 0,0 0-3 0,0 0 0 15,0 0-12-15,0 0 8 0,0 0-4 0,0 0 0 16,0 0-2-16,0 0 3 0,0 0-11 16,6-4 1-16,-6 4 4 0,0 0 0 0,0 0-5 15,12-3 4-15,-12 3-3 0,0 0 0 0,0 0-3 16,14-2 1-16,-14 2-2 0,0 0 4 0,0 0-1 16,9-2-4-16,-9 2 1 0,0 0-3 0,0 0 0 15,0 0 3-15,0 0-4 0,10-4 2 0,-10 4-3 16,0 0 3-16,0 0-1 0,0 0 1 0,0 0 1 15,9-4 1-15,-9 4-3 0,0 0 5 0,10-13-3 16,3 0-2-16,4-7-2 0,3-6-15 0,13-14-23 16,3-4-13-16,6 0-28 0,17-22-22 0,1 1-51 15,-1 0-81-15,-21 17-127 0,26-26-390 0,-9 0 173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5:57:21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14534 4027 129 0,'-4'-13'152'0,"0"5"11"0,4 8 0 16,-6-11-15-16,2 3-12 0,2 3-7 0,-2 0-5 16,-1-2-13-16,-1 3-9 0,-1 1-12 0,-2-1-9 15,-4 1-6-15,1 2-12 0,-1 2-10 0,-4 2-1 16,-2-1-4-16,1 6-6 0,-2 0 0 0,0 0-7 16,-3 6-4-16,5-2 1 0,0 0-4 0,0-1-5 15,5 2-3-15,2-1-6 0,1-2 0 0,5 2 0 16,1-1-3-16,2-2 1 0,2 4-1 0,3-2-1 15,1 0 1-15,0 0 1 0,10 1-3 0,-1 0 5 16,5-1-2-16,5 2-1 0,-1-1 0 0,-1-2-3 16,3 0 6-16,-6-1-8 0,2-1 2 0,-1-1 1 15,0 1-2-15,-1-1-1 0,-4 0 0 0,0 0-2 16,-4 0-2-16,0-1 1 0,-1 2 0 0,2-3 0 16,-5 3 0-16,-1-4-2 0,0 1 3 0,-2 0-1 15,-1 0-3-15,-2-5 6 0,2 9 2 0,-2-9 1 16,-4 13 2-16,-8-8 0 0,-3 3 2 0,-6-1-5 15,0-1 1-15,-8 2 0 0,1-1 0 0,2-2-1 16,4-2-1-16,2 0-1 0,0 0 1 0,2-2-1 16,5 2-14-16,1-2-22 0,0 2-24 0,2 0-34 15,10-3-48-15,-14 2-44 0,14-2-147 0,0 0-353 16,0 0 156-16</inkml:trace>
  <inkml:trace contextRef="#ctx0" brushRef="#br0" timeOffset="192.04">14979 4257 1562 0,'20'-4'37'0,"-3"0"54"15,-4 1-6-15,-4 0-23 0,1-1-11 0,-4 2-18 16,0-1-7-16,1 1-3 0,-1 0-9 0,2-1-6 16,0 0 5-16,-1-1 0 0,5 1-2 0,-3 0-7 15,1 0-10-15,3 1-20 0,-2 0-21 16,2 1-33-16,-13 1-21 0,22 1-35 0,-12 0-28 15,0 2-82-15,-10-3-266 0,13 6 118 0</inkml:trace>
  <inkml:trace contextRef="#ctx0" brushRef="#br0" timeOffset="337.79">15114 4328 148 0,'0'0'176'15,"0"0"-5"-15,0 0-12 0,0 0-17 0,0 0-15 16,0 0-14-16,0 0-9 0,0 0-11 0,0 0-9 15,40 4-5-15,-13-6-28 0,3-1-46 0,6-1-54 16,15-2-72-16,-12 2-93 0,17-8-231 0,-5 2 101 16</inkml:trace>
  <inkml:trace contextRef="#ctx0" brushRef="#br0" timeOffset="823.04">17066 3787 78 0,'2'-11'251'0,"1"5"-9"0,-2 0-11 0,-1 6-18 0,3-12-16 15,-2 7-27-15,-1 5-18 0,0 0-20 0,4-7-18 16,-4 7-15-16,0 0-10 0,0 0-8 0,0 0-7 15,0 0-10-15,7 33 1 0,-4-14-6 0,1 0 0 16,0 6-6-16,0 1-4 0,-3 1-4 0,1 1 0 16,3-2 26-16,-2-1-7 0,-1-5-7 0,-2-1-8 15,4 7-4-15,-2-6 2 0,1 5-5 0,-1-7-1 16,-2 0-1-16,1 2-10 0,-1-1-1 0,1-2-1 16,1-5-5-16,-1 4-1 0,0 0-7 0,1-3 2 15,-1-3-10-15,0 0-21 0,3 2-29 0,-4-3-32 16,1 1-18-16,-1-10-60 0,3 13-38 15,0-7-59-15,0-2-145 0,-3-4-429 0,0 0 190 16</inkml:trace>
  <inkml:trace contextRef="#ctx0" brushRef="#br0" timeOffset="1030.41">17559 3930 148 0,'0'0'172'0,"8"-2"-19"0,-8 2-12 0,19 0-10 16,-19 0-18-16,25-1-12 0,-4 1-2 0,6-4-14 15,1 2-9-15,0-2-4 0,1 4-7 0,2-3-5 16,0 4-21-16,-5-1-26 0,-3-1-34 0,4 1-30 16,-7 0-29-16,-1 0-31 0,-5 1-91 0,-3-1-217 15,-11 0 97-15</inkml:trace>
  <inkml:trace contextRef="#ctx0" brushRef="#br0" timeOffset="1238.22">17862 3756 200 0,'0'0'199'16,"-5"-9"-13"-16,5 9-14 0,0 0-19 0,-3-7-17 16,3 7-13-16,0 0-16 0,-4-5-9 0,4 5-12 15,0 0-1-15,0 0-6 0,-1 22-5 0,1-10-6 16,0 2-3-16,1 3-10 0,1 2 1 0,-2-1-8 15,0 0-1-15,2 8-4 0,-3-7-3 0,2 5-3 16,2-4-6-16,-1-1-17 0,0 0-34 0,0-2-31 16,1 1-31-16,2 2-44 0,-1-4-37 0,3 0-131 15,-4-3-318-15,2-4 141 0</inkml:trace>
  <inkml:trace contextRef="#ctx0" brushRef="#br0" timeOffset="1526.02">18407 3742 106 0,'2'-4'253'0,"-2"4"-27"16,1-8-23-16,-1 8-26 0,0 0-20 16,1-9-17-16,-1 9-14 0,0 0-16 0,0 0 2 15,0 0-8-15,4 31-4 0,-2-14-6 0,-1 1-8 16,-1 9 0-16,1-4-3 0,-1 3-3 0,1 0-8 15,-2-2-5-15,-1-4-5 0,0-2-6 0,4 0 1 0,-1 1-9 16,-2 0-4-16,2-1-4 0,-1 0-2 0,0 1-5 16,-3-3 1-16,2 1-7 0,1-6-2 0,-1 4-13 15,-1-2-16-15,2-2-18 0,-2 0-23 16,2-1-25-16,-2-1-26 0,2-9-28 0,-1 14-35 16,1-7-40-16,0-7-158 0,-2 10-386 0,2-10 170 15</inkml:trace>
  <inkml:trace contextRef="#ctx0" brushRef="#br0" timeOffset="1934.22">18486 3591 73 0,'23'-16'164'0,"-4"7"-7"16,0-1-7-16,-3 3-10 0,4 0-7 0,-2 3-20 15,-1 0-6-15,-4 4-9 0,-2-1-14 0,0 2-7 16,-1-1-7-16,1 4-6 0,-1 0-10 0,-1 2-3 16,-4-1-2-16,1 4-3 0,0-1-4 0,-6-8 0 15,2 15-2-15,-4-5-4 0,2-10 2 0,-10 22-2 16,1-9-6-16,0-4 0 0,-2 5 0 0,2-4-9 16,1-1 1-16,-3-1-1 0,3 1-7 0,0-1-2 15,2 0 2-15,1-2-5 0,5-6-4 0,-8 10 0 16,8-10-4-16,0 0 1 0,-2 17-4 0,2-17 2 15,7 9 0-15,-7-9-1 0,13 8-1 0,-6-4 0 16,2-1 3-16,2-1-1 0,-1 3-1 0,2 0 0 16,-1-1 0-16,-1-1-2 0,-1 3-2 0,1-1 3 15,-2-1 1-15,-3 1 0 0,-5-5 0 0,11 11 1 16,-6-4 0-16,-5-7 1 0,3 15 1 16,-3-15-5-16,-3 14 6 0,-4-6-4 0,1 2 1 0,-3 2-14 15,-3-1-19-15,-2 2-24 0,2-2-26 0,-2 1-34 16,1-1-37-16,-9 6-113 0,-1-5-290 0,-1 2 128 15</inkml:trace>
  <inkml:trace contextRef="#ctx0" brushRef="#br0" timeOffset="2322.31">16947 4577 3 0,'-21'-7'231'0,"5"1"-3"15,3 5-23-15,3-5-20 0,5 2-22 0,5 4-15 16,0 0-19-16,26-2-8 0,9 4-14 0,25-4-9 15,37 2-13-15,5 2-6 0,6 1-7 0,4 1-12 16,1-4-2-16,6 0-4 0,1 1-6 0,0 1-5 16,1 3-5-16,-2-1-2 0,-1-4-5 0,-2 5-3 15,-1 0 2-15,-3-5-5 0,3 0-2 0,-5-2-2 16,-1 1-1-16,-12-5-7 0,-6 2-1 0,-30 3-7 16,-2-1-5-16,-3 0-7 0,-3-2-12 0,-17 3-6 15,-3-5-10-15,-5 6-8 0,-9-2-21 0,-6 2-11 16,-1 0-18-16,-5-1-22 0,-7 1-17 0,0 0-7 15,0 0-25-15,-26 10-84 0,-3-4-269 0,-9 2 118 16</inkml:trace>
  <inkml:trace contextRef="#ctx0" brushRef="#br0" timeOffset="2826.27">17246 5100 236 0,'1'-7'242'0,"-1"7"-10"0,1-11-8 16,-1 11-15-16,2-9-16 0,-2 9-22 0,0-7-14 15,0 7-18-15,0 0-19 0,0 0-16 0,0 0-12 16,0 0-11-16,0 0-9 0,0 0-7 0,0 0-3 16,5 30-8-16,-5-16-3 0,0 3-7 0,-1 1-1 15,2 0-5-15,-1 1-5 0,0 1 1 0,1 5-2 16,0 1 2-16,-1-1-5 0,2-5-3 0,-1-3-2 16,0 2 1-16,2 0-4 0,-3-2-1 0,1 1 0 15,0-1-3-15,-1-5-8 0,0-1-20 0,2 0-18 16,-1 0-29-16,-1-4-33 0,0-7-46 15,-3 18-41-15,2-11-39 0,0 0-155 0,1-7-403 16,0 0 178-16</inkml:trace>
  <inkml:trace contextRef="#ctx0" brushRef="#br0" timeOffset="3034.61">17559 5224 73 0,'8'-1'168'0,"-8"1"-15"0,18-3-15 0,-7 1-7 0,6 0-12 16,-1 2-14-16,2-3-8 0,3 1-8 0,-3 0-8 15,2 1-9-15,2 1-11 0,-2 0-10 16,1 0-27-16,-2 1-30 0,-3-2-27 0,-2 1-22 16,-2 1-20-16,-2-2-10 0,-1-1-10 0,-9 2-75 15,14-1-182-15,-10-2 81 0</inkml:trace>
  <inkml:trace contextRef="#ctx0" brushRef="#br0" timeOffset="3213.76">17886 5172 22 0,'-2'-12'48'0,"2"12"7"0,-7-15 1 16,3 6 27-16,2 0 21 0,-2 1 22 0,0-2 1 16,0 4 3-16,2-2 6 0,-2 1 4 0,4 7 2 15,-5-11-2-15,5 11-3 0,-5-5-15 0,5 5-12 16,-3-6-12-16,3 6-17 0,0 0-7 0,0 0-12 16,0 0-3-16,0 0-1 0,-6 20-12 0,4-8 5 15,2-2-9-15,0 7-4 0,-1 0-1 0,1-2-3 16,0 5-1-16,3-1-3 0,-3 0-3 0,0 0-26 15,4-2-26-15,-2 1-33 0,2 0-35 0,1 1-61 16,-1-1-48-16,-2-2-118 0,4-6-346 0,-1 1 153 16</inkml:trace>
  <inkml:trace contextRef="#ctx0" brushRef="#br0" timeOffset="3472.01">18253 5199 1804 0,'8'-19'37'15,"-3"2"74"-15,-3 0 53 0,1 5-23 0,-1 3-16 16,0-1-14-16,-1 2-1 0,0 1-13 0,-1 7-22 16,4-11-9-16,-4 11-10 0,0-6-6 0,0 6-9 15,0 0-10-15,0 0-4 0,0 0-1 0,0 0-2 16,0 0 2-16,3 27 2 0,-1-10-3 0,-2 0-3 16,3 0-4-16,-3 2-1 0,1 0-4 0,-1 0 6 15,3 5-3-15,-2-5 2 0,-2 2-4 0,2-1 1 16,0-3-3-16,-1 2-17 0,0-7-20 0,1 2-24 15,-1-2-10-15,0 0-19 0,-1-1-22 16,0-1-32-16,1-10-34 0,0 19-27 0,0-13-29 0,-1 2-163 16,1-8-418-16,0 0 185 0</inkml:trace>
  <inkml:trace contextRef="#ctx0" brushRef="#br0" timeOffset="3852.12">18303 5050 12 0,'11'-14'191'0,"1"-1"-11"16,1 3 1-16,3-1-13 0,-2 2-8 0,-1 4-11 15,-1 2-14-15,1 0-14 0,-1 1-12 0,-2 1-12 16,3 3-10-16,-3 0-8 0,2 2-8 0,-6 1-7 16,3-1-7-16,-2 1-7 0,-1 2-4 15,0 1-2-15,-3 0-4 0,1 1-9 0,-4 2 0 16,-2 1 2-16,0-1-4 0,-1 1-6 0,-4-1 0 0,3 0-3 15,-1 0 1-15,0 0-4 0,-1-3-16 0,3 1-5 16,-1-1-8-16,0-1-4 0,4-5-4 0,-4 10 0 16,4-10-2-16,-1 8 4 0,1-8-5 0,0 0 5 15,1 13 0-15,-1-13 4 0,8 5 1 16,-6 0-1-16,3-2 1 0,-5-3 14 0,9 7-12 0,-5-4 0 16,-4-3 2-16,5 8 4 0,-2-4-3 0,1 1 1 15,-4-5-1-15,4 8 7 0,-4-8 8 0,-2 11 1 16,2-11 1-16,-7 13 2 0,2-7-2 15,-3 1 3-15,0-1-2 0,-3 0-4 0,2 1-3 16,0-2-18-16,-3 0-24 0,2-1-26 0,1 3-46 16,1-4-40-16,-2 2-129 0,10-5-304 0,0 0 135 0</inkml:trace>
  <inkml:trace contextRef="#ctx0" brushRef="#br0" timeOffset="4157.38">19343 4923 163 0,'4'-9'271'0,"-4"3"-15"16,3 0-17-16,-3 6-16 0,1-9-23 0,-1 9-21 0,2-8-16 15,-2 8-19-15,0 0-20 0,5-3-14 16,-5 3-12-16,0 0-9 0,0 0-10 0,0 0-7 15,4 26-8-15,-4-14-7 0,0 6-6 0,0-2-1 16,-1 4-8-16,1-1-3 0,-1-1-2 0,1-1-3 16,0 2-6-16,-2-1 1 0,1 0-2 0,1-1-7 0,-2 0 0 15,4-2-3-15,-2-2-17 0,-2-1-20 0,2 0-20 16,-3-2-18-16,1 0-18 0,0 0-38 0,1-3-40 16,0 1-40-16,1-8-21 0,0 14-128 15,-3-9-371-15,3-5 165 0</inkml:trace>
  <inkml:trace contextRef="#ctx0" brushRef="#br0" timeOffset="4493.55">19435 4809 78 0,'14'0'139'0,"-6"-1"-14"0,2 2-4 0,-1 1-5 15,-1 2-12-15,1 0-9 0,-4 2-7 0,1 1-6 16,-2 0-11-16,2 3-4 0,-4 0-7 0,-4 0 1 16,1 3-9-16,-4-2-5 0,0 5 0 0,-3-5-4 0,-5 1-4 15,-1-1-4-15,-1 0 4 0,-2-2-8 0,6-2-4 16,1-1-4-16,-1-3 3 0,4 3 2 0,2-3 3 16,-2 0 4-16,7-3 0 0,-7 4 7 15,7-4-6-15,-7 3-3 0,7-3-4 0,0 0-4 16,-5 4-2-16,5-4-7 0,0 0-8 0,0 0 5 0,-3 8-1 15,3-8-1-15,8 9-1 0,-3-4 0 0,2 4 0 16,2-1 2-16,0 1-6 0,5 2 5 0,1 2-14 16,0-1-26-16,3 1-34 0,6-1-29 15,-7 0-44-15,2-1-153 0,-2-1-311 0,2-1 138 16</inkml:trace>
  <inkml:trace contextRef="#ctx0" brushRef="#br0" timeOffset="5046.8">19977 5036 217 0,'-8'-3'206'16,"8"3"-12"-16,-16-4-12 0,5 3-12 0,-1 1-15 15,0 1-12-15,-2 3-17 0,-3 0-15 0,4 1-8 0,1 0-13 16,0 1-8-16,4 1-10 0,-1 2-6 15,3-1-6-15,4-1-6 0,-2 2-5 0,3 0-2 16,1-2-7-16,5 3-1 0,0-2-7 0,3 1 2 16,1-2-5-16,2-1-4 0,1 0 7 0,-1-1-6 15,1-1-7-15,-3 0 1 0,-2-2-2 0,1 1 2 16,-2-1-4-16,1 1 3 0,-7-3-5 0,9 2 1 0,-9-2-1 16,7 0 6-16,-7 0-3 0,0 0-3 15,0 0-3-15,0 0 1 0,0 0-3 0,0 0-2 16,0 0-4-16,0 0 0 0,0 0 1 0,0 0-2 15,-29-2 2-15,15 4-1 0,-2 3-2 0,-1-1-1 16,1 3 2-16,2-1-1 0,-1 2 3 0,2 0-2 0,4-3 1 16,0 1-5-16,3 2 1 0,0-3 3 15,2 2 1-15,2 1 0 0,2-8 0 0,3 17 4 16,2-8-2-16,5 0-1 0,3-1-17 0,4 3-18 16,1-3-21-16,2 0-31 0,0-1-27 0,0-3-40 15,-1 1-19-15,-1-1-33 0,-6-1-111 0,1 0-339 16,0-3 151-16</inkml:trace>
  <inkml:trace contextRef="#ctx0" brushRef="#br0" timeOffset="5313.06">19269 5495 152 0,'-6'1'158'0,"6"-1"-9"0,-4 5 6 0,4-5-6 16,0 0 0-16,32 7-4 0,5-5-2 0,19-1-10 16,9-1-15-16,30-1-8 0,-1 1-11 0,-2-5-10 15,-28 2-7-15,1 0-4 0,-2 3-16 0,1-3 0 0,-7-2-9 16,2 3-5-16,-6-1-9 0,-13 2 1 16,-1-1-8-16,-3 1-11 0,-3 1-16 0,-2-2-16 15,-3-1-28-15,-8 3-17 0,-7 0-19 0,1 0-36 16,-3 0-30-16,0 0-22 0,-4 1-117 0,-7-1-302 15,0 0 134-15</inkml:trace>
  <inkml:trace contextRef="#ctx0" brushRef="#br0" timeOffset="6287.55">19516 5902 205 0,'0'0'212'16,"-3"-9"-18"-16,3 9-2 0,0-11-3 0,0 11-7 0,0-11-5 15,0 11-8-15,0-8-2 0,0 8-11 16,0 0-14-16,0-10-12 0,0 10-13 0,0 0-10 16,0 0-8-16,4-7-13 0,-4 7-12 0,0 0-4 15,0 0-8-15,0 0-16 0,0 0-5 0,0 0 2 16,0 0-15-16,0 0-2 0,0 0-6 0,0 0-1 0,-4 27 1 16,-1-14-3-16,4-2-1 0,1 5 0 15,-3 2-2-15,1 1-4 0,0 0 0 0,0 0 3 16,-1-1-3-16,2 5 0 0,0-5 0 0,1-1-1 15,-2 1 0-15,0-1-1 0,3-2 1 0,-2 0-1 16,1-3-1-16,0 1-3 0,1-1-1 0,-1-2 5 16,1 1 6-16,-1-1-13 0,0-2-6 0,0-1-17 15,0-7-2-15,2 16-13 0,-4-10-11 0,2-6-9 16,-2 14-19-16,2-8-24 0,0-6-22 0,0 0-26 16,0 0-26-16,-4 15-27 0,3-12-7 0,1-3-119 15,0 0-353-15,0 0 157 0</inkml:trace>
  <inkml:trace contextRef="#ctx0" brushRef="#br0" timeOffset="6626.03">19592 5828 76 0,'9'-4'138'0,"4"1"-20"0,-7 3-8 16,-6 0-10-16,17 2-12 0,-11 0 3 0,1 4-4 15,1 0-11-15,-3 3-2 0,0-1-2 0,-3 4-14 16,1-1 1-16,-3 1-2 0,-2 1-6 0,0-3-3 16,-2 1-6-16,-1 0-1 0,0 1-2 15,-1-1-3-15,-2-1-5 0,-2-1-5 0,-1-2 4 0,2-1-3 16,-2 1-3-16,3-3 4 0,-1 1 7 0,3-4 9 16,-2 1-1-16,8-2 7 0,-10 1-6 0,10-1 6 15,0 0 5-15,-9 1-7 0,9-1-3 0,0 0-6 16,-11 0-3-16,11 0-7 0,0 0-8 0,0 0-2 15,0 0-2-15,-4 5-2 0,4-5-6 0,0 0 3 16,9 13-4-16,-6-7 1 0,3 3-1 0,-2-1-13 16,3 4-9-16,0-3-17 0,3 1-17 0,-4 0-28 15,6 3-35-15,0-2-33 0,1 1-34 0,0-2-98 16,-3-2-299-16,1 0 132 0</inkml:trace>
  <inkml:trace contextRef="#ctx0" brushRef="#br0" timeOffset="7014.73">19955 6044 199 0,'-6'-5'214'0,"6"5"-11"0,-13-5-17 16,7 5-9-16,-5 0-19 0,11 0-14 0,-23 3-15 16,13 2-11-16,-2 0-15 0,0 3-10 0,2 0-10 15,1 2-2-15,1-1-7 0,3 2-6 0,0-2-12 16,1 2 0-16,0-3-12 0,3 4-9 0,5-4-7 0,0 2-8 15,-1-2-5-15,3 1-7 0,0-3-5 16,0 1-1-16,2-2 0 0,1-2-4 0,-3 1 5 16,0-2 1-16,-6-2-4 0,11 2 4 0,-6 0-4 15,-5-2-4-15,0 0 2 0,9 0 6 0,-9 0-2 16,0 0 4-16,6-6-3 0,-6 6 2 0,0 0 2 16,0 0-2-16,0 0 2 0,0 0 2 0,0 0-1 15,-14-11 2-15,14 11-5 0,-10-1 2 0,10 1-3 16,-16 4 3-16,6-1 1 0,-1 2 1 0,2-1 4 15,0 3-5-15,0-1 6 0,4-2-7 0,0 3 3 16,0-1-7-16,2-1-1 0,-1 5 2 0,3-4-1 16,1-6 4-16,0 15 0 0,4-6-4 0,1-2-11 15,3 2-21-15,2-5-22 0,4 5-22 0,4-2-34 16,-1-4-34-16,3-1-28 0,-3-1-150 0,-3 0-345 16,4-1 153-16</inkml:trace>
  <inkml:trace contextRef="#ctx0" brushRef="#br0" timeOffset="7200.03">20173 6115 19 0,'0'0'234'0,"5"-4"-23"16,-5 4-20-16,5-5-26 0,-5 5-14 0,7-4-21 16,-2 1-7-16,-5 3-13 0,15-3-13 0,-15 3-11 15,21 0-10-15,-9-1-17 0,2-1-26 0,-3 1-36 16,3 0-27-16,-3-1-29 0,-11 2-27 0,21 0-16 15,-14-2-23-15,-7 2-89 0,11-1-231 0,-11 1 103 16</inkml:trace>
  <inkml:trace contextRef="#ctx0" brushRef="#br0" timeOffset="7366.39">20349 6047 12 0,'-4'-8'132'16,"4"8"11"-16,-1-7 10 0,1 7 12 0,0 0 1 16,-3-10-3-16,3 10-15 0,0 0-13 0,-4-5-14 15,4 5-14-15,0 0-17 0,0 0-9 0,0 0-10 16,0 0 1-16,0 0-5 0,-7 17-5 0,7-17-3 15,-5 20-7-15,1-8-5 0,0 2-3 0,3-1-2 16,-2 3-2-16,3-1-10 0,-1-2 3 0,2 2-16 16,-5 1-39-16,4-5-42 0,0 1-53 0,0-1-47 15,3-1-151-15,-3-10-340 0,2 17 151 0</inkml:trace>
  <inkml:trace contextRef="#ctx0" brushRef="#br0" timeOffset="7624.98">20601 5913 114 0,'2'-6'294'0,"-1"1"-29"16,-1 5-23-16,3-9-34 0,-3 9-19 0,0 0-26 16,0 0-17-16,0 0-16 0,0 0-16 0,0 0-9 15,0 0-9-15,7 28-11 0,-7-17-5 0,-2 7-11 16,4-1-2-16,-4 0-6 0,0 2-7 0,2-1-4 15,-2 2-3-15,1-4-3 0,0 2-7 0,2 0-3 16,0-1-5-16,-1-2-2 0,0-2-21 0,2 0-23 16,-2-1-14-16,2-1-25 0,-2 1-34 0,2-3-39 15,-1-2-35-15,0 1-29 0,-1-8-153 0,1 11-376 16,-1-11 167-16</inkml:trace>
  <inkml:trace contextRef="#ctx0" brushRef="#br0" timeOffset="7956.9">20684 5863 143 0,'3'-4'171'16,"-3"4"-12"-16,9-6-19 0,-9 6-10 0,7-3-15 16,-7 3-9-16,0 0-15 0,13 2-8 0,-13-2-8 15,7 7-5-15,-3-2-6 0,-1 0-7 0,1 2-6 16,-1 0 0-16,0 1-6 0,-2 1-5 0,-1 1-1 15,-2-1-7-15,-1 0 1 0,-2-3-2 0,0 2-3 16,-2 0-2-16,0-1 1 0,-2 1-3 0,0-3-10 16,1 1 5-16,3-3-3 0,-1 1-1 0,1-1 3 15,5-3-8-15,-9 5 2 0,9-5 1 0,-6 4-2 16,6-4 1-16,0 0-4 0,-7 4-11 0,7-4 3 16,0 0 1-16,-3 7-3 0,3-7-5 15,-1 7 4-15,1-7 4 0,1 12 1 0,-1-12-5 0,4 14 3 16,1-6 1-16,-1 1-9 0,1 2-16 0,2-1-21 15,0 2-24-15,5-2-29 0,1 1-35 0,2-2-133 16,-2 1-286-16,-3-4 127 0</inkml:trace>
  <inkml:trace contextRef="#ctx0" brushRef="#br0" timeOffset="8188.44">20987 6111 161 0,'5'-3'265'0,"-5"3"-9"0,3-8-9 15,-3 8-15-15,0 0-16 0,3-4-15 0,-3 4-23 16,0 0-18-16,0 0-24 0,0 0-15 0,0 0-10 16,0 0-11-16,0 0-11 0,4 18-7 0,-5-11-10 15,1 5-7-15,-2 0-7 0,1 0-3 0,-2-1-5 16,2 4-6-16,0-3-5 0,-2 5-5 0,2-1 1 16,-1-4-3-16,2-1-17 0,-3 2-28 0,2-3-24 15,0 2-26-15,1-2-27 0,-2-1-27 0,1-3-32 16,1-6-42-16,0 11-35 0,0-11-136 0,0 9-391 15,0-9 173-15</inkml:trace>
  <inkml:trace contextRef="#ctx0" brushRef="#br0" timeOffset="8571.91">21063 6013 67 0,'7'-7'220'0,"2"0"-15"0,-1 0-8 15,2 1-21-15,-3 2-5 0,3 1-16 0,-2 2-11 16,4 0-16-16,-1 0-15 0,-2 1-9 0,-1 1-11 16,1 1-8-16,-1 1-9 0,-2-1-7 0,-1 3-6 15,0-1-9-15,-1 3-2 0,-4-7-5 0,6 8-4 16,-6-1-4-16,0-7-1 0,-2 10-3 0,-2-3-2 16,-1 2-5-16,0-1-2 0,-5-2-2 0,-5 2-1 15,5-1-6-15,1 0-4 16,-1-2-8-16,5-1-12 0,-2-1-10 0,3 1 1 0,4-4 2 0,-6 9-2 15,6-9 4-15,0 0-2 0,0 12 7 0,0-12-4 16,6 11 5-16,0-7 0 0,0 1-2 0,3 1 2 16,2-1 2-16,0 0 1 0,-2-1 2 0,1 2-2 15,-1-2-3-15,0 2-1 0,-2-2 0 0,-2 0 5 0,2-1-2 16,-3 1 1-16,1-1 5 0,-5-3-1 16,5 5 1-16,-5-5 2 0,0 9 3 0,0-9-4 15,0 0 5-15,-13 8-2 0,2-5-3 0,-1 2 0 16,-1-1-12-16,-4-2-29 0,0-1-17 0,-2 1-55 15,-2-2-38-15,3 0-193 0,-2-2-368 0,3 1 163 16</inkml:trace>
  <inkml:trace contextRef="#ctx0" brushRef="#br0" timeOffset="9306.43">20170 5480 8 0,'0'0'148'0,"0"0"-12"0,-4-6-8 15,4 6-5-15,0 0-11 0,0 0-7 0,-3-6-3 16,3 6-11-16,0 0-3 0,0 0-4 0,0 0-8 16,0 0-13-16,0 0-6 0,0 0-3 0,0 0-8 15,0 0-5-15,0 0-4 0,26-2-8 0,2 2 0 16,7 0 5-16,3 0 0 0,22-3-4 16,7 1-2-16,25 1 0 0,2-2-2 0,-30 1-1 15,27 0 2-15,-29 0-5 0,4 0-6 0,-4-1 4 0,-2 2-5 16,-1-1 1-16,-4 0-5 0,-3-2 0 0,-15 1 2 15,-1-3-4-15,-2 3-1 0,-5 2 6 0,0-2-1 16,-8 2 11-16,-5-1 2 0,-2-1 8 0,-2 1 8 16,-2 2 8-16,-2-3 4 0,-2 2 8 15,-6 1-2-15,10 0 0 0,-10 0-4 0,7-2-4 0,-7 2-6 16,0 0-3-16,10 0-2 0,-10 0-12 0,0 0-3 16,0 0-21-16,0 0-23 0,0 0-25 0,0 0-25 15,0 0-29-15,0 0-31 0,6 3-34 0,-6-3-38 16,0 0-126-16,-11 14-352 0,3-13 156 0</inkml:trace>
  <inkml:trace contextRef="#ctx0" brushRef="#br0" timeOffset="11570.05">14168 6835 151 0,'-4'-6'179'0,"4"6"-2"15,0 0 0-15,0 0-4 0,-4-6-8 0,4 6-12 16,0 0-19-16,0 0-14 0,0 0-10 0,0 0-16 16,0 0-6-16,13-6-11 0,-1 4-11 0,-2-2-10 15,11 2-25-15,8-2-6 0,-1 0-26 0,2 0-24 16,-1 0-30-16,3 3-27 0,-5 0-29 0,-4-1-17 15,-3 1-135-15,-3-1-284 0,-3 2 126 0</inkml:trace>
  <inkml:trace contextRef="#ctx0" brushRef="#br0" timeOffset="11920.59">14418 6802 14 0,'-3'7'141'16,"-1"-1"-7"-16,-2 4-4 0,2 2 2 0,-2-1-5 15,2 6-5-15,0 0-7 0,1 1 0 0,-1 1-3 16,2 0-4-16,1-1-11 0,-1-1-9 0,0 2-7 16,0 0-8-16,0-3-7 0,2 1-6 0,0-2-5 15,0 1-7-15,0-1-2 0,0 1 0 0,0-4-5 16,0-2-7-16,0 0 0 0,-4 1-7 0,3-3-3 16,0-1 2-16,-3 3 1 0,2-4-9 0,-2-2 2 15,0 2-5-15,-3-1 5 0,3-1-9 0,-8-1-5 16,3-2 0-16,2 1-1 0,-3-2 0 0,10 0 1 15,-14-2-1-15,2-1 1 0,5 2 0 0,7 1-2 16,-13-6 1-16,9 5 8 0,4 1-4 0,-10-2-3 16,10 2 0-16,0 0-4 0,-8-4-1 0,8 4-2 15,0 0-2-15,0 0 7 0,0 0-2 0,0 0 3 0,0 0-7 16,31 7 2-16,-20-4-9 0,9 0-25 16,-1-2-12-16,10 2-20 0,-2 0-10 0,4-3-40 15,-1 2-6-15,3-2-32 0,-2-2-126 0,-1 1-304 16,-1-2 135-16</inkml:trace>
  <inkml:trace contextRef="#ctx0" brushRef="#br0" timeOffset="12168.4">14809 6946 215 0,'-4'-9'218'0,"1"3"-7"0,-2-1-11 0,1 1-19 0,4 6-18 15,-5-8-21-15,5 8-14 0,0 0-4 0,0 0-8 16,-19 15 4-16,12 3 7 0,-4 4-7 0,1 6-10 15,-1-2-8-15,2 2-7 0,2 3-7 16,-2-1-7-16,3 0-4 0,1-1-3 0,3-1-4 0,0 0-8 16,1-4-7-16,-2 3-5 0,4-8-3 15,-2-2-7-15,0 1-1 0,-1 0-8 0,4-3-11 0,-4-2-17 16,4-2-22-16,-1-1-20 0,-1 1-23 0,1-2-27 16,-1-1-36-16,0-8-29 0,0 12-16 0,0-12-20 15,-1 9-16-15,1-9-137 0,-5 4-371 0,5-4 164 16</inkml:trace>
  <inkml:trace contextRef="#ctx0" brushRef="#br0" timeOffset="12307.8">14595 7277 52 0,'0'0'147'16,"7"-7"-15"-16,-2 4-9 0,2-3-16 0,2 5-6 16,-1-3-12-16,7 2-1 0,3 0-19 0,4 1-3 15,6-3-13-15,4 0-27 0,3 2-40 16,-1 0-34-16,5 0-31 0,0 1-73 0,-1-3-165 0,16 0 72 15</inkml:trace>
  <inkml:trace contextRef="#ctx0" brushRef="#br0" timeOffset="12567.37">15561 7031 257 0,'2'-7'283'0,"-2"7"-21"0,1-10-16 0,-1 10-25 15,0 0-22-15,0-9-21 0,0 9-18 0,0 0-19 16,0 0-10-16,0 0-8 0,0 0-2 0,1 30-9 16,-1-15-7-16,-2 5-9 0,0-2-14 0,1 9-5 15,-1 0-6-15,0-2-4 0,4 0-7 0,-5-5-6 16,2 5-5-16,0-6-3 0,-1-1-6 0,1 1-3 16,-1-3-9-16,2 2-21 0,0-6-17 0,0 1-21 15,0 0-25-15,-1-4-14 0,0 3-30 16,1-2-41-16,-1-1-30 0,1-1-22 0,0-8-33 0,-4 11-151 15,4-11-406-15,-10 5 180 0</inkml:trace>
  <inkml:trace contextRef="#ctx0" brushRef="#br0" timeOffset="12903.16">15600 6953 84 0,'11'-7'191'15,"2"4"-9"-15,1 1-14 0,-2 2-9 0,2 1-11 16,-3 0-14-16,0 1-13 0,0 3-10 0,-2 0-13 16,0 1-5-16,1 2-9 0,-5 0-8 0,3 3-8 15,-6 0-5-15,0 0-5 0,-1 0-4 0,-4 2-4 16,1-1-5-16,-6 2 4 0,-2 1-22 0,-2-2-4 16,0 1-10-16,-4-4-8 0,1-1 0 0,0-1-3 15,2-2-2-15,1-1-1 0,2 0 7 0,-1-1-8 16,3-2 2-16,2 0-4 0,6-2 2 0,-11 6-1 15,11-6-2-15,-7 2 1 0,7-2-3 0,-8 4 2 16,8-4 1-16,-3 6 2 0,3-6 0 0,2 10 6 16,-2-10 5-16,6 12-4 0,-1-2 2 0,2-3 0 15,0 2-1-15,5 4 1 0,-1-3-1 0,1-1-1 16,2 1-19-16,0 2-21 0,4-4-32 0,0 2-29 16,1-1-40-16,0-1-162 0,-5 1-322 0,4-4 143 15</inkml:trace>
  <inkml:trace contextRef="#ctx0" brushRef="#br0" timeOffset="13256.4">16001 7242 92 0,'1'-10'305'0,"-1"10"-24"15,3-7-22-15,-3 7-28 0,0 0-18 0,0 0-24 16,0 0-21-16,0 0-19 0,1-7-17 0,-1 7-17 15,0 0-11-15,0 0-11 0,0 0 2 0,1 27-10 16,-1-17-2-16,0 2-8 0,-1 0-5 0,0 0-6 16,2 1-3-16,-2 0-4 0,0-1-5 0,-1 5-5 15,1-6-2-15,0 0-2 0,-3-2-5 0,4 1-6 16,0-1-1-16,0-1-2 0,-1 1-4 0,0 0 0 16,1-9-2-16,-2 13-2 0,2-6-4 0,0-7 1 15,-2 7 2-15,2-7-6 0,-2 8-5 0,2-8 6 16,0 0-2-16,-1 7-1 0,1-7 0 0,0 0 0 15,-1 6 4-15,1-6-1 0,0 0 0 0,0 0 2 16,0 0-7-16,0 0-1 0,0 0-2 0,0 0 3 16,0 0-15-16,0 0-21 0,0 0-25 0,0 0-22 0,0 0-31 15,0 0-29-15,0 0-47 0,0 0-48 16,0 0-235-16,0 0-500 0,0 0 221 0</inkml:trace>
  <inkml:trace contextRef="#ctx0" brushRef="#br0" timeOffset="13684.1">16055 7111 215 0,'12'-6'210'0,"3"-3"-12"0,-1 2-16 15,0 5-18-15,-3 1-11 0,3-1-10 0,-1 4-17 16,0-2-14-16,0 3-5 0,-2 1-15 0,1 2-1 15,-3 1-16-15,-2 0-3 0,1 2-9 0,-2 1-4 16,-2 0-5-16,-3 2 0 0,-2 4-7 0,-3-2-3 0,-1-2-2 16,0-2-6-16,-6 6-2 0,0-3-4 15,1-1-6-15,1-4-2 0,2 1-8 0,-1-2-1 16,-1 0-2-16,4-3-3 0,1 1-1 0,-2-3-6 16,6-2-1-16,-4 6-11 0,4-6 4 0,0 0-3 0,0 9 1 15,0-9 2-15,9 5 1 0,-4-1-1 16,2 0 3-16,4-1 0 0,-1-1-2 0,1 3 2 15,-2-3-2-15,3 4 4 0,-1 0-3 0,-3-1 2 16,2 0-2-16,-2-1 2 0,2 2 0 0,-3 0 1 16,-2-3-4-16,-1 1 4 0,-1 2 0 0,-3-6 2 0,7 9 12 15,-6-5 7-15,-1-4 4 0,-6 12 0 0,6-12 1 16,-9 10-5-16,4-5 2 0,-5 0-5 16,0 2 3-16,0-1-4 0,0-2-9 0,-4 1-13 15,1-3-19-15,2 3-13 0,-2-4-29 0,2 4-33 0,6-4-42 16,5-1-49-16,-14 0-143 0,14 0-364 0,0 0 162 15</inkml:trace>
  <inkml:trace contextRef="#ctx0" brushRef="#br0" timeOffset="14066.1">16756 7217 36 0,'0'0'251'0,"-5"-3"-18"16,5 3-27-16,0 0-22 0,0 0-21 0,0 0-14 15,0 0-17-15,0 0-9 0,0 0-7 0,0 0-12 16,0 0-6-16,28 9-10 0,-15-7-3 16,6 2-9-16,3-1-4 0,9 0-6 0,-6 0-7 0,-3-2-3 15,6 1-6-15,-7-2-3 0,-2 0-3 0,-1 0-2 16,-5 0-1-16,0-2-6 0,0 2 5 0,-1 0-4 15,-3-1 4-15,-9 1 1 0,10-1-2 0,-10 1 0 16,11 1-3-16,-11-1-1 0,5 1-2 0,-5-1-4 16,0 0 3-16,0 0-5 0,11 0 0 0,-11 0-5 15,0 0-2-15,0 0-1 0,0 0-4 0,0 0 1 16,-16 17-3-16,6-6-1 0,0-4 1 0,-4 5 1 16,1 1-4-16,-1-3 2 0,0 3-4 0,2 0 0 15,-5-1-17-15,4-1-27 0,0 1-10 0,4-4-37 16,-1 3-29-16,1-4-47 0,4 3-47 0,0-1-218 15,0-2-459-15,-1 0 203 0</inkml:trace>
  <inkml:trace contextRef="#ctx0" brushRef="#br0" timeOffset="14263.69">17062 7311 1792 0,'0'-18'108'0,"-3"-1"-1"16,1 0-3-16,-3 0-17 0,-2 1 7 0,1 0-5 15,-2-1-11-15,2 3-4 0,-1 2 3 0,-3-1-2 16,4 4-1-16,-1 1 9 0,2 3 0 0,1 1-10 16,1 0-5-16,-1-1-10 0,4 7-10 0,-4-7-33 15,4 7-29-15,-3-7-45 0,3 7-56 0,0 0-41 16,0 0-24-16,0 0-42 0,0 0-186 0,0 0-440 16,0 0 196-16</inkml:trace>
  <inkml:trace contextRef="#ctx0" brushRef="#br0" timeOffset="14658.18">17407 7151 96 0,'0'0'302'0,"5"-1"-13"16,-5 1-16-16,0 0-17 0,0 0-22 0,0 0-20 15,6-5-18-15,-6 5-21 0,0 0-15 0,0 0-20 16,0 0-11-16,0 0-9 0,0 0-13 0,-12 25-14 15,7-14-8-15,-1 0-6 0,0 3-10 0,-3 1-4 16,4-4-6-16,2 2-7 0,0-2-4 0,-1 3-6 16,1-3-6-16,1-1-8 0,-1 2 6 0,3-1-8 15,0 0-2-15,1-4-4 0,4 2 0 0,-1-3 0 16,0-1 2-16,5 3-4 0,2-3-3 0,1-2-1 16,2 0 4-16,4 0-6 0,0-3-1 0,-1 0 2 15,0-1 2-15,-4-2-6 0,2 0 2 0,-2-1-3 16,1 1 2-16,-2-3 0 0,-2 0-1 0,3-1-1 15,-4-2-1-15,-1-2 9 0,0 1-15 0,-5-2 3 0,2-1 4 16,0-5-5-16,-3 2-4 0,-2-1 1 16,-3 1-5-16,-1 0 8 0,0 5-4 0,-3-3-3 15,2 3 4-15,-1 1-4 0,0 0-5 0,-3 1-12 16,-1 2-19-16,0 1-24 0,-1 0-25 0,0 2-25 16,-2 3-36-16,0 0-41 0,1 1-47 0,-3 4-230 15,1-2-506-15,2 1 223 0</inkml:trace>
  <inkml:trace contextRef="#ctx0" brushRef="#br0" timeOffset="17727.59">18994 7279 168 0,'-2'-12'214'0,"0"3"-9"16,2 9-8-16,-6-11 1 0,1 6-17 0,1 0-10 16,-4 0-16-16,-1 1-15 0,-2 1-17 0,1 2-6 15,-3 0-15-15,0 1-10 0,0 2-4 0,1 2-9 16,-1 2-3-16,-2 1-12 0,3-2-5 0,2 2-5 16,-2 0-11-16,3 2-7 0,3-2-2 0,2 2-1 15,0-2-6-15,3 4 1 0,5-1-3 0,0 1 0 16,2-1-6-16,3 1-2 0,4 0 3 0,-1 2-3 15,1-3-1-15,5 1-1 0,0-2-3 0,-1 1-5 16,2-1 7-16,-4 0-6 0,6 0 4 0,-5-1-5 16,1 1 0-16,-6-2 2 0,1-1-7 0,-2-1 2 15,0 1-2-15,-1 1 2 0,-2-3 1 0,-2 2-3 16,-1-4 1-16,0 2 0 0,-4-4-3 0,3 9 5 16,-3-9 0-16,-2 10 4 0,2-10-4 0,-12 9 1 15,3-5 0-15,-5 1-2 0,1-4 1 0,-4 4-1 16,-3-1 1-16,2-1 5 0,-1-1-4 0,1-1-5 15,1 0-3-15,0-2-7 0,2 1-12 0,2-1-14 16,-1-1-14-16,2 1-30 0,2 1-33 0,-1 0-38 16,11 0-37-16,-11-2-208 0,11 2-427 0,0 0 189 0</inkml:trace>
  <inkml:trace contextRef="#ctx0" brushRef="#br0" timeOffset="17925.21">19416 7402 201 0,'9'-7'238'0,"-5"5"-20"0,-4 2-17 0,9-4-26 16,-4 1-14-16,2-1-22 0,1 0-13 0,4 0-7 16,2 3-21-16,-3-1-20 0,7-1-31 0,-6 2-42 15,-1 1-45-15,2 0-48 0,-2 0-45 0,0 3-125 16,-5-3-279-16,-1 4 124 0</inkml:trace>
  <inkml:trace contextRef="#ctx0" brushRef="#br0" timeOffset="18103.02">19394 7506 154 0,'0'0'251'15,"0"0"-20"-15,-6 3-13 0,6-3-17 0,0 0-15 16,0 0-18-16,0 0-18 0,0 0-16 0,0 0-13 0,0 0-11 15,25-2-13-15,-8 1-27 0,0 0-35 16,-2-1-41-16,4 0-48 0,3 0-43 0,5-2-51 16,-6 4-156-16,-3-4-329 0,4 1 146 0</inkml:trace>
  <inkml:trace contextRef="#ctx0" brushRef="#br0" timeOffset="18563.78">20080 7214 61 0,'-1'-9'299'0,"1"9"-18"0,-5-16-9 0,4 8-3 16,-3 0-10-16,3 2-6 0,1 6-8 0,-3-11-8 0,3 11-6 16,-4-9-21-16,4 9-25 0,-1-7-22 15,1 7-23-15,0 0-16 0,0 0-20 0,0 0-7 16,0 0-8-16,-2 21-10 0,2-2-9 0,-2 6-10 16,1 2-8-16,-3 2 0 0,3 3-4 0,0 0-36 15,-1 0-36-15,1 1-29 0,1-1-32 0,-3 3-51 0,1-2-64 16,-1 2-47-16,-3 0-55 0,-3-2-173 15,1 2-513-15,-2-4 227 0</inkml:trace>
  <inkml:trace contextRef="#ctx0" brushRef="#br0" timeOffset="18902.49">18433 8004 106 0,'-11'0'194'0,"11"0"-17"0,0 0-13 0,0 0-4 16,0 0-1-16,53 5-7 0,0-5-6 0,12-3-8 16,40-1-10-16,8-5-12 0,9 5-13 0,6-7-11 15,3 0-10-15,-3 1-28 0,5 2-31 0,1 0-27 16,-2-1-35-16,-1 4-23 0,0-1-20 0,-2 4-39 16,-4 0-34-16,-3-1-101 0,-6 0-276 0,0 0 122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9:53:3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9516 8764 29 0,'0'0'134'0,"-4"-6"-13"0,4 6-14 0,-6-7 8 0,6 7 1 16,-7-8-9-16,2 4-14 0,0 1-6 16,5 3 0-16,-11-7 1 0,6 4-2 0,-1 0 2 15,6 3-2-15,-10-6-6 0,6 3-6 0,4 3 0 16,-9-7-3-16,9 7-2 0,-8-4-1 0,8 4-8 0,-5-3-3 15,5 3-12-15,0 0 0 0,0 0-5 0,0 0-4 16,13-13-2-16,4 9-3 0,9-1 8 16,6-2-7-16,7-3-4 0,13 0-6 0,-1-2-8 15,-1 4-5-15,0-4-7 0,-12 7-3 0,1 0-4 0,-4-1-2 16,-3-1-20-16,-11 4-8 0,-1 1-21 0,1 1-29 16,-7-2-26-16,0 2-28 0,-4 1-22 15,0 1-114-15,-5 2-297 0,-5-3 132 0</inkml:trace>
  <inkml:trace contextRef="#ctx0" brushRef="#br0" timeOffset="269.38">9546 8661 63 0,'0'0'148'15,"-9"0"-1"-15,9 0-15 0,0 0-5 0,0 0-11 16,0 0-19-16,-9 4-7 0,9-4-2 0,-1 12 0 15,0-2 4-15,0 8 3 0,1 6-5 0,-2 4 9 16,2 2-6-16,-2 0-8 0,-1 1 2 0,2 2-8 16,0-4-6-16,-1 2-3 0,0-1-4 0,0 4 2 15,0-4-5-15,-1 0 2 0,2-2-9 0,-3 1-5 16,4-3-8-16,-1-6-1 0,1 4-3 0,-3-7-2 16,3 0-6-16,-1-1-9 0,0 0-18 0,1-5-23 15,-1 1-37-15,1-3-39 0,0-2-37 0,0-7-31 16,0 16-31-16,-3-11-121 0,3-5-340 0,-5 6 150 15</inkml:trace>
  <inkml:trace contextRef="#ctx0" brushRef="#br0" timeOffset="715.24">9438 9093 121 0,'0'0'146'15,"11"-3"-13"-15,1-1-9 0,-1-1-11 0,7 2 4 16,9-3-6-16,2 1-19 0,3-2 9 0,1 1-10 15,-1 3-8-15,4-5-6 0,0 3-8 0,0 2-9 16,-2-3-2-16,-1 1-10 0,-3 0-1 0,-3 1-6 16,-8 0-8-16,0-1-5 0,-7 4 2 0,0-4-4 15,-4 4 2-15,0-1-7 0,-2 2-3 0,-6 0 6 16,11-3-9-16,-11 3 4 0,0 0 1 0,9 0 3 16,-9 0 5-16,0 0-3 0,0 0-7 0,0 0 1 15,0 0 4-15,0 0 5 0,-20 21 3 0,10-10 3 16,-1 1-6-16,-2 1-3 0,2 0-7 0,0 0 6 15,2 0-6-15,1 2 0 0,4-5-3 0,3 1 1 0,0-1-1 16,2 0 2-16,0-1-7 0,2-1 8 0,2-2-1 16,3 0 0-16,2 0-4 0,1-2 2 0,3 0-1 15,4-4 0-15,1 0-3 0,-2-2 3 16,4-1 0-16,-1 0-3 0,-1 1 1 0,0-6-1 0,-2 1 0 16,-2-2-2-16,1 1-2 0,-5-4 3 0,-3 3 2 15,0-2 2-15,-7-1-4 0,0-1 1 0,-1 1-2 16,-6-5-6-16,-2 2 0 0,-1 0 4 15,-1-1-1-15,2 5-2 0,-2-1-2 0,-3 0 0 0,4 3-1 16,-1 3-15-16,0 2 1 0,-1-1-16 0,2 4-14 16,-2 0-25-16,1 3-19 0,10-2-28 0,-13 4-23 15,7 0-14-15,2 1-9 0,0 0-18 0,4-5-93 16,-3 12-295-16,3-12 131 0</inkml:trace>
  <inkml:trace contextRef="#ctx0" brushRef="#br0" timeOffset="1015.31">10142 9022 75 0,'0'0'130'16,"15"0"5"-16,-2 2 3 0,0 0 11 0,-1 1-12 16,1 0-6-16,4 4-6 0,1 0 2 0,-3 2-2 15,5 3-9-15,1 3-15 0,-6-2-6 0,-1 2-5 16,5 3-5-16,-6-1-6 0,1-2-12 0,-3 2-3 16,0-2-5-16,-2 1-7 0,-5-5-4 0,0 1-4 15,-4-1-3-15,1-2-4 0,-2 1 0 0,-3 0-4 16,0-4 2-16,-2-5-7 0,-2 2-1 0,-2-1 1 15,1-3-3-15,-4-1-1 0,4-1 2 0,-3-3-3 16,1-7 2-16,3 6 3 0,2-3 4 0,0-6 1 16,-1 0-6-16,5-1-4 0,-1-2-3 0,3 1-3 15,3 0-1-15,2-1-3 0,1 2 1 0,2 0-3 16,6-6-5-16,2 4 0 0,5-1-10 0,-2 2-11 0,5 1-11 16,2-1-9-16,-1 5-20 0,1-1-22 0,-2 4-24 15,-3 3-22-15,-1 1-26 0,0 1-41 16,-8 4-149-16,1-2-367 0,0 3 162 0</inkml:trace>
  <inkml:trace contextRef="#ctx0" brushRef="#br0" timeOffset="1561.48">11127 8745 45 0,'1'-16'230'0,"1"4"-6"0,-2 2-14 15,1 3-18-15,0 0-17 0,-1 7-17 0,4-10-21 16,-4 10-17-16,0 0-16 0,2-5-13 0,-2 5-9 16,0 0-6-16,12 28-1 0,-5-2-6 0,3 5-4 15,2 13-4-15,-4 3-4 0,-1-1-1 0,1 3-7 16,-2-1 2-16,-3 2-5 0,0-2-1 0,-3-14-7 16,5 14 0-16,-5-12-9 0,3 9 1 0,-2-15-6 15,3 1 2-15,-2 2-5 0,1-6 1 0,2 4-2 16,-2 0-5-16,-1-5 2 0,0-1 1 0,0-7-19 15,1 1-22-15,-5-2-18 0,2 0-23 0,0-2-23 16,-2 1-19-16,-1-5-29 0,1 0-28 0,-1-3-23 16,-2 0-133-16,0-4-345 0,-3-1 153 0</inkml:trace>
  <inkml:trace contextRef="#ctx0" brushRef="#br0" timeOffset="1815.71">11197 8982 12 0,'4'-18'183'0,"-1"1"-3"0,-1 6-10 16,2 1-15-16,0 0-14 0,2 2-15 16,3 1-7-16,0 0-5 0,3 5-10 0,7-3-6 15,-2 2-3-15,3 3-9 0,2 2-10 0,1 3-9 0,-4 0-6 16,1 3-5-16,-2 2-10 0,0 2 1 16,-5 1-9-16,-1 0-2 0,-4 4-6 0,-1 0 1 0,-6 2-4 15,-2-2 3-15,-6 8-3 0,-3-1-5 16,-6 2 0-16,-1-3 0 0,-5 3-1 0,-2-7-3 0,-4 2-1 15,1-1-2-15,0-1-1 0,0-2-12 0,3-1-21 16,6-6-28-16,1-1-33 0,7-4-40 0,-1 1-36 16,4-2-159-16,1 0-341 0,6-4 152 0</inkml:trace>
  <inkml:trace contextRef="#ctx0" brushRef="#br0" timeOffset="2307.42">11549 9003 172 0,'10'-3'182'16,"1"2"-12"-16,0-1-9 0,-3 2-7 0,3 2-13 16,-1 0-6-16,1 2-9 0,1 2-7 0,-1 0-7 15,-1 3-5-15,-2-2-6 0,4 6-11 0,-2 1-8 16,-1-3-10-16,0 1-6 0,0 2-3 0,-5-2-4 16,2-2-7-16,-2 0-6 0,-1 0-1 0,-2-1-3 15,-2 1-5-15,-1 1-3 0,1-3-1 0,1-8-2 16,-2 12-2-16,0-8-1 0,2-4 0 0,-5 7-2 15,5-7-3-15,0 0-1 0,0 0-6 0,0 0-2 16,0 0-3-16,0 0-5 0,0 0-3 0,0 0-11 16,10-31-7-16,-3 20 0 0,4-5-6 0,1 0-2 15,2-7 6-15,0 8 2 0,3-4-3 0,0 0-2 16,-5 4 6-16,2 2 3 0,-2 1-2 0,-2 5 3 16,0 1-2-16,-2-3 2 0,-3 7-2 0,1-1-2 15,4 2 3-15,-10 1-1 0,13 1-3 0,-8 4 5 16,1 0 7-16,1 3 14 0,2 1-4 0,-4 0-2 0,3 3 5 15,-2-2 1-15,3 4-3 0,-1-2 0 0,2 0-1 16,1 2 1-16,-3-6-1 0,1 0 2 16,1-3-1-16,-1-1 2 0,3 0-1 0,-2-2 0 15,-2 0 2-15,2-5 2 0,3 0-2 0,-2-3 2 0,-2-1-2 16,1-1 5-16,-2-1-1 0,1-2 2 0,-1-1 5 16,-2-4 1-16,-4 4-3 0,1-5 0 15,-6 1-6-15,-1 0 1 0,-4-1-5 0,-2 2-6 16,-1-1-7-16,-3 0-3 0,5 8-9 0,0 0-12 0,-3 1-19 15,0 4-20-15,-2-1-23 0,1 5-8 0,-6 5-25 16,2-3-22-16,1 6-31 0,2 2-144 0,2 0-345 16,3-3 153-16</inkml:trace>
  <inkml:trace contextRef="#ctx0" brushRef="#br0" timeOffset="2563.29">12358 8764 90 0,'5'-15'247'0,"4"1"-8"0,-5 2-9 16,0 4-8-16,-3 0-4 0,1 2-21 0,-2 6-24 16,4-8-22-16,-4 8-21 0,0 0-14 0,0 0-15 15,0 0-9-15,14 24-6 0,-7 4 4 0,-3 18-10 16,-1 6-2-16,-4 5-2 0,-3-1-1 0,-4-1-13 16,0 2-5-16,1-6-10 0,3-3 1 0,-2-12-8 15,3 11-1-15,-1-12-5 0,2-3 3 0,2 0-6 16,-4-4-5-16,4 2-8 0,-1-2-17 0,2-3-15 15,2-1-20-15,-3-5-39 0,-3-4-27 0,3-2-23 16,0 0-29-16,0-2-31 0,0-3-16 0,0 0-12 16,0-8-130-16,-4 7-368 0,4-7 163 0</inkml:trace>
  <inkml:trace contextRef="#ctx0" brushRef="#br0" timeOffset="3241.15">12433 8955 171 0,'10'-16'168'0,"1"0"-3"0,1 4-12 0,1 1-7 16,-1 5-4-16,-1 3 0 0,2 3-5 0,1 1-2 16,1 4-9-16,2 1-8 0,-2 2-14 15,1 3-7-15,-3 6-11 0,-3-1-5 0,-1 7-11 16,-5-4-4-16,-4 10-15 0,-5-3-12 0,-5-1-9 0,-6 1-9 16,-1-5-6-16,2 1-7 0,-6-4-6 15,8-5-11-15,-3-3 0 0,-1-1-1 0,5-2-6 16,1-4 1-16,0 1 5 0,-1-1 5 0,3-2-6 15,3 0 2-15,6-1 0 0,-14-2 1 0,14 2 2 0,-8-4-7 16,8 4 1-16,0 0-1 0,0 0 5 0,0 0-4 16,18-13 4-16,-8 8-2 0,3 1-1 0,6-1 2 15,2 1 1-15,8-2 4 0,-2-1-3 0,1 0 1 16,1 3 5-16,6-5-1 0,-7-1 7 0,7 1-10 16,-4 1 2-16,-1-3 6 0,-1 0-2 0,-3 1 2 15,1-4 5-15,-2 0 2 0,-2 1 6 0,-1-4 4 16,-7 6 6-16,2-2 14 0,-7 1-4 0,1-2 2 15,-4-1-4-15,0-2 4 0,-4 2-2 0,-3 3 2 16,0-4-4-16,-2 4-6 0,1 0 0 0,-3 0 0 16,1 3-1-16,-3 0 0 0,1 2-8 0,1 2-4 15,-1 1-2-15,5 4-2 0,-16 0-3 0,5 6-1 16,1 1 1-16,-4 5 1 0,-4 7-3 0,2 3 4 16,5 1-4-16,-1 4 6 0,1-1-3 0,3 0 5 15,3 1 2-15,5-8-1 0,0 6-5 0,2-7 7 16,3-1-2-16,1-2 3 0,3-2 0 0,0 0-2 15,2 0-1-15,2-2-4 0,-1-4 9 0,-1-2 0 16,6 0-4-16,0-1 3 0,1-4-6 0,2-2 4 16,0-3-2-16,1 0 0 0,-2-2-1 0,6-4-1 15,-6 1-3-15,4-4 0 0,-6 1-2 0,-1-1 5 16,-3 2-6-16,0-2 8 0,1-3-12 0,-1 0 5 16,-3 1-3-16,1-1-1 0,-2 2-1 0,0 1 1 15,0 6-2-15,-5 0-2 0,1 2-3 0,-1-1 0 16,0 2 0-16,-4 5-4 0,6-6-2 0,-6 6-3 15,0 0 1-15,0 0-1 0,13 10 4 0,-7-2 2 16,-2 2 1-16,-1 2 2 0,2 1 3 0,-3-1-2 16,2 4 1-16,-1 2 3 0,-3-7-5 0,4 3 2 15,-2 3 4-15,0-5-1 0,0 2 0 0,-1-3 3 16,1 2-10-16,2-3-22 0,1 2-27 0,0-2-28 0,-5-1-44 16,4-1-60-16,-2-1-239 0,-2-7-459 15,3 11 204-15</inkml:trace>
  <inkml:trace contextRef="#ctx0" brushRef="#br0" timeOffset="3935.13">13955 8974 164 0,'0'0'168'0,"0"0"-13"16,7-1-14-16,-7 1-4 0,0 0-7 0,0 0-6 16,-3 17 0-16,3-17-2 0,-4 20-2 0,2-7-13 15,0-1-6-15,2 5-10 0,2-1-5 0,0-1-9 16,2-2-6-16,1 1-7 0,2-2-4 0,4 1-1 15,-2-5-1-15,9 2-5 0,-3-3-5 0,2-2-3 16,0-1-1-16,4-2-3 0,1-4-2 0,-1 0-2 16,-1-2-3-16,0-3-1 0,5-3-4 0,-6 1-1 0,-2 0-5 15,-2-1-1-15,-3-1 1 0,-3 0-1 0,-3-3-4 16,-1 3-3-16,-4-6 0 0,-2 4-4 16,-4-5-2-16,-4 1-4 0,-2 1 7 0,-3 0-9 15,1 2 0-15,-5 0-1 0,2 3 2 0,-6 3-4 0,2 1-1 16,-3 3-5-16,3 3 1 0,-9 4-12 0,2 4-11 15,6-1-16-15,-6 4-18 0,8-1-18 16,2 2-27-16,2 5-25 0,3-5-32 0,10 1-24 16,-2 4-137-16,6-6-350 0,5 0 155 0</inkml:trace>
  <inkml:trace contextRef="#ctx0" brushRef="#br0" timeOffset="4203.58">14505 8603 57 0,'2'-12'248'0,"-1"2"-14"16,-1 3-22-16,2 1-27 0,-2 6-24 0,2-8-22 15,-2 8-13-15,0 0-11 0,0 0 6 0,12 39-5 16,-7-7 1-16,-3 19-3 0,1 6-6 0,-3 26-2 16,-3-23 1-16,-4 23-18 0,0-24-8 0,-2 24-4 15,0-25-9-15,-3-1-5 0,5-2-4 0,-1-3-6 16,3-3-7-16,-1-1-3 0,0-11-5 0,2-3 1 15,-2 0-6-15,2-2-6 0,4 2-13 0,-3-7-9 16,1 1-20-16,0-4-33 0,2-5-20 0,-2-1-39 16,0-2-27-16,0-6-29 0,-1 0-28 0,0-1-30 15,-1-3-122-15,-1-5-371 0,5-1 165 0</inkml:trace>
  <inkml:trace contextRef="#ctx0" brushRef="#br0" timeOffset="4918.28">14432 9003 50 0,'10'-16'164'0,"2"6"-22"16,3-3-6-16,-1 7-1 0,4-1-11 0,-2 6-3 15,4 0 8-15,0 2-8 0,-2 4-10 0,2 0-16 0,1 2-7 16,-6 3-5-16,3 0-13 0,-4 4-3 16,-1 1-7-16,-4 4-6 0,-4-3-1 0,-5 2-15 15,0 1-4-15,-4 5-9 0,-6-1-2 0,-2-5-12 16,0-4-2-16,-4 0 1 0,-4 4-7 0,4-8 2 0,2-1 1 15,1-2-6-15,2-3 1 0,-3 0 2 16,8-2 3-16,-2-1-1 0,8-1 1 0,-12 1 5 16,12-1-6-16,-8 0-1 0,8 0 1 0,0 0-4 15,0 0-2-15,0 0 10 0,0 0-13 0,0 0 3 0,23-15 5 16,-4 11-9-16,0 0 6 0,13-2-1 0,-1-1 1 16,3 2-1-16,2 1 5 0,-2-1-10 15,1-1 3-15,-1-3-6 0,2 1-4 0,-1-2-6 16,-3 2-4-16,1-3 2 0,-1 0-10 0,-3 0 2 0,1 1 5 15,-8-3 3-15,-2 4-3 0,1-5 0 0,-3 1 8 16,-5 1 14-16,1-1 1 0,-1-1 8 0,-3 0 6 16,-2 0 3-16,-2-2-4 0,-3 6 7 0,-3-7 0 15,0 6 6-15,0 0 4 0,-2-1 0 0,-1 3 1 16,-1-1-2-16,-1 2-8 0,-2-1-1 0,1 3 0 16,1 1-3-16,-3 0-9 0,-4 2-2 0,2 3 2 15,-1 3-5-15,-6 4 0 0,2 1 3 16,1 5-1-16,0 2-5 0,0 2 11 0,0 2 8 0,1 2-2 15,3 3-3-15,5-7 0 0,-1 0 0 0,3 0-4 16,1 1 2-16,4-2 2 0,3-1 2 0,1 0 0 16,1 1-4-16,5-3 5 0,-1-7 3 0,5 7-1 15,-1-4-4-15,3-2 2 0,3-3 1 0,1-1 0 16,-1 0 1-16,-2-3-6 0,3 0 1 0,-1-4-3 16,-3 2-3-16,-2-3 5 0,3 0-4 0,-3-1 0 15,-3 0 2-15,-2-1 0 0,0-1-1 0,0-5-4 16,0 1 1-16,-3 0 1 0,-2-2 1 0,3 0-1 15,-3 0-4-15,-2-2-2 0,-1 4 3 0,3-3-3 16,-2 3 1-16,-1 0-1 0,2 3 3 0,-1 0-2 16,-2 0 0-16,-1 5-4 0,-1 4-3 0,6-7-3 15,-6 7-1-15,5-5-2 0,-5 5 0 0,0 0-1 16,15 3 5-16,-10 2-5 0,2 4 1 0,-1 0 0 16,-1 3 4-16,5 1 1 0,-3 1 0 0,-2 3 1 15,1 0 4-15,-3-6-6 0,7 4 6 0,-6 0-1 0,1 1-11 16,0-4-17-16,-1 1-21 0,2 0-24 0,1-1-34 15,-4-4-26-15,3 0-37 0,0 0-150 0,-1-3-347 16,5-2 153-16</inkml:trace>
  <inkml:trace contextRef="#ctx0" brushRef="#br0" timeOffset="5303.09">15947 8854 134 0,'-19'6'212'0,"-9"3"-15"0,3 6-14 0,0 4-6 0,1 1-11 16,2 1-13-16,1 4-14 0,4 0-14 0,0-2-9 15,6 0-13-15,3-4-9 0,3-2-11 0,0 2-6 16,5-2-9-16,4 0-1 0,1 1-5 0,3-4-8 16,1 0-6-16,1-5-11 0,4 0-10 15,5-1-10-15,-1-3-11 0,2-3-3 0,-1-2-9 0,2-2 1 16,1-1-5-16,-2-4 7 0,-3 0 1 0,-1 0-2 15,-5-2 0-15,1-3 4 0,0-1-3 0,-5 4 5 16,4-6 2-16,-5 3 5 0,2-3 1 0,-7 2 8 16,0 1 8-16,1 1 1 0,-1 0 7 0,-1 1 6 15,0 10 7-15,0-12 5 0,1 6-11 0,-1 6-5 16,0-8-6-16,0 8-6 0,0 0-6 0,0 0-2 16,0 0-7-16,0 0 13 0,0 0-5 0,-4 26 0 15,2-11-3-15,0 4-2 0,1-3-1 0,0 0 1 16,0 2 0-16,-1-1-1 0,2 0-3 0,3 0 2 15,-3 0-18-15,2-3-18 0,1 2-30 0,0-6-29 16,2 2-47-16,4-2-46 0,0-1-225 0,1-1-436 16,1-2 193-16</inkml:trace>
  <inkml:trace contextRef="#ctx0" brushRef="#br0" timeOffset="5559.01">16478 8725 85 0,'-1'-16'270'0,"-1"-1"-4"0,0 6-9 16,2 1-18-16,-3 3-22 0,2 1-24 0,1 6-23 0,0 0-23 15,0 0-15-15,0 0-11 0,0 0-7 0,5 24-3 16,-1 3 5-16,0 7-1 0,1 1-5 0,-1 0-14 16,2 10-6-16,-4-11-5 0,2 0-9 15,0-2-4-15,-3 3 1 0,3-5-17 0,0-1-9 0,-2 1 2 16,0-3-10-16,-1-4-4 0,3-4-12 0,-1 1-18 15,-3-4-20-15,1 3-24 0,0-7-28 0,-1-1-34 16,0 1-45-16,0-2-36 0,-1-3-40 0,1-7-218 16,-3 11-476-16,3-11 211 0</inkml:trace>
  <inkml:trace contextRef="#ctx0" brushRef="#br0" timeOffset="5863.83">16349 8961 80 0,'-7'-7'222'0,"2"2"-18"15,1-2-9-15,1 4-14 0,3 3-11 0,-6-8-15 16,6 8-16-16,0 0-16 0,0 0-12 0,0 0-5 16,0 0-10-16,23-6-3 0,4 4-11 0,6 2-9 15,5-1-8-15,0 1-4 0,17-4-4 0,-18 1-9 16,1-1-5-16,-2-1-2 0,0 3-4 0,-6-2-3 16,-1 3-6-16,-11-2-2 0,3 0-1 0,-9 2-2 15,2-1 5-15,-5 2-5 0,-1-1 3 0,-8 1-7 16,11-2-1-16,-11 2-2 0,9 2-2 0,-9-2 4 15,8 5 9-15,-5 1-2 0,-1 0 12 0,1 6 9 16,-5 3 4-16,2-3-7 0,0 4-2 0,-3 1-3 16,0 1-1-16,1 0-2 0,1 3-4 0,-2-4-5 15,3 2-1-15,-2-2-6 0,-1-2-14 0,2 5-17 16,-2-4-26-16,5 0-43 0,-1 2-45 0,0-1-43 16,1-6-55-16,-1-1-196 0,-1-10-454 0,2 12 202 15</inkml:trace>
  <inkml:trace contextRef="#ctx0" brushRef="#br0" timeOffset="6041.3">16864 8718 1800 0,'-4'-15'-3'0,"-1"-1"14"16,1 7-15-16,0 0-5 0,0 3 0 0,3 1-3 15,1 5 2-15,-4-8 3 0,4 8 4 0,0 0-5 16,0 0-12-16,0 0-6 0,3 33-14 0,6-10-40 15,6 4-19-15,4-1-17 0,2 1-112 0,3-3-246 16,0-1 108-16</inkml:trace>
  <inkml:trace contextRef="#ctx0" brushRef="#br0" timeOffset="6570.05">17205 8954 149 0,'0'0'187'0,"0"0"-7"0,0 0-2 15,0 0-2-15,0 0-13 0,-19 6-14 0,12-5-2 16,2 5-10-16,-1-2-9 0,0 3-5 0,-1 2 5 15,1 1-2-15,1 3-8 0,-3 1-5 0,4 2-17 16,2-4-5-16,-1 1-11 0,2-1-7 0,1 1-5 16,0-2-6-16,4 2-9 0,0 2 5 0,2-5-11 15,0 0-3-15,2-3-4 0,1 0-4 0,3-1-6 16,-1-1-6-16,2-1-10 0,-1-1-8 0,0-1-7 16,-1-4-2-16,1 0-8 0,-3 1-1 0,1-4-2 15,-5 0-3-15,2 1-4 0,-2-5-2 0,0 1 2 16,-1-2 1-16,-1-5-6 0,0 3 3 0,-2-2 2 15,0-1 5-15,-1-1-2 0,0-2 4 0,2 2-4 16,0-1 1-16,0 0 4 0,0 5 3 0,-2 0-1 16,4 2 8-16,-3 5 0 0,3-6 3 0,-1 6-6 0,3 2 7 15,-6 3 0-15,10-3-2 0,-10 3 0 16,14 6 7-16,-3 2 5 0,-4 0 4 0,2 2-2 16,-1 4 2-16,2 1 4 0,-1-2-5 0,-1 3-2 15,2-2 6-15,-6-3-3 0,1 5-2 0,-1-7 3 0,1 2-2 16,-2-5-1-16,0 1 2 0,1-2 3 0,-4-5 9 15,4 7 7-15,-4-7 20 0,4 6-4 16,-4-6 7-16,0 0-3 0,0 0-4 0,0 0-7 16,0 0-3-16,9-15-2 0,-4 5-9 0,4 0-2 0,-2-4 1 15,4 2-5-15,3-3-6 0,-2-1 4 0,4 4-6 16,2-8-3-16,-2 7-4 0,0 3-2 0,1 0 2 16,-2 3-2-16,1 0-1 0,-4 5-2 0,-1 1 0 15,2 3 0-15,-1 3 0 0,-1 2-3 0,2 2 6 16,-5 1-4-16,-1 1 4 0,-1 4 2 0,-4 0-6 15,2 6 2-15,-4-5-2 0,0 3-2 0,-4 7-25 16,2-7-28-16,-3 1-40 0,-2 4-53 0,0-6-49 16,1-2-54-16,-2 4-225 0,4-5-513 0,-3-3 227 15</inkml:trace>
  <inkml:trace contextRef="#ctx0" brushRef="#br0" timeOffset="6741.2">17979 9218 49 0,'0'0'304'0,"8"-3"-24"16,-8 3-15-16,0 0-17 0,0 0-4 0,10 4 5 16,-10-4-21-16,-1 8-13 0,1-8-13 0,0 0-20 15,-10 20-10-15,2-11-24 0,-1 2-17 0,-4 0-11 16,2 3-20-16,-3-2-42 0,0 0-44 16,-3 0-59-16,-2 5-75 0,2-7-99 0,-9 3-253 0,1-2-509 15,-2-3 226-15</inkml:trace>
  <inkml:trace contextRef="#ctx0" brushRef="#br0" timeOffset="7401.24">19266 8732 2207 0,'3'-8'12'0,"-2"-1"40"0,-1 9-6 0,1-12-16 16,-1 6-9-16,0 6-6 0,2-10 0 0,-2 10-6 15,0 0-2-15,2-6-4 0,-2 6-5 0,0 0-1 16,0 0 4-16,0 0 11 0,0 0 7 0,5 28 5 15,-3-1 8-15,0 5 13 0,-2 3 0 0,2 13 3 16,-5 1 2-16,6-4-2 0,-2 0 3 0,0-12-8 16,2 1 1-16,2-1-4 0,0 1-3 0,-1-2-7 15,0-3 3-15,1 1-6 0,0-3 1 0,2-2-3 0,-2-7-5 16,-2 0-1-16,2-3-4 0,-1-2-10 16,0-3-13-16,0 0-24 0,-3-4-21 0,2 0-22 15,-1-1-13-15,-2-5-8 0,3 6-11 0,-3-6-39 16,0 0-20-16,0 0-28 0,0 0-13 0,0 0-124 0,-5-29-357 15,1 12 158-15</inkml:trace>
  <inkml:trace contextRef="#ctx0" brushRef="#br0" timeOffset="7734.2">19341 9123 291 0,'1'-36'31'0,"-1"-10"15"0,-1-1-4 15,2 0 22-15,0 13 9 0,-1-14 14 0,-1 15 11 0,0 2-3 16,1 1 10-16,1 1 13 0,-1 10 3 0,0 1 3 16,0 6-3-16,2 0-11 0,0 2-8 15,0 0-6-15,1 3-16 0,1 0-9 0,2 2-5 16,0 4 0-16,6-1-5 0,7 2-1 0,3 3-6 0,5 2-1 15,1 6-9-15,-3 0-3 0,0 5-4 0,-4-1-4 16,-8 1-1-16,4 4 1 0,-8-2-4 0,-4-1 1 16,-1 2 1-16,-6 1-2 0,-2-1-1 0,-3 6 2 15,-3-7-4-15,-4 2-4 0,-7-1 1 0,7-3-3 16,-6 1-1-16,3-6 1 0,-2-5-5 0,5 4 2 16,0-4-4-16,2-5 1 0,-1 2-3 0,3-2 5 15,2 0-4-15,8-1-2 0,-13-1 2 0,13 1-2 16,-11-2 3-16,11 2-1 0,0 0 5 0,-10-2-5 15,10 2-5-15,0 0-1 0,0 0-3 0,0 0 1 16,0 0-5-16,0 0 3 0,0 0-3 0,19 19 1 16,-7-13-2-16,2 5 4 0,1-1-1 0,2 1 2 15,6 5-1-15,1 0-14 0,-2-4-31 0,1 2-37 16,2 0-42-16,3-3-54 0,0 0-69 0,0-1-138 16,1-2-414-16,-4-6 183 0</inkml:trace>
  <inkml:trace contextRef="#ctx0" brushRef="#br0" timeOffset="8116.25">20084 8969 123 0,'-10'-5'237'0,"-1"2"-20"0,0 0-9 16,0 3-7-16,-1 0-12 0,1 3-18 0,-1 1-9 15,0 8-15-15,1-8-12 0,1 3-16 0,1 4-12 16,2-1-13-16,1 0-8 0,2 3-7 0,3-3-4 0,1 2-7 15,1 2-7-15,3-4 0 0,0 2-17 16,3-3-4-16,2 1-6 0,5 3-7 0,-4-7-10 16,3-1-8-16,-2 1-1 0,-1 0-5 0,3-4 0 15,-6-1-2-15,-1 0 3 0,0 1-3 0,-6-2 5 0,0 0-1 16,14-2 12-16,-14 2 4 0,5-3 7 0,-5 3-3 16,0 0-2-16,0 0 2 0,0 0-3 0,0 0-5 15,0 0 8-15,0 0 0 0,-26-7-2 16,17 10-3-16,-4 2-3 0,3 1 1 0,-2 1 0 0,-2 2-2 15,3 4 4-15,0-1 3 0,-1 3 0 0,1-2-3 16,2 2 1-16,2-1-1 0,3-2-5 0,0 3 0 16,2-1 1-16,3-2-2 0,0 0-5 15,3-2 3-15,1 2-7 0,6 1-13 0,-1-4-14 0,4 2-22 16,2-3-29-16,2-1-43 0,1-2-47 0,9-1-40 16,-1 0-58-16,-5-4-141 0,-3-2-434 0,4 0 193 15</inkml:trace>
  <inkml:trace contextRef="#ctx0" brushRef="#br0" timeOffset="8565.24">20983 8829 237 0,'-4'-12'268'0,"0"2"-9"0,-1 0-9 16,0 3-6-16,1-1-14 0,-4 2-12 0,-1-2-18 15,0 5-26-15,-3 3-16 0,-5 3-18 0,-5 3-15 16,-2 7-13-16,-4 5-9 0,2 3-13 0,2 4-6 16,0 3-17-16,5-4-2 0,3 1-6 0,5-1-8 15,2 2-2-15,4-8-8 0,3 0-4 0,4-1-7 16,-1-1 5-16,4 1-8 0,3-3-10 0,2-2-5 16,2 1-2-16,0-1 0 0,4-4-11 0,-2-3-3 15,0-2 0-15,5-1-2 0,-6-2 2 0,1 2-6 16,-1-4 5-16,4-2-3 0,-5 1 1 0,0-4 1 15,-2-2 5-15,-1 0-2 0,1-2 2 0,-1 0 1 0,-3-4 0 16,2 1-6-16,-4-1 4 0,1-2 6 16,-1 2-3-16,-1 2-3 0,0-2 4 0,-1 3 1 15,0 3 18-15,-1 1 3 0,0 3 0 0,-1 5-2 16,3-9-6-16,-3 9-3 0,4-6-7 0,-4 6-1 0,0 0 0 16,0 0 0-16,0 0 0 0,1 21 4 15,0-7 0-15,-2 0-3 0,1 3 2 0,0 0-4 16,-1 0 2-16,0 2 2 0,1-3-5 0,1 0 1 15,0 3-14-15,2-3-14 0,1 0-19 0,-2-5-24 0,3 0-28 16,-1-1-35-16,1-1-45 0,0-3-37 0,0 0-43 16,1-2-168-16,-6-4-458 0,12 5 204 15</inkml:trace>
  <inkml:trace contextRef="#ctx0" brushRef="#br0" timeOffset="8901.04">21195 8999 42 0,'5'-9'184'0,"-2"1"-3"0,2 3-8 15,-3-1-13-15,-2 6-9 0,4-7-10 0,-4 7-5 16,0 0 6-16,0 0 3 0,0 0-13 0,0 0-13 16,10 16-9-16,-10-9-8 0,3 3-2 0,-2-4-6 15,-1 2-8-15,2 2-7 0,-2 0-7 0,0-3-6 16,0-7-6-16,1 12-5 0,0-7-7 0,-1-5-5 16,1 9 2-16,-1-9 4 0,0 0 1 0,3 8 6 15,-3-8-5-15,0 0 0 0,0 0-8 0,0 0 1 16,0 0 1-16,0 0-9 0,0 0-10 15,0 0-1-15,1-33-12 0,3 23-1 0,2-1-10 0,-1-3 0 16,6-3-1-16,1 3-3 0,1 1-8 0,1-2 5 16,3 3 0-16,-2 1 0 0,-1 2-1 0,0 2-1 15,-3 4-3-15,-1-1 1 0,-1 5-3 0,-2-1 5 16,-7 0-3-16,18 6 1 0,-8 2 1 0,-2 0 2 16,1 2 1-16,0 4-2 0,-3 1 4 0,1-1 0 15,-2 4 0-15,-1-6-19 0,3 4-32 0,-3-2-30 16,-1-3-51-16,-1 0-49 0,2 0-55 0,-2-3-148 15,-1-1-420-15,-1-7 186 0</inkml:trace>
  <inkml:trace contextRef="#ctx0" brushRef="#br0" timeOffset="9324.62">21742 8926 121 0,'-1'-11'215'0,"-1"0"-4"0,0 1-1 16,-1 1-5-16,-1 1-6 0,-1 3-10 0,5 5-15 15,-12-9-12-15,5 9-18 0,7 0-14 0,-18 0-9 0,8 4-9 16,-3 3-12-16,0 3-11 0,-1 3-5 0,-4 5-7 16,6-4-6-16,-1 1-8 0,1 2-9 0,3-3-2 15,1 3-5-15,2-2-6 0,3-1-1 16,1-3-9-16,2-1 0 0,0 2-2 0,3 1-2 0,1-4-4 16,2-2 2-16,0 0-15 0,2-2-9 0,2-1-9 15,3-3 2-15,0-2-2 0,0-1-4 0,1-2-4 16,1-2 4-16,2-2 0 0,-7 0 5 0,-1-2-4 15,0-2 10-15,0-4-5 0,-3-2 4 0,4-7-2 16,-6-1 0-16,-1-1 0 0,-2-2 7 0,-2-1 3 16,-1-2 3-16,2 0 2 0,0 0 6 0,0 0 2 15,-1-1 4-15,1 3 5 0,-1 6 4 0,2 4 9 16,-2 2 5-16,1 3 9 0,0 4 6 0,1 3 10 16,-2 1-5-16,1 7-6 0,1-11-15 0,-1 11-7 15,0-9-6-15,0 9-7 0,0 0-3 0,0 0-1 16,3 27-3-16,-1-4 2 0,-2 10 0 0,3 2-3 15,-2 0 11-15,3 0-18 0,0 12 0 0,-2-13-13 16,5 0-14-16,-3 2-19 0,2-4-23 0,3 0-40 16,-3-2-47-16,4-1-71 0,3-3-65 0,-5-7-213 15,7 1-537-15,-3-4 237 0</inkml:trace>
  <inkml:trace contextRef="#ctx0" brushRef="#br0" timeOffset="9702.44">22252 8874 2883 0,'6'-32'12'0,"-2"0"-16"0,0 3 13 16,-4 2-10-16,1 9 10 0,-1 6 14 0,0 2 27 15,1 0 1-15,1 3 0 0,-2 7-8 0,0-10-8 16,0 10-7-16,1-6-7 0,-1 6-3 0,0 0 12 0,8 19 8 16,-1-3-1-16,0 9 2 0,2 1-7 0,1 0 0 15,0 3-4-15,0 0 4 0,-3-2-3 16,4-1-4-16,-1-2-6 0,1-1 1 0,0 0 3 15,-4-9-1-15,3 3 1 0,-3-6 1 0,1-1-4 0,0 0 0 16,-3-1-2-16,0-4 2 0,1-1 8 0,-2 0 7 16,0-1 16-16,-4-3 12 0,8 3 2 0,-8-3-5 15,0 0 11-15,15-14-25 0,-6 2 2 0,0-4-11 16,0-1-4-16,2-7-1 0,0-1-2 0,0-3-2 16,-1-1-9-16,1-3-1 0,-1 1-1 0,5-14-5 15,-5 13 6-15,2-3-5 0,-4 4-9 0,3-1 5 16,-1 6-9-16,-3 1 3 0,-2 8 1 0,0 6 5 15,-2 0-5-15,0 3-23 0,1 0-16 0,-1 3-52 16,-3 5-32-16,0 0-9 0,0 0-15 0,0 0-21 16,3 21-36-16,-8 4-50 0,-1 1-38 0,-3 6-227 15,-1 0-555-15,-3-1 245 0</inkml:trace>
  <inkml:trace contextRef="#ctx0" brushRef="#br0" timeOffset="9955.08">22975 8868 73 0,'0'0'275'0,"0"-10"-12"15,0 10-13-15,-6-8-23 0,-1 5-12 0,7 3-12 0,-12-4-15 16,1 6-10-16,0 0-6 0,2 2-11 16,-5 6-15-16,-1 1-9 0,0 1-1 0,3 4-12 15,0 0-9-15,3 1-2 0,-3 5-4 0,3-6-7 16,3 1-12-16,1 0-8 0,1 0-6 0,2-1-6 0,1 0-10 15,2 1-5-15,4-1-14 0,1-3-11 16,2 1-18-16,2 0-15 0,6-5-23 0,0 1-30 16,5-4-36-16,-2-1-43 0,1 0-49 0,9-7-53 0,-1 1-42 15,-7 1-170-15,6-4-486 0,2-4 215 0</inkml:trace>
  <inkml:trace contextRef="#ctx0" brushRef="#br0" timeOffset="10161.83">23364 8889 126 0,'-9'-7'219'0,"0"2"-5"16,-4 2-9-16,-1 3 0 0,-5 3 5 0,-11 6 7 16,1 5-11-16,1 0-1 0,0 4 2 0,1 1-23 15,1 1-2-15,3-1-14 0,5 2-17 0,3 1-13 16,4-5-10-16,0 7-8 0,6-7-12 0,3 2-10 16,4-7-11-16,5 5 1 0,3 0-17 0,3-2-3 15,5-3-18-15,8-1-18 0,5 1-20 0,4-3-34 16,3-2-31-16,-2-4-41 0,1-1-42 0,-3 0-68 15,-3-4-55-15,-10 0-230 0,0-1-529 0,-1-5 234 16</inkml:trace>
  <inkml:trace contextRef="#ctx0" brushRef="#br0" timeOffset="11166.91">23999 8926 58 0,'0'0'164'0,"0"0"-4"15,10 6 2-15,-10-6-1 0,3 10-11 0,-1-2-3 16,-1 0-9-16,1-2-20 0,-1 4-5 0,0-3-6 15,2 4-5-15,-2-3-9 0,0-2-10 0,1 1-5 16,-2-7 4-16,1 6 10 0,-1-6 11 0,3 7 10 16,-3-7 5-16,0 0 6 0,0 0 5 0,2 6 1 0,-2-6 1 15,0 0-14-15,0 0-10 0,0 0-18 0,0 0-6 16,-4-26-7-16,6 14-12 0,-2 0-4 0,0-6-11 16,-2 0-8-16,4-1-5 0,-1 0-2 0,1 0 3 15,1-7-19-15,4 0-8 0,0 1-7 0,3 1-1 16,2 1-3-16,-3 5 1 0,2 3-4 0,1 2 2 15,-5 3-5-15,4 2-2 0,-1 2-3 16,-1 3 2-16,1 1-1 0,1 5-3 0,1 1 0 0,2 5 5 16,1 4-5-16,2 7 4 0,1 2 2 0,-4 3-1 15,-1-1 8-15,-2-2-6 0,2 0 5 0,-7-4 0 16,2-1-1-16,0-2 2 0,-2 0 0 0,-2-3 0 16,-2-1 3-16,1-3-1 0,0 0-1 0,-2-2-3 15,-1-6 6-15,4 7 0 0,-4-7 2 0,2 7 4 16,-2-7 0-16,0 0 0 0,0 0 0 0,0 0-2 15,0 0 3-15,0 0-8 0,-9-29-6 0,8 19-7 16,1-7 0-16,3-2-5 0,-1 1-8 0,3-9-5 16,0 2 8-16,5 2-4 0,2 0-1 0,0-1-4 15,-1 7 4-15,-1 4 3 0,-2 2 0 0,3 0-2 16,-2 4 9-16,-1 0-7 0,4 5 0 0,-3 2-1 16,-3 0 2-16,5 6-1 0,-1 2 7 0,1 4 0 15,-2-1 2-15,0 6 1 0,-2-2 0 0,-1 3-13 16,-3 1-11-16,-1 2-14 0,0-2-25 0,2 0-41 15,-4 2-43-15,0-3-16 0,0-1-40 0,0 2-158 16,1-4-404-16,1-4 179 0</inkml:trace>
  <inkml:trace contextRef="#ctx0" brushRef="#br0" timeOffset="11793.34">24745 8743 90 0,'0'-8'245'15,"-2"-1"-7"-15,2 9-22 0,0-10-23 0,0 10-24 16,0 0-17-16,-2-9-20 0,2 9-8 0,0 0-5 16,0 0-2-16,0 0-11 0,-1 38-3 0,1-22-9 15,0 1-7-15,1 0-12 0,2 1-8 0,3-2-6 0,-1 4-4 16,3-2-5-16,-3-3-4 0,6 0-5 16,-3-1-4-16,1-5-2 0,5 3-1 0,-1-2-5 15,0-5 3-15,0 0-7 0,0-1 1 0,2-2-4 0,-2-2 6 16,2 0-5-16,-2-3-1 0,3-3-3 15,-3-1-2-15,0-3-3 0,-3 3 0 0,-1-4-2 16,3 0 1-16,-4-1-3 0,-1-5-2 0,-1-2-1 16,-3 1-2-16,6-7 0 0,-7 6-2 0,1 0 2 0,1-9 0 15,-2 10-1-15,2 1-2 0,-3 3-1 0,2 4 7 16,0 2-3-16,-3 2-4 0,0 6-7 0,0-12-1 16,0 12-2-16,0 0 2 0,0 0-2 0,0 0 1 15,0 0 2-15,0 38 1 0,-2-20 3 0,1 3 10 16,0 4-4-16,-1-6-1 0,2-1 6 0,0-1-9 15,2-2 0-15,2 1 2 0,-2-3 0 16,2-1 3-16,3-2-2 0,0 0 1 0,2 0-2 0,-1-4 7 16,7 3-3-16,0-5 2 0,4-3-1 0,3-2 0 15,-3-1 1-15,3-4-2 0,-2 0 2 0,-3 1-4 16,1-7 1-16,0 2-2 0,-4-3-2 0,-3 0-3 16,1-1-4-16,-3-1 2 0,-1-2-2 0,-4-2-1 15,2 2-1-15,-4-2 1 0,-2 1-2 0,0 0-1 16,0 1 1-16,-5 6 2 0,4 1 0 0,-1 1 4 15,0 2 2-15,-2 1-10 0,4 6-10 0,-4-7-1 16,4 7-1-16,0 0 4 0,0 0-1 0,0 0 2 16,-9 18-1-16,7-6 4 0,1 4 0 0,2 3 0 15,1 0 4-15,-2-2 2 0,4 2-1 0,-1 1 0 16,-1-1 2-16,2 0-1 0,0 0 1 0,-1 0 0 16,2-2 0-16,-3 0 8 0,2 0-4 0,-4 0 2 15,0-6 1-15,-2 1 3 0,2-2-2 0,2 2-14 16,-2-2-14-16,-4 0-22 0,-1 1-28 0,2-4-31 15,-1-1-26-15,-2 1-38 0,3-3-38 0,-3-3-153 16,6-1-392-16,-12-1 173 0</inkml:trace>
  <inkml:trace contextRef="#ctx0" brushRef="#br0" timeOffset="12024.56">25567 8499 182 0,'2'-4'209'0,"-2"4"-23"0,3-5-23 16,-3 5-15-16,0 0-7 0,0 0 12 0,9 13 17 16,-5 1-3-16,-2 2-2 0,5 11-5 0,-7 0-9 15,2 1-10-15,1 2-2 0,-3-2-14 0,0-2-9 0,1-1-11 16,-1 1-11-16,0-2-11 0,0 2-6 0,2-7-4 16,1 7-8-16,-3-8-15 0,2-2-20 15,1 2-24-15,-6-6-17 0,6 4-27 0,-1-2-42 16,-2-4-49-16,0-1-40 0,0 1-34 0,0-3-209 0,0-7-446 15,-2 11 197-15</inkml:trace>
  <inkml:trace contextRef="#ctx0" brushRef="#br0" timeOffset="12166.38">25600 8790 183 0,'0'0'176'0,"3"-6"-22"0,-3 6-22 16,9-7-20-16,-6 4-22 0,5 0-25 0,1-3-26 15,9 0-39-15,0-1-36 0,2 2-117 0,8-1-165 16,5 0 73-16</inkml:trace>
  <inkml:trace contextRef="#ctx0" brushRef="#br0" timeOffset="12821.28">26153 8433 201 0,'-2'-15'221'16,"2"4"6"-16,2 3-4 0,-4 1-11 0,2 7-21 15,0-12-20-15,0 12-27 0,0-7-14 0,0 7-15 16,0 0-6-16,0 0-12 0,4 34 3 0,-4-3 2 16,5 4-2-16,-2-1-9 0,-1 12-4 0,-2-10-7 15,2 10-4-15,-2-12-2 0,-2-2-7 0,2-1-5 16,2-3-5-16,0-2-5 0,-2-9-6 0,2 2-6 16,-2-4-2-16,0-3-1 0,3-1-4 0,-3-4-4 15,0-1 12-15,0-6-15 0,2 10 0 0,-2-10 2 16,0 6 4-16,0-6-7 0,0 0-3 0,0 0-1 15,0 0-8-15,0 0-2 0,0 0-6 0,0 0-3 0,-2-28-5 16,4 12-2-16,0 3 1 0,7-6-5 16,5-3 3-16,3 2-2 0,-3 7-4 0,6-2 0 15,-2 4 2-15,1 2-3 0,0 3 4 0,-1 4-2 16,0 0-2-16,-4 3-1 0,-3 1 1 0,1 3 0 0,1 0 1 16,-5 4 1-16,2-2-1 0,-3 3 7 0,-3 1 1 15,-4 0-9-15,0 2-15 0,-4 3-12 16,-3-1-8-16,-9-2-19 0,-3 4-17 0,-6-2-3 15,-1-4-3-15,-1 0 4 0,0-3 5 0,7-2 7 0,2-2 5 16,4-3 20-16,3-1 3 0,-2-1 12 0,4-1 12 16,0 0 12-16,1 0 11 0,3-2 12 0,5 4 1 15,-10-4-6-15,10 4 5 0,-4-6-7 16,4 6 2-16,0 0 2 0,0 0 0 0,14-12-1 0,-5 8-3 16,1 2 3-16,3-2 4 0,6 1-4 0,8-1 0 15,2 1 0-15,1-2-2 0,-1 1-1 0,2-2 1 16,-2 2 1-16,3 0-3 0,-5-2-2 0,2 1 4 15,0-2-6-15,-1 0 5 0,-4-3-1 0,3-1-1 16,-9 3 1-16,-1-1 1 0,0-1-2 0,-4 0 3 16,1-2-7-16,-1-2 4 0,-1 1 2 0,-4-3 5 15,-1 3 0-15,-3 0 2 0,0 1-1 0,0-1 7 16,-2 2 2-16,-2 1 11 0,-2 2 2 0,2 8 0 16,-3-13-9-16,0 8 1 0,3 5 0 0,-11-6-3 15,0 6-6-15,-2 1-2 0,-3 5 0 0,-2 4 3 16,0-3-3-16,0 3-1 0,0 3-6 0,7-1 4 15,0 3-6-15,1 0 4 0,4 0-4 0,2-2-2 16,3 3-11-16,6 0-14 0,1-1-33 0,8-1-34 16,6 3-58-16,9-7-60 0,3 2-208 0,6-2-448 15,11-1 199-15</inkml:trace>
  <inkml:trace contextRef="#ctx0" brushRef="#br0" timeOffset="13069.09">27267 8335 202 0,'0'-10'258'0,"0"0"-3"0,-2 2-15 0,2 8-19 16,-2-10-25-16,2 10-23 0,0-9-21 0,0 9-21 0,0 0-16 16,0 0-7-16,0 0-17 0,0 0-1 0,6 35 3 15,-1-7-4-15,-2 1-7 0,-1 1-3 16,2 3-11-16,1-1-4 0,-5 0-4 0,4 0-6 15,-2-1-1-15,2-2-7 0,-1-1-6 0,4-1-12 0,-1-2-23 16,-5 0-28-16,-1-5-42 0,4-1-39 0,-4 1-44 16,4-5-43-16,-3-2-220 0,0 1-445 0,1-5 198 15</inkml:trace>
  <inkml:trace contextRef="#ctx0" brushRef="#br0" timeOffset="13793.25">27757 8514 162 0,'-2'-17'240'0,"-1"8"-22"16,-3-1-5-16,2 1-14 0,-6 0-16 0,1 6-17 15,-4 0-13-15,-5 3-16 0,1 1-4 0,-4 5-14 16,-6 7-7-16,2 1-10 0,0 1-10 0,6 3-7 16,0 2-9-16,2-1-10 0,7-2-4 0,1-2-10 15,3 1-4-15,2 1-5 0,-4 0-3 0,8-5-2 16,0 1-5-16,3 2-4 0,3-2-7 0,1-3-3 15,2-1-5-15,7 0-4 0,-5-3-8 0,7 0-8 16,-5-2-7-16,5-4-3 0,-2 0 1 0,-4-3 1 16,1 0 5-16,0-2-2 0,3-2 3 0,-5 0-1 15,0-2 5-15,2-1-6 0,-6 0 7 0,1-4-2 16,1-1-4-16,-5 4 2 0,2-6 3 0,-2 3-1 16,2-1-5-16,-4 2 6 0,-2 2 9 0,2 3 7 15,-1-5 5-15,-1 4 1 0,2 2 2 0,-2 7-5 16,0-10-1-16,0 10-7 0,0 0-5 0,0 0 1 15,0 0-1-15,0 0 6 0,0 0 9 0,0 0 0 16,-5 25-1-16,5-13-5 0,-5 1 5 0,3 2 0 16,1-4-4-16,1 7-2 0,1-1-1 0,1-2 0 15,1-4 2-15,4 1-1 0,-3-2 0 0,3 0-2 16,-1-1 5-16,4-1 2 0,0-1-1 0,-1 0 0 0,5-2 0 16,-1-2 4-16,6 0-5 0,-6-3 1 15,1 0 3-15,-1 0-3 0,5-4-2 0,-5 2-1 16,-2-3 4-16,3-1-4 0,-5-1-2 0,7-3-1 15,-3 0-2-15,-4-2-10 0,2 0 1 0,-2-1-8 0,-2-3 3 16,2-1-1-16,-7 0 1 0,1-1-1 0,-3-1 2 16,0 4 0-16,-2-3 1 0,-1 6-2 15,-4-4 1-15,2 3 1 0,-5 2 7 0,-4-1-6 16,3 7-2-16,-2-5 1 0,1 5 5 0,1 1-3 0,2-3 2 16,-3 6-3-16,6-3 0 0,6 4-1 0,-13-3 0 15,8 0-1-15,5 3-3 0,0 0-10 0,0 0 9 16,0 0-4-16,0 0 7 0,0 0 0 0,0 0-1 15,0 0 1-15,36 0 3 0,-18 0-3 0,3 1 5 16,6-1-2-16,-8 0 1 0,1-1 5 0,-1 1 3 16,-1 0-1-16,-3 1 7 0,-2 1-12 0,-2-1 0 15,1-1 5-15,-5 2-6 0,1 1 1 0,2 5 5 16,-3-3 1-16,0 1 5 0,-1 3 5 0,4 1 4 16,-7 1 0-16,0 2 0 0,0-2-1 0,-1 4 4 15,-1 2-4-15,-2 0 1 0,2-2-4 0,-1 0 1 16,0 1-22-16,0-3-15 0,0 0-33 0,0-1-37 15,3 1-50-15,-1-2-48 0,4 0-51 0,-1 0-161 16,2-4-435-16,0-1 193 0</inkml:trace>
  <inkml:trace contextRef="#ctx0" brushRef="#br0" timeOffset="14855.18">28520 8471 94 0,'-10'-3'196'0,"-3"0"-11"0,1 3-5 16,-4 2-8-16,-1 4 6 0,0 2-9 0,-1 1-14 16,1 2-3-16,-1 0-14 0,4-1-12 0,1 4-13 15,1-1-12-15,4 1-7 0,3-3-10 16,2 1-5-16,2 2-10 0,2-4-8 0,2 5-8 0,3-5-3 0,1 0-5 16,5 1-5-16,5-2-9 0,2-1-1 15,1-4-12-15,-2-1-1 0,0-2-8 0,-1-1 4 16,1 1-2-16,-5-2-1 0,-2-1-1 0,1-2 2 0,-5-2-1 15,1 0 0-15,0 1-3 0,-2-4 1 0,-1 1-4 16,2-1 12-16,-3 0 7 0,2-1-5 0,-3 0-2 16,0 0 9-16,1 3 0 0,-2-1 14 15,-2 8-1-15,4-10 0 0,-2 6-9 0,-2 4-4 16,0 0-8-16,0 0 2 0,0 0-5 0,0 0-1 0,3 22 5 16,-3-2 5-16,0 9 2 0,-2 3 1 0,-2 17 5 15,1-1 8-15,-3 3 2 0,5 1 2 16,-4-5-3-16,3-1 5 0,1 1-3 0,-2 0 12 0,1-13-16 15,0 1-1-15,0-3-3 0,1 0-3 0,0-2-1 16,-1-5-3-16,-1 2-3 0,-1-8-1 0,2-1-3 16,-1-6 0-16,-1 1-14 0,-3-3-7 0,0-1-4 15,-1 0-15-15,-2-4-14 0,-8-2-8 0,-1-2-13 16,1-4 4-16,-3-1-5 0,0-3 0 0,4-2-5 16,1-1 6-16,1-6-2 0,3 0 2 0,1-9-4 15,6-2 6-15,5 1 2 0,7-3 7 0,4-2 1 16,12-10 4-16,3-2 8 0,-3 16 1 0,15-17 4 15,2 5 1-15,2 0 1 0,1 1 2 0,1 5-1 16,-1-3 5-16,-3 4 3 0,2 2-3 0,-1-1 5 16,-10 10 2-16,7-11 0 0,-13 11 2 0,0-2 1 15,-1-2 2-15,-5 4-2 0,3-3 2 0,-7 0 4 16,2 0 7-16,-3-1 2 0,-4 1 1 0,-2 6 0 16,-3 0 5-16,-2-1 5 0,-3 2 5 0,-2 4 4 15,2-2 7-15,-1 5 0 0,-2-1-3 0,1 6-7 16,-2-1-2-16,-1 1-2 0,-4 1 3 0,1 2-9 15,8 2 1-15,-14 3-7 0,4 2 4 0,-5 4 0 16,-1-1 0-16,4 5-1 0,-9 6-5 0,10-4 4 16,-1 3-2-16,-3 5-1 0,4-7 2 0,4 3-2 15,-1-4-2-15,4 4-2 0,-1-1 11 0,5-1-9 16,2-1 1-16,-1 0 2 0,5 1-2 0,3-2 2 16,-1 1 3-16,3-3-3 0,3-2 4 0,-1 1 0 15,4-2-1-15,-2-4-1 0,5 1 3 0,0-2-5 16,1-1 3-16,6 1-3 0,-6-3 1 0,-3 1-4 15,2-4 2-15,-1-1-2 0,0 0 2 0,2-1-3 0,-6-3 5 16,2 0-2-16,-2 0 1 0,0-3-1 0,-2-2-1 16,1 0 0-16,-2-1-3 0,-2-1-2 15,0-1-6-15,-1-9-7 0,-5 5 3 0,0-9-3 16,-1 1-2-16,-3 2 4 0,0 6 3 0,-3 0-2 0,0-1 4 16,0 2-1-16,-1 6-2 0,1-2 1 0,-2 3 4 15,-1 1-3-15,1-1 5 0,-1 2 1 0,3 4 3 16,-3 0 2-16,6 4 6 0,-6-9-8 15,0 6 4-15,6 3 3 0,-4-5-9 0,4 5 0 0,0 0-2 16,-9-3-5-16,9 3 1 0,0 0-2 0,0 0 4 16,0 0 0-16,0 0 6 0,0 0-5 0,0 0 2 15,0 0-6-15,0 0 4 0,0 0-1 0,0 0 2 16,0 0 3-16,22 13 1 0,-13-9-1 0,2-4 0 16,2 0-2-16,1 0 2 0,4 0-1 0,-4 0 3 15,0 0-6-15,0 2 3 0,-3-2-1 0,1 0-1 16,-2 0 0-16,-1 0 6 0,0 2-11 0,0 3 10 15,-1-3-13-15,-2 3 3 0,0 2 0 0,0 6 8 16,-1-1 4-16,-1 2-1 0,-1 6 2 0,-1-1 1 16,-1 6 3-16,-2 0-2 0,1-4-4 0,-2 3 0 15,2-4-14-15,-1-4-12 0,1 5-13 0,-1-2-20 16,1 0-52-16,-1 0-61 0,2-3-54 0,-1-1-223 16,1-3-481-16,0-4 212 0</inkml:trace>
  <inkml:trace contextRef="#ctx0" brushRef="#br0" timeOffset="17179.64">30403 8418 174 0,'-8'-8'175'0,"-1"-1"-8"0,-2 4 1 0,0-3 1 15,0 2-6-15,-2 2-14 0,3-1-12 0,-2 3-11 16,2 2-20-16,-2-2-7 0,1 4-9 0,1 2-11 16,0 2-6-16,-3 5-13 0,0 0 0 0,3 2-8 15,-2 2-6-15,6 0-5 0,-2 0 3 0,4 1-4 16,-1-3-4-16,3-2-10 0,1 2 1 0,1 1-1 16,0-3 0-16,2 0-3 0,3 0-2 0,0-1-4 15,2 0-5-15,-1-1-3 0,2-3-6 0,2 1-1 16,-1-4 4-16,2 1-2 0,2-3 3 0,-1 1-2 15,2-4 3-15,-5 0-2 0,1-1 1 0,3 0-3 16,1-5 3-16,-3 0-3 0,1 0-2 0,-2-4 1 16,0 3 3-16,2-4 6 0,-5-3 0 0,1 6 1 15,-2 0-3-15,1-2 7 0,-3 8 0 0,-1-6 7 16,0 5-9-16,-3 5-6 0,5-7-3 0,-1 4-3 16,-4 3-2-16,0 0-5 0,0 0 2 0,0 0-3 15,0 0 2-15,0 0-2 0,8 19 4 0,-8-7-3 16,0 4 6-16,1 1-2 0,-1 1-9 0,0 2-16 15,2 3-14-15,-3-3-30 0,4 0-27 0,-2-1-24 16,0 0-34-16,2-3-37 0,-1 1-131 0,2-7-349 16,0-1 156-16</inkml:trace>
  <inkml:trace contextRef="#ctx0" brushRef="#br0" timeOffset="17550.66">30681 8531 73 0,'3'-6'129'16,"-3"6"-16"-16,0 0-9 0,0 0-3 0,0 0-2 16,0 0-3-16,0 0 18 0,0 0-3 0,2 23-3 15,0-13-2-15,-2 0-18 0,0-1-7 0,0 0-8 16,2 0-7-16,-2 2-1 0,0-4-5 0,0 0-4 16,0-7-4-16,1 12-7 0,-1-12-6 0,0 10 2 15,0-10 4-15,0 5 35 0,0-5 13 0,0 0 12 16,3 8 7-16,-3-8-2 0,0 0-14 0,0 0-5 15,0 0-15-15,0 0-2 0,6-22-14 0,-4 14-4 16,3-3-9-16,0 1-3 0,5-5-7 0,-1 0-3 16,0 1 0-16,1 0-5 0,0 0-9 0,2 1 0 15,2 3-6-15,-2 4-3 0,0-7 1 0,0 9-1 16,-1 0-8-16,-2 0 1 0,3 1-2 0,-12 3-3 16,14 3-2-16,-3 0 2 0,-2 0-3 0,-1 3-2 15,2 1 3-15,-1 3-2 0,-2 0 2 0,0 1-7 16,-3 2-17-16,2-1-12 0,-1 2-18 0,1 2-16 15,-4-4-31-15,2-1-26 0,0 1-27 0,0-2-33 16,-2 1-32-16,1-3-130 0,-1-3-379 0,1 1 168 16</inkml:trace>
  <inkml:trace contextRef="#ctx0" brushRef="#br0" timeOffset="17967.18">31226 8457 124 0,'-2'-7'208'0,"1"-3"0"0,1 10-14 0,-4-12-13 16,0 6-15-16,-1 1-7 0,5 5-18 0,-10-4-13 16,10 4-8-16,-15 2-4 0,3 2-7 0,-2 6-1 15,-2-1-9-15,4 7-6 0,-2-3-8 0,3-1-10 16,0 1-7-16,2 2-6 0,2-3-3 0,2 0-8 16,2 0-4-16,2 3-3 0,1-3-9 0,1-3-1 15,0 2-5-15,2-4-3 0,1-1-3 0,2 2-3 16,3-4-4-16,0 3-4 0,1-4-6 0,3-1 0 15,-2-1-1-15,2-4-3 0,0 0 6 0,-1-4-4 16,0 1-2-16,-1-3 1 0,0-4-5 0,0-3 5 16,-1 0 0-16,-3-1-1 0,3-8-4 0,-6 5 3 15,4-5-1-15,-6-2 0 0,0 3 6 0,3-3 4 16,-4 0-2-16,1 6 12 0,0 4 0 0,-3-2 7 16,3 1-3-16,-2 7 11 0,3-2 7 0,-3 4-4 15,0 2-5-15,0 7-11 0,1-10-5 0,-1 10-2 16,0 0-9-16,0 0-3 0,0 0-3 0,0 0-1 15,-10 29 5-15,7-10 0 0,-1 8 3 0,2 2-5 16,-2 0 1-16,0 3-3 0,3-3 6 0,-3 3 2 16,4-1-3-16,0-1-1 0,0 1-17 0,3-3-38 15,-1-2-26-15,1-8-52 0,1 9-57 0,1-9-66 16,-4-1-172-16,2 0-459 0,-5-6 203 0</inkml:trace>
  <inkml:trace contextRef="#ctx0" brushRef="#br0" timeOffset="19314.43">9206 9917 3 0,'0'0'195'0,"0"-10"2"0,0 10-2 0,0 0-4 15,0 0-9-15,0 0-2 0,0 0-1 0,-2-7-7 16,2 7-7-16,0 0-6 0,0 0-10 0,0 0-8 15,0 0-12-15,0 0-14 0,-7-4-9 0,7 4-9 0,0 0-14 16,0 0-10-16,0 0-13 0,0 0-6 16,0 0-11-16,0 0-6 0,0 0-1 0,0 0-6 15,8 35 0-15,-3-11-4 0,-1 6-10 0,-1 3-1 16,3 13 0-16,-1-11-3 0,-3-2-2 0,0 0 2 0,-4 1-2 16,2-1 3-16,3-3-4 0,-2 1 0 15,2-5-1-15,2 0-2 0,-4-7 1 0,-1-1 1 16,4 0-1-16,-1-3-3 0,-1 0 0 0,3-3-15 0,-3-2-17 15,1 0-8-15,0-3-30 0,-2 1-26 0,-1-8-18 16,2 13-25-16,-1-6-31 0,-1-7-25 0,-4 10-20 16,4-10-147-16,-13 9-387 0,3-7 170 0</inkml:trace>
  <inkml:trace contextRef="#ctx0" brushRef="#br0" timeOffset="19697.7">9121 9935 95 0,'11'-14'138'15,"1"2"-14"-15,-1 0 3 0,1 6-7 0,2-2-10 16,-3 3-11-16,2 4 5 0,1-1-3 0,0 2-7 16,-1 3 3-16,5 1-3 0,-3 4-11 0,0-2-1 15,1 3-5-15,-2 2-3 0,0 2 4 0,-4 1-7 16,-1 0-4-16,-3-3-12 0,-2 6 0 0,-4-1-4 15,-1 0-4-15,-3 0-4 0,-5 1-4 0,-3-2-13 16,-1 2-1-16,-6 1-4 0,-1-1-3 0,4-7-9 16,-1 0 2-16,0-3-3 0,6-1 1 0,-2-2 1 15,2-2-2-15,-1 1 0 0,2-3 1 0,10 0-4 0,-13-1 4 16,13 1 9-16,-11 0 3 0,11 0-4 16,0 0 2-16,-11-2-4 0,11 2-7 0,0 0 2 15,0 0-4-15,0 0-2 0,0 0-2 0,0 0-3 16,27 19 7-16,-15-13-5 0,3 3-3 0,1 1 5 0,1 3 1 15,6 3 3-15,-1 2-5 0,1-3 0 16,3 4-4-16,-1-4-21 0,-2 2-27 0,4 1-26 16,-3-1-38-16,2-1-33 0,-1-1-29 0,0 0-134 15,-7-5-334-15,1 0 148 0</inkml:trace>
  <inkml:trace contextRef="#ctx0" brushRef="#br0" timeOffset="25901.56">9770 10413 47 0,'-1'-10'142'0,"-1"-1"-4"0,1 2-1 15,1-1-7-15,-1 2-1 0,1 8-5 0,-3-12-13 16,2 5-14-16,0 0-1 0,1 7-9 0,-2-10-7 16,2 10-13-16,0 0-8 0,-1-7-9 0,1 7-2 15,0 0-9-15,0 0-4 0,0 0-5 0,0 0-3 0,9 27 2 16,-5-11-5-16,-2 3 2 0,5 5-5 16,-3 1-3-16,-1 0 4 0,0-5-11 0,1 5 6 15,-3-6-3-15,-1-2-3 0,1 1 1 0,-1 1 4 16,2-4-5-16,-2-3-2 0,0-3-3 0,1 2 5 0,-1-5 0 15,0-6-4-15,0 12 1 0,0-12 9 16,0 7 5-16,0-7 0 0,1 6 2 0,-1-6 0 16,0 0-3-16,0 0-1 0,0 0-1 0,0 0 1 15,0 0-4-15,0 0-3 0,0 0 2 0,0 0-3 16,-9-25-1-16,9 25-1 0,7-17-4 0,-5 8 2 0,3 0-3 16,4 0-2-16,-2 0-2 0,2 1-2 15,1-1 0-15,5 0-1 0,-3 2 0 0,0 3-3 0,0 1 0 16,2 0 0-16,-2 3-1 0,0 2 2 15,0 0 3-15,-2 3-8 0,2 2 8 0,-1-2-5 0,-3 3-7 16,-2 1 2-16,2 1 10 0,-6-1-8 0,0 2-3 16,-5 0-3-16,-1 4-4 0,-2 1 4 15,-6-3-5-15,-3 0 2 0,0 1 3 0,-8 0 0 0,-2-1 1 16,6-3 3-16,-1-3-4 0,-2-1 4 0,1 0 3 16,0-5-5-16,2 1 8 0,3-2-7 0,-1 0-12 15,4-3-22-15,-1 1-9 0,3-3-8 0,2 1-7 16,3-1-31-16,0 0-41 0,2-2-100 15,4-3-260-15,0 10 116 0</inkml:trace>
  <inkml:trace contextRef="#ctx0" brushRef="#br0" timeOffset="27445.24">10703 10526 137 0,'0'0'145'16,"0"0"-14"-16,0 0-14 0,0 0-8 0,0 0-16 15,0 0 8-15,0 0-17 0,0 0-8 0,0 0 2 16,0 0-3-16,0 0 12 0,0 0-10 0,0 0-7 0,13 21-6 15,-10-16-5-15,0 1 1 0,-3-6-1 16,4 9-1-16,0-5-10 0,-4-4 0 0,2 7-1 16,-2-7-2-16,0 0-4 0,4 8 5 0,-4-8 3 15,0 0 0-15,0 0 4 0,4 4 2 0,-4-4-1 0,0 0-2 16,0 0-8-16,0 0-7 0,0 0 3 0,0 0-6 16,-12-19-4-16,7 13-2 0,1-4-5 0,1 2 0 15,-3-2-2-15,4-1-2 0,-2-1-4 0,0-1 0 16,3-2-4-16,0-2-2 0,-1 0-4 0,2 1 1 15,0 0-9-15,4 0-7 0,3 1 3 0,-1 1-4 16,2 3-3-16,2-2-1 0,5 4-2 16,2 0 1-16,2 5 1 0,3 2 0 0,8 4 5 0,0 4-4 15,-3 1 3-15,1 5 2 0,-4 2-5 0,2 3 6 16,-2 2 2-16,-5-1-5 0,0 2 1 0,-6-4 3 16,-1 1 1-16,-5-1-2 0,1-2 5 15,-1 2 1-15,-1-4-1 0,-4-2 1 0,-1 0-1 0,1-1 4 16,-2-2-1-16,0-7 2 0,-3 10 2 0,3-10 7 15,-2 8-2-15,2-8 4 0,-7 3 9 0,7-3 6 16,0 0-1-16,0 0-4 0,0 0-3 0,-12-16-2 16,10 7-6-16,2-2-2 0,3 0-4 0,1-4-7 15,3 0 1-15,5-8-7 0,3 1-4 0,0 0 4 16,3 3-5-16,3 1 6 0,0 1 0 0,-1 7-6 16,-4-3 0-16,3 4 5 0,-3 2 1 0,-2 3-4 15,-1 3-1-15,1 1 3 0,-2 2-1 0,1 2-5 16,5 3 5-16,-2 3 1 0,-8 3-1 0,0 3 4 15,0-1-2-15,-4 2-4 0,-3 2-8 0,1-1-16 16,-4 3-16-16,1-2-19 0,-3 5-13 0,-4-5-27 16,3 0-22-16,-3 0-12 0,2-2-149 0,-2-2-315 15,6-6 140-15</inkml:trace>
  <inkml:trace contextRef="#ctx0" brushRef="#br0" timeOffset="28051.17">11541 10392 115 0,'3'-9'221'0,"-3"3"-13"0,1-2-13 0,-1 8-24 16,1-8-17-16,-1 8-22 0,4-5-15 0,-4 5-13 15,0 0-8-15,0 0-7 0,0 0-2 0,13 22-6 16,-8-10-2-16,4 1-8 0,-1 2-1 0,1 0-6 16,3-1-8-16,-4 1-2 0,2-2-7 0,1-1-2 15,0 0-4-15,-2-4-5 0,1 1-1 0,3-3-3 16,2 0-1-16,-3-4-7 0,2 1-2 0,0-3 7 0,-3 0-6 15,10-4-5-15,-5-1 0 0,2-1-1 0,-2-2 1 16,-5 1-3-16,4-4 0 0,-1 1-1 16,-3-3-2-16,3 0-2 0,-3-3-2 0,0-1-1 15,0-1 1-15,-2 0 0 0,-4 2-2 0,3-1 3 0,-2 0-6 16,-2 2 2-16,0 3-3 0,-2 1 4 16,0 2-1-16,-1 4 1 0,-1 5-5 0,4-11-2 15,-4 11-2-15,2-5-2 0,-2 5-1 0,0 0-1 0,0 0 2 16,0 0 0-16,-2 36 1 0,0-18 0 0,-3 1 4 15,1 6-2-15,2 0 1 0,0-7-1 0,2 1 5 16,2 1-1-16,0-5-4 0,0-1 4 0,2-2-6 16,3-3 4-16,-4 2 2 0,7-3 1 0,-2-2 0 15,0 0 0-15,2-3-3 0,1-1 6 0,-2-2-8 16,5-2 2-16,-4-1 2 0,1-1 0 0,0 0 3 16,-1-4 0-16,-1 1-3 0,-1-1 2 0,-2 0-3 15,-1-2 1-15,-1-2-1 0,2-3-3 0,-3 0-1 16,1 2 4-16,-1-3-2 0,-5 0-2 0,4 0 2 15,0 3 4-15,-4 4-1 0,4-1 3 0,-2 10 1 16,-2-13-4-16,2 13-2 0,0-9-2 0,0 9-6 16,0 0-6-16,0 0-1 0,0 0-4 0,0 0 2 15,0 0 6-15,0 0-3 0,4 25 3 0,-2-9 0 16,1 0 5-16,1 0 1 0,-2 2-4 0,-2 2 3 16,0-1 3-16,2 0-2 0,-2-1 2 0,0 0-3 15,-2 2 8-15,2-3-1 0,0-1-4 0,-4 3 0 16,2-1-6-16,-1-3-11 0,1 2-10 0,-2 2-20 15,-1-4-23-15,2 2-29 0,-1-5-4 0,0-2-29 16,-1 0-27-16,3-1-154 0,-2 0-340 0,1-4 151 16</inkml:trace>
  <inkml:trace contextRef="#ctx0" brushRef="#br0" timeOffset="28269.04">12406 10132 40 0,'0'-10'249'16,"2"1"-22"-16,0 3-26 0,-2 0-23 0,0 6-23 16,2-9-14-16,-2 9-9 0,0 0-4 0,6 19 6 15,-1-3-8-15,-3 4-10 0,2 10-5 0,-2 3-5 16,2-1-12-16,-2 3-11 0,0 11-6 0,0-14-10 16,-2 2-14-16,1-1-26 0,-2-1-28 0,1-1-27 15,0-2-35-15,-4-1-19 0,2 1-30 0,0-4-43 16,0-1-39-16,-4 1-108 0,2-8-327 0,1-7 144 15</inkml:trace>
  <inkml:trace contextRef="#ctx0" brushRef="#br0" timeOffset="28425.25">12383 10433 67 0,'0'-7'209'15,"0"7"-23"-15,0-12-17 0,0 12-17 0,2-11-25 16,-2 11-6-16,2-9-24 0,2 6-29 0,6-2-25 0,3 0-27 15,5-1-21-15,10-1-26 0,3 0-26 16,1 1-27-16,3-3-96 0,-1 2-195 0,-2-3 86 16</inkml:trace>
  <inkml:trace contextRef="#ctx0" brushRef="#br0" timeOffset="29028.7">12906 10123 81 0,'5'-17'142'0,"6"0"6"15,-4 1-3-15,-1 1 5 0,1 3-2 0,-5 5-1 16,2 0-11-16,0 3-19 0,-4 4-14 0,4-8-16 15,-4 8-11-15,0 0-1 0,13 19 20 0,-2 2-6 16,-1 5 3-16,-2 3-9 0,-1 3-4 0,-1 3-4 16,0 0-4-16,-2 1-6 0,-4-3-7 0,2-1 0 15,-2-2-10-15,0-5-2 0,0-1-7 16,-2-7 4-16,4-1-10 0,-4-4-4 0,2-2 3 0,2-3-4 16,-2-1-1-16,0-6-2 0,-2 10-1 0,2-10 2 15,0 10-1-15,0-10 6 0,0 0 11 0,0 7 3 16,0-7-5-16,0 0-1 0,0 0 0 15,0 0-7-15,0 0-1 0,0 0-3 0,5-20-6 0,1 10-8 16,0 0-7-16,6-3-5 0,-3 3-8 0,2 0 2 16,3 0-3-16,-3 4 2 0,1 2-8 0,-2-1 1 15,-1 5 1-15,3 2 3 0,-1 2 0 0,-5 0 8 16,3 3-8-16,1 3 2 0,-2-1-1 0,-5 3 2 16,1 4-3-16,-2 1-3 0,-6-1-6 0,0 0-11 15,-5 3-3-15,-7 2 3 0,0-1-3 0,-4-2-8 16,-3-2-6-16,6-4-9 0,0 1 2 0,2-7-2 15,1 1 5-15,3-3 2 0,3-1 13 0,-2-3 0 16,1 0 5-16,9 0 4 0,0 0-2 0,-10-7 9 16,10 7-8-16,2-13-8 0,6 1-3 0,3 1 14 15,7-7 2-15,5 2 8 0,-1 1 0 0,3 0-1 16,4 0 6-16,0 0-2 0,3 0 7 0,1 3-2 16,-1-2-1-16,2 0 2 0,-1 0 1 0,0 1 1 15,-5-1-1-15,3 1 0 0,-4-1-3 0,-2 0-3 16,-2 2 8-16,-6 1 8 0,0 1 5 0,-5-3 3 15,0-1 5-15,-1 1 10 0,-6 2 10 0,4 1 13 16,-6 1-9-16,-1-2-3 0,0 2-2 0,-2 1 1 16,0 8-6-16,-4-15-2 0,1 11-9 0,3 4 3 15,-14-6-10-15,8 6 0 0,6 0-1 0,-21 7 0 16,10 2-3-16,-3 1 1 0,1 5-3 0,5 2 4 0,-2-1-4 16,5 4 0-16,-1-3 1 0,4 4-2 15,-3 3 7-15,5-5-5 0,3 0-23 0,3 0-22 16,3 4-30-16,1-4-45 0,7 2-42 0,1-2-52 15,-9-2-160-15,11 2-392 0,-7-6 174 0</inkml:trace>
  <inkml:trace contextRef="#ctx0" brushRef="#br0" timeOffset="29410.27">13850 10641 142 0,'15'-15'206'16,"4"-4"-11"-16,3-1-7 0,-2-2-6 0,3 0-12 15,-1 2-7-15,0-2-13 0,-1 2-10 0,-3-2-15 16,1-1-8-16,-4 0-13 0,2-3-13 0,2 3-9 16,-5-4-10-16,1-1-4 0,-2-3-11 0,0 3-1 15,-2-1-6-15,-2 2-4 0,-1 2 2 0,-4 7-3 16,-2 2-3-16,0 3-7 0,0 1-2 16,-2 5-4-16,0 0-5 0,0 7-2 0,0-13-5 15,0 13-12-15,0 0-4 0,-6-6-6 0,6 6 2 0,0 0-5 16,-18 15-3-16,9-4-2 0,1 3 0 0,-2 1-11 15,5 0-11-15,-1 2-2 0,4 2-1 0,2-1-3 16,2 2 1-16,4 4-1 0,1-5 1 0,1-1 1 16,5 4-3-16,1-2 3 0,-1-3 6 0,0-2 6 15,1 0 2-15,-3-2-3 0,5 2 12 0,-10-6-3 16,3 1-3-16,-1 0 10 0,0-1-1 0,-1-1 6 16,-3-2 4-16,0 1-4 0,-2-2 9 0,1 0 2 15,-3-5 2-15,-1 12 2 0,-3-6-3 0,-3 2 2 16,-3-1-10-16,-6 2-12 0,0-1-38 0,-10 4-30 15,0 0-46-15,-1 1-167 0,3-1-320 0,1-5 142 16</inkml:trace>
  <inkml:trace contextRef="#ctx0" brushRef="#br0" timeOffset="30045.6">14353 10271 50 0,'2'-6'268'0,"2"2"-32"0,-4 4-23 0,6-6-25 16,-6 6-20-16,0 0-13 0,0 0-20 0,13 7-17 16,-9 2-5-16,2-1-14 0,-1 7-7 0,2 1-12 15,-6 0-7-15,3 3-3 0,0-6-10 0,-4 4-10 16,2-2-3-16,1-2-4 0,-3-1-2 0,1-1-6 15,-1-2-2-15,0 0-2 0,0-3-2 0,0-6-6 16,1 11 3-16,-1-11 8 0,0 0 6 0,-1 10 9 16,1-10 9-16,0 0 6 0,0 0-4 0,0 0-5 15,0 0-3-15,0 0-5 0,0 0-9 0,0 0 1 16,-10-22 1-16,7 12 5 0,5 0-6 0,-2-5-2 16,1-3-7-16,1 1-7 0,2-4-6 0,3-1-1 15,3-2-6-15,1 2-2 0,-1-1-2 0,2 6-9 16,-3 0-2-16,3 3-2 0,0 4-3 0,-1 4 0 15,-2 0-3-15,3 3 1 0,1 3-4 0,-2 3 2 16,5 5 3-16,-3 3 2 0,5 2 0 0,1 8 0 0,-4 0-4 16,2-1 7-16,-3 2-1 0,-7-4 3 15,3-1-2-15,-3 0 2 0,1 0-3 0,-3-3 3 0,-1-3 0 16,1-1 0-16,-1-5-2 0,-3 2 7 16,1-1-1-16,-2-6 3 0,2 7 5 0,-2-7 11 0,4 5 5 15,-4-5-2-15,0 0 2 0,0 0-3 0,0 0-3 16,0 0 1-16,0 0-6 0,0 0 5 0,-4-25-6 15,4 17-4-15,0-3-6 0,4-1-9 16,-2-2-5-16,3-3-10 0,1-1-5 0,1 0-3 16,3 1 4-16,1 0-6 0,0 2-1 0,0 1 2 0,0 3 4 15,-1 2-1-15,-6 4 2 0,2 1-2 0,1 3 1 16,-7 1 3-16,14 2-2 0,-4 2 4 0,-2 4 1 16,1 1 1-16,2 5 5 0,-5 0 1 15,1 1 0-15,2 3 4 0,-4-1-5 0,0 1 6 0,-3 1-5 16,0 1-21-16,-2-2-23 0,-2 0-15 0,1-1-30 15,-1-1-35-15,0 1-23 0,2-5-51 0,-4-2-115 16,4-3-355-16,2-1 157 0</inkml:trace>
  <inkml:trace contextRef="#ctx0" brushRef="#br0" timeOffset="30871.27">15153 10254 144 0,'-5'-4'205'0,"5"4"-12"0,-12-5-12 0,12 5-9 16,-17 5-9-16,6 2-16 0,-3 5 3 0,-2 2-2 16,2 2-16-16,1-1-13 0,-2 6-11 0,4-3-11 15,2-2-11-15,-1 1-8 0,6 0-7 0,1-6-7 16,2 4-2-16,1-4-7 0,0 0-4 0,4 0-9 16,0-2-11-16,3-2-10 0,1 1-9 0,-2-4-16 15,3 0 2-15,0-1-4 0,0-1-2 0,0-2 1 16,-9 0-4-16,15-3 7 0,-4-1-3 0,-2-1 4 15,-2-1 3-15,2 0-4 0,-2-2 5 0,-2 0-3 16,-1-1 1-16,-2-2 3 0,4 1 1 0,-3 0 2 16,-2 1 6-16,0 0 5 0,2 2 2 0,-3 7-2 15,0-10 1-15,0 10-6 0,2-9 0 0,-2 9-8 16,0 0 1-16,2-6-5 0,-2 6 1 0,0 0 1 16,0 0 1-16,0 0-1 0,6 25 1 0,-1-14-1 15,-2 1 3-15,2-2-1 0,-1 2 1 0,2 3-2 16,-1-5 2-16,4 3 3 0,4-2-4 0,-3-3 3 0,6 0-1 15,-5-2 3-15,5-2-1 0,1 0-1 16,-4-1 1-16,1-3 0 0,4-3 1 0,-4 1-1 16,-1-1 2-16,0-3-4 0,1-4 1 0,-1 1-1 15,-2-4 2-15,-1-3 4 0,-1 1 3 0,-2-2 0 16,-1-7 0-16,-1 5 0 0,-1-10-1 0,0 0 3 16,1-1-1-16,-4 1 1 0,-1-5-2 0,0 4-2 15,0-2 0-15,3 0 4 0,-6 0 8 0,3 2 0 16,0 3 15-16,0 3-2 0,-1 5 17 0,0 2 4 0,-3 6 6 15,4 1-7-15,0 0-4 0,0 10-1 0,0-12-17 16,0 12-7-16,0 0-5 0,0 0-10 0,0 0 2 16,0 0-1-16,-3 44 1 0,1-13-4 15,-2 3 3-15,-1 14-6 0,0 0 2 0,0-3-2 16,3 3-1-16,1-16 0 0,2 3-2 0,3-1 3 0,1-5-2 16,4 1-1-16,-1-5 0 0,2-1 0 0,3-1 5 15,-2-9-6-15,1 0-1 0,-1-1-1 0,5-2 1 16,-5-4 12-16,4-1-17 0,0-2-1 15,1-1 1-15,1-3-7 0,2-4 1 0,0-2-1 0,0-3 1 16,6-3-2-16,-4-3 2 0,-4-3-1 0,-2-4-1 16,-2-2-3-16,-4-4-6 0,0-1 1 0,-3-3 4 15,0 0 9-15,-5 0-7 0,-1-2-2 0,0-1 5 16,-1 1 0-16,-1 1 2 0,0 1-4 0,-2 0 5 16,-1 1-2-16,0 4 4 0,2 3-5 0,1 10 13 15,-1 1-5-15,0 7 4 0,2-4-1 0,0 4-6 16,1 6-4-16,0 0-1 0,0 0-2 0,0 0 2 15,-9 26 1-15,6 0 3 0,-2 8-1 0,1 11 5 16,2 5 4-16,-2-3 8 0,1 3 0 0,2-4-2 16,-1-10 4-16,0-1 3 0,4 1-8 0,-1-1 0 15,0-4 2-15,4 0 1 0,0 0-2 0,3-5 0 16,-3-7-9-16,3-2-16 0,1 1-28 16,1-2-41-16,-1-3-55 0,4-3-59 0,-2-4-75 0,2 0-178 15,5-5-490-15,-1-1 218 0</inkml:trace>
  <inkml:trace contextRef="#ctx0" brushRef="#br0" timeOffset="31029.69">16185 10447 62 0,'5'-5'280'0,"-5"5"-16"0,3-5-12 0,-3 5-18 16,0 0-19-16,0 0-17 0,0-11-23 0,0 11-18 15,0 0-27-15,0 0-35 0,-4-13-53 0,4 13-65 16,0 0-79-16,-8-6-87 0,8 6-110 0,0 0-323 15,-23-8 143-15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19:52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13618 3750 41 0,'-2'-9'65'0,"0"2"-11"0,0 1 2 16,2 6-2-16,-3-12-8 0,3 12 1 0,0-7 5 16,0 7-16-16,-2-8-3 0,2 8-6 0,0 0-2 15,-2-8 8-15,2 8-15 0,0 0-3 0,0 0 2 16,0 0-9-16,0 0-5 0,0 0 3 0,0 0-1 16,0 0-2-16,0 0-3 0,0 0 6 0,0 0 10 15,6 24-15-15,-3-13 14 0,-1 1 1 0,2 7-13 16,-1 0-8-16,1 5 4 0,-1 3 5 15,1 0-2-15,-1 2 4 0,1 0-1 0,0 0-8 0,1 3 6 16,-1-2 6-16,-2 3 5 0,0 0-18 0,4-3 5 16,-4 3 2-16,2-1 5 0,0 0-5 0,-3-2 2 15,3 3 4-15,-2-2-7 0,2-3 4 0,2-2-3 16,-4 3-1-16,7-2 2 0,-5 0 0 16,5 1-4-16,-5 1 13 0,6-1 4 0,-4 0-13 0,1 2 2 15,1-1 0-15,0-2 0 0,0 2 1 0,-3-1 11 16,1 1-2-16,0-2-12 0,0-1 4 0,-2 0-6 15,-1 1 1-15,-1-1-1 0,2-2 2 0,1 2 0 16,-5-2 2-16,2-5-3 0,0 6 2 0,-2-7 1 16,5 2-7-16,-5-3-1 0,2 4 7 0,1-2-2 15,-3 1 0-15,2-1 5 0,0-2-4 0,-2 2 1 16,2-2-3-16,0 2 6 0,0-2 3 0,-1 1-9 16,1 0 3-16,0 0 2 0,0 0 0 0,-2-1 1 15,2 0 9-15,-2 2-7 0,4 0-6 0,-3-3 4 16,0-3-7-16,1 3 0 0,0-1-2 15,0-3 4-15,-2 4 5 0,2 1-2 0,1-6-1 16,-6 2-1-16,6-1 2 0,-2-1-5 0,-1 1 5 0,1-2-10 16,-1 0 11-16,2 0 1 0,-2 0-5 0,2-3 0 15,-2 1 5-15,0 1-5 0,2-1-3 16,0-1 4-16,-2-7-5 0,2 13 1 0,1-7 6 0,0 0-3 16,-1 1-6-16,0-1 14 0,0 0-12 0,1 0-2 15,-1 1 14-15,-2-7-6 0,2 14-1 0,0-9 5 16,0 1-10-16,-2-6 2 0,3 13-10 0,-1-9 2 15,0 2 6-15,2 1-3 0,-4-7 3 0,6 9 2 16,-5-4-1-16,-1-5 9 0,3 6-8 0,1-2-7 16,-4-4 11-16,5 8-1 0,-5-8-5 0,4 7-1 15,0-4 2-15,-4-3 0 0,5 8 0 0,0-5 3 16,-5-3-5-16,4 6 12 0,-4-6-4 0,7 8-4 16,-3-5-1-16,-4-3-5 0,14 5 5 0,-8-3 1 15,5 2-7-15,-2-1 3 0,3 0 13 16,-1 1-13-16,3-1 0 0,-3 0-1 0,7 1 4 15,0 0-5-15,0 2 6 0,1-1 4 0,2-3 0 0,0 2-1 16,1-2 0-16,0 2-8 0,5 0 6 0,3 1 2 16,1 1-4-16,0-1 3 0,0 1-6 0,-1-1-4 15,3 0 6-15,-1 1 15 0,3-1-11 0,-3 2-3 16,2-1 0-16,3-1-7 0,-4 3 4 16,5 0 0-16,0-1 3 0,12 1-1 0,-12-1 0 0,2 0 5 15,12 3-5-15,-2-2-1 0,-12 0 4 0,16 1 3 16,-4 2-3-16,3-3 0 0,0 0 1 0,-2-3 0 15,4 6 3-15,0-5 3 0,1-1-7 0,-1 1 6 16,5 0-5-16,-1 1 1 0,1 0 1 0,-3 1-4 16,5-2-3-16,-4 2 5 0,1-1-8 0,1 0 0 15,2 3 8-15,-1-6-5 0,4 9 4 0,-1-7-1 16,0 1 4-16,1-1 7 0,-1 2 2 0,27 3-15 16,-32-5-2-16,-1-1 6 0,4 1 0 0,-1 0-3 15,-1 1 2-15,7 0-8 0,-3-2 6 16,-1 4-2-16,0-4 6 0,-3 1 1 0,4 2-6 0,-3-1 3 15,2 0-3-15,-3 0 3 0,0 0-2 0,-1-3 2 16,-3 1 1-16,4-1-8 0,-1 2 0 0,2-3 4 16,-2 1-1-16,1 1 2 0,-1-2 2 0,1 1-4 15,1-2 9-15,-1 2-11 0,2-3 2 0,-5 2 5 16,2-1-4-16,-3-1 3 0,-1-1-1 0,-1 2-3 16,-3 0 3-16,3 1-15 0,2 0 23 0,-4-1-13 15,3-1 10-15,-1-1-3 0,0 1-2 0,-2 2 5 16,1-3 4-16,-2 2-7 0,2 0 0 0,-14-1 3 15,0-1-7-15,14 0 9 0,-15 4-6 0,0-1-8 16,2-2 4-16,-3 0-2 0,0 3-2 0,3 0 3 16,0-3 4-16,-4 6 1 0,4-5-1 0,-3 1-5 15,1-1 5-15,1 2 2 0,-4-2-4 0,3-1 5 16,-3 2-4-16,4-2 5 0,-5 1-3 0,-2 1 0 16,0 1-4-16,-4-3 6 0,-7 2-7 0,0 0 3 15,0 1-5-15,-3 0-10 0,1-2 11 16,0 2 6-16,-6-3-2 0,-2 1 3 0,2 0-3 0,-3 0 0 15,-10-2-2-15,17 4 6 0,-8-2-3 0,-9-2-4 16,11 2 4-16,-11-2-1 0,11 1 1 0,-11-1-8 16,0 0 8-16,10 6-2 0,-10-6 3 0,0 0-9 15,0 0 5-15,9 2 0 0,-9-2 0 0,0 0-2 16,0 0 3-16,0 0 7 0,0 0-3 0,0 0-4 16,9 4 8-16,-9-4-11 0,0 0 7 0,0 0-2 15,0 0-1-15,0 0 0 0,0 0 3 0,0 0-1 16,0 0 5-16,0 0-10 0,0 0 4 0,0 0-2 15,0 0 5-15,0 0-2 0,0 0-2 0,0 0-1 16,0 0 0-16,0 0 8 0,0 0-11 0,0 0-2 16,0 0 1-16,0 0-4 0,0 0-5 0,0 0-4 15,0 0 8-15,0 0-12 0,0 0-2 0,0 0 2 16,0 0 3-16,0 0-1 0,0 0 1 0,0 0 5 16,0 0-2-16,0 0 0 0,0 0-2 0,0 0-4 15,0 0-9-15,0 0 4 0,0 0 0 0,0 0-5 16,0 0 8-16,0 0 8 0,0 0-2 0,0 0-4 15,0 0 3-15,0 0-2 0,0 0 4 0,0 0 1 16,0 0 2-16,0 0-2 0,0 0-2 0,0 0 6 16,0 0-4-16,0 0 2 0,0 0 5 0,0 0 2 15,0 0 5-15,0 0-10 0,0 0 3 0,0 0 2 16,0 0 11-16,0 0-3 0,0 0-3 0,0 0 6 16,0 0-2-16,0 0-15 0,0 0 10 0,0 0 2 15,0 0 0-15,0 0-3 0,0 0 2 0,0 0 1 16,0 0-4-16,0 0 5 0,0 0-5 0,0 0 16 15,0 0-17-15,15-6-6 0,-15 6 15 0,10 3-13 16,-10-3 9-16,19 5 2 0,-7-1 5 0,6-3 4 16,1 1 3-16,10 1 1 0,1-2 1 0,2 1 5 15,1-2 0-15,3 1-4 0,1-4 5 0,15 3-7 16,2-1 5-16,0 0-6 0,1-1 5 0,-2 2-8 16,6 0 6-16,-5 0 6 0,2-2-9 0,4 2-6 15,-3-3 0-15,2 2 4 0,1-1-1 0,2-1 0 16,0 1-5-16,0 0 3 0,2-2-12 0,25-3 16 15,-28 3 0-15,2-2 0 0,2 1 1 0,0-1-8 16,-1 2 5-16,0-2-14 0,-4 2 13 0,0 1-3 16,-1 0 5-16,-1-1 0 0,-1 1-1 0,-3 1-3 15,-4 2 0-15,3-1-5 0,-2 1 8 0,-12 1 1 16,13-2 4-16,-14 2-5 0,1-1-1 0,-2 1 0 16,-3 0 1-16,2 2-5 0,-4-2-3 0,0-1 5 15,-3 0 1-15,-8 0-9 0,-6 0 8 0,2 0-5 16,-4 0 3-16,-13 0-9 0,15-1 6 0,-15 1-9 15,14 1 11-15,-14-1-4 0,9 2-9 0,-9-2 2 16,0 0-23-16,0 0-14 0,0 0-19 0,14-4-45 16,-14 4-82-16,0 0-204 0,0 0 91 0</inkml:trace>
  <inkml:trace contextRef="#ctx0" brushRef="#br0" timeOffset="1996.24">13661 3636 8 0,'14'1'34'0,"4"-4"-3"0,11 1 4 0,3 0-2 16,3-1 6-16,5-3-9 0,14-1 15 15,3 0-6-15,-2-2 4 0,6 0-12 0,2-1 11 16,27-3-9-16,0-3-1 0,-2 3-1 0,5 0 3 16,4-2-7-16,3 1-3 0,2-2 4 0,1 3-8 15,1-4-4-15,4 2 1 0,7 0-2 0,1 0 4 16,3-1-7-16,9 2-3 0,-3 3-2 0,0-8-2 16,4 7 5-16,3-3-2 0,5 3-5 0,-4-2 2 15,0 2 0-15,-3 0-1 0,0 1-7 0,-1 2 8 16,3-4 1-16,3 0-6 0,0 2 8 0,-2-1-7 15,-1-1-4-15,3 1 3 0,1 1-2 0,2 4 7 16,-1-5-5-16,0 1 8 0,-6 0-11 0,0 3 2 16,2-1 8-16,-2-1-8 0,0 0-8 0,-5-1 5 15,1 1-3-15,-3-2-10 0,-1 0 5 0,2-2-3 16,2 6-2-16,-6-2 3 0,0-1 0 0,-1 2-8 16,-1-1 8-16,-3 3 3 0,-6-6-1 0,1 8 6 15,0-4-4-15,-6 3 4 0,-1 3-5 0,-3 0 10 16,-5 1-10-16,-4-2 8 0,1 3-2 0,-28 0 3 15,30 1 8-15,-6 1-10 0,-25-1-2 0,28 0 2 16,-29 1 4-16,-1 2-6 0,1-2 7 0,2 1 0 16,-2 0 6-16,-7 1-8 0,3-1-1 0,-4 3 0 15,-16-1-3-15,1-3 6 0,11 4 0 0,-14-1 1 16,-2 1-6-16,-1-2 4 0,-4-2-1 0,-2 4-2 16,-1-2 0-16,-8 0 3 0,-3-1 4 0,0 0-4 15,-5 0-3-15,3-1 8 0,-1 0 3 0,-3 1-1 16,0-1-3-16,-2 0 0 0,0-1 1 0,-8 0-4 15,12 2 2-15,-6-1 4 0,-6-1-6 0,10 3-5 16,-10-3 3-16,10 3 1 0,-10-3 3 0,9 4 2 16,-4-3-4-16,-5-1-2 0,11 4 2 0,-8 0-3 15,2 0 0-15,-1 1 2 0,0 2 0 0,0 0 1 16,1 1-2-16,-1 1-2 0,0 0 1 0,1 1 7 16,-3 2-3-16,1 5-1 0,-2-2 1 0,3 1 4 15,-3 0-8-15,2 0 4 0,-1 4 3 0,1 0-4 16,-3-2 4-16,5 7-1 0,-1 1-2 15,1 1 1-15,0-1-3 0,0-1 3 0,0 3 2 0,1-1 9 16,0 1-8-16,0 0 6 0,1 0-2 0,-2 1-12 16,2 0 10-16,1 0-6 0,-3 2 2 0,2 1-1 15,0-1 5-15,-2 4-3 0,3 1 7 0,1 9-1 16,0 1 0-16,-4-12 3 0,1-1-9 16,-2 3 2-16,3 9-1 0,-4-9 1 0,3 11 7 0,-4-13-2 15,1 12-7-15,-2-11 0 0,3-2-3 16,0 1 6-16,-2 2 1 0,-1-1-2 0,1 1 2 0,0 8 2 15,2 4 4-15,-3-2-5 0,5 2 1 0,-5-12 2 16,1 9-4-16,1-8 5 0,-1 9-1 0,2 0-4 16,0-11 2-16,3 11 5 0,-4-10-7 15,3-1-2-15,-3 11 2 0,2-12 4 0,0 2-2 16,4 10 3-16,-5-14-15 0,2 2 14 0,-3 0-5 16,4 1-6-16,-1 0-2 0,3 10 4 0,-4-11 2 15,0 2 1-15,2-1-1 0,-4-1 5 0,4 2-2 0,1-1-9 16,-2 0 4-16,1 12 7 0,0-15-10 0,-2 0 5 15,3 0 4-15,1 0-2 0,-4-3-3 16,0 1 3-16,0-2-1 0,-1 2-1 0,0-5-2 16,2-2 0-16,-2 2 0 0,-2-6-1 0,1 0-3 15,-2 0 3-15,2-2 3 0,-1 2-4 0,1-1-7 16,-2 0 9-16,-1 1 2 0,3 0 1 0,-2 0-6 0,0-2-1 16,-1 0-1-16,2 1 3 0,1 0-3 15,0-3 8-15,-2 3-4 0,2-2 3 0,-2-3-3 16,2-2-2-16,-2 3-3 0,-1-14 4 0,3 22-4 15,-2-13 4-15,-1-9 2 0,2 19 1 0,-2-19-7 16,2 13 5-16,-2-13-6 0,2 11 3 0,-2-11 11 16,0 0-5-16,2 15-6 0,-2-15-3 0,0 0 1 15,2 10 3-15,-2-10 0 0,0 0 1 0,-1 16-4 16,1-16 5-16,0 0-1 0,1 17 1 0,-1-17-3 16,0 0 0-16,0 19 2 0,0-19 1 0,0 0 10 15,-1 15-14-15,1-15-1 0,0 0 5 0,0 14-4 16,0-14 4-16,0 0-6 0,-3 14 4 0,3-14 2 0,0 0-6 15,0 0 6-15,-2 15-3 0,2-15 5 16,0 0-5-16,0 0 2 0,0 0-2 0,0 0-3 16,-2 13 4-16,2-13-4 0,0 0 1 0,0 0 1 15,0 0 1-15,0 0 2 0,0 0 10 0,0 0-5 16,0 0-1-16,0 0 1 0,0 0 8 0,0 0 2 16,0 0 2-16,0 0-6 0,-13 6 2 0,13-6-6 15,-34 0 1-15,3 0 6 0,-8 3-7 0,-21 1-8 16,-4 0 4-16,-32 2-4 0,1-1-4 0,-4-1-8 15,-1 5 0-15,-1-5-7 0,1 5-11 0,1-1-12 16,-1 0-23-16,2 0-17 0,2 3-30 0,-1-1-70 16,3-5-196-16,28 1 87 0</inkml:trace>
  <inkml:trace contextRef="#ctx0" brushRef="#br0" timeOffset="20950.04">5303 11917 33 0,'0'0'153'0,"0"0"-4"0,7-4-1 15,-7 4-6-15,0 0-9 0,0 0-9 0,0 0-6 16,0 0-7-16,0 0-15 0,0 0-2 0,0 0-7 16,0 0-5-16,0 0 0 0,0 0-3 15,0 0 0-15,0 0-1 0,0 0-2 0,0 0-6 16,0 0 2-16,0 0-3 0,0 0-5 0,-26 7 1 0,26-7-5 16,0 0-6-16,0 0 1 0,-10 0 11 0,10 0-2 15,0 0-8-15,0 0-7 0,0 0 1 0,0 0-4 16,-7 2-9-16,7-2-3 0,0 0-5 0,0 0 0 15,0 0-2-15,0 0-7 0,0 0-1 0,0 0-2 16,34-9-3-16,-15 5-1 0,8-2-1 0,2-3 3 16,-2 4-4-16,1-2-1 0,3 2-3 0,-4-1 1 15,-6 0-1-15,0 3-1 0,-2-3-3 0,0 1-7 16,-4 0-7-16,2 0-19 0,-5 3-16 0,-1-1-22 16,-3-1-28-16,-1 3-27 0,2-3-26 0,-1 3-6 15,-8 1-9-15,10 0-15 0,-10 0-2 0,0 0-122 16,0 0-328-16,0 0 145 0</inkml:trace>
  <inkml:trace contextRef="#ctx0" brushRef="#br0" timeOffset="21213.65">5371 11835 78 0,'-9'-2'149'0,"1"1"10"0,8 1-12 16,-12-1-12-16,12 1-19 0,-11 0-11 0,11 0-15 15,-7 4-4-15,7-4-13 0,-4 8 1 0,1-1-5 16,-2 3 19-16,3 2-3 0,-1 7 4 0,-1 5 6 15,3 1 1-15,2 1 3 0,-2 2-4 0,1 0-9 16,1-1-7-16,1 0-4 0,-1-3-7 0,0 2 2 16,0-1-6-16,1-5-7 0,0 7-1 0,1-7-5 15,-1 3-8-15,-1 1 0 0,2-4-5 0,-3-2-4 16,0-3-4-16,1 2 0 0,-1-2-3 0,0-1-5 16,0-2 1-16,2 0-1 0,-1 0-11 0,-2-1-25 15,-1-1-29-15,2-1-28 0,-1-3-30 0,1-6-21 16,-1 12-23-16,1-12-29 0,0 8-16 0,0-8-144 15,0 0-360-15,0 0 160 0</inkml:trace>
  <inkml:trace contextRef="#ctx0" brushRef="#br0" timeOffset="21560">5303 12255 150 0,'5'-4'142'0,"3"0"-13"0,2 0-8 0,1 0-8 16,6 0-8-16,-4-1-4 0,6 0-6 0,3 1-10 15,5-2-9-15,0 0-9 0,0 1-5 0,-1 2-13 16,-4 0-17-16,1 1-21 0,3-2-20 0,-5 2-21 16,1 1-10-16,-3-1-15 0,0 1-7 0,2-3-1 15,-4 4-2-15,-5-1 3 0,5-1 4 0,-2 1 1 16,-5-2 16-16,1 0 6 0,0 0 11 0,-11 3 10 16,14-6 9-16,-9 3 24 0,-5 3 21 0,9-9 9 15,-6 6 10-15,-1-2 13 0,-2 5 3 0,6-7 11 16,-6 7 15-16,1-6 7 0,-1 6 4 0,4-4-2 15,-4 4-14-15,0 0-13 0,0 0-10 0,0 0-13 16,0 0-3-16,0 0-7 0,0 0-4 0,0 0-1 16,9 14 1-16,-8-8-3 0,3 3-3 0,-1 3-2 15,0-1-2-15,1 0 1 0,-2 4-5 0,1 2-4 0,0-6-2 16,1 4-1-16,-3-3-4 0,3 4-21 16,-2-4-32-16,2 0-42 0,0 0-53 0,-3-1-53 15,0 0-157-15,-1-11-364 0,0 16 162 0</inkml:trace>
  <inkml:trace contextRef="#ctx0" brushRef="#br0" timeOffset="21737.32">5770 11951 194 0,'0'0'184'0,"-3"-8"-25"0,3 8-15 0,0 0-28 15,0 0-29-15,0 0-25 0,12-3-34 0,-12 3-44 0,19 13-50 16,-1-5-83-16,-4 3-162 0,1-2 73 0</inkml:trace>
  <inkml:trace contextRef="#ctx0" brushRef="#br0" timeOffset="21929.91">6073 12085 92 0,'0'0'206'0,"0"0"-22"0,10 0-16 0,-10 0-10 15,7 2-2-15,-1 1-8 0,-1 1 1 16,2 0-6-16,3 3 0 0,1 1-4 0,0 3-12 0,5-2-10 16,-2 2-13-16,0 1-10 0,0 0-8 0,0 2-7 15,-1 2-8-15,1-3-4 0,-2-3-5 0,0 4-16 16,2-3-26-16,-2 2-28 0,-5-3-54 16,3-1-53-16,-2 0-54 0,-1-2-49 0,-1 2-114 0,0-4-359 15,-2 0 160-15</inkml:trace>
  <inkml:trace contextRef="#ctx0" brushRef="#br0" timeOffset="22102.17">6375 12118 236 0,'-1'-6'268'0,"0"-1"-13"0,1 7-21 16,-1-11-22-16,1 11-18 0,0 0-25 0,-3-7-16 16,3 7-9-16,0 0-8 0,0 0-6 0,-16 20-12 15,4-4-16-15,-5 5-4 0,1 4-8 0,-5 1-18 16,2 1-36-16,-1-2-42 0,1 1-39 0,2-1-49 15,0-1-44-15,2-1-47 0,6-6-179 0,1 0-393 16,2-5 174-16</inkml:trace>
  <inkml:trace contextRef="#ctx0" brushRef="#br0" timeOffset="22383.05">6391 12330 59 0,'23'-12'166'0,"-3"3"-1"0,7-2-6 0,-9 3-8 15,1 0-7-15,-1 1 1 0,-4-4-14 0,3 3-7 16,-2 1-5-16,-5-1 1 0,2 2 1 0,2-3-11 16,-4 2 7-16,-2-1-2 0,-2 1 6 0,1 1-3 15,-5-1-1-15,-1 0-9 0,1 0-8 0,-2 7-9 16,-2-15-3-16,2 15-10 0,-6-12-7 0,1 6-9 16,-2 5-5-16,1-3-7 0,6 4-7 0,-19-2-5 15,10 8-2-15,-2-3-8 0,-4 7 9 0,1 1-14 16,2 3-1-16,1 0-4 0,5 0-2 0,-2 2-1 15,3-1-1-15,3 2-1 0,3-5-11 0,-1 1-28 16,2-1-30-16,4 5-38 0,4-5-37 0,1-2-39 16,5 2-28-16,3-4-29 0,10-2-175 0,2 0-435 15,-2-5 192-15</inkml:trace>
  <inkml:trace contextRef="#ctx0" brushRef="#br0" timeOffset="22771.22">6908 12297 6 0,'11'-14'182'0,"-5"4"18"0,2-6 8 16,-3 0 2-16,-4 0-3 0,0 0-7 0,-2 5-2 15,0-1 11-15,-3 1 0 0,0 1 1 0,-2 1-17 16,-1 1-9-16,0 3-20 0,-4 1-10 0,0 2-22 16,-3 4-11-16,2 0-7 0,-5 5-14 0,1 3-3 0,0 0-9 15,-1 3-14-15,4 1-6 0,-1 8-6 16,3-7-6-16,4 0 2 0,3 1 4 0,2 1-24 16,2-5-3-16,2-1-2 0,6 3-1 0,0-4-10 15,1-2-8-15,1 0-15 0,5-1-11 0,2-2-8 16,1-2-10-16,-2-1-7 0,2-2 1 0,1-2 1 15,-1-1 1-15,-1-2 1 0,-4-2 5 0,1-1 4 0,-4 0 3 16,0-5 1-16,0-2 2 0,-2-1 1 16,-2-2 4-16,0 0-1 0,-1-7 3 0,-4-2 0 15,3 0 2-15,-2-2 1 0,2 0 1 0,-1-3-3 0,-2 3-1 16,0-3 7-16,2 2 9 0,1 4 9 16,-3 6 16-16,0 4 4 0,1 4 10 0,-4 2 8 0,4 1-9 15,-2 9-5-15,0-12-11 0,0 12-3 16,0 0-10-16,0 0 4 0,0 0-3 0,-3 27 11 0,3-8-12 15,-4 8 0-15,2 1-1 0,-1 3 2 0,2 0-1 16,-3-1-4-16,4-1-2 0,0-1 0 0,0 5-20 16,0 0-32-16,0-3-36 0,1 0-41 15,0-1-64-15,2-2-89 0,-2-1-266 0,1-2-585 16,-1-5 258-16</inkml:trace>
  <inkml:trace contextRef="#ctx0" brushRef="#br0" timeOffset="23194.25">7767 11891 44 0,'-1'-7'266'0,"1"7"-27"15,0-11-25-15,0 11-26 0,0 0-20 0,-1-8-20 16,1 8-19-16,0 0-9 0,0 0 2 0,-5 22 1 0,2-4-5 15,0 9-2-15,1 2-9 0,0 2-2 16,-4 3-6-16,5 0-11 0,0 0-7 0,1-1-8 16,1 2-6-16,-1-6-4 0,1 1-7 0,2-2-3 15,-1-1-7-15,1-2-3 0,-2 1-7 0,2-7 0 0,-2-3-15 16,2 0-22-16,-2 0-19 0,0-3-22 0,0-2-28 16,1 0-43-16,-2-1-31 0,0-3-28 15,1-2-25-15,-1-5-6 0,0 0-132 0,-4 8-362 16,4-8 160-16</inkml:trace>
  <inkml:trace contextRef="#ctx0" brushRef="#br0" timeOffset="23565.87">7692 11949 78 0,'2'-12'217'0,"0"0"-20"16,1 0-19-16,4-3-18 0,4 2-12 0,3 3 0 0,4 0-8 15,0 3-6-15,3 3-11 0,7-1-6 0,-1 4-12 16,-6 2-9-16,1 4-12 0,5 3-9 0,-7-2-9 15,-2 5-4-15,-1 2-2 0,-4 0-9 16,-1 3-4-16,-4 2-5 0,-2-1-5 0,-2 2-4 0,-2 0-2 16,-4 6-1-16,0-5-6 0,-2-1 1 0,-4-2-4 15,-1 1-2-15,0-3 0 0,3 3-6 0,-1-9-6 16,4 0-6-16,-2 1-6 0,1-1-3 16,0 1-7-16,1-1-1 0,3 1-2 0,3-2-2 0,0-3 5 15,3 3-4-15,0-2 5 0,2-2 0 0,1 3 0 16,2 0 2-16,0-1 2 0,0 0 1 0,2-1-6 15,-2 0 4-15,0 1 2 0,1 1-3 0,-3-1 3 16,0 1 4-16,0-1-5 0,-1 0 4 0,-3 0 2 16,-2-1 3-16,-1 0 10 0,0 1 6 0,-2-6 3 15,-6 14-1-15,1-6 1 0,-3 0-3 0,-2 0 0 16,1-1-1-16,-1 1-6 0,-5 1-6 0,3-2-15 16,0-2-12-16,0 0-26 0,2 2-26 0,-2-2-41 15,3-2-36-15,2 1-181 0,-1-2-364 0,-1 1 162 16</inkml:trace>
  <inkml:trace contextRef="#ctx0" brushRef="#br0" timeOffset="23780.12">8202 12141 44 0,'4'-9'269'0,"1"3"-21"0,-3-1-17 0,-1 1-17 16,-1 6-26-16,4-8-16 0,-4 8-21 0,5-2-16 15,-5 2-7-15,0 0-9 0,8 11-5 0,-4-1-5 16,1 2-10-16,-2 5-10 0,0 1-6 0,-1 7-11 16,-2-4-3-16,2-2-9 0,1 6-16 0,-3-6-39 0,1 6-27 15,-1 0-51-15,1-9-57 0,-1 3-56 16,-1-1-186-16,0-1-403 0,0-2 178 0</inkml:trace>
  <inkml:trace contextRef="#ctx0" brushRef="#br0" timeOffset="23944.71">8294 11985 1951 0,'1'-26'32'0,"0"11"-8"16,-1 3-9-16,0 2-40 0,0 3-36 16,0 7 2-16,2-7 1 0,-2 7 7 0,0 0-11 0,0 0-29 15,14 13-33-15,-8-4-125 0,2 4-269 16,4 1 119-16</inkml:trace>
  <inkml:trace contextRef="#ctx0" brushRef="#br0" timeOffset="24618.12">8611 12139 12 0,'-18'-16'207'0,"11"14"-4"16,7 2 3-16,-15-4-4 0,6 0-5 0,1 3-14 15,-3 2-13-15,2 1-16 0,-1 4-10 0,0 2-3 16,-2 3-18-16,-2 0-5 0,1 3-9 0,-2 8-8 15,1 2-11-15,1-2-12 0,5-5 1 0,-2-2-9 16,6 1-11-16,0-3-5 0,3-2-5 0,1 2-3 16,1-1-3-16,2-1-3 0,2-2-4 0,-1 0-4 15,5 0-2-15,0-4-3 0,1 0-4 0,2-2-1 16,-1-2-2-16,1-1-8 0,0-1-1 0,5-3 0 16,0-2-3-16,-2-1 2 0,-4 0 7 0,4-4-9 15,-2-2-2-15,-1 1 0 0,-3-2-2 0,1-1 1 16,-2-2-1-16,-2 0-2 0,1-2-3 0,-1 0 0 15,-1 2 7-15,-2 1-5 0,-2 4 1 0,2 0 3 16,-2 4 15-16,0 2-9 0,-1 6 2 0,0-12-8 16,0 12-1-16,3-7-7 0,-3 7 2 0,0 0 6 15,0 0-8-15,0 0 3 0,-5 25-2 0,2-12 6 16,0 3-1-16,2 1 0 0,1 1 0 0,0-1 1 16,3-2 1-16,1 2-1 0,-1-4 0 0,3-2 1 15,1-2 1-15,3 3 3 0,-1-7 1 0,5 1-1 16,3 0-2-16,1-1-1 0,2-3 2 0,0-2 2 15,1-4 1-15,-3 4 1 0,4-3 2 0,-2-4-3 0,-2 0-1 16,1-1 1-16,-2-3 2 0,1-1 5 16,-4 2-7-16,1-4-5 0,-2-2 0 0,-2-1 3 15,0 4-1-15,-1-10-4 0,-1 6-1 0,-4 1 1 16,1 0 1-16,-2 0 3 0,2 6-1 0,-4 1 0 16,1 2 0-16,-3 1-6 0,0 6 5 0,6-8-6 15,-6 8-4-15,0 0-1 0,0 0 0 0,0 0-2 16,0 0 2-16,0 0 1 0,-15 23 1 0,9-9 1 0,3-2 0 15,-1 5-3-15,2-5 6 0,1 7-5 0,2-3 0 16,3-1-2-16,-1 2 3 0,2-2-1 0,0 1 3 16,2-1-3-16,0-3 5 0,1 3-2 0,0-1 14 15,-1 0-16-15,2 2-2 0,-4-6 2 0,2 0-3 16,-2 3 6-16,-3-5-2 0,1 3 2 0,1-1 2 16,-3-4-5-16,0 3 6 0,-2-2 0 0,1-7 7 15,-8 16-4-15,5-9 12 0,-4 0-12 0,-1-1-1 16,1 0-1-16,-2 1-6 0,1-3-14 0,0 2-13 15,-2 0-21-15,1-3-26 0,3 0-34 0,-1 0-46 16,-1-2-64-16,8-1-59 0,-11 3-149 0,11-3-464 16,0 0 205-16</inkml:trace>
  <inkml:trace contextRef="#ctx0" brushRef="#br0" timeOffset="24773.17">9384 12292 202 0,'0'0'249'16,"6"-5"-8"-16,-6 5-12 0,5-2-21 0,-5 2-25 16,6-5-35-16,-6 5-34 0,0 0-49 0,0 0-59 15,0 0-70-15,0 0-79 0,0 0-97 0,0 0-260 16,0 0 115-16</inkml:trace>
  <inkml:trace contextRef="#ctx0" brushRef="#br0" timeOffset="25240.53">9752 12297 171 0,'0'0'253'0,"-13"-2"-3"0,13 2-9 0,0 0-14 16,-11-1-12-16,11 1-21 0,0 0-19 0,-7-2-12 15,7 2-20-15,0 0-7 0,0 0-3 16,31-3-19-16,-9-1-12 0,8 1-6 0,2-1-12 0,4 2-10 16,-3 1 1-16,4 1-5 0,-3-3-7 0,-4 2-1 15,-2-4-3-15,-10 5-7 0,-5 0 1 0,-3-1-1 16,-2 1-3-16,1-1-1 0,-9 1 4 16,14-1-5-16,-14 1 2 0,8 0-2 0,-8 0 1 0,8-1-1 15,-8 1-6-15,0 0-3 0,0 0-4 0,0 0 0 16,0 0-6-16,0 0-4 0,0 0-21 0,0 0-26 15,0 0-31-15,0 0-42 0,0 0-54 0,0 0-71 16,0 0-54-16,-12 16-230 0,7-12-547 0,5-4 243 16</inkml:trace>
  <inkml:trace contextRef="#ctx0" brushRef="#br0" timeOffset="27666.79">499 11644 68 0,'0'0'194'0,"0"0"-14"16,0 0-14-16,0 0-10 0,0 0-11 0,0 0-7 15,0 0 14-15,0 0-9 0,-51-24-13 0,51 24-9 16,0 0-12-16,0 0-11 0,-56 20-12 0,56-20-12 15,0 0-2-15,-28 18-12 0,28-18-3 0,0 0-7 16,-22 28-8-16,22-28-2 0,0 0-4 0,-2 33-2 16,2-33-6-16,0 0 0 0,25 46-4 0,-6-26 0 15,2-2-2-15,3 1 1 0,1-1-5 0,2 0 3 16,1-1-4-16,-2 0-2 0,-3 2-3 0,1-3 2 16,-3 0-6-16,-21-16 1 0,38 29-2 0,-27-18-2 15,-11-11 3-15,21 22-4 0,-21-22-1 0,0 0 0 16,17 27-1-16,-17-27 3 0,0 0 2 0,0 32-1 15,0-32 3-15,0 0-1 0,-32 32 0 0,32-32 3 16,-42 27-2-16,19-15 2 0,-4-1 1 0,1 1-2 16,26-12-1-16,-50 15 2 0,50-15-5 0,-38 13-6 15,38-13-20-15,-33 4-21 0,33-4-35 0,0 0-44 16,-37 0-42-16,37 0-47 0,0 0-148 16,0 0-387-16,0 0 171 0</inkml:trace>
  <inkml:trace contextRef="#ctx0" brushRef="#br0" timeOffset="27920.75">762 11786 1847 0,'15'-24'63'0,"-8"7"-20"0,-1-1 5 15,-6 18 0-15,6-28 7 0,-6 28 12 16,4-19-3-16,-4 19 9 0,3-17 5 0,-3 17 10 16,0-13-9-16,0 13-2 0,2-7-8 0,-2 7-12 15,0 0-12-15,0 0-6 0,0 0-8 0,0 0-5 16,0 0 2-16,12 29 6 0,-10-4 0 0,0 5 6 15,0 1 1-15,2 2-9 0,-4 2-7 0,0-1 8 16,-2 0 4-16,2-1-7 0,0-1 0 0,0 1-3 16,-2-2-1-16,2-31 0 0,-4 60-2 0,2-32-3 15,2-28-29-15,-4 45-24 0,4-45-34 0,-2 39-38 16,4-23-43-16,0-4-69 0,0 0-54 0,-2-12-154 16,-2 18-459-16,2-18 203 0</inkml:trace>
  <inkml:trace contextRef="#ctx0" brushRef="#br0" timeOffset="28417.89">664 11955 1891 0,'0'0'25'0,"0"0"-21"0,8-51 2 0,-8 51-12 16,0 0-1-16,13-26 10 0,-13 26-8 0,25-15 6 16,-25 15-4-16,43-15 3 0,-14 7-1 0,6-2 2 15,0 3 1-15,1 1-1 0,0-1 0 0,2 2-2 16,-1 0 11-16,0-1-12 0,-7 2-1 0,-1 2 4 15,-9-1-2-15,0 3-1 0,-7-2 2 16,1 0 2-16,-14 2-3 0,16 0 3 0,-16 0 11 0,0 0 12 16,14 0 4-16,-14 0 6 0,0 0 5 0,0 0-1 15,0 0 5-15,0 0-2 0,0 0 4 0,0 0-3 16,-32 26 5-16,16-18 0 0,1 7-1 0,-6 3 0 16,1-1-3-16,2 4-2 0,4-6-2 15,1 7-2-15,1-6-7 0,7 0-4 0,-1 0-1 16,2 0-1-16,1 0 0 0,3-3-5 0,0-1-1 15,3 0 1-15,3-2-3 0,-1 2-2 0,5-3-1 0,0-1 1 16,1 0-3-16,3-2 3 0,1-1 1 0,-1-2-4 16,2 0-4-16,-3-2-5 0,0-2 5 15,-13 1 0-15,23-4 0 0,-12 0 1 0,-6-2-3 16,4-1-1-16,-2 0 0 0,1-3-4 0,-1-3 2 16,0 3 2-16,-2-7-3 0,-3 5 0 0,2-5 3 15,-1-2 0-15,-1 4-2 0,0 5 0 0,0 0 3 16,-2 10 7-16,0-13-5 0,0 13-4 0,2-10-4 15,-2 10-5-15,0 0-1 0,0 0 1 0,0 0 0 16,0 0-2-16,0 0 2 0,0 0 1 0,6 34 2 16,-4-19-2-16,0 3 0 0,3-2 6 0,-1 2 1 15,0-2-3-15,1 0-15 0,1 0-35 0,1 0-38 16,-2-6-48-16,4 5-60 0,-1-6-49 0,-1-1-137 16,-2 0-412-16,-5-8 183 0</inkml:trace>
  <inkml:trace contextRef="#ctx0" brushRef="#br0" timeOffset="28808.27">1468 11625 62 0,'2'-16'228'16,"-2"16"-26"-16,0 0-19 0,0 0-16 0,0 0-9 15,0 0-4-15,0 0-10 0,0 0-8 0,8 63-13 16,-5-34-4-16,-3 3-12 0,4 0-3 0,2-2-6 15,0-1-10-15,-4-2-7 0,-2-1-3 16,5-9-7-16,-3 2-11 0,0-7-4 0,-2 2-1 16,2-4-8-16,-2-10 0 0,0 15-8 0,0-15-1 0,0 0 2 15,0 16-2-15,0-16 4 0,0 0-3 0,0 10 6 16,0-10-3-16,0 0 0 0,0 0-5 0,0 0-4 16,0 0-4-16,0 0-15 0,0 0-3 15,31-22-8-15,-16 11-3 0,-1 3-7 0,0 0 0 16,2 3 2-16,3-1-3 0,-6 4-1 0,-1 2-2 15,1 2 2-15,-1 3-1 0,-2-1 0 0,0 2-1 16,-2 2 1-16,-2 0 3 0,3 3-1 0,-5-1 3 0,-3 2 1 16,-1 3-1-16,-4-3 5 0,2 0 0 15,-6 5 0-15,4-5 1 0,-5 2 3 0,-2 0-5 16,3-4-6-16,2-2-19 0,-2-1-17 0,0 1-33 16,8-8-44-16,-12 10-48 0,12-10-53 0,-13 8-159 15,13-8-411-15,0 0 182 0</inkml:trace>
  <inkml:trace contextRef="#ctx0" brushRef="#br0" timeOffset="28988.76">1858 11835 117 0,'7'-9'220'0,"-7"9"-23"0,5-7-22 16,-5 7-20-16,0 0-13 0,0 0-8 0,0 0-4 15,0 0-8-15,8 24-7 0,-5-11-8 0,1 2-9 16,-6 1-8-16,2 4-11 0,-1-1-3 0,1 0-7 15,-1-1-25-15,-1 1-41 0,1 7-38 16,0-8-41-16,1-5-69 0,-3 2-159 0,1-3-327 0,2-12 145 16</inkml:trace>
  <inkml:trace contextRef="#ctx0" brushRef="#br0" timeOffset="29147.18">1681 11632 17 0,'0'0'25'0,"0"0"-32"0,0 0-9 0,0 0 4 16</inkml:trace>
  <inkml:trace contextRef="#ctx0" brushRef="#br0" timeOffset="29358.46">1991 11594 138 0,'0'0'239'0,"0"0"-16"0,2-7-24 0,-2 7-23 15,0 0-21-15,0 0-17 0,0 0-10 16,8 17 17-16,-5 0-3 0,3 9-9 0,-2 5-9 16,-3 0-6-16,4 3-8 0,-3-2-11 0,0 0-11 15,2 0-8-15,-4-2-8 0,1-1-7 0,2-1-5 16,2 1-2-16,-4-4-7 0,0-6-16 0,2 5-36 15,-1 2-41-15,0-9-50 0,1-1-46 0,-1-3-64 16,0 4-182-16,-2-6-415 0,1-3 183 0</inkml:trace>
  <inkml:trace contextRef="#ctx0" brushRef="#br0" timeOffset="29552.68">2184 11908 125 0,'0'-7'257'0,"0"7"-26"0,3-7-22 15,-3 7-24-15,0 0-10 0,0 0 2 0,0 0-9 16,0 0-8-16,0 0-2 0,0 0-20 0,7 26-7 16,-8-16-9-16,1 6-13 0,0 0-12 0,0 0-4 15,1 0-11-15,-1 1-5 0,-3 2-12 0,5-4-26 16,-5 2-31-16,3-1-41 0,0 2-55 0,-3-4-58 16,2-2-60-16,-1 3-184 0,-1-4-421 15,0-3 188-15</inkml:trace>
  <inkml:trace contextRef="#ctx0" brushRef="#br0" timeOffset="29718.43">2195 11678 145 0,'0'0'159'0,"0"0"-21"0,0 0-20 0,0 0-33 16,0 0-46-16,0 0-53 0,-5 29-44 0,4-15-44 15,1-14-111-15,4 22 49 0</inkml:trace>
  <inkml:trace contextRef="#ctx0" brushRef="#br0" timeOffset="29940.19">2324 11707 129 0,'0'0'243'15,"3"-10"0"-15,-3 10-2 0,0 0-6 0,1-11-17 0,-1 11-24 16,0 0-22-16,0 0-26 0,0 0-16 0,5-3-14 15,-5 3-3-15,5 16 4 0,-1-1 5 16,-3 6-4-16,5 4 1 0,-4 4 1 0,-2 1-11 16,-1 0-4-16,1-1-12 0,0 0-9 0,0 0-5 15,0-3-5-15,-1-1-15 0,3 1 0 0,-2-6-7 16,-1-3-7-16,2 1-40 0,2 0-29 0,-3-3-34 0,0 1-27 16,1-6-45-16,-1-10-49 0,2 21-46 15,-2-14-45-15,0-7-159 0,0 0-463 0,0 0 205 16</inkml:trace>
  <inkml:trace contextRef="#ctx0" brushRef="#br0" timeOffset="30470.71">2371 11909 53 0,'0'0'136'0,"0"0"-14"16,3-8-7-16,-3 8-7 0,0 0 6 15,0 0-2-15,0 0-4 0,0 0-4 0,0 0-1 16,26 13-5-16,-21-8-7 0,-5-5-14 0,11 9 7 15,-2-2-17-15,-4-3-4 0,3 2-4 0,-3-1-4 16,3-1-1-16,-2-2-8 0,0 1-7 0,0 0 2 0,3-1-4 16,-2 0 2-16,0 0-2 0,-7-2 3 15,12 0 10-15,-12 0 6 0,13-2 10 0,-13 2 6 16,12-2-1-16,-8-1 5 0,-4 3-3 0,10-6 8 16,-7 0-7-16,1 1-6 0,0 0 2 0,-4 5-2 15,5-9 5-15,-5 9 3 0,6-5-9 0,-6 5-5 16,2-5-4-16,-2 5-14 0,0 0-5 0,0 0-11 15,0 0-5-15,0 0 0 0,0 0-7 0,10 19-2 16,-6-3 11-16,0 9 10 0,-2 3 1 0,1 4 13 16,-3 0-12-16,1 3 1 0,2 11 2 0,-4 4-5 15,-2-14 0-15,3 14-2 0,-1-4-8 0,-1 0-11 16,4-10 4-16,-2 10 3 0,6 2 4 0,-3-16-8 16,-2 0 1-16,3 1-4 0,-2-2-3 0,2-1-2 15,-3-1 1-15,2-4 4 0,-3-5-3 0,0-3-1 16,0-1 2-16,0-3 6 0,-1-1 0 0,-3-2 7 15,1-3 2-15,-4 0-1 0,-1-2 5 0,-4-2-3 16,-5-3-10-16,0 0 0 0,-3-6-11 0,-9-4-9 16,3-6-7-16,1-3-5 0,2-4-14 0,2-6-7 15,2-3-9-15,0-14-4 0,6-1 2 0,9-4-6 16,2 2 7-16,9 4 5 0,8-1-2 0,3 1-1 16,6 3 7-16,3 2-6 0,1-1-1 0,-5 14-11 15,4-1-5-15,13-1-13 0,-8 10-27 0,10-9-25 16,-6 11-24-16,11-3-27 0,-11 10-30 0,-2 0-35 15,-2 6-163-15,-1 0-435 0,-4 4 193 0</inkml:trace>
  <inkml:trace contextRef="#ctx0" brushRef="#br0" timeOffset="30934.47">1320 12785 2313 0,'0'-19'35'0,"-3"2"1"0,1 1 24 0,-1 5 4 15,-2 0-21-15,-1 0-2 0,0 1-10 16,-1 1 2-16,3 4 11 0,-4-3 15 0,2 2 2 16,1 3-1-16,5 3-7 0,-8-5-12 0,8 5-5 15,0 0-5-15,-13 15 5 0,7 5-2 0,2 10 5 16,-5 5 4-16,4 14-2 0,-2 2-2 0,5-2-1 15,0 2-14-15,2-1 6 0,0-5 1 0,0 1-1 16,2-11 1-16,0 1-11 0,-2-2 7 0,2 1 1 16,2-1-2-16,-2-2-6 0,-1-3 4 0,2-1-3 15,-3-4-19-15,2-3 16 0,-2-3-12 0,2-2-36 16,-1 1-15-16,-1-5-23 0,1-2-26 0,-1-1-38 16,0-3-28-16,0-6-29 0,2 10-45 0,-2-10-216 15,0 0-487-15,0 0 216 0</inkml:trace>
  <inkml:trace contextRef="#ctx0" brushRef="#br0" timeOffset="31391.33">1170 13107 22 0,'10'-6'163'0,"6"-3"-19"0,5 4-10 16,-2 0-16-16,10-2-11 0,-2 1-7 0,3-1-10 15,0 2-9-15,-2 1-5 0,-1-3-2 0,2 4-14 16,-9 1-10-16,7-6-2 0,-5 5-9 15,-8 2 0-15,2-3-5 0,-5 2 3 0,2 0-1 0,-13 2 18 16,11-4 14-16,-11 4 15 0,9-2 14 0,-9 2 1 16,0 0-3-16,8-6-10 0,-8 6-11 0,0 0-7 15,0 0-1-15,0 0-5 0,0 0-5 0,-23-8-6 16,23 8-8-16,-18 10 4 0,7-3 0 16,-1 8-2-16,-3 6-1 0,4-6-1 0,-3 8-3 0,1 2-6 15,1-5 0-15,4-1-2 0,3 0-2 16,0-2-6-16,2 0 0 0,4-2-6 0,1-2 0 0,0-1 0 15,5-3-5-15,-1 1 3 0,4-2-7 0,-3-3-10 16,2 1 0-16,2-4-6 0,-1 2-4 0,-2-3-1 16,3 0 6-16,1-5 0 0,-2 2 0 15,1-2 4-15,-1-2-1 0,1-4-2 0,-2 4 1 0,3-7 3 16,-8 2 0-16,3 0-1 0,1-3 3 16,-3 3 16-16,-1 2 7 0,-1-4-1 0,-1 5-5 15,1 1 0-15,-1 2-4 0,-2 5-3 0,4-10-3 0,-4 10-4 16,5-5-2-16,-5 5-6 0,0 0 2 0,0 0 1 15,11 10 3-15,-5-2-4 0,-3 3 4 16,3 5-1-16,0 0 0 0,0 0-9 0,-1-2-29 16,1 2-29-16,-1-3-51 0,0-3-49 0,1 1-50 15,3 3-181-15,-2-6-431 0,-1 0 191 0</inkml:trace>
  <inkml:trace contextRef="#ctx0" brushRef="#br0" timeOffset="31609.81">1984 13039 41 0,'-2'-9'277'0,"-3"-2"-6"0,2 6-12 0,3 5-18 15,-6-9-25-15,6 9-16 0,0 0-24 0,-18 0-13 16,18 0-16-16,-14 25-10 0,1-11-7 0,1 9-11 16,0 2-13-16,0 0-11 0,8-8-7 0,-1 8-8 15,1-6-9-15,4 0-8 0,0 1-24 0,2-1-23 16,1-3-20-16,3 0-24 0,0-2-25 0,2-5-25 15,1 1-28-15,1-4-35 0,4-1-38 0,-1-3-36 16,-1-1-141-16,1-2-385 0,4-4 171 0</inkml:trace>
  <inkml:trace contextRef="#ctx0" brushRef="#br0" timeOffset="31813.84">2127 13023 25 0,'2'-12'228'0,"-2"1"11"0,1 1 9 0,-1 10 0 16,0-14-17-16,0 14-17 0,1-10-26 0,-1 10-27 15,0 0-19-15,0 0-16 0,0 0-6 0,0 0 2 16,0 0 4-16,0 0 2 0,0 45-6 0,-1-25-13 16,2 4-12-16,-1 3-5 0,-2-1-8 15,2-1-11-15,-2 1-5 0,2-6-10 0,-1-1-1 16,1-1-24-16,0-1-34 0,1 0-18 0,-2-1-31 0,1 0-31 16,1-3-32-16,-1-3-42 0,2 2-54 0,-2-4-35 15,1 1-168-15,-1-9-445 0,0 0 197 0</inkml:trace>
  <inkml:trace contextRef="#ctx0" brushRef="#br0" timeOffset="32132.25">2158 13126 28 0,'9'-5'156'0,"4"2"-14"15,-6 2-1-15,-7 1-6 0,22 1 10 0,-22-1-23 16,17 2-1-16,-7 4-15 0,-1-2 16 0,0 5-9 15,-4-1-6-15,3 0-8 0,-2 1-3 0,-1-1-8 16,2 0-5-16,-2 1-9 0,0-1-8 0,1 2-4 16,-2-5-5-16,2 2-5 0,1-2-4 0,4-1-4 15,-11-4 0-15,12 5-6 0,-12-5-2 0,13 2-1 16,-13-2 5-16,12 1 2 0,-12-1 14 0,13-3 0 16,-13 3-2-16,13-6-4 0,-5 0 1 0,-8 6 7 15,9-13-1-15,-7 4-9 0,1 0-2 0,-2-1-6 16,-1 10-3-16,-1-21-14 0,-3 13-15 0,4 8-22 15,-7-18-11-15,1 8-25 0,6 10-21 0,-11-12-19 16,11 12-23-16,-12-8-19 0,12 8-15 0,-13 0-10 16,13 0-12-16,-16 10-13 0,8-2-131 0,0 1-339 15,-1 1 150-15</inkml:trace>
  <inkml:trace contextRef="#ctx0" brushRef="#br0" timeOffset="32424.08">2508 13208 185 0,'7'-5'213'0,"-7"5"16"0,14-11 1 16,-9 6-1-16,0-3-8 0,-5 8-5 0,10-13-11 16,-7 3-9-16,-2 3-9 0,-1 7-19 0,1-17-19 15,-1 6-10-15,0 11-9 0,0-20-17 0,0 20-13 16,-1-20-3-16,1 20-18 0,-1-19-11 0,2 12-8 16,0-2-11-16,-1 9-12 0,8-13-6 0,-3 6-9 15,5 0-2-15,-1 2-1 0,-1 2-5 0,2 0-12 16,-10 3 7-16,19 0-5 0,-7 3-2 0,-3-1 0 15,2 7-3-15,-1-5 0 0,-2 4-2 0,0 2 0 16,0 0-2-16,0-1 2 0,0 7-2 0,-2-6 1 16,1-1 2-16,-3 2-3 0,2-2 5 0,-5 3-2 15,3-3-5-15,-3 2-13 0,2-2-17 0,-2 1-19 16,-1-10-29-16,0 20-42 0,0-12-54 0,0-8-64 16,3 12-195-16,-3-12-474 0,0 0 209 15</inkml:trace>
  <inkml:trace contextRef="#ctx0" brushRef="#br0" timeOffset="32961.87">3546 12307 49 0,'0'0'232'0,"0"0"-12"16,0 0-10-16,-4-6-9 0,4 6-18 0,0 0-16 16,0 0-13-16,0 0-16 0,0 0-14 0,0 0-13 15,10-4-8-15,-10 4-11 0,14-2-11 0,-2 1-8 16,1 1-2-16,-2 1-7 0,-2-2-6 0,-9 1-5 0,15 0-3 15,-8 0-5-15,-7 0 1 0,9-2-4 16,-9 2 3-16,9 2 4 0,-9-2-3 0,0 0 0 16,7 0 7-16,-7 0 5 0,0 0 3 0,0 0-1 15,0 0 8-15,0 0-8 0,0 0-4 0,0 0-5 0,9 0 8 16,-9 0-15-16,0 0-10 0,0 0-4 16,0 0-1-16,0 0-5 0,0 0-7 0,0 0-12 15,0 0-21-15,0 0-25 0,0 0-36 0,0 0-43 16,0 0-39-16,9 0-48 0,-9 0-51 0,9 1-173 0,-9-1-467 15,12 2 207-15</inkml:trace>
  <inkml:trace contextRef="#ctx0" brushRef="#br0" timeOffset="33585.42">3522 12304 129 0,'0'0'179'0,"-16"-1"-17"0,10 2-5 0,6-1-11 16,-13-1-9-16,13 1-14 0,0 0-11 0,-10 2-15 15,10-2-10-15,0 0-9 0,-8 0-10 0,8 0-1 16,0 0-4-16,0 0 3 0,0 0 5 0,0 0 0 16,27 9 0-16,-8-9-7 0,9 3 6 0,6-2-5 15,-1 0 12-15,3 1-4 0,1-4-12 0,-2 0-4 16,0 3-5-16,-3-3-4 0,-1 2-2 0,1 1-3 0,-11-1-5 15,5 0-4-15,-7 1-3 0,-4-1 1 0,-2 0-2 16,-3-1-3-16,3 1-3 0,-3 0-4 0,-10 0 2 16,12 0-2-16,-12 0-5 0,13 0-2 0,-13 0 2 15,6 1 0-15,-6-1-3 0,0 0-1 16,0 0 3-16,8 3-6 0,-8-3 2 0,0 0-5 0,0 0-2 16,9 1 3-16,-9-1-10 0,0 0-18 0,0 0-21 15,0 0-25-15,0 0-35 0,0 0-33 0,0 0-33 16,0 0-32-16,0 0-166 0,0 0-397 0,0 0 176 15</inkml:trace>
  <inkml:trace contextRef="#ctx0" brushRef="#br0" timeOffset="33919.68">3904 12053 5 0,'-14'0'171'16,"14"0"-7"-16,-8 0-11 0,8 0-9 15,0 0-16-15,-8 2-10 0,8-2-13 0,0 0-4 0,-2 7-5 16,2-7-4-16,0 0-7 0,19 15 3 0,-8-9-1 16,5 1-8-16,3 3-3 0,3-3-3 0,3 0-6 15,2 3-9-15,-6-3 0 0,-2 1-4 0,0-1 0 16,-1 1-4-16,-1 0-5 0,0 1-3 15,-4 1-4-15,0 0-5 0,-2 2-3 0,0 5-3 0,-4-1 12 16,-2-1 7-16,-3 9 11 0,-4-4 4 0,-2 4 5 16,-4 3-3-16,1 0-5 0,-4 1-2 0,-2 0-10 15,3 1 0-15,-2-5-5 0,-2 5-16 0,1-3-39 16,1 0-41-16,3 1-60 0,2-9-70 16,2 0-241-16,1-1-462 0,-1 2 204 0</inkml:trace>
  <inkml:trace contextRef="#ctx0" brushRef="#br0" timeOffset="38668.71">12327 11846 112 0,'0'0'179'0,"-3"-10"-10"0,1 4-13 0,2 6 1 16,-2-11-2-16,2 11-2 0,-2-9-7 0,2 9-7 15,-2-7-5-15,2 7-10 0,-3-8-2 16,3 8-10-16,0 0-4 0,0 0-8 0,-1-8-4 16,1 8-7-16,0 0-6 0,0 0-3 0,-3-8-5 0,3 8-10 15,0 0-1-15,0 0-7 0,0-8-5 0,0 8-1 16,0 0-2-16,-4-9-10 0,4 9 3 0,0 0-5 16,-3-7-1-16,3 7 8 0,0 0-12 15,0 0-2-15,-3-9 3 0,3 9 0 0,0 0-4 16,0 0-2-16,-1-9-2 0,1 9-3 0,0 0 2 0,0 0-2 15,0 0 0-15,0 0-7 0,0 0-3 0,-3-7-3 16,3 7-5-16,0 0-4 0,0 0-4 0,0 0 1 16,0 0 1-16,0 0-2 0,0 0 0 0,10 32-1 15,-6-15 1-15,3 8 3 0,-1 2 0 0,-2 2 1 16,1 1-2-16,0-1 11 0,-2 2-10 0,1-3 4 16,-2-1 2-16,2 1 6 0,-4 1 6 0,1-3 0 15,0-7 6-15,-1 6-6 0,0-7-1 0,2 3-1 16,-1-5 3-16,1 1 3 0,-2 0-1 0,2-2 2 15,-2-4-5-15,0 0-3 0,2 0-1 0,-2-2 0 16,0 2-5-16,0-5 5 0,2 4-1 0,-2-10-3 16,1 12-3-16,-1-12-12 0,1 7-13 0,-1-7-16 15,0 8-21-15,0-8-13 0,0 0-22 0,0 0-27 16,0 11-18-16,0-11-61 0,0 0-41 0,0 0-211 16,0 0-484-16,0 0 215 0</inkml:trace>
  <inkml:trace contextRef="#ctx0" brushRef="#br0" timeOffset="38873.1">12594 12014 128 0,'4'-3'175'0,"-4"3"-15"0,12-4-16 0,-5 1-19 15,4-1 1-15,0 2-12 0,2-1-11 0,5 0-10 0,1-2-10 16,1 4-9-16,0 0-7 0,2-2-7 0,7 3-3 15,1-1-6-15,-3 0-29 0,2 1-28 16,-9 1-28-16,2-2-27 0,-1 1-34 0,-2 1-31 16,-6-1-84-16,-1-1-228 0,0-1 101 0</inkml:trace>
  <inkml:trace contextRef="#ctx0" brushRef="#br0" timeOffset="39113.85">12902 11826 74 0,'-4'-7'195'0,"1"3"1"16,3 4 0-16,-7-7-14 0,7 7-15 0,-5-4-15 16,5 4-19-16,0 0-10 0,0 0-13 15,0 0-5-15,-8 15-9 0,8-4 2 0,0 5-5 0,0 0-3 16,2 9 0-16,-4 1-4 0,4-7-9 0,-2 6 0 16,2 0-7-16,-2-4-6 0,4-2-5 0,-1 6-10 15,-1-7-1-15,-2 0 4 0,5 2-12 0,-3-1 0 16,0-1-6-16,1 0-13 0,1-1-18 0,0 2-22 15,-2-2-34-15,1-2-35 0,4 0-42 0,-4-3-35 16,3-1-44-16,-2 0-151 0,-2-3-389 0,5 3 172 16</inkml:trace>
  <inkml:trace contextRef="#ctx0" brushRef="#br0" timeOffset="39434.14">13315 11826 33 0,'2'-13'251'0,"0"3"-11"0,-4-2-13 16,4 3-4-16,-2 2-10 0,0 7-14 0,3-11-15 16,-3 11-17-16,2-7-17 0,-2 7-24 0,0 0-12 15,0 0-9-15,0 0-12 0,0 0-5 0,9 18-11 16,-4-3-5-16,-1 3-2 0,-2 3-3 0,2 5 2 0,4 3 6 15,-2 0-10-15,-6-3 6 0,3 0-1 16,-1 1-9-16,-2-8-2 0,2 6-4 0,0-4-8 16,-2-2-5-16,0 0-2 0,2 0-1 0,0-2-6 0,0 0-4 15,-1-2-8-15,1 3-22 0,1-7-19 0,-3 1-16 16,2-1-18-16,-2 0-26 0,0 0-31 0,-2-4-36 16,2-7-30-16,0 12-33 0,2-6-25 0,-2-6-166 15,-5 10-435-15,5-10 193 0</inkml:trace>
  <inkml:trace contextRef="#ctx0" brushRef="#br0" timeOffset="39863.98">13329 11722 131 0,'2'-11'163'16,"2"-6"-10"-16,3 6-5 0,-1 0-9 0,6-3-5 15,-1 1-8-15,1 0-12 0,-1 8-8 0,6 0-8 16,-1 1-11-16,7 0-6 0,-5 3-4 0,2 1-10 16,0 1-5-16,-8 4-8 0,4-1 0 0,-1 3-5 15,-2 2-2-15,-1-2-5 0,-3 1-6 0,-3 0 5 16,4 2-7-16,-6-1 6 0,0 1 6 0,-2 2-7 16,1-4 2-16,-5 3-5 0,-1-1 2 0,1 1-7 15,-2-2-4-15,0 1-1 0,0-3-3 0,0 0-3 16,2-1 2-16,0 1-4 0,2-7-2 0,-2 14-5 15,1-9-2-15,1-5-4 0,3 14 2 0,-1-9 0 16,2 1-3-16,4 1-2 0,0-1 0 0,-1-1 2 0,2 2-1 16,3-3-2-16,-2 1 0 0,-1 3-3 15,3-1 2-15,-1-2-3 0,-3 2 5 0,0 0-1 16,-1 0-3-16,-3-1 4 0,0-1-4 0,0 1 1 16,-4-6 0-16,3 11-1 0,-3-6 1 0,0-5-2 0,-3 12 6 15,-1-7-2-15,0-1-1 0,-1 0 0 0,-1 2 3 16,-4 0-6-16,2-1-4 0,1 2-14 0,-2-2-17 15,-2 0-19-15,2 0-23 0,0 1-29 0,-1-3-34 16,-3 2-35-16,-1 2-136 0,6-3-340 0,-3 1 151 16</inkml:trace>
  <inkml:trace contextRef="#ctx0" brushRef="#br0" timeOffset="63642.75">13995 11665 14 0,'0'0'115'0,"-6"-7"1"0,6 7 1 0,-3-7-12 15,3 7 10-15,-6-5-2 0,6 5 0 0,0 0-7 16,-5-7-9-16,5 7-8 0,0 0-11 0,0 0-13 16,0 0 11-16,0 0-21 0,0 0 7 0,0 0 3 15,0 0 6-15,26 5 0 0,-9 2-3 0,8 4-2 16,4 0-5-16,0 1-2 0,-1 0-4 0,-1 2-2 16,-2 2 0-16,-4 4-7 0,0 2 0 0,-4 3-4 15,-1 3-3-15,-5-1-5 0,-1 5-2 0,-8 0 1 16,0 1-6-16,-4-1-3 0,-4 3 0 0,0-1-1 15,-7 12-5-15,-1 0 1 0,1-16-9 0,-7 14-16 0,6-13-7 16,-8 0-12-16,-3 7-19 0,1-10-12 16,-13 8-23-16,3-3-13 0,5-11-16 0,-2 0-26 15,-9 6-20-15,6-9-140 0,-12 3-319 0,13-6 141 16</inkml:trace>
  <inkml:trace contextRef="#ctx0" brushRef="#br0" timeOffset="64086.14">12050 11655 76 0,'-53'33'159'0,"-11"24"2"15,-1 2-10-15,5 2 4 0,22-11-3 0,-6 22-10 16,4 0-11-16,20-19-9 0,3 26-7 0,14-24-10 16,5 2-8-16,12 2-11 0,25 22-6 0,-8-29-11 15,27 19-25-15,5-6-28 0,4-7-29 0,4-6-38 16,11-6-50-16,1-3-55 0,-3-4-101 0,-19-17-279 15,27 6 124-15</inkml:trace>
  <inkml:trace contextRef="#ctx0" brushRef="#br0" timeOffset="67708.03">5710 13686 84 0,'0'0'124'0,"0"0"-11"0,0 0-6 16,6-6-2-16,-6 6-13 0,0 0-8 0,0 0 3 16,0 0-7-16,0 0-1 0,0 0-11 0,0 0 8 0,0 0-3 15,0 0-1-15,0 0-6 0,0 0-1 16,-1-9-13-16,1 9 2 0,0 0-5 0,0 0-8 16,-8-9 9-16,8 9-8 0,0 0 4 0,-4-9 2 15,4 9-5-15,-4-5-2 0,4 5-7 0,-5-5 0 16,5 5 8-16,-9-7-6 0,3 5-2 0,6 2-6 0,-18-3-2 15,4 2-4-15,1 1-3 0,-1 0 1 0,1 1-2 16,-3-1-8-16,-3 3 2 0,-2 3-2 16,3-2-1-16,-2 2-3 0,1 2-1 0,2 2 2 15,-2-1-2-15,3-2 3 0,1 4-3 0,4 2-1 16,2-6-3-16,-1 3 4 0,2 2 2 0,0 2-3 0,4-2-3 16,-2 4 2-16,5-4-5 0,1 4 0 0,5-1 2 15,0-1 3-15,1 0 0 0,3 2 4 16,4-6-7-16,0 2 4 0,3-2 2 0,0 0 1 15,2-1-3-15,1-2 1 0,1-1-4 0,-3-2 0 0,3-1 2 16,1 0-1-16,-5 0 5 0,-2-3-5 0,-1 0 2 16,1 0 1-16,-4 0-2 0,0 0 3 15,-3 0 2-15,-7 0-2 0,12 0 0 0,-12 0 2 16,9-2 5-16,-9 2-4 0,6-2-2 0,-6 2-2 16,0 0 1-16,0 0 0 0,0 0-1 0,-10-16-3 0,10 16 3 15,-13-4-4-15,3 3-3 0,-2 1 4 0,1 1 1 16,-3-1-3-16,1 3 2 0,-2 0 2 0,-1 2-19 15,0 1 2-15,0 2 5 0,1 1-3 16,2 0 3-16,2 0 1 0,-1 2 4 0,2 2 0 16,-1 3-3-16,1-3 1 0,4 2 3 0,1 0 0 0,2-3 0 15,0-1-3-15,3 3 4 0,1-3 5 0,1 2-10 16,3-1 11-16,2 1-4 0,-1-3 2 16,8 4-1-16,-2-5-1 0,2 3-5 0,3-4-12 15,-2-3-24-15,1 2-18 0,4-1-47 0,-2-1-3 16,2-3-40-16,-2-1-21 0,1 1-113 0,-1-1-306 0,1-2 135 15</inkml:trace>
  <inkml:trace contextRef="#ctx0" brushRef="#br0" timeOffset="68452.73">5862 13992 123 0,'0'0'149'0,"0"0"-10"0,4 23-12 0,-2-16-7 0,1 4-13 15,-3 0-4-15,0 0-2 0,0 0-2 16,2 3-5-16,-3-2-14 0,2-3-2 0,-1 2-10 16,0 0-8-16,1-4 0 0,1-1 3 0,-2-6 2 15,0 12 2-15,0-12 12 0,0 7 19 0,0-7 9 16,0 0 12-16,0 0-11 0,0 0-8 0,0 0-10 16,0 0-6-16,0 0-9 0,0 0-6 0,0 0-6 15,-14-25 1-15,10 15-2 0,4-2-10 0,0-2-7 16,0-3-6-16,4 1-3 0,2-2-1 0,-1 0-11 15,3 0 0-15,0 0 0 0,3 0-12 0,1 2-3 16,-2 1-2-16,4 5-3 0,-4 2-1 0,2-1-4 16,2 5-1-16,-3 0 3 0,7 4-4 0,-5 4 1 0,3 2-2 15,1 2-1-15,0 1 3 0,-5 3-4 16,2 1 1-16,-3-1-1 0,0 3 5 0,1 0-4 16,-6 1 8-16,1 0-5 0,-2-1 4 0,0-3-1 15,-3-1-1-15,-1 0 2 0,-1 0 0 0,-2-2 0 16,-1 2-1-16,0-6 1 0,-1 1 9 0,0 0-6 15,0-1-2-15,4-5 0 0,-8 3 4 0,8-3-1 16,0 0 0-16,-10 0-5 0,10 0 3 0,0 0-6 16,-5-11-1-16,5 11-8 0,0-16 1 0,4 5-3 15,1-1-4-15,3-5-5 0,-1 1 7 0,4 0-3 16,0-3 0-16,1 6-3 0,2-1 6 0,-3 2-3 16,2 0-3-16,-2 5 7 0,0-1-1 0,-2 2 2 0,1 3-1 15,0-1-2-15,-2 4 4 0,-8 0-4 16,16 1 4-16,-9 2 2 0,-1 2 0 0,3 1-2 15,-1 3 0-15,-2 1 0 0,1-1 3 0,-1 3 2 16,0-2 2-16,1 4-2 0,-3-1 1 0,2-3 1 16,0 2 2-16,2-3-2 0,-2 1 2 0,1-2-2 0,0 1 4 15,2 0-2-15,0-5 4 0,-2 1-2 0,3-3-2 16,-3 0 6-16,-7-2 6 0,15 0-8 16,-8-2-2-16,1 0 2 0,0-5-2 0,1 1 2 15,-3-2 0-15,3-1 3 0,-4-2 1 0,0 0-2 16,0-1 18-16,-2-1-11 0,-2-2 1 0,2-2-2 15,-5 1 10-15,4-1-9 0,-2 6 3 0,0-2 7 16,-2 3 8-16,2 1 0 0,0 9 1 0,-2-13-9 16,2 13-1-16,0-9-8 0,0 9-3 0,0 0-8 15,0 0 3-15,0 0 2 0,0 0 1 0,0 0-1 16,0 0 1-16,-3 34-3 0,2-18 0 0,1 1 0 16,1 0-6-16,-1-2-17 0,3 4-13 0,-1-3-19 15,1-1-32-15,1-2-55 0,0 0-35 0,-1-2-49 16,1 1-162-16,-1-2-417 0,2-2 186 0</inkml:trace>
  <inkml:trace contextRef="#ctx0" brushRef="#br0" timeOffset="68625.5">6419 13701 129 0,'0'0'106'0,"0"0"-16"16,0 0-30-16,0 0-17 0,0 0-42 0,0 0-37 16,28 16-30-16,-11-8-71 0,-1 1 32 0</inkml:trace>
  <inkml:trace contextRef="#ctx0" brushRef="#br0" timeOffset="68840.08">6699 13682 101 0,'0'-7'200'0,"1"0"-4"0,-1 7-6 16,0 0-20-16,-1-11-18 0,1 11-17 0,0 0-15 16,0 0-10-16,0 0 1 0,0 0 10 0,13 32 2 15,-10-17-1-15,1 13-8 0,-1 2-7 0,-3-1-9 16,-1-1-7-16,2 3-11 0,-4-2-7 0,3 1-8 16,0-2-2-16,2 0-9 0,-4-2-1 0,2 0-13 15,-1-7-19-15,2-2-20 0,1 1-25 0,-1-3-34 16,0-2-40-16,-1-1-52 0,3-1-42 0,-2-2-174 15,0 1-395-15,-1-10 176 0</inkml:trace>
  <inkml:trace contextRef="#ctx0" brushRef="#br0" timeOffset="69002.7">6621 13902 95 0,'4'-12'110'0,"-4"12"-11"0,10-5-11 15,-1 2-17-15,1 0-3 0,3 1-19 0,5-3-24 16,2 2-14-16,-2 2-19 0,1-1-17 0,0-1-18 16,-2 2-47-16,1-1-98 0,-5-1 43 0</inkml:trace>
  <inkml:trace contextRef="#ctx0" brushRef="#br0" timeOffset="69184.78">6879 13766 10 0,'1'-11'121'0,"-1"0"7"0,4 1 14 0,-4-2 11 0,0 5 14 16,0 7-4-16,0-14-6 0,0 14-14 0,1-7-16 15,-1 7-17-15,0 0-14 0,0 0-11 0,0 0-4 16,0 0 12-16,0 0 9 0,9 31 0 0,-5-6-2 16,-1 1 0-16,-2 2-6 0,0 2-4 0,-2-1-10 15,0 2-3-15,-2-1-9 0,2 0-5 0,-2 0-8 16,1-3-6-16,-1-1-27 0,3 1-26 0,-2-8-31 16,2 0-31-16,-2-1-60 0,1-3-60 0,-1 2-208 15,-1-2-427-15,2-1 190 0</inkml:trace>
  <inkml:trace contextRef="#ctx0" brushRef="#br0" timeOffset="69343.28">6819 13934 2 0,'0'0'119'0,"13"-2"-37"0,-4 1-29 0,1 4-42 0,3 2-56 15,1 0-48-15,1 4 21 0</inkml:trace>
  <inkml:trace contextRef="#ctx0" brushRef="#br0" timeOffset="69838.37">7040 14193 132 0,'0'0'180'0,"0"0"-8"16,0 0-6-16,14-10-9 0,-9 6-14 0,3-3-4 15,1 1-11-15,-2-3-2 0,3 1-3 0,-2-2-7 16,1-3-6-16,2-2-7 0,0 2-7 0,-2-3-5 16,-1 0-2-16,1-1 2 0,-2 1-20 0,0 0-1 15,-1-3-6-15,-2 3 10 0,0-1-9 0,0 0-4 0,-2 0-1 16,-1 3 1-16,1 2-5 0,-2 2 0 16,-2 1-4-16,2 0-4 0,0 9-2 0,-1-11-5 15,1 11-7-15,-5-12-3 0,5 12-6 0,-6-1-2 16,6 1-2-16,0 0-3 0,-20 12-3 0,10-4-2 0,1 7 1 15,-1-1-5-15,-1 3 1 0,2 0-1 0,0 6 0 16,2-3-3-16,5-4 1 0,-1 0-3 16,2 1 3-16,0 1-2 0,2-6-3 0,3 1 0 15,0-3 1-15,3 4 3 0,1-4-4 0,0-1 1 16,2-1-1-16,-1-2-5 0,1 0-4 0,1-3 0 16,0 1-3-16,2-1 3 0,-2-3-3 0,0 1 0 0,0-3-2 15,0-1-4-15,-1-1 0 0,1-2 0 16,0-2-7-16,-1-3 11 0,-2 1-9 0,3-2 3 15,-2-2-1-15,0-3 1 0,2 2 1 0,-2-2 0 16,0 0 4-16,1-1 1 0,-1 4-1 0,1-1 4 16,-5 7-4-16,3-2 4 0,-3 6-3 0,0-2 1 15,0 2-2-15,2 1-2 0,-7 3-1 0,12-1 4 16,-12 1 4-16,10 8-1 0,-2-2-5 0,-3 0 10 16,3 2-3-16,-3 1 2 0,0 1 4 0,2 4 1 15,-2-2-4-15,1 4 0 0,-2 0 1 0,-2-4-28 16,1 0-45-16,-2 1-46 0,4-1-71 0,-2 2-204 15,1-3-430-15,-2 0 191 0</inkml:trace>
  <inkml:trace contextRef="#ctx0" brushRef="#br0" timeOffset="70307.78">8160 13780 1858 0,'6'-18'63'0,"-2"1"21"0,1 6-1 16,-1-1-12-16,-3 3-6 0,0 3-16 0,2 0-15 15,-3 6-10-15,4-10-7 0,-4 10-6 0,0 0 4 16,2-4 7-16,-2 4 11 0,0 0 9 0,3 24 5 15,-3-7 2-15,0 10 7 0,-3 0-1 0,1 4 12 16,-2-3-5-16,2 0-4 0,1 3-4 0,1-1-8 16,0-2-3-16,1-1-2 0,2 3-16 0,0-2-11 15,-2-2-1-15,-1-6-1 0,3-1-3 0,-1 0-16 16,2-1-13-16,-1-1-22 0,-1-6-20 0,-1 2-35 16,1-3-36-16,3-1-40 0,-3-2-45 0,-2 0-177 15,0-7-429-15,-1 10 190 0</inkml:trace>
  <inkml:trace contextRef="#ctx0" brushRef="#br0" timeOffset="70693.39">8234 13711 42 0,'11'-7'149'15,"-1"1"-26"-15,1 5 10 0,0-1-2 0,1 1-6 16,0 5-8-16,-1-1-14 0,2 3 1 0,-2 0-10 15,2 3-2-15,-2 3-9 0,-1-3-7 0,-2 2-4 16,-3 1 1-16,0-2-6 0,0 6-2 0,-2-4 0 16,-3 5-7-16,-1-4-6 0,-3 3-2 0,-1-1-5 15,0-1-2-15,0-3-5 0,-2 0-10 0,2 0-14 16,-1-1-6-16,1 0-1 0,1 1-16 0,1-4-7 16,2 1-9-16,1-8 0 0,4 15-6 0,-2-9-2 15,5 0 5-15,1 1 1 0,0 0-2 0,0 1 7 16,0-4-5-16,3 3 6 0,-2 0 2 0,-1-1 5 15,2 0-4-15,-1 3 8 0,-1-4-2 0,-2 2 2 16,2-1-3-16,-5-1 0 0,1 3 6 0,-1-2 14 16,-1 3 8-16,-2-2 1 0,0-7 9 0,-5 15 4 15,-1-7-3-15,1 0 0 0,-5-2-7 0,1 1 0 16,1-1 0-16,-2-1-2 0,1-1-1 0,1 1-3 16,0 1-14-16,-2-3-18 0,4 1-15 0,-2-1-31 15,8-3-36-15,-10 2-36 0,10-2-120 0,-12 1-277 16,12-1 122-16</inkml:trace>
  <inkml:trace contextRef="#ctx0" brushRef="#br0" timeOffset="70913.23">8691 13902 91 0,'4'-4'216'0,"-4"4"-8"0,8-8-12 16,-8 8-19-16,5-4-20 0,-5 4-17 0,0 0-10 15,0 0-8-15,0 0 0 0,11 12-7 0,-8-1-6 16,1-1-10-16,-3 3-8 0,0 5-9 0,4 0-5 16,-3 0-9-16,-1 1-5 0,3 1-9 0,-4-1-5 15,2-1-18-15,-2 1-32 0,3 0-23 0,-2-1-34 16,-2-2-52-16,2 0-50 0,-1 0-181 0,-2 0-370 16,-1-3 165-16</inkml:trace>
  <inkml:trace contextRef="#ctx0" brushRef="#br0" timeOffset="71108.13">8626 13691 87 0,'0'0'123'0,"0"0"-34"15,0 0-28-15,0 0-24 0,0 0-46 0,19 14-56 16,-11-1-71-16,5 1 32 0</inkml:trace>
  <inkml:trace contextRef="#ctx0" brushRef="#br0" timeOffset="71882.16">9029 13863 93 0,'-3'-6'246'16,"3"6"-11"-16,-5-10-7 0,1 7-11 0,4 3-14 16,-6-8-21-16,6 8-19 0,-7-3-15 0,7 3-12 15,0 0-12-15,-16 14-5 0,7-2-9 0,-3 1-7 16,-1 3-9-16,-2 5-6 0,1 2-13 0,4-5-5 16,0 5-11-16,1 0-4 0,2-4-6 0,2-1-5 15,3-2-5-15,2 1-1 0,-2-4-6 0,4 0-6 16,0-3-9-16,3 3-1 0,2-3-11 0,-1-1-4 15,3 0-10-15,1-4 1 0,0-1-3 0,1-2-2 16,0 1-5-16,1-3 2 0,-2-3 1 0,1-1-4 16,1-1 4-16,1-1-1 0,-1-5 4 0,-2 3 2 15,0-1 1-15,0-4 3 0,-2-4-2 0,-2 2 5 16,3-2-4-16,-4-1-1 0,1 0 5 0,1 0-1 16,-2-1 2-16,0 3 2 0,-1 0-3 0,-3 3 5 15,2 4 9-15,-3 1 4 0,2 2 0 0,-2 6-5 16,1-12 1-16,2 9-6 0,-3 3-2 0,0 0-3 15,0 0-1-15,0 0 5 0,0 0 2 0,0 0 1 16,1 26 3-16,-3-13 1 0,-1 3-2 0,1-2 4 16,-1 3-9-16,2-1 6 0,1-2-5 0,1 3 5 15,0-6-4-15,2 2 0 0,-2-2 1 0,4 0-1 16,-1-3-2-16,1-1 5 0,0-1-6 0,4 0 5 16,-2-3-5-16,4 2 7 0,2-3-3 0,0-4 2 15,-1 2-1-15,1-3 3 0,1-1-2 0,-3-1-2 16,4 0 2-16,2-3-6 0,-5-1 3 0,4-3 4 15,-2-1-5-15,1-1 3 0,-5-2-4 0,3 0-3 16,1-7-3-16,-5 1 4 0,3-3-2 0,-6 8-4 16,3-7 4-16,-4 8 2 0,-2-2 3 0,2 0 3 15,-4 2-11-15,1 6 4 0,-2-1 11 0,0 4-7 16,2 1 0-16,-2 6 1 0,1-12-6 0,-1 12 7 16,0 0-8-16,0 0 2 0,-4-6-8 0,4 6 9 15,0 0-7-15,-12 13-1 0,5-4 1 0,1 3 1 0,2 0-2 16,-1 4-1-16,0-2 1 0,3 2-2 15,2-3-5-15,0 4-8 0,4-1-8 0,1-2 2 16,0 4-15-16,3-1-1 0,0-2-5 0,3 1-1 16,1-3-4-16,-1 0-3 0,3 2 0 0,-1-4 9 15,0 3-4-15,-3-1 2 0,0-2-6 0,-1 0 7 0,0 1 10 16,-2-3 3-16,-1 1 1 0,0-4 3 16,-2 0 3-16,0 0-1 0,-3-1 4 0,-1-5 9 15,4 9 12-15,-3-4 4 0,-1-5 5 0,0 0 1 16,-2 14 5-16,2-14 0 0,-4 5-1 0,4-5-1 15,-6 8 2-15,1-5-3 0,5-3-2 0,-9 6-3 16,4-2-15-16,5-4-22 0,-10 6-29 0,4-5-29 16,6-1-37-16,0 0-43 0,-9 4-122 0,9-4-318 15,-6 2 141-15</inkml:trace>
  <inkml:trace contextRef="#ctx0" brushRef="#br0" timeOffset="72250">10273 13954 39 0,'0'0'248'0,"-8"-5"-11"16,8 5-15-16,-11-3-8 0,5 0-17 0,6 3-17 15,-13-3-10-15,8 2-22 0,5 1-19 0,0 0-15 16,0 0-11-16,0 0-7 0,0 0-9 0,0 0-8 15,0 0-8-15,0 0-4 0,16 11-9 0,-4-8-5 16,5 2-6-16,1-3-1 0,3 0-5 0,1-1-6 16,7-1 2-16,-8 0-2 0,1 0-1 0,-1 2-2 15,-4-5 6-15,-3 3-1 0,0-2 6 0,-5 2 9 16,2 2 5-16,-4-2 1 0,-7 0 5 0,13-2 7 16,-13 2 4-16,10 0 2 0,-10 0-5 0,0 0-1 15,10-1-1-15,-10 1-9 0,0 0-7 0,0 0-2 16,0 0-2-16,8-1-9 0,-8 1-14 0,0 0-6 15,0 0-25-15,0 0-32 0,0 0-25 0,0 0-33 16,0 0-24-16,0 0-38 0,0 0-56 0,5 5-50 16,-5-5-229-16,0 0-531 0,0 0 236 0</inkml:trace>
  <inkml:trace contextRef="#ctx0" brushRef="#br0" timeOffset="77856.2">13097 13533 70 0,'-2'-11'122'0,"2"3"-4"0,0 8-1 15,-2-10-8-15,2 10-4 0,0 0 0 0,2-12-17 16,-2 12 1-16,0 0-1 0,-2-9-16 0,2 9-8 15,0 0-4-15,0 0-13 0,0 0-4 0,0 0 7 16,0 0-1-16,0 0 14 0,0 0-4 0,14 28 5 16,-8-12-5-16,-2 1-7 0,-4-1 3 0,1 3-2 15,1 2-5-15,-2-2-3 0,0 1 3 0,2 3-3 16,-4-5-5-16,4 0 1 0,-4 1-5 0,2-2 0 16,-2 0-3-16,1-2-3 0,1 1 1 0,-2 2-6 15,2-1-3-15,0-4-2 0,0-2-1 0,0 1-2 16,0 1-28-16,0 0-21 0,0-3-29 15,0 3-27-15,2-2-26 0,3-1-28 0,-1 1-30 0,0-2-115 16,-3-4-310-16,4 1 138 0</inkml:trace>
  <inkml:trace contextRef="#ctx0" brushRef="#br0" timeOffset="78064.25">13380 13686 12 0,'7'-10'171'0,"-7"10"-14"0,5-8-9 0,-5 8-7 0,15-6-10 16,-5 1-2-16,3-2-10 0,7 0-14 15,-2 1-11-15,4 1-9 0,10 0-9 0,-3 0-8 0,2 1-12 16,-2 0-14-16,1 3-24 0,-1-1-25 0,-9 0-13 16,0 0-29-16,-1 3-25 0,-2-1-14 0,-5-1-17 15,-3 1-97-15,-1 0-219 0,-8 0 98 0</inkml:trace>
  <inkml:trace contextRef="#ctx0" brushRef="#br0" timeOffset="78267.38">13733 13531 36 0,'-7'-7'114'0,"0"2"-2"15,3 0 11-15,-1 0 4 0,5 5 2 0,-8-9 1 16,5 6 5-16,3 3-8 0,-6-6-7 0,6 6-15 16,0 0-13-16,-8-5-15 0,8 5-7 0,0 0-7 15,0 0-3-15,0 0-4 0,-6 15-3 0,6-5-3 16,0 1-8-16,0 2 2 0,-2 4-6 0,2-1 1 15,2 2-4-15,-2-2-3 0,2 4-3 0,2-2-4 16,-2 1 1-16,2 1-5 0,0-2-3 0,3-1-29 16,-1 6-34-16,0-4-40 0,-1 0-38 0,3-1-46 15,-2 2-114-15,0-3-306 0,-1-2 135 0</inkml:trace>
  <inkml:trace contextRef="#ctx0" brushRef="#br0" timeOffset="78528.06">14032 13498 216 0,'2'-5'211'0,"-2"5"-24"16,0 0-19-16,0-8-16 0,0 8-10 15,0 0-5-15,0 0-4 0,0 0-10 0,9 26-5 0,-7-14-10 16,3 5-8-16,-3 1-9 0,0 0-9 0,0 0-7 15,0 1-10-15,1 0-3 0,1 0-8 0,-3 1-4 16,3 7-4-16,-2-10-4 0,0 2-5 16,2 0-8-16,-3 0-25 0,3-2-28 0,-2 2-28 0,0-4-34 15,-2 2-25-15,5-2-40 0,-4-2-26 0,1 0-129 16,-4-1-330-16,2-3 146 0</inkml:trace>
  <inkml:trace contextRef="#ctx0" brushRef="#br0" timeOffset="78922">14068 13475 14 0,'2'-12'171'0,"4"3"-13"16,1 0-8-16,-3 0-7 0,4 1-11 0,0 2-11 15,-1 2-14-15,2 1-9 0,-2 1-9 0,4 0-8 16,-2 4-6-16,1 0-9 0,-2 1-5 0,1 0-10 15,-1 2-2-15,0 2-5 0,-4-1-5 0,-1 2-2 16,1 1-3-16,-4 1-6 0,-2 1 0 0,2 2-5 16,-3-3-2-16,1 2 1 0,-4 4 0 0,3-7-16 15,-4 3-7-15,5-2-18 0,-2-1-10 0,0 0-13 16,1 0-2-16,3-9-13 0,-2 18-8 0,2-18-8 16,2 13 5-16,1-4 6 0,-3-9 9 0,4 13-9 15,4-6 4-15,-2-2 12 0,2 3-2 0,-8-8 5 16,11 12 1-16,-4-7 5 0,4 1 9 0,-4-2 0 15,-7-4 1-15,11 9 5 0,-6-5 8 0,-5-4 3 16,9 12 3-16,-5-9 10 0,-4-3 2 0,0 0 8 16,3 13 2-16,-3-13 4 0,0 0-1 0,-9 12-2 15,9-12-1-15,-10 8 2 0,6-1-3 0,-3-3-7 16,7-4-4-16,-12 8-27 0,4-3-20 16,8-5-30-16,-11 8-71 0,2-5-157 0,2 4 70 0</inkml:trace>
  <inkml:trace contextRef="#ctx0" brushRef="#br0" timeOffset="79164.06">14539 13409 35 0,'8'9'186'15,"-2"1"-6"-15,3 5-2 0,-5 1-16 0,2 4-8 16,1 6-13-16,-2 2-11 0,-2 1-12 0,-1 0-14 16,-2 1-9-16,-3 0-9 0,1 3-11 0,-7-3-11 15,2 3-25-15,-2-4-31 0,-2 3-27 0,-2-3-37 16,-3 0-24-16,-2 1-37 0,-3-1-131 0,-16 8-268 16,3-4 119-16</inkml:trace>
  <inkml:trace contextRef="#ctx0" brushRef="#br0" timeOffset="79702.35">12870 13382 149 0,'0'0'140'16,"-18"5"3"-16,7 2 2 0,-5 7 0 0,-4 8-1 16,-2 6-5-16,-8 12-6 0,8 2-13 0,0 0-11 15,3 3-8-15,1-1-14 0,8 3-4 0,5-1-5 16,7 4-8-16,2-15-9 0,11 10-2 0,4-2-6 16,6 2-4-16,4-2-22 0,7-2-27 0,7-3-29 15,2 1-30-15,7-5-36 0,1-3-29 0,1-2-42 16,0 0-95-16,-4-5-282 0,-1-3 125 0</inkml:trace>
  <inkml:trace contextRef="#ctx0" brushRef="#br0" timeOffset="80341.78">12246 14509 31 0,'-22'-1'135'0,"1"-2"18"0,3 2 3 0,0-1 3 16,5-1-5-16,1 2-7 0,0-2-7 0,7 2-10 15,5 1-14-15,-14-1-12 0,14 1-13 0,0 0-8 16,0 0-3-16,0 0-3 0,33 1-3 0,-1-1-1 16,7 0-1-16,24-3-7 0,36-2 2 0,10-2-1 15,2-5-6-15,16-1-3 0,13-2-5 0,11-1-3 16,3 1-1-16,10 1-7 0,4-5-4 0,6 5-3 15,-1 0-22-15,-3-1-4 0,-7 0 4 0,7 0 1 16,1 5-5-16,1-2 0 0,-1-2 6 16,0-3-4-16,0 4-2 0,-8-1 0 0,-11 1 0 0,-18 2-1 15,-14-2 0-15,-24 3-1 0,-33 5-1 0,-10-2-1 16,-17 3 1-16,-5-1 4 0,-11 1-4 0,-1 4 1 16,-7-1 2-16,-2-1-5 0,-5-1-7 0,0-1-17 15,-5 4-10-15,0 0-13 0,0 0-11 0,-21-13-21 16,-1 8-24-16,1 3-22 0,-13 0-40 0,-2 5-190 15,-3-1-381-15,-11 1 169 0</inkml:trace>
  <inkml:trace contextRef="#ctx0" brushRef="#br0" timeOffset="81006.27">13145 14744 89 0,'0'0'180'0,"-3"-9"-17"0,3 9-18 0,0 0-4 16,0 0-1-16,0 0-4 0,0 0-4 0,-6 28-2 15,3-8-7-15,0 2-6 0,1 7-11 0,0 0-10 16,0-1-5-16,0 1-8 0,2-1-4 16,0-3-9-16,-2 0-5 0,4 0-6 0,-4-1-5 0,2-4-3 15,2-1-4-15,-2 0-3 0,0 2-6 0,0-4-4 16,0 1-6-16,2 1 0 0,0-5 0 0,-2 3-4 15,2-6-1-15,-2 1-2 0,0-1-13 0,2 2-14 16,-2 0-39-16,0-3-25 0,3-1-35 0,-3-1-38 16,3-2-40-16,-1-1-155 0,-2-5-364 0,2 12 162 15</inkml:trace>
  <inkml:trace contextRef="#ctx0" brushRef="#br0" timeOffset="81866">13438 15064 123 0,'0'0'143'0,"0"0"-8"0,0 0-7 0,0 0-10 16,0 0-15-16,0 0-3 0,0 0-9 0,0 0-7 16,0 0 0-16,0 0-8 0,0 0 5 0,0 0-13 0,0 0 3 15,0 0-9-15,0 0-1 0,0 0-1 16,0 0-7-16,0 0 0 0,0 0 0 0,0 0 2 16,0 0-6-16,0 0-3 0,0 0 2 0,0 0-5 15,0 0-1-15,0 0-5 0,0 0-3 0,0 0 2 16,0 0-7-16,0 0-2 0,0 0-5 0,0 0 1 0,0 0-2 15,0 0-5-15,0 0-2 0,0 0-2 0,0 0 2 16,2-10-4-16,-2 10 2 0,14-1-5 16,-5-2 5-16,0 0-2 0,3 1-4 0,1-2 1 15,1 0-5-15,3 1 1 0,2 0 6 0,-2-1-6 16,1 0 3-16,3-1-2 0,-4 2 0 0,2 1-1 16,-2-3-1-16,1 1-2 0,-5 3 6 0,1-1-3 15,0-2-3-15,-2 1 2 0,1 1-2 0,0 0 4 16,-4-2-2-16,2 3 1 0,1-1 1 0,-6-1-2 15,-6 3 2-15,15-1-1 0,-10 1 1 0,-5 0-1 16,10-2-6-16,-10 2 8 0,6-2 2 0,-6 2-4 16,0 0-2-16,0 0 5 0,11-2-3 0,-11 2 3 0,0 0-1 15,0 0 4-15,0 0 0 0,7-1-1 16,-7 1-1-16,0 0-1 0,0 0 0 0,0 0-1 16,0 0-1-16,0 0-2 0,0 0 2 0,0 0 3 15,0 0-2-15,0 0 3 0,0 0-4 0,0 0-1 16,0 0 4-16,0 0-2 0,0 0 0 0,0 0-2 0,0 0 2 15,0 0 0-15,0 0-5 0,0 0 7 0,0 0-5 16,0 0 2-16,0 0-1 0,0 0 1 16,0 0-2-16,0 0 1 0,0 0 0 0,0 0-3 15,0 0 8-15,0 0-8 0,0 0 2 0,0 0-1 16,0 0-1-16,0 0-1 0,0 0 4 0,0 0-1 16,0 0-1-16,0 0-1 0,0 0 0 0,0 0 3 15,0 0-2-15,0 0-2 0,0 0 1 0,0 0 0 16,0 0 0-16,0 0-2 0,0 0 6 0,0 0-5 15,0 0 2-15,0 0-5 0,0 0 3 0,0 0-1 16,0 0 4-16,0 0-5 0,0 0 4 0,0 0-2 16,0 0-2-16,0 0 2 0,0 0 0 0,0 0 0 15,0 0-1-15,0 0 3 0,0 0-2 0,0 0-1 16,0 0 1-16,0 0 2 0,0 0-1 0,0 0-7 16,0 0 7-16,0 0 0 0,0 0 0 0,0 0 0 15,5 7 0-15,-5-7 1 0,0 0-8 0,0 0-8 16,0 0-6-16,0 0-5 0,0 0-10 0,0 0-10 15,0 0-18-15,0 0-14 0,0 0-18 0,0 0-36 0,0 0-15 16,0 0-21-16,2 7-131 0,-2-7-325 16,0 0 144-16</inkml:trace>
  <inkml:trace contextRef="#ctx0" brushRef="#br0" timeOffset="92120.21">13733 15103 5 0,'-4'-5'62'0,"4"5"-8"15,-10-10-7-15,6 6-4 0,1 0-3 0,-3-3-4 16,2 1-11-16,-1 2-4 0,-1-2 0 0,0 2-11 15,0-2-4-15,2 0 3 0,-3 1 6 16,3 1-7-16,-2-1-3 0,2 0-1 0,4 5 6 16,-11-9-1-16,9 5 2 0,2 4 0 0,-7-8-4 0,5 2 3 15,2 6 0-15,-5-9 8 0,5 9-1 0,-4-7-2 16,1 1-2-16,3 6 2 0,-2-7 3 0,2 7 0 16,-6-9 2-16,6 9-6 0,-3-8 11 15,3 8-7-15,-2-9 10 0,2 9 0 0,-4-6 4 16,4 6-2-16,-5-11-11 0,2 6 12 0,3 5 8 15,0-7-2-15,0 7 2 0,0 0 4 0,-4-9 1 0,4 9 0 16,0 0-9-16,0 0 0 0,-4-6-2 0,4 6 3 16,0 0-6-16,0 0-1 0,0 0 1 0,0 0-6 15,0 0-9-15,0 0 2 0,0 0-9 16,0 0 0-16,0 0-3 0,0 0 6 0,0 0-14 16,0 0 11-16,0 0-3 0,8 26 4 0,-2-16-14 0,-2 1 10 15,2 5 0-15,-3-2-3 0,3 3 2 0,-2-2 2 16,-1 1 1-16,2-2-6 0,-3-2 4 0,1 0-5 15,-1 1 6-15,2 3-6 0,-4-3-11 16,4-2-33-16,-1 0-36 0,-1 0-30 0,0 2-92 16,-4-1-218-16,4-2 96 0</inkml:trace>
  <inkml:trace contextRef="#ctx0" brushRef="#br0" timeOffset="92622.19">14328 14622 14 0,'2'-7'139'15,"-2"7"3"-15,2-11 2 0,-2 5-6 0,5-1-12 16,-5 7-3-16,3-9-11 0,-3 9-6 0,0-9-10 16,0 9 1-16,0 0-26 0,0 0-10 0,0 0 0 15,6-4-9-15,-6 4-6 0,0 0-3 0,0 0-5 16,5 24-1-16,-1-15 1 0,0 7-3 0,-1-4-6 16,1 5 2-16,3 2-4 0,-2-2-7 0,-3 0 3 15,0 1-5-15,0-1 0 0,0 2-1 0,2-1 0 16,-3 1-19-16,-1-5 7 0,4 4-2 0,-4-2-5 15,5-2-4-15,-5-1 0 0,2 0-24 0,0-1-27 16,-1 0-22-16,-1 0-39 0,2-1-23 0,0 0-107 16,-4 0-269-16,0-1 120 0</inkml:trace>
  <inkml:trace contextRef="#ctx0" brushRef="#br0" timeOffset="93051.74">14350 14539 85 0,'9'-18'125'16,"9"-1"-8"-16,0-1-11 0,2 4-9 0,-3 4-8 16,6-2-1-16,-4 6-4 0,0 1-11 0,0 0-5 15,-2 4-7-15,-3 1-7 0,0 2-4 0,-3 1-10 16,0 1 5-16,-1 3-9 0,-2 1 1 0,-3 1-14 15,1-1 4-15,-3 4 3 0,-2 2-7 0,-1-1-4 16,-1 4 1-16,-4 1-4 0,-2-1 7 0,2 0 2 16,0 1-11-16,-3-1-3 0,2-4 4 0,1 0-7 15,1 2-2-15,-2-2 6 0,3 0-5 0,-1-2-8 16,1-1-1-16,1 3-11 0,2-5 4 0,5 1 1 16,-2-1-4-16,1 2 4 0,2 0-12 0,1-1 8 15,1-1 0-15,2-2 1 0,1 2 0 0,-1-2 6 16,0 2 2-16,-1-1 1 0,0-1-6 0,3 0 1 15,-2 2-3-15,-5-3 5 0,4 0 1 0,-6 1-5 16,3-1 7-16,-2 1-6 0,-4-4 4 0,3 5 0 16,-3-5 1-16,0 0 3 0,0 0-2 0,-6 13 2 15,6-13-3-15,-10 9 2 0,3-4-3 0,0 0-1 16,-1-3-15-16,3 3-13 0,-4-1-18 0,0 2-20 16,1 0-28-16,1 0-77 0,-1 0-189 0,0 1 83 15</inkml:trace>
  <inkml:trace contextRef="#ctx0" brushRef="#br0" timeOffset="93474.24">14135 15199 137 0,'-11'1'178'16,"4"-2"-15"-16,7 1-19 0,-11-1-13 0,11 1-18 15,0 0-8-15,0 0-15 0,0 0-5 0,50-9-9 16,-15 4-6-16,23-3-5 0,1 1-7 0,28-6-5 15,-24 4-5-15,26-8-1 0,-25 8-11 16,25-5 1-16,-30 5-12 0,-2-1 4 0,-1 2-1 0,-4 0-1 16,-13 3-2-16,0 1-13 0,-5-1 8 0,-1 1-7 15,-3 1 5-15,-10 2 0 0,-7-1-8 0,1 1 3 16,-2 1-8-16,0-2 4 0,-5 1-1 16,-7 1 0-16,11 0 2 0,-11 0-4 0,9 0 0 15,-9 0-1-15,0 0-1 0,10 0-4 0,-10 0-6 16,0 0-18-16,0 0-24 0,0 0-13 0,6 4-40 0,-6-4-22 15,0 0-31-15,0 0-83 0,-11 16-256 0,5-11 114 16</inkml:trace>
  <inkml:trace contextRef="#ctx0" brushRef="#br0" timeOffset="97574.17">15048 14541 90 0,'-3'-7'163'0,"3"7"-11"15,-3-12-10-15,1 5-6 0,1 0 1 0,1 7 0 16,0-11-7-16,0 11-7 0,-3-11-2 0,3 11-5 16,0-7-8-16,0 7-7 0,0 0-13 0,0-13-8 15,0 13-14-15,0 0-4 0,0 0-7 0,0 0-10 16,0 0-2-16,0 0-7 0,0 0-2 0,0 0-6 15,0 0 5-15,15 27 4 0,-12-13 1 0,3-3-4 16,0 5-1-16,-3 3 0 0,0-1-4 0,3 0 0 16,-3 1 0-16,1-1-5 0,0 0 0 0,-1 0-4 15,-1 0-1-15,2 0 4 0,-1-1-23 0,0 1-1 0,1-6 0 16,-2 4-3-16,1-5-4 0,-2 2-18 16,0-3-24-16,2 0-24 0,-2 2-27 0,1-4-15 15,-2 0-21-15,2-2-21 0,-1 0-7 0,-1-6-129 16,2 8-317-16,-2-8 142 0</inkml:trace>
  <inkml:trace contextRef="#ctx0" brushRef="#br0" timeOffset="97943.14">15170 14462 97 0,'5'-6'109'0,"6"0"-6"15,-2 3-16-15,1 1-2 0,0 1-3 0,-10 1-7 16,18 3-1-16,-13 0-11 0,4 1-3 0,-2 4 8 16,-2-1-5-16,-1 5 1 0,-2-3-8 0,0 3-3 15,-2 1-10-15,-4 4 2 0,0-1-3 0,-1 1-3 16,-3-2-9-16,-1-1-2 0,-1 0-3 0,-2 1 3 16,-3-2-7-16,3-2 0 0,3-4-4 0,0-2 0 15,-2 2-2-15,6-3 0 0,-3-1 1 0,8-3 4 16,-6 3 4-16,6-3-10 0,-10 1 4 0,10-1-13 15,-7 3 14-15,7-3-7 0,0 0 1 0,0 0-1 16,0 0-1-16,0 0-4 0,0 0 1 0,-6 3-3 16,6-3-7-16,0 0 6 0,0 0-4 0,14 11 3 15,-7-7-8-15,1 0 5 0,2 3 2 0,1 2 0 16,0-2-1-16,-1 1 2 0,6-1 6 0,-2 3-7 16,1 1-1-16,-1-2-22 0,1 2-33 0,1-2-24 15,0-1-31-15,-4-1-23 0,2 2-91 0,-3-2-241 16,1-2 107-16</inkml:trace>
  <inkml:trace contextRef="#ctx0" brushRef="#br0" timeOffset="98847.8">15485 14804 129 0,'0'0'139'0,"0"0"-21"0,0 0 0 0,0 0 0 16,0 0-15-16,0 0-1 0,0 0-2 0,0 0-8 16,0 0-2-16,0 0-5 0,0 0 0 0,0 0-6 15,0 0-4-15,0 0-2 0,0 0-3 0,0 0-6 16,0 0-3-16,0 0-3 0,0 0-4 0,0 0-6 16,0 0 2-16,4-6-7 0,-4 6-4 0,0 0-6 15,0 0 5-15,0 0 0 0,0 0-5 0,0 0-2 16,0 0-1-16,0 0 1 0,0 0-12 0,0 0 4 15,0 0 3-15,0 0-4 0,0 0-3 0,0 0-2 16,0 0 3-16,0 0-7 0,0 0 6 0,0 0-4 16,0 0 0-16,0 0-2 0,0 0 5 0,0 0-4 15,0 0 2-15,0 0-4 0,0 0-2 0,0 0 0 16,0 0-1-16,0 0 3 0,0 0-9 0,0 0 4 16,0 0-5-16,0 0 7 0,0 0-8 0,0 0 0 15,0 0 2-15,0 0-2 0,0 0 0 0,0 0 2 16,0 0-1-16,0 0 3 0,0 0 0 0,0 0-6 15,0 0-1-15,0 0 3 0,0 0-1 0,0 0 0 16,0 0-2-16,0 0 2 0,0 0 2 0,0 0-5 16,0 0 4-16,0 0-2 0,9 0 1 0,-9 0 1 15,7-4 1-15,-7 4-3 0,10-2 1 0,-4 0-1 16,-6 2 1-16,12-4 2 0,-4 1-2 0,-2 1 3 16,3-2-2-16,-1 2 2 0,2-3-2 0,-2 1 0 15,1-1 3-15,-3 1 0 0,2-1-4 0,-3 2 0 16,3-2 3-16,-2 0-1 0,-1 0-1 0,-5 5-1 15,9-8 1-15,-5 2 0 0,0 0-2 0,-2 0 4 16,-2 6-3-16,4-10 1 0,-4 10-1 0,0-12 2 16,2 7-2-16,-2 5 1 0,-2-11-1 0,2 11 0 15,-2-8 1-15,2 8-5 0,-4-8 1 16,4 8-1-16,-7-7-3 0,7 7 2 0,-11-2-1 0,11 2 2 16,-9 2 5-16,9-2-7 0,-17 6 3 0,7-2-3 15,2 2 2-15,1 1 2 0,-3 3-2 0,2 0-2 16,-1-2 3-16,1 3 0 0,-1-2 1 0,2 6-1 15,-1-4-2-15,0 2 1 0,2-1-1 0,1-2 2 16,1 3 1-16,1-3-5 0,1 0 8 16,1 1-3-16,1-1-2 0,0 1 1 0,0-4-2 0,1 4 4 15,1-4 0-15,1 3 0 0,1-1 1 0,0-3 0 16,3 1 12-16,-2-3-9 0,1 2-2 0,1 0-3 16,1-3 1-16,1 2-1 0,0 0 5 0,0-1-6 15,2-1-8-15,-2 0-20 0,2 0-17 0,0-1-23 16,-3 1-19-16,2-2-21 0,3 1-16 0,-3 0-28 15,0-1-9-15,3 0-122 0,-4 1-308 0,2-2 137 16</inkml:trace>
  <inkml:trace contextRef="#ctx0" brushRef="#br0" timeOffset="99668.82">15642 14940 45 0,'0'0'110'0,"0"0"-1"0,0 0-5 0,0 0-16 15,0 0 2-15,-8-6-14 0,8 6-1 0,0 0-4 16,0 0-6-16,-9-4-3 0,9 4-9 0,0 0-2 16,0 0 2-16,-12 1-6 0,12-1 4 0,-11 1-6 15,11-1-3-15,-12 5 10 0,6-4-12 0,6-1 0 16,-10 6-4-16,3-2-5 0,0 1 1 0,2 1 0 16,0-2 5-16,-2 5-1 0,0-2-5 0,3 0 0 15,0 0 3-15,-1 2-4 0,4-2 5 0,-2 1-3 16,2 0-2-16,1-8 1 0,-3 12-2 15,3-4-3-15,0-8-3 0,4 12-1 0,-2-6-9 0,0-2 7 16,3 2-2-16,0 1-1 0,2-4-8 0,0 0 5 16,1 1-2-16,0-1-10 0,3-1-10 0,1 1-6 15,-1-3-13-15,3 1-19 0,3-2-16 0,-3 1-23 16,-1 0-16-16,5-1-21 0,-2-1-15 16,-3 1-102-16,0 0-258 0,0-1 114 0</inkml:trace>
  <inkml:trace contextRef="#ctx0" brushRef="#br0" timeOffset="103158.08">14526 15507 105 0,'-2'-13'157'0,"2"13"5"0,-2-9-9 0,2 9-9 0,-3-6-25 16,3 6-6-16,0 0-16 0,0 0-8 0,0 0-12 16,0 0-7-16,0 0 4 0,0 0-8 0,0 0-3 15,0 0 2-15,5 33-2 0,-3-18-5 0,-2 3-2 16,0 7-1-16,4-5 0 0,0 5 24 0,-3-1-6 16,1-5-8-16,-2 0-4 0,2-1-5 0,-2 2-6 15,0-3-3-15,3 1-7 0,-2-2-1 0,-1-1-6 16,3 2-2-16,-3-6-2 0,2 2-3 0,-2-3-3 15,2 1-3-15,-2-2-2 0,0 0 2 0,3 0-5 16,0 0 1-16,-1-3-7 0,-2-6-19 0,4 12-22 16,-4-6-22-16,0-6-20 0,0 8-17 0,0-8-17 15,2 7-14-15,-2-7-11 0,0 0-15 0,0 0-27 16,0 0-99-16,0 0-298 0,0 0 132 16</inkml:trace>
  <inkml:trace contextRef="#ctx0" brushRef="#br0" timeOffset="103496.25">14585 15468 4 0,'14'-9'128'16,"3"1"1"-16,1 0-8 0,-4 4-12 0,0 4-2 16,-3 0-6-16,2 2-7 0,-1 1-3 0,-2 2 2 15,-1 3-8-15,0-2-6 0,-3 3-3 0,0 2-8 0,-4-1 1 16,-1 2-10-16,-1 1-3 0,-3-2-10 0,-3 0 4 15,2 4-8-15,-5-1-1 0,-2-1-9 16,3-3-1-16,-2-1-6 0,1 1 1 0,-1-3-3 16,1 0 2-16,-1 0-4 0,3-3-2 0,-2-1-3 15,4 1 3-15,-1-3-6 0,6-1 6 0,-9 4-2 16,9-4 4-16,-8 3-9 0,8-3-8 0,-6 3 5 0,6-3-2 16,0 0-1-16,0 0 11 0,-3 7-17 15,3-7 19-15,0 0-15 0,10 11 4 0,-3-7-7 16,2 4 5-16,-3-3-4 0,3 3-3 0,2-2 1 15,0-1 0-15,0 2-19 0,3 1-23 0,-1-2-26 16,4 2-20-16,-2-1-28 0,3-1-27 0,-6 0-120 16,1-1-284-16,-2 0 126 0</inkml:trace>
  <inkml:trace contextRef="#ctx0" brushRef="#br0" timeOffset="103884.52">14975 15677 79 0,'-5'-11'189'0,"3"6"-20"16,2 5-8-16,-6-7-17 0,6 7-13 0,-9-3-8 16,9 3-13-16,0 0-9 0,-19 8-4 0,11-1-8 15,-1 0-7-15,3 3-14 0,0-1 1 0,0 1-10 16,1 0-7-16,3 0-4 0,-3 0-2 0,5 1-5 16,0-1-6-16,2-2 0 0,2 0-4 0,-1-1-5 15,0-2-1-15,1 0-9 0,3 2-2 0,0-2-5 16,0-1 0-16,-3-1-2 0,5-1 0 0,-7 2-1 15,-2-4-1-15,14 2 0 0,-14-2-1 0,10 2 1 16,-10-2 4-16,0 0-7 0,7 0 4 0,-7 0 10 16,0 0 7-16,0 0-8 0,0 0-1 15,0 0-3-15,0 0-3 0,0 0 6 0,0 0-6 0,0 0 4 16,0 0-4-16,-33 1 18 0,26 2-10 0,-3 2-7 16,1 1-1-16,-1 2 6 0,2 1 1 0,-1-2-1 15,1 1 1-15,3 1 1 0,0 0-1 0,0 1-3 16,1-1-1-16,2 0 0 0,1 1-1 15,2-1 1-15,-1-9 0 0,1 14-2 0,2-8 1 16,1 0-5-16,3-1-18 0,-1-1-16 0,2 1-26 16,4-2-40-16,0-3-46 0,2 0-39 0,1 0-148 0,-4-2-356 15,2-3 158-15</inkml:trace>
  <inkml:trace contextRef="#ctx0" brushRef="#br0" timeOffset="104075.93">15134 15703 193 0,'6'-12'192'0,"-4"7"-14"0,2 2-20 0,-4 3-12 15,13-8-12-15,-2 3-14 0,0-1-5 0,0 4-19 0,3-2-9 16,0 0-12-16,4 3-8 0,1-1-16 16,-5-1-23-16,3 0-29 0,-4 2-26 0,0 0-32 15,-1-1-31-15,-1 1-14 0,-7-2-13 0,-4 3-90 16,12-2-225-16,-12 2 99 0</inkml:trace>
  <inkml:trace contextRef="#ctx0" brushRef="#br0" timeOffset="104267.13">15333 15569 59 0,'0'0'146'0,"-5"-9"-4"0,5 9-8 16,-4-2-12-16,4 2-16 0,0 0-7 0,0 0 19 16,0 0 0-16,0 0-1 0,0 0 3 0,-4 22-4 15,5-12-6-15,-1 1 3 0,0 1-7 0,0 4-7 16,-1 0-8-16,2 1-8 0,-2 0-7 0,1-1-6 15,-1 1-9-15,1-1-5 0,1-3 2 0,0 3-12 16,2-1-5-16,-1-3-20 0,2 3-23 0,-1-2-29 16,1-3-38-16,-1 0-36 0,3 1-64 0,-1-1-33 15,1-1-107-15,-2-4-334 0,1 0 148 0</inkml:trace>
  <inkml:trace contextRef="#ctx0" brushRef="#br0" timeOffset="104502.31">15590 15480 53 0,'1'-10'263'0,"-1"3"-16"15,0 7-22-15,-1-11-22 0,1 11-26 0,1-8-17 16,-1 8-13-16,0 0-4 0,0 0 0 0,0 0-12 16,3 31-9-16,-5-15-11 0,2 2-6 0,-1 2-13 15,2 4-10-15,-2 2-6 0,0-7-5 16,1 6-8-16,0 1-5 0,0-7-5 0,1-1-6 15,0 1-7-15,-1-2-6 0,2-1-25 0,-1 2-20 16,0-3-29-16,0-2-23 0,-1-2-40 0,3-1-38 0,-2 0-51 16,-1-1-193-16,-1-2-415 0,1-7 184 15</inkml:trace>
  <inkml:trace contextRef="#ctx0" brushRef="#br0" timeOffset="104822.15">15666 15434 118 0,'0'0'178'0,"12"-4"-8"15,-4 5-17-15,2 2-4 0,-3 2-14 0,0 3-3 16,-2 0-10-16,-1 3-10 0,-2-1-7 0,1 3-12 16,-6 3-12-16,1 1-4 0,-5 1-7 0,0-1-6 15,-1 1-6-15,-2-3-3 0,1 0-5 0,0-2-9 16,-1-4-2-16,3 0 0 0,1-1-6 0,-1-1 1 15,4-2 1-15,-1-2 15 0,4-3-2 0,-4 7 0 16,4-7 1-16,-5 4-2 0,5-4-2 0,0 0-2 16,-4 5-5-16,4-5-10 0,0 0-1 0,0 0-3 15,0 0-4-15,0 0-3 0,13 10 3 0,-9-9-5 16,2 4-4-16,2-1 1 0,3 3-1 0,-2-1-10 16,-1-1-23-16,3 2-24 0,2-1-34 0,-3-1-39 15,3 2-32-15,-1-1-46 0,-1 0-150 0,0-2-377 16,-1 1 167-16</inkml:trace>
  <inkml:trace contextRef="#ctx0" brushRef="#br0" timeOffset="105022.1">15873 15693 75 0,'0'0'224'0,"4"-12"5"0,-4 12 0 16,1-8-13-16,-1 8-21 0,2-7-23 15,-2 7-16-15,0 0-19 0,0 0-7 0,0 0-4 16,0 0-4-16,0 0-8 0,-3 29-7 0,1-16-9 15,-2 4-7-15,3-5-10 0,1 5-7 0,-3 1-9 0,2 0-6 16,-3 1-5-16,2-2-6 0,0-2-15 16,2 4-19-16,0-3-30 0,1-1-29 0,-1-1-47 15,0-3-48-15,0 0-60 0,1-1-193 0,-1-10-426 16,-2 17 189-16</inkml:trace>
  <inkml:trace contextRef="#ctx0" brushRef="#br0" timeOffset="105395.87">15931 15626 19 0,'10'-8'223'16,"0"2"-17"-16,-1 3-8 0,3-1-12 0,-1 4-12 16,-3 0-16-16,1 2-11 0,0 2-15 0,-4-2-7 15,5 6-11-15,-1-2-9 0,-1 1-10 0,-6 0-6 16,2 3-7-16,-1 0-8 0,-3 1-6 0,-2 1-4 15,0-1-8-15,-2 0-3 0,-1 0-8 0,0-1-5 16,-3 0 1-16,2 0-6 0,1-1-3 0,1-4-7 16,0 1-15-16,3 2-9 0,-3-2-4 0,4-6 0 15,-4 11 1-15,4-5-3 0,0-6-3 0,4 7 1 16,-4-7-3-16,5 11 3 0,0-8 0 0,1 2-1 16,0 0 4-16,4 0-4 0,-5-1 2 0,0-1 1 15,1 1-3-15,-2 1 2 0,-4-5 1 0,8 8 1 16,-3-5 2-16,-5-3 0 0,4 10 9 0,-4-10 2 15,-2 8 3-15,2-8-3 0,-3 9 0 0,-5-4-2 16,8-5 1-16,-8 7-1 0,1-1-11 0,0-1-13 16,0-1-13-16,-4-1-30 0,11-3-41 0,-14 7-55 15,4-4-56-15,0-2-118 0,-2 4-356 16,1-5 157-16</inkml:trace>
  <inkml:trace contextRef="#ctx0" brushRef="#br0" timeOffset="106412.03">14901 15291 59 0,'-4'-4'74'0,"4"4"-4"0,0 0 0 16,0 0-12-16,0 0-10 0,-10-2-2 0,10 2-2 15,0 0 6-15,-4-5-12 0,4 5 4 0,0 0-8 16,0 0-3-16,0 0-5 0,-7-5 2 16,7 5-5-16,0 0-10 0,-9-4 3 0,9 4 2 0,-10-4-7 15,10 4-1-15,-10-2-1 0,10 2 0 0,-11-3-2 16,7 0-5-16,4 3-1 0,-12-2 6 0,12 2-6 15,-11-3 6-15,11 3-6 0,-12-2 4 0,12 2-6 16,-9-5 8-16,9 5-2 0,-7 0 4 16,7 0-3-16,-8-4 8 0,8 4 7 0,0 0-2 15,-9-6 14-15,9 6-2 0,-5-3 2 0,5 3-8 16,0 0 5-16,0 0 0 0,0 0 0 0,-9 0 1 0,9 0-2 16,0 0-2-16,0 0-2 0,0 0 2 0,0 0 10 15,0 0 8-15,0 0 0 0,0 0 3 16,43-3 1-16,-14-1 2 0,1 2-3 0,5-1-1 15,4-1-3-15,12-2 5 0,8 2-7 0,-3-2-3 16,7 3-8-16,1-2 5 0,29-4 0 0,-27 6-1 0,23-3-10 16,-25 1 0-16,2 1 0 0,24-4-5 15,-30 5-1-15,-1-1-1 0,-1 2 2 0,-3-1-5 16,0-1-1-16,-5 1 1 0,-10 0-1 0,-3 3-5 16,1-3 1-16,-3-1 1 0,-3 2-3 0,-2 1 0 15,-3-1-1-15,-5 0 3 0,-3 1-10 0,0-3 8 16,-5 3 1-16,-2 0-1 0,-1-2 9 0,-4 2-1 15,-7 1 4-15,14-1 9 0,-14 1 2 0,9-2-1 16,-9 2 6-16,7-1-4 0,-7 1-2 0,0 0-2 16,0 0 1-16,9 0-6 0,-9 0-3 0,0 0-9 15,0 0-13-15,0 0-21 0,0 0-36 0,0 0-48 16,0 0-55-16,0 0-57 0,0 0-123 0,0 0-370 16,-31-6 164-16</inkml:trace>
  <inkml:trace contextRef="#ctx0" brushRef="#br0" timeOffset="111307.53">14474 14891 59 0,'0'0'89'0,"0"0"-7"0,0 0-11 0,0 0-4 15,0 0-5-15,0 0-5 0,0 0-22 16,0 0-5-16,0 0-15 0,0 0-13 0,0 0-8 0,0 0-13 16,0 0-5-16,0 0-13 0,-11 17-44 0,11-17-87 15,0 0 38-15</inkml:trace>
  <inkml:trace contextRef="#ctx0" brushRef="#br0" timeOffset="114209.07">15995 15994 9 0,'0'0'5'0,"0"0"0"0,0 0 6 0,0 0-10 16,0 0 4-16,0 0-6 0,0 0 9 0,0 0-9 15,0 0 4-15,0 0-1 0,0 0 5 0,0 0-8 16,0 0 1-16,0 0 2 0,0 0-7 0,0 0 9 16,0 0-13-16,0 0 10 0,0 0-1 0,2 6-4 15,-2-6-3-15,0 0 7 0,0 0 0 16,0 0-7-16,0 0 9 0,0 0-7 0,0 0-6 0,0 0 2 15</inkml:trace>
  <inkml:trace contextRef="#ctx0" brushRef="#br0" timeOffset="125506.18">21347 5614 5 0,'-6'-10'77'0,"2"4"1"0,0 1 15 16,0 0-3-16,-2 0-15 0,-1-1 5 0,1 2-10 16,-2-1 7-16,-2 0-16 0,-1 1 12 0,0-1-13 15,-1 2-6-15,-1-1-1 0,-2 2-7 0,2-1 3 16,-5 1 0-16,1-1-2 0,-2-1-10 0,1 3-4 15,0-2-4-15,0 2-2 0,2 0-1 0,2 1-7 16,-4-2 6-16,0 2-4 0,1 2-4 0,-1-2 0 16,2 1 6-16,-2 2-4 0,0-1-2 0,1 2 0 15,0-1-5-15,-2-1-1 0,2 5 2 0,-1-3-5 16,1 2 9-16,-1 2-10 0,3-1 4 0,3 0-5 16,-3 1-1-16,0 3 3 0,-2 0-4 0,-3 5 3 15,0-1-7-15,0 2-2 0,-2 0 2 0,3 0 2 16,-4 0-1-16,2 4-1 0,1-2 6 0,1 1-9 15,0-1 0-15,4 1 0 0,3-5 0 0,-2 2 4 16,4-1-2-16,-2 1 4 0,2 1-2 0,2-3 1 16,-1 1 0-16,2 1-1 0,-1-3 2 0,-1 2-4 15,3 0 4-15,-3 0-3 0,4 0 13 0,-3 0-10 16,4-5 4-16,-1 1-8 0,-1 3 3 0,2-4-5 16,3 2 2-16,-2 1-1 0,2-3 4 0,-1 1 0 15,1 1-1-15,2-2 4 0,-1 1-5 0,2-2-1 16,0 2 7-16,1-1-11 0,1 0 8 0,3 1 0 15,0-1-3-15,2 3 0 0,1-1 5 0,3 0-7 16,-2-1 9-16,3 0-6 0,0-1 2 0,4 0 4 16,-2 2-2-16,1-3-4 0,1 0 4 0,2-2-9 15,-1 1 10-15,1-1-4 0,-1 1-3 0,-1-1-3 16,3 1 4-16,-2 0 0 0,-1 0 2 0,2 1-1 16,-1-2 3-16,1 0-3 0,1-1 5 0,-2 2-6 15,2-4 3-15,-1 0-3 0,2-2 1 0,4 4 4 16,-3-7 1-16,-2 1-7 0,7-1 4 0,2-1-5 15,-1-2 2-15,3-1 0 0,-1 1-2 0,-1-2-3 16,1 1 10-16,0-4-11 0,-2 3 5 0,-1-3 2 16,-2 0 1-16,1-1-3 0,-2-1 7 0,0 0-2 15,0-2-1-15,-7 2 5 0,6-4-3 0,2 0-3 16,-2-2 6-16,0 0 2 0,-3 0 1 0,1-2-3 16,-2-1 9-16,-2 0 0 0,1-2 2 0,-3-1-4 15,-4 5-4-15,0-6 3 0,-2-4 1 0,0 0-7 16,-5 1 4-16,-1 0-2 0,0-2-3 0,-1 1 2 0,-2 2-5 15,-1-1 2-15,-3 0-2 0,-1 1-2 16,1-1 0-16,-5 0-2 0,-1 9 5 0,-3-8-7 16,-3 2 2-16,-3 3-3 0,-1-3 0 0,-1 2 2 15,-5 2 1-15,1 1-7 0,-1 3 8 0,0-1-6 0,-2 3 5 16,-1 0-3-16,-1 2-1 0,-1 2 1 0,-3 1 1 16,0 2-8-16,0 1 3 0,-2 2-8 15,3 0-1-15,3 5-5 0,-2-2 1 0,1 1 6 16,-2 2 0-16,1 2-3 0,0 1 3 0,2 2-3 15,3 2-4-15,-1 0-13 0,2-1 2 0,5-1 1 0,-5 8 5 16,3-2 0-16,6-4-21 0,3 4-31 0,0-1-12 16,6 0-17-16,-1 0-97 0,3 2-221 0,2-4 98 15</inkml:trace>
  <inkml:trace contextRef="#ctx0" brushRef="#br0" timeOffset="126241.26">21906 5907 27 0,'0'0'85'0,"0"0"-3"0,0 0-8 0,0 0 9 16,0 0-17-16,-11 0-3 0,11 0-3 0,0 0-9 15,0 0-4-15,0 0 2 0,0 0-15 0,0 0 4 0,0 0-6 16,0 0 6-16,0 0-7 0,0 0 6 16,0 0-11-16,0 0 5 0,0 0-6 0,0 0-1 15,0 0-4-15,0 0 3 0,26-3 5 0,-7 1-3 0,9-1-6 16,3-1 13-16,6-2-19 0,14-2 4 0,3 3-3 16,3 0 2-16,-1 0 3 0,1 0-1 0,1 1-1 15,5 0 1-15,-4 1-5 0,2-2 5 16,4 2-6-16,-2-1 3 0,5 3-4 0,21-4 3 0,-26 2-3 15,1 1-2-15,-1-1-2 0,32-3 0 0,-35 3-4 16,3-2 0-16,-1 1 2 0,-2 0 3 0,-2-2-4 16,-5 1-3-16,4-1 2 0,-6 0 1 0,1 4-8 15,-15-2 12-15,1 1 1 0,-3 0-6 0,-1-1-2 16,-2 1 3-16,-4 0-4 0,-7 1 5 0,2 0-7 16,-6 0 5-16,-3 0-4 0,-4 0 0 0,1 1 5 15,0 2 1-15,-5-3-5 0,-6 2 18 0,9 0 1 16,-9 0 0-16,0 0 8 0,11-1 9 0,-11 1 8 15,0 0 3-15,8-2 7 0,-8 2-2 0,0 0-2 16,0 0 0-16,0 0-10 0,0 0-5 0,0 0-2 16,6-4-6-16,-6 4-4 0,0 0 1 0,0 0-7 15,0 0-1-15,0 0-6 0,0 0-1 0,0 0-1 16,0 0 0-16,0 0-1 0,-31 9-5 16,23-3 1-16,-2 1 0 0,2 0 2 0,-2 1 0 0,-5 3-4 15,2-1 3-15,-1-1 1 0,2 2-3 0,-2 0-1 16,3-3 1-16,1-1-1 0,-2 2-2 0,2-3 2 15,1 4-1-15,1-3-13 0,0 0-13 0,0 0-26 16,4 0-48-16,-1 0-50 0,-2-2-155 0,1-1-331 16,6-4 146-16</inkml:trace>
  <inkml:trace contextRef="#ctx0" brushRef="#br0" timeOffset="126461.27">24079 5749 1711 0,'-2'-15'74'0,"-8"-2"-35"0,-4-7-5 16,1 9-23-16,-8-3 2 0,1-2-1 0,-2 3 2 16,-2-1 20-16,1 2 5 0,-1 1 3 0,-1 0 16 15,3 1 2-15,-2 1-8 0,6 2 7 0,0 3-2 16,1-1 1-16,5 4-1 0,3-1-8 0,-1 2-9 16,5 4-5-16,5 0-21 0,-9-6-27 0,9 6-28 15,-7-4-33-15,7 4-29 0,0 0-31 0,0 0-19 16,0 0-22-16,0 0-137 0,0 0-337 15,0 0 149-15</inkml:trace>
  <inkml:trace contextRef="#ctx0" brushRef="#br0" timeOffset="127388.05">24988 5438 81 0,'0'0'233'0,"-1"-11"-14"0,1 11-9 16,-1-7-19-16,1 7-17 0,0 0 2 0,0 0-22 0,-1-9-19 16,1 9-14-16,0 0-11 0,0 0-1 0,0 0 4 15,0 0-3-15,8 31-6 0,-4-14-7 16,-2-1-7-16,2 5-7 0,-1 2-7 0,3 3-6 16,-4-7-7-16,0 0-6 0,1 5-4 0,-1-3-5 15,3-2-3-15,-3 1-4 0,0-1-1 0,1-3-5 16,-1 2-1-16,2-1-2 0,1-1-5 0,-3-3-5 0,0-2-19 15,1 1-11-15,2-2-12 0,-3 0-22 0,2-1-15 16,-1 0-17-16,-2 1-23 0,0-5-25 16,-1-5-28-16,4 10-24 0,-2-6-27 0,-2-4-12 0,0 0-120 15,0 0-361-15,0 0 159 0</inkml:trace>
  <inkml:trace contextRef="#ctx0" brushRef="#br0" timeOffset="127736.88">25007 5381 161 0,'3'-14'173'16,"-1"2"-14"-16,4 2-13 0,0-1-15 0,7-2-8 15,-2 3-14-15,7 3-5 0,-1 3-5 16,2-1-12-16,2 5-7 0,-1 0-6 0,-1 7-6 16,2 0-2-16,-4 2-6 0,2 4-6 0,-6 2-5 0,-3-1-1 15,1 3-5-15,-5-1-4 0,-2 1-5 0,-3 1-1 16,-2 1 1-16,-5 0-8 0,-2-2-1 15,-4 2 3-15,1-3-3 0,-3-2-5 0,-3-3-2 0,1 3 0 16,-2-5 2-16,1-1-6 0,2 0-1 0,3-3 7 16,1-1 17-16,3 0 8 0,1-4 10 0,1 1-2 15,6-1-1-15,-10 3-5 0,10-3-2 0,-8 3-7 16,8-3-7-16,0 0-11 0,-5 4-2 0,5-4 0 16,0 0-1-16,0 0-4 0,0 0-4 15,13 12 2-15,-5-6-3 0,4 1-1 0,1 2 4 0,6-2-4 16,-3 2-12-16,4 2-22 0,-1-4-21 0,4 5-19 15,-4-3-41-15,-1 1-29 0,2-4-30 0,-3 3-23 16,1-1-143-16,-6-2-360 0,-1 1 160 0</inkml:trace>
  <inkml:trace contextRef="#ctx0" brushRef="#br0" timeOffset="127954">25450 5701 6 0,'-2'-13'241'0,"2"13"3"0,-4-11-3 0,3 6-2 0,1 5-13 15,-2-8-13-15,2 8-24 0,0 0-15 0,0 0-22 16,-2-9-21-16,2 9-18 0,0 0-7 0,0 0-16 16,0 0-6-16,0 0-12 0,0 27-6 0,0-14-9 15,2 1-2-15,-1 4-1 0,1 0-8 0,0 1-7 16,-2-1-1-16,6 1 0 0,-6-1-5 0,0 1-7 16,4 0 1-16,-2-1-25 0,-2-1-24 0,2-2-26 15,-2 1-37-15,2-5-36 0,2 2-65 0,0-3-56 16,-3-2-141-16,-1-8-416 0,10 12 185 0</inkml:trace>
  <inkml:trace contextRef="#ctx0" brushRef="#br0" timeOffset="128281.58">25810 5300 260 0,'-4'-12'308'0,"1"3"-13"0,-1-1-15 16,2 2-29-16,1 3-10 0,-3-2-12 0,4 7-2 16,-1-9-18-16,1 9-12 0,-2-8-19 0,2 8-22 15,0 0-6-15,0 0-29 0,-2-9-18 0,2 9-14 16,0 0-10-16,0 0-7 0,0 0-2 0,10 18-15 16,-2-2-3-16,-1 2-10 0,1 12 0 0,2 1 0 15,-6 2-1-15,1 3-7 0,-1 9 1 0,-1 2-1 16,-1-12-4-16,0 11-5 0,0-10 6 0,-2 0-4 15,0-2-1-15,0-1-1 0,5 1-1 0,-5-3-4 16,0 1-4-16,1-4-6 0,1 0-5 0,-1-2-28 16,0-7-11-16,-1 0-27 0,2 1-27 0,-2-4-28 15,0 3-27-15,0-2-28 0,0-3-39 0,2-3-49 16,-2 0-246-16,0-4-546 0,0-7 242 0</inkml:trace>
  <inkml:trace contextRef="#ctx0" brushRef="#br0" timeOffset="128558.17">26065 5463 2033 0,'8'-45'73'0,"-8"13"-50"15,0 2-6-15,0 5 16 0,-2-1-12 0,2 10 32 16,2 4 23-16,-2 1 5 0,0-1 3 0,0 1 17 16,0 5 5-16,0 6 0 0,0-12-7 0,0 12-10 15,0 0-13-15,0-9-11 0,0 9-12 0,0 0-10 16,0 0-2-16,0 0-2 0,0 0-11 0,9 35 0 15,-5-9-3-15,5 4 1 0,-5 4-2 0,2 1-5 16,0-1-1-16,1 1 5 0,-1 11-7 0,0-13 4 16,-2 2-9-16,0-1 0 0,2 1 3 0,1-4-3 15,-3-1 1-15,-3-1 0 0,6-1-3 0,-3-1-22 16,-2-8-26-16,3 5-23 0,-3-5-27 0,0-1-30 16,0 0-33-16,2-3-52 0,-1-4-47 0,-1 2-198 15,-2-4-485-15,0-9 214 0</inkml:trace>
  <inkml:trace contextRef="#ctx0" brushRef="#br0" timeOffset="128823.83">26486 5377 59 0,'2'-12'261'0,"-2"0"-4"15,2 4-12-15,2-1-14 0,-4 4-16 0,0 5-18 16,3-7-21-16,-3 7-21 0,0 0-17 0,5-7-20 15,-5 7-11-15,0 0-12 0,0 0-8 0,6 25-8 16,-3-7-6-16,-1 6-5 0,2 2-6 0,-4 3-6 16,4 0-7-16,-4 2-1 0,1-5-6 0,-1 3 0 15,2 2-6-15,-2-2-1 0,2-2-4 0,0-1-2 16,-2-2-3-16,2-4-2 0,1 0-1 0,-2-1-16 16,1-2-23-16,-2-1-29 0,2 0-29 0,-2-2-34 15,2-4-46-15,-2 0-35 0,2-2-38 0,-2 0-150 16,0-8-407-16,-6 8 180 0</inkml:trace>
  <inkml:trace contextRef="#ctx0" brushRef="#br0" timeOffset="129166.13">26492 5331 33 0,'14'-22'195'0,"-1"6"-15"0,-2 0 5 0,3 2-13 16,-1 1-5-16,1 3-17 0,-5 3-16 0,0 3-17 15,5 2-13-15,-5 2-11 0,5 1-9 0,-1 4-11 16,-2 0-6-16,2 6 1 0,1 1-5 0,-1 3 5 16,-6 2-11-16,2 1-4 0,-1 5-5 0,-4-4 2 0,-4 7-5 15,0-7-2-15,-6-2 1 0,2 2-3 16,-5-2 1-16,-5 5-5 0,1-8-1 0,4 1-2 16,-2-2-3-16,2-4 6 0,0 1-5 0,1-3-3 15,-2 1-2-15,1-3-4 0,1 1 0 0,3-2-3 0,0 1 0 16,5-5-4-16,-5 6 4 0,5-6-9 0,-6 4-6 15,6-4 1-15,-2 6-1 0,2-6 2 0,0 0-6 16,-2 10 2-16,2-10 2 0,0 0 9 16,8 11-8-16,-3-6 3 0,4 1-5 0,2-2 2 15,2 0-13-15,6 2-22 0,1 0-22 0,6 0-30 0,1-1-48 16,3 0-53-16,-3-1-40 0,-9 0-135 16,1 0-387-16,-2-2 171 0</inkml:trace>
  <inkml:trace contextRef="#ctx0" brushRef="#br0" timeOffset="129451.72">27032 5650 187 0,'0'0'219'0,"9"0"-7"15,-9 0-8-15,0 0-16 0,0 0-16 16,0 0-18-16,11 1-18 0,-11-1-12 0,7 6-11 16,-5 0-12-16,0 0-8 0,3 2-13 0,-1 1-5 0,0 3-5 15,0-1-2-15,-3 4-1 0,1 2 1 0,-4 1 2 16,0-3 1-16,-5 3 0 0,-2 0 4 0,-7 5-3 15,-1-2-1-15,-2-2-5 0,-1-1 1 16,5-5-7-16,-2-2-2 0,4-1-5 0,2-1-10 0,0-3-6 16,6-1-1-16,1 0-2 0,0-1-3 0,4-4-9 15,-9 6-3-15,9-6-3 0,-5 7 3 0,5-7-2 16,0 0 0-16,20 3-7 0,1-1-3 16,10-4-23-16,22-1-24 0,1-3-25 0,2 2-32 15,1 0-44-15,1-1-39 0,1 0-30 0,1 3-39 0,-4-3-148 16,2 1-428-16,-7 0 190 0</inkml:trace>
  <inkml:trace contextRef="#ctx0" brushRef="#br0" timeOffset="129925.93">24947 6435 177 0,'-11'2'176'15,"2"-1"-17"-15,5-1-13 0,4 0 12 0,0 0 0 16,42-3 3-16,12-3-11 0,43-5-8 0,19-5-5 16,15 3-6-16,10-6-8 0,17 3-9 15,8 2-5-15,2-5-2 0,5 4-4 0,-5 1-5 0,1-2 2 16,-7 3-6-16,-12-2 1 0,-3 3-5 0,-17-1-2 16,-11 2-1-16,-14 5-6 0,-9-3-4 0,-32 3 10 15,-8-3-14-15,-5 2 3 0,-15 1 7 0,-6 1 7 16,-7 1 8-16,-6 0 25 0,-3 0 5 0,-4 2 9 15,-1 2 6-15,-2-4 11 0,-7 4-14 0,10-6-14 16,-8 3-11-16,-2 3-16 0,4-8-7 0,-4 8-11 16,0 0-15-16,0 0-1 0,-2-11-12 0,2 11-15 15,0 0-22-15,0 0-34 0,-6-9-35 0,6 9-44 16,-5-4-39-16,5 4-50 0,-12 0-42 0,12 0-40 16,-13 4-49-16,-1 2-324 0,-1 0-693 0,-2 1 307 15</inkml:trace>
  <inkml:trace contextRef="#ctx0" brushRef="#br0" timeOffset="130798.49">21171 6243 81 0,'0'0'93'0,"0"0"-6"0,0 0-11 0,0 0-12 0,0 0 14 15,-8-2-37-15,8 2-8 0,0 0-17 16,0 0-14-16,0 0-13 0,0 0-15 0,0 0-10 16,0 0-5-16,0 0-36 0,0 0-82 0,0 0 37 0</inkml:trace>
  <inkml:trace contextRef="#ctx0" brushRef="#br0" timeOffset="132539.19">15818 16379 99 0,'0'0'139'0,"0"0"-17"0,-11 9-7 15,11-9-18-15,0 0-22 0,-7 2-31 0,7-2-28 16,0 0-28-16,0 0-33 0,0 0-64 0,0 0-117 16,0 0 52-16</inkml:trace>
  <inkml:trace contextRef="#ctx0" brushRef="#br0" timeOffset="133506.41">20789 5993 10 0,'-6'-5'70'15,"6"5"-13"-15,0 0 1 0,-5-9-3 0,5 9-10 16,0 0-8-16,-2-6-22 0,2 6-26 0,0 0-12 16,0 0-5-16,0 0-20 0,0 0-51 0,0 0 22 15</inkml:trace>
  <inkml:trace contextRef="#ctx0" brushRef="#br0" timeOffset="145408.2">25168 6563 28 0,'0'0'32'0,"0"0"2"0,0 0-3 15,0 0 0-15,0 0-4 0,0 0-5 0,0 0 0 16,0 0 1-16,0 0-3 0,0 0-5 0,0 0-1 16,0 0 7-16,0 0-6 0,0 0 4 0,0 0-2 15,0 0-3-15,0 0 3 0,0 0-8 0,0 0 9 0,0 0-6 16,0 0 5-16,0 0-2 0,0 0 1 16,0 0-1-16,0 0-3 0,0 0 4 0,0 0-2 15,0 0-7-15,0 0 0 0,0 0 7 0,0 0-6 16,0 0 2-16,0 0-8 0,0 0 9 0,0 0-3 0,0 0 0 15,0 0-5-15,0 0 0 0,0 0 1 0,0 0-3 16,0 0-3-16,0 0 4 0,0 0 1 16,0 0-7-16,0 0 3 0,0 0-2 0,0 0-8 15,0 0-5-15,0 0-6 0,0 0-2 0,0 0-16 16,0 0-46-16,0 0-93 0,0 0 41 0</inkml:trace>
  <inkml:trace contextRef="#ctx0" brushRef="#br0" timeOffset="145751.84">25194 6457 60 0,'0'0'54'0,"0"0"-3"0,0 0-18 0,0 0 3 16,0 0-5-16,0 0-5 0,0 0 3 0,0 0-7 16,0 0 2-16,0 0 0 0,0 0-2 0,0 0-6 15,0 0 4-15,0 0-7 0,0 0 13 0,0 0-16 16,0 0 7-16,0 0-7 0,0 0-4 0,0 0-2 15,0 0-12-15,0 0 10 0,0 0-10 0,0 0-3 16,0 0-3-16,0 0-6 0,0 0-5 0,0 0-10 16,0 0-35-16,5 2-74 0,-5-2 33 0</inkml:trace>
  <inkml:trace contextRef="#ctx0" brushRef="#br0" timeOffset="146063.81">25259 6454 11 0,'0'0'24'0,"0"0"-3"0,0 0-5 16,0 0-10-16,0 0-11 0,0 0 8 0,0 0-9 15,0 0-6-15,0 0-13 0,0 10 6 0</inkml:trace>
  <inkml:trace contextRef="#ctx0" brushRef="#br0" timeOffset="193793.09">24662 5722 3 0,'0'0'12'0,"0"0"-11"0,8-2-4 16,-8 2-3-16,0 0 1 0</inkml:trace>
  <inkml:trace contextRef="#ctx0" brushRef="#br0" timeOffset="201732.04">16506 16234 10 0,'0'0'99'0,"0"0"-2"0,0 0-10 15,0 0-13-15,0 0-12 0,0 0-1 0,0 0-8 16,0 0-2-16,6-3-6 0,-6 3-11 0,0 0-3 15,0 0-2-15,0 0-5 0,0 0-7 0,0 0 0 16,0 0 8-16,0 0-13 0,0 0 2 0,0 0 11 16,0 0-20-16,0 0 3 0,0 0-2 0,0 0 3 15,0 0-1-15,0 0-6 0,0 0 7 0,0 0-10 16,0 0 7-16,0 0-3 0,0 0 4 0,0 0-3 16,0 0 3-16,0 0 6 0,0 0-15 0,0 0 0 15,0 0 4-15,0 0-7 0,0 0 0 16,0 0-12-16,0 0-7 0,0 0-6 0,0 0-7 0,0 0 0 15,0 0-5-15,0 0-12 0,0 0-4 0,0 0-49 16,0 0-117-16,3 9 52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12:11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18284 5511 56 0,'0'0'66'0,"0"0"-2"0,0 0-15 0,0 0-3 0,0 0-4 15,0 0-5-15,0 0-2 0,0 0 0 16,0 0-9-16,0 0-2 0,0 0-4 0,0 0-1 16,0 0 2-16,0 0-10 0,0 0 6 0,0 0-2 15,0 0-5-15,0 0-4 0,0 0 4 0,0 0-3 0,0 0 3 16,0 0-2-16,0 0-2 0,0 0 8 16,0 0-8-16,0 0-2 0,0 0-4 0,0 0 8 15,0 0-11-15,0 0 9 0,0 0-11 0,0 0 6 16,0 0 2-16,0 0-5 0,0 0 2 0,0 0-1 15,0 0 5-15,0 0-4 0,0 0-1 0,0 0 0 16,0 0 4-16,0 0-1 0,0 0 3 0,0 0-1 16,0 0 1-16,0 0-8 0,0 0 8 0,0 0-5 15,0 0-1-15,0 0 1 0,0 0-4 0,0 0 4 16,0 0-5-16,0 0 2 0,0 0 6 0,0 0 0 16,0 0-5-16,0 0 6 0,0 0-4 0,0 0-3 15,0 0 1-15,0 0 6 0,0 0-5 0,0 0 4 0,0 0-1 16,0 0-5-16,0 0 6 0,0 0-8 15,0 0 10-15,0 0-9 0,0 0 0 0,0 0 3 16,0 0 5-16,0 0-8 0,0 0 3 0,0 0 6 16,0 0 9-16,0 0-17 0,0 0 7 0,0 0-1 15,0 0 1-15,0 0-10 0,0 0 3 0,0 0 2 16,0 0 3-16,0 0-3 0,0 0-1 0,0 0 13 16,0 0-19-16,0 0 8 0,0 0 1 0,0 0 0 15,0 0-1-15,0 0-7 0,0 0 6 0,0 0 15 16,0 0-15-16,0 0 1 0,0 0-7 0,0 0 1 15,0 0 4-15,0 0 2 0,0 0-3 0,0 0 2 16,0 0-1-16,0 0 2 0,0 0 1 0,0 0-1 16,0 0-4-16,0 0 4 0,0 0 5 0,0 0-3 0,0 0-1 15,0 0 0-15,0 0 4 0,0 0-13 0,0 0 8 16,0 0-1-16,0 0 0 0,0 0 2 16,0 0 0-16,0 0-4 0,0 0 0 0,0 0 1 15,0 0 2-15,-14-16-4 0,14 16-1 0,0 0-1 16,0 0 3-16,0 0 6 0,-4-6-1 0,4 6 0 0,0 0-6 15,0 0 4-15,0 0-7 0,0 0 2 16,0 0 0-16,0 0-7 0,0 0 7 0,0 0 2 16,0 0 0-16,0 0-2 0,0 0 8 0,0 0-6 15,0 0 0-15,0 0 1 0,0 0-3 0,0 0 3 16,0 0 0-16,0 0-1 0,0 0-7 0,0 0 5 16,0 0-3-16,0 0-1 0,0 0 1 0,0 0-3 15,0 0-7-15,0 0-14 0,0 0-16 0,0 0-28 16,0 0-83-16,0 0 37 0</inkml:trace>
  <inkml:trace contextRef="#ctx0" brushRef="#br0" timeOffset="36538.94">10207 14491 22 0,'0'0'40'0,"0"0"-10"0,0 0-2 0,0 0-5 16,0 0-5-16,0 0 7 0,0 0-3 0,0 0-5 15,-5-5-3-15,5 5 5 0,0 0-4 0,0 0-7 16,0 0 8-16,0 0-7 0,0 0 1 0,0 0-3 16,0 0 2-16,0 0-6 0,0 0 6 0,0 0-4 15,-5-5-5-15,5 5 0 0,0 0 8 0,0 0-6 16,0 0 2-16,0 0 1 0,-8-5-3 0,8 5-1 15,0 0-4-15,-6-3-1 0,6 3-2 0,0 0-4 16,0 0 4-16,0 0-16 0,-8-4-8 16,8 4-19-16,0 0-52 0,0 0 24 0</inkml:trace>
  <inkml:trace contextRef="#ctx0" brushRef="#br0" timeOffset="46824.22">18880 8000 50 0,'0'0'88'16,"0"0"-13"-16,0 0-16 0,8-22 2 0,-8 22-25 15,0 0-22-15,0 0-10 0,0 0-12 0,0 0-19 16,0 0-32-16,0 0-64 0,0 0 29 0</inkml:trace>
  <inkml:trace contextRef="#ctx0" brushRef="#br0" timeOffset="59016.5">16227 10553 16 0,'0'0'125'0,"0"0"1"0,0 0-2 0,0 0 5 15,0 0-2-15,7-2-7 0,-7 2-1 0,0 0-6 0,0 0-11 16,0 0-12-16,0 0-5 0,0 0-13 16,0 0-7-16,0 0-3 0,0 0-15 0,0 0-3 15,0 0-3-15,0 0-7 0,0 0 3 0,0 0-9 16,0 0-2-16,0 0-1 0,4 9-5 0,-4-9-2 0,3 8 3 15,-3-8 1-15,3 9-4 0,-2-4-2 16,-1-5-4-16,5 9-1 0,-2-4-3 0,-3-5 1 16,2 9 1-16,-2-9-7 0,3 5 5 0,-3-5 2 0,3 8 1 15,-3-8-3-15,2 5-5 0,-2-5 1 0,0 0 1 16,0 0 3-16,7 4-4 0,-7-4 1 16,2 5-3-16,-2-5 2 0,0 0 16 0,10 0 12 15,-10 0 0-15,9 0-1 0,-9 0 1 0,24-9 0 0,1-2-12 16,5-7-15-16,19-8-27 0,5-9-43 0,32-21-48 15,-1-12-58-15,2-2-134 0,8-10-331 16,-1-8 146-16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14:17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4116 3279 124 0,'0'0'115'0,"-6"-5"2"0,6 5-5 16,0 0-2-16,0 0-5 0,0 0-5 15,-3-5-3-15,3 5-6 0,0 0-5 0,0 0-9 16,0 0-3-16,0 0-6 0,0 0-7 0,0 0-2 16,0 0-5-16,-6-5-8 0,6 5 3 0,0 0-10 15,0 0 0-15,0 0-7 0,0 0-1 0,0 0-7 0,-11 0-2 16,11 0-6-16,0 0 5 0,-12 5-8 0,12-5 1 16,-12 4 0-16,6 0-5 0,-2 2-5 15,-2-2 2-15,0 3-2 0,-1 0 4 0,0 2-6 16,1-2 9-16,1 3-6 0,-5 1 0 0,3 0 0 15,-3 1-2-15,3 2 0 0,1-1 1 0,-3 2 0 16,1 1-5-16,-3-2 12 0,2 2-1 0,3 1-4 16,-5 4 6-16,3-4 4 0,-3 3 0 0,1 2 2 15,2-6 1-15,2-1-3 0,1 0-1 0,-2 2 0 16,-1 4 7-16,4-2 0 0,-2-2-6 0,-1 6 7 16,3 3-3-16,2-7 0 0,-4 6-1 0,4-2 0 15,1 2 5-15,0 2-5 0,0-2 2 0,0 0-2 16,4-1-2-16,-1 1 0 0,2 2-2 0,-1-8-2 15,2 0 1-15,2 6-3 0,1-6-2 0,-1 1 0 16,3 5-3-16,-1-8-4 0,1-1 4 0,1 1-3 16,1-1 5-16,1 2-5 0,0-5-6 0,3 1-5 15,-3-3 2-15,2 0-6 0,2 1 1 0,-3-3 2 16,1-1 3-16,1-2-2 0,-1-1 3 16,3-2 0-16,-3 0 7 0,3 0-10 0,4-3 5 15,1 2 0-15,-2-5 1 0,2 1 2 0,-1-1-2 0,1-3 1 16,-1 0 4-16,1-2-1 0,0-1 4 0,4-5-2 15,-3-3 0-15,-5 6 2 0,0 0-1 16,6-7 2-16,-1-4-4 0,-3 1-4 0,0-3 3 16,2-2-1-16,-2 1-5 0,3-3 3 0,-8-1-3 15,5 1-1-15,-3-2 2 0,-2 0 0 0,-2 3 3 16,-1-4-3-16,-2 3-1 0,-4-4-1 0,1 3 0 16,-2-3 2-16,0 4 1 0,-2 0-5 0,2-1 7 15,-6 1-2-15,3 1-4 0,-3 1 4 0,-1 1-5 16,2 1 8-16,0 5-4 0,-3 0 3 0,-1 0-5 15,1 2 5-15,-1 1-1 0,1 1 2 0,-2-1 3 16,0 6-5-16,2 0 0 0,-4-4 1 0,-2 1 0 16,5 5 1-16,-2-1 2 0,-2 3-3 0,0-1 1 15,-6 0 0-15,3 4-3 0,-1-1-3 0,-3 4 1 16,5 2 4-16,-6 0-3 0,0 6 1 0,-5 1 4 16,3 1-12-16,-3 2 9 0,-2 4-1 0,3 0 1 15,0 2 1-15,0 0 1 0,2-2-1 0,5-2-1 16,2 2 1-16,-5 1 0 0,6-3 0 0,3 1 2 15,1 0-6-15,1-4 0 0,1 3 1 16,3 2-2-16,0-2-2 0,3 2 5 0,1-1-3 16,1-3 6-16,2 5 0 0,2-3-6 0,2 0 5 15,4 1 1-15,-1 0-2 0,3 2-1 0,-2-2-4 0,2 1 4 16,2 4-1-16,2 1 2 0,1 0 2 0,-5-6-1 16,4 4-1-16,-5-3 2 0,1-1-2 0,-3-1 1 15,3 3-4-15,-3-1 7 0,2 1-5 16,-1-3-1-16,-5 1 3 0,3-2 4 0,-1 4-9 15,0-2 6-15,-2 1-3 0,-2-6 1 0,2 5 1 0,2-1-3 16,-2-4-5-16,-3 0 2 0,2 0-3 16,-5-10-10-16,6 17-5 0,-6-17-17 0,4 14-22 15,-4-14-9-15,4 13-9 0,-4-13-14 0,0 13-26 16,0-13-19-16,0 0-116 0,-1 16-278 0,1-16 123 16</inkml:trace>
  <inkml:trace contextRef="#ctx0" brushRef="#br0" timeOffset="339.82">4484 3596 26 0,'0'0'178'0,"2"-8"-5"15,-2 8-10-15,0 0-12 0,0 0-15 0,0 0-15 16,0 0-11-16,4-7-8 0,-4 7-16 0,0 0-3 16,0 0-12-16,0 0-13 0,0 0-2 0,0 0-11 15,0 0 1-15,0 0-3 0,0 0 1 0,0 0-8 16,-4 44 2-16,1-26 3 0,-1 2-10 0,1 4 3 16,-3 0-4-16,2 2-1 0,0-1-4 0,0 1 0 15,2-5-4-15,-2-2-1 0,0 0-3 0,2 0 3 16,-1 0-4-16,1 6-5 0,0-7 3 0,2 0 1 15,0-1-5-15,0 0-4 0,0-1-12 0,-1-5-27 16,1 5-22-16,-1 0-20 0,1-16-40 0,-2 25-32 16,1-13-137-16,-3 0-306 0,2 0 135 0</inkml:trace>
  <inkml:trace contextRef="#ctx0" brushRef="#br0" timeOffset="550.89">4711 3829 72 0,'0'0'225'16,"10"-6"-28"-16,-10 6-18 0,0 0-23 0,0 0-13 16,0 0-17-16,0 0-11 0,0 0-28 15,0 0-32-15,0 0-30 0,0 0-20 0,0 0-39 16,0 0-42-16,0 0-42 0,0 0-76 0,0 0-208 15,0 33 93-15</inkml:trace>
  <inkml:trace contextRef="#ctx0" brushRef="#br0" timeOffset="747.67">3947 4382 24 0,'0'0'230'16,"-9"7"-31"-16,9-7-19 0,0 0-22 0,0 0-9 16,-2 12-19-16,2-12-6 0,0 0-20 0,37 5-15 15,-8-5-25-15,7-5-57 0,16-4-58 0,5-4-73 16,-4 0-91-16,7-2-230 0,-2-1 101 16</inkml:trace>
  <inkml:trace contextRef="#ctx0" brushRef="#br0" timeOffset="899.23">4961 4332 97 0,'0'0'256'0,"0"0"-31"0,0 0-21 16,0 0-19-16,6 5-27 0,-6-5-43 0,0 0-39 16,0 0-58-16,0 0-57 0,0 0-82 0,0 0-75 15,0 0-212-15,0 0 94 0</inkml:trace>
  <inkml:trace contextRef="#ctx0" brushRef="#br0" timeOffset="41163.96">24077 7114 131 0,'0'0'171'0,"-8"-4"-6"0,2 2-3 0,6 2-12 16,-10-5-16-16,3 4-7 0,7 1-10 0,-16-2-5 0,7 4-10 16,-2-2-11-16,0 4-10 0,1-2-9 15,-2 2-4-15,-1 1-7 0,3 1-3 0,-3 2-7 16,1 2-5-16,-1 0-8 0,0 3 0 0,3 2-6 0,-2-1-1 16,3 2-3-16,0 0-6 0,0 4-2 0,2-4-2 15,2 3 5-15,-2 0-8 0,3 1-2 0,2-2-1 16,-1-1 1-16,3 0-2 0,2-1-3 0,-4 0 3 15,5-4-3-15,1 4-3 0,-2-5 2 0,3 4 2 16,2-5 3-16,-1 1 5 0,4 1 5 16,-1-5-1-16,3 1 0 0,2 1 1 0,1-4 6 0,6 0-1 15,-1-2-1-15,3-1-2 0,3-2 0 0,2-1 1 16,-6-3-1-16,4-2-3 0,-5 1 1 16,-1 1 4-16,-1-2 3 0,-1-2-1 0,0-1-2 0,-4 0 1 15,3-1-1-15,-6-2-4 0,2 1 1 0,-4-4-3 16,1 0-4-16,-1 1 16 0,-1-5-3 0,-2-1-1 15,0 4-6-15,-4-4 2 0,-2 1-4 16,1-1-3-16,-3 1-3 0,-1 2 2 0,1-1-3 0,-3 3 0 16,-3-2-7-16,-4 0 0 0,2 3-5 0,-1 1 1 15,-5 0-3-15,1 2-1 0,-1 4-1 0,-1-4-8 16,-1 6-3-16,0 1-7 0,0-2-11 0,-1 3-11 16,2 3-3-16,-2 0-28 0,2 1-26 0,0 2-25 15,4 0-34-15,0 0-21 0,1 3-19 0,1 0-147 16,1 3-375-16,2-2 167 0</inkml:trace>
  <inkml:trace contextRef="#ctx0" brushRef="#br0" timeOffset="42963.45">24336 7271 117 0,'0'0'170'0,"-7"-1"-5"0,7 1-8 0,0 0-9 16,0 0-1-16,0 0-16 0,0 0-15 0,0 0-9 15,0 0-12-15,0 0-12 0,0 0-7 0,0 0-3 0,0 0-11 16,0 0-3-16,0 0-6 0,0 0 1 0,0 0-4 15,0 0 4-15,15 12-3 0,-2-5-1 16,8-3 4-16,6 2-6 0,5 1 1 0,3-2-3 16,2 1 3-16,0-4-5 0,1 0-2 15,16 4-2-15,-3-2-3 0,0-2-2 0,-11 0-1 0,-2-1 13 0,12 2-4 16,-11-1-5-16,-3-1-1 0,0 2-4 0,1-1-2 16,-1-2-3-16,-3 2-2 0,-5-2-1 15,-6 1-5-15,0 0 1 0,-3-1-2 0,-9-1 1 16,2 1-3-16,-1 0 2 0,-5 1 1 0,-6-1 4 0,12 0-4 15,-12 0 3-15,10 0 0 0,-10 0 1 0,9-1 6 16,-9 1 1-16,0 0 0 0,9 1 1 16,-9-1-1-16,0 0-2 0,0 0-4 0,0 0-5 15,0 0 2-15,7 1-2 0,-7-1-3 0,0 0-3 0,0 0-3 16,0 0 0-16,0 0 1 0,0 0-2 0,0 0-3 16,0 0-1-16,0 0 2 0,0 0-3 0,0 0 1 15,0 0-1-15,0 0 2 0,0 0-2 0,0 0 2 16,0 0 0-16,0 0-6 0,0 0 2 15,0 0 1-15,0 0-3 0,0 0 1 0,0 0-1 0,0 0 1 16,0 0-1-16,0 0-2 0,0 0 9 16,0 0-7-16,0 0 4 0,0 0-4 0,0 0 4 0,0 0-1 15,0 0 0-15,0 0 4 0,0 0-2 0,0 0 4 16,0 0 8-16,0 0 8 0,0 0 4 16,0 0 5-16,0 0 7 0,11-1-3 0,-11 1 4 0,0 0-8 15,0 0 3-15,0-12-22 0,1 6 4 0,0 0 5 16,2-3-10-16,-3 9 4 0,4-14 4 0,-2 5-3 15,0 0 0-15,-1 0 0 0,0 2 1 16,2-2-1-16,-3 9-3 0,4-9 0 0,-4 3 6 0,0 6-1 16,4-9-8-16,-4 9-2 0,6-5-3 0,-6 5-2 15,0 0 1-15,0 0-2 0,0-8-6 0,0 8-5 16,0 0-2-16,0 0 1 0,0 0 7 0,0 0-8 16,0 0 0-16,15 10 0 0,-9-3 3 0,-3-1-1 15,4 2 2-15,0 1-3 0,1 1 1 0,-1-2-1 16,-1 1-1-16,0 2-1 0,2-2 4 0,1 1 3 15,-5-3 1-15,2 2 0 0,2-1 2 0,-3-3-3 16,0 0 3-16,-1 1-5 0,-2 0 0 16,-2-6 6-16,9 7-2 0,-6-4-2 0,-3-3-2 0,2 5 8 15,-2-5-1-15,0 0 1 0,6 4-4 0,-6-4 2 16,0 0-11-16,0 0 9 0,9 0 2 0,-9 0-1 16,12-9-6-16,-3 2-2 0,-1 0 6 0,4-2 0 15,-3 2-5-15,-1-3 10 0,6 0-9 0,0-3 2 16,-1-1-6-16,-3 3-6 0,3-2 2 0,0 1 3 15,-2 0-1-15,-2 3-2 0,-1 0-2 0,2 0 4 16,-1 5 3-16,-5-3-7 0,4 3-4 0,-2 0 5 16,-6 4-1-16,9-3-3 0,-9 3-2 0,6-1 3 15,-6 1 0-15,0 0 3 0,17 4-1 0,-13 3-3 16,1-1 5-16,1 2-2 0,1 2 2 0,0 0 3 16,-3-1 5-16,1 0-1 0,1 2 2 0,2-1-1 15,-4-1 0-15,3-2 1 0,-1 1-1 0,-3-1 4 16,3-1-5-16,-1-1 5 0,-1-1 0 0,-4-4-2 15,7 10 2-15,-5-7 8 0,-2-3-8 0,5 4 16 16,-5-4-7-16,8 5-9 0,-8-5 4 0,8 1 1 16,-8-1-1-16,0 0 5 0,13-1-3 0,-13 1-1 15,9-5-2-15,0 1 3 0,-2-3-3 0,1 0-1 16,4-1 1-16,-5 3-1 0,-1-5-2 0,5 1 5 0,-3-1-11 16,0 3 3-16,1-1-6 0,-2-1 6 15,2 0-5-15,-2 3 3 0,-1-2-4 0,-1 2-6 16,-1 2 7-16,1-3-2 0,0 5 3 0,-5 2-4 15,8-5 0-15,-8 5-5 0,7-3 3 0,-7 3-2 16,0 0 5-16,12 7 0 0,-8-4 0 0,0 4-3 16,1-1 5-16,1 3 1 0,1-1-2 0,-2 4 3 15,0-3 2-15,-1 1-1 0,2 1 4 0,-1-2-1 16,-1 0 1-16,1 1 1 0,0-3 1 0,-3 0-1 16,0-1-1-16,1-1 1 0,-3-5-1 0,6 10 2 15,-6-7 2-15,0-3-1 0,6 7 0 0,-6-7 12 16,2 4-12-16,-2-4 4 0,0 0 0 0,0 0 0 15,14-4-2-15,-14 4 1 0,11-7 2 0,-4 1-4 16,1-2-2-16,2 1 3 0,-3-2 2 0,7-3-4 16,-1 1-3-16,-4-2 3 0,5 2-3 0,-4 1 1 0,2-2 1 15,-1 0-3-15,-2 3-2 0,1 2 1 0,-6 3 0 16,0-3-1-16,1 4 0 0,-5 3 0 0,6-7 0 16,-6 7-2-16,9-2 0 0,-9 2 1 15,12 1-1-15,-12-1-2 0,6 9 1 0,1-3 2 16,0 2-2-16,-5 2-1 0,3-1 3 0,-3 2 4 15,2-2 0-15,-1 1-2 0,1 0 3 0,0-2-2 0,-2 1 1 16,1-2-1-16,0 0 2 0,1-1-1 0,-4-6 2 16,4 10-1-16,-3-5-2 0,-1-5 5 15,4 7-2-15,-4-7 2 0,4 8 0 0,-4-8 2 0,9 5-5 16,-4-3 5-16,2-2 3 0,4 0-3 0,3 0 0 16,1-3 0-16,6 1-2 0,8-2 0 0,2 0-2 15,1 1 4-15,3-2-1 0,1 2-3 0,4-1 2 16,-1-1-4-16,12-1 1 0,-15 3-2 15,1 2 0-15,0-3 2 0,-1 3 0 0,0-1-2 0,0 1 4 16,16-1-1-16,-14 0-2 0,1 2-1 0,-1-1 4 16,2 1 0-16,12 3 1 0,-14-3 0 0,14-2-4 15,-1 4 0-15,0-1 0 0,0-1 1 16,0 0-4-16,-10 1 7 0,9-1-2 0,-9 0 3 0,9 1-5 16,-15 0-1-16,-1-1 4 0,3 0-5 0,-4 0 4 15,-4 2-4-15,-2-2 4 0,0 0-2 0,-9 2 5 16,1 0-3-16,-2-2-1 0,3 0-3 0,-8 0 4 15,-1 0 1-15,2 0-2 0,-4 1 0 16,2-2 2-16,0 1 6 0,-11 0 2 0,14 1-2 0,-9-1 5 16,-5 0 5-16,11 0 2 0,-11 0-2 0,8 1 3 15,-8-1 3-15,0 0 5 0,0 0-4 0,13-1 5 16,-13 1 2-16,0 0-4 0,0 0 2 0,0 0-7 16,8 1-2-16,-8-1 1 0,0 0-5 0,0 0-2 15,0 0-1-15,0 0-3 0,0 0 1 0,0 0 2 16,8 2-7-16,-8-2 3 0,0 0-3 0,0 0-12 15,0 0-13-15,0 0-17 0,0 0-19 0,0 0-24 16,0 0-32-16,0 0-34 0,0 0-67 0,0 0-59 16,0 0-265-16,0 0-579 0,0 0 256 0</inkml:trace>
  <inkml:trace contextRef="#ctx0" brushRef="#br0" timeOffset="44165.49">28265 6770 121 0,'-2'-11'122'15,"2"11"2"-15,-1-11 7 0,-2 5 5 0,3 6 1 16,-1-10-10-16,1 10-3 0,-5-11-2 0,5 11 5 15,-2-8-6-15,2 8-1 0,-2-9-7 0,2 9-10 16,-1-7-6-16,1 7-7 0,0 0-6 0,-3-10-2 16,3 10-4-16,-2-6-6 0,2 6-8 0,0 0-5 15,0 0-6-15,0 0 0 0,-1-7-2 0,1 7-5 16,0 0-1-16,0 0-4 0,-4-9-7 0,4 9-4 16,0 0-3-16,-4-6 0 0,4 6-5 0,-4-5-2 15,4 5 1-15,0 0-4 0,-6-8-1 0,6 8-2 16,0 0-2-16,-5-9-2 0,5 9 2 0,-6-8-5 15,6 8-2-15,-5-4 2 0,5 4 0 0,-4-8-1 16,4 8 2-16,-6-7 0 0,6 7 3 0,-4-4 4 16,4 4 5-16,0 0-1 0,-3-7 2 0,3 7-1 15,0 0 1-15,-6-8 2 0,6 8 7 0,-4-5-1 16,4 5 5-16,-6-5-6 0,6 5-1 0,-3-7-9 16,3 7 2-16,-5-5-3 0,5 5 1 0,-6-8-8 15,6 8 5-15,-4-4-5 0,4 4 1 0,0 0-2 16,0 0-3-16,0 0-1 0,0 0 0 0,-5-6-2 15,5 6-5-15,0 0-1 0,0 0-3 0,0 0-2 16,0 0-2-16,0 0 5 0,0 0 0 0,-6 14-3 16,4-5 4-16,0 1 1 0,0 1-2 0,-1 4 5 15,1 2-3-15,-1 2 3 0,0-1 0 0,-1 7 0 16,-1 2-3-16,4 1 2 0,-2 1 0 0,1 0 4 16,-5 1 2-16,5 2 0 0,-2 0 4 0,-1 1 5 15,2 2 2-15,-1 0 1 0,0 12-2 0,2-11 7 0,2-1 1 16,-4 9-7-16,3-6 5 0,1-3-2 0,1 1 4 15,-2 9-1-15,2-11-2 0,-1-2-3 16,2 4 2-16,0-3 0 0,-2 4-5 0,2-2 2 16,1 0 0-16,-3 11 0 0,1-13-1 0,2 0 2 0,-4-1-3 15,1-1-2-15,1 0-1 0,-1-1 0 0,2 0 3 16,-3-2-6-16,1-1-2 0,0 1-1 16,-1-3 3-16,0 0-2 0,-1 1 0 0,2 0 1 15,-1-6 0-15,-2 4 5 0,1 1-3 0,4-7 5 16,-4 2 0-16,2 3 3 0,-2-4-2 0,1-2 0 0,1-1-6 15,0 1 2-15,-1 1 9 0,0-1-7 16,1-1-1-16,-1-3-2 0,2-1 0 0,-2-3 0 0,1-9 0 16,0 22 2-16,1-13 1 0,-1-9 1 15,-1 12-2-15,1-12 4 0,0 11-1 0,0-11-4 16,0 0-2-16,0 0 4 0,3 17-12 0,-3-17-4 0,0 0-9 16,1 8-19-16,-1-8-22 0,0 0-23 0,0 0-29 15,0 0-44-15,0 0-61 0,0 0-72 0,0 0-259 16,0 0-584-16,0 0 258 0</inkml:trace>
  <inkml:trace contextRef="#ctx0" brushRef="#br0" timeOffset="46748.5">28098 7527 36 0,'0'0'98'0,"-7"-2"0"0,7 2-14 0,0 0-2 16,0 0-9-16,0 0 3 0,0 0-9 0,0 0 0 15,0 0 0-15,0 0-2 0,0 0-8 0,0 0 2 16,0 0 0-16,0 0 6 0,0 0-12 0,0 0 1 15,0 0 3-15,0 0-6 0,0 0 2 0,0 0-7 16,0 0-14-16,0 0 12 0,0 0-6 0,0 0 1 16,0 0-5-16,-11 0-10 0,11 0 2 0,0 0 1 15,0 0 0-15,0 0 3 0,0 0 2 0,0 0 2 16,14 13 2-16,-7-9 1 0,2 2 1 0,2 0-2 16,3 4 5-16,1-1 1 0,4-4-4 0,-2 2 2 15,1 3-2-15,2-2-6 0,4 2 1 0,-5-1 5 16,0 0-8-16,7 0-3 0,-2 2 1 0,0 2-4 15,-6-5-2-15,8 2-1 0,-6-4-4 0,-1 5 0 16,5-1 1-16,-6-3-3 0,2 2-3 0,-2-3 3 16,3 3 0-16,-4 0 3 0,5-4-2 0,-3 2 3 15,-2 0-5-15,-2 0 0 0,-2-2-1 0,-1-2 1 16,-1 2-2-16,-1-1 1 0,0-3-3 0,-4 3 6 16,2-1-6-16,-1-1 3 0,1 1-3 0,-1-2 2 15,-2 3-4-15,-5-4 1 0,10 3-3 0,-6-2 6 16,-4-1-4-16,11 4-1 0,-11-4-6 0,7 3 8 15,-7-3-1-15,6 2 4 0,-6-2-4 0,0 0 2 16,0 0-3-16,8 1 4 0,-8-1-2 0,0 0 2 0,0 0-1 16,0 0-3-16,0 0 1 0,0 0 8 15,7 1 2-15,-7-1 5 0,0 0 3 0,0 0 6 16,0 0 6-16,0 0 1 0,0 0 0 0,0 0 6 16,0 0-15-16,0 0-2 0,0 0 0 0,0 0-3 0,0 0-1 15,-16 12-6-15,7-4-1 0,-5 1 2 0,1 0-6 16,-3 2 0-16,2-2-2 0,-3 1 19 15,4 3-2-15,-1-4-2 0,0 1-3 0,-1 1-1 16,1-1-9-16,5-4-9 0,1 2-12 0,-2-1-13 0,2-3-15 16,0 3-12-16,3-1-20 0,-2 0-22 0,0-3-28 15,2 3-25-15,0-3-27 0,1 1-23 16,4-4-24-16,-7 8-178 0,3-4-427 0,4-4 190 16</inkml:trace>
  <inkml:trace contextRef="#ctx0" brushRef="#br0" timeOffset="46982.36">28751 7751 154 0,'-1'-10'261'0,"-4"-2"-12"0,4 2-5 16,-3-4 5-16,0 1-10 0,0 2-5 0,-1 0-16 15,-1-4-13-15,-1 4-25 0,2-1-7 16,0 2-28-16,0 0-16 0,0-1-9 0,-3 1-17 15,2 2-8-15,2-1-11 0,-1 0-11 0,1 4-7 0,-1-4-27 16,-1 2-20-16,1 1-33 0,-1-1-22 0,1 3-31 16,0-1-38-16,5 5-31 0,-10-9-47 0,6 3-49 15,-2 3-186-15,-1-2-452 0,1 1 199 0</inkml:trace>
  <inkml:trace contextRef="#ctx0" brushRef="#br0" timeOffset="47897.68">28128 6918 39 0,'-7'-2'90'0,"7"2"-3"0,0 0-5 0,0 0-9 16,0 0 1-16,0 0-4 0,0 0-1 0,0 0-1 15,0 0 1-15,0 0-10 0,0 0 2 0,-7 4-4 16,7-4 0-16,0 0-2 0,0 0 5 0,0 0 1 16,0 0 1-16,0 0 10 0,0 0-3 0,0 0 3 15,0 0 5-15,0 0 4 0,0 0 3 0,0 0 6 16,0 0 6-16,0 0 7 0,0 0 10 0,0 0-9 16,0 0-10-16,0 0-4 0,0 0-18 0,0 0-5 15,11-24-8-15,-1 15-7 0,3-1-2 0,0 0-8 16,6-1-3-16,1-7-4 0,2 3-4 0,4-2 13 15,-1-2-2-15,1 2-1 0,3 1-8 0,-2-3-2 16,5-1-3-16,-4 1 0 0,0 0-1 0,-1-1 0 16,0 1-4-16,-1 3 4 0,-1 0 7 0,-2-1 5 15,-1 2 3-15,0 1-6 0,-6 4-4 0,0-2 3 16,1 1-5-16,-1-1 1 0,0 2-3 0,-3 0 2 16,3 2 3-16,-7 0 3 0,1 3-1 0,1-1 6 15,-7 2 4-15,4-4 5 0,0 2 5 0,-2 2 3 16,0 0 3-16,-6 4-4 0,9-4 5 0,-9 4-5 15,4-4-5-15,-4 4 0 0,0 0 4 0,8-6-16 16,-8 6 3-16,0 0-7 0,0 0-1 0,5-4-18 16,-5 4-5-16,0 0 19 0,0 0-8 0,0 0-1 15,0 0-8-15,0 0-14 0,0 0-17 0,0 0-19 16,0 0-33-16,0 0-26 0,0 0-33 0,0 0-36 16,0 0-45-16,0 0-44 0,0 0-38 0,0 0-248 15,0 0-585-15,0 0 259 0</inkml:trace>
  <inkml:trace contextRef="#ctx0" brushRef="#br0" timeOffset="50767.64">28773 3095 7 0,'0'-13'221'16,"0"13"18"-16,0 0-11 0,-3-7-6 0,3 7-8 15,0 0-11-15,0 0-6 0,-3-9-12 0,3 9-16 16,0 0-13-16,0 0-20 0,0 0-9 0,0 0-16 16,-4-4-7-16,4 4-14 0,0 0-9 0,0 0-11 15,0 0-3-15,0 0-6 0,0 0-8 16,-19 6-4-16,15 0-4 0,-4 0-4 0,1 2-8 0,-4 1-7 16,1 3 5-16,2-2 1 0,1-1-5 0,-5 3-6 15,5 1 2-15,0-1-5 0,2-2-1 0,-1 0-4 16,-1 0-1-16,2 0-2 0,1 0-1 0,1 0-2 15,-1 2 8-15,4-2-10 0,-2 0-1 0,4-1 0 16,2 0 3-16,-1 1-2 0,3 0-5 16,1-3 6-16,2-1 1 0,-1 1 3 0,1-3 1 15,5 0-2-15,-1 0-1 0,1-4 0 0,5 0-1 0,1 0 1 16,1-3 5-16,0 0-4 0,-1 1 2 0,-2-4 0 16,-2-1 4-16,0 1-4 0,-6 0 3 15,0-1-3-15,-1 1 10 0,-5-3 0 0,5 1-6 16,-2-3 4-16,-2 1-4 0,-1-2 1 0,1-4-5 15,0 5-1-15,-3-5-3 0,-1 4 10 0,-2-4-12 16,-1 1-1-16,-1 0 8 0,-1 4-3 0,0-1-4 16,1 2-1-16,0-2 2 0,-8-3 1 0,6 6-3 15,0 0-12-15,0 3-11 0,0 1-18 0,0 1-25 0,-3 0-26 16,-2 1-28-16,10 3-26 0,-29 8-43 16,9 0-39-16,1 1-40 0,-8 6-175 0,3 0-473 15,2 1 210-15</inkml:trace>
  <inkml:trace contextRef="#ctx0" brushRef="#br0" timeOffset="52727.43">28728 3298 33 0,'0'0'206'0,"0"0"-7"0,0 0-7 0,0 0-13 16,0 0-6-16,0 0-12 0,0 0-9 0,0 0-17 16,0 0-10-16,0 0-15 0,0 0-6 0,0 0-15 15,0 0-5-15,-1-7-12 0,1 7-3 0,0 0-11 16,0 0-8-16,0 0-4 0,0 0-10 16,0 0 1-16,0 0-5 0,0 0-6 0,0 0-4 15,0 0-2-15,0 0-1 0,0 0-2 0,0 0-3 16,0 0 1-16,3 33-2 0,-3-24 0 0,1 4-3 0,-1-2-2 15,0 6 2-15,0 1 2 0,0 0 0 16,0 0-1-16,0 0-2 0,0-1 2 0,1 2-3 0,-1 0 5 16,4 5 0-16,-4-4 2 0,1-1-1 15,1 0 2-15,2 6 15 0,1 0-4 0,-2 1 0 16,0-7-2-16,-1 5 1 0,-1-5-1 0,1 2-1 16,2-1-3-16,0 3-2 0,-2-2 0 0,2-3-2 15,-2 1 3-15,-1-2-5 0,4 0-3 0,-4-5-3 16,-2 7 2-16,2-2 2 0,0 0-3 0,-1 0-3 0,0-2 2 15,0-2-1-15,1 2-2 0,-2 3 3 0,0-3-1 16,1 2 12-16,-4 0 5 0,2-1 3 16,1 0-3-16,-1 0-3 0,4 1-2 0,-5-5-3 15,1-1 3-15,1 3-2 0,0-3-3 0,1 0-3 16,0-11 2-16,0 22-6 0,-1-12 4 0,1 1 3 16,0-11 2-16,-1 19 7 0,1-11 4 0,0-8 2 15,-2 17-4-15,2-17-2 0,-1 17-2 0,1-17 0 16,-1 10-1-16,1-10-6 0,0 0-2 0,0 16-9 15,0-16 10-15,-3 8 3 0,3-8-3 0,0 0-3 16,0 12 1-16,0-12-15 0,0 0 16 0,0 0-1 16,3 16 11-16,-3-16-16 0,0 0-2 0,0 0 8 15,0 10-7-15,0-10 0 0,0 0-4 0,0 0 4 16,0 12 0-16,0-12-1 0,0 0-13 0,0 0 15 16,0 0-1-16,0 0 3 0,0 0-1 0,0 0 5 15,-3 12 7-15,3-12 1 0,0 0-2 0,0 0-3 16,0 0 10-16,0 0-4 0,0 0-15 0,0 0 13 15,0 0 3-15,0 0-3 0,0 0-1 0,0 0-2 16,0 0 3-16,0 0-7 0,0 0-1 0,0 0-3 16,0 0 2-16,0 0-6 0,9 5 3 0,-9-5 0 15,8 6-1-15,-8-6 5 0,0 0-7 16,16 5-1-16,-16-5-7 0,11 3 3 0,-11-3 4 16,14 6-5-16,-14-6 6 0,0 0-6 0,14 7 1 0,-14-7 3 15,10 8-3-15,-10-8-1 0,13 4 5 0,-13-4-4 16,8 6-1-16,-8-6 9 0,0 0-14 0,12 9-5 15,-12-9 13-15,9 4-18 0,-9-4 15 0,8 8 1 16,-8-8-2-16,0 0 0 0,8 10 11 16,-8-10-12-16,0 0 1 0,6 12 0 0,-6-12 3 15,0 0 0-15,-5 15-4 0,5-15 10 0,-7 14-10 16,-2-4 2-16,-1-1 5 0,3 0-7 0,-4 1 5 16,0 3-3-16,-3 0 1 0,-2-1-1 0,1-1 0 0,2 2 6 15,1-3 3-15,0 3-6 0,3-4-1 16,-1 0-4-16,3 1 1 0,7-10 4 0,-10 11-5 0,4-3-3 15,2 2 14-15,0-3-11 0,4-7-7 16,0 15-2-16,0-15-13 0,1 17 9 0,2-10-8 16,-3-7-1-16,9 14 4 0,-5-5 9 0,0-3-8 15,1-1 4-15,-5-5 9 0,11 11-8 0,-11-11 3 16,9 10 1-16,-9-10-6 0,9 9-3 0,-5-6 2 16,-4-3 2-16,0 0 1 0,12 10 5 0,-12-10-4 15,0 0 5-15,8 7 0 0,-8-7-1 0,0 0 13 16,7 7-16-16,-7-7 2 0,0 0-10 0,0 0 18 15,0 0-3-15,2 17 3 0,-2-17-2 0,-1 10 1 16,1-10 4-16,-5 10-1 0,5-10 0 0,-5 11 1 16,-1-3 3-16,4 0-2 0,2-8 1 0,-10 15-2 15,6-5-1-15,-2-1 0 0,0 0-15 0,3-1 17 16,-2 1 1-16,0 1 4 0,1-1-4 0,1-1 3 16,3-8-3-16,0 19 0 0,0-19-2 0,3 21 3 15,1-10-14-15,-2 0-2 0,4-3-13 0,0 4 3 16,4 1-2-16,4 0 4 0,-3-1 4 0,-2-2 3 15,4 1-4-15,-3-4 2 0,3 4-1 0,2-3-4 16,-6-1 5-16,-1-1 0 0,2 0 2 0,-3 3 3 16,-7-9-4-16,10 8 2 0,-10-8 6 0,9 9-5 15,-9-9 6-15,0 0 0 0,6 9 2 16,-6-9 2-16,0 0 0 0,0 0 7 0,-6 19 0 0,-4-10 2 16,10-9 0-16,-17 13 4 0,7-6 2 0,1 0 1 15,-1 2-3-15,-1-1 3 0,1-1-1 0,1-1-6 16,-2 3-11-16,3-1 12 0,-1 0 2 0,2 1-3 15,0-1 0-15,7-8 0 0,-10 16-3 16,2-8 0-16,4 2-1 0,4-10 0 0,-7 18-3 16,3-9 2-16,4-9 0 0,-4 22 4 0,4-11-1 15,0-11-4-15,0 28 4 0,3-15-2 0,-2 1 0 0,-1-14-1 16,0 25-1-16,1-12 1 0,2 0-2 0,-1-2 4 16,-1 4-2-16,-1 2-1 0,0-4-1 0,4 4 1 15,-3 0 2-15,-2-1-8 0,0 2 11 0,0-3-1 16,1 4 6-16,-3-1-3 0,1 0 2 15,-2 7 6-15,3-7 1 0,-1 3 1 0,2-5-2 16,-1 2 1-16,0 0-15 0,-1 1 13 0,2 0-1 16,-2-1 6-16,3 3 1 0,-2-2-1 0,1 5-1 0,1-3 0 15,2 3 6-15,-5 2-5 0,2-1-1 0,2 0-5 16,-2-1-1-16,0 1-2 0,-2-5 1 0,1 4 6 16,2-6-9-16,-2 0 3 0,0 2-2 15,0-1 10-15,-1 0-7 0,-2-2 2 0,3 3 2 16,0-1-3-16,0-1 5 0,-2 0-7 0,2 0 8 15,-4-1 7-15,1 0-12 0,1-2-2 0,3-15 3 16,-4 24-3-16,4-24-7 0,-1 23 4 0,-1-12-2 16,2-11-1-16,-4 22-14 0,4-22 11 0,-2 20 0 15,2-20 5-15,-2 14 1 0,2-14-5 0,0 0 5 16,-2 18-2-16,2-18-6 0,0 0 6 0,0 0-6 16,0 17-1-16,0-17 0 0,0 0 6 0,0 0 11 15,0 0-17-15,0 0 2 0,0 0 9 0,0 0-8 16,0 0-3-16,0 0 5 0,0 0-1 0,-3 14 5 15,3-14-5-15,0 0 4 0,0 0-15 0,0 0-20 16,0 0-26-16,0 0-27 0,0 0-26 0,0 0-35 16,0 0-54-16,-19-34-39 0,19 34-66 0,-14-26-237 15,5 0-581-15,4 0 256 0</inkml:trace>
  <inkml:trace contextRef="#ctx0" brushRef="#br0" timeOffset="54080.05">29462 3200 47 0,'0'0'141'0,"0"0"-4"16,0 0-15-16,5-3-1 0,-5 3-12 0,0 0-8 16,0 0-6-16,0 0-8 0,0 0-8 0,0 0 7 15,0 0-4-15,0 0 0 0,0 0 1 0,0 0 0 0,0 0-12 16,0 0-3-16,0 0-12 0,0 0 1 16,0 0-10-16,0 0-2 0,-33 4-6 0,24-4-3 15,-3-1-1-15,3 2 6 0,-3 0 1 0,2-2-4 16,-1 0 0-16,11 1-3 0,-15 0-1 0,9 1-3 15,6-1 6-15,0 0-10 0,-12 1 0 0,12-1-9 16,0 0 2-16,-9 0-4 0,9 0 3 0,0 0 2 16,0 0-6-16,0 0-1 0,0 0-4 0,0 0-1 15,0 0 2-15,0 0 3 0,0 0-1 0,0 0-5 16,28 8 5-16,-15-6-3 0,1 0 4 0,0-2-1 16,4 0 0-16,-4 0-1 0,3 1 0 0,-2 1-1 15,3-4-4-15,-3 2 3 0,-2 2-11 0,0-2-8 16,0-2-12-16,-13 2-10 0,21 0-19 0,-10 0-24 15,-11 0-27-15,14 0-18 0,-14 0-27 16,11 2-20-16,-11-2-12 0,0 0-100 0,12 0-301 0,-12 0 133 16</inkml:trace>
  <inkml:trace contextRef="#ctx0" brushRef="#br0" timeOffset="54327.65">29573 3096 27 0,'0'0'190'0,"0"0"-13"16,0 0-9-16,0 0-12 0,0 0-16 0,0 0-19 15,0 0-17-15,0 0-13 0,0 0-11 0,0 0 0 16,0 0-4-16,0 0 3 0,-7 24 3 0,3-10-6 16,0-3-7-16,1 3-6 0,1 0-5 0,-2 2-1 15,3 1-5-15,-3-2-10 0,1 2 1 0,1-2-8 16,-2 2 0-16,1-2 0 0,1 1-6 0,0-3-5 15,1 3-24-15,-3-3-37 0,4-1-33 0,-1-1-45 16,0 1-32-16,-2-1-157 0,1 1-328 0,2-12 145 16</inkml:trace>
  <inkml:trace contextRef="#ctx0" brushRef="#br0" timeOffset="54675.54">29903 3102 156 0,'1'-7'221'15,"-1"7"-11"-15,2-7-15 0,-2 7-10 0,0 0-17 0,0 0-18 16,2-6-16-16,-2 6-14 0,0 0-17 0,0 0-11 16,0 0-8-16,0 0-5 0,0 0-8 15,0 0-9-15,3 21-9 0,-3-21-2 0,2 13-4 16,0-2-8-16,0-3-2 0,3 2-4 0,-1 1-2 15,1-2-2-15,0 0-7 0,-1-1 0 0,1 1 2 16,-1 0-4-16,4 0-5 0,-5-1 3 0,3 0-6 16,-1-2 6-16,-1 0-9 0,-2 0 3 0,3 0-2 15,-2 0-2-15,-3-6-3 0,5 9 3 0,-4-4-5 16,-1-5-1-16,3 5-3 0,-3-5 0 0,0 9 4 16,0-9-9-16,-7 6-2 0,0-3-12 0,0 1-16 15,-4-4-12-15,11 0-18 0,-22 2-29 0,12 1-22 16,-3-3-28-16,13 0-29 0,-22-3-134 0,10 1-332 15,0 0 147-15</inkml:trace>
  <inkml:trace contextRef="#ctx0" brushRef="#br0" timeOffset="54817.44">29949 3068 18 0,'15'-2'80'0,"4"-2"-10"15,1 4-13-15,1-3-14 0,9-1-37 0,-1 1-52 0,-2 2-49 16,-8-1 21-16</inkml:trace>
  <inkml:trace contextRef="#ctx0" brushRef="#br0" timeOffset="55217.6">30339 2965 3 0,'0'0'210'0,"0"0"-3"15,0 0-9-15,0 0-13 0,2-9-15 0,-2 9-20 16,0 0-16-16,0 0-15 0,0 0-16 0,0 0-10 16,0 0-13-16,0 0-1 0,9 16-1 0,-1-6 5 15,0 3-2-15,-1 3-2 0,3 1-8 0,-2 1-7 16,2-1-2-16,-1-1-8 0,1-1-1 0,-2-2-5 16,0 3-6-16,1-1-1 0,-4-4-1 0,1 0-3 15,2-1-3-15,-3-2-4 0,3 1-3 0,-3 1 0 16,-1-5-5-16,-2 2-1 0,2-2-3 0,0 1-2 15,0-1-2-15,-4-5 3 0,7 5-6 16,-2-1 2-16,-5-4 0 0,4 4-4 0,-4-4 4 16,0 0 2-16,0 0-3 0,0 0 0 0,0 9 7 0,0-9 16 15,0 0 2-15,0 0-3 0,0 0-4 0,17-14-2 16,-8 5 1-16,0-1-2 0,-1-3-3 0,4-1 3 16,-1-3-5-16,0 2-2 0,6-10-2 0,-4 1-3 15,2 2-2-15,-4-2-2 0,3 0 0 0,0 2-3 16,-3 6-1-16,-3-1 0 0,-2 5 0 15,0 0-2-15,-1 4-3 0,-1 0-17 0,0 1-20 16,-4 7-29-16,5-11-45 0,-5 11-45 0,0 0-61 16,0 0-57-16,0 0-138 0,0 0-445 0,-22-11 197 15</inkml:trace>
  <inkml:trace contextRef="#ctx0" brushRef="#br0" timeOffset="55378.1">30732 3094 91 0,'5'2'174'0,"-5"-2"-23"0,0 0-41 0,0 0-49 16,0 0-60-16,4 5-99 0,-4-5-107 0,0 0 48 16</inkml:trace>
  <inkml:trace contextRef="#ctx0" brushRef="#br0" timeOffset="56246.13">29535 4525 211 0,'0'0'245'16,"0"-10"-5"-16,0 10 4 0,1-9-10 0,-1 9-13 16,0 0-14-16,0 0-22 0,0-10-18 0,0 10-17 15,0 0-21-15,0 0-14 0,0 0-17 0,0 0-8 0,0 0-4 16,0 0-3-16,5 34 0 0,-2-17 1 16,-2 10-8-16,3 1 2 0,-4-2-7 0,2 3-4 15,-2-3-12-15,2 1-4 0,-1-1-1 0,0-1-5 16,1-5-6-16,0-1 0 0,-2 0-3 0,1-2-4 15,3 0-1-15,-4-1-7 0,3-3-1 0,-2 1-1 0,0-4-4 16,-1 2 0-16,3-2 0 0,-3-3-9 16,1 1-26-16,1-1-35 0,-2-7-36 0,2 11-44 15,-2-11-38-15,1 9-38 0,-1-9-36 0,2 6-24 16,-2-6-149-16,0 0-450 0,0 0 200 0</inkml:trace>
  <inkml:trace contextRef="#ctx0" brushRef="#br0" timeOffset="56496.37">29868 4630 70 0,'6'-10'296'0,"-3"1"-16"15,1 0-9-15,-1 5-3 0,-3 4-9 0,2-9-13 16,-2 9-15-16,4-7-23 0,-4 7-17 0,0 0-18 16,3-4-18-16,-3 4-17 0,0 0-12 0,0 0-6 15,0 0-13-15,0 0-12 0,2 24 1 0,-3-11-12 16,0 3-8-16,-2 0-5 0,4 0-6 0,-2 0-9 15,-1 3-5-15,0-3-6 0,1 1 2 0,0-1-4 16,1-4-9-16,-1-1-2 0,2 3-4 0,-1-2-29 16,0 0-29-16,1-1-38 0,-1 0-34 0,0 1-34 15,-2-4-40-15,2 3-26 0,-2-4-43 0,0 0-35 16,2-7-174-16,-3 10-491 0,3-10 216 0</inkml:trace>
  <inkml:trace contextRef="#ctx0" brushRef="#br0" timeOffset="56762.35">30139 4595 204 0,'0'-6'202'0,"0"6"-10"15,0 0-8-15,4-9-12 0,-4 9-10 0,0 0-13 16,0 0-14-16,-14-3-12 0,14 3-13 0,-17 5-2 16,6-2-19-16,1 1-7 0,-1 2-12 0,-1-2-2 15,2 1-11-15,1 0-2 0,-1 0-10 0,4-1-3 16,0-1 1-16,1 1-11 0,5-4-2 0,-8 9-3 15,3-4-5-15,3-1-5 0,-2 5 4 0,-1-1-2 16,3-2-3-16,0 2-1 0,0 0-3 0,2-8-3 16,0 14 1-16,2-6 1 0,0 2-1 0,2-1 1 15,1-1-6-15,0 1-1 0,4-1-12 0,1-3-16 16,6 6-29-16,-1-5-37 0,4 1-58 0,2-2-50 16,-1 1-143-16,-1-2-368 0,1-1 163 0</inkml:trace>
  <inkml:trace contextRef="#ctx0" brushRef="#br0" timeOffset="57153.43">30375 4842 22 0,'10'-1'205'0,"-10"1"5"0,13-4-3 0,-8 3-3 16,1-1-8-16,4-2-7 0,-3 1-12 0,6 1-8 15,-1-3-10-15,4-1-13 0,-2 1-8 0,-4 1-6 16,1-2-4-16,2-1 2 0,-4 0-13 15,4 0 9-15,-7-1-22 0,2-2-5 0,-2 1 0 16,-1-2-13-16,2-1-3 0,-5-1-7 0,1-4-6 0,-2 2-10 16,-1-5-4-16,-2 2-4 0,3 1 0 0,-4 2-8 15,3-1-1-15,0 2 9 0,2 4-16 16,-2-3-2-16,1 2-2 0,3 1-2 0,-2 1-4 16,3-1-9-16,1 3 2 0,2 1-7 0,1 0 5 15,0 1-8-15,3 0-3 0,-2 3-1 0,0 2-3 16,2 0-3-16,-2 3 3 0,0 0-2 0,0 3 3 0,-3 2-5 15,1 2 2-15,-2 5 1 0,-1 1 0 16,-4 0-1-16,2 3 4 0,-2 1 7 0,-2-4-10 0,-2 4 4 16,2-4-4-16,1 1 3 0,0 0-1 15,0-4-3-15,0 2 4 0,0-3 1 0,4 2 2 16,0-3-20-16,-2 0-28 0,6 4-29 0,-2-5-43 16,2 0-27-16,7-1-32 0,-1 1-39 0,6-1-26 0,-1-2-35 15,-1-2-171-15,2-1-480 0,2-3 213 0</inkml:trace>
  <inkml:trace contextRef="#ctx0" brushRef="#br0" timeOffset="59782.06">25217 7753 4 0,'-4'-7'260'0,"4"7"-6"0,0 0-4 15,-6-8-3-15,6 8-3 0,0 0 2 0,-2-7-20 0,2 7-11 16,0 0-12-16,0 0-15 0,-2-7-14 16,2 7-19-16,0 0-17 0,0 0-3 0,0 0-27 15,0 0-13-15,0 0 1 0,0 0-24 0,0 0-7 16,0 0-5-16,0 0-9 0,-3 21-2 0,2-10-5 15,0 1-14-15,-1 4 13 0,0 2-9 0,0-1-9 16,0 1-1-16,4-1 7 0,-4 0-11 0,2 2 1 16,0-4-4-16,0 1-4 0,0-5 1 0,0 2 1 0,0-2-2 15,0 0-4-15,0-1-3 0,0-1 7 16,2 1-5-16,0-2-14 0,-2-8-20 0,0 15-17 16,0-7-36-16,-2 2-30 0,0-3-38 0,-1 1-38 15,2 0-34-15,1-8-36 0,-5 11-220 0,0-5-514 0,2 0 228 16</inkml:trace>
  <inkml:trace contextRef="#ctx0" brushRef="#br0" timeOffset="60133.47">25366 7939 168 0,'4'-6'286'0,"-4"6"-28"15,0 0-14-15,0 0-12 0,4-6-20 0,-4 6-13 16,0 0-16-16,0 0-13 0,0 0-14 0,0 0-24 15,0 0-14-15,0 0-7 0,0 0-15 0,0 0-9 16,0 22-7-16,0-15-10 0,2 2-6 0,-1-3 4 16,0 4-13-16,6-1-5 0,-3 1-6 0,4-4-11 15,-4 1 0-15,1 0-7 0,3-3-3 0,-1 1-1 16,3-1-3-16,1 1 1 0,-1-4-2 0,2-1 0 16,-1 0-3-16,-2 0-1 0,2-4 2 0,-4 4 0 15,1-4 7-15,0-2-10 0,-3 3 2 0,3-5-4 16,-5 0-1-16,1 2-3 0,-2-4 6 15,-2-2-7-15,0 1 2 0,0-1-6 0,-4 2 0 0,-1-2 3 16,1 0 4-16,-1 3-9 0,1 0 3 0,-4 2-1 16,0 1-2-16,-3 0-9 0,3 1-9 0,0 3-7 15,2 1-13-15,-6 1-15 0,1 1-24 0,-1 2-36 16,-1 1-35-16,4 2-41 0,3 0-24 0,-3 1-221 16,1 1-470-16,1-1 208 0</inkml:trace>
  <inkml:trace contextRef="#ctx0" brushRef="#br0" timeOffset="60391.98">25688 7803 209 0,'3'-4'350'0,"3"-5"-15"0,-6 9-16 16,5-8-6-16,-5 8-12 0,2-7-20 0,-2 7-8 15,0 0-25-15,2-5-18 0,-2 5-17 0,0 0-28 16,0 0-8-16,0 0-2 0,0 0-1 0,0 0-9 15,5 27-17-15,-5-16-12 0,-2 2-7 0,4 3-11 0,-2 1-12 16,-2 0-11-16,0-2-17 0,4 2 1 16,-5-2-7-16,2 2-6 0,0-2-7 0,-1 0-4 15,2-2-24-15,-5 0-31 0,5-2-36 0,-2 1-53 16,2-2-47-16,-4 1-44 0,1-1-47 0,-1 1-47 16,-1-2-51-16,1 0-52 0,-3 0-203 0,1-1-627 0,3-2 277 15</inkml:trace>
  <inkml:trace contextRef="#ctx0" brushRef="#br0" timeOffset="60629.66">25870 7852 222 0,'1'-7'283'0,"-1"7"-16"0,0-12-17 0,0 12-17 0,-5-8 2 16,-3 7-18-16,8 1-11 0,-17 0-20 0,6 1-14 15,-1 2-18-15,1 2-14 0,0 3-13 0,0 1-15 16,2-3-18-16,-4 5-5 0,4-2-6 0,4-1-11 15,-2 1-7-15,1 0-10 0,4 0 1 16,-4-1-4-16,5 0-1 0,2 0 4 0,3-1-1 16,2 1-3-16,-1-1-7 0,5 0-3 0,2 0-11 0,1-1-23 15,3-3-30-15,4 3-35 0,-2-2-54 0,-2-2-57 16,4-1-57-16,-4 2-50 0,-5 1-198 0,2-1-512 16,1 0 226-16</inkml:trace>
  <inkml:trace contextRef="#ctx0" brushRef="#br0" timeOffset="61013.96">26021 8082 94 0,'0'0'244'0,"0"0"-12"0,11-2-1 0,-11 2 1 16,0 0-8-16,9-4-6 0,-9 4-13 0,9-6-13 16,-5 3-13-16,3 0-9 0,0-3-3 0,2 2-10 15,-2-2-7-15,1 0-10 0,2-1-8 0,-3 1-3 16,-1-1 1-16,-1 0-9 0,-1 1-9 0,2-1-2 15,-3-3 7-15,-2 0-24 0,1 1-12 0,0-1-12 16,-2-2-6-16,2 2-9 0,0 0 2 0,0-2-5 16,-1 4-8-16,-1-3-2 0,2 3-12 0,2-1 2 15,2 0-9-15,0 4-1 0,0-3-2 0,1 2-10 16,4 2 4-16,-4-1-8 0,2 2 2 0,0 1-8 16,0-1 1-16,4 3 3 0,-13 0-3 0,13 4-3 15,-6 0-5-15,0 1 6 0,-4 2 4 0,3 2-5 16,-4 1 6-16,0 3-2 0,-4-3 2 0,0 7 5 15,-2-2-1-15,0 1 3 0,-1 0-7 0,0-6-1 16,5 2 8-16,-4-2-5 0,3 0-1 0,-1 2-2 16,0-6-1-16,2 2-4 0,0-8 9 0,0 14-3 15,5-8 4-15,-1-1-23 0,1-1-33 0,2 2-29 0,3-5-31 16,-1 4-40-16,3-4-44 0,-1-1-48 16,3-1-48-16,1 1-267 0,-6-2-600 0,3-1 266 15</inkml:trace>
  <inkml:trace contextRef="#ctx0" brushRef="#br0" timeOffset="62627.9">25736 6495 177 0,'0'0'208'0,"0"0"-11"0,-2-7 0 16,2 7 0-16,0 0-6 0,0 0-7 0,-5-6-12 0,5 6-15 15,0 0-13-15,0 0-12 0,0 0-10 0,0 0-9 16,0 0-7-16,0 0-10 0,0 0-5 0,0 0-7 15,0 0-8-15,0 0-7 0,0 0-6 0,-13 1-9 16,13-1 2-16,0 0-6 0,-11 10-2 0,8-6-11 16,-4 4-3-16,2-3-3 0,1 3-5 0,-4 1-1 15,1-1-3-15,-1 3-1 0,2 0-3 0,0-1-2 16,1 2 2-16,0-2-6 0,0 0 7 0,1 0-11 16,2 1 4-16,-1 1-1 0,2-3-5 0,2 0 0 15,0 1 0-15,-2 0 4 0,4-2-3 0,1 0 1 16,-1-2 0-16,4 1-2 0,0 0-4 0,-1 0 0 15,1-1-1-15,2-2-2 0,0 1 5 0,-3-1-6 16,3-1 1-16,-4-1 0 0,4 0 3 0,-9-2 1 16,11 3 3-16,-7-3 1 0,-4 0-2 15,14 0 4-15,-14 0 3 0,9-3 4 0,-4-1-5 16,-5 4 2-16,11-7-1 0,-4 1 0 0,-1 0-5 0,-4-1 3 16,3-2-5-16,-3 1 1 0,2-3-3 0,-1 0 0 15,0 0 2-15,-1-1-5 0,-2 2 1 0,0-2 1 16,0 1 1-16,0-1-11 0,-5-1-4 15,0 3-7-15,1-2 2 0,-3 0 0 0,1 3 2 0,-3-2-2 16,0 3 2-16,-2 2 0 0,2-2-3 0,-1 4-1 16,-1-1-4-16,0 3-8 0,0-1-9 0,2 3-14 15,-2 1-22-15,-1 1-23 0,1 1-31 0,-1 2-33 16,3-2-25-16,1 3-33 0,1 2-165 0,0-1-417 16,2 0 185-16</inkml:trace>
  <inkml:trace contextRef="#ctx0" brushRef="#br0" timeOffset="62834.17">25883 6663 161 0,'0'0'306'0,"0"0"-22"16,0 0-8-16,0 0-11 0,0 0-9 0,0 0-15 15,0 0-20-15,0 0-23 0,0 0-20 0,0 0-22 16,0 0-18-16,0 0-42 0,0 0-36 0,0 0-41 15,0 0-53-15,0 0-43 0,8-2-75 0,-8 2-36 16,0 0-27-16,0 0-151 0,0 0-395 0,4 9 176 16</inkml:trace>
  <inkml:trace contextRef="#ctx0" brushRef="#br0" timeOffset="63091.5">26081 6459 199 0,'0'-7'294'0,"0"7"-12"0,3-8-7 0,-3 8-11 16,2-6-8-16,-2 6-24 0,0 0-27 0,2-7-14 15,-2 7-27-15,0 0-15 0,0 0-25 0,0 0-7 16,0 0-16-16,0 0-5 0,0 0 0 0,0 0-1 16,7 23-9-16,-5-13-7 0,-2 2-4 0,2 4-5 15,-2 1-8-15,3-2-1 0,-3 3-4 0,0-1-8 16,2 1 2-16,-2 0-3 0,0-3-5 0,1 3-7 15,0-1-4-15,0-1-19 0,-1 0-27 0,2-1-29 16,-2-3-40-16,0 0-43 0,0 0-54 0,0 1-47 16,2-2-46-16,-2 1-220 0,-2-2-534 0,2 3 237 15</inkml:trace>
  <inkml:trace contextRef="#ctx0" brushRef="#br0" timeOffset="63665.99">26324 6663 245 0,'5'-3'281'0,"-5"3"-30"0,0 0-21 0,6-5-20 15,-6 5-15-15,0 0-19 0,0 0-17 0,0 0-20 16,0 0-12-16,0 0-12 0,0 0-11 0,0 0-11 16,11 8-8-16,-11-8-7 0,3 7-6 0,-3-7-9 15,2 8-6-15,-2-8-2 0,0 0-8 0,0 8-4 16,0-8 1-16,0 0-2 0,0 0 2 0,3 9 2 15,-3-9 9-15,0 0 7 0,0 0 4 0,0 0 6 16,0 0 1-16,0 0-8 0,0 0-5 0,0 0-8 0,0 0 4 16,0 0 2-16,0 0-7 0,0 0 0 0,-8-25-13 15,8 25-11-15,3-13 2 0,0 5-14 16,-1-2-6-16,2 0 0 0,0 5-9 0,1-4-3 16,1 0 0-16,-2 3-8 0,4-1-1 0,-6 3 3 15,7 1-4-15,-3 0-1 0,2 0 0 0,-8 3 5 16,13-1-2-16,-13 1 3 0,13 3-4 0,-6 1 2 15,2-1 5-15,-2 5-3 0,-1 0 2 0,4-3-1 16,-6 4 4-16,3 0-4 0,-1 1 8 0,-1-2-5 16,-3-2 9-16,1 1-6 0,1-3 1 0,-4-4 5 15,3 11-1-15,-1-7-2 0,-2-4 2 0,2 5 1 0,-2-5 3 16,0 0 2-16,0 0 2 0,0 0-3 16,0 0 4-16,0 0 0 0,0 0 0 0,0 0-7 15,0 0-10-15,0 0-6 0,0 0-2 0,0 0-11 16,0 0 0-16,4-26-3 0,1 19-14 0,1-2 1 0,2 0 0 15,2-3 0-15,1 3 2 0,-1 3 6 0,-3 0 2 16,3-1 2-16,0 4 1 0,-5 0 2 16,-5 3-1-16,12-2 0 0,-12 2 5 0,9 2 1 15,-9-2 3-15,12 5 1 0,-6 0 1 0,-1 4 2 16,-1-3 7-16,1 5 1 0,2-1 0 0,-3 1 1 0,1 1 3 16,-1-3-3-16,-2 1-14 0,0 1-27 0,-1-1-41 15,-2-1-41-15,2 1-58 0,-1-2-61 0,-3 1-171 16,3-9-451-16,-2 13 200 0</inkml:trace>
  <inkml:trace contextRef="#ctx0" brushRef="#br0" timeOffset="64117.64">26810 6654 122 0,'4'-7'291'0,"-4"7"-28"15,4-5-20-15,-4 5-22 0,0 0-18 0,0 0-20 0,0 0-14 16,0 0-9-16,0 0-8 0,0 0-1 0,0 0-24 15,5 15-10-15,-5-15-12 0,0 13-11 0,-2-4-8 16,2-1-11-16,0-8-5 0,0 12-8 0,0-6-4 16,0-6-10-16,0 10-2 0,0-10-4 15,2 7 2-15,-2-7-8 0,2 6 0 0,-2-6-2 0,0 0 17 16,0 0 21-16,0 0 10 0,0 0 11 0,0 0-12 16,0 0-7-16,0 0-1 0,0 0-2 0,0 0-10 15,-2-26 3-15,2 17-25 0,2-2 3 16,0 1-2-16,2-6-7 0,1-1-7 0,4 0-7 0,-2-2-5 15,0 0-2-15,3-5-4 0,4 2-12 0,-5 7 3 16,3 1 4-16,-6 4 7 0,-1 0 0 0,-1 3 4 16,3 0-10-16,-5 1 7 0,3 3-4 0,-5 3-6 15,5-6-3-15,-5 6 9 0,0 0-16 0,13 4 5 16,-7 1 4-16,-2 2 7 0,2 4 18 0,-2 1 2 16,3 2-2-16,-5 2 9 0,2 1-1 0,1-2-4 15,-1 3 5-15,1-4-7 0,-5 2 2 0,5 0 1 16,-5 1-5-16,2-5-3 0,0-1-19 0,2 1 13 15,-4 0 4-15,2-1-1 0,1-2-2 0,-3-2 2 16,2 4-4-16,0-5-35 0,0 0-27 0,-2-6-30 16,2 9-29-16,-2-9-30 0,0 8-33 0,0-8-36 15,0 11-40-15,0-11-19 0,0 7-35 0,0-7-223 16,-6 4-565-16,6-4 250 0</inkml:trace>
  <inkml:trace contextRef="#ctx0" brushRef="#br0" timeOffset="64255.23">26911 6715 11 0,'-5'-7'243'0,"5"7"-14"0,-2-6-15 16,2 6-5-16,0 0-8 0,0 0-10 0,-2-7-11 16,2 7-14-16,0 0-17 0,0 0-21 0,0 0-19 15,0 0-16-15,6-9-26 0,-6 9-32 0,13-5-38 16,-1 3-50-16,1 1-74 0,0-1-214 0,1 2-368 16,-1-2 163-16</inkml:trace>
  <inkml:trace contextRef="#ctx0" brushRef="#br0" timeOffset="65339.88">24943 7088 19 0,'0'0'54'16,"0"0"-1"-16,-9 2-11 0,9-2 4 0,-7 2-7 15,7-2-8-15,0 0-6 0,-7 1-3 0,7-1 0 16,0 0 7-16,0 0-14 0,-9 0 4 0,9 0 3 15,0 0-5-15,0 0 7 0,0 0 5 0,0 0 8 16,0 0-1-16,0 0 1 0,0 0 10 0,0 0 3 16,0 0 3-16,0 0 6 0,0 0 13 0,0 0-9 15,0 0 13-15,-10 0 6 0,10 0 6 0,0 0-6 16,0 0-1-16,0 0 0 0,0 0-5 0,0 0 1 0,0 0-5 16,0 0 1-16,0 0-1 0,0 0-1 0,0 0-3 15,0 0-2-15,0 0-6 0,0 0-2 16,0 0-4-16,0 0-3 0,0 0-6 0,0 0-2 15,0 0-4-15,0 0-7 0,0 0-3 0,0 0 1 0,0 0-9 16,0 0 6-16,0 0-3 0,0 0 1 0,0 0-2 16,0 0 4-16,15 15-2 0,-8-12 18 15,-1-1-3-15,2 2 0 0,2 0 0 0,-1 2-6 16,1-2-6-16,-1 3-1 0,-1-2 0 0,2 2-3 16,-2-3-3-16,1 3-2 0,-1-1-1 0,2 0 2 0,-1-1-8 15,-2 0 1-15,2-1 2 0,-3 1-5 0,0-1 0 16,0 2 2-16,0-3-5 0,-3 1 1 15,2 1 0-15,-5-5 0 0,6 8-4 0,-6-8-3 16,4 7 3-16,-1-2-1 0,-3-5 0 0,6 11 0 0,-4-5 1 16,-1-1-1-16,2 0-2 0,-3-5 0 0,3 15 1 15,-3-9 0-15,0 1-1 0,0-7 3 0,3 17 0 16,-3-8 0-16,-3 3 0 0,6-4 5 0,-6 3-1 16,-2-3 1-16,3 5 3 0,0-3-2 0,-2 3-2 15,-2 1 7-15,-1 2 7 0,-2-1-3 0,-4 7 3 16,-6-1-2-16,1 2-1 0,-5-2 0 0,1 1-3 15,-6-3-10-15,1 3-27 0,3-1-22 16,-3-2-34-16,-1 1-42 0,2-1-38 0,1-2-54 0,0 1-56 16,2-2-149-16,4-6-450 0,-4 3 200 0</inkml:trace>
  <inkml:trace contextRef="#ctx0" brushRef="#br0" timeOffset="65505.7">25005 7678 114 0,'0'0'88'0,"0"0"-34"0,0 0-40 0,7-3-59 0,-7 3-49 16,0 0 21-16</inkml:trace>
  <inkml:trace contextRef="#ctx0" brushRef="#br0" timeOffset="67888.21">23898 7684 173 0,'-1'-9'232'16,"1"9"-12"-16,0 0-14 0,-2-7-10 0,2 7-12 15,0 0-13-15,0 0-14 0,0 0-20 0,0 0-12 16,0 0-13-16,-1-9-18 0,1 9-14 0,0 0-6 0,0 0-8 15,0 25-7-15,0-6 0 0,1 3 0 16,-3 7-7-16,-1 7-3 0,-1 10-4 0,-1 2-2 16,0 3-7-16,3-4-1 0,-2 3 0 0,-1-3 0 15,3-11-4-15,0 10 2 0,0-10-7 0,2 9 6 0,-2-9-6 16,2 11 1-16,1 3 0 0,3-4 2 16,-4-13-5-16,3 0-1 0,-3-1-1 0,2-4 6 15,-1-1 4-15,-1 2-9 0,3-1-2 0,-2-9-1 16,-1 0 2-16,0-1 2 0,0-1-2 0,0-3-2 0,-1-1 2 15,2-5-2-15,-1 3-5 0,2-3-2 16,-2-8-1-16,-2 15 0 0,4-11 0 0,-2-4-3 16,0 0 2-16,0 11 1 0,0-11-4 0,0 0 3 15,-2 8-2-15,2-8-1 0,0 0-9 0,0 0-19 16,0 0-32-16,-1 7-37 0,1-7-49 0,0 0-65 0,0 0-58 16,0 0-182-16,-13 4-480 0,13-4 213 0</inkml:trace>
  <inkml:trace contextRef="#ctx0" brushRef="#br0" timeOffset="68520.23">23307 9263 99 0,'0'0'245'0,"-2"-9"-9"0,2 9-7 15,-1-7-17-15,1 7-17 0,0 0-23 0,0 0-23 16,0 0-14-16,0 0-12 0,0 0-15 0,0 0-14 15,0 0-3-15,20 24-7 0,-10-5 2 0,3 7-10 0,-3-1-6 16,2 5-3-16,-2-2-10 0,3 2 0 16,-4-1-11-16,-2-2-3 0,2-3-4 0,1 2-2 15,0-5-6-15,-3-4 0 0,0-2-5 0,-1-3-1 16,0 3-11-16,-1-6 10 0,-1 0-7 0,0-1-2 0,-1-2-2 16,2-2 3-16,-5-4 1 0,4 8 24 0,-4-8 22 15,3 5 19-15,-3-5 19 0,0 0-1 0,0 0-7 16,0 0-10-16,11-11-10 0,-7 1-8 15,-1 2-3-15,5-10-12 0,-2 1 3 0,3-6-2 0,0-3-8 16,1 1-11-16,-1-1-1 0,1 1-7 0,0-1-13 16,2 0-8-16,-4-1-3 0,2 2-14 0,2 3-10 15,-1-3-8-15,1 8-4 0,-4 0-24 0,-3 8-26 16,0-1-31-16,-1 4-42 0,1 2-46 0,-5 4-24 16,7 0 0-16,-7 0-10 0,8 8-196 0,-5 3-472 15,-2-1 209-15</inkml:trace>
  <inkml:trace contextRef="#ctx0" brushRef="#br0" timeOffset="68756.03">23769 9515 113 0,'0'0'261'0,"0"0"-10"0,0 0-18 16,0 0-7-16,0 0-10 0,0 0-17 0,0 0-16 15,0 0-21-15,0 0-14 0,0 0-8 0,0 0-8 16,5 5-9-16,-5 2-7 0,-1 3-12 0,-1-1-6 15,1 4-13-15,1 3-9 0,1-1-9 0,-2 0-5 16,0-2-6-16,-1 4-4 0,2-1-7 0,0-5-7 16,-1 1-2-16,0 1-15 0,1-4-17 0,0 4-27 15,1-3-25-15,2-1-28 0,-3 0-32 0,-2-1-32 16,4-2-31-16,-2-6-27 0,1 10-16 0,-1-10-165 0,0 7-409 16,0-7 181-16</inkml:trace>
  <inkml:trace contextRef="#ctx0" brushRef="#br0" timeOffset="69131.28">23808 9508 124 0,'8'-11'157'0,"1"1"-8"0,0 2-5 0,0 0-9 0,1 1 0 16,5-2-14-16,-4 4-5 0,1 2-6 16,-1 1-10-16,0 2-4 0,1 1-10 0,-1 0-2 0,2 1-2 15,-3 2-2-15,1 1-3 0,0-2-11 0,-5 4-1 16,3 0-3-16,-4 1 1 0,2 0-2 0,-2 1 1 15,-3-2-5-15,-3 1-1 0,1 2-5 16,-2 0-3-16,-2 0-8 0,-3 0 0 0,2-1-7 0,-2 0-2 16,0 0 0-16,0-1-12 0,2-1-13 0,-1-3-2 15,3 2-15-15,3-6-7 0,-6 9-10 0,6-9-9 16,-4 7 3-16,4-7 3 0,0 6-4 0,0-6 6 16,6 7 5-16,-6-7-3 0,7 6 4 0,-1-2 4 15,-1 0-2-15,-5-4 5 0,10 5 1 0,-6-1-1 16,1-1 4-16,0 3 2 0,0-3 11 0,0 0 12 15,-5-3 11-15,6 8 0 0,-6-8 9 0,4 8 2 16,-4-8 5-16,3 5 0 0,-3-5 5 0,-1 9-1 16,1-9-3-16,0 0-2 0,-6 10-6 0,3-5-12 15,3-5-14-15,-11 9-19 0,6-6-27 0,0 1-24 16,0 0-36-16,5-4-41 0,-8 6-36 0,2-3-174 16,6-3-378-16,-9 3 167 0</inkml:trace>
  <inkml:trace contextRef="#ctx0" brushRef="#br0" timeOffset="69507.06">24307 9563 115 0,'0'0'283'16,"-1"-8"-21"-16,1 8-13 0,0 0-7 0,-12-8-7 16,12 8-23-16,-13 2-10 0,13-2-15 0,-16 6-17 15,5-2-14-15,0 4-23 0,2 0-15 0,-4 3-11 16,4-3-8-16,2 2-10 0,0 1-7 0,2 0-4 15,0-2-17-15,3-1-7 0,0 2-14 0,4-1-10 16,-1 1-10-16,4-1-7 0,0 0-10 0,1-3-5 16,3 2-6-16,-1-2-4 0,3-2-4 0,0 0 1 15,-5 0 1-15,5-3 4 0,-4 2 1 0,1-3 2 16,-8 0 0-16,11 0 3 0,-11 0 5 0,0 0 10 16,10-2 3-16,-10 2 5 0,0 0 5 0,0 0 6 0,0 0-5 15,0 0 3-15,0 0-6 0,0 0 0 0,0 0 2 16,0 0 0-16,0 0-2 0,-36 5-4 15,24 2-4-15,-2 0-1 0,0-1 3 0,1 3-8 16,1-2 1-16,-1 5 0 0,2-4-2 0,2 1-3 0,0 0 1 16,3 1-1-16,2-1-5 0,0 1-17 0,2 0-20 15,2-1-18-15,1 1-28 0,5 0-20 0,-1-1-31 16,2-1-36-16,6-2-30 0,-3 1-37 16,8 3-173-16,-3 0-444 0,3-3 196 0</inkml:trace>
  <inkml:trace contextRef="#ctx0" brushRef="#br0" timeOffset="69955.03">23871 10109 156 0,'0'0'275'0,"0"-9"-4"0,0 9-7 16,0 0-2-16,0 0-12 0,3-8-14 0,-3 8-20 16,0 0-20-16,0 0-28 0,0 0-16 0,0 0-14 15,0 0-2-15,0 0 0 0,6 28-5 0,-1-9-4 16,-2 7-21-16,-2 3 5 0,0 5-16 0,-2 2 1 15,1 10 4-15,-1 2-6 0,1-2 4 0,-4 2-7 16,1 0-7-16,1 1 7 0,1 2 11 0,-3-2 10 0,2 2 1 16,-3-4 1-16,3 3 8 0,-1-2-2 15,-2-2-12-15,2-11-6 0,-2 1-2 0,2-1-3 16,-1-3-8-16,-1 0-7 0,3-6-5 0,1-2-11 16,0-6 2-16,1-4-12 0,1-4-4 0,-1 1-6 0,0-2-5 15,0-1-8-15,0-8 1 0,0 10-10 0,0-10-14 16,0 7-12-16,0-7-22 0,0 0-36 0,1 9-46 15,-1-9-52-15,0 0-57 0,0 0-56 16,0 0-63-16,0 0-64 0,-24-14-316 0,18 6-773 0,0-2 342 16</inkml:trace>
  <inkml:trace contextRef="#ctx0" brushRef="#br0" timeOffset="71319.39">23848 11319 86 0,'0'0'176'0,"0"0"-2"15,0 0 3-15,-2-8-11 0,2 8-3 0,0 0-4 16,0 0-8-16,0 0-9 0,-4-6-6 0,4 6-4 16,0 0-9-16,0 0-4 0,0 0-7 0,0 0-5 15,-5-4-11-15,5 4-7 0,0 0-7 0,0 0-7 16,0 0-12-16,0 0-7 0,0 0-7 0,0 0-3 15,0 0-8-15,0 0 7 0,-8 12-15 0,8-12 0 16,-9 13-6-16,5-3 2 0,2 0-5 0,-2 2 0 0,1-3-3 16,2 2-1-16,1 1 1 0,-1-2-6 15,1 3-3-15,0-2 3 0,1 0-1 0,1 1 3 16,2 0-8-16,-1-2 2 0,3-1-1 0,2 0 2 16,0 0-1-16,-1-1 3 0,5-2 1 0,-2-1-4 0,0 1 1 15,3-4 2-15,-2 1-8 0,2-3 3 0,1 0-1 16,-1-2 2-16,1 1-3 0,-1-1 0 15,0-4-2-15,-1 3 6 0,4-5-3 0,-5 1-2 16,0-1 3-16,0 2 0 0,-1-2-5 0,-1 0 1 0,-2-4 3 16,1 4-5-16,-2-4 0 0,-1 1 5 0,-3-2-2 15,0-1 3-15,-2 2-4 0,-2 2 0 0,0-3 1 16,-2 2 0-16,-3 0-4 0,-3 1 2 0,0-3-3 16,-3 1 3-16,-3 4-1 0,2 0-3 0,-4 1 0 15,5 4 0-15,-4-1-8 0,4 2 0 0,0 2-12 16,1 2-19-16,-3 0-16 0,1 3-25 0,1 0-30 15,1 2-38-15,2 2-33 0,2 1-46 0,-2 3-152 16,6-3-414-16,3 0 184 0</inkml:trace>
  <inkml:trace contextRef="#ctx0" brushRef="#br0" timeOffset="71911.58">24174 11405 54 0,'-10'-1'155'0,"10"1"2"0,0 0-7 0,-12-1-7 0,12 1-8 16,0 0-8-16,-13 0-6 0,13 0-1 16,-10-2 0-16,10 2-5 0,0 0-6 0,0 0-5 15,-10 0-5-15,10 0-8 0,0 0-8 0,0 0-8 16,0 0-4-16,0 0-4 0,0 0 2 0,0 0-3 0,0 0-7 16,0 0-2-16,0 0-2 0,0 0-2 15,0 0 1-15,0 0-3 0,24 6 1 0,-11-6-4 16,6 0-4-16,3 0 0 0,-2 0 1 0,9 0-9 0,1 0 0 15,0 0-4-15,0 0-4 0,1-2-1 0,5 1-6 16,-3 0-3-16,4-1 1 0,-3 1-2 0,5 0 3 16,12-1-7-16,-13 0 2 0,15 1-2 0,-2 1-1 15,2 0-2-15,1-4 8 0,1 6-13 16,-2-2 5-16,-1-4-6 0,1 6 2 0,-2-4 0 0,2 0-3 16,3-1 1-16,2 1-1 0,-1-1 3 15,2 0-3-15,8 0-1 0,-4 0 1 0,27-3-4 0,-26 6 6 16,0-2-4-16,0 0 0 0,2 1-1 0,-2-1 1 15,-3 0 0-15,4-1 1 0,-6 1 0 0,3 0-4 16,-3 0 1-16,2 2-1 0,-3-1-4 0,1 0 1 16,-1 1-4-16,1-1 1 0,-4 2-2 0,1-5 0 15,-4 5-3-15,-12 1 0 0,10-2-4 0,-10 0-9 0,-2-3-4 16,1 3-10-16,-1 0-11 0,-4 0-18 16,-1 0-11-16,-4 0-18 0,-1-3-11 0,-6 3-16 15,0 0-9-15,1 0-26 0,-2-1-19 0,-2 1-154 16,-1 0-361-16,-3-2 159 0</inkml:trace>
  <inkml:trace contextRef="#ctx0" brushRef="#br0" timeOffset="72621.8">26888 11330 72 0,'0'0'120'0,"-9"0"-14"0,9 0 1 15,-10-4-11-15,10 4 8 0,-8-4 3 0,8 4 9 16,-7-2 1-16,7 2 7 0,-6-2-2 0,6 2-1 15,0 0-4-15,0 0-5 0,-7-5-1 0,7 5-6 16,0 0-5-16,0 0-8 0,0 0-3 0,0 0-12 16,0 0-1-16,0 0-5 0,0 0-5 0,42 1-6 15,-14-1-3-15,7-1-3 0,1 1-8 0,22 0 2 16,5 0-7-16,-2-2-6 0,31 1 1 0,-29-1-7 16,31 2-4-16,-31-1 0 0,2 2-1 0,25 0-3 15,-25-1 2-15,-2-1-7 0,2 1-2 0,30-1 0 16,-32 1 3-16,2 1-5 0,28-2 8 0,-2 2-8 0,-1-5-1 15,-27 1-3-15,30 2 6 0,-4-3-9 16,-26 2 1-16,30 2-1 0,-33-3 4 0,1-2-6 16,1 4 3-16,-3-2-5 0,-1 2 3 0,-4 1-2 15,-2-3 16-15,-13 2-1 0,-2-1 0 0,-3 2 0 16,0-2-1-16,0 2-4 0,-5-1-6 0,-2 0 7 16,-5 1-1-16,-3 0 1 0,-1-2-1 0,-3 2 5 15,-3 2 1-15,3-2-1 0,-4 0 0 0,-1 0 5 16,-1 0-4-16,-2 0-1 0,-7 0 2 0,9 1 3 15,-9-1-3-15,0 0-2 0,13-1-3 0,-13 1 0 0,0 0-2 16,8-2 1-16,-8 2-5 0,0 0 4 0,0 0-9 16,0 0-15-16,0 0-16 0,0 0-31 15,10 0-28-15,-10 0-35 0,0 0-38 0,0 0-46 16,0 0-30-16,0 0-190 0,0 0-461 0,0 0 205 0</inkml:trace>
  <inkml:trace contextRef="#ctx0" brushRef="#br0" timeOffset="76045.12">28751 7897 105 0,'0'0'94'0,"-3"-11"-14"0,3 3 17 15,0 8-14-15,-5-13 4 0,2 6 8 0,2 3 0 0,1 4 3 16,-4-11 1-16,4 11-5 0,-1-7 2 0,1 7-7 15,0 0-8-15,-2-9-7 0,2 9-5 16,0 0-6-16,0 0-8 0,0 0-10 0,-2-6-2 16,2 6-10-16,0 0-4 0,0 0-4 0,0 0-1 0,0 0-8 15,0 0 3-15,0 0-8 0,0 0-3 0,0 0 3 16,-3 25 5-16,3-15-5 0,-1 3 2 16,1 4 2-16,1 0 1 0,-1 2-5 0,-1 1 3 15,0 5-1-15,-1-5 0 0,4 6 7 0,-1 0 5 0,-2 0 11 16,-1-1-5-16,1 1-2 0,1 0 0 0,-1-1 0 15,-1 0-2-15,0 2 1 0,2-2-5 0,2 1 2 16,1-3 11-16,-2 3 3 0,-1 2 2 0,0 2 9 16,2 0 4-16,0 1-6 0,1 2-3 0,-3-3-1 15,2-2 0-15,0 4 4 0,-1-2 0 0,1-1-1 16,-2 1-4-16,3-1-6 0,0-3-3 0,-1-7 1 16,-2-2-2-16,0 2-7 0,3-2-2 0,-6-3-3 15,6 2 3-15,-3-4-5 0,0 0-1 0,0 0-1 16,0 0-2-16,3 0-1 0,-3-2 2 0,2 0-5 15,-2 2 3-15,-2-3-6 0,4 2-1 0,-2-2 0 16,1 2 2-16,1-3-2 0,-2 0 4 0,0-8-3 16,-2 16-3-16,2-6 10 0,0-3-9 0,0-7-2 15,1 17 5-15,-2-7-5 0,0-1 1 0,-1-1-4 16,2-8 1-16,0 13 1 0,-1-7 0 0,1-6 1 16,0 12-1-16,0-12-3 0,0 11 2 0,0-2 0 15,0-9 0-15,-2 14 0 0,2-2 10 0,0-3-5 16,0 2-3-16,0-1 8 0,0 5-9 0,0-4 2 15,2 3 3-15,-2-2-5 0,1 0 2 0,-1-1-3 16,2 0-1-16,-1 0-1 0,-2-2 0 0,4 1 2 0,-3-2-3 16,1 3 3-16,1-3-2 0,-2 3 9 15,0-1-9-15,0 2 0 0,0-3 1 0,0 3-2 0,0 1 1 16,3 2 2-16,-2-5 4 0,2 7-6 16,-2-1 11-16,0-4-11 0,0 0 2 0,0 4-4 15,1-3 3-15,-1 2-2 0,1 1 4 0,0-3-3 0,-2-2 0 16,1 2 2-16,-2 0 2 0,1 2-5 0,1-4 2 15,-1 0-1-15,0 3 2 0,0 1 4 16,0-3 11-16,3 1-5 0,-2-2-4 0,-2 5-1 0,1-4 0 16,0 1 4-16,-3-1-7 0,6 1 4 0,-3 4-3 15,0-6 2-15,0 6 0 0,0 0 3 0,0-2 0 16,1 3 0-16,0 0 0 0,-2-4 1 0,1 4 8 16,0-7-12-16,0 6 3 0,-1 1 4 0,3 0-2 15,-1 0-3-15,2 0 10 0,-4 2-9 0,1-4 2 16,1 3 1-16,-1 0 3 0,1-1-2 0,-1-3 0 15,0 3 0-15,2 0 3 0,-2-1-4 16,2 0 1-16,0-2 1 0,-2 2-4 0,-2-2 1 0,4 3 2 16,-4-3-3-16,4 2-4 0,0-2 3 0,-3 3-2 15,1-2-2-15,1 1 2 0,-1-1 3 0,0 0 1 16,1 0 2-16,-1 0 0 0,2-2 0 0,-2 1 3 16,1 1 3-16,-2-2 4 0,2 1-7 0,0-2-5 15,-1 3 4-15,3 1-2 0,-3-3-1 0,0-1-5 16,0-1 5-16,4 4 4 0,-4-4-6 0,0 1 1 15,0 3 4-15,0-4-5 0,0 6-1 0,0-3 4 16,-1 2 3-16,2 7-2 0,-1-7 3 0,0 0 2 16,0 2-4-16,0-3 14 0,0 4-12 0,0-1-12 15,0 0 9-15,0-1-7 0,-3-1 18 0,3 0-4 16,-1 2 0-16,0-1-8 0,-1-3 13 0,1 4-8 16,0-3 9-16,1 4-5 0,-2-2-3 0,4 0-1 15,-4 0 5-15,2 1-2 0,-2-2 5 0,-1 1-4 16,3 1 2-16,-1-1-7 0,4-2 2 0,-3 3 1 15,0-4-1-15,-2 2 0 0,1-3-1 0,0-1 1 16,1-1-1-16,0-1-1 0,1 0 1 0,-4 1-9 16,5-2 8-16,-4 0 4 0,2 1-2 0,0-5 1 15,-1 4-3-15,1-1-2 0,0-9 2 0,0 18-3 16,-1-9 5-16,1 3-3 0,-3-5 2 0,3-7-2 16,1 17 3-16,-2-11-2 0,1 3-2 0,0-9-2 0,-2 11 0 15,2-5 0-15,0-6-8 0,-3 9-1 16,3-9 9-16,-1 8-2 0,1-8 4 0,0 10 1 15,0-10 3-15,0 9-4 0,0-9 1 0,-1 8-3 0,1-8 0 16,-1 10 7-16,1-10-2 0,-3 11-6 0,3-11 3 16,-2 7-5-16,2-7 3 0,0 11-6 0,-2-7-5 15,2-4 6-15,-1 10-1 0,1-10 3 0,0 0-1 16,-1 10-2-16,1-10-3 0,-2 6-1 0,2-6 2 16,0 0-5-16,0 0-24 0,0 0-32 0,0 0-41 15,0 0-35-15,0 0-59 0,0 0-69 0,0 0-77 16,-16-10-77-16,9 1-263 0,3 1-730 0,1-5 323 15</inkml:trace>
  <inkml:trace contextRef="#ctx0" brushRef="#br0" timeOffset="76865.89">28878 11273 21 0,'0'0'87'0,"-9"-2"-12"0,9 2-3 0,0 0-4 16,0 0 6-16,0 0-10 0,0 0-6 0,-8-3 13 15,8 3 0-15,0 0 1 0,0 0-5 0,0 0 3 0,-9-1 3 16,9 1-3-16,0 0-5 0,0 0-8 16,-11-2-4-16,11 2-6 0,0 0 3 0,-9-1-9 15,9 1-7-15,0 0-9 0,-10 0 1 0,10 0-5 0,0 0 2 16,-9-2-2-16,9 2-8 0,0 0-7 0,0 0 5 15,0 0-10-15,-10 2 5 0,10-2-7 0,0 0-3 16,0 0 6-16,0 0-5 0,-4 4-4 0,4-4 4 16,0 0-5-16,0 0 10 0,0 0 1 0,0 0 0 15,0 0 4-15,0 0 17 0,0 0-15 0,0 0 5 16,0 0 5-16,0 0 2 0,0 0 1 0,-3 7 9 16,3-7-5-16,0 0 10 0,0 0 10 0,0 0 11 15,0 14 0-15,0-7 13 0,1 2 1 0,-2 3 5 16,1-1 0-16,-1 5-5 0,1 2 2 0,1 0 2 15,-2-1 0-15,1 10 7 0,2 0-3 0,0-1 0 16,-1 1-4-16,0-4-7 0,-1-2 2 0,3 6-3 16,1-2 0-16,-4-6-5 0,2 1-2 0,1 3 4 15,1-4 1-15,-1-3-3 0,1 1-5 0,-2-4-7 16,-1 0 3-16,-1-2-4 0,1 0 4 0,2-2-10 16,-2-1-7-16,0 0 0 0,-1-8-3 0,2 8-4 15,-2-8-5-15,-2 9 4 0,2-9-6 0,0 0-2 16,2 8-2-16,-2-8-2 0,2 7-3 0,-2-7 3 15,0 0 2-15,0 0-1 0,0 0-8 0,0 0-2 16,0 0-15-16,-2 8-19 0,2-8-22 0,0 0-23 16,0 0-23-16,-7 4-39 0,7-4-35 0,-6 4-27 15,6-4-30-15,-9 2-12 0,9-2-18 0,-9 6-166 16,9-6-457-16,-8 3 202 0</inkml:trace>
  <inkml:trace contextRef="#ctx0" brushRef="#br0" timeOffset="77089.97">28649 11922 154 0,'-9'3'218'0,"9"-3"3"0,-5 2-5 0,5-2-10 16,0 0-5-16,0 0-10 0,0 0-10 0,0 0 0 16,0 0-16-16,14 8-6 0,-14-8-16 0,21 0-10 15,-8 0-10-15,6 1-9 0,-2-1-14 0,3 0-1 16,0 0-16-16,-1 0-8 0,0-1-9 0,2 1-18 15,-4-2-25-15,-3 2-31 0,-2 0-40 0,0-1-48 16,-3 1-47-16,-2 0-39 0,-7 0-27 0,13 0-17 16,-13 0-139-16,8 4-396 0,-8-4 176 0</inkml:trace>
  <inkml:trace contextRef="#ctx0" brushRef="#br0" timeOffset="77276.41">28792 12004 142 0,'-8'5'187'0,"8"-5"-3"0,-8 4 3 0,8-4 8 15,-6 3 5-15,6-3 0 0,0 0-6 0,0 0-7 16,0 0-9-16,13 7-10 0,-5-6-12 0,1 1-13 16,4-1-12-16,1-1-13 0,4-1-11 0,-1 2-12 15,1-2-12-15,-1-1-13 0,2 1-33 0,-6 0-36 16,1 1-42-16,-5 2-46 0,-1 0-36 0,-8-2-38 16,10 2-15-16,-10-2-4 0,4 5-8 0,-4-5-6 15,0 0-109-15,-15 13-327 0,6-9 146 0</inkml:trace>
  <inkml:trace contextRef="#ctx0" brushRef="#br0" timeOffset="77402.8">28905 12071 875 0,'-18'5'-21'0,"4"1"21"15,1 0 35-15,-1-3 27 0,3 1 14 0,2-1 18 16,1 0 14-16,3-1 11 0,5-2 3 0,-10 4 7 16,10-4 5-16,-8 5 5 0,8-5-1 0,-5 2 0 0,5-2-6 15,0 0-8-15,0 0-11 0,0 0-9 0,0 0-11 16,29-1-9-16,-16-1-19 0,1-1-19 16,2 0-34-16,4-1-43 0,-7 1-57 0,4 0-76 15,-4 1-62-15,0-3-176 0,-1 2-436 0,-1-1 193 16</inkml:trace>
  <inkml:trace contextRef="#ctx0" brushRef="#br0" timeOffset="85356.1">23014 7325 28 0,'-8'-5'202'16,"8"5"4"-16,-7-5-5 0,7 5 1 0,-6-6-8 0,6 6-3 15,-6-5-8-15,6 5-4 0,-5-5-8 0,5 5-7 16,-6-3-10-16,6 3-8 0,0 0-13 0,0 0-13 16,-6-5-9-16,6 5-10 0,0 0-7 0,0 0-8 15,0 0-3-15,0 0-6 0,0 0-7 0,0 0-13 16,0 0-6-16,0 0-3 0,0 0-5 0,24 2-5 15,-12-2-12-15,6 0-11 0,-2 0-19 0,3 0-17 16,0 2-26-16,0-2-31 0,-2 1-26 16,0 2-32-16,-3-3-21 0,3 0-29 0,-3 1-16 0,-1-1-22 15,-6 2-146-15,-7-2-399 0,14-3 177 0</inkml:trace>
  <inkml:trace contextRef="#ctx0" brushRef="#br0" timeOffset="85537.1">23154 7181 209 0,'0'0'216'16,"-4"-4"-20"-16,4 4-23 0,0 0-16 0,0 0-5 16,-5-6-10-16,5 6-8 0,0 0-14 0,0 0-14 15,0 0-6-15,0 0-4 0,0 0-5 0,-11 21-10 16,7-10-10-16,0 5-2 0,-1 3-9 0,3 4-3 16,-1 2-8-16,1 0-24 0,-1 2-34 0,1 2-43 15,0-3-48-15,1 3-47 0,1-2-48 0,-3 2-106 16,0 0-324-16,1-1 143 0</inkml:trace>
  <inkml:trace contextRef="#ctx0" brushRef="#br0" timeOffset="86346.25">22860 11535 225 0,'0'0'282'0,"0"0"2"0,0 0-1 16,0 0-1-16,0 0-3 0,0 0-6 0,0 0 4 16,0 0-11-16,0 0-3 0,0 0-10 0,0 0-14 15,0 0-18-15,0 0-4 0,0 0-16 0,0 0-21 16,0 0-16-16,0 0-16 0,0 0-14 0,0 0-15 15,30-6-10-15,-18 3-20 0,8 1-39 0,0-1-34 0,2-3-54 16,3 1-49-16,2-4-49 0,0 2-62 16,-5 2-84-16,4-1-81 0,-8 0-262 0,2 0-678 15,-3 2 300-15</inkml:trace>
  <inkml:trace contextRef="#ctx0" brushRef="#br0" timeOffset="93589.34">6410 3437 125 0,'0'0'188'0,"0"0"-6"0,0 0 4 0,0 0-12 16,0 0-7-16,0 0-6 0,0 0-2 0,0 0-12 15,0 0-3-15,0 0-15 0,0 0-3 16,0 0-11-16,0 0-7 0,0 0-7 0,0 0-5 16,0 0-8-16,0 0-5 0,0 0-8 0,0 0-6 15,0 0-5-15,0 0-5 0,0 0-8 0,0 0-6 16,0 0-4-16,0 0-5 0,0 0-3 0,0 0-2 16,0 0-2-16,0 0-4 0,0 0-7 0,0 0 4 15,0 0-3-15,13-4-6 0,1 4 1 0,6-1-4 16,10-1 4-16,0-1-8 0,-2 0 0 0,7 0-9 15,-2 1-16-15,-4 0-16 0,1 2-24 0,-10 0-26 16,2-1-32-16,0 0-38 0,-3 0-28 0,1 1-44 16,0 1-153-16,-9-1-410 0,1 0 181 0</inkml:trace>
  <inkml:trace contextRef="#ctx0" brushRef="#br0" timeOffset="93896.66">6451 3478 137 0,'-8'0'190'0,"8"0"-20"0,0 0-11 16,-6 3-21-16,6-3-11 0,0 0-9 0,-4 6-2 16,4-6 7-16,1 17 12 0,1-6-5 15,-2 8-8-15,1 4 0 0,0 4-4 0,0-1-13 16,-1 1-7-16,0-1-2 0,2 2-7 0,-2-1-5 15,1-2-8-15,-1 3-7 0,-1-1-1 0,2-1-10 16,-2-8-4-16,-1 3-4 0,1-2-2 0,0 0-6 0,1 0-5 16,-1-1-6-16,-2 1 0 0,2-2-5 15,-2 0-1-15,0-4-4 0,2-1-15 0,0 0-19 0,0 0-19 16,-2 0-20-16,2-1-27 0,1-11-29 16,-3 18-34-16,2-12-42 0,1-6-35 0,0 0-146 15,0 0-396-15,-2 17 175 0</inkml:trace>
  <inkml:trace contextRef="#ctx0" brushRef="#br0" timeOffset="94222.36">6396 3859 123 0,'0'0'217'0,"0"0"-23"0,0 0-14 0,0 0-24 0,0 0-16 15,14-6-11-15,-4 5-10 0,3 1-6 0,5 0-9 16,4-2-8-16,8 2-9 0,4-2-13 0,-1 2-2 15,1-2-10-15,1-1-5 0,0-3-12 0,-4 3-9 16,0 2-8-16,-4-2 1 0,-2 1-1 16,-4-3-12-16,-2 3-4 0,-1-2 2 0,-6 1 2 15,1 3-5-15,-2-2-2 0,0 0 1 0,-11 2 0 16,12-3 7-16,-12 3 10 0,0 0 6 0,14-2 4 16,-14 2 2-16,0 0-3 0,0 0 5 0,9-3-3 15,-9 3 0-15,0 0-2 0,0 0 0 0,0 0 3 16,5 13-2-16,-5-13-1 0,-3 16-5 0,3-5-1 15,0-11-3-15,-4 24 0 0,2-7-7 0,-1-4-6 16,2 2-28-16,-2 1-32 0,3 1-32 0,-1-4-37 16,1-13-51-16,-1 23-50 0,-2-6-150 0,2-5-395 15,1-12 175-15</inkml:trace>
  <inkml:trace contextRef="#ctx0" brushRef="#br0" timeOffset="94409.64">6952 3727 1 0,'11'26'7'0,"1"0"-9"0,1 0-1 16</inkml:trace>
  <inkml:trace contextRef="#ctx0" brushRef="#br0" timeOffset="94644.04">7064 3982 37 0,'0'0'81'0,"0"0"18"15,2 7 10-15,-2-7 2 0,0 0-7 0,0 0-4 16,0 0 5-16,0 0 0 0,0 0-5 0,0 0 2 0,0 0-5 16,0 0 0-16,-9-24-3 0,10 14-11 15,2 1-4-15,0-3-5 0,4 3-1 0,-2-3 1 16,2 4 0-16,0-2 0 0,-1 2-4 0,3 2-7 15,-4 0-5-15,4 1-12 0,-4 2 0 0,3 1-5 16,-8 2-2-16,14-1-8 0,-5 4 3 0,1 2-5 16,-1-2-6-16,-1 5 0 0,0 1-2 0,0 2 0 15,-1 3 2-15,-2-1-6 0,-1-2-2 0,1 5 4 16,1 0-12-16,-3-4-25 0,-1 0-32 0,1 1-43 16,2-2-45-16,-2 2-65 0,-1 0-130 0,2-3-361 15,0-1 160-15</inkml:trace>
  <inkml:trace contextRef="#ctx0" brushRef="#br0" timeOffset="95069.37">7493 3850 158 0,'-13'-2'247'15,"-1"1"-16"-15,-3 2-9 0,-1 3-14 0,0 0-10 16,2 6-17-16,-1 1-14 0,0 1-11 0,-2 6-15 0,6-4-18 15,2 2-8-15,-1 0-12 0,5-1-10 0,0 2-8 16,1 0-10-16,3 2-6 0,5-2-11 16,-1-4-2-16,1-1-17 0,4-2-11 0,-1 0-4 0,2-1-14 15,5-3-6-15,-1 1-10 0,6-2-7 16,0-1-3-16,-3-4-13 0,5 0-1 0,0-7-5 16,-2 1 0-16,-1-2 2 0,-3 0 4 0,-3-2 3 15,-3-2 4-15,-1-4 7 0,-1 1-3 0,-1-3 8 16,2-3 7-16,-6-6 1 0,0-2 4 0,2 1 3 15,-1-4 7-15,-1 2 5 0,1-2-4 0,-2 0 17 16,-2 0-5-16,2 1 9 0,1 2 7 0,-2 3 1 16,2 5 3-16,0 4 2 0,0 1 8 0,0 7 4 15,2-1-2-15,-4 3-3 0,2 7-10 0,0-11-7 16,0 11-8-16,0 0-5 0,-2-7-4 0,2 7 2 16,0 0-2-16,0 0-4 0,7 41 0 0,-7-16 1 15,0 1 5-15,0 7-5 0,2-1-6 0,-2 0 2 16,3-1-9-16,-1-1-26 0,1-2-34 0,1 0-36 15,-2 0-44-15,5-2-45 0,-1-2-42 0,-1-6-213 16,0 5-470-16,2-8 208 0</inkml:trace>
  <inkml:trace contextRef="#ctx0" brushRef="#br0" timeOffset="95382.51">7886 3903 50 0,'0'0'247'0,"0"0"-13"0,0 0-13 16,0 0-8-16,0 0-7 0,0 0-11 0,0 0-16 0,-15 22-15 16,11-11-18-16,1 0-8 0,2 2-15 0,1-1-10 15,4 4-9-15,1-3-10 0,0-3-12 0,3 4-7 16,2 0-2-16,1-7-3 0,5 0-5 16,0 0 5-16,2-4-15 0,2-2 1 0,0-3-12 15,-1-1-2-15,3-1-6 0,-2-4-3 0,0 1-2 16,-3 1 0-16,-2-4 4 0,1 1 1 0,-6-4-9 15,2 0 1-15,-6 3 1 0,-1-1 3 0,2-4 1 16,-5 1-1-16,-2 2 3 0,-1-5-10 0,1 0-8 0,-4 8 3 16,2-6-4-16,-2-1-11 0,-1 6-17 15,1 1-16-15,-1 0-25 0,5 9-24 0,-8-11-33 16,8 11-51-16,-10-2-46 0,10 2-47 0,0 0-189 16,0 0-481-16,-23 16 213 0</inkml:trace>
  <inkml:trace contextRef="#ctx0" brushRef="#br0" timeOffset="95767.79">8400 3850 2162 0,'0'0'136'0,"0"0"-41"0,13-2-47 15,-13 2-27-15,0 0-5 0,0 0-2 0,0 0 11 16,7 5 17-16,-7-5 9 0,0 0 15 0,0 0 3 16,-14 26 0-16,9-16-1 0,1 3-4 0,2-1-9 15,-3 1 3-15,2 3-9 0,1 0-6 0,3-1-2 16,0 0-7-16,0-2 0 0,6 2 0 0,-2-2 3 15,2-1-1-15,4 1-3 0,0-4-7 0,1 1-1 16,-1-5-2-16,6 1-3 0,-4-3-8 16,6-3 0-16,-1-3-11 0,-3 1-5 0,3-3 2 15,-3-3 1-15,-2 2-3 0,1-5 1 0,-5 4 1 0,4-6 3 16,-7 3-2-16,3-4-5 0,-2 0 1 0,-1-2 4 16,-1 0 4-16,-2 0-3 0,-1 6-3 0,1-3 0 15,-2 3 2-15,-1 10 11 0,0-16 12 0,0 16-3 16,1-10-8-16,-1 10-4 0,0 0-2 0,0 0-1 15,0 0-6-15,0 0 3 0,0 0 3 16,0 0 1-16,0 0 5 0,-6 29-3 0,3-16 1 16,2 4 0-16,0-1 0 0,2 1-3 0,0-1 1 15,2-3 1-15,2-1-10 0,-1 0-22 0,5-3-22 0,0 1-25 16,5 0-41-16,-3-4-35 0,2-1-39 16,5-3-49-16,0-3-29 0,2-3-158 0,-2 0-458 15,1-3 203-15</inkml:trace>
  <inkml:trace contextRef="#ctx0" brushRef="#br0" timeOffset="95977.4">8960 3675 25 0,'0'-12'222'0,"1"4"4"16,-1 2-10-16,0 6-11 0,0-11-16 0,0 11-17 16,0 0 8-16,0 0 9 0,0 0 3 0,0 0 3 15,-5 31-7-15,-2-5-13 0,2 3-11 0,0 3-16 16,-3 0-16-16,2 1-16 0,-2-1-6 0,2 2-9 15,2-4-8-15,2-1-5 0,-2-2-13 0,4-1-10 16,0 0-20-16,0 0-27 0,2-11-38 0,1 4-56 16,0-3-55-16,-2 0-57 0,1-6-61 0,-2-1-229 15,0-9-518-15,0 0 230 0</inkml:trace>
  <inkml:trace contextRef="#ctx0" brushRef="#br0" timeOffset="96136.11">8824 3895 65 0,'-2'-16'220'0,"2"16"-23"0,6-2-13 15,-6 2-25-15,0 0-12 0,23-4-16 0,-5 2-12 16,2 0-30-16,1-3-37 0,8 0-62 0,4-1-67 16,-1 1-136-16,0 0-231 0,3-1 102 0</inkml:trace>
  <inkml:trace contextRef="#ctx0" brushRef="#br0" timeOffset="96439.73">9698 3707 2467 0,'5'-16'244'0,"-1"-3"-82"15,0 3-43-15,-1 4-18 0,-1 1-7 0,2 3-4 16,-3-2-6-16,0 5-7 0,-1 5-6 0,3-8-13 0,-3 8 1 16,3-6-11-16,-3 6-5 0,0 0 14 15,0 0 17-15,3 21 3 0,-1 4 5 0,-2 2 0 16,-2 5-16-16,2 0 8 0,-1 1-5 0,0 2-3 16,-2 0-9-16,-1 0 0 0,3-1-11 0,-4-1-1 15,1-5-2-15,3 2-3 0,0-3-12 0,-2-3-26 16,2-5-30-16,1-3-46 0,-3-3-52 0,2-1-65 0,0-2-66 15,0 1-65-15,-1-3-292 0,1-2-666 0,-3-1 295 16</inkml:trace>
  <inkml:trace contextRef="#ctx0" brushRef="#br0" timeOffset="96989.89">9656 3838 212 0,'0'0'204'0,"5"-9"-24"0,0 4-15 0,3-2-17 15,2 0-18-15,2-1-12 0,-1 4-15 0,7-6-6 16,6 0-9-16,-8 1-13 0,0 2-2 0,-4 1-8 16,3-1-9-16,-2 1-5 0,-3 1-6 0,0-1-3 15,-2 1 8-15,1-1 1 0,-2-1 5 0,-2 2 6 16,1-2 2-16,-2 3 2 0,-2-2-6 0,-2 6-4 16,4-10-1-16,-4 10 2 0,5-9 0 0,-5 9-4 15,3-7-2-15,-3 7-7 0,2-6-4 0,-2 6-6 16,0 0-6-16,0 0-2 0,0 0 0 0,0 0 2 15,0 0-4-15,0 0 0 0,3 24-2 0,-4-16-4 16,-1 2 0-16,0 9 1 0,-1 0-1 0,3-2-5 16,-4 1 2-16,2 2-4 0,-1-4 2 0,1 2-3 15,2-1-7-15,-2-3-6 0,1-2-2 0,0 0-12 16,0-4-2-16,-1 5 0 0,2-4 0 0,2 0 4 16,-2 0-3-16,2-2 7 0,-1 0-2 0,-1 0 1 15,0-7 1-15,7 13 2 0,-5-5 1 0,4 0 0 16,4-3 1-16,-4 3 4 0,2-1 0 0,1 0 8 15,3-2 2-15,1-2 2 0,8 0-2 0,-2-3-1 16,8 0 2-16,1-5-2 0,0 0 0 0,3-3-5 16,-3-1 1-16,1 1-2 0,1-2 4 0,-4 1-6 15,-1-4 4-15,-10 4-2 0,2-2 3 0,-2-2-2 16,2 2 1-16,-7-3 1 0,1 1-2 0,-1-2 0 16,-2 1 0-16,-4 3 5 0,-1-1 3 0,-2 1 11 15,-2 2 7-15,-2-3 10 0,0 2 20 16,-3 4-8-16,-2-2 4 0,-2 3 8 0,-3 4 8 0,1-1 11 15,-6 5-5-15,-7 6 0 0,0 6-6 0,3 1 3 16,0 3-10-16,-1 0-6 0,4 1-5 0,9-2-5 16,-3 4-5-16,6-2-11 0,4-4-54 0,1 1-57 15,3 0-75-15,9-3-116 0,3-1-297 0,3-3-615 16,10-1 273-16</inkml:trace>
  <inkml:trace contextRef="#ctx0" brushRef="#br0" timeOffset="97781.77">11242 3811 225 0,'0'0'256'0,"3"-9"-31"0,-3 9-22 16,0 0-17-16,0 0-17 0,0 0-6 0,0 0-19 15,5 26-9-15,-6-11-15 0,-1 2-11 0,1 2-11 0,-1 0-6 16,2-2-12-16,-2 1-8 0,2-1 24 16,-1-4-9-16,0-3-9 0,2-1-6 0,-1-2-8 15,0-7-5-15,0 13-4 0,0-13 13 0,0 8 15 16,0-8 13-16,0 0-1 0,0 0-6 0,0 0-8 15,0 0-16-15,0 0-5 0,0 0-5 0,0 0-6 16,-4-35-9-16,4 20-2 0,1-2 0 0,-1 1-3 16,4-4-13-16,0-5-8 0,5-1-4 0,2 1-4 15,1 4 0-15,1-2 4 0,1 2-9 0,-4 6-3 16,4 1-1-16,0-2-4 0,1 8-9 0,1-4 9 16,-1 6 0-16,-3 2-2 0,0 4-1 0,1 4 2 15,-2-1 1-15,5 8 0 0,-3 1 2 0,-1 1-2 16,1 4 0-16,-4 6 9 0,1-5-3 0,2 7 2 15,-3-1 1-15,-3-6 0 0,0 0 2 0,-1-3 3 16,-2-4-4-16,0 1 6 0,0-2-1 0,-3-3 5 16,1 0 18-16,0 0-5 0,-1-7 6 0,1 9 4 15,-1-9-15-15,0 0 4 0,0 0 2 0,0 0-4 16,0 0 0-16,-12 0-3 0,12 0-5 0,0 0-13 16,-9-17-2-16,7 6-15 0,2-1-1 0,2-3-11 15,3-3 4-15,0 0-6 0,5-6-1 0,4 1-10 16,-2 8 2-16,2 1-7 0,0 1 9 0,-3 1 0 15,1 5-2-15,3-3 12 0,-5 4 0 0,2 1 2 16,-1 3 4-16,-2 1 2 0,1 2-1 0,0 1 4 16,-3 2 4-16,2 2 2 0,0 2 6 0,-3 2 15 15,4 5 12-15,-3 2-11 0,-2-3-2 0,0 4 1 16,-2-2 1-16,-1 0-2 0,1 0 1 0,1 0 0 16,-2 0-29-16,-1 0-42 0,3-6-49 0,-2 3-48 15,-1-4-91-15,-1 2-248 0,0-11-535 0,-1 16 236 16</inkml:trace>
  <inkml:trace contextRef="#ctx0" brushRef="#br0" timeOffset="97985.66">11974 3749 76 0,'0'0'259'0,"3"-9"-26"0,-3 9-18 15,0 0-1-15,0 0 2 0,0 0 4 0,0 0 2 16,4 19-11-16,-4-5-15 0,0 1-22 0,-3 3-16 15,2 3-18-15,0 2-8 0,1 1-26 16,-2 3-1-16,1-3-7 0,0-6-13 0,1 2-34 0,0-3-34 16,1 1-39-16,-2-6-48 0,1 1-45 0,-2-3-72 15,4-1-73-15,-4 1-153 0,2-10-446 0,0 0 197 16</inkml:trace>
  <inkml:trace contextRef="#ctx0" brushRef="#br0" timeOffset="98140.77">12023 3533 137 0,'0'-8'157'0,"0"8"-26"16,0 0-16-16,0 0-28 0,5 24-33 0,-5-6-42 16,1 13-46-16,3 1-77 0,-4 4-118 0,0 8 52 15</inkml:trace>
  <inkml:trace contextRef="#ctx0" brushRef="#br0" timeOffset="98363.53">12120 4035 151 0,'0'0'273'0,"0"0"-8"15,0 0-22-15,0 0-13 0,0-20-12 0,0 10-6 16,1 0-8-16,1-6-23 0,4 2-16 0,-2-2-10 16,5 0-12-16,3-2-13 0,3-2-11 0,-1 4-9 15,0 3-12-15,1 0-8 0,-1 5-6 0,1-3-9 16,-3 8-7-16,1 0-18 0,-2 3 7 0,3 0-9 15,-5 1-6-15,2 4-6 0,0 1-2 0,-2 1-1 16,-1 2-8-16,-2 4 6 0,0-3-8 0,-1 0-11 16,1 7-31-16,-4-3-32 0,2 4-43 0,-4-1-45 15,-1 1-60-15,2-3-61 0,-6 1-215 0,2-4-512 16,1-3 227-16</inkml:trace>
  <inkml:trace contextRef="#ctx0" brushRef="#br0" timeOffset="98599.61">12558 3796 243 0,'3'-7'322'0,"1"3"-5"0,-4 4-8 0,0-11-21 16,0 11-23-16,0-8-30 0,0 8-19 0,0 0-15 15,0 0-6-15,0 0-7 0,0 0-18 0,0 0-2 16,2 38-19-16,2-23-16 0,-4 0-18 0,-4 3-6 15,4 0-27-15,0-1 3 0,0-1-7 16,0 2-33-16,0 0-35 0,0-1-42 0,0-1-52 16,0-3-51-16,0-1-60 0,0-3-70 0,0 1-271 0,0-10-579 15,-6 14 256-15</inkml:trace>
  <inkml:trace contextRef="#ctx0" brushRef="#br0" timeOffset="98753.5">12560 3663 2372 0,'1'-17'42'0,"-2"1"8"0,1 6-19 16,0 0-21-16,1 3-12 0,-1 7-21 0,4-10-18 15,-4 10 9-15,0 0 4 0,0 0 2 0,0 0-30 0,0 0-39 16,2 50-59-16,-2-25-188 0,2 3-370 16,5 4 164-16</inkml:trace>
  <inkml:trace contextRef="#ctx0" brushRef="#br0" timeOffset="99179.99">12709 4083 61 0,'0'0'282'0,"0"0"-16"0,0 0-3 15,0 0-10-15,0 0 16 0,0 0-22 0,-10-23-8 16,6 14-6-16,4-1-7 0,0-1-23 0,2-2-26 16,2 1-15-16,4-5-11 0,-1-1-30 0,3 1 9 15,4 3-10-15,-1 0-8 0,4 2-16 0,-4 1-6 16,-2 4-17-16,5-3-4 0,-3 8-7 0,-1 0-6 15,-2 0-8-15,5 5-4 0,-5 2-6 0,3-1-2 16,-3 3-6-16,3 3 0 0,-4-1-7 0,-1 2 1 16,0 3 0-16,1-1-3 0,-3-2 3 0,0 0-7 15,-2-3-4-15,0 3-4 0,-2-3 1 0,1-3-2 16,-1 1 16-16,-2-6 0 0,4 8 3 0,-4-8-13 16,0 5 6-16,0-5 1 0,0 0 2 0,0 0-9 15,0 0 0-15,0 0 0 0,0 0-1 0,0 0-25 16,0 0 12-16,0-27 1 0,0 19 1 0,3-3-8 15,1-5 3-15,-2 6-3 0,8-7-1 0,0 2-14 16,1-3-12-16,1 3 11 0,-1 3 5 0,1 0-1 16,-3 2 7-16,1 3-4 0,2 2 4 0,-3 0 7 15,0-1-9-15,-1 6 2 0,0-1-2 0,-8 1 1 16,15 4 9-16,-10 1-2 0,4 3-6 0,-4 2 6 16,-3 2 4-16,2-1-5 0,-2 6 0 0,0 0-16 15,-2 0 22-15,-2 0-23 0,2 0-33 0,-2 2-44 16,-2-2-57-16,2-1-65 0,-1-1-83 0,-1-3-264 15,2-3-617-15,-3-2 272 0</inkml:trace>
  <inkml:trace contextRef="#ctx0" brushRef="#br0" timeOffset="99517.59">13306 3845 90 0,'0'-5'311'16,"0"5"-16"-16,2-9-20 0,-2 9-19 0,0 0-23 15,0 0 10-15,0 0 1 0,0 0-9 0,0 0-23 16,0 29-25-16,0-18-15 0,0 1-17 0,2 3-13 16,-2-2-18-16,5-1-10 0,-1-1-13 0,2 1-7 15,2-1-6-15,-3-2-14 0,3 0-13 0,0-2-8 16,0-2-2-16,-1-1-22 0,-1-2 3 0,2 0 1 16,-2-1 1-16,-6-1 0 0,11-5-14 0,-4 1 0 15,0-1 1-15,-2 1 0 0,1-5-4 16,-1 1-1-16,-1-2-2 0,2 2 2 0,-2-3-25 15,-2 3 26-15,0-2-4 0,4 2-2 0,-6 8-2 16,3-17 2-16,-1 12 6 0,-2 5 1 0,8-9 7 16,-8 9-9-16,0 0 1 0,0 0-5 0,0 0 4 0,0 0 4 15,0 0 1-15,0 0-2 0,5 23-18 16,-2-13-5-16,-3 2-29 0,2 4-58 0,-2-3-63 16,0 3-60-16,4-1-71 0,-3 3-310 0,-1-2-646 15,4-3 286-15</inkml:trace>
  <inkml:trace contextRef="#ctx0" brushRef="#br0" timeOffset="99991.65">13634 3957 317 0,'0'-10'324'0,"3"0"-15"15,-1 0-12-15,2 0-5 0,0-4-8 0,-1 3-12 16,3 1-16-16,2-6-22 0,0 2-11 0,-1-4-19 15,1 4-12-15,9-5-21 0,-2-1-10 0,1 5-33 0,3-4-5 16,2 2-14-16,-5 7-7 0,-1 0-9 16,2 1-11-16,0 3-11 0,0 0-2 0,-3 4-12 15,-2 0-32-15,1 2 23 0,0 4-6 0,-1 3-6 16,-3 1 1-16,3 4-6 0,-1 2-2 0,-2 5 1 16,-2-2 3-16,-1 2-4 0,1-2-2 0,-3 1-1 15,-3 0 6-15,1-1-6 0,0-1-4 0,0-5-8 16,0 0 5-16,-4-3-5 0,4-2 1 0,-2-6-1 15,3 12-3-15,-3-12 1 0,0 8-2 0,0-8-1 16,0 0 5-16,0 0-6 0,0 0-4 0,0 0-1 16,0 0-9-16,0 0-12 0,-20-22-5 0,20 13-1 15,-2-2-9-15,4 0 7 0,2-7-9 0,1 2 1 16,1-1-5-16,6 0-2 0,-3 0 5 0,4 1 1 16,3 0 4-16,-1 4 0 0,-1 1-21 0,-5 2 21 15,3 2 8-15,-3 3 8 0,3-1-3 0,-2 5 10 16,-1 0 1-16,0 2 4 0,2 2 18 0,-6 2 6 15,7 8 12-15,-7-3-5 0,5 3 4 0,-4-3 4 16,1 3-4-16,1 1-1 0,-5 2-3 0,2-4-4 16,-5 3 1-16,4 1-31 0,-3-6-57 0,1 3-71 15,-2-2-73-15,0-2-74 0,1 0-93 0,-5 0-237 16,4-10-661-16,-4 16 293 0</inkml:trace>
  <inkml:trace contextRef="#ctx0" brushRef="#br0" timeOffset="100561.74">14717 3841 197 0,'0'-7'360'0,"2"-3"-35"0,-2 10-11 0,2-10-25 16,-2 10-26-16,-2-9-21 0,2 9-25 0,0 0-19 15,2-7-29-15,-2 7-13 0,0 0-23 0,0 0-11 16,0 0-10-16,17 30-4 0,-9-13-12 0,1 1-5 16,1 7-9-16,2 0-5 0,-1-1-7 0,1 2-3 15,-1-4-19-15,-2-5 6 0,4 6-4 0,-5-6-13 16,0 0 1-16,2-2-4 0,0-1-3 0,-3-6-5 15,0 1 3-15,2 0-4 0,-4-6 3 0,-1 1 0 16,3-2 7-16,-7-2 2 0,12 1 4 0,-4-6-13 16,1-2 4-16,-2-3 13 0,-1 0-12 0,2-1 1 15,0-4-9-15,1-10-4 0,0 0 3 0,-3 0-4 16,1-5-3-16,0 3 2 0,0-1-8 0,-2-3 0 16,4 4 1-16,-3-1-12 0,4 3-19 0,-2 0 1 15,-3 7-3-15,-1 3-17 0,1 3-19 0,-1 3-32 16,-2 3-45-16,1 1-56 0,-3 5-64 0,5-8-42 15,-5 8-22-15,0 0-204 0,0 0-564 0,0 0 249 16</inkml:trace>
  <inkml:trace contextRef="#ctx0" brushRef="#br0" timeOffset="100946.1">15426 3831 188 0,'-3'-14'272'0,"3"14"16"0,-5-10-12 15,0 5-7-15,-2 1-21 0,-1 1-4 0,3-1-11 16,-7 1-11-16,1 4-7 0,11-1-32 0,-26 6-12 16,10 0-16-16,-2 5-11 0,1 1-23 0,0 2-5 15,-2 4-12-15,7-4-11 0,4 1-11 0,-2 0-4 16,5 0-4-16,2 0-12 0,3-2-15 0,3-1-12 16,-1-1-7-16,4 1-20 0,2-2-8 0,1-1-9 15,1-2-2-15,3-2-26 0,-3 0-3 0,6-3-4 16,-5-1 4-16,1-1-1 0,0-1 7 0,-2-2 3 15,0-1 4-15,0-1-3 0,-3 0 9 0,0-2 0 16,-1 0 1-16,1-1 4 0,-5-3 4 0,3 1 6 16,-1 0 0-16,-1 3 2 0,-1 0 9 0,-2 7 9 15,2-11 1-15,1 5 5 0,-3 6-1 0,3-6-7 16,-3 6 0-16,0 0-1 0,4-7-1 0,-4 7 6 16,0 0 1-16,0 0 3 0,4 15 13 0,-2-4-11 15,-1 3-1-15,1 0 0 0,-1 3-4 0,0 1-10 16,1 1-24-16,0-1-27 0,2 1-38 0,-1 0-48 15,-1-2-46-15,2-5-62 0,0 0-57 0,-3 1-175 16,1-2-508-16,1-4 225 0</inkml:trace>
  <inkml:trace contextRef="#ctx0" brushRef="#br0" timeOffset="101185.48">15687 3697 176 0,'2'-17'322'0,"1"2"11"0,-3 3 10 16,0 1 0-16,2 2-13 0,-2 3-13 0,0 6-32 16,2-10-26-16,-2 10-22 0,2-7-29 0,-2 7-19 15,0 0 5-15,0 0 3 0,5 20-8 0,-1-3-25 16,-1 10-6-16,-1 1-15 0,2 3-11 0,-1 0-18 16,-2 0-5-16,3 2-10 0,-3-4-10 0,-1 3-11 15,0-1-33-15,0 0-35 0,0 0-40 0,-4-6-56 16,4 3-62-16,-1-3-61 0,1-6-72 15,0-2-83-15,-4-1-294 0,4-5-713 0,-1-1 317 0</inkml:trace>
  <inkml:trace contextRef="#ctx0" brushRef="#br0" timeOffset="101721.47">15878 3939 2667 0,'7'-11'236'0,"-1"2"-80"0,-3 0-68 16,-1 4-17-16,1 0-13 0,-3 5-4 0,3-9 4 15,-3 9 7-15,1-6-8 0,-1 6 13 0,0 0 16 16,0 0 0-16,0 0-15 0,0 0 2 0,2 22-8 16,-2-12-9-16,0 1-6 0,3 0 3 0,-1 1-8 15,2 0-19-15,-1-1 14 0,3-2-9 0,-1 1-10 0,2-1-4 16,2 0-4-16,0 0-8 0,1-4-7 16,1 0-12-16,2-1-9 0,-3-1 1 0,4-3 4 15,-3-2 4-15,0 1 0 0,-2-3 4 0,0 1-18 16,-1-3 17-16,0-1 2 0,0-2 6 0,-3-1-6 15,2 0 5-15,-1-2-3 0,-3 2 6 0,-1-3-6 0,2 1 5 16,0 1 4-16,-2 1 1 0,-2 3 2 16,3 3 9-16,-3 4-13 0,4-11 10 0,-4 11 4 15,2-8-5-15,-2 8-7 0,0 0 14 0,0 0 2 16,0 0 18-16,0 0 0 0,7 21-12 0,-7-12-5 16,1 1-4-16,0 1 9 0,1 0-10 0,1 1-4 15,1-1 12-15,3-1-6 0,-1 0-3 0,3-1 11 16,1-3-17-16,3 1 4 0,6-4-3 0,2 0-5 15,0-3 2-15,1-4 0 0,7 2-6 0,-8-5-4 16,6 2-4-16,-7-2 6 0,-1-1 0 0,6-5-2 16,-10 2-1-16,-1 1 2 0,-1-1 9 0,-4 1-6 15,1-3 0-15,-2-3-5 0,-4 4 13 0,1-4-11 16,-3 5 8-16,0 0-2 0,-2 0-6 0,0 2 0 16,0-1 4-16,0 10 2 0,-4-11 5 0,4 11 1 15,-8-7-18-15,8 7 24 0,0 0 6 0,0 0-7 16,-36 16 11-16,25-6-3 0,3 0-1 0,-4 4-1 15,1 1 2-15,2-1-4 0,1 3 1 0,3-1-30 16,-1-1-35-16,6-3-55 0,5 7-61 16,3-4-63-16,5-2-78 0,11 1-59 0,1-2-224 0,9-5-633 15,4 2 281-15</inkml:trace>
  <inkml:trace contextRef="#ctx0" brushRef="#br0" timeOffset="102329.74">17151 3919 66 0,'0'-10'399'0,"0"10"8"16,2-6-15-16,-2 6-10 0,0 0-21 0,0 0-27 15,0 0-26-15,0 0-21 0,0 0-16 0,0 0-22 16,0 0-33-16,-23 21-14 0,19-11-19 0,-1 2-18 16,3-1-15-16,1 1-15 0,1 1-16 0,1-2-7 15,2 1-10-15,2-1-3 0,2-2-12 0,1 1-15 16,-1-2-6-16,2-1-16 0,0 0-4 0,-1-4-13 15,3 1-10-15,-5-2 0 0,3-2-4 0,-9 0-10 16,13-3-15-16,-9-1 1 0,1 0-9 0,0-2-12 16,-4-2 0-16,4-3-2 0,-5 1-10 0,0-3-4 15,-5-2-11-15,0-2-1 0,-3 1-2 0,-1-2 5 16,-2 1 5-16,2 1 6 0,-1 3 9 16,3 2 15-16,-1 1 11 0,1 2 13 0,2 1 5 15,1 1 11-15,4 6-4 0,-6-6 0 0,6 6-7 0,-6-5 6 16,6 5-8-16,0 0-11 0,0 0 10 0,0 0-3 15,0 0-5-15,0 0 1 0,0 0-3 16,0 0-8-16,41 8 12 0,-20-6-2 0,10-2-5 16,1-4-4-16,0 1 0 0,2-4-7 0,-3 0-3 0,1-1 0 15,0-3 5-15,-4 1 1 0,-10 3-4 16,1-6 5-16,-4 2-2 0,-1-1 9 0,-4-1-2 0,1 1 0 16,-1-4-5-16,-1 0 12 0,-3 1-2 0,-1 1 0 15,-1-2 5-15,-4 5 1 0,3-2 3 0,-2 3 12 16,-1 0-1-16,-4 3 7 0,4 7 0 0,-2-11-3 15,2 11-7-15,0-7-13 0,0 7 18 16,0 0-5-16,0 0 0 0,0 0 8 0,-12 26 1 0,7-7-1 16,1 9 4-16,-1 4-4 0,0 5 5 0,3 11 15 15,-2 1 5-15,1 1 0 0,0 0 5 0,6 1-2 16,-4-2-4-16,-1 0-6 0,2-1 1 16,2-13 2-16,-2 1-5 0,-2 10-2 0,4-10-2 15,-1-2-11-15,2 0 2 0,-2-2 0 0,2 0 0 16,-3-4-2-16,0 1-12 0,1-4-23 0,-1-6-39 0,-1-2-33 15,-1-1-45-15,1-6-58 0,-2 1-52 16,-1 0-65-16,-2-4-81 0,-2-1-376 0,-6-2-820 0,1 0 363 16</inkml:trace>
  <inkml:trace contextRef="#ctx0" brushRef="#br0" timeOffset="102497.46">17371 4275 3652 0,'7'-9'199'0,"-4"3"-148"0,4-1-43 15,-1 0 11-15,3 3-15 0,0-4 16 16,2 2 0-16,5-1-21 0,3 1 21 0,-2-1-5 16,12 0-5-16,-2-2-1 0,4 4-1 0,2-3-14 15,-1 1-38-15,2 0-53 0,-1-2-57 0,1 3-88 16,0-2-99-16,-1-1-184 0,1-3-569 0,-8 2 251 16</inkml:trace>
  <inkml:trace contextRef="#ctx0" brushRef="#br0" timeOffset="105900.13">18229 3745 152 0,'0'0'255'0,"3"-7"29"0,-3 7-6 0,3-6-11 16,-3 6-12-16,0 0-10 0,4-5-8 0,-4 5-14 15,0 0-18-15,0 0-15 0,0 0-19 0,4-6-12 16,-4 6-20-16,0 0-15 0,0 0-20 0,0 0 1 15,0 0-6-15,0 0-4 0,1 31-4 0,-1-12 9 16,0 8-15-16,-1-4-12 0,3 4 2 16,-4 0-11-16,1 3-3 0,1-3-5 0,-2 4-13 0,2-6 1 15,0 1-7-15,0-2-3 0,2-5-27 0,-2-1-25 16,1 2-36-16,-1-1-32 0,1 0-41 0,0-2-23 16,-2 0-38-16,1 0-49 0,1-3-46 0,-2-1-253 15,-1 0-581-15,-1-3 258 0</inkml:trace>
  <inkml:trace contextRef="#ctx0" brushRef="#br0" timeOffset="106312.1">18226 3774 42 0,'6'-18'220'0,"4"1"-21"16,6-5-13-16,2 4-8 0,2 1-5 0,-2 4-2 15,0 3 1-15,-3-2-12 0,1 4-14 0,2 1-16 16,-7 2-13-16,4 3-13 0,-3 0-11 0,0 0-11 16,-1 4-6-16,1 0 2 0,-1 1-9 0,-2 3 1 15,-4-1-2-15,0 5-6 0,0-2-4 0,-1-2-4 16,-4 5-3-16,3-5-2 0,-3 5-4 0,-4-1-10 16,1 0 2-16,1-3-6 0,-2 3 0 0,0-1-4 15,0-1-3-15,0-3-7 0,1 0-14 0,3-5-10 16,-4 9-9-16,0-4-4 0,4-5-10 0,-4 7-5 0,4-7-2 15,0 0-7-15,4 19 1 0,-4-19-2 16,9 10 6-16,-5-5-3 0,2-1 5 0,2 3 5 16,1 0 2-16,-9-7 0 0,14 9 2 0,-6-1 4 15,-5-3 4-15,7 0 4 0,-3 3 0 0,-2-4-1 16,-5-4 4-16,7 10 2 0,-7-10 5 0,2 11 4 16,-2-11-1-16,-1 10 6 0,1-10 1 0,-9 11 3 15,0-3 0-15,-1-4-2 0,-2 2-1 0,2 0-8 16,-3-1-11-16,-2 0-21 0,2-1-22 0,-2 2-41 15,3 0-53-15,2-2-196 0,-2-1-375 0,5 3 167 16</inkml:trace>
  <inkml:trace contextRef="#ctx0" brushRef="#br0" timeOffset="106735.55">18975 4169 231 0,'9'-17'287'0,"4"-1"-21"15,1-2-17-15,2-3-8 0,-1 1-5 0,1-2-13 16,0 0-11-16,-3 2-20 0,2 2-17 0,0-2-16 16,-2 1-17-16,2-2-11 0,-1-1-14 0,0 2-8 15,-5 5-16-15,1 0-7 0,-2-1-7 0,1 4-2 16,-5 5-8-16,2-1-10 0,1 2-5 0,-5 2-2 15,1 0 5-15,-3 6-14 0,5-7-5 0,-5 7-9 16,0 0-5-16,0 0-7 0,0 0-5 0,0 0-2 16,0 0-2-16,-27 5-7 0,13 5 3 0,1 2-10 15,3-3-7-15,-3 4-6 0,5-3-8 0,2 6-13 16,1-5-5-16,4 1-2 0,1 4 4 0,3 0-3 16,2 1 4-16,3-2 2 0,0-2 2 0,2 1 4 15,-1-1 3-15,-1 0 3 0,-2-1 0 0,2-5 5 16,-3 3 2-16,0 0 3 0,-1 1 2 0,-3-6 2 15,2 3-1-15,-3-1 4 0,0 2 0 0,0-9 3 16,-4 13-8-16,-1-5-6 0,1-2-15 0,-4 3-19 16,3-5-28-16,-3 2-38 0,3-1-33 0,0 0-36 15,1 0-34-15,-1-1-144 0,0-1-399 0,5-3 177 16</inkml:trace>
  <inkml:trace contextRef="#ctx0" brushRef="#br0" timeOffset="107092.23">19293 3953 106 0,'4'-7'271'0,"-1"2"-15"0,-3 5-15 0,3-11-11 16,-3 11-15-16,3-3-22 0,-3 3-20 15,0 0-11-15,0 0-8 0,0 0-5 0,0 0-15 0,6 19-11 16,-6-6-21-16,2 2 1 0,-2 3-8 16,2-3-11-16,2 3-9 0,-3-1-9 0,6 1-3 0,-1-2-9 15,1-1-16-15,-1-5-19 0,0 0-15 0,3-2-17 16,1-3-7-16,0 0-7 0,-2-1-11 15,3-3-1-15,-1-2 0 0,0-1-1 0,2-4 6 16,-2 2 0-16,0-2 4 0,-1 0 4 0,-1-5 9 16,2 2 14-16,-5-2 3 0,1-3 3 0,-2 3 7 15,1-5 3-15,-1 0 7 0,-1 0-1 0,3 6 15 0,-5 0 15 16,1 0 14-16,-2 4 3 0,0 6-3 16,2-10 0-16,-2 10-9 0,3-9-12 0,-3 9-3 15,0 0-7-15,0 0-4 0,0 0 4 0,0 0 2 16,0 0 0-16,0 0 3 0,6 23-6 0,-6-13-5 15,3 6 0-15,-2 0-5 0,-1-1-18 0,3 2-39 16,-2-5-26-16,4 5-38 0,1-1-42 0,-2-4-58 0,1-2-56 16,4 4-210-16,1-5-506 0,-1-3 224 15</inkml:trace>
  <inkml:trace contextRef="#ctx0" brushRef="#br0" timeOffset="107303.78">19847 3901 87 0,'-5'-10'289'0,"1"6"-13"0,0-1-13 16,4 5-16-16,-8-5-23 0,8 5-11 0,-14 2-20 15,6 4 1-15,-2 4-11 0,-2 3-15 0,-4 6-11 16,3-2-16-16,4-1-18 0,2 3-13 0,2-2-5 16,3 1-13-16,2 2-9 0,2-3-11 0,4 0-23 15,3 0-27-15,1-1-36 0,2-3-45 0,4 1-37 16,2-4-47-16,4-3-63 0,5 0-43 0,-7-4-172 15,1-1-456-15,2-2 202 0</inkml:trace>
  <inkml:trace contextRef="#ctx0" brushRef="#br0" timeOffset="107658.57">20059 3812 121 0,'0'-8'243'0,"1"0"-5"16,-1 8-21-16,0-9-19 0,0 9-24 0,0-8-17 0,0 8-7 15,0 0 10-15,0 0 4 0,6 22 0 0,-4-4-9 16,-2 6-16-16,0 3-8 0,1-2-3 0,0 3 2 16,-2-5-15-16,1 3-7 0,1-9-10 0,-1 0-6 15,0 0-6-15,0-1-11 0,1-3-6 0,1-5-5 16,-2 2-2-16,-2-2-9 0,2-8-2 0,0 10-3 16,2-3-6-16,-2-7-9 0,0 0 32 0,0 7 6 15,0-7 8-15,0 0-5 0,0 0-1 0,0 0-11 16,0 0 0-16,0 0-7 0,0 0-8 0,17-19-29 15,-10 9 9-15,3-4-10 0,4 1-9 16,-1-1-2-16,1 2 3 0,3-1-6 0,-8 7 0 0,0-2-2 16,2 4-5-16,-3-2 2 0,-2 5 1 15,2 1-6-15,-8 0 4 0,18 3-17 0,-9 1 20 16,-2 4 6-16,-2 0-6 0,2 3 2 0,-3-2 1 0,1 7-12 16,-2-4-34-16,2 5-47 0,-2-2-61 0,0 1-67 15,-1 0-81-15,-2 1-287 0,0-1-633 0,2-4 281 16</inkml:trace>
  <inkml:trace contextRef="#ctx0" brushRef="#br0" timeOffset="107931.16">20920 3852 3128 0,'5'-29'92'16,"2"1"19"-16,-5 9-34 0,-1 2 10 0,1 5 16 15,0 0 10-15,0 2-18 0,-2 5-11 0,0 5-18 16,1-13-4-16,-1 13-10 0,1-5-6 0,-1 5-4 16,0 0 27-16,0 0-2 0,4 30 6 0,-3-12-9 15,-1 10 3-15,-1 1-7 0,-2 4 4 0,1-1-16 16,2 1 1-16,-3-2-4 0,-1-1 1 0,2 2-13 16,1 0 4-16,-3-2-4 0,-1-2-27 0,2-1-16 15,-1-1-24-15,3-7-37 0,-3-1-36 0,0-3-34 16,0 1-49-16,1-5-49 0,0 0-61 0,1-5-64 15,-2 0-214-15,4-6-625 0,-10 4 277 0</inkml:trace>
  <inkml:trace contextRef="#ctx0" brushRef="#br0" timeOffset="108393.08">20864 3944 120 0,'11'-6'171'0,"1"0"-18"0,3-5-16 0,1 5-6 15,1-3-10-15,0-1-11 0,1 2-9 0,-3-2-2 16,1 1-6-16,0-1-9 0,0-1-2 0,-2-1-3 16,-2 0 3-16,0 2 12 0,-3 1 0 0,1 2 3 15,-3-4 3-15,-1 2-2 0,-1 0-3 0,1 0-4 16,-2 1-3-16,-3 2-1 0,3 0-4 0,-1 0-5 16,-3 6-7-16,4-7-7 0,-4 7-5 0,0 0-11 15,2-6-6-15,-2 6-3 0,0 0-5 0,0 0 10 16,-1 24-4-16,0-6 0 0,-3 7-6 0,-1 4 5 15,-2 0-8-15,2-1-1 0,-2 1-6 0,-1-2 0 16,3-1-5-16,-2 0 4 0,5-2-5 0,-2-6 2 16,0-1-6-16,2-5 1 0,0 1-1 0,-1-4-4 15,1-3-9-15,1 1 1 0,-2 0-10 0,3-7-2 16,0 0-3-16,2 11-1 0,-2-11-3 0,0 0 3 16,0 0 1-16,0 0 2 0,0 0-1 0,0 0 0 15,0 0 4-15,23-10 2 0,-10-1 0 0,-3 4 0 16,5-2-3-16,0 2 8 0,1-2 3 0,-5 5 1 15,-1 0 9-15,1 0-4 0,-1 3-2 16,-2 1 5-16,0 0 1 0,-8 0 3 0,15 6-6 0,-8 0 8 16,3-1 3-16,1 2 0 0,-4 0-6 0,5 0 2 15,-4 2-4-15,6 2 2 0,0-3-1 0,1 1-7 16,2 1-38-16,-2-4-37 0,4-3-51 0,1 1-57 16,1-2-55-16,7-2-233 0,-9-2-503 0,9-2 222 15</inkml:trace>
  <inkml:trace contextRef="#ctx0" brushRef="#br0" timeOffset="108744.39">21729 3925 223 0,'-5'-6'255'0,"-1"1"-4"0,-2 2-4 16,-1 1-15-16,-4 3-4 0,0 3-13 0,-6 3-20 16,0 0 13-16,1 4-16 0,0 0-20 15,4 4-14-15,1-1-15 0,-1 2-8 0,4-1-19 0,4 0-11 16,-2 2-11-16,4 0-5 0,4-5-9 0,0 5-13 15,6-5-11-15,1-1-25 0,2 2-16 0,0-4-17 16,2-2-14-16,1-4-6 0,7 2-7 0,-7-1-4 16,1-4 7-16,-1-2 3 0,0-1 2 15,-2-1 0-15,1-1 12 0,-3 0 12 0,0-3 3 16,-1 0 18-16,1-2 3 0,-5 1 6 0,2 0-2 16,0 1-9-16,-1-3 4 0,2 0 12 0,-2 2 0 0,1-1 4 15,-2 4 10-15,0 0 0 0,0-1-1 0,-3 7-10 16,4-7 0-16,-4 7-6 0,4-5-2 0,-4 5 1 15,0 0 17-15,0 0 3 0,0 0 1 16,0 0-7-16,2 24 4 0,-3-14-7 0,1 2-6 16,0-1-8-16,4 1 1 0,-2-1-36 0,0 1-20 15,-1-1-64-15,5 5-65 0,-3-7-65 0,1 1-69 16,1-1-308-16,0 0-644 0,2-3 285 0</inkml:trace>
  <inkml:trace contextRef="#ctx0" brushRef="#br0" timeOffset="109045.06">22157 3727 259 0,'3'-10'368'0,"-2"3"-4"16,2 1-18-16,-3 6-7 0,1-9-36 0,-1 9-31 15,4-6-20-15,-4 6-27 0,0 0-25 0,0 0-9 16,0 0 4-16,0 0 4 0,0 24-14 0,-3-7-12 15,2 3-17-15,-2 6-13 0,2 3-14 0,0 0-5 16,-4-1-8-16,5-1-5 0,-4 1-7 0,4 1-5 16,-3-2-7-16,3-3-10 0,0 0-5 0,-1-5-7 15,4-2-7-15,-2 0-7 0,0-2-5 0,2 0-6 16,-1-2-2-16,2-2-5 0,0-2-18 0,0 1-17 16,0-1-22-16,1 0-41 0,1-2-16 0,0-1-42 15,-1-2-51-15,2-1-44 0,-2 1-50 0,-5-4-56 16,19 2-63-16,-12-1-264 0,-7-1-699 0,11-5 308 15</inkml:trace>
  <inkml:trace contextRef="#ctx0" brushRef="#br0" timeOffset="109212.36">22087 3949 3225 0,'-14'-8'115'0,"2"1"-26"0,2 3-40 0,1 1-23 15,3-1-22-15,0 1 21 0,-1 0 1 0,7 3 4 16,-5-7-5-16,5 7 2 0,0 0 1 0,0 0-3 15,22-7-1-15,3 4-28 0,10 1-32 0,3-1-53 16,12-5-55-16,5 3-72 0,2-4-82 0,-7 2-191 16,1-2-529-16,-15 4 234 0</inkml:trace>
  <inkml:trace contextRef="#ctx0" brushRef="#br0" timeOffset="109796.47">23343 3830 2288 0,'11'-26'114'16,"-1"0"14"-16,-4 7-40 0,0 2-18 0,0 2-5 0,-2 4 63 15,-2 1-5-15,2 3-5 0,-2 1-17 0,-2 6-1 16,4-8-11-16,-4 8-10 0,3-7 0 15,-3 7-20-15,0 0-8 0,0 0 7 0,0 0 8 16,6 20 10-16,-6-2-1 0,0 8 10 0,0 6 0 16,-1 0-12-16,1 15 0 0,-4 0-6 0,0-11-4 0,2 10-6 15,-2-15-5-15,1 1-10 0,1-1-4 0,-1-2-7 16,-1-1 5-16,4-4-8 0,0 2-6 0,-1-2 7 16,2-7-35-16,1 1-36 0,-2-3-46 15,1-3-47-15,-1 1-54 0,-1-2-44 0,-1-2-46 16,2-1-73-16,-2-2-217 0,2-6-617 0,-9 7 274 15</inkml:trace>
  <inkml:trace contextRef="#ctx0" brushRef="#br0" timeOffset="110405.1">23387 3968 2 0,'7'-9'197'15,"0"-4"-22"-15,2 0-14 0,3 1-18 0,0-1-14 16,1 1-10-16,1-1-15 0,-7 5-8 0,9-2-9 15,-3-2-4-15,2 4-6 0,-2 3-4 0,-3-2-6 16,5-5 1-16,-5 5 0 0,1 0 0 0,-2 1 8 16,-3 1-1-16,3-3 7 0,-3 2 0 0,1 2-3 15,-2-3-3-15,0 2 0 0,-2 1 3 0,2 1 0 16,-5 3 2-16,5-10-7 0,-5 10-11 0,4-8-7 16,-4 8-5-16,3-4-7 0,-3 4-9 0,0 0-3 15,0 0-8-15,0 0-6 0,0 0-8 0,0 0 4 16,0 0-1-16,0 0 1 0,13 14-3 0,-13-3-1 15,0 0 0-15,0 4-1 0,0 1-3 0,0 0 3 16,-1 2-4-16,2 1 6 0,1 1-3 0,-4-1-3 16,5-1-10-16,-3-2-1 0,0 0-9 0,0-3-9 15,1-3-3-15,-1 3-2 0,0-4-5 0,0 1-1 16,0-5 4-16,0-5-5 0,0 14 0 0,0-14 8 16,0 7-9-16,0-7 0 0,3 7 1 0,-3-7 6 15,0 0 3-15,2 7-2 0,-2-7 8 0,5 4-1 16,-5-4 12-16,7 6 2 0,-7-6 2 0,6 5 4 15,-1-2 13-15,3 1-1 0,2-1 4 0,-2 4 1 16,2-2-2-16,3 0-1 0,2 1 1 0,2 0 1 16,-5-3 1-16,8 0-5 0,-1 0 6 0,1-3-1 15,2 1-2-15,10-4-3 0,-5-1-3 0,1-2-6 16,1-1-2-16,-2 0-7 0,-8 2-2 0,3-2 4 16,-5-3-1-16,0 1 1 0,0 0 1 0,-2-2 0 15,-2-1 2-15,-4 2 14 0,3-3 4 0,-5 3-1 16,1-6 8-16,0 3 5 0,-6 3 10 0,2-3 15 15,-3 2 7-15,1-1-1 0,-2 3 12 0,0 9 6 16,-3-15-4-16,2 5-2 0,-3 4-18 0,-2 2 6 16,-5 1-2-16,11 3-2 0,-25 10 1 0,8-2-10 15,-2 2-5-15,5 4-2 0,-4 4-20 0,1 1 11 16,7-2-1-16,0 6-5 0,6-5-6 0,4 2-13 16,3 4-37-16,3-6-29 0,9 4-51 0,3 1-59 15,8-4-71-15,2 1-270 0,1-3-556 0,2-4 246 16</inkml:trace>
  <inkml:trace contextRef="#ctx0" brushRef="#br0" timeOffset="111647.34">5991 4889 2218 0,'6'-28'62'0,"1"-1"2"0,-4 3 5 16,0 8 7-16,0 2 17 0,-1 4 4 0,-1-5 9 16,1 8-2-16,-1 2-2 0,-1-1 10 0,0 8 0 15,4-9 6-15,-4 9-8 0,1-9-6 0,-1 9-7 16,0 0-13-16,2-8-12 0,-2 8-9 0,0 0-1 16,0 0-20-16,0 0-10 0,0 0 6 0,10 19 12 15,-7 0 1-15,1 10-11 0,-2 4 7 0,0 12 4 16,1 0-6-16,-3-10-7 0,0 1-2 0,-2-1-3 15,2-1-2-15,0-4 0 0,0-1-6 16,0-1 0-16,0-1-1 0,-1-7-7 0,2 0 0 0,2-2 0 16,2 0-1-16,-1-2-4 0,2 0 14 0,-3-5-21 15,2-1 0-15,4 1-16 0,-2-3-13 0,1 0-31 16,2-1-19-16,7 3-32 0,-3-5-32 0,4-2-33 16,-5-2-35-16,1-2-51 0,2-2-46 0,0 2-253 15,-5-4-602-15,1-2 267 0</inkml:trace>
  <inkml:trace contextRef="#ctx0" brushRef="#br0" timeOffset="112431.36">5841 4959 179 0,'-12'-2'243'0,"0"2"-30"15,5 0-20-15,7 0-22 0,-12-1-22 0,12 1-8 16,0 0-14-16,0 0-12 0,0 0-8 0,0 0-8 15,42 10-15-15,-9-8-10 0,6-2-16 16,13-2-17-16,3 0-21 0,-3-2-15 0,-12 1-15 16,-3 2-17-16,-1-3-11 0,-6 2 6 0,-9 1-8 0,1-1 9 15,-5 0 2-15,-5 0-4 0,-2 2 1 0,-1 0 17 16,-1-1 23-16,-8 1 15 0,9-2 12 0,-9 2 7 16,5-2 1-16,-5 2 5 0,0 0 10 0,0 0 5 15,0 0-2-15,0 0-3 0,0 0-6 16,7-6-6-16,-7 6-5 0,0 0-5 0,0 0-6 15,10 6 1-15,-10-6-6 0,7 12 1 0,0-2-3 16,1 1 1-16,1 1 3 0,2 3 1 0,0 1 2 0,-1-2-3 16,-1-1 0-16,1-1 4 0,-4 0-3 0,1 4 0 15,-1-6 1-15,0 0-1 0,-2 0-4 0,-2 0-1 16,2 0-2-16,0-2 1 0,-3-2-6 0,-1-6 3 16,0 11 2-16,0-11-2 0,-5 10-1 15,1-7 1-15,-2 1-4 0,6-4 0 0,-12 5-1 0,7-4-2 16,5-1-1-16,-14-1 0 0,14 1-2 0,-11-3-7 15,11 3-8-15,-8-6-8 0,8 6-2 16,-5-6-17-16,5 6-7 0,0 0-1 0,13-19-5 16,-3 11 1-16,0 0 0 0,4-2-6 0,0 0-4 15,4 1 3-15,-1-1 3 0,1 2 4 0,0-3 1 16,1 1 5-16,-1 0 2 0,1 0 6 0,-3 1 7 0,0-1 3 16,-5 4 1-16,-4-2 6 0,5 3 17 0,-4-1 9 15,1 1 12-15,-3-1 4 0,-2 2 15 16,0-1 11-16,-4 5 9 0,3-7 9 0,-3 7 5 15,3-8-2-15,-3 8-5 0,0 0-4 0,0 0-1 16,0 0-2-16,0 0-9 0,0 0-1 0,0 0-4 16,0 0-3-16,-22 17-5 0,11-4 1 0,2 2-3 0,0 0-2 15,0 2-4-15,-1 0-10 0,4 1 8 0,-2-2-11 16,3 1-1-16,2 0 3 0,3-2-6 16,-1-4-8-16,2 0-10 0,1-2-10 0,2 1-11 15,1-4-16-15,2 0-15 0,4 0-10 0,-2-4-7 16,-9-2-3-16,24 0 0 0,-13-2 7 0,3 1-1 15,2-6 5-15,-2 1 2 0,1 0 6 0,-4-2 2 16,0 2 7-16,2-4 6 0,-3 0 1 0,-3 1 9 0,3-4-6 16,-3 2 9-16,-1 1 0 0,0-1 3 15,-1 0 0-15,0 0 10 0,-1 3 0 0,2-1 2 16,-3 2 7-16,-1 2-1 0,-2 5 4 0,1-7-3 16,-1 7 4-16,0 0 11 0,0 0 4 0,0 0 10 0,0 0-10 15,8 25-3-15,-9-15 2 0,0 3-3 16,1 3-22-16,-2-4-37 0,2 4-41 0,0-5-82 0,0 0-195 15,0 3-397-15,0-14 175 0</inkml:trace>
  <inkml:trace contextRef="#ctx0" brushRef="#br0" timeOffset="113465.71">7023 5085 60 0,'0'0'279'16,"2"-10"-22"-16,-2 10-23 0,0 0-14 0,0 0-13 16,0 0 1-16,0 0-16 0,0 0-11 0,0 0-12 15,0 0-11-15,9 28-18 0,-8-18-14 0,3 0-12 16,-3-1-11-16,1 2-9 0,0-1-9 0,-1-4-12 16,2 1-6-16,-2-1-2 0,-1-6-5 0,1 10 4 15,-1-10-17-15,3 7 2 0,-3-7 10 0,1 6 15 16,-1-6 7-16,0 0 17 0,0 0-14 0,0 0 10 15,0 0-12-15,0 0 3 0,0 0-7 0,0 0-14 16,0 0-7-16,0 0-17 0,8-23-7 0,-6 14-2 16,5-3-11-16,-1-1-6 0,2-2-14 0,2-1 0 15,3 0-10-15,0 0 0 0,1 2-4 0,-2 1 1 16,-3 5 2-16,1-1-5 0,-1 1 1 0,1 2-1 16,0 0 15-16,-4 2-12 0,0 3 13 0,-6 1-16 15,13 1 5-15,-5 2 1 0,-2 1 2 0,2 3 2 16,-2 1 12-16,2 4 10 0,-3-2-3 0,-1 6-1 15,0 0 3-15,0 2 1 0,-2-1-7 0,2 1 1 16,-1-3-2-16,3 0-2 0,-4-3 3 0,1-1 1 16,2-1-3-16,2-3 4 0,-2 0-12 0,1-2-5 15,2 0 1-15,-1-3-11 0,5 0-8 0,2-2-1 16,3-3-9-16,-2 0-5 0,5-2-8 0,-4-1 2 16,-2-2 4-16,0-2 7 0,0 1-2 0,-1-1 6 15,-4 0 4-15,-2 0-5 0,2-5 8 0,-5 4 1 16,4-6 3-16,-3-1 3 0,-1 0 1 0,-2 1 1 15,2 1 3-15,-4 4 4 0,-1 0 2 0,1 1 13 16,1 4 10-16,-1 7-1 0,0-11 1 0,0 11-4 16,1-9-5-16,-1 9 6 0,0 0-7 0,0 0 8 15,0 0 5-15,0 0 7 0,0 0 2 0,-1 49 1 16,1-29-6-16,0 6 1 0,-1 1-4 0,1-1-4 16,1 2 4-16,-1-3-7 0,-4 0 4 0,7 1-1 15,-7-8 3-15,8-4-8 0,-4 2 2 0,0-16-4 16,-3 23-2-16,3-23 2 0,0 12 0 0,0-12-2 15,0 0-4-15,-1 15-2 0,1-15-7 0,0 0-3 16,0 0-9-16,0 0-17 0,0 0-3 0,0 0-1 16,0 0-2-16,29-34 2 0,-16 18 6 0,5-3-4 15,-3 5 10-15,2-5-4 0,2 1-2 0,-5 4 1 16,8-6 6-16,-7 8 2 0,5-7 12 0,-4 4-13 16,-3 3 2-16,-1 0 4 0,0-1 4 0,-4 4 1 15,1-1 8-15,-4 1 2 0,1 0 10 0,-2 4 4 16,-3-2 8-16,2 1 14 0,-3 6-1 0,4-6 1 15,-4 6-3-15,6-7-3 0,-6 7 9 0,0 0-11 16,0 0 5-16,0 0 7 0,0 0-9 0,0 0-1 16,-7 26 4-16,3-17 1 0,2 2-8 0,1-2 1 15,0 4-11-15,1-13 3 0,0 21 2 0,2-11-5 16,1-1-5-16,3 0 4 0,3 0 1 0,-1-3-3 16,3-1-16-16,3-2-1 0,-1-1 1 0,8-2-11 15,0-2-6-15,-1 1 1 0,1-2-5 0,0-2 2 16,-3 0-3-16,-1 0-1 0,-1-2 3 0,-3 1-2 15,-3-1 5-15,-1 0 4 0,0-1 1 16,-2 0 1-16,-1-2-1 0,-3 2 5 0,1-2 4 16,-1 1 3-16,-2-3-5 0,2 4-3 0,-3-3 6 0,1 5 1 15,-1 6-2-15,2-11 8 0,-2 11-6 0,0-8 0 16,0 8 10-16,0 0 2 0,0 0 2 0,0 0 16 16,0 0 7-16,0 0-1 0,0 0 4 0,0 0 0 15,-6 32-1-15,4-20 0 0,-4 2-2 0,5 3-7 16,-4-1-2-16,1 1-1 0,1-2-8 0,0 0 0 15,-1 1 5-15,1 0-23 0,1-4-23 0,1-1-23 16,1 5-44-16,-2-3-64 0,0-6-61 0,2-7-82 16,-3 22-268-16,1-12-617 0,2-10 274 0</inkml:trace>
  <inkml:trace contextRef="#ctx0" brushRef="#br0" timeOffset="113647.34">7754 4856 177 0,'0'0'134'0,"0"0"-29"0,0 0-25 0,13-3-27 16,-13 3-47-16,21 3-60 0,-11 0-30 0,12 1-90 15,-3-4 39-15</inkml:trace>
  <inkml:trace contextRef="#ctx0" brushRef="#br0" timeOffset="113907.56">8280 4856 97 0,'0'0'270'0,"4"-9"2"0,-4 9 8 0,0 0 5 15,0 0 6-15,3-10-9 0,-3 10-11 0,0 0-28 16,0 0-21-16,0 0-23 0,0 0-23 0,0 0-11 15,0 0-9-15,0 0 6 0,6 31-11 0,-6-6-6 16,-2 2-9-16,4 0-13 0,-2 3-14 0,-2-2-14 0,-2 1 1 16,3 1-14-16,1-3-12 0,0 0-8 15,0-1 3-15,-1-1-8 0,1-5-4 0,2-1-9 16,-2-3-4-16,3 2-26 0,-3-3-41 0,1 2-50 16,1-5-44-16,-2-3-45 0,0-9-46 0,-4 19-42 15,4-19-34-15,-3 13-35 0,-1-9-219 0,4-4-585 0,-11 7 260 16</inkml:trace>
  <inkml:trace contextRef="#ctx0" brushRef="#br0" timeOffset="114249.91">8230 5069 68 0,'9'-8'169'0,"-3"2"-22"0,4 1-8 0,1 0-16 15,3 2-9-15,-1-1-2 0,-2 4 1 0,7-1-12 16,-5 1-3-16,-1 0-12 0,-1 1-1 0,1 4 2 15,-3-1 12-15,2 2 7 0,-1 1 8 0,-4 2 14 16,1 1-1-16,-2 0 3 0,-1 7-10 0,2-3-5 16,-5 0-5-16,0-3-5 0,1 0-10 0,-1 1-5 15,0-2-16-15,1-1-3 0,0 1-13 0,-2-10-2 16,7 12-5-16,-4-7-5 0,-3-5-5 0,13 9 3 16,-3-8-3-16,2-2-7 0,1 1 0 0,5-5-1 15,-1 2 1-15,3-3-7 0,-6-1 5 0,2 0-10 16,-2-2 1-16,-3 2-1 0,-1-2 0 0,-1 2-1 15,0-3 2-15,-3-1 8 0,-1 0-8 0,-4-5 1 16,2 0-7-16,-2 1 1 0,-2 1-6 0,-2 0-14 16,-2-1-15-16,0 5-22 0,0-3-21 0,-3 5-25 15,-2-4-35-15,-2 7-48 0,0 3-44 0,-3 2-33 16,-3 4-11-16,-1 3-163 0,2 3-453 0,2 2 201 16</inkml:trace>
  <inkml:trace contextRef="#ctx0" brushRef="#br0" timeOffset="114626.09">8703 5257 93 0,'16'-6'233'15,"-3"0"11"-15,2-5-1 0,-3 5-3 0,2-4-2 16,-1-2-12-16,-3 5-13 0,-2-3-8 0,-1 0-8 16,-3-1-15-16,1-1-20 0,0 0-11 0,-1-3-8 15,-1 0-15-15,-3 0-17 0,-2-1-4 0,-1 0-8 16,-2 0-4-16,0 5-7 0,-1 0-3 0,1 1-5 15,-1 1-14-15,-3 1-5 0,1 1-7 0,4 1-3 16,-1 2 2-16,5 4-23 0,-6-6-1 0,6 6-14 16,-5-6-9-16,5 6-9 0,-5-4-6 0,5 4-7 15,0 0-2-15,0 0-4 0,18-1-8 0,-7 1-2 16,8 0-7-16,3-2-1 0,7 2 3 0,3-2 1 16,-1 2 5-16,-3 2 0 0,-2-2 3 0,-6 3 5 15,-3 1 1-15,-5-2 2 0,0 2 6 0,-1 2 15 16,-2 0 15-16,-3 1 10 0,1 1 4 0,-2 0 11 15,-2 2-10-15,-3 0 9 0,0 3 3 0,-1-1-3 16,-1 1 8-16,-3 1-10 0,3-1 0 0,-3-2-5 16,2 6-3-16,0-6-1 0,2-2-6 0,1 5-21 15,0-2-41-15,0-2-54 0,1 4-59 0,-1-14-68 16,7 18-88-16,-7-18-221 0,13 10-574 0,-13-10 254 16</inkml:trace>
  <inkml:trace contextRef="#ctx0" brushRef="#br0" timeOffset="115343.85">9752 5353 190 0,'19'-19'263'0,"2"-4"-29"0,3 3-23 16,1-1-18-16,-1 0-20 0,0-1-12 15,-3 0 6-15,2 3-13 0,-5-1-6 0,-2 7-4 0,-1-6-3 16,-2 3-9-16,-2 0 3 0,0 0-24 0,-1 0 2 16,-1-1-8-16,-4 1-5 0,1 2 12 0,-2 3 1 15,-1 1 1-15,0 3 11 0,0 0-4 0,-2 1-25 16,-1 6 3-16,1-11-11 0,-1 11-8 16,2-7-9-16,-2 7-4 0,2-7-9 0,-2 7-6 0,0 0-9 15,0 0-7-15,0 0-5 0,0 0-17 0,0 0 14 16,0 0-4-16,-10 25 0 0,5-9 0 0,3 3-5 15,-4-2 2-15,2 2-1 0,2 1 1 0,-1-1-3 16,2-1-4-16,0-1-4 0,2 1 2 16,2-3 4-16,2-3-4 0,1-1-9 0,3-1-20 0,0-1-10 15,1-2-15-15,7 2-5 0,1-6-3 0,2-1-11 16,1-1-4-16,-2-4-4 0,1 2 4 0,-2-4-1 16,0-1-14-16,0-2 9 0,-4-1 8 0,-2-1 5 15,-2 0 15-15,-1 1-4 0,-2-5 14 0,0 2 10 16,-3-2 4-16,-1-2 1 0,0 1 9 0,0 0 8 15,-2 3-5-15,-1-3 2 0,0 2 6 0,-1 3 2 16,1-2 6-16,0 6-1 0,0 6 0 0,1-13 0 16,-1 13-4-16,-1-9-1 0,1 9-4 0,0 0 7 15,0 0-1-15,0 0 16 0,0 0 1 0,-4 28 2 16,0-12 2-16,1 3 2 0,1 5-3 0,-3-5 3 16,1 7 1-16,-1-1 4 0,2 0-1 0,1-5-3 15,-1-1 1-15,2-3-6 0,1 2 1 0,-3-1-2 16,2 0-5-16,1 0 1 0,-1-4-3 0,1 2 1 15,-2-2 1-15,1 3-16 0,-3-3-24 16,2-3-33-16,-2 1-36 0,0-3-41 0,0 3-56 0,-1-4-65 16,-1 1-67-16,-4-1-181 0,1-1-542 0,9-6 241 15</inkml:trace>
  <inkml:trace contextRef="#ctx0" brushRef="#br0" timeOffset="115532.36">9997 4817 3235 0,'-5'-11'136'0,"5"11"-43"0,-4-7-51 0,4 7-29 0,0 0-47 16,-1-10-22-16,1 10-14 0,0 0-9 0,0 0 9 16,0 0-7-16,0 0-27 0,12-4-35 0,-12 4-38 15,18 7-49-15,-5 0-189 0,8-1-449 0,7-1 199 16</inkml:trace>
  <inkml:trace contextRef="#ctx0" brushRef="#br0" timeOffset="116322.46">11445 5353 7 0,'0'0'312'0,"-6"-8"-34"0,6 0-28 0,0 8-25 15,7-26-17-15,-2 15-6 0,3-4-10 0,3-4-41 16,4-1-11-16,0-2 3 0,3 3-18 0,1 0-5 0,1-1 1 15,-3 0-10-15,1-1-17 0,0-1-11 0,0 2-7 16,0 1-2-16,-9 2-7 0,1-1-5 0,-2 1 5 16,-2 1-9-16,1 1 5 0,-2 4 20 0,-2 0 9 15,1 2 1-15,-4 1-2 0,2 3 1 16,-2 5-6-16,2-12-11 0,-2 12-1 0,3-7-4 0,-3 7-16 16,0 0-3-16,1-9-15 0,-1 9-5 0,0 0-4 15,0 0-3-15,0 0-6 0,0 0-1 16,-4 34 0-16,3-18 0 0,-2 2-6 0,3 0-3 15,-4 1 20-15,6-2-16 0,-2 0 0 0,2 0-2 16,2 0-4-16,-1-1-1 0,3-6 0 0,-1 1-4 0,4-2-6 16,2 0-16-16,5 1-6 0,-7-2-9 0,4-2 12 15,-1-4-10-15,5 4 0 0,-3-5-6 0,0 1 3 16,4-4 1-16,-5 2 5 0,0-2 4 0,-2-2 1 16,0 0 1-16,-1-3 3 0,-1 1 2 15,-2-2 0-15,1-2 5 0,-2 1 3 0,2-2-2 0,-4 0 1 16,1-4 4-16,-1 2-2 0,-2 2 0 0,1 0 11 15,2 3 4-15,-3-1 21 0,-2 3-5 16,0 6-16-16,2-8 1 0,-2 8-5 0,1-7 10 0,-1 7-9 16,0 0-4-16,0 0-2 0,0 0-3 15,0 0 2-15,0 0 5 0,0 0 2 0,0 0 1 0,0 0 4 16,5 24-3-16,-5-17 2 0,3-1 0 0,-3-6 1 16,0 10 0-16,0-10-3 0,0 9 2 0,0-9 11 15,0 0-16-15,0 9 1 0,0-9 5 0,0 0 2 16,0 0-6-16,0 0 7 0,0 8 6 0,0-8-3 15,0 0 6-15,0 0-6 0,0 0-1 0,0 0 10 16,0 0-14-16,20-13 7 0,-11 7-15 0,0 1 2 16,1-1 0-16,-1 1-2 0,3 2 4 0,-2-1-7 15,-1 1-1-15,-1 3 3 0,1-1 5 0,1 1-9 16,-10 0-1-16,15 4 4 0,-8 0-2 0,2 1 3 16,-3 1-6-16,1 2 10 0,-1 1-3 0,2 1-1 15,-4 2 0-15,1 1 6 0,-3-1-8 0,-2 0 6 16,2 3-23-16,0-3-16 0,-4-3-19 0,0 2-29 15,2-1-47-15,-4 2-49 0,-1-4-84 0,-1 1-278 16,-2-2-586-16,-1-1 259 0</inkml:trace>
  <inkml:trace contextRef="#ctx0" brushRef="#br0" timeOffset="116512.32">11884 4712 188 0,'0'0'323'0,"-4"-10"-29"0,4 10-37 0,-2-7-24 15,2 7-31-15,0 0-34 0,0 0-33 0,4-10-33 16,-4 10-45-16,0 0-49 0,0 0-81 16,31 11-81-16,-13-3-136 0,7 2-315 0,-5-3 140 0</inkml:trace>
  <inkml:trace contextRef="#ctx0" brushRef="#br0" timeOffset="117035.24">13084 5479 126 0,'-6'-11'368'0,"0"3"-35"0,2-10-34 0,4 0-23 16,7-8-29-16,2-2-20 0,6 0-18 0,3 0 0 15,1 1-24-15,0-1-14 0,0 1-2 0,3 0-13 16,0 0-8-16,3-1-17 0,7-8-13 16,-8 8-7-16,1 1-12 0,5-11-10 0,-9 9-13 15,11-7-5-15,-9 7-9 0,-5 1-2 0,1 2-8 0,0 2-4 16,-4 2-2-16,-7 8 4 0,0 0-2 0,-3 4 14 15,-1 0-19-15,-2 3 25 0,0 1-2 16,-2 6-2-16,0-10-8 0,0 10 0 0,-6-6-8 0,6 6-13 16,-18 0-1-16,2 5 4 0,-2 4-11 0,-6 2-18 15,-3 6 9-15,0 1 5 0,2 2-2 0,2 1-19 16,2 0-5-16,6 0-8 0,7-3-9 0,-1 6-25 16,4-5-41-16,3-2-8 0,4 8 1 0,7 0-8 15,0-8-1-15,0 1 4 0,5 4 1 0,5-1 4 16,-2-2 4-16,-5-3 9 0,1-1 7 15,4 5 7-15,-5-7 8 0,-1 2 3 0,3-4 6 0,-6 2 7 16,-1-3 2-16,-3 0 5 0,1 0 9 0,-1-1 2 16,1 1 2-16,-5-3 7 0,-5 3 11 0,1-2 2 15,-5 2 1-15,2-1 7 0,-7 1-4 0,-1-2 2 16,-1 0-3-16,-2-3 1 0,-2 0-3 16,3-2-10-16,0 3-20 0,6-5-20 0,-3-2-22 0,6 1-37 15,8 0-46-15,-11-3-35 0,11 3-263 0,-6-5-492 16,6 5 219-16</inkml:trace>
  <inkml:trace contextRef="#ctx0" brushRef="#br0" timeOffset="117415.76">13859 5019 63 0,'4'-10'342'0,"0"1"-29"16,-2 2-30-16,-2 1-17 0,0 6 1 0,-4-10-10 15,4 10-11-15,-8-4-13 0,8 4-1 0,-12-3-15 16,12 3-15-16,-20 6-15 0,9 0-8 15,-5 5-26-15,-2 1-12 0,0 4-11 0,2-3-15 0,3 1-10 16,4 1-16-16,-3-1-7 0,4 0-5 0,5-3-17 16,-1 1-2-16,2 1-19 0,2-3-11 0,0-10-37 15,4 22-17-15,-1-15-7 0,5 4-7 0,-1-6-4 16,2 2-7-16,-2-3-2 0,4 0 8 0,-2-2-7 16,0-2 5-16,0 0 5 0,-9 0 5 15,16-3 4-15,-9-2 3 0,1 1 3 0,-3-1 0 0,-1-4 6 16,6-1 8-16,-6 0 5 0,0 0 0 0,1-1 7 15,-3 2 15-15,0-3-5 0,0 3 7 0,2 3 10 16,0-1 6-16,-4 7-6 0,2-8 0 0,-2 8-1 16,2-8-8-16,-2 8-1 0,0 0 1 15,0 0 3-15,0 0 4 0,0 0-3 0,5 20-1 16,-5-20-6-16,0 25 2 0,0-9 5 0,1 3-4 0,0-2-28 16,3 0-21-16,0 0-35 0,1 0-45 0,0-1-38 15,1 0-53-15,3-3-59 0,-2-2-60 0,3-1-168 16,-2-2-529-16,3-4 234 0</inkml:trace>
  <inkml:trace contextRef="#ctx0" brushRef="#br0" timeOffset="117701.62">14142 4802 188 0,'1'-16'304'0,"0"0"-1"16,-1 5 5-16,2 2-2 0,-2 9-14 0,0-13-22 15,0 13-22-15,0 0-24 0,2-10-27 0,-2 10-22 0,0 0-26 16,0 0 0-16,0 0 13 0,0 0-8 0,8 24 6 16,-8-3-13-16,2 7-8 0,-3 3-2 15,-2 1-12-15,3 2-6 0,-4 0-10 0,0 1-8 16,0-2-5-16,1-1-10 0,1-3-12 0,0 0-9 16,0-1 1-16,4-3-9 0,-2-1-4 0,4-5-7 15,-4-2-4-15,7-1-3 0,1-1-13 0,-4-5-21 0,2 0-47 16,1 0-28-16,2-3-34 0,2 0-41 0,0-2-46 15,-2 0-36-15,2 0-54 0,-11-5-43 16,27-1-49-16,-15-1-188 0,-12 2-608 0,20-11 269 16</inkml:trace>
  <inkml:trace contextRef="#ctx0" brushRef="#br0" timeOffset="118531.36">14056 5047 16 0,'-5'-5'265'0,"-3"3"-33"0,8 2-24 15,-7-6-23-15,7 6-19 0,0 0-16 0,0 0-17 16,0 0-10-16,0 0-9 0,25-1-10 0,-5 1-9 16,11 0-10-16,5 0-7 0,3-2-6 0,1 2-8 0,-2-3-10 15,-2 0-5-15,0-1-7 0,-9 2-2 16,0 1-6-16,-7-2-2 0,-9 2-2 0,1 1-1 16,-3 0 12-16,-9 0 18 0,12 0 11 0,-12 0 17 15,10 1 4-15,-10-1 4 0,9 2 2 0,-9-2 4 16,2 6 1-16,-2-6-2 0,0 0-4 0,-7 23 3 15,1-12-10-15,-2 6 7 0,0 0-17 0,-5 5-3 16,9-6-8-16,-1 2-2 0,0-2-17 0,1 1-1 16,1 0-3-16,3-1-3 0,2-1 3 0,1-3-15 15,1 0 2-15,2-1-11 0,2-1-7 0,1 0-8 16,2-2-5-16,0 0-8 0,0-5-19 0,3-1-5 16,0 0-14-16,-1-2 5 0,-1 0-7 0,-12 0 4 15,22-4 1-15,-11-2 6 0,0 1-3 0,-5-1 7 16,2-3-1-16,-2-1 6 0,-1 1 0 0,-1-3 3 15,0-2 4-15,-1-2 1 0,0 0 3 0,1 2 7 16,-4-5-5-16,3 2 0 0,-2 2 3 0,2-1 5 16,-3 5 9-16,4 2 3 0,-2 0 2 0,-2 2 5 15,3 0 4-15,-3 7-1 0,1-10-4 0,-1 10-3 16,1-6 0-16,-1 6 10 0,0 0 14 0,0 0 8 16,0 0 17-16,0 0 1 0,2 26-7 0,0-13 3 15,0-2-7-15,2 4-6 0,-2 0-12 0,0-1 4 16,0-3-1-16,0 5-7 0,3-4-2 0,1 2-1 15,0-2-1-15,1-2-1 0,1-1 2 0,2-1 1 16,2-1-11-16,-3-2 9 0,4-2-10 0,1 1 18 16,1 0-21-16,5-3 0 0,-6 0-4 0,0-2-1 15,-1-2 0-15,1 0-1 0,-1-1-13 0,1-2 3 16,-4 0-5-16,1 0 2 0,-1-2 0 0,-1-1-2 16,0 0-1-16,-2-5-16 0,2 0 0 0,-1-3 6 15,-3 2 0-15,0-2-3 0,-2 0 3 0,-2-2-1 16,1 1 5-16,-3 0 0 0,0 0-2 0,0 6 9 15,-2 0 7-15,0 2 8 0,1 1 4 0,0 2 0 16,-1 0 0-16,-1 1 0 0,4 6-2 0,-8-9 0 16,5 6-3-16,3 3 11 0,-5-7-16 0,5 7 3 15,0 0-5-15,-6-5 1 0,6 5 1 0,0 0-2 16,0 0 5-16,0 0-11 0,0 0-11 0,0 0 2 16,23 9-5-16,-15-8 4 0,3-1-1 0,7 2 6 15,2-2-1-15,-6 1 0 0,5-2 0 0,-5 1 3 16,0-2 6-16,-1 4-6 0,-2-2 5 0,2 0-3 15,-1 2 4-15,-2-1-3 0,-10-1 5 0,13 5 9 16,-8-1 15-16,1 3 5 0,2 0-1 0,-5 1 18 16,0 2-2-16,2 1 3 0,-3 1 1 0,0 3-4 15,-2 2-2-15,0-1 13 0,3-1-19 0,-6 1-16 16,2-1-31-16,1-3-22 0,0 5-26 0,1-2-30 16,2 0-40-16,-3 1-38 0,1-5-52 0,4 1-47 15,4 1-24-15,2-1-208 0,-2-3-546 0,7 1 241 16</inkml:trace>
  <inkml:trace contextRef="#ctx0" brushRef="#br0" timeOffset="118919.58">15550 5128 101 0,'-4'-13'259'0,"1"1"-2"0,-4 2 10 16,3 2 0-16,-2 1-12 0,1 2-17 0,-3 2-10 15,-2-1-8-15,-1 4-3 0,11 0-3 0,-30 9-6 16,12 1-11-16,-6 6-8 0,3 0-19 15,7-4-10-15,-1 1-18 0,3 2-12 0,2 1-13 0,1 0-12 16,3 0-14-16,1-3-10 0,3 0-6 0,1-2-15 16,1-11-14-16,6 24-22 0,-2-14-15 0,2-1 0 15,6-3-9-15,-2-1-7 0,2-1-16 16,1-2-6-16,-1-2-2 0,0 0 4 0,-12 0 1 16,24-4 5-16,-12-1 10 0,-2-1-4 0,0 0-7 15,-1 0 7-15,-3-3 6 0,1-1 1 0,-1 1 7 0,-1-1 5 16,2-2 5-16,-3-3-1 0,-2 4-3 0,2-1 8 15,-1 2 4-15,-1 1 28 0,-2 9-4 0,4-13-3 16,-4 13-2-16,4-9 4 0,-4 9-6 0,0 0-7 16,4-8 2-16,-4 8 15 0,0 0 11 15,0 0 4-15,0 0 1 0,0 0-2 0,-5 31-10 0,1-17-6 16,1 2 1-16,1-4-5 0,0 6-5 0,1-2 1 16,2-2-16-16,2 4-19 0,1-6-51 0,2 1-52 15,-2 0-49-15,6-3-58 0,-1 3-61 0,0-4-63 16,2-1-306-16,-2-3-693 0,-9-5 307 0</inkml:trace>
  <inkml:trace contextRef="#ctx0" brushRef="#br0" timeOffset="119226.15">15832 4931 13 0,'3'-20'305'0,"0"8"12"0,-2 0 8 16,0 3 3-16,-1 9 4 0,3-14-12 0,-2 10-22 15,-1 4-16-15,0-9-27 0,0 9-29 0,4-5-26 0,-4 5-23 16,0 0-11-16,0 0 5 0,3 28 6 0,-4-9-10 16,1 9-6-16,-1 1-8 0,0 2-9 0,-1 2-3 15,-1-2-13-15,0 3-10 0,-1-2-11 16,2-1-12-16,-1 4-7 0,2-7-8 0,-2 1-14 16,2 1 0-16,0-3-5 0,2-9-7 0,-1 1-6 15,3-2-7-15,-2-6-3 0,1 5-8 0,1-4-21 16,1-1-12-16,3-1-22 0,-2-2-20 0,1 0-11 15,-6-8-15-15,15 11-35 0,-5-7-25 0,0-1-24 16,2-3-21-16,6 0-27 0,-18 0-34 0,25-5-21 16,-8-2-31-16,-2-1-16 0,-6 0-26 0,3 0-219 15,-5 1-595-15,1-3 264 0</inkml:trace>
  <inkml:trace contextRef="#ctx0" brushRef="#br0" timeOffset="119545.99">15692 5132 95 0,'-9'-1'220'0,"2"-1"-27"0,7 2-12 16,-10-2-15-16,10 2-4 0,0 0-8 0,0 0-8 0,0 0 0 15,0 0-5-15,0 0-9 0,33 4-12 0,-4-7-13 16,2 2-9-16,4-1-14 0,3-2-10 16,-2 1-9-16,-2-2-9 0,1 2-12 0,-3 0 4 15,-5-1-13-15,-5 2 1 0,-4-1-6 0,-7 0-3 16,2 0-3-16,-6 0 3 0,3 2 8 0,-3-1 10 15,-7 2 9-15,13-2 8 0,-13 2 0 0,0 0 3 16,0 0 1-16,14 0-7 0,-14 0-7 0,0 0 13 16,0 0-2-16,10 4 15 0,-10-4 12 0,4 8 2 15,-4-8 2-15,1 14-2 0,-3-3 10 0,2 2-4 16,0 3-5-16,-3 0-8 0,1 1-4 0,-2 2-13 16,-4 0-3-16,2 0-15 0,2 0-34 0,1-1-38 15,2-2-43-15,-1 2-44 0,0-1-58 0,1-5-66 16,1-12-71-16,0 23-271 0,-1-13-620 0,1-10 274 15</inkml:trace>
  <inkml:trace contextRef="#ctx0" brushRef="#br0" timeOffset="119739.2">16166 4949 72 0,'0'-9'288'16,"0"9"-28"-16,-3-13-30 0,1 9-36 0,2 4-43 16,0 0-43-16,0 0-37 0,0 0-36 0,0 0-51 15,0 0-46-15,0 0-57 0,0 0-83 0,13 28-220 16,-6-19 98-16</inkml:trace>
  <inkml:trace contextRef="#ctx0" brushRef="#br0" timeOffset="120317.49">16420 5106 48 0,'0'0'239'0,"0"0"6"0,-10 11 4 16,4-5 0-16,-1-1-1 0,0 3-1 0,-1 0-14 15,-2 4-4-15,1-2-15 0,-1 2-18 0,3-3-26 16,3 3-13-16,-3-1-20 0,4 0-7 0,1 1-14 16,0-2-6-16,2 3-22 0,2-1-5 0,1-3-4 15,4 2-13-15,-1 0-12 0,2-4-4 0,1 1-10 16,2-3-9-16,-2 0-2 0,2 2-7 0,0-4-6 15,-1 0 1-15,-10-3 0 0,19 0-3 0,-19 0-2 16,12-1 3-16,-12 1-5 0,11-7-3 0,-11 7-1 16,10-8-10-16,-7 1 0 0,1-5-2 0,-1 2-8 15,0-3-6-15,-1 2 4 0,-1 0-2 0,0-3-1 16,-1 3-1-16,3-3 0 0,-1-2 4 0,2 3-9 16,-1 3 4-16,2 0 0 0,-1 1 6 0,1-1-5 15,0 3 5-15,4 0 3 0,-3 2 2 0,2 1-3 16,-2 2 6-16,7 2-3 0,-3 2 5 0,1 2-1 15,0 2 14-15,-1 2 12 0,1 0 3 0,1 3 13 16,-3 3-2-16,0-1 5 0,-1-3 4 16,-3 2-4-16,-1-2 5 0,1 1-6 0,-3 0 10 0,1 0 3 15,-3-11 19-15,4 17-5 0,-4-17 8 0,0 10-4 16,0-10 5-16,2 8 1 0,-2-8-5 0,0 0-2 16,0 0-10-16,0 0-8 0,-9 7-1 0,9-7-2 15,0 0-24-15,0 0-11 0,0 0-27 0,0 0-12 16,0 0-4-16,0 0 5 0,-1-37-6 0,6 26-10 15,7-4-1-15,-1 1-4 0,10-6-2 0,0 1 1 16,5-2 4-16,1 4-5 0,0 2 9 0,1 3 3 16,-2 1-1-16,-7 4 14 0,-2 1-7 0,0 2 8 15,-6 4 1-15,0 0 8 0,-11 0-3 0,20 7 5 16,-11-1 12-16,-1 0 12 0,-1 4 10 16,-2-1-5-16,-1 1 8 0,-2 2 9 0,0 0 4 0,-2 5 1 15,-2-2-6-15,0 2 1 0,0 0 0 0,0-1-21 16,0-2-15-16,-1 0-51 0,1-2-56 0,-1 5-68 15,0-2-95-15,1-2-94 0,2-13-197 0,-2 20-609 16,2-20 270-16</inkml:trace>
  <inkml:trace contextRef="#ctx0" brushRef="#br0" timeOffset="120778.26">17499 5031 30 0,'3'-8'316'0,"-3"8"-6"0,1-9-2 16,-1 9-14-16,0 0-11 0,4-8-17 16,-4 8-24-16,0 0-16 0,5-4-23 0,-5 4-19 0,6-3-19 15,-6 3-22-15,0 0-7 0,18-3-13 0,-18 3-13 16,14 0-17-16,-14 0-11 0,15 6-1 0,-6-1-16 15,-1 2-5-15,0 0-2 0,-2 0-4 0,2 2 5 16,-5 1 12-16,1-4 7 0,2 5-8 16,-5-1 1-16,0 2 6 0,-1 0-7 0,0-12 3 15,-5 22-11-15,2-10-1 0,-3-1-4 0,-5 1-2 0,0 2-12 16,-3-1 5-16,-1-3-11 0,-3 0-3 0,3 1-12 16,-3-3-2-16,4 0-17 0,-3 0-2 0,3 2-5 15,5-5-8-15,2-3-5 0,0 3 10 0,7-5-18 16,-10 4 4-16,10-4-19 0,0 0 4 15,-13 5-12-15,13-5 5 0,0 0-3 0,0 0 4 0,0 0 5 16,-8 3 2-16,8-3 4 0,0 0 6 0,0 0-11 16,0 0 12-16,3 15 3 0,-3-15 1 0,0 0 3 15,3 20 0-15,-1-9 5 0,-3 1 7 16,1 0-3-16,-1 4 0 0,-1 1-24 0,1 0-38 16,0 1-39-16,-4 2-52 0,1-2-56 0,0 1-48 15,-1 0-36-15,-5 6-208 0,3-6-552 0,1-1 245 0</inkml:trace>
  <inkml:trace contextRef="#ctx0" brushRef="#br0" timeOffset="120945.69">17369 5764 150 0,'0'0'246'0,"1"9"8"0,-1-9 6 16,0 0 6-16,2 12-1 0,-2-12 5 16,0 0-10-16,0 0-7 0,2 11 1 0,-2-11-16 0,0 0-18 15,0 0-25-15,0 0-12 0,0 0-17 0,0 0-25 16,1 9-30-16,-1-9-56 0,0 0-69 0,0 0-83 15,0 0-121-15,0 0-121 0,0 0-182 0,0 0-562 16,0 0 249-16</inkml:trace>
  <inkml:trace contextRef="#ctx0" brushRef="#br0" timeOffset="123806.33">18275 5220 154 0,'0'-11'260'0,"0"11"-2"15,0 0-4-15,0 0-9 0,-2-10-12 0,2 10-18 16,0 0-18-16,0 0-14 0,0 0-18 0,2-8-17 15,-2 8-14-15,0 0-15 0,0 0-10 16,0 0-13-16,0 0-6 0,-13 20-10 0,5-4-5 0,-3-1-9 16,0 2-7-16,0 5-5 0,-2-5-7 0,3 6-1 15,1-8-10-15,-1 0 2 0,1-1-4 0,1-1-3 16,2-3-3-16,-2 1-3 0,2-1-7 16,1 0 1-16,1-2 0 0,0-1-2 0,1-2-3 15,3-5-2-15,-6 7 1 0,6-7 2 0,-4 7 0 0,4-7-1 16,-4 3-1-16,4-3 4 0,0 0-1 0,0 0 1 15,-3 7-3-15,3-7 2 0,0 0 6 0,0 0-12 16,0 0-5-16,0 0-5 0,6-31-1 0,2 14 0 16,-1 1-3-16,0-2 4 0,2-6 0 15,2 1 0-15,-3 6 2 0,1-8-2 0,1-1-4 16,3 1 0-16,-3-1-3 0,3 0 0 0,-1 0-2 0,0-1 5 16,2 0-3-16,-2 4 2 0,-1 7-1 0,-1 2 4 15,-3 4 0-15,-1-2 0 0,0 6-3 0,-2-1 0 16,-1 3-2-16,1-1-3 0,-4 5 1 0,6-5-3 15,-6 5 4-15,0 0 1 0,14 4 6 16,-8 4 5-16,1 2 14 0,-1 4-12 0,2 4 7 0,0 0-2 16,-2 2 6-16,3 4-2 0,-3-5-2 0,-1 5 5 15,2-1-10-15,-5 3 7 0,1-7 3 0,1 6-1 16,-3-5 2-16,0-1-6 0,2-2 4 16,0 0-4-16,-1 4-1 0,-2-4-5 0,3-1 2 15,-1-4-27-15,-2 0-16 0,1-1-26 0,-1-1-30 16,2 0-44-16,-2-4-42 0,1 3-53 0,-1-2-53 0,-1 3-198 15,1-10-520-15,-3 16 230 0</inkml:trace>
  <inkml:trace contextRef="#ctx0" brushRef="#br0" timeOffset="123982.36">18129 5307 171 0,'0'0'169'0,"11"-7"-22"0,0 3-17 16,3 1-27-16,5 1-30 0,3-1-49 0,7 1-39 0,0 2-44 15,0-1-66-15,-7 2-133 0,-1 2 60 0</inkml:trace>
  <inkml:trace contextRef="#ctx0" brushRef="#br0" timeOffset="124623.29">18461 5511 99 0,'0'0'204'0,"14"-12"-13"0,-10 2-3 0,1 3-10 0,0-3-7 15,2-1-17-15,-2 0-10 0,0-1-6 16,3-5-5-16,-3 1-9 0,4 0-8 0,-2 0-7 16,-2-2-13-16,2 0-10 0,2 2-2 0,-4 0-6 15,-1 0-4-15,2 2-8 0,-3 2-2 0,1 1 2 0,-1 1-1 16,1 2 8-16,0 2-7 0,-4 6-6 15,3-10-1-15,-3 10-12 0,2-5 1 0,-2 5-19 16,0 0-2-16,0 0-3 0,0 0-7 0,0 0-1 16,0 0-4-16,-16 22 1 0,9-7-3 0,2 1 2 15,-1 1-1-15,-1 2-1 0,4 0-3 0,0 2-1 0,0-2-3 16,2-1 3-16,1 3 0 0,-3-3-6 16,3-2-12-16,0 0-2 0,0 0-3 0,-1-3-5 15,1-1 1-15,1-2-2 0,-2-1-2 0,1-1-4 16,0-8 1-16,0 13 3 0,0-13-1 0,0 9 6 15,0-9 0-15,0 7 6 0,0-7 4 0,0 0 1 0,0 0-2 16,0 0 3-16,0 0-7 0,0 0 3 0,0 0 1 16,0 0 0-16,13-20 5 0,-7 9-4 15,-1 1-1-15,3 0-1 0,2-4 2 0,3-2-1 16,-3 3 1-16,1-3 3 0,-1 0 3 0,4-5 7 16,-1 5-5-16,-1 1 12 0,4-6-3 0,-6 7 7 0,-2 4-4 15,-1 0 12-15,1 1 3 0,-3 0 5 16,-1 5-1-16,0-1 2 0,0-1 3 0,-4 6 2 0,5-6-3 15,-5 6 2-15,6-5-2 0,-6 5-5 16,0 0-4-16,5-6-5 0,-5 6-6 0,0 0-3 16,0 0-4-16,0 0 1 0,0 0-1 0,0 0-5 0,0 0-11 15,0 0-5-15,-27 12-4 0,25-7-7 0,-1 0-11 16,-1 1 0-16,4-6-2 0,0 12 0 16,0-12-4-16,4 17 8 0,0-7-4 0,1 1 8 15,3-2 1-15,0 3 3 0,-2-3 2 0,2 2 3 16,-1-1 4-16,0-1 0 0,2 0 2 0,-3 1-2 0,-1 0 8 15,-1 0-1-15,1 0 4 0,-1-1 1 0,0-3 1 16,-4 1 3-16,0-7-2 0,-3 13 0 0,2-3-7 16,-3-4-7-16,2 0-9 0,-4-1-14 0,1 0-15 15,1-2-17-15,-1 3-29 0,-2-2-33 16,-1-2-51-16,2 0-139 0,6-2-352 0,-12-1 156 0</inkml:trace>
  <inkml:trace contextRef="#ctx0" brushRef="#br0" timeOffset="124990.47">18921 5257 23 0,'5'-3'250'0,"-5"3"-26"0,0 0-18 0,7-3-13 16,-7 3-5-16,0 0-8 0,0 0-1 16,5 15-14-16,-5-7-16 0,3 0-15 0,-2 3-9 15,0 2-12-15,3-2-11 0,0 4-12 0,2-2-7 16,0 1-10-16,2-3-5 0,-1-2-4 0,-2 0-11 0,6-2-14 15,-1-1-20-15,1 0-7 0,3-3-10 0,-1 1-10 16,0-3-10-16,4-2-1 0,-3-2-4 0,-1-1-2 16,0 0 3-16,-3 0 4 0,-1 0 2 15,-1-2 0-15,0-2 7 0,-1-3-1 0,1 2 5 16,-4-1 1-16,-1 0 11 0,1 0 1 0,-1-3 2 0,-2 1 8 16,1 2 13-16,0 2 8 0,-2 1 9 0,0 7 4 15,1-11-4-15,-1 11-5 0,0-9-5 16,0 9-9-16,3-5-7 0,-3 5-4 0,0 0 6 15,0 0 1-15,0 0 5 0,0 0-2 0,-2 26 6 16,1-13-6-16,0-2 0 0,-1 6 1 0,1-2-3 0,0 0-4 16,0 2-6-16,2-1-35 0,-1-3-37 0,0-1-50 15,1 4-78-15,-1-4-55 0,0 2-201 0,0-3-477 16,3-1 212-16</inkml:trace>
  <inkml:trace contextRef="#ctx0" brushRef="#br0" timeOffset="125719.51">19331 5360 103 0,'0'0'219'0,"0"0"-9"0,0 0-8 0,0 0-13 16,0 0-15-16,-1 22-13 0,1-22-13 0,-1 9-14 0,1-9-11 15,-3 11-11-15,3-11-11 0,-2 8-9 0,2-8-11 16,0 0-7-16,-1 9-8 0,1-9-3 15,0 0-2-15,0 0 5 0,0 8 22 0,0-8 13 16,0 0 12-16,0 0 4 0,0 0 2 0,0 0-7 16,0 0-11-16,0 0-11 0,0 0-4 0,0 0-11 0,0 0-5 15,8-25-3-15,-4 16-3 0,2-2-7 16,1-4-14-16,2-1-8 0,-1 7-1 0,-1-1-10 16,4 2 1-16,-1-2-5 0,4 2-3 0,-5 2 0 15,0 1-5-15,-1 3-4 0,-2 0-1 0,-6 2-4 16,15 0 1-16,-7 2-3 0,-3 3-2 0,2-1 4 0,-4 3-2 15,5 2 2-15,-3 4 1 0,0-2 1 16,0 0-1-16,-1 5 7 0,-3-6-5 0,3 0 16 0,-1 2-11 16,-3-4-4-16,1 2 4 0,-1-4 2 0,1 1 1 15,-1-7 1-15,-2 11 0 0,2-11-2 16,0 0 8-16,-3 10-6 0,3-10-1 0,0 0-2 0,3 7 5 16,-3-7-5-16,0 0-10 0,0 0 0 0,0 0 1 15,0 0-15-15,0 0 8 0,5-21-11 0,-1 11 2 16,1 0-7-16,0 0-2 0,4-4-4 0,1 1-3 15,2-2-1-15,0 1-6 0,1 1 7 16,-3 0 0-16,3 0 5 0,-5 6 1 0,0 2 8 0,-2 1-8 16,1 1 0-16,-1 1 1 0,-6 2 9 0,11-1-12 15,-11 1 6-15,12 7 3 0,-7 3 11 0,0-2-2 16,-1 3 3-16,1 1 0 0,-2-1 1 16,3 2 3-16,-1 2-1 0,0-5 3 0,0 2-2 15,0-2 0-15,2-2 3 0,0 1 2 0,2-3-4 16,0 1 3-16,3-2 3 0,-1-1-2 0,2-1 2 0,1-3 1 15,1 0-3-15,6-2 5 0,-2-3-9 0,-2 1 1 16,0-1 5-16,0-5-4 0,-2 3-1 0,-3 0 0 16,1 0 1-16,-6 0 1 0,5-8-1 15,-4 1 0-15,0-3-1 0,-4 9-3 0,1-8 7 0,-2 4-4 16,0-3 0-16,-3 2 1 0,0 2-2 0,0 2-2 16,0 9 9-16,-3-13 1 0,3 13 0 0,-3-11 3 15,3 11-7-15,-2-5 2 0,2 5-4 0,0 0 2 16,-19 5 0-16,7 1 4 0,-1 4 1 15,-3 2-2-15,2 0-1 0,-2 2-2 0,5 1-20 16,0-1-23-16,4-4-34 0,-1 5-35 0,3 2-41 0,4-1-58 16,2-4-56-16,3-2-240 0,3 1-542 0,2-3 240 15</inkml:trace>
  <inkml:trace contextRef="#ctx0" brushRef="#br0" timeOffset="126146.87">20312 5137 73 0,'1'-10'326'16,"-1"2"-15"-16,1 0-8 0,-1 8-25 0,2-11-24 0,1 6-29 16,-3 5-18-16,0 0-23 0,3-9-22 0,-3 9-3 15,0 0 1-15,15 16 4 0,-7-5-22 16,2 3 2-16,2 2-13 0,4 7-18 0,-4 0-11 15,3 2-4-15,-2-1-4 0,1-2-11 0,-2 3-11 0,-3-8-3 16,2 5-11-16,-2-5 2 0,-1-2-9 0,1 1 0 16,-2-4-9-16,-2-3-6 0,-1 1 4 0,1 0-3 15,-1-4-14-15,-1 0-1 0,-1-2 1 16,-2-4 0-16,5 10-5 0,-2-6 2 0,-3-4 6 16,0 0 27-16,4 7 14 0,-4-7 10 0,0 0-7 15,0 0-11-15,0 0-5 0,9-25-2 0,-7 15-6 16,2 0-9-16,0-3-1 0,2-2-1 0,-1-5-1 15,4-5-7-15,-2 7-4 0,2-8 3 0,0-1-14 0,0 3-12 16,1-3 1-16,-3 3 0 0,2 1 1 16,-1 4-5-16,1 4 2 0,-3 6 5 0,0-2 4 0,-1 1-14 15,-1 0-15-15,-2 5-16 0,1 0-22 16,-3 5-37-16,5-9-39 0,-5 9-51 0,5-4-46 0,-5 4-27 16,0 0-39-16,0 0-39 0,11 17-236 0,-7-8-621 15,-4-9 274-15</inkml:trace>
  <inkml:trace contextRef="#ctx0" brushRef="#br0" timeOffset="126398.83">20955 5234 81 0,'-9'-9'293'0,"4"5"-6"0,-2 3-14 16,7 1-7-16,-14-4-14 0,14 4-13 0,-17 2-16 15,17-2-12-15,-21 5-19 0,9 3-16 0,1-1-12 0,-2 4-15 16,-1 1-10-16,2 4-7 0,1 0-5 0,1 1-15 16,1 1-21-16,4 0-4 0,-3 0-8 15,5 0 6-15,0 0-21 0,1-1-1 0,5 0-23 16,1-1-30-16,2-2-46 0,2 0-49 0,3-1-54 16,2-2-70-16,2-2-57 0,3-1-251 0,-1 0-560 15,3-7 248-15</inkml:trace>
  <inkml:trace contextRef="#ctx0" brushRef="#br0" timeOffset="126765.6">21162 5302 194 0,'-8'-7'241'16,"8"7"-7"-16,-15 0-1 0,15 0-2 0,0 0-7 15,-22 9-14-15,12-4-16 0,1 0-16 0,1 2-17 16,0 3-18-16,2-3-16 0,0 3-11 0,2-1-11 15,1 3-10-15,2-3-14 0,1 2-9 0,0-11-10 16,9 20-10-16,-3-10-15 0,3-2-15 0,0-1-8 16,2 0-8-16,-1-3-7 0,1-2 1 0,-1 2 1 15,1-2-5-15,-11-2 2 0,12 6 0 0,-12-6 2 16,9 1-3-16,-9-1-1 0,0 0 11 0,0 0 5 16,0 0 14-16,17-7-3 0,-17 7 4 0,0 0 5 15,0 0 0-15,0 0 5 0,0 0 2 0,0 0 3 16,0 0 6-16,0 0 4 0,0 0 0 0,-38-6 3 15,38 6 1-15,-23 12 0 0,10-7 11 0,1 3-5 16,-1 2-9-16,2-3 3 0,2 0-1 0,0 1-10 16,3 1-1-16,-1-1-10 0,4 0 5 0,-3 1-3 15,4 0-13-15,2-9 3 0,-1 17-12 0,1-17-28 16,6 14-43-16,0-7-55 0,12-1-66 0,-6-2-83 16,7-3-82-16,1 1-191 0,-2-1-578 0,4-1 256 15</inkml:trace>
  <inkml:trace contextRef="#ctx0" brushRef="#br0" timeOffset="127161.33">21641 5300 288 0,'0'0'311'0,"1"-11"-1"15,-1 11-20-15,0 0-15 0,0 0-23 0,0 0-17 16,0 0-23-16,1-10-19 0,-1 10-17 0,0 0-11 16,0 0-21-16,0 0-14 0,0 0-9 0,-25 21-8 15,18-14-9-15,1 0-21 0,-3 2-8 0,3-1-7 16,-1 1-7-16,2-1-7 0,1 3-1 0,-1-1-9 16,3-1-2-16,2-9-8 0,-1 20-10 0,3-10-3 15,-1 0-8-15,4 0-6 0,0 0-6 0,1 2-6 16,-1-2 2-16,3-1 0 0,0 1-5 0,3 2 2 15,-2-4-3-15,-3 1 2 0,3-1-2 0,-3-1 2 16,-1-1 1-16,-5-6 0 0,8 9-2 16,-8-9-11-16,5 9-1 0,-5-9-2 0,0 0 3 0,5 9 3 15,-5-9 4-15,0 0 2 0,0 0 2 0,-11 14 3 16,4-8-3-16,-2-1 2 0,-2 0-12 0,-1 0-18 16,1-1-12-16,-2-3-40 0,0 1-33 0,1 2-47 15,1-4-58-15,11 0-52 0,-21 2-171 0,21-2-487 16,-20 2 215-16</inkml:trace>
  <inkml:trace contextRef="#ctx0" brushRef="#br0" timeOffset="127576.81">21906 5377 34 0,'8'-8'330'0,"-8"8"-19"16,0 0-9-16,5-9-15 0,-5 9-10 0,0 0-19 0,0 0-11 15,0 0-10-15,0 0-9 0,-45 17-15 0,32-8-14 16,-4 0-28-16,4 3 0 0,-1 0-33 0,2-2-11 16,4 2-17-16,-1-3-8 0,0 4-9 15,4-2-13-15,4 0-6 0,-1 0-12 0,4-1-5 16,0 0-26-16,3-1-25 0,3-1-15 0,3-3-9 16,6 2-12-16,0-2-3 0,2-3-5 0,-1-1-7 0,1-1 4 15,-2-2 6-15,-4 0 5 0,4-1 2 0,-4-2 2 16,2-2 1-16,-2 1 21 0,-4-1 4 0,1 0 2 15,-2-2 1-15,2 0 11 0,-2-1 2 16,-3 1 4-16,-5 9 3 0,5-14 9 0,-5 14 14 16,6-13 6-16,-6 13 1 0,0 0-9 0,5-11 1 15,-5 11-3-15,0 0 2 0,0 0-8 0,6-10-3 0,-6 10-2 16,0 0 1-16,0 0 15 0,0 0-5 16,0 0-5-16,0 0-4 0,0 0-2 0,-12 40 1 15,8-30-5-15,4-10-3 0,-6 22 3 0,1-12-4 16,5-10-9-16,-1 22 1 0,1-13-30 0,0-9-43 15,3 18-42-15,1-9-56 0,-4-9-53 0,10 13-77 0,2-7-61 16,-12-6-242-16,22 5-638 0,-11-6 283 0</inkml:trace>
  <inkml:trace contextRef="#ctx0" brushRef="#br0" timeOffset="127874.94">22357 5276 178 0,'2'-10'343'0,"-1"1"4"16,-1 9 2-16,6-12-1 0,-6 12 0 0,2-10-19 16,-2 10-31-16,4-7-21 0,-4 7-28 0,0 0-30 15,0 0-23-15,0 0-14 0,0 0 7 0,0 0-7 16,0 0-16-16,0 0-13 0,0 41-10 0,-4-23-7 16,0 2-10-16,2 0-15 0,-2 4-6 0,0 4-14 15,0-2-5-15,0-3-9 0,2-2-7 0,-1-4-8 16,1 3-5-16,4-2-5 0,1-3-4 0,-2 3-3 15,0-3-5-15,3-3 3 0,0 0-11 0,1-1 1 16,2 0-11-16,0-3 1 0,3 0-15 0,1-1-8 16,-1 0-31-16,1-3-47 0,1 0-38 0,1-4-57 15,-2 2-40-15,-11-2-42 0,18-1-45 0,-8-2-52 0,-10 3-45 16,11-6-245-16,-11 6-695 0,0 0 308 16</inkml:trace>
  <inkml:trace contextRef="#ctx0" brushRef="#br0" timeOffset="128035.35">22229 5434 169 0,'0'0'263'0,"-8"-3"-18"15,8 3-10-15,0 0-2 0,0 0-15 0,-9-6-18 16,9 6-12-16,0 0-20 0,0 0-18 0,0 0-7 16,32-6-31-16,-10 5-29 0,5-4-41 0,2 1-47 15,0-2-74-15,7-1-77 0,-1 0-213 0,-1 1-398 16,1-3 176-16</inkml:trace>
  <inkml:trace contextRef="#ctx0" brushRef="#br0" timeOffset="128282">23027 5270 153 0,'-12'-1'390'0,"12"1"-36"0,-8-1-15 16,8 1-5-16,0 0-10 0,-9-2-16 0,9 2-20 16,0 0-27-16,0 0-16 0,0 0-29 0,0 0-8 15,0 0-24-15,0 0-20 0,0 0-30 0,35-2-16 16,-14 4-25-16,6-2-41 0,4-3-44 0,0 3-41 16,-3-2-50-16,-8 0-41 0,1 0-57 0,-3 2-57 15,-5-1-52-15,-2-1-248 0,-3 2-582 0,-8 0 258 16</inkml:trace>
  <inkml:trace contextRef="#ctx0" brushRef="#br0" timeOffset="128442.9">23026 5370 28 0,'-7'3'284'0,"2"1"-28"16,-1 1-8-16,1-1-2 0,5-4-9 0,-5 5-4 16,5-5-11-16,-9 5-20 0,9-5-14 0,-2 5-14 15,2-5-8-15,0 0-10 0,0 0-20 0,16 9-11 16,-4-8-30-16,6 1-40 0,3-2-51 0,9 1-64 15,0-4-79-15,5 0-78 0,-1 3-224 0,0-5-476 16,-1 3 212-16</inkml:trace>
  <inkml:trace contextRef="#ctx0" brushRef="#br0" timeOffset="128836.1">23866 5174 144 0,'0'0'343'0,"-4"-6"-17"16,4 6-13-16,-6-4-11 0,6 4-10 0,0 0-6 16,-18 4-2-16,9 1-15 0,-1 2-21 0,-1 0-10 15,-3 5-16-15,2 2-13 0,-1 1-22 0,-8 2-21 16,11-3-16-16,-1 2-21 0,2 1-9 0,4 0-9 16,-1 1-12-16,5 0-10 0,1-2-11 0,0 1-3 15,5-2-11-15,2 1 0 0,3-2-11 0,-1-3-12 16,2-2-5-16,5 1-13 0,-2 0 10 0,1-3-21 15,2 1-2-15,1-6 11 0,-6 1-8 0,7-1-3 16,-6-1 4-16,0-2 0 0,1-2-2 0,-4 0 3 16,1-3 1-16,-1-1 0 0,-2-2-2 0,0 1-2 15,-1-2 1-15,-1-8 1 0,-2 3 0 0,0 4-7 16,-1-5-2-16,-1 1 3 0,-2-2 0 0,-1 1-5 16,0 3 2-16,-3-3-4 0,1 5 1 0,1-1 1 15,-4 1 0-15,0 0-6 0,-2 3-2 0,-1-3-8 16,-2 6-3-16,-4-4-7 0,2 5-12 0,-5-2-12 15,1 3-22-15,-2 3-29 0,1-1-32 0,5 4-41 16,1 0-43-16,-5 2-50 0,5 1-64 0,2 1-313 16,3 0-694-16,4 1 307 0</inkml:trace>
  <inkml:trace contextRef="#ctx0" brushRef="#br0" timeOffset="129037.17">24168 5388 198 0,'5'1'415'16,"-5"-1"-5"-16,8 2 7 0,-8-2 9 0,0 0 0 16,0 0-13-16,7 1-23 0,-7-1-27 0,0 0-35 15,0 0-33-15,0 0-31 0,0 0-24 0,0 0-30 16,0 0-23-16,0 0-31 0,0 0-52 0,9 1-53 16,-9-1-65-16,0 0-79 0,0 0-73 0,0 0-75 15,0 0-76-15,0 0-68 0,0 0-295 0,0 0-736 16,0 0 326-16</inkml:trace>
  <inkml:trace contextRef="#ctx0" brushRef="#br0" timeOffset="129393.9">24423 5160 242 0,'5'-7'312'0,"-1"3"-8"0,-4 4-1 16,9-10-6-16,-5 8-5 0,1-3-15 0,1 2-15 15,2 2-26-15,5-2-13 0,1 3-15 0,2 2-26 16,-3 2-18-16,4 2-19 0,0 1 0 0,-1 2-9 16,-2-2-11-16,1 3-5 0,-2 2-9 0,-4 1-8 15,1-3-9-15,-2 3-1 0,-4-2 5 0,-1 0-15 16,-3 1-3-16,-2-1-10 0,-3 1-7 0,-4 12-5 16,0-8-10-16,-9 3-3 0,2-5-4 0,-6 2-4 15,4-6-5-15,-1 0-4 0,2-1-8 0,2-1-4 16,3-1 1-16,3-1-1 0,0 0-4 0,1-1 0 15,3 1-6-15,1-3-2 0,4-3-1 0,-9 7-5 16,4-5-1-16,5-2 4 0,-4 4-2 0,4-4 0 16,0 0-7-16,0 0 2 0,11 14-6 0,-4-12-5 15,3 3-32-15,1-1-16 0,10-4-14 0,1 2-21 16,8-1-28-16,1-1-26 0,1-2-38 0,1-1-38 16,1 1-50-16,-1 0-30 0,-1 0-279 0,-2 1-636 15,0-5 282-15</inkml:trace>
  <inkml:trace contextRef="#ctx0" brushRef="#br0" timeOffset="131175.96">24925 5164 70 0,'3'-13'261'16,"-3"6"-10"-16,0 7-9 0,4-8 0 0,-4 8-1 16,2-9 2-16,-2 9-21 0,0-6-14 0,0 6-23 15,0 0-16-15,0 0-26 0,0 0-5 0,0 0-22 16,3-6-11-16,-3 6-12 0,0 0-3 0,0 0-19 15,21 16-3-15,-14-6 1 0,3 5-7 0,3 7-6 16,-2-4 6-16,2 4-1 0,1 1-1 0,-5-7-13 16,4 10 1-16,1-5-8 0,-7 3 2 0,1-6-1 15,0 1-9-15,0-1 3 0,-1 0-5 0,1-1-2 16,0-1-1-16,-2-1-9 0,2-1 5 0,-3-3-3 16,0-2-2-16,-1 1-5 0,2-1 3 0,0-1-2 15,-3 0 4-15,1-5-2 0,0 3-6 0,-4-6 6 16,5 7-6-16,-1-3 16 0,-4-4 34 0,5 3 21 15,-5-3 1-15,0 0-2 0,0 0-4 0,17-17-7 16,-8 4-4-16,3-1-9 0,-3-1 0 0,3-4-5 16,1-3-7-16,-3-2-3 0,2-1-2 0,0 2-3 15,2-3-7-15,-2 0-5 0,2-2 3 0,0 0-5 16,-3 5-5-16,2-2-6 0,-4 8-3 0,2-1-6 16,-5 6-7-16,2 2-8 0,-4 0-7 0,3 2-25 15,-5 2-31-15,2 1-43 0,-4 5-51 0,5-7-56 16,-5 7-79-16,0 0-44 0,0 0-279 0,0 0-679 15,0 0 300-15</inkml:trace>
  <inkml:trace contextRef="#ctx0" brushRef="#br0" timeOffset="131337.17">25481 5541 168 0,'0'0'311'15,"0"0"-31"-15,8 1-31 0,-8-1-40 0,0 0-50 16,0 0-70-16,8-7-96 0,-8 7-106 0,7-6-112 16,-5 1-242-16,-2 5 107 0</inkml:trace>
  <inkml:trace contextRef="#ctx0" brushRef="#br0" timeOffset="164194.73">7454 5950 53 0,'-5'-9'229'16,"1"0"-13"-16,0 4 5 0,2-1 0 0,2 6-1 15,-7-11-1-15,7 11-8 0,-2-8-13 0,2 8-15 0,0 0-17 16,-5-7-17-16,5 7-15 0,0 0-15 16,0 0-16-16,0 0-14 0,-2-8-12 0,2 8-11 15,0 0-6-15,0 0-5 0,0 0-6 0,0 0-7 0,11 25-4 16,-6-9-3-16,0 3-6 0,3 6 6 0,-1 0-3 15,3 6-4-15,-1-4-1 0,0 3 0 16,0-4-4-16,0-2-1 0,1 1-2 0,-3-6-2 16,6 4-5-16,-7-6 4 0,-1-2-4 0,0 1-2 15,2-1 0-15,-1-4-3 0,-1-1 3 0,-1-3-5 16,1 2 2-16,-1-1-4 0,-1-4 2 0,2 1 2 16,-5-5 1-16,6 6-1 0,-6-6-1 0,2 6 4 15,-2-6 4-15,0 0 11 0,4 6 23 0,-4-6 7 16,0 0-11-16,0 0-2 0,0 0-6 0,7-18 0 15,-5 9 2-15,2-2-12 0,1-2-1 0,2-3-10 16,0-8-2-16,-2 5 9 0,2-6-8 0,-1 1-11 0,2 0-5 16,-2-2 3-16,-1 0-3 0,1 7-4 15,-1 0-1-15,1 2-2 0,-1-1-3 0,-1 3-1 16,0 1 13-16,-2 3-13 0,2 3-2 0,-2 0-21 16,0 2 0-16,-2 6 3 0,3-8-11 0,-3 8-13 0,3-8-14 15,-3 8-16-15,0 0-4 0,0 0-8 0,0 0-11 16,0 0-19-16,0 0-15 0,0 0-19 15,9 16-22-15,-9-5-15 0,0 0-18 0,-1 1-164 16,1 4-412-16,-1-1 182 0</inkml:trace>
  <inkml:trace contextRef="#ctx0" brushRef="#br0" timeOffset="164468.16">8017 6118 134 0,'0'0'212'0,"1"-8"-7"0,-1 8-12 16,0 0-6-16,0 0-12 0,-9-10 0 0,9 10-4 15,-9-3-13-15,9 3-17 0,-12 2-11 0,12-2-4 16,-15 5-10-16,6 0-19 0,-1 1-10 0,-4 3-4 16,0 4-9-16,1-3-6 0,0 2-7 0,0 3-4 15,3 0-1-15,-1-2-3 0,2 0-14 0,2-1-6 16,1-1-1-16,2-1-6 0,0-1 2 0,2 1-6 0,2 2-4 15,0-2-11-15,2 0-23 0,3 1-32 16,2-3-26-16,-1 1-32 0,3-1-38 0,4-3-43 16,2 0-41-16,2-1-133 0,2 0-389 0,3-3 172 15</inkml:trace>
  <inkml:trace contextRef="#ctx0" brushRef="#br0" timeOffset="164706.35">8278 6099 16 0,'-2'-4'220'0,"2"4"-17"0,-10-6-1 16,10 6-7-16,-11-4-7 0,4 5-10 0,7-1-2 15,-22 7-7-15,12 0-7 0,-7 3-13 0,4 1-6 16,-2 0-10-16,2 4-9 0,2 2-14 0,-6 2-7 16,7-1-9-16,0-5-1 0,2 4-20 0,2-2-6 15,2-4-3-15,1 1-8 0,2 0-3 0,0-2-9 16,3 2-4-16,1-1-11 0,2 0-16 0,0-1-6 15,4-1-36-15,1 0-22 0,3-1-39 0,4-1-35 16,-1-2-49-16,3 1-40 0,1-3-190 0,0-1-437 16,2-2 194-16</inkml:trace>
  <inkml:trace contextRef="#ctx0" brushRef="#br0" timeOffset="164894.1">8590 6156 3 0,'0'0'269'16,"0"0"-28"-16,0 0-28 0,5-5-16 0,-5 5-22 16,0 0-15-16,0 0-19 0,8-4-11 0,-8 4-14 15,11-3-7-15,-3 1-16 0,4 1-17 0,4 1-21 16,1 0-35-16,1 0-35 0,-7 3-40 0,3-3-49 16,-1 2-43-16,0-1-21 0,-5 2-84 0,-8-3-272 15,12 4 120-15</inkml:trace>
  <inkml:trace contextRef="#ctx0" brushRef="#br0" timeOffset="165056.81">8635 6255 86 0,'0'0'199'0,"-8"2"-12"15,8-2-8-15,0 0-3 0,-7 6-7 0,7-6-5 16,0 0-10-16,0 0-9 0,-6 4-12 0,6-4-14 16,0 0-13-16,0 0-14 0,0 0-16 0,0 0-16 15,0 0-22-15,20 6-28 0,-10-3-37 0,1-1-35 16,7-2-40-16,0 3-35 0,3-5-18 0,8 2-114 15,-6 0-290-15,4-1 128 0</inkml:trace>
  <inkml:trace contextRef="#ctx0" brushRef="#br0" timeOffset="165375.57">9219 6059 245 0,'0'-5'258'0,"0"5"-7"0,3-9-3 0,-3 9-12 16,0 0-12-16,0 0-7 0,0 0-18 0,0 0-18 15,0 0-13-15,0 0-15 0,0 0-27 0,0 0-8 16,0 0-11-16,0 0-14 0,0 0-9 0,0 0-11 16,0 0-3-16,-13 23-8 0,13-23-9 15,-1 19-1-15,2-9-6 0,0 2-5 0,2-2-4 16,1 3 0-16,2 1-1 0,-2-3-5 0,-1 0-4 16,4 3-1-16,-3-3 2 0,1 0-5 0,1-1-3 0,1-1-1 15,-1 2-2-15,0-4 1 0,-3 2-5 0,2 0-1 16,-1-3-1-16,0-1-5 0,-2 1 7 0,-2-6-1 15,4 10-8-15,-4-10 3 0,3 10 2 0,-2-6-2 16,-1-4 3-16,0 0-5 0,-7 14 1 16,1-10-11-16,1 0-18 0,-1-1-14 0,-3 1-28 15,-1-1-26-15,-2 0-33 0,0-2-47 0,0 0-52 16,0-2-36-16,-3 1-199 0,2-4-494 0,3 1 219 16</inkml:trace>
  <inkml:trace contextRef="#ctx0" brushRef="#br0" timeOffset="165520.94">9147 6060 175 0,'9'-7'172'0,"3"-2"-13"0,-2 2-9 0,0-1-12 15,7-1-11-15,-3 2-17 0,3 0-5 0,-2 0-17 16,4 1-7-16,0 2-13 0,2 1-23 0,0-2-28 0,6 0-48 16,1-2-41-16,0 5-44 0,-7 0-87 15,1 1-220-15,-1 0 98 0</inkml:trace>
  <inkml:trace contextRef="#ctx0" brushRef="#br0" timeOffset="165885.92">9628 5970 197 0,'0'0'225'0,"0"0"-11"0,0 0-8 16,0 0-7-16,0 0-7 0,0 0-18 0,0 0-13 16,0 0-20-16,0 0-17 0,0 0-11 0,0 0-14 15,4 7-6-15,-4-7-16 0,1 11-7 0,3-3-9 16,-3 2-3-16,0 4-5 0,3 2-5 0,0 3-1 15,0-4-4-15,2 2-4 0,-2 0-1 0,1 0-3 0,0 0-3 16,1 1-1-16,-1-1-3 0,1-7 1 16,-1 0-5-16,-1 3 0 0,1-5-5 0,-1 2 0 15,0-2 1-15,-2 0-4 0,2-3-1 0,0 0-3 16,0-1 2-16,-4-4 7 0,4 9 10 0,-4-9 20 16,3 6 12-16,-3-6 14 0,0 0 21 0,4 3 8 15,-4-3 16-15,0 0 1 0,0 0-7 0,13-9-11 16,-8 0-7-16,3-2-18 0,1-4-2 0,2-2-9 15,2-5-6-15,1 2-18 0,3-4 2 0,-3 0-11 16,-4 8 0-16,2 0-2 0,-3 0-4 0,1 2-9 16,-3 4 3-16,1 0-13 0,-3 3-12 0,0 2-20 15,-2 0-37-15,-3 5-29 0,5-7-44 0,-5 7-52 16,0 0-45-16,0 0-19 0,0 0-2 0,0 0-22 16,0 0-246-16,10 24-560 0,-10-24 249 0</inkml:trace>
  <inkml:trace contextRef="#ctx0" brushRef="#br0" timeOffset="166065.63">10050 6344 104 0,'0'6'238'0,"1"0"-7"0,-2 4 4 16,0-2-4-16,-2 2-6 0,-1 1-12 0,0-1-18 15,0 1-19-15,2 1-16 0,-3 0-18 0,0 2-9 16,0-1-17-16,-3 2-33 0,0-1-58 0,-1 1-70 15,0-2-89-15,-1 1-95 0,-3 1-122 0,0-3-378 16,1-1 167-16</inkml:trace>
  <inkml:trace contextRef="#ctx0" brushRef="#br0" timeOffset="168953.37">10533 6141 24 0,'0'0'174'0,"0"0"-8"15,-8 3-11-15,8-3-8 0,0 0-5 0,0 0-8 0,0 0-4 16,0 0-6-16,0 0-7 0,0 0 7 0,0 0-16 16,0 0-14-16,0 0-5 0,0 0-2 0,0 0-12 15,0 0-8-15,28-6-3 0,-7 5-5 0,6-4-7 16,3 1-9-16,2-3-15 0,1 4-15 0,-2-2-25 15,-9 2-33-15,-1 1-36 0,0-2-33 0,-1 2-32 16,-3-1-26-16,-3 3-103 0,-5-3-297 0,2 0 131 16</inkml:trace>
  <inkml:trace contextRef="#ctx0" brushRef="#br0" timeOffset="169345.67">10693 6129 33 0,'-6'3'177'0,"6"-3"-16"16,0 0-20-16,0 0-14 0,-3 5-12 0,3-5 2 16,-2 7 0-16,2 3 12 0,0 0-5 0,2 5-1 15,-2 3-2-15,1 2-9 0,1 5-8 0,-2-4-6 16,2 4-11-16,-1-5-4 0,0 4-7 0,1 1-4 16,-4-5-1-16,4-2-3 0,-2-1-7 0,2-2-2 15,-2 0-10-15,1-3-6 0,-1 1-3 0,0-4-3 16,0 1-1-16,0-3-4 0,0 2-2 0,0-2-1 15,0-7-4-15,0 10-2 0,0-10-3 0,-1 9 2 16,1-9-3-16,-2 7-1 0,2-7-1 0,0 0-3 16,-8 5-5-16,8-5-2 0,-8 2-1 0,8-2 3 15,0 0 0-15,0 0-2 0,-16-6 2 0,16 6 2 16,-8-4 5-16,8 4 5 0,0 0 3 0,-8-1-2 16,8 1 1-16,0 0 3 0,0 0-3 0,0 0-3 15,0 0-3-15,0 0-12 0,-9-3-8 0,9 3-5 16,0 0 2-16,0 0-2 0,0 0-6 0,0 0-6 15,27 6-12-15,-14-6-18 0,0 1-15 0,5 0-22 16,-4 1-20-16,2-2-21 0,5-2-21 0,-1 1-16 16,1 1-9-16,-3 0-15 0,1-3-127 0,-6 2-340 0,2-1 151 15</inkml:trace>
  <inkml:trace contextRef="#ctx0" brushRef="#br0" timeOffset="169553.22">10965 6481 45 0,'1'-11'175'0,"2"8"-4"0,-3 3-4 16,1-11 9-16,-1 11 5 0,0-9 4 0,0 9 1 15,0 0-4-15,0-10-7 0,0 10-8 0,0 0-18 16,0 0-16-16,0 0-18 0,2-6-11 0,-2 6-11 16,0 0-6-16,0 0 6 0,0 0 3 0,0 0-4 15,2 26-1-15,-2-15-9 0,0 0-2 0,0 5-8 16,-1 1-4-16,3-5-9 0,-2 5-4 0,-2-1-7 16,2 0-2-16,0-3-5 0,0-2-3 0,-1 1-25 15,1-1-21-15,0 1-30 0,-2-1-35 0,-1 0-44 16,1-2-53-16,2-2-43 0,-3 1-43 0,2 0-176 15,-4-2-468-15,5-6 207 0</inkml:trace>
  <inkml:trace contextRef="#ctx0" brushRef="#br0" timeOffset="169923.97">11039 6399 95 0,'11'-4'166'0,"1"-2"-10"0,-1 2-9 15,1 2-10-15,-4 1-8 0,-1 1-11 0,-7 0-5 16,18 2-3-16,-9 0-6 0,1 4-6 0,-3-1 1 16,-1 0 1-16,1 5 3 0,-2-1-4 0,-1 1 10 15,-2 0-1-15,-2 1-7 0,0 1-6 0,-1 0-4 0,-3-1-11 16,0 1-6-16,0-1-10 0,0-2-6 0,1 0-8 16,-1-1-3-16,1-2-14 0,0 2-13 15,2-3-13-15,1-5-18 0,-2 12-6 0,2-12-6 16,1 9-8-16,-1-9 0 0,2 6 2 0,-2-6 4 15,6 5-2-15,-2-1 9 0,-4-4-4 0,9 6 3 16,-6-1 2-16,4-2-1 0,-7-3 2 0,6 5 1 16,-2 0 7-16,-4-5 17 0,5 7 8 0,-2-4 11 0,-3-3 14 15,1 9 12-15,-1-9 2 0,3 7 0 16,-3-7-5-16,0 0-3 0,-6 13-4 0,4-8-4 0,2-5-5 16,-8 8-4-16,3-3-4 0,0-1-18 0,0-1-21 15,5-3-30-15,-10 7-39 0,4-4-52 16,6-3-52-16,-7 4-58 0,7-4-130 0,-8 4-404 0,8-4 180 15</inkml:trace>
  <inkml:trace contextRef="#ctx0" brushRef="#br0" timeOffset="170093.36">11499 6470 53 0,'6'-3'278'0,"-6"3"-30"16,13-3-24-16,-6-1-22 0,4 1-22 0,-1 0-14 0,0 1-20 15,2 1-15-15,1 0-13 0,-2 1-17 0,3 0-30 16,-3 1-52-16,3 0-60 0,-1 1-59 0,-2 0-60 16,0 1-113-16,-4-1-296 0,-3 1 131 0</inkml:trace>
  <inkml:trace contextRef="#ctx0" brushRef="#br0" timeOffset="170243.2">11600 6573 85 0,'-3'8'205'0,"3"-8"-25"0,0 0-17 0,0 0-13 16,0 0-9-16,0 0-9 0,0 0-12 0,7 6-7 16,-7-6-15-16,13 2-25 0,-2-2-39 0,-1 0-33 15,3 0-43-15,7-2-44 0,1 1-37 0,1 1-85 16,7-4-224-16,4 1 99 0</inkml:trace>
  <inkml:trace contextRef="#ctx0" brushRef="#br0" timeOffset="170578.3">12234 6412 13 0,'5'-3'269'0,"-5"3"-8"0,5-3-11 0,-5 3-9 16,0 0-17-16,5-7-11 0,-5 7-18 15,0 0-12-15,0 0-11 0,0 0-3 0,0 0-10 0,0 0-8 16,-5 24-8-16,0-12-2 0,-1-3-13 0,3 1-10 16,-3 3-16-16,1-1-8 0,3-1-9 0,0 1-10 15,-1-1-7-15,1 1-4 0,2-2-6 0,0 0-5 16,5 0-6-16,-3-1 6 0,3 0 5 0,3-3 4 15,-2 1-3-15,5-2 9 0,1 0-6 0,-1-1-4 16,3-2-15-16,-3-1 18 0,3-1-4 0,-1-1-3 16,1-1 14-16,-3-1-13 0,0 1 2 0,1-4-1 15,-4 3-5-15,3-3-4 0,-3 0-4 0,-3-3 2 16,-1 3-6-16,2-3-5 0,-4-1 9 0,-1 1-22 16,1-3 3-16,-4 1-6 0,2-1 5 0,2 2-3 15,-5 0-8-15,-1 1-1 0,0 1-7 0,0 3-5 16,3-2-12-16,-6 1-17 0,3 2-27 0,4 4-41 15,-12-8-40-15,4 4-45 0,-2 4-42 0,-1 3-62 16,3 1-50-16,-5 1-266 0,5-1-652 0,0 1 289 16</inkml:trace>
  <inkml:trace contextRef="#ctx0" brushRef="#br0" timeOffset="170755.49">12549 6486 243 0,'0'0'283'0,"9"0"-27"15,-9 0-11-15,0 0-4 0,9 1-5 0,-9-1-6 16,0 0-13-16,6 2-20 0,-6-2-20 0,0 0-24 16,0 0-13-16,0 0-15 0,7 3-22 0,-7-3-41 15,0 0-31-15,0 0-45 0,4 8-51 0,-4-8-58 16,2 5-47-16,-2-5-49 0,4 8-173 0,-4-8-423 16,0 0 187-16</inkml:trace>
  <inkml:trace contextRef="#ctx0" brushRef="#br0" timeOffset="170975.91">12755 6300 123 0,'3'-8'262'0,"-1"4"-9"15,-2 4-7-15,4-11-9 0,-4 11-10 0,0-8-8 16,0 8-15-16,3-8-5 0,-3 8-28 0,0 0-18 16,0 0-9-16,0 0 8 0,0 0 25 0,0 0-10 15,11 27-9-15,-11-10 5 0,3 6-9 0,-4 2-6 16,1 0-15-16,1 2-17 0,-2-9 0 0,1 1-26 15,0 0-4-15,-2 2-5 0,2-1-12 0,-2-1-10 16,0 1-24-16,2-2-36 0,-2 0-52 0,-2-2-63 16,0 1-64-16,0 0-74 0,4-5-61 0,0 3-256 15,-2-6-618-15,2 2 273 0</inkml:trace>
  <inkml:trace contextRef="#ctx0" brushRef="#br0" timeOffset="171573.5">12958 6512 77 0,'0'0'260'0,"0"0"-15"0,0 0-14 15,4-4-19-15,-4 4-14 0,0 0 3 0,0 0-7 16,0 0-13-16,7 13-9 0,-7-13-8 0,2 13-13 16,-2-9-16-16,2 4-5 0,-1-1-10 0,-1-7-8 15,2 14-1-15,-2-7-7 0,0-7-11 0,2 12-4 16,-2-12-6-16,-2 9 4 0,2-9-1 0,0 8 0 0,0-8 0 15,0 0-10-15,0 8-7 0,0-8 14 0,0 0-3 16,0 0 13-16,0 0-3 0,0 0-2 16,0 11-5-16,0-11-11 0,0 0 10 0,0 0 4 15,0 0 2-15,0 0-6 0,0 0-4 0,0 0 0 0,0 0-9 16,0 0-11-16,0 0-15 0,11-31-12 16,-2 16-8-16,-2-1-3 0,4 1-13 0,0-3-3 15,-2 2 7-15,5-2-15 0,-3 4-1 0,2 2 1 16,-3-1-5-16,-1 4-5 0,1 2-7 0,0 0 0 15,-4 3 8-15,1 0-10 0,0 0 6 0,-7 4-16 16,16 2 19-16,-8 1-2 0,-1 4 3 0,3 0 1 0,-4 0 5 16,3 4-3-16,-3-1 4 0,2-1 5 0,-4 2-17 15,1-4 13-15,-1 5 3 0,0-4 3 16,-1 2-5-16,1-2-9 0,-1-1 13 0,-1 0 5 0,-2-7-5 16,2 7 1-16,-2-7 3 0,2 7-1 0,-2-7 6 15,0 6-1-15,0-6-1 0,0 0 3 16,0 0 0-16,3 5 3 0,-3-5 6 0,0 0-21 0,0 0 10 15,0 0-6-15,0 0-10 0,0 0-23 0,4-27 5 16,0 16-22-16,3-3-16 0,2-2 5 0,0 2-6 16,2 0 1-16,1-1 10 0,-1 2 6 0,0 5 9 15,-2-2-2-15,-2 3-1 0,0 2 7 0,1 2 1 16,-2-1 0-16,-6 4 6 0,13 1 0 0,-13-1 3 16,10 8 4-16,-5-3-1 0,0 4 10 0,-1 0-2 15,1 2 1-15,-1 1 4 0,0 0 2 0,-4 0-1 16,0 4 10-16,1-5-7 0,1 3 1 0,-2-1-30 15,0-1-51-15,-2 1-66 0,1 0-84 0,1-2-72 16,-4 0-230-16,2-2-580 0,2-9 256 16</inkml:trace>
  <inkml:trace contextRef="#ctx0" brushRef="#br0" timeOffset="172026.13">13614 6531 101 0,'0'0'253'0,"6"11"-4"0,-6-3-11 0,0-8-10 16,-2 14 1-16,2-4-6 0,-2 2-19 0,0-1-18 16,2 0-17-16,0-1-12 0,0-1 0 0,-2-1-6 15,2-8 4-15,-1 12-9 0,1-12-5 0,-2 9-1 16,2-9 2-16,0 7 1 0,0-7 3 0,0 0 7 16,0 0-3-16,0 0-1 0,0 0-2 0,0 0-10 15,0 0-18-15,0 0-8 0,0 0-14 0,0 0-7 16,0-26-10-16,0 14-10 0,3 0-18 0,3-5 7 15,-1 1-9-15,2-1-4 0,4-8-1 0,0-2-22 16,1 3 7-16,0-2-7 0,3 0-3 0,0-1-6 16,3 3-6-16,-3 3 6 0,-4 3-12 0,1 5 2 15,-3 3-4-15,-1 2 0 0,2 0 0 0,-5 3 1 16,-1 0-9-16,0 0 2 0,-4 5 2 0,9-2-4 16,-9 2-4-16,14 7-6 0,-8 0 9 0,1 3 7 15,-1 1 3-15,0 5-4 0,-2 1 7 0,1 0 4 16,-1 2-2-16,-2 2 10 0,4 3-9 0,-5-5 8 15,2 0-8-15,-1-2 5 0,0 1-2 0,0-2-3 16,0-1 3-16,1-3-1 0,-3-1-4 0,4 0 12 16,-2-1-19-16,-2-1 9 0,2-2-1 0,1-1 5 15,-1 0-3-15,-2-6-10 0,2 10-26 0,-2-10-26 16,2 8-36-16,-2-8-50 0,3 4-32 0,-3-4-30 16,0 0-33-16,0 0-34 0,0 0-39 0,-7 10-41 15,7-10-235-15,-11 0-630 0,11 0 278 0</inkml:trace>
  <inkml:trace contextRef="#ctx0" brushRef="#br0" timeOffset="172167.3">13727 6561 32 0,'-8'-2'261'0,"8"2"-22"0,-9-8-4 15,5 5-1-15,4 3 2 0,0 0-6 16,-7-7-8-16,7 7-12 0,-6-3-17 0,6 3-18 16,0 0-22-16,0 0-24 0,0 0-27 0,0 0-28 15,0 0-32-15,22-10-53 0,-8 7-71 0,13-5-84 16,-3 2-252-16,7-3-454 0,-2-3 201 0</inkml:trace>
  <inkml:trace contextRef="#ctx0" brushRef="#br0" timeOffset="173956.11">14857 6291 227 0,'2'-10'278'0,"-2"10"-9"0,2-9-9 15,-2 9-16-15,2-5-7 0,-2 5-21 0,0 0-24 16,0 0-10-16,0 0-26 0,2-8-16 0,-2 8-21 16,0 0-13-16,0 0-10 0,0 0 9 0,0 0-7 15,2 32-3-15,-3-15-1 0,1 2-18 0,-1 7-7 16,-3-1-6-16,4-6-6 0,-2 5-1 0,0 4-9 16,2-9-5-16,-2 1-5 0,2 0-1 0,-3-1-6 15,3-1-3-15,-3-2 1 0,1 3 1 0,1-4-7 16,0 0-1-16,-1-2-19 0,2-1-22 0,-1-1-34 15,0-1-38-15,-2 1-32 0,1-1-40 0,0-1-30 16,1-3-34-16,-2 1-36 0,0-1-172 0,3-6-473 16,-8 9 209-16</inkml:trace>
  <inkml:trace contextRef="#ctx0" brushRef="#br0" timeOffset="174303.71">14841 6267 108 0,'6'-10'158'16,"2"-1"-18"-16,0 3-5 0,1 1-14 0,1 4-10 16,2 2-12-16,-5 1-7 0,6 2-9 0,-1 3 9 15,-1 2 0-15,5 2-1 0,-5 4-8 0,0 0-7 16,-1 2 2-16,0 0-2 0,-5 3 2 0,-1-1-5 16,0-1-7-16,-4 0 0 0,-2 2-9 0,-2-7-3 15,0 3-3-15,-1-2-6 0,-2-2-3 0,-2 1-4 16,2-3-2-16,-1-1-3 0,2-1 1 0,-2-2 4 15,3 1 3-15,1-2 5 0,4-3 6 0,-8 5 5 16,8-5 7-16,0 0-1 0,-6 2-4 0,6-2-8 16,0 0-4-16,0 0-5 0,0 0-7 0,0 0-4 15,0 0-3-15,0 0-5 0,0 0-6 0,0 0-3 16,0 0 2-16,0 0-4 0,0 0 1 0,0 0-8 16,19 13 3-16,-10-4-3 0,0-1 0 0,-1 1-17 15,-1 1-23-15,4 3-34 0,0 0-32 0,-1 0-34 16,3-1-42-16,0 2-29 0,-3-2-26 0,-2-2-121 15,-3-1-381-15,3-2 169 0</inkml:trace>
  <inkml:trace contextRef="#ctx0" brushRef="#br0" timeOffset="174542.01">15227 6551 114 0,'0'-5'281'0,"0"5"0"0,0 0-3 16,3-8-11-16,-3 8-19 0,0 0-17 0,0 0-25 15,0 0-22-15,0 0-19 0,0 0-15 16,0 0-10-16,0 0-8 0,0 0-1 0,0 0-8 16,3 23-5-16,-3-14-11 0,0 5-12 0,-1 2-10 15,-3-1 0-15,0 2-14 0,4-4-2 0,0 3-7 16,0 2-7-16,0-6 3 0,-1 3 2 0,0 1-34 16,1-3-30-16,-2 0-33 0,2-2-39 0,-2 0-45 15,2 1-39-15,-3-2-33 0,3-10-39 0,-2 15-22 16,0-7-204-16,-2-3-496 0,4-5 220 0</inkml:trace>
  <inkml:trace contextRef="#ctx0" brushRef="#br0" timeOffset="174917.51">15289 6545 13 0,'7'-11'203'0,"-4"1"-6"0,1 1-8 0,-1 4-6 15,1 0-16-15,-4 5-15 0,4-9-12 0,-4 9-15 16,6-6-19-16,-6 6-7 0,8-2-10 15,-8 2-2-15,0 0-3 0,20 5-10 0,-13-1-6 16,3 1-6-16,-3 1-6 0,0-2-4 0,-1 1-5 16,0 1-6-16,-2-2-1 0,1 1-9 0,-2 1 1 0,0-1-1 15,2 2 3-15,-5-7-2 0,2 13 1 16,1-7-4-16,-3-6-4 0,-4 14-4 0,1-8-1 16,0 1-9-16,1-1-5 0,0 1-7 0,2-7-8 15,-4 11-10-15,3-6-9 0,1-5-11 0,-4 12-1 0,4-12-2 16,2 10 6-16,0-3-1 0,0 0 6 0,2-1 0 15,-1 1 9-15,2-2-8 0,1 1 10 0,-3 0-3 16,4-1 4-16,-3 1 1 0,1 0 4 0,0-1 1 16,-2 0 3-16,3-1-1 0,-2 1 5 0,-1 0 13 15,-3-5 17-15,5 7 7 0,-5-7 12 0,2 8 8 16,-2-8 6-16,-1 9-4 0,1-9-3 0,-6 8-5 16,0-2-7-16,-2 1-6 0,1-3-12 0,-2 2-24 15,-1 0-29-15,-1 0-36 0,-2-1-47 0,4-2-51 16,-3 4-190-16,1-2-387 0,-1-2 171 0</inkml:trace>
  <inkml:trace contextRef="#ctx0" brushRef="#br0" timeOffset="175107.45">15800 6581 37 0,'0'0'279'0,"13"-2"-27"15,-1 0-24-15,-6 1-25 0,4 1-21 0,-10 0-15 16,18 0-20-16,-6 1-15 0,-1 1-22 0,2-1-37 16,-3 0-41-16,2 1-58 0,-3 1-36 0,0 2-62 15,-3-1-148-15,-3 1-295 0,-3-5 131 0</inkml:trace>
  <inkml:trace contextRef="#ctx0" brushRef="#br0" timeOffset="175263.3">15799 6705 191 0,'-6'4'223'0,"6"-4"-12"0,-4 4-10 16,4-4-5-16,0 0-10 0,0 0-9 0,-6 3-12 16,6-3-10-16,0 0-7 0,0 0-8 0,0 0-8 15,0 0-16-15,12 13-20 0,-5-11-20 0,3 2-26 16,3-2-38-16,0-2-56 0,6 2-63 0,10-6-64 16,-2 1-189-16,-9 0-388 0,4 1 173 0</inkml:trace>
  <inkml:trace contextRef="#ctx0" brushRef="#br0" timeOffset="175514.07">16496 6418 53 0,'2'-6'304'0,"1"0"-2"0,1 2-3 0,-4 4-4 16,0 0 3-16,5-9-7 0,-5 9-10 0,2-4-20 15,-2 4-24-15,0 0-31 0,0 0-14 0,0 0-21 16,0 0-15-16,0 0 1 0,6 24 7 0,-6-8-2 15,0 4-18-15,-3-1-15 0,3 6-8 0,-3 0-14 16,1 0-8-16,-1 1-11 0,2-8-7 0,0 1-11 16,-2 7-1-16,0-6-13 0,1-2 4 0,1 1-10 15,-2-3-29-15,1 1-44 0,0 0-54 0,2-5-58 16,-1 5-48-16,0-7-49 0,2 3-47 0,0-2-36 16,3 0-22-16,-1-4-221 0,-2-2-603 0,-1-5 267 15</inkml:trace>
  <inkml:trace contextRef="#ctx0" brushRef="#br0" timeOffset="175789.37">16662 6685 50 0,'4'-3'142'15,"-4"3"8"-15,6-4 15 0,-6 4 3 0,0 0-2 16,0 0-10-16,0 0-2 0,14 7-7 0,-11-3-7 16,-3-4-10-16,10 7-5 0,-4-3-5 0,6 0 1 15,-1 0-8-15,3-3-3 0,3-1-4 0,5 2-9 0,-1-3-12 16,-1-1-8-16,-1-1-1 0,2-2-10 15,-1 2 4-15,-3-2-8 0,-4 0 2 0,0 1 10 16,-1-1 0-16,-7 1 6 0,2-5 10 0,0 3 7 16,-3-1-8-16,-2-3 4 0,-1 3-15 0,-2-3 5 15,1 10-13-15,-6-16-5 0,-2 7-4 0,2 0 9 0,-5 2-13 16,0-1-17-16,-4 1-19 0,-4 2-18 16,0 2-7-16,-1 1-18 0,0 2-27 0,3 0-29 15,-1 5-45-15,1 0-51 0,4-1-62 0,2-1-46 16,1 3-225-16,2-2-548 0,3-1 243 0</inkml:trace>
  <inkml:trace contextRef="#ctx0" brushRef="#br0" timeOffset="176039.93">17094 6460 2375 0,'8'-9'78'0,"-1"-4"-41"0,-1 3-5 0,-2 1 5 15,1 2 23-15,-1 1 30 0,0-1 19 0,-1 3 15 16,-3 4 6-16,9-8-5 0,-7 5-2 0,-2 3-12 15,0 0-15-15,0 0-9 0,0 0 17 16,0 0-7-16,5 15 24 0,-3 0-3 0,-1 5 12 0,-2 3-12 16,4 6-9-16,-5-5-12 0,1 1-6 0,-1 0-6 15,1-5-10-15,-2-1-8 0,2 0-8 16,-1 5-6-16,-1-5-4 0,2-1 0 0,-2 2-6 0,1-3-12 16,-1 0-51-16,3-5-34 0,-1 0-66 15,-2 1-54-15,1-4-57 0,-2 1-62 0,3-3-65 0,-2-1-286 16,3-6-696-16,0 0 308 0</inkml:trace>
  <inkml:trace contextRef="#ctx0" brushRef="#br0" timeOffset="176269.33">17346 6497 139 0,'2'-5'274'0,"1"0"-6"0,-3 5-9 15,1-9-5-15,-1 9-1 0,0 0-16 0,0 0-7 16,-14-2-10-16,14 2-15 0,-22 11-14 0,12-5-12 15,-8 5-8-15,4 0-19 0,-1 2-15 0,-1-3-12 16,7-1-13-16,-2-2-6 0,4 2-12 0,1-2-13 16,1 2-10-16,-1-2-6 0,2-1-8 0,1 1 1 15,3-7-9-15,0 14-12 0,4-7-10 0,4 0-28 16,1 1-48-16,1-2-39 0,5 0-50 16,4 1-56-16,8-4-55 0,3 1-43 0,-9-2-215 0,1 0-549 15,5 0 243-15</inkml:trace>
  <inkml:trace contextRef="#ctx0" brushRef="#br0" timeOffset="176677.97">17534 6699 131 0,'7'3'223'0,"-7"-3"-6"0,0 0 0 15,8 2 1-15,-8-2 5 0,5 2-5 0,-5-2-4 16,8 2-7-16,-8-2-10 0,12 0-10 0,-4 0-8 16,-8 0-8-16,18-3-14 0,-9 2 6 0,1 1-8 15,0-2 8-15,3-1-7 0,-1-1-7 0,0 0-12 16,-3 0-1-16,-1-2-7 0,1 1-8 0,0-1-9 15,-1-1 0-15,-2-1-5 0,-1-1-12 0,-2-1-15 16,-1-1-1-16,-1 1-3 0,2 0-7 0,-3-6-16 16,-1 4 2-16,-1 0-9 0,2-3-1 0,-1 3-6 15,1-1-10-15,0 1 4 0,0 1-7 0,0-2-3 16,1 2-4-16,3 0-6 0,1 1-5 0,2-1-6 16,-1 2-20-16,4 1 14 0,-1 2-1 0,0 1-5 15,4 1-4-15,-1 0-15 0,0 4 20 0,1 0-2 16,-1 3 2-16,-1 0 4 0,-2 0-1 0,0 5-3 15,-3 0 0-15,2 3 0 0,-3-1 5 0,-2 2-3 16,-1 3 2-16,-3 2 4 0,-2 0-1 0,-2 1-1 16,0-1 4-16,1 1-8 0,-2-2 5 0,1 0 4 15,0 0 1-15,3-5-16 0,-1 1 15 0,0-1-2 16,-1-4 0-16,4 3-7 0,3-1 8 0,-2-1-1 16,4 1 6-16,-1 0-3 0,1-2 5 0,4 1-5 15,3-2-26-15,-1-3-33 0,6 4-47 0,-1-5-40 16,2 2-48-16,-4-3-67 0,7-1-74 0,-5-1-321 15,-2-3-706-15,-1 2 312 0</inkml:trace>
  <inkml:trace contextRef="#ctx0" brushRef="#br0" timeOffset="179769.27">19006 6264 160 0,'-3'-9'260'0,"3"9"-2"0,-1-7-21 16,1 7-16-16,0 0-18 0,0 0-14 0,-4-6-18 16,4 6-15-16,0 0-15 0,0 0-17 0,0 0-14 15,0 0-8-15,0 0-4 0,0 0 8 0,-4 34 6 16,2-19-9-16,-2 9-8 0,-2 3-5 0,2-1-1 15,0 1-16-15,1-3-7 0,-3 3-3 0,2-6-7 16,-2-2-5-16,3 0-5 0,1 0-2 0,-2-1-6 16,2 0-1-16,0-5-9 0,-2 0 2 0,3-2-4 15,-2 1-3-15,0-1-12 0,1-3-24 0,1 1-29 16,-1-1-29-16,2-8-30 0,-5 11-46 0,5-4-47 16,0-7-46-16,-1 7-31 0,1-7-152 0,0 0-459 15,-6 4 203-15</inkml:trace>
  <inkml:trace contextRef="#ctx0" brushRef="#br0" timeOffset="180111.36">18988 6182 145 0,'10'-12'187'0,"7"3"-17"16,2 0-16-16,1 4-14 0,0 3-11 0,0-1-10 15,0 5-12-15,-2 1-9 0,0 4-8 0,-4 0 0 16,0 5 1-16,-1-3-4 0,-4 4-2 0,1 2-1 15,-5-3-3-15,-2 4-6 0,-2 0 1 0,-2 0-4 16,-2 0-3-16,-2 1-8 0,-4-2-4 0,-1-2-3 16,-2 0-7-16,0-2-5 0,0 0-3 0,2-4-1 15,-3-1-3-15,3 0-1 0,0-2-1 0,-2-1-1 16,5-2 0-16,-1 2-2 0,-1-3 3 0,9 0 6 16,-13 0 2-16,13 0 4 0,-9 1 4 0,9-1-3 15,0 0 1-15,-11-1-4 0,11 1-6 0,0 0-6 16,0 0-7-16,0 0-4 0,0 0-5 0,-9 3-4 15,9-3 1-15,0 0-7 0,0 0 1 0,0 0 0 16,18 17 2-16,-11-9-2 0,2 3-2 0,0-2 4 16,5 4-9-16,-3-1-23 0,0 1-25 0,-1 0-45 15,1 1-63-15,1-2-51 0,-2 2-240 0,-2-3-485 16,1 0 215-16</inkml:trace>
  <inkml:trace contextRef="#ctx0" brushRef="#br0" timeOffset="180377.48">19471 6486 258 0,'0'0'277'0,"-7"-4"-9"0,7 4-11 0,-10-3-12 16,10 3-10-16,-14-1-10 0,14 1-13 0,-15 5-16 15,5-1-10-15,1 2-13 0,0 3-8 0,-4 1-14 16,1 2-6-16,2 2-13 0,0 0-10 0,1 1-15 15,1-1-12-15,-1 0-12 0,2 0-6 0,2 2-4 16,1-4-11-16,1 5-5 0,3-7-2 0,0 3-3 16,0-4-24-16,3 2-14 0,1-2-23 0,0 0-32 15,2-2-28-15,1 0-41 0,3-1-44 0,-3 1-51 16,10-2-47-16,0-2-45 0,-1 1-173 0,1-4-507 16,1 0 225-16</inkml:trace>
  <inkml:trace contextRef="#ctx0" brushRef="#br0" timeOffset="180563.36">19729 6464 227 0,'0'0'231'0,"0"0"-27"0,4-7-18 0,-4 7-17 16,0 0-16-16,6-1-12 0,-6 1-16 0,0 0-14 15,14 1-14-15,-14-1-5 0,16 3-14 0,-9-2-38 16,2 2-36-16,1 1-43 0,-2-2-43 0,-1 2-34 15,-2 1-21-15,0-1-111 0,-3 2-267 0,-2-6 118 16</inkml:trace>
  <inkml:trace contextRef="#ctx0" brushRef="#br0" timeOffset="180695.36">19748 6567 61 0,'-6'3'184'0,"6"-3"-15"16,0 0-13-16,-5 4-7 0,5-4-8 0,0 0-6 15,0 0-10-15,0 0-8 0,0 0-9 0,0 0-10 16,0 0-12-16,0 0-21 0,14 9-29 0,-3-9-33 15,1-1-44-15,7 1-44 0,-1-1-60 0,1 1-82 0,1-4-247 16,-2 1 110-16</inkml:trace>
  <inkml:trace contextRef="#ctx0" brushRef="#br0" timeOffset="180951.36">20184 6311 267 0,'0'0'267'0,"1"-8"-8"0,-1 8-13 0,2-7-11 16,-2 7-14-16,0 0-23 0,5-7-13 0,-5 7-21 0,0 0-5 16,0 0 11-16,0 0 15 0,3 21-13 0,-5-11-6 15,1 7-16-15,-4 0 1 0,3 2-12 0,1 7-4 16,-1-9-6-16,0 8-6 0,1-5-21 16,0-2-12-16,-3 2-6 0,1-2-16 0,1 1 6 15,0-1-4-15,1-2-14 0,0 3-6 0,1-3-2 0,-2-4-10 16,2-4-31-16,2 4-37 0,-2-2-43 0,1 0-40 15,-1 0-50-15,0 1-52 0,1-4-57 16,-1-7-45-16,0 12-221 0,0-12-583 0,0 0 259 16</inkml:trace>
  <inkml:trace contextRef="#ctx0" brushRef="#br0" timeOffset="181192.05">20498 6322 28 0,'4'-9'285'15,"-1"2"-14"-15,-1 2-17 0,2 0-12 0,-4 5-21 0,4-7-19 16,-4 7-5-16,0 0 13 0,0 0-1 0,0 0 13 16,3 17-5-16,-3-3 1 0,-2 2-16 0,1 3-12 15,-2-1-4-15,1 1-24 0,1 1-16 16,-1-1-10-16,1-1-11 0,0 0-5 0,-1-2-20 16,2 1-11-16,0 0-6 0,-1-2-7 0,1-2-2 0,0-1-18 15,-1-2-3-15,2 0-20 0,-1-1-27 0,0 1-47 16,0-4-56-16,0-6-43 0,-1 15-51 15,0-10-57-15,1-5-50 0,0 10-42 0,-3-4-203 16,3-6-589-16,0 0 260 0</inkml:trace>
  <inkml:trace contextRef="#ctx0" brushRef="#br0" timeOffset="181453.35">20741 6364 132 0,'5'-4'245'16,"-2"-1"-17"-16,-3 5-11 0,5-6-9 0,-5 6-8 0,0 0-3 15,0 0-13-15,0 0-8 0,0 0-13 0,0 0-12 16,-27 14-14-16,14-4-16 0,-3 0-14 0,0 0-6 16,-1 2-13-16,0-2-5 0,2-1-13 0,4 1-4 15,-1-4-4-15,3 1-8 0,-2-2-8 0,4 0-5 16,3-2-4-16,-1 1-2 0,5-4-6 0,-8 5-4 16,8-5-1-16,-8 5-4 0,8-5 0 0,-5 7-2 15,5-7 1-15,0 9-6 0,0-9 1 0,5 14-2 16,-1-6-1-16,1 1 0 0,2 1-9 15,-1-1-18-15,7 2-31 0,-3-2-33 0,2 1-40 0,3 1-57 16,-1-3-48-16,3-1-226 0,-4-1-488 0,3 0 217 16</inkml:trace>
  <inkml:trace contextRef="#ctx0" brushRef="#br0" timeOffset="181858.82">20979 6634 185 0,'0'0'255'0,"0"0"-15"0,11-2-8 0,-11 2-3 16,0 0-10-16,0 0-8 0,7-3-13 0,-7 3-10 16,9-2-14-16,-9 2-5 0,14-4-12 0,-8 1-7 15,3 0-4-15,0-1-3 0,-1 0-13 0,1 0-6 16,0 1 9-16,-4-2-6 0,2 0-6 0,0-1-9 16,-3 0-12-16,2-4-12 0,-1 4 1 0,-3-4-11 15,0 1 4-15,3-2-21 0,-2 0 0 0,-2-1-7 16,1-4-4-16,2 4-12 0,1-3-1 0,1 1 2 15,0-3-8-15,2 1-5 0,-1 1 2 0,4 1-9 16,0 1-3-16,1 1 2 0,0 1-7 0,-2 5-2 16,5-2-1-16,-3 2-1 0,0 4-11 0,1 0 7 15,-1 4-4-15,0 0-1 0,1 3-5 0,-3 0 10 16,0 5-2-16,-2 1-11 0,-2 4 18 0,-1 2-8 16,-2 0 11-16,-3 2 5 0,-3 2-1 0,-1-3 4 15,1 1-4-15,0 0-5 0,-3 0 5 0,2-3-1 16,0 0 10-16,1-5-8 0,2 1-3 0,1-2 0 15,1 0-6-15,3 1 6 0,0-3-1 0,4 1 5 16,1-1-17-16,6-1 15 0,4-2-27 0,3-2-36 16,9 0-51-16,1 0-56 0,-2-3-58 0,2 0-68 15,4-3-63-15,-7 0-270 0,2-2-663 0,-3-2 294 16</inkml:trace>
  <inkml:trace contextRef="#ctx0" brushRef="#br0" timeOffset="185637.18">11029 7336 244 0,'-4'-8'290'0,"1"0"-20"0,1 3-22 15,2 5-18-15,-4-9-12 0,4 9-17 0,-4-7-12 16,4 7-18-16,0 0-16 0,-5-8-15 0,5 8-16 16,0 0-19-16,0 0-10 0,0 0-13 0,0 0-6 15,0 0-8-15,0 0-9 0,0 0-7 0,10 28-3 16,-5-11-4-16,3 1-3 0,-1 5 0 0,4 2-5 15,-5-5-2-15,-1-1-3 0,2-3-4 0,0 4-6 16,-2-1 1-16,2 0-4 0,-2-3 2 0,0 0-3 16,-1-4-1-16,1-1-4 0,-1-2-1 0,0 2-1 15,-2-2 0-15,1-3 9 0,-2 0-12 0,-1-6 2 16,3 11 0-16,-3-11 1 0,4 6-4 0,-4-6 5 16,2 5 17-16,-2-5 14 0,0 0-3 0,3 5 15 15,-3-5 12-15,0 0 3 0,0 0-9 0,0 0 3 16,0 0-7-16,11-14-12 0,-7 2 6 0,1 1-8 15,3-7-14-15,2 0-7 0,-1-6-7 0,1 1-12 16,4-4 0-16,-4 3-1 0,1-1-6 0,0 3-6 0,-2 4 4 16,3-6-12-16,-5 7-4 0,1 3-5 15,-2 3 29-15,-2-2-24 0,1 7-25 0,-1-2-35 16,-3 2-41-16,-1 6-49 0,3-7-54 0,-3 7-51 16,2-5-42-16,-2 5-168 0,0 0-527 0,0 0 234 0</inkml:trace>
  <inkml:trace contextRef="#ctx0" brushRef="#br0" timeOffset="185900.39">11480 7500 226 0,'0'0'232'16,"-16"10"-6"-16,10-6-8 0,1 0-4 0,-3 3-7 0,0 1-9 15,-3-2-6-15,3 0-13 0,1 2-16 16,-2 0-11-16,2 3-8 0,-2-2-13 0,2 0-10 0,2 1-13 16,-2 2-12-16,2-2-11 0,1 0-4 15,0 0-5-15,3 3-11 0,0-4-8 0,2 2-5 16,0-2-13-16,2-1-32 0,1 3-29 0,-1-2-28 0,2 1-43 16,0-3-58-16,5 2-49 0,0-1-58 0,-2-1-159 15,3-1-450-15,2-2 200 0</inkml:trace>
  <inkml:trace contextRef="#ctx0" brushRef="#br0" timeOffset="186292.37">11831 7515 59 0,'0'0'253'0,"-9"-1"-7"0,9 1-5 15,-16 1-10-15,9 2-6 0,-4 1-8 0,-1 3-9 16,1 0-22-16,2 1-13 0,0-2-16 0,0 3-16 15,3-1-15-15,0 1-12 0,5-3-15 0,-5 2-8 16,2 2-10-16,2-3-8 0,0-1-8 0,2-6-15 16,3 15-4-16,2-7-10 0,1 0-2 0,2-2-10 15,1-2-2-15,1-1-5 0,3 3-8 0,-8-5-1 16,4 2-8-16,2-3 5 0,-2 1-2 0,-1 0 1 16,2-1-3-16,-10 0 1 0,9 1 3 0,-4 2 9 15,-5-3 9-15,0 0 13 0,8 1-2 0,-8-1 5 16,0 0 3-16,0 0-2 0,0 0 2 0,0 0 5 15,0 0 1-15,0 0 2 0,-26-2-6 0,14 4 2 16,1 1 6-16,-3-2-1 0,3 5 6 0,-2 0 21 16,-5 3-28-16,9-3 4 0,-3 0-5 0,1 1-4 15,2 0-3-15,5-3-6 0,-3 5-12 0,0-2 3 16,5-1-8-16,-2 0-1 0,1 4 9 0,2-3-4 16,1-7-33-16,3 14-21 0,2-5-24 0,1-3-41 15,4 1-44-15,-1 1-58 0,7-2-66 0,4-5-60 16,-1 5-225-16,2-5-594 0,0-1 262 0</inkml:trace>
  <inkml:trace contextRef="#ctx0" brushRef="#br0" timeOffset="186629.37">12364 7423 199 0,'0'0'283'0,"-8"-4"-8"0,1 2-10 15,7 2-14-15,-16-2-7 0,7 6-16 0,-1-1-10 16,3-1-15-16,-2 5-21 0,2-3-21 0,-2 3-16 16,3 0-29-16,0-1-1 0,2 4-8 0,1-3-12 15,2 0-11-15,1 4-7 0,1-1-11 0,2 0-6 16,-1 0-5-16,2 1 4 0,4 0-14 0,-2 0-3 16,3-3-10-16,-2 4-2 0,2-2-1 0,-2-2-4 15,0 1-3-15,-1-2-1 0,-1-1 1 0,0-1-1 16,-1 1-7-16,0 1 1 0,-4-7-3 0,4 7 15 15,-1-3 10-15,-3-4 7 0,0 0 11 0,-7 15 4 16,3-9 3-16,-5-1 0 0,-1 1-9 0,0 2-7 16,-6-2 2-16,4-1-6 0,-1-1-18 0,0 2-29 0,-1-3-22 15,1 0-35-15,2 0-37 0,-1 3-44 16,1-5-45-16,2 4-57 0,3-4-47 0,6-1-261 16,-12 3-599-16,12-3 265 0</inkml:trace>
  <inkml:trace contextRef="#ctx0" brushRef="#br0" timeOffset="187039.76">12549 7531 157 0,'5'-4'285'0,"-5"4"-9"0,2-8-9 0,-2 8-7 16,0 0-12-16,0 0-6 0,-14-4-12 0,14 4-12 16,-17 4-12-16,7 4-4 0,-1-2-19 15,-2 3-15-15,1 3-10 0,2-5-20 0,1 4-6 0,1 0-14 16,-1 1-17-16,3-1 3 0,-2-2-30 0,2 0-1 15,2-1-8-15,3 2-3 0,0-5-17 16,-1 3-8-16,5 1-12 0,2-3-7 0,0-1 0 16,-2 1-15-16,3-3-3 0,3 3-4 0,0-3 9 0,-2-1-18 15,1-1-3-15,-8-1 3 0,19 0-1 0,-12-3 4 16,-1 0 7-16,3 1-7 0,-3 0 5 0,0-6 2 16,0 4-1-16,-2-2 0 0,1 2 5 0,-3-4 4 15,0 2 3-15,0 0 2 0,0-2-4 0,-1 0 11 16,-1 8 8-16,2-10 6 0,-2 10 4 0,3-7-1 15,-3 7 4-15,0-8-13 0,0 8 2 0,0 0 2 16,0 0 0-16,0 0 4 0,0 0 5 0,0 0-2 16,0 0 2-16,0 0-4 0,0 0-4 0,-8 28-10 15,8-23 11-15,-2 5 0 0,2-1 1 0,0-1-9 16,0 1-4-16,0 0-4 0,0-9 2 0,0 15-23 16,2-5-45-16,1-1-41 0,2-2-43 0,-5-1-40 15,4 1-54-15,-4-7-38 0,11 12-43 0,-2-8-269 16,0-2-626-16,-9-2 276 0</inkml:trace>
  <inkml:trace contextRef="#ctx0" brushRef="#br0" timeOffset="187295.83">12812 7495 71 0,'2'-12'233'0,"-2"-1"1"0,4 4 2 0,-4 2 6 0,1 0 2 15,1 1-7-15,-2 6-11 0,2-10-19 0,-2 10-19 16,0-8-14-16,0 8-3 0,0 0 1 0,0 0 25 15,0 0-7-15,0 0-5 0,-5 31-8 0,1-15-17 16,0 2 14-16,-1 0-11 0,-3 7-6 0,2-1-11 16,2-5-18-16,0-2-10 0,-1 3-12 0,3-2-11 15,-2-1-7-15,4 0-7 0,-2-2-10 0,2-3-7 16,0-1-6-16,0-1-8 0,2 1 0 0,0-4-19 16,2 2-21-16,-1-3-30 0,1 0-28 0,2 0-57 15,0-2-40-15,-2 0-50 0,1 0-56 0,3-1-61 16,-3-1-47-16,-5-2-258 0,13 1-668 0,-13-1 296 15</inkml:trace>
  <inkml:trace contextRef="#ctx0" brushRef="#br0" timeOffset="187444.45">12745 7615 88 0,'0'0'260'16,"-5"-6"-24"-16,5 6-22 0,-4-8-19 0,4 8-15 15,0 0-16-15,0 0-16 0,0 0-11 0,0 0-13 0,9-8-15 16,-9 8-12-16,15-1-31 0,-1 1-47 0,-5-1-60 15,9 0-63-15,-1-2-69 0,-3 3-114 16,2-4-310-16,0 3 137 0</inkml:trace>
  <inkml:trace contextRef="#ctx0" brushRef="#br0" timeOffset="187662.54">13046 7445 47 0,'0'0'195'0,"7"-3"-3"0,-7 3 3 15,0 0 10-15,15 6 0 0,-8 1 4 0,0 2-2 0,-3 1-3 16,1 3-2-16,1 3-9 0,-4 1-11 0,2 10-9 16,-4-1-14-16,0-6-16 0,-4 5-16 15,0-1-6-15,-3 2-10 0,1-7-11 0,-6 4-13 16,1-1-8-16,0-3 3 0,-3 1-25 0,1-4-23 0,-5 2-35 16,0 0-35-16,-5-3-37 0,1 2-51 0,-3-3-58 15,6-6-43-15,-9 2-56 0,-3 2-151 0,0-5-467 16,1 1 208-16</inkml:trace>
  <inkml:trace contextRef="#ctx0" brushRef="#br0" timeOffset="187926.47">12028 7427 2844 0,'-1'-5'158'0,"1"5"-26"0,-4-11-56 16,4 11-37-16,-2-6-21 0,2 6-3 0,0 0-2 16,0 0 19-16,0 0 14 0,-9 17 14 15,3 2 9-15,1 3 5 0,1 6 2 0,-2 0-1 0,5 4-6 16,0-2-2-16,1 1-14 0,3-3-8 0,2 2 3 16,3 0-12-16,2-5-1 0,2-1 3 0,1 0-26 15,1-4-43-15,5-1-38 0,-8-4-48 0,5-1-60 16,9 2-79-16,2-2-68 0,-5-2-202 0,7-2-571 15,-2-4 253-15</inkml:trace>
  <inkml:trace contextRef="#ctx0" brushRef="#br0" timeOffset="188147.08">13564 7646 257 0,'10'-4'356'0,"-10"4"-33"0,8-2-31 0,-8 2-34 16,9-5-13-16,-2 5-20 0,-7 0-19 0,11-4-16 0,-2 4-22 15,0-2-8-15,5 1-27 0,-1 1-12 16,-1-3-24-16,1 3-38 0,-1 0-45 0,-1 0-62 16,-5 0-63-16,-6 0-75 0,14 3-53 0,-9-2-181 15,-5-1-455-15,0 0 201 0</inkml:trace>
  <inkml:trace contextRef="#ctx0" brushRef="#br0" timeOffset="188301.35">13560 7751 70 0,'0'0'318'0,"-5"6"-31"0,1-3-24 0,4-3-12 0,0 0-11 16,0 0-11-16,-5 9-13 0,5-9-9 16,0 0-14-16,0 0-17 0,9 8-17 0,-2-7-12 0,5 0-31 15,5 0-29-15,4-2-35 0,-1 2-65 0,0-2-67 16,7-1-79-16,2-1-86 0,-2 2-174 0,0-4-455 15,-4 2 202-15</inkml:trace>
  <inkml:trace contextRef="#ctx0" brushRef="#br0" timeOffset="188862.17">14744 7535 333 0,'0'0'341'0,"0"0"-12"16,-4-10-9-16,4 10-11 0,-8-5-7 0,8 5-15 16,0 0-12-16,-8-1-18 0,8 1-16 15,0 0-14-15,-16 5-13 0,11 0-8 0,-4 4-7 0,1-2-5 16,-2 7-18-16,-3 1-14 0,4 1-15 0,0-1-18 16,-1 0-8-16,0 0-19 0,6 0-2 0,-1 0-16 15,-3 2-8-15,6-7-6 0,2 3-6 16,0-2-5-16,1 0-11 0,0 0-4 0,3-3-6 0,0 2-4 15,3-2-7-15,-1-1-1 0,3 1-6 0,2-5-4 16,0 2-3-16,1-4 2 0,-3 1-12 0,4-2-5 16,1 0 2-16,1-3 2 0,-6 0-7 0,3 1 3 15,1-2-7-15,-1-3-6 0,-3 0-10 0,-1 0-2 16,1-3 1-16,5 0-5 0,-7-2 1 0,-1-3-8 16,0 1-7-16,-1 4-1 0,0-8 5 0,0 1-2 15,-5-1 1-15,2 0 0 0,-5-1-6 0,-1 2 14 16,0 1-1-16,2 4 1 0,-2 3 9 0,-2-2 4 15,2 2-7-15,-1 3 10 0,-1 0-11 0,-1 0 5 16,-2 2-21-16,0 3-5 0,-4-1-21 0,3 2-23 16,0 3-26-16,-2 1-35 0,-1-1-36 0,1 5-40 15,1-3-51-15,2 4-46 0,0 0-219 0,2 0-592 16,0 1 263-16</inkml:trace>
  <inkml:trace contextRef="#ctx0" brushRef="#br0" timeOffset="189034.5">14974 7663 228 0,'0'0'289'0,"10"0"-21"16,-10 0-11-16,7 1-4 0,-7-1-1 0,0 0-3 15,8 0-14-15,-8 0-23 0,0 0-20 0,0 0-23 16,0 0-14-16,0 0-17 0,10 0-23 0,-10 0-31 0,0 0-38 16,0 0-40-16,0 0-45 0,0 8-58 15,0-8-70-15,0 0-57 0,3 9-214 0,-3-9-473 16,0 0 211-16</inkml:trace>
  <inkml:trace contextRef="#ctx0" brushRef="#br0" timeOffset="189381.44">15242 7510 203 0,'7'-4'221'0,"0"3"-5"0,4-1 6 15,-3 0-6-15,3 2-10 0,1 0 0 0,0 2 13 16,2 1-14-16,-3 1-9 0,2 2 0 0,0 0-14 15,-2 0-15-15,1 1-13 0,-5 2-1 0,2 1 3 16,-3-1-11-16,-1 2-13 0,0 0-2 0,-4-1 1 16,-1 2 2-16,0-1 0 0,-6 4-15 0,-1-4-7 15,-2 2-8-15,-1 2-10 0,-5-3-6 16,2-1-9-16,-3 0-5 0,-9 2-10 0,10-4-2 0,-2 0-11 16,3 0 2-16,1-4-9 0,1-2-5 0,4 1-4 15,-2-1-5-15,3-1-1 0,0 0-3 0,1 1-7 16,1 0-1-16,5-3-9 0,-9 3-6 0,9-3-5 15,0 0-7-15,-7 4-17 0,7-4 3 0,0 0-7 16,0 0 11-16,0 0 1 0,0 0-3 0,25 8 0 16,-12-4 12-16,5-1-30 0,2 3-30 0,6-2-16 15,-7-1-23-15,2 1-21 0,6-4-27 0,-1 6-33 16,1 0-29-16,3-3-36 0,3 0-52 0,-3 4-244 16,1-4-596-16,-2 1 264 0</inkml:trace>
  <inkml:trace contextRef="#ctx0" brushRef="#br0" timeOffset="189777.48">15688 7642 152 0,'-1'-10'286'0,"0"3"8"0,1 7 2 16,-2-11 0-16,2 11-4 0,3-11-9 0,-3 11-12 15,0 0-14-15,-1-10-27 0,1 10-20 0,0 0-20 16,0 0-25-16,0 0-10 0,6-5-16 0,-6 5-13 15,0 0-13-15,9 17 3 0,-4-8 4 0,0 2-9 16,4 4-3-16,-3 2-12 0,1 1-10 0,-1 0-5 0,1 1-7 16,-1-2-8-16,1 4-5 0,0-4-6 15,-1-2-4-15,0 0-6 0,-1 0-4 0,0-3-4 16,-2-1-5-16,3-3-1 0,-3 3 0 0,1-5-10 16,-1 1 6-16,-2-1-3 0,3-2-3 0,-4-4 0 0,6 9-1 15,-3-5 1-15,-3-4 22 0,4 3 19 16,-4-3 14-16,0 0 5 0,9 0-1 0,-9 0 3 15,0 0-1-15,16-9-6 0,-7 2-6 0,0-3-7 16,5-3-10-16,-4-1-4 0,2-2-7 0,5-5-2 0,-7 4-3 16,6-8-7-16,1 1-2 0,-2-2-4 0,0 3-3 15,2-1-10-15,-6 7-9 0,-1 2-14 0,-1-1-7 16,0 3-28-16,-2-2-18 0,0 4-41 16,-2 1-59-16,0 0-41 0,-1 0-58 0,-4 4-67 0,1-4-76 15,-1 10-358-15,-4-9-827 0,4 9 367 0</inkml:trace>
  <inkml:trace contextRef="#ctx0" brushRef="#br0" timeOffset="189930.38">16088 7715 36 0,'0'0'287'15,"0"0"-26"-15,0 0-28 0,11-4-25 0,-11 4-40 16,0 0-56-16,0 0-73 0,2-6-95 0,-2 6-159 15,0 0-233-15,0 0 104 0</inkml:trace>
  <inkml:trace contextRef="#ctx0" brushRef="#br0" timeOffset="-166662.93">10569 8035 12 0,'0'0'131'0,"0"0"-3"0,7-6-8 15,-7 6-11-15,5-4-5 0,-5 4-5 0,0 0 1 16,0 0-8-16,8-3 0 0,-8 3-5 16,0 0-7-16,0 0-11 0,0 0-6 0,5-2-4 0,-5 2-5 15,0 0-4-15,0 0-8 0,0 0-2 0,0 0-6 16,0 0-6-16,0 0 0 0,0 0-4 0,0 0 4 15,0 0-4-15,0 0-5 0,0 0-1 0,0 0-5 16,0 0 2-16,0 0 2 0,0 0-7 0,0 0 4 16,0 0 0-16,0 0 0 0,0 0-7 0,0 0 1 15,0 0-4-15,0 0 2 0,0 0 2 0,0 0-6 16,0 0 1-16,0 0-1 0,0 0 3 0,0 0 2 16,0 0-2-16,0 0 3 0,0 0-4 0,0 0-1 15,0 0 8-15,0 0-5 0,0 0-3 0,0 0 4 16,0 0-1-16,0 0-3 0,0 0 2 0,0 0-2 15,0 0-5-15,0 0-1 0,0 0-2 0,0 0 2 16,0 0 3-16,0 0 0 0,0 0-5 0,10 5 4 16,-2-2 0-16,2 0-2 0,1-1 2 0,0 2 6 15,0-2-5-15,4 1-1 0,-1-3 2 0,5 4 1 16,-3 0-1-16,3-2-1 0,0 0-1 0,0 1 2 16,1-2 5-16,-1 2-4 0,9 0 0 0,-6 0 1 15,7-2-3-15,-8 1 1 0,1 1-4 0,6 0 3 16,-7 1 3-16,6-1-1 0,0 0-5 0,-5-2 7 15,0 3-2-15,1-2-3 0,-3 0 1 0,7 0 2 16,-5 1 1-16,4 0-6 0,3-1 2 0,-2 0 1 16,-1 2 3-16,1 0-2 0,0-3-1 0,-7 1 0 0,1 2 6 15,1-2-5-15,-1 0-2 0,6 1 3 16,-5 0-5-16,-2-2 6 0,3 1-1 0,4 1-1 16,2-2-1-16,-9 2 5 0,7 1-9 0,-4-2 6 15,3 1 1-15,2 0-3 0,-7 0-2 0,6-1 4 16,-4 0-2-16,-3 1-3 0,0 0 8 0,9-2-7 0,1 4 4 15,-9-4-4-15,7 2 5 0,2-1 2 16,-3 0-5-16,3 0 3 0,-2 0-3 0,4-2 4 16,-3 3-3-16,0-3 1 0,-1 2-4 0,2-2 7 0,-1 0-2 15,0 0-8-15,0 1 14 0,-1-2-7 0,-1 1 4 16,2 0-4-16,0 0-4 0,0 0 5 16,3 0-2-16,-1 0 4 0,-1 0-5 0,1 0 0 15,3 0 1-15,-1 0 3 0,-1-2-3 0,2 2 0 0,1 0 1 16,-1 0 0-16,-1 0 1 0,2 2-6 0,-2-2 3 15,-1 1 5-15,2-1 0 0,1 1-3 0,-3-1 0 16,-1 3-1-16,3-2 1 0,-1-1-1 16,1 1-2-16,-1 2-2 0,-1 0 6 0,2-3-1 0,2 0 2 15,-4 3-2-15,6 0-1 0,-5-2 1 0,5-1 0 16,0 2 2-16,-1-2-4 0,1 0 2 0,2 1-1 16,12 1 1-16,-16-2-1 0,4 2 7 0,-1 0-5 15,12-3 1-15,1 2 2 0,-14-1-1 0,0 0 0 16,3 1-2-16,10-1 0 0,-10 2 2 0,8-4-1 15,-10 2-6-15,1 0 3 0,-2 2 1 0,16-2 1 16,-16 0-2-16,14 0 2 0,-12 0 1 0,10 0-1 16,-12 2-3-16,16-1 2 0,-4 2 2 0,-11-3-2 15,13 1-4-15,-13 1 7 0,14-1 1 0,-4-1 2 16,-9 1-6-16,11-1 2 0,-1 2-3 0,-12 1 4 16,16-3-8-16,-13 1 6 0,9 1 5 0,-11-2-4 15,0 0 1-15,13 1 1 0,-2 1-1 0,2-4-1 16,-13 4 5-16,13-4 3 0,-1 2-6 0,-1 0 0 15,-13 0 2-15,14-3-1 0,0 3-2 0,-14 2 3 16,2-4-3-16,-3 1 1 0,2-1-3 0,0 1 4 16,0 1 0-16,0 0-1 0,-4 0 2 0,-2-2 3 15,1 4-5-15,-3-2-2 0,2 0 5 0,-6 0-2 16,3-2 0-16,-8 2 0 0,0 0-3 0,-1 2 5 16,2-2-3-16,-3 0 1 0,0 0 0 0,0 0-1 15,-2 0 0-15,-3 1 2 0,0-2-4 0,3 1 0 0,-1 0 3 16,-2 1 0-16,3-1 5 0,-2 0-1 15,2 0 4-15,1 0 1 0,0-1-5 0,-5 1 5 16,-1 1-1-16,1-1-1 0,0-1 1 0,-2 1-3 16,0 1-1-16,-1-1 2 0,0-1-5 0,-10 1 0 0,15 0 2 15,-7 0-5-15,-8 0 1 0,14 1 1 16,-6-1 0-16,1 0-3 0,0 0 0 0,0 0 2 16,-9 0-4-16,15 0 2 0,-7 0-2 0,-8 0 4 15,10 3-3-15,-4-3 0 0,-6 0-2 0,0 0 2 16,13 2-2-16,-13-2 0 0,0 0-5 0,10 0-8 0,-10 0-13 15,0 0-22-15,0 0-18 0,0 0-17 0,7 1-23 16,-7-1-34-16,0 0-48 0,0 0-149 16,-27-9-363-16,8 5 161 0</inkml:trace>
  <inkml:trace contextRef="#ctx0" brushRef="#br0" timeOffset="-165053.33">10561 7990 98 0,'0'0'124'0,"-3"-6"-8"0,3 6 8 15,0 0-4-15,-1-10 1 0,1 10-9 0,-3-9-11 16,2 1-10-16,1 8 13 0,-1-19-21 0,0 8-7 16,-1-8-8-16,0-5 2 0,1-2 7 0,2 0-4 15,-1-3 4-15,2-3-8 0,0-1-5 0,0-2-5 16,2-1-6-16,2-9-4 0,0-3-5 0,1 3-3 15,1 9-8-15,2-11-5 0,0-6 0 0,3 6-6 16,0-3-4-16,1 1 1 0,-1 2-2 0,-3 14-2 16,1-13 0-16,0 14-3 0,-2 0-10 0,1 0-4 15,-2 2-4-15,-1 2-8 0,-2 3-5 0,3 7-1 16,-3 0 5-16,-1 1-4 0,-1 4 0 0,-1 4 2 16,1-2 5-16,-2 3-3 0,0 2 5 0,1-1 1 15,-2 7-5-15,2-12 6 0,-2 12-2 0,1-8 6 16,-1 8-5-16,0 0-2 0,0-9 3 0,0 9-1 15,0 0-2-15,0 0-9 0,0 0 3 0,2-9-2 16,-2 9-1-16,0 0-4 0,0 0 7 0,0 0-1 16,0 0 6-16,12 2-3 0,-12-2 3 0,13 5 4 15,-4-3 2-15,1 1 3 0,8 3 8 0,-5-1 3 16,7-2 1-16,6 5 0 0,2-4 1 0,2 3 5 16,2-1-5-16,1-1 6 0,-1 3 7 0,6-2-5 15,-2-1-7-15,14 4 3 0,-1-1 0 0,2-1-2 0,-12-1-2 16,13-1-2-16,6 3 2 0,-5-1 1 0,4 0-3 15,3-2-4-15,1 0-6 0,2 1 9 16,2-2 3-16,-2 1-2 0,3-4-4 0,-1 1 0 16,0 0 2-16,-1 2-5 0,0-2 2 0,-1 3 3 0,1-5-5 15,1 2 2-15,-2-1 3 0,-2 1-1 0,1 1-4 16,1 0 2-16,0-1 0 0,2 3 1 16,0-2 0-16,-4 2-5 0,4-4-1 0,1 1 5 15,-3 2-1-15,-4 2-2 0,3-3 1 0,-4 1-2 16,0 1 4-16,5-1-3 0,-4 2 5 0,1-6-2 0,1 4 3 15,-3-1 2-15,3 3-5 0,0-4-2 16,0 3 4-16,-1-2-8 0,1 0 4 0,0 0 1 16,1 1-5-16,1 0 4 0,-4-1-3 0,3 0 3 0,-1 1 1 15,-2-3 1-15,0 4-1 0,1-5-1 0,3 3 2 16,-1-1-3-16,4-1 0 0,-5 2 0 0,2 0-3 16,-3 0 5-16,0 0-1 0,1-2-3 0,-2 2 2 15,-3 1-1-15,3-1-2 0,-4-2 4 0,-1 3-1 16,3 1-3-16,-1 0 4 0,-3-2 0 0,3 0-4 15,0-1-2-15,0 2 2 0,1-2 3 0,-4 2 3 16,2-1-6-16,3-2 0 0,-21 0 2 0,14 1-4 16,-14 1-1-16,14-3-2 0,-14 1 3 0,2 1 0 15,13-2 0-15,-15 1 0 0,-1 0 3 0,0 1-1 16,2-4-2-16,-2 2 3 0,-2 2-1 0,-1-2-1 16,-1-2 5-16,-2 2-5 0,-2-1 1 0,-6 1 1 15,-2 0-2-15,1-1 9 0,-2 1-10 0,-3 0-2 16,-2 0 5-16,-1 0 1 0,-1 0-6 0,-1 0 14 15,-3 0-8-15,-8 0-1 0,13 0-3 0,-13 0 6 16,12 1-6-16,-5 0 1 0,-7-1 3 0,0 0-7 16,10 3 8-16,-10-3-1 0,8 3-1 0,-8-3-10 15,5 4 12-15,-5-4-7 0,4 6 9 0,-2-2 0 16,-2-4-1-16,4 9-4 0,-1-3-5 0,-2 1 6 16,0-1-3-16,0 2 4 0,1 0 2 0,0 2-3 15,1 0-1-15,-2 1 5 0,0 1-2 0,1 0-3 16,-2 3 4-16,2-2 0 0,-1 4-8 0,1 0 9 15,-2 2-4-15,1-2 4 0,0 1-3 0,-1 8-2 16,2-6 6-16,-2-1-6 0,0 6 4 0,-2-6 5 16,4 7-8-16,-4 0 4 0,2 0 2 0,0 0-3 15,0 0-2-15,-1 2 7 0,-2-1-2 0,2 1-3 16,-1 0 2-16,-1 3 0 0,2-5-1 0,-3 3 7 16,3-1-11-16,-1-1 9 0,-1 0-6 0,1-2-2 15,0 1 0-15,2-5 0 0,0-3 4 0,-2 0-4 16,1-2 1-16,0 0-1 0,1-5 3 0,-1 1-5 15,1 1 5-15,-2-2 1 0,1-1-1 0,1-1 2 16,0 2-1-16,-1-4-1 0,-1 3-3 0,2-10 0 16,-1 13-2-16,1-13 4 0,0 12-3 0,-1-8 5 15,1-4 0-15,-1 10 1 0,1-10-2 0,0 0 1 16,-3 10-3-16,3-10-8 0,-4 8 13 0,4-8-6 16,-6 7 6-16,6-7-3 0,-8 5-2 0,3-2 6 15,0-1 1-15,-6 2-3 0,0-1-2 0,-4-3 1 0,-2 4-14 16,-4-1-13-16,-7-1-17 0,-2-2-11 0,-2 3-25 15,-4-5-22-15,-1 1-35 0,-12 1-133 0,-8-2-288 16,3 1 128-16</inkml:trace>
  <inkml:trace contextRef="#ctx0" brushRef="#br0" timeOffset="-164069.03">17333 7775 51 0,'1'-7'219'16,"-1"7"-7"-16,3-11-14 0,-3 11-14 0,1-7-18 15,-1 7-20-15,0 0-13 0,0 0-19 0,2-6-10 16,-2 6-12-16,0 0-12 0,0 0 4 0,-9 19-1 16,6-7-4-16,-6 5-11 0,2 1-4 0,-2 5-4 15,-2-1-9-15,3-3-4 0,2-1-3 0,-2-2-1 16,2 0-6-16,-1-1-6 0,4-4-3 0,0-3-4 16,0 1-2-16,1-5 2 0,2-4-3 0,-3 9-2 15,3-9 4-15,-2 7-2 0,2-7 14 0,-2 6 30 16,2-6 6-16,0 0-2 0,0 0-4 0,0 0-6 15,0 0-10-15,0 0-2 0,0 0-8 0,7-32-5 16,1 18-4-16,-2-5-9 0,5-4-4 0,-2-2-3 16,3 2-7-16,3-3 0 0,2-2 1 0,-1 0-5 15,4-2-1-15,4-10-3 0,-5 10 4 0,1 2-4 16,-3 3 0-16,0 4 0 0,-4 7-3 0,-1-1 1 16,-3 6 2-16,-1 3-1 0,0-2 1 0,-3 1-4 15,0 4-2-15,-5 3 2 0,7-3-2 0,-7 3 0 16,11 5 0-16,-2 3 1 0,-3 3 3 0,0 5-3 15,1 3 3-15,2 8 2 0,-4 0 6 0,1-1 4 0,-2 2 5 16,1-2-3-16,-1-1 0 0,-1 2-2 16,2-2 2-16,-3-7-6 0,1-1 5 0,-1-1-3 15,2 1 4-15,-1-1-4 0,-2-4 0 0,3 0 0 16,-3 1 2-16,3-4-7 0,0 2 3 0,-2-2 2 16,1 2 1-16,-1-5-6 0,1 1 4 0,-2 0-23 0,1-1-22 15,0 1-30-15,-1-1-34 0,-1-6-43 0,2 9-43 16,-2-9-23-16,-3 12-27 0,3-12-144 15,-10 8-414-15,-1-6 183 0</inkml:trace>
  <inkml:trace contextRef="#ctx0" brushRef="#br0" timeOffset="-163928.52">17337 7878 30 0,'1'-11'205'0,"3"5"-22"0,3-1-19 0,6 0-28 16,4 2-20-16,2-2-32 0,1 3-31 0,1-3-46 15,10 1-39-15,-3 4-28 0,1-1-88 0,-6 2-160 16,6 2 71-16</inkml:trace>
  <inkml:trace contextRef="#ctx0" brushRef="#br0" timeOffset="-163265.37">17744 7906 137 0,'0'0'215'0,"0"0"-8"16,0 0-16-16,0 0-7 0,0 0-3 0,13-13-13 15,-9 7-14-15,4 1-8 0,-2-3-4 0,0-1-6 16,4 0 3-16,-3 0-7 0,2 0-9 0,2-4-13 16,0 0-9-16,-4 3-8 0,2-4-7 0,4 1-8 15,-1-3-7-15,-1 1-7 0,-3 0-1 0,-1 8 0 16,1-4 4-16,-5 5-7 0,3 0 4 0,-4 0-18 16,-2 6-3-16,7-7-6 0,-7 7-8 0,2-5-3 15,-2 5-10-15,0 0-7 0,0 0-4 0,0 0-4 16,0 0-4-16,0 0-1 0,-28 14-5 0,16-4-1 15,-5 0-15-15,4 0-1 0,1 3-2 0,2-1-2 16,5-3-4-16,3 3 0 0,-1-1 0 0,4 2 1 16,1 2 3-16,3-4 10 0,1 0-4 0,3 3 2 15,3-2 2-15,-2 3 3 0,3-4 2 0,-2 0 5 16,-2-3-4-16,1 1 2 0,-2-2 0 0,0-1 0 16,-2 1 5-16,-1-2-2 0,0 0-2 0,-1 0 6 15,0-1 0-15,-1 1-1 0,-3-5 3 0,-2 11 3 16,2-11-2-16,-4 11-3 0,1-7-2 0,-1 1 3 15,-2 0-13-15,6-5-7 0,-11 8 0 0,7-6-1 16,4-2 6-16,-7 4 2 0,7-4-1 0,-7 3-7 16,7-3-13-16,0 0-15 0,0 0-7 0,0 0-7 15,0 0 12-15,16-23 4 0,-9 11-4 0,6 2 7 16,1-3 3-16,0-1 3 0,0-1 5 0,0 1 2 16,4-4 12-16,1-3 2 0,-2 2 11 0,1 0 4 15,-7 4 10-15,3-1 17 0,-3 3 11 0,-4 4 8 16,0 0 18-16,0 0 15 0,-2 0 9 0,1 3-2 15,-4 1-3-15,1 0-7 0,-3 5-7 0,4-7-2 16,-4 7-11-16,2-6-6 0,-2 6-8 0,0 0 3 0,0 0-10 16,0 0-9-16,0 0-3 0,0 0-2 15,0 0-7-15,0 0-1 0,-23 16-4 0,17-7-9 16,-1 0-5-16,2 0-3 0,0 1-1 0,2-1-3 16,1 2 0-16,-1-1 4 0,1-1 0 0,1 2 0 15,1 0 0-15,3-1 0 0,-3 1-4 0,3-1-1 0,-2 0 0 16,0-3 2-16,1 1 2 0,-1-1 2 15,0 0-7-15,2-1-4 0,-3-6-2 0,1 12-3 16,-1-7-1-16,0-5-5 0,-2 14-3 0,-2-8-2 16,0 0-29-16,-2 2-26 0,-1-3-30 0,1 1-26 0,-2 1-31 15,-2-1-125-15,-2-2-334 0,5-2 148 0</inkml:trace>
  <inkml:trace contextRef="#ctx0" brushRef="#br0" timeOffset="-162887.05">18165 7846 199 0,'2'-5'226'0,"-2"5"-12"0,4-6-13 15,-4 6-16-15,0 0-13 0,5-4-20 0,-5 4-11 0,0 0-17 16,4-6-12-16,-4 6-5 0,0 0-1 16,0 0-16-16,0 0-7 0,13 8-7 0,-11-3-9 0,2 0 0 15,-4-5-13-15,8 11-3 0,-3-9-4 0,1 3-5 16,-2-1-2-16,1 2-3 0,2-4-3 0,-1 1-1 15,-6-3-7-15,13 2-7 0,-8-1 0 0,-5-1-1 16,8 3-4-16,-8-3 2 0,0 0-5 0,11-3 4 16,-11 3-5-16,9-5-3 0,-9 5 1 0,4-7-2 15,-4 7 0-15,4-12-3 0,-3 8-2 0,-1 4-3 16,0-11 3-16,1 4-1 0,-1 7-3 0,3-9 3 16,-3 9 1-16,1-6-3 0,-1 6 0 15,0 0-3-15,0 0-2 0,0-8 0 0,0 8-2 0,0 0 1 16,0 0 2-16,0 0 1 0,0 0 1 0,0 0-3 15,3 22 4-15,-2-13 0 0,-1 0-1 16,1-1-1-16,1 5 2 0,1-5 3 0,-1 3-6 16,0-2-22-16,1 0-27 0,-1 1-33 0,0-1-44 15,0 0-32-15,1 0-41 0,-3-2-142 0,0 1-375 0,0-8 166 16</inkml:trace>
  <inkml:trace contextRef="#ctx0" brushRef="#br0" timeOffset="-162196.95">18350 7913 148 0,'0'0'175'0,"0"0"-17"16,0 0-17-16,1-7-11 0,-1 7-17 0,0 0-12 15,0 0-9-15,0 0-4 0,0 0-4 0,0 0-3 16,0 0-3-16,0 0 2 0,11 13-6 0,-11-13-7 16,2 8-5-16,-2-8-8 0,2 6-3 0,-2-6 5 15,0 0 8-15,2 6 7 0,-2-6 10 0,0 0 13 16,0 0 9-16,4 7 12 0,-4-7 10 0,0 0 2 15,0 0 1-15,0 0-11 0,0 0-11 0,0 0-13 16,0 0-4-16,6-15-12 0,-6 15-2 0,4-13-10 16,0 3-5-16,0 1-17 0,1-4-3 0,-1 3-8 15,3-1 5-15,0 1-14 0,2 0-1 0,-3 0-4 16,3 0-6-16,-3 3-2 0,1 0-2 0,1 2-5 16,-1 2 0-16,-2 2-5 0,3-2 1 15,-8 3 1-15,13 3-1 0,-6 0-1 0,1 2 0 0,0 3-1 16,-2 1 0-16,3 0-2 0,-3 1 2 0,2 0 1 15,-1 1-2-15,-1-1 6 0,-1 0 1 0,-1-1-4 16,0 0 1-16,-3-3-2 0,1-2 2 0,-2-4-1 16,3 12 4-16,-2-10-1 0,-1-2 0 0,3 7 4 15,-3-7 2-15,0 0 0 0,0 0 0 0,0 0 0 16,0 9 1-16,0-9-5 0,0 0 2 0,0 0-1 16,0 0-3-16,0 0-1 0,0 0-5 0,5-21-6 15,0 15 2-15,-1-3-12 0,2-1-8 0,-1 1-7 16,3-2-2-16,2-1-10 0,3 0 0 0,-3 3-1 15,4-1 5-15,-2 2 4 0,-2 4 3 0,-1-2 2 16,0 2 3-16,-1 2 1 0,-1 2 2 0,-7 0 4 16,13 1 2-16,-5 4-1 0,2 0 5 0,-1 3 9 15,0-1 2-15,1 1 2 0,-1 0 3 0,0 1-1 16,-1-1 2-16,-1-1-4 0,1 1 3 0,1-2-1 16,-1-1 2-16,-1 0 3 0,0-1 0 0,-4-2 1 15,5-1 3-15,1 1 0 0,3-2 0 0,-2-2-1 16,3 1 2-16,-2-2-1 0,1-3 1 0,0 0-1 15,-3 0 0-15,2 2 9 0,-3-5 3 0,0 0 0 0,-1-2-5 16,-1 3 0-16,0-3-1 0,-2 0-3 16,0-1 2-16,-1 2 0 0,-2 0-2 0,1-1 2 15,-2 5-5-15,0 6 1 0,-1-11 0 0,1 11-1 16,0 0-2-16,1-11-7 0,-1 11 2 0,0 0-5 16,0 0-2-16,0 0-2 0,-21 15-2 0,12-6-3 15,1 0-14-15,-1 4-27 0,3-2-36 0,-3 3-49 16,5 2-45-16,0 0-54 0,-2 5-177 0,4-5-452 15,5 3 200-15</inkml:trace>
  <inkml:trace contextRef="#ctx0" brushRef="#br0" timeOffset="-161901.33">19435 7987 253 0,'9'-9'237'16,"4"-4"-4"-16,0-1-9 0,-2 2-11 0,2 0-15 0,0-1-12 15,1 1-9-15,-5 0-12 0,1 0-20 16,-1 1-8-16,-1 1-16 0,-2 0 0 0,-1 0-8 16,1 4-10-16,-2-2 2 0,0 3 1 0,-1 0 2 15,-3 5 1-15,5-7-13 0,-5 7-6 0,1-6-10 16,-1 6 6-16,0 0-18 0,0 0-6 0,0 0 1 16,0 0-13-16,0 0-7 0,0 0-4 0,0 0-6 15,-24 8 3-15,17 2 2 0,2-3-8 0,-1 4-4 16,2-1 7-16,-1 2-13 0,-1 4-3 0,6-6-1 15,0 3-2-15,1-4-12 0,1 4-30 0,5-3-27 0,-2 0-29 16,3 0-32-16,-1-1-36 0,7 3-38 16,2-4-50-16,1-2-52 0,0-1-182 0,2-2-512 0,0-3 226 15</inkml:trace>
  <inkml:trace contextRef="#ctx0" brushRef="#br0" timeOffset="-161751.35">19636 7620 179 0,'-8'-10'198'0,"2"0"-18"0,-2 1-14 16,3 1-21-16,0 3-14 0,1 0-32 0,4 5-49 0,-5-6-60 15,5 6-31-15,0 0-28 0,0 0-29 0,0 0-57 16,0 0-169-16,0 0 75 0</inkml:trace>
  <inkml:trace contextRef="#ctx0" brushRef="#br0" timeOffset="-161507.25">19881 7570 42 0,'4'-7'238'16,"-4"7"1"-16,4-9 5 0,-4 3 4 0,0 6-3 16,2-9-11-16,-2 9-7 0,2-6-14 0,-2 6-15 15,0 0-20-15,0 0-15 0,2-8-19 0,-2 8-18 16,0 0-14-16,0 0-4 0,0 0-4 0,0 34-8 16,-2-10-1-16,0 11 5 0,0-2-8 0,-3 16-8 15,0-4 1-15,0 0-17 0,2-10 10 0,-2 3-4 16,2-2-10-16,-1 0-6 0,2-1-3 0,-3-3-11 15,-2 1 4-15,4-4-11 0,0 2 2 16,2-6-19-16,-1 2-14 0,1-7-16 0,0-4-22 0,0 4-30 16,-2-5-33-16,2-4-33 0,-1 1-37 0,-1-2-44 15,0-2-36-15,-3 1-38 0,-1-2-214 0,-2-1-537 16,-1-3 238-16</inkml:trace>
  <inkml:trace contextRef="#ctx0" brushRef="#br0" timeOffset="-161367.9">19724 7952 64 0,'23'-2'81'16,"6"-1"-29"-16,3-1-36 0,2 2-52 0,-2-1-38 16,-1-2 16-16</inkml:trace>
  <inkml:trace contextRef="#ctx0" brushRef="#br0" timeOffset="-160984.37">20300 7843 143 0,'0'0'216'0,"7"-6"1"0,-7 6-7 15,7-4-15-15,-7 4-12 0,0 0-24 0,0 0-18 16,7-1-17-16,-7 1-15 0,0 0 1 16,0 0-3-16,9 10-8 0,-9-10-8 0,1 12-8 0,2-6-8 15,-2 1-6-15,0 0-3 0,-1-7-10 0,1 13-6 16,-1-7 0-16,0-6-6 0,2 12-6 0,-2-12-3 15,2 8-1-15,-2-8 12 0,3 6 15 0,-3-6 17 16,0 0 14-16,1 8 13 0,-1-8 11 0,0 0 2 16,0 0 8-16,0 0-5 0,0 0-5 0,0 0-12 15,0 0-19-15,0 0-5 0,6-21-20 0,-2 12-6 16,4-1-4-16,-2-3-5 0,4-3-11 0,2 1-11 16,2-3-1-16,4-1-7 0,-3 6-3 0,-1 0-2 15,3 0-9-15,-3 0-2 0,-2 3 6 0,-1 3-5 16,-2 1 0-16,0 0 0 0,-1 3-1 0,-1 3-4 15,0-3-1-15,-7 3-2 0,15 3 6 0,-9 0 5 16,2 4-12-16,-1 3 5 0,1 1-3 0,-1 1 1 16,2 2 1-16,-3 3 1 0,-1-1 1 0,2 0 0 15,-4 2-10-15,1-1-22 0,0-3-28 0,-3-1-33 16,1 0-45-16,-1-2-52 0,2 4-38 0,-2-3-41 16,0-1-258-16,-1 0-574 0,1-3 254 0</inkml:trace>
  <inkml:trace contextRef="#ctx0" brushRef="#br0" timeOffset="-160720.49">20750 7902 129 0,'0'0'242'15,"3"-9"-22"-15,-3 9-13 0,0 0-12 0,0 0-15 16,4-7-15-16,-4 7-14 0,0 0-17 0,0 0-16 16,0 0-14-16,0 0-6 0,0 0-12 0,10 0-10 15,-10 0-7-15,0 0-1 0,16 6-8 0,-8-5-7 16,-1-1-4-16,4 0-2 0,-2 0 4 0,-9 0 3 15,11 0 4-15,-11 0 11 0,12 0 7 0,-12 0 2 16,9-3-2-16,-9 3-5 0,4-8 2 0,-4 8-2 16,5-9-12-16,-5 9-1 0,0-12-8 0,0 6-6 15,0 6-2-15,-1-12-9 0,1 5-15 0,0 7-12 16,-7-11-13-16,3 7-12 0,4 4-17 0,-5-9-26 16,5 9-39-16,-9-6-60 0,9 6-50 0,-9 0-58 15,-1 0-160-15,10 0-465 0,0 0 206 0</inkml:trace>
  <inkml:trace contextRef="#ctx0" brushRef="#br0" timeOffset="-160474.46">21052 7590 64 0,'5'-11'322'0,"-4"2"3"0,3 0 5 15,-3 3-6-15,-1 6-12 0,0 0-7 0,5-14-15 16,-3 11-31-16,-2 3-25 0,0 0-23 0,0 0-14 15,0 0-15-15,0 0-4 0,0 0-10 0,0 0-20 16,5 39-9-16,-4-13-10 0,-1 4-22 0,3 1 1 16,-3-2-7-16,-2 3-15 0,2-4-5 0,2 2-11 15,-2-2-4-15,-3-1-15 0,6-1-24 0,-5-7-18 16,2-2-39-16,-1 1-50 0,1 0-51 0,0-4-40 16,-2 3-49-16,0-5-57 0,2-2-48 0,-1 1-274 15,-4-2-648-15,0-3 287 0</inkml:trace>
  <inkml:trace contextRef="#ctx0" brushRef="#br0" timeOffset="-160333.03">20980 7851 67 0,'3'-10'228'0,"3"5"-24"0,-1 1-19 0,3-3-21 16,2 1-17-16,8 0-13 0,-1-1-19 0,3 4-34 15,7-1-44-15,-5 1-51 0,3 0-56 0,-3 0-143 16,-4 3-231-16,-1-2 102 0</inkml:trace>
  <inkml:trace contextRef="#ctx0" brushRef="#br0" timeOffset="-159688.72">18138 8584 208 0,'0'-16'317'0,"0"1"-20"16,0 3-19-16,-4 0-11 0,1 2-13 0,-2 1-9 15,0 0-8-15,3 3-11 0,-2 1-8 0,-1-1-13 0,5 6-18 16,-9-9-16-16,2 9-20 0,7 0-21 0,-15 4-10 16,4 1-15-16,-3 4-6 0,2 2-10 0,-2 2-14 15,4-2-7-15,1 3-8 0,2-3-1 16,0 0-3-16,3-1-10 0,1 2-19 0,2-3-15 0,1 0-18 15,1 1-11-15,3-2-17 0,0-1-13 0,2-1-2 16,3 0-7-16,2-4 0 0,1 2 7 0,1-4 6 16,1 0-1-16,4-2 10 0,-5-1 1 15,0-4 4-15,2-1 4 0,-4 1 3 0,2-5 4 0,-1 4 1 16,-3-1 7-16,-2 1 7 0,-1-2 1 0,1 4 2 16,0-3-2-16,-2 4 4 0,-3 0-7 0,-2 5 1 15,7-7 1-15,-3 4-6 0,-4 3-1 0,0 0 3 16,0 0-2-16,13 10 6 0,-9 0 8 0,1 7 8 15,-1 8 2-15,2 3-4 0,-4 5 5 0,-2 1-1 16,0-3 2-16,-2 4 0 0,-1-3 1 0,-1-1-3 16,0-2 5-16,0-5 0 0,-3 2 2 0,-1-7 2 15,-1 0 3-15,-1 4 1 0,-3-6 6 0,-1-1-4 16,-6 2-1-16,-3-4 1 0,5-3-6 0,-5 3-11 16,-1-4 15-16,3-3-16 0,-1-4-16 0,2 1-15 15,1 0-19-15,-2-4-17 0,1-1-21 0,7-2-34 16,-5-1-41-16,5-1-40 0,3-1-43 0,-1-3-49 15,5-3-199-15,3 1-520 0,3-6 231 0</inkml:trace>
  <inkml:trace contextRef="#ctx0" brushRef="#br0" timeOffset="-159490.9">18372 8596 270 0,'5'-5'256'0,"-1"1"-25"0,-4 4-14 16,6-6-14-16,-2 3-12 0,-4 3-14 0,0 0-13 0,8-5-21 15,-8 5-8-15,0 0-13 0,0 0-7 0,0 0-7 16,8 13-13-16,-8-7-11 0,0 5-5 16,0-1-9-16,0 0-9 0,-1 2-34 0,2 0-16 15,1 1-25-15,-2-2-20 0,-2 1-34 0,4 0-47 0,-1-3-36 16,-2 1-32-16,1-1-35 0,-2 1-112 0,2-4-357 16,0-6 158-16</inkml:trace>
  <inkml:trace contextRef="#ctx0" brushRef="#br0" timeOffset="-159322.72">18379 8429 111 0,'0'-7'178'16,"0"7"-27"-16,-1-9-11 0,1 9-22 0,0 0-22 0,0-13-27 16,0 13-11-16,0 0-7 0,0 0-24 0,0 0-13 15,0 0-14-15,0 0-28 0,4 28-18 0,0-16-22 16,1 3-16-16,-1 1-48 0,1-1-142 0,1-5 64 15</inkml:trace>
  <inkml:trace contextRef="#ctx0" brushRef="#br0" timeOffset="-158854.79">18483 8558 2 0,'0'0'103'0,"9"6"-9"0,-4-3 5 15,-1 1 5-15,0 2 16 0,-2 0-6 0,2 0 0 16,0 2-4-16,0 1-4 0,-2 3 3 0,3-2-4 16,-1 3-4-16,-1-3-12 0,-1 2-3 0,1 0-7 15,-2-1-7-15,0 0-8 0,2-2-5 0,1 0-4 16,-1-1-7-16,-1-2-7 0,2 0 3 0,-4-6-11 15,2 8 8-15,-2-8 13 0,4 8 11 0,-4-8 14 16,0 0 12-16,3 4 6 0,-3-4-1 0,0 0-9 16,0 0-9-16,0 0-6 0,9-16-4 0,-5 8-4 15,1-2-7-15,0-2-6 0,2-2-7 0,-1 2-5 16,1 0-7-16,3-4-21 0,1 2-14 0,-1-2-16 16,1 5-15-16,0-3-14 0,0 1-11 0,1 8-13 15,-3 0-10-15,1-1-6 0,2 5-5 0,-1 1-4 16,-1 1 2-16,0 2-9 0,-2 4 1 0,2-2 9 15,-2 4 10-15,-1-1 8 0,0 3-1 0,1-2 10 0,2 0 6 16,-3 1 6-16,2-5 18 0,0 2 6 16,3-3 12-16,-2-2 8 0,3-1 9 0,-2-2 11 15,1-1 18-15,1-2 4 0,-3-4 11 0,0 1 17 0,1-1 9 16,0 0 5-16,-2-1 10 0,0-1-3 16,-2 1 1-16,0 0-1 0,-2-3-2 0,-1 2 4 15,2-3 12-15,-6 3 6 0,1 2 2 0,-1 1-9 16,0 7 0-16,-2-13-3 0,-2 6 0 0,4 7 2 15,-5-10-5-15,1 7-4 0,4 3-5 0,0 0-5 0,-13 0 4 16,13 0-11-16,-16 11-8 0,7 3-4 0,-2-1-2 16,1 4-5-16,1 0-5 0,-1 5-6 15,4-3-6-15,1 0-24 0,2 1-28 0,2-1-39 0,1-1-37 16,1 0-37-16,3 1-50 0,-2 1-41 0,6-4-32 16,0 2-30-16,1-3-151 0,1-2-474 0,5-1 210 15</inkml:trace>
  <inkml:trace contextRef="#ctx0" brushRef="#br0" timeOffset="-158656.37">19125 8797 39 0,'6'-9'225'0,"-1"-3"-13"16,4-1-12-16,-3-1-12 0,1 0-5 0,-1-4 9 15,2 2 2-15,-1 2-6 0,1 0-10 0,-3 2-4 16,2 2-2-16,0 1-4 0,0 2-6 0,-2-3-18 16,0 7-16-16,0-1-14 0,1 0-12 0,1 1-9 15,-7 3-12-15,13 2-8 0,-6 0-5 0,1 3-9 16,1 3-6-16,-3 1-5 0,7 4-3 0,-4 0-9 15,-3 3-15-15,1 0-21 0,0 0-29 0,-2-1-33 16,-1 4-48-16,2-4-55 0,-3 1-59 0,1-2-52 16,-1 2-170-16,-1-4-483 0,5-1 213 0</inkml:trace>
  <inkml:trace contextRef="#ctx0" brushRef="#br0" timeOffset="-158440.37">19673 8692 14 0,'1'-17'268'0,"2"5"16"0,-2-1 1 16,0 4-2-16,-1-3 10 0,0 6-3 16,0 6-6-16,1-13-5 0,-1 13-28 0,0-10-26 15,0 10-22-15,-1-8-31 0,1 8-18 0,0 0-16 16,0 0-5-16,0 0-15 0,0 0-5 0,0 0-8 16,0 30-17-16,0-17-4 0,-1 3-9 0,-2 2-5 15,2 0-32-15,-2-1-29 0,1 1-48 0,1-1-40 16,-2 3-44-16,-2-3-50 0,0 0-64 0,2 0-53 15,-3 1-263-15,-1-5-599 0,2-1 266 0</inkml:trace>
  <inkml:trace contextRef="#ctx0" brushRef="#br0" timeOffset="-158277.58">19675 8471 48 0,'0'0'73'0,"16"16"-12"0,-9 0-25 0,2 6-21 16,-1 4-26-16,-2 4-26 0,1 2-41 0,-1-2 18 15</inkml:trace>
  <inkml:trace contextRef="#ctx0" brushRef="#br0" timeOffset="-158066.83">19789 8853 40 0,'0'0'195'0,"0"0"-7"0,0 0-2 0,5-31 2 15,-2 21 0-15,1-1-9 0,-1 0-4 0,3-5-16 16,1 1-5-16,3 2-9 0,-2-1-14 0,2-1-10 16,0 3-2-16,0 4-12 0,-1-2-10 0,1 5-9 15,-3 0-12-15,2 1-8 0,-1 2-5 0,1 2-8 16,-9 0-7-16,15 6-6 0,-7-1-2 0,-1 3-8 16,1 2 3-16,0 6-6 0,-2-1-5 0,1-1-9 15,-2 1-29-15,-3-1-31 0,1 3-23 0,-1-2-36 16,0 1-42-16,0-5-46 0,0 3-49 0,-2-6-123 15,2 2-392-15,1-4 174 0</inkml:trace>
  <inkml:trace contextRef="#ctx0" brushRef="#br0" timeOffset="-157830.1">20398 8600 259 0,'1'-10'304'0,"1"-1"-5"0,1 3-3 0,-2 4 1 15,-1 4-10-15,1-12-29 0,-1 12-28 0,2-6-15 16,-2 6-32-16,0 0-17 0,0 0 10 0,0 0-1 0,0 0-1 16,1 34-14-16,0-17-16 0,0 10-17 0,-1 0-11 15,0 1-8-15,-2-1-16 0,1 0-1 16,-1-2-10-16,2 2-14 0,0-2 0 0,0 1-24 16,2-7-25-16,-1 0-48 0,-1 5-39 0,0-9-42 0,0 1-41 15,-1-4-51-15,-1-1-45 0,0-2-42 0,-2-2-265 16,3-1-602-16,-3-2 266 0</inkml:trace>
  <inkml:trace contextRef="#ctx0" brushRef="#br0" timeOffset="-157370.87">20377 8801 36 0,'2'-10'200'0,"6"0"-17"16,0 0-18-16,3 0-15 0,1-1-11 0,1 0-4 15,1-2-9-15,0 3-5 0,1-1-2 0,-2 1-2 16,-2 1-4-16,1-2-1 0,-2 3-1 0,2 1-7 15,-3-2 0-15,-2 1 14 0,3 2-11 0,-2-2-3 16,-1 1-9-16,-1-2-11 0,0 0-6 0,3 2-8 16,-2 0-3-16,-4 3-10 0,1-3-4 0,0 2-5 15,-4 5-6-15,8-7-9 0,-4 5-3 0,-4 2-5 16,0 0-3-16,0 0-2 0,0 0-3 0,14 9 4 16,-12 0 3-16,0 4-9 0,0 4 5 0,-3 1-2 15,0 2-3-15,-2 0-4 0,0 4 3 0,1 2 3 16,-1-8-6-16,2 0 1 0,0-2-4 0,1-3 0 15,0-3 0-15,2 1-1 0,1-1 4 16,-1-3-2-16,4 1-4 0,0-1 4 0,4-1 2 0,0-1 0 16,8 0 0-16,-1-2 4 0,3 0-1 0,-2-1-2 15,3-2-1-15,0 0 5 0,1 0-5 0,-4-5 0 16,2 2-2-16,-2-1-2 0,-4 0 4 0,3-4 1 16,-4 2-3-16,1-2 2 0,-5 0 12 0,0 0 8 15,-2-2-3-15,-3 1 0 0,1-4 1 0,0 4 13 16,-2-1 13-16,-1 2-3 0,-2-1 3 0,0 9-6 15,-1-12 2-15,1 12-5 0,-4-7-5 0,4 7 4 0,-10-3-5 16,10 3-4-16,-18 5 2 0,6 2 0 16,0-2-7-16,-2 6-4 0,1 0-1 0,2-1-29 0,1 0-39 15,1 5-31-15,2-5-50 0,1 1-61 0,1 1-66 16,2-1-55-16,2 0-256 0,0-1-606 0,1 0 268 16</inkml:trace>
  <inkml:trace contextRef="#ctx0" brushRef="#br0" timeOffset="-155888.24">18712 9300 197 0,'1'-10'293'16,"-2"1"-15"-16,-3 1-13 0,0 0-3 0,2 1-6 15,-6-1-7-15,1 2-14 0,-3 1-17 0,4 2-11 16,-4 0-13-16,-2 3-16 0,-2 4-20 0,1 0-23 16,-5 2-4-16,4 3-15 0,-1 2-19 0,1 0 1 15,3-3-18-15,3 2-5 0,1-1-8 0,1 1-5 16,1-1-9-16,2 2-9 0,2-5-11 0,0 4-19 16,1-10 0-16,1 12-5 0,2-6-13 0,2-1-9 0,1 2-7 15,-1-4 0-15,2 0 1 0,0 0-4 16,1-2 5-16,0-1-1 0,-8 0 17 0,14-1-13 15,-7-2 6-15,0-1 4 0,-2-2-6 0,1 0 4 16,-2-1 0-16,2-3 1 0,-2 1 2 0,3-1 6 0,-3-1 2 16,-1 2 2-16,1 0 3 0,-4 2-1 0,4-2 4 15,-1 2 4-15,-1 2 2 0,-2 5-6 16,4-7-4-16,-4 7 11 0,2-8-20 0,-2 8-3 16,0 0 1-16,0 0 3 0,0 0 14 0,7 25 5 0,-7-7 7 15,-1 9-4-15,-1 1-2 0,1 4 11 16,-2 3-14-16,1-3-3 0,-1 0-5 0,-2-2 11 15,5-1-6-15,-1-3-3 0,0-3-5 0,0-5 3 16,1 0-3-16,0-5 4 0,0-2-2 0,0 0 4 0,1-1-7 16,-1-3 6-16,1-1-9 0,-1-6 13 0,1 13-9 15,-1-13-1-15,-1 6 15 0,1-6-14 0,0 0 3 16,3 9 2-16,-3-9-4 0,0 0 0 16,0 0 7-16,0 0 3 0,0 0-3 0,0 0 7 0,0 0-14 15,0 0-7-15,14-28-1 0,-8 18-14 0,7-3-10 16,-3 0-5-16,3-2-15 0,5-5-15 0,0 1-14 15,5-3-14-15,-3 1-13 0,3-1-17 0,-1 1-14 16,3 2-26-16,-2-1-10 0,-1 4-15 0,-1 0-4 16,-5 4-16-16,-2 0-12 0,0 1 7 0,-6 2 3 15,0 1 9-15,-2 1 15 0,0 0 22 0,-2 0 23 16,-1 1 26-16,-1 1 32 0,-2 5 25 0,3-12 22 16,-2 7 29-16,-1 5 23 0,3-11 16 0,-3 11 18 15,1-9 17-15,-1 9 20 0,0-9 11 0,0 9 4 16,3-8 5-16,-3 8 6 0,0 0-2 0,0 0-2 15,0-10-8-15,0 10-7 0,0 0-9 0,0 0-6 0,0 0-14 16,0 0-4-16,0 0-4 0,0 0 2 16,0 0 6-16,0 0-4 0,0 0-1 0,-3 32 0 15,0-21-4-15,2 4-9 0,0-1-3 0,1-3-6 16,-1 0 0-16,3 5-2 0,-1-3-5 0,1-4-6 0,2 3-1 16,-2-2-5-16,2 0 6 0,2-1-9 15,1-2 2-15,-1 0-3 0,2-1 0 0,-1-4-2 16,2 3 0-16,-1-4 1 0,5 0-3 0,-4-1-2 15,2-4 0-15,1 0-2 0,-2 0 0 0,0-1-1 0,0-1-1 16,-1-1 2-16,2-6-5 0,-1 5 6 0,-3-3-2 16,1 1-1-16,-1-4 0 0,-2 2 1 0,2-4 2 15,-3 1-2-15,-1 4 4 0,1 2 18 16,-1-1-16-16,0 3-2 0,-2 3 0 0,-1 4-3 0,3-10-2 16,-3 10-4-16,2-6-5 0,-2 6-6 0,0 0 3 15,0 0 3-15,0 0 4 0,0 0 12 0,8 20 4 16,-7-12-2-16,0 3-7 0,1 0 7 15,0 0-1-15,1 1-5 0,0-1 2 0,2 3-3 0,0-3 2 16,2-2-1-16,0 0 1 0,3-1-1 0,0 0-4 16,4-2 12-16,3-2 1 0,1 0-3 0,2-4-4 15,1 0 2-15,0-3 2 0,1-1 0 0,-3 0 6 16,-1 1-8-16,-5-2-4 0,4-2 3 0,-6 0-10 16,-2 0 5-16,0-1 6 0,0-1-7 0,-1 1 0 15,0-6-4-15,0 0-1 0,-3 4-3 0,-2-4 1 16,0 4-10-16,-1-2 0 0,1 0 7 0,-3 1-7 15,2 2 12-15,-6 0-11 0,4 9-5 0,-2-14 5 16,2 14 1-16,-3-7 3 0,1 1-13 0,2 6 6 16,0 0-6-16,-15 3 9 0,15-3 2 0,-13 10 6 15,5-1-2-15,-1 0-1 0,-1 0 17 0,3 2-18 16,2 1-1-16,-1-1 4 0,2-1 13 0,3 0-12 16,-1 2-4-16,2-4 9 0,3 3-7 0,2-2 0 15,0 1 0-15,3-5-3 0,3 0-1 0,1 0-3 16,8-1-4-16,-3-3 0 0,3 1-5 0,2-2-2 15,-1-2-1-15,-1-1-1 0,2-3 0 0,-4 3-3 16,1-1-2-16,-4-2 2 0,2-1-1 0,-7 0 4 16,1 2-6-16,-2-4-1 0,-1 1-6 0,0-2 2 15,-2 1-3-15,-1-1 4 0,0 0 7 0,-1 1-1 16,-1 0-1-16,1-2 10 0,-2 4-3 0,1 1 3 0,-3 6 6 16,2-9-2-16,-2 9 1 0,4-6-1 0,-4 6 5 15,0 0 12-15,0 0 8 0,0 0 14 16,0 0 5-16,0 0 4 0,-5 24-5 0,4-16 1 15,-3 4 2-15,1 4-2 0,-2-1-5 0,3-4-4 16,-1 2-1-16,0 1 1 0,2-2-27 0,0 0-26 16,0 0-36-16,2 3-44 0,-1-4-48 0,0 0-66 15,2-4-66-15,0 0-253 0,2 0-587 0,2-3 259 16</inkml:trace>
  <inkml:trace contextRef="#ctx0" brushRef="#br0" timeOffset="-155640.31">20014 9203 293 0,'1'-11'314'0,"1"2"-1"0,-2 1 8 15,1 1-8-15,-1 7-12 0,1-10-11 0,-1 10-42 16,3-7-10-16,-3 7-9 0,0 0 4 0,0 0-9 16,4 21-5-16,-3-6-11 0,0 4-15 0,-2 0-15 15,1 8-17-15,0-1-18 0,-1 0-9 0,-1-1-13 16,1 1-14-16,0-5-11 0,-1 4-7 0,1-4-12 15,-1 3-8-15,-1-7-30 0,0 1-30 0,3-2-49 16,-1-4-53-16,1 1-36 0,0-3-31 0,-2 0-34 16,-1 0-38-16,2-3-37 0,-3-1-24 0,4-6-30 15,-4 13-249-15,-1-11-619 0,5-2 275 0</inkml:trace>
  <inkml:trace contextRef="#ctx0" brushRef="#br0" timeOffset="-155384.79">19885 9396 144 0,'0'0'195'0,"0"-9"-20"0,0 9-18 16,4-9-12-16,0 5-2 0,-4 4-15 0,10-3-9 16,0 0-10-16,3 0-10 0,0 1-10 0,8-1-5 15,0 2-10-15,-1-3-10 0,3 3-3 0,-1-1-6 16,-2 1-9-16,-2-1-2 0,1-1-7 0,-2 2-1 16,0-1-6-16,-6 0 1 0,-3 3-3 0,-1-2 1 0,-7 1 5 15,13 0 9-15,-13 0 10 0,11 2 20 16,-5 1 11-16,-2 1 15 0,1 0-3 0,-1 1 1 15,0 3-1-15,-1-1-6 0,0 3-9 0,-2 1-7 0,3 1-6 16,-4-1-8-16,1 0-4 0,1 6-7 0,-2-5-19 16,0 3-25-16,-2-4-42 0,2 1-49 0,-1-1-60 15,1-1-66-15,0-2-260 0,-1-1-511 16,1-7 226-16</inkml:trace>
  <inkml:trace contextRef="#ctx0" brushRef="#br0" timeOffset="-155217.58">20286 9178 206 0,'-1'-7'214'0,"1"7"-39"0,-3-6-34 16,3 6-27-16,0 0-36 0,0 0-47 0,0 0-39 0,0 0-38 15,0 0-106-15,0 27-162 0,7-16 71 0</inkml:trace>
  <inkml:trace contextRef="#ctx0" brushRef="#br0" timeOffset="-154737.77">20423 9338 191 0,'-6'7'226'0,"6"-7"7"0,-11 10 10 0,5-4-4 16,2 1-5-16,-2 1-5 0,-1 0-10 0,3 1-9 16,-2 1-8-16,1-3-22 0,1 2-5 0,2 0-27 15,-1-2-11-15,3 0-15 0,-1 2-8 0,1 0-7 16,2 0-1-16,4 0-14 0,-3-3-6 0,4 1-8 15,0-1-11-15,2 0-6 0,-1-2-8 0,3 0-5 16,0-2 0-16,-1-1-6 0,3-1-14 0,-2-3 0 16,-1 1-2-16,1-1-10 0,-2-2-8 0,-2 0-5 15,2-4-1-15,-1 3-3 0,-2-3 1 0,1-2-2 16,0 1-7-16,0-4 7 0,0 0-13 0,0 3 18 16,-2-5-22-16,2 7 1 0,-3 0-6 0,2 0 3 0,0 0 2 15,-1 3 2-15,1 1 0 0,-1 1 8 16,2-1-2-16,-2 3 3 0,-5 2-4 0,13 1 14 15,-13-1 4-15,9 10-2 0,-2-4 5 0,-3 3 11 16,0 1 15-16,-1 3-2 0,-1-1 4 0,2 3 1 16,-4 0 1-16,0-2-3 0,0-2-16 0,-1 1 15 0,-2-3-9 15,3 1 4-15,0-10-8 0,0 12-1 16,0-12 3-16,0 7 3 0,0-7-12 0,0 0 3 16,0 8-2-16,0-8 7 0,0 0-9 0,0 0 5 0,0 0-2 15,0 0-1-15,13-18-2 0,-4 9 3 0,-1 2-4 16,6-5 6-16,0 0-8 0,2-2-2 0,5-2-4 15,-5 5 3-15,0 2-5 0,0-1 2 16,-3 4 2-16,-1 2-2 0,0 0-4 0,0 3 4 0,-2 0-17 16,-1 5 19-16,1-2-3 0,-2 5-5 0,-3-1-1 15,0 5 1-15,-1 0-5 0,1 0-25 0,-4 2-42 16,-1 3-57-16,-5 0-68 0,3 3-98 16,-2-2-336-16,-1 0-682 0,2-5 301 0</inkml:trace>
  <inkml:trace contextRef="#ctx0" brushRef="#br0" timeOffset="-154609.67">21085 9563 380 0,'6'-4'485'0,"0"1"-47"0,-1 1-41 0,-5 2-43 15,6-7-26-15,-6 7-25 0,8-3-27 0,-8 3-33 16,0 0-66-16,1-7-104 0,-1 7-141 0,0 0-182 16,-13-8-273-16,0 5-566 0,-8-4 250 0</inkml:trace>
  <inkml:trace contextRef="#ctx0" brushRef="#br0" timeOffset="-146189.85">28730 6402 6 0,'0'0'-1'0,"0"0"-2"0</inkml:trace>
  <inkml:trace contextRef="#ctx0" brushRef="#br0" timeOffset="-140830.89">7181 9790 90 0,'0'0'194'0,"-4"-9"-9"0,4 9 0 0,-3-10-13 15,3 10-12-15,-2-11-7 0,2 11-3 0,-2-9-3 16,2 9-5-16,-2-5 6 0,2 5-16 0,0 0-14 15,0 0-12-15,-3-10-14 0,3 10-9 0,0 0-10 16,0 0-10-16,0 0-8 0,0 0-2 0,0 0 1 16,0 0-7-16,0 0 2 0,13 22-3 0,-6-11-1 15,1 5 0-15,0 2-3 0,2 5-3 0,3 0 1 16,-1 2-6-16,-2-2 0 0,0 2-7 0,-1 0 2 16,0 0-4-16,-1-7-1 0,-1 2-3 0,-2-2-1 15,2 0-3-15,-1 1 0 0,-1-2-4 0,5-2 1 16,-7-3-4-16,1 1 3 0,1-3-4 0,-1-2 2 0,0 2-5 15,1-4 2-15,-3 1-1 0,2-2 0 16,-1 0-3-16,-3-5 7 0,5 7-5 0,-5-7 5 16,1 5-1-16,-1-5 10 0,0 0 17 0,4 5 12 15,-4-5 7-15,0 0 0 0,0 0-8 0,0 0-4 16,11-23-2-16,-7 11-3 0,0-4 0 0,1-3-9 0,2 0 7 16,4-5-5-16,-5-3-13 0,3-1 2 15,2-1-1-15,-1 1-2 0,-1 0 9 0,0 1-18 16,2 3 2-16,-4-1 2 0,2 3-2 0,-9 3 1 15,7 2-4-15,1-3-1 0,-3 1-8 0,0 1 3 0,-1 1 4 16,1 1-4-16,-2 4 3 0,-1 1-2 16,2 2-3-16,-1 2 3 0,-2 0 1 0,-1 7-5 15,4-10-1-15,-4 10 0 0,2-7-5 0,-2 7-8 16,0 0-10-16,2-9-13 0,-2 9-16 0,0 0-13 16,0 0-19-16,0 0-13 0,0 0-14 0,0 0-13 0,0 0-26 15,0 0-26-15,5 19-27 0,-5-8-36 0,1 6-195 16,-1-1-472-16,1-1 209 0</inkml:trace>
  <inkml:trace contextRef="#ctx0" brushRef="#br0" timeOffset="-140534.83">7798 10004 42 0,'0'0'237'15,"4"-9"-10"-15,-4 9-3 0,0 0-10 0,0 0-11 0,0 0-10 16,-5-12-5-16,5 12-20 0,-8-5-11 0,8 5-12 16,-9-2-13-16,9 2-10 0,-14 5-12 0,4-1-3 15,-3 1-1-15,1 1-14 0,-5 5 3 0,1 1 0 16,-4 5-2-16,2 1-3 0,-1 0-5 0,1 0-3 16,4-4-12-16,1 2-6 0,-2-1-4 0,6-1-7 15,0-2-9-15,0 4-5 0,5-6-2 0,0 0-5 16,0 0-1-16,0 0-1 0,4-1-3 15,2 1-6-15,0 0-18 0,5-2-21 0,0 0-39 16,7 2-43-16,3-3-59 0,3 1-52 0,9-5-45 0,1 1-231 16,2-4-526-16,0-1 233 0</inkml:trace>
  <inkml:trace contextRef="#ctx0" brushRef="#br0" timeOffset="-140276.89">8102 10007 123 0,'-1'-10'249'0,"1"10"-7"16,-7-10 0-16,3 6-4 0,4 4-10 0,-15-2-11 16,15 2-5-16,-19 4-9 0,2 1-15 0,0 4-10 15,1 2-11-15,-8 7-7 0,5 0-11 0,-3 1-5 16,4 3-14-16,1 0-6 0,5-5-1 0,3-1-28 16,1 0-2-16,3 1-14 0,-1 0 0 0,2 0-14 15,4-5-9-15,-1 4-3 0,-1-3-3 0,4-2-7 16,1 0-6-16,4 0-1 0,0 0-12 15,1-2 0-15,1-2-4 0,4 1-16 0,3 0-31 0,1-5-34 16,0 4-38-16,2-6-48 0,-1 1-49 0,2-2-59 16,2-3-44-16,-2 2-200 0,6-5-540 0,1-3 239 15</inkml:trace>
  <inkml:trace contextRef="#ctx0" brushRef="#br0" timeOffset="-129120.24">8631 10188 45 0,'-9'0'204'0,"9"0"-10"16,0 0 8-16,-11-2-4 0,11 2-11 0,0 0-16 15,0 0-23-15,-12 1-11 0,12-1-15 0,0 0-13 16,0 0-13-16,0 0-7 0,0 0-7 0,0 0 0 15,0 0-4-15,0 0-2 0,0 0-2 0,0 0-10 16,26 5-3-16,-16-5-5 0,1 0-4 0,2 2-6 16,0 0-4-16,-1-2-2 0,0 1-3 0,0-1-18 15,-2 0-27-15,-1 2-29 0,0-1-36 0,-1 2-45 16,-2-2-48-16,2 0-45 0,-8-1-139 0,11 5-379 16,-6-2 167-16</inkml:trace>
  <inkml:trace contextRef="#ctx0" brushRef="#br0" timeOffset="-128859.33">9351 9977 107 0,'0'0'239'16,"-9"-6"-10"-16,9 6-7 0,-7-2-14 0,7 2-11 15,0 0-20-15,-6-4-11 0,6 4-22 0,0 0-8 0,0 0-18 16,0 0-12-16,0 0-7 0,19-8-10 0,-5 5-13 16,5 3-12-16,8-2-17 0,-5 1-19 0,5-4-19 15,-7 1-18-15,-2 2-20 0,1 1-27 16,-2-2-27-16,-3 3-15 0,-1 0-36 0,-1-3-19 0,-3 2-26 16,-3-2-108-16,-6 3-311 0,11-3 138 0</inkml:trace>
  <inkml:trace contextRef="#ctx0" brushRef="#br0" timeOffset="-128500.92">9512 9894 18 0,'-9'0'127'0,"9"0"-5"0,0 0-12 0,0 0 13 15,-9 5-7-15,9-5 6 0,-7 11 19 0,5 0-4 16,-1 1-2-16,-1 4-14 0,2 2 6 0,-1 2-3 16,1-2-10-16,-2 8 1 0,3 1-9 0,-2-2-2 15,4-5-3-15,-3 4-6 0,3-4-7 0,0 1-7 16,1-2-11-16,-1-1-6 0,3-1-3 0,-3 0-7 15,-1-4-3-15,0-1-5 0,1-1-1 0,-1 1-10 16,0-2-3-16,0 0-2 0,0-3 1 0,0-7-5 16,-5 12-1-16,4-6 3 0,-2 1-5 0,3-7 0 15,-10 7-6-15,4-3-2 0,-1-1 0 0,-1-1-2 16,-3-1-3-16,1-1-1 0,-1 0-2 0,11 0 2 16,-18-2-3-16,6 1 2 0,4-1 0 0,8 2 0 15,-11-3 0-15,11 3-4 0,-10-2 2 0,10 2-2 16,0 0 0-16,-11-1-4 0,11 1 3 0,0 0-6 15,0 0-2-15,0 0 5 0,0 0 7 0,0 0 2 0,0 0 2 16,0 0 0-16,17 13 0 0,-7-10-8 16,4 1-3-16,6-2-15 0,0 2-17 0,9-2-35 15,1 2-45-15,-1-3-38 0,7 0-41 0,-3-1-54 16,0 0-149-16,1-2-425 0,-2 0 189 0</inkml:trace>
  <inkml:trace contextRef="#ctx0" brushRef="#br0" timeOffset="-128293.08">9910 10296 155 0,'2'-9'220'0,"-2"9"5"0,0 0 8 0,-4-11 1 0,4 11-6 16,0 0-6-16,-8-7-11 0,8 7-19 0,0 0-12 15,-7-4-16-15,7 4-13 0,0 0-11 16,-15 6-1-16,7 0-4 0,-1 3-6 0,-2 0-10 16,-1 3-12-16,1 3-5 0,1-1-14 0,-1 0-5 0,2 1-11 15,1 2-6-15,2-3-7 0,2 1-5 0,0-1-10 16,3-2-14-16,1 5-13 0,1-6-27 0,4 2-20 15,1 1-37-15,3-1-35 0,4-2-54 16,1 1-60-16,5-3-49 0,-1 1-228 0,8-2-532 16,3-1 235-16</inkml:trace>
  <inkml:trace contextRef="#ctx0" brushRef="#br0" timeOffset="-127806.36">10126 10521 28 0,'0'0'232'0,"0"0"4"0,7-12-9 0,-5 6-16 0,5-3-17 16,0 1-13-16,0-1-15 0,2-1-14 0,2-2 0 16,1-1-13-16,-2-1-5 0,3 3-8 0,0-6-12 15,4-2-6-15,-1-1-9 0,-1 0-11 0,-1-2-3 16,-4 7-6-16,2-1-5 0,-3-1 1 0,-1 4-10 15,0-2-5-15,-1 4 2 0,-3 0-9 0,-1 3-2 16,0-2 10-16,0 3 2 0,-1 1 6 0,0-1-7 16,-2 7 3-16,1-8 0 0,-1 8 7 0,2-6-17 15,-2 6 1-15,0 0-11 0,0 0 0 0,2-10-6 16,-2 10-4-16,0 0 1 0,0 0-14 0,0 0-12 16,0 0 23-16,0 0-19 0,0 0-4 0,0 0-6 15,-20 16-2-15,18-10-6 0,0 0-4 0,0 4-2 16,2 0-3-16,0 0-9 0,0 1-10 0,1 1-6 15,3-1-4-15,0 0 3 0,2 4-15 0,-2-2 3 16,3-3 3-16,1 4 2 0,1 1-2 0,-2-5 5 16,2 1 1-16,-3-1 5 0,-1-1-5 0,2 1 5 15,-2-2-3-15,-1 1 5 0,1-1 0 0,-3-2 1 0,1 2 2 16,-2-4 3-16,-1-4 4 0,0 13 6 16,0-13 3-16,-4 10-1 0,-1-5 1 0,1 0-1 15,-1 1-1-15,0-2-6 0,0 2-8 0,0-2-14 16,-4 2-21-16,4-2-30 0,-2 1-23 0,2-1-42 0,5-4-30 15,-10 6-36-15,4-2-122 0,6-4-379 16,-7 6 168-16</inkml:trace>
  <inkml:trace contextRef="#ctx0" brushRef="#br0" timeOffset="-127367.37">10773 10272 309 0,'0'0'296'0,"-4"-11"-5"0,4 11-8 16,-7-7-20-16,7 7-2 0,-11-2-19 0,2 2-13 15,9 0-12-15,-21 6-18 0,7 4-12 0,-3 0-25 16,3 2-7-16,-1 2-31 0,2-1-1 16,0 3-9-16,0-1-20 0,4 1-2 0,0-2-11 0,3 0-18 15,1-3-5-15,2 1 15 0,2-1-20 0,1 0-12 16,3-2-12-16,-1 3-6 0,5-3-10 0,-1-1-5 15,2-2-10-15,1 1-10 0,1-1-5 0,1-3-4 16,1 1 0-16,-2-2 3 0,3-2 4 0,-3-2-7 16,0 0 8-16,2-1 2 0,-3-2 3 0,-2 0-4 15,2-1 4-15,-2-2-1 0,-3-1 1 0,1-2 0 16,-1 1 2-16,1-2 2 0,0 1-4 16,-2-4 3-16,1 5 6 0,-1-1-8 0,-2 3 5 0,0 1 7 15,2 1-2-15,-3 6-2 0,3-9-2 0,-3 9 0 16,0 0-7-16,2-8 5 0,-2 8 7 0,0 0 12 15,0 0 4-15,0 0 0 0,0 0 1 0,-2 30-3 16,0-19-6-16,1 2 2 0,-2-2-2 16,3 1-2-16,-1 1 2 0,0-2-4 0,1 2-2 0,1 0-21 15,-1-3-35-15,4 2-40 0,-4-3-48 0,3-1-56 16,-1-2-54-16,3 1-33 0,4-1-220 0,-2-3-542 16,3-3 240-16</inkml:trace>
  <inkml:trace contextRef="#ctx0" brushRef="#br0" timeOffset="-127099.45">11029 10277 126 0,'5'-25'197'16,"-2"-1"3"-16,0 7 10 0,2 0 3 0,-4 0 7 15,2 4 9-15,-3 3 3 0,1 3-1 0,1-1-12 16,-2 5-15-16,0 5-14 0,2-10-22 0,-2 10-14 16,2-5-19-16,-2 5 4 0,0 0 6 0,0 0 2 15,-7 28 2-15,3-9 0 0,-3 8-2 0,0 1-10 16,2 2-17-16,-3 2 3 0,-2-4-8 0,4 1-9 15,-1 0-9-15,2 0-9 0,4-2-13 0,0-1-3 16,-2-6-11-16,2-2-1 0,1 3-5 0,1-4-4 16,3-2-6-16,0 1-7 0,-2-4-15 0,4 1-14 0,-1-4-18 15,2 1-49-15,0-3-22 0,0-1-41 16,3-1-32-16,1 1-20 0,-2-3-30 0,-3-1-29 16,2 0-43-16,1-4-20 0,-9 2-29 0,13-5-202 15,-8 2-571-15,-3-5 253 0</inkml:trace>
  <inkml:trace contextRef="#ctx0" brushRef="#br0" timeOffset="-126949.46">10937 10365 197 0,'-5'-4'236'0,"5"4"-20"0,-6-5-12 0,6 5-8 0,-5-5-10 16,5 5-14-16,0 0-6 0,0 0-13 16,0 0-7-16,0 0-11 0,0 0-8 0,0 0-8 15,22-3-22-15,-2 3-23 0,1-2-32 0,8 1-52 16,1-2-81-16,0-2-73 0,0 1-204 0,-2-2-396 0,0-1 175 15</inkml:trace>
  <inkml:trace contextRef="#ctx0" brushRef="#br0" timeOffset="-126563.2">11356 10264 159 0,'0'0'222'0,"11"8"-1"16,-4 1-7-16,-2 0-18 0,2 2-15 0,0 3-12 15,-1 3-12-15,-2 0-17 0,-3 2-14 0,1-1-12 16,-2 6-9-16,-3 2-10 0,-1-8-8 0,0 1-9 16,-3 4-8-16,-2-6-5 0,-4 3-15 0,-2 1-21 15,-4-1-14-15,-4 0-17 0,-2-4-20 0,0 3-32 16,-2-2-27-16,-4 2-40 0,3-3-16 0,-4-5-26 15,-2 4-157-15,-2-3-344 0,2-1 152 0</inkml:trace>
  <inkml:trace contextRef="#ctx0" brushRef="#br0" timeOffset="-126256.89">10295 10037 154 0,'0'0'218'0,"0"0"-1"15,-20 17-9-15,13-2-9 0,0 2-14 0,-1 11-13 0,1 0-21 16,4 3-11-16,-2 1-5 0,2 2-3 0,2 1-14 15,0 1-10-15,1-3-14 0,2-1-5 0,2 1-8 16,1-2-8-16,1-2-11 0,2-1-3 16,0-2-9-16,3-3-27 0,-1 0-38 0,-1-6-51 15,3-1-44-15,5 6-47 0,3-4-52 0,0-1-144 0,2-2-380 16,6-3 169-16</inkml:trace>
  <inkml:trace contextRef="#ctx0" brushRef="#br0" timeOffset="-123124.2">13509 10277 52 0,'0'0'199'0,"0"0"-5"15,0 0-3-15,0 0 6 0,2-6-11 0,-2 6-13 16,0 0-16-16,0 0-16 0,0 0-15 0,0 0-13 16,2-10-20-16,-2 10-21 0,0 0-34 0,0 0-33 15,0 0-42-15,0 0-39 0,0 0-42 0,0 0-43 16,0 0-97-16,0 0-279 0,0 0 124 0</inkml:trace>
  <inkml:trace contextRef="#ctx0" brushRef="#br0" timeOffset="-119803.2">11939 10122 109 0,'0'0'212'0,"-3"-8"-7"16,3 8-6-16,-1-7-5 0,1 7-13 0,0 0-10 15,-4-10-18-15,4 10-12 0,0 0-15 0,0 0-11 16,-2-6-4-16,2 6-17 0,0 0-5 0,0 0 1 16,0 0-3-16,-3 24 9 0,3-12-14 0,0 6 2 15,-3 1-9-15,3 0 5 0,-1 9-18 0,1-3-3 16,0 0-4-16,0-4-4 0,0-2 1 0,-1 6-11 16,1-6 8-16,-3-2-16 0,3 3-1 0,2-2-3 15,-2-1-3-15,0 1-2 0,1-3-7 0,-1 0-23 16,0-2-25-16,0-1-32 0,0-3-35 0,0-1-36 0,1 2-37 15,-1-3-32-15,0-7-29 0,0 9-149 16,0-9-413-16,0 0 182 0</inkml:trace>
  <inkml:trace contextRef="#ctx0" brushRef="#br0" timeOffset="-119467.14">11931 10140 109 0,'9'-14'156'0,"0"1"-7"0,2 1-6 15,2 1 2-15,1 3-2 0,3 0-12 0,-2 3-5 16,3 1-15-16,-1 1-8 0,-3 3-9 0,-1 3-12 16,-1 1-9-16,0 0-7 0,-2 4-3 15,-2-2-3-15,-1 3 4 0,-3 4 0 0,0 1 2 0,-2 2-7 16,-4 0-3-16,-3 0-8 0,-1 0-2 0,-5 1-2 16,0-2-5-16,-2 2-2 0,-1-3-3 0,0-2-8 15,-2 0 2-15,3-4-8 0,1 0-1 0,-1-3 3 16,4 1-2-16,-1 0 3 0,4-3 0 0,-1-1 0 15,7-2 4-15,-10 3-2 0,10-3 1 0,-8 5-4 16,8-5 0-16,-6 3-4 0,6-3-3 0,0 0-5 16,0 0 1-16,0 0-1 0,0 0-2 0,4 13-2 15,-4-13-2-15,10 9 1 0,-4-4 1 0,3 3-5 16,-2-1 3-16,5 1 3 0,1 2-2 0,5-1-13 16,-1 2-29-16,1-1-31 0,0-1-49 0,7 2-39 15,0 0-43-15,-4-5-162 0,0 0-390 0,6 0 173 16</inkml:trace>
  <inkml:trace contextRef="#ctx0" brushRef="#br0" timeOffset="-119236.52">12507 10408 23 0,'0'0'250'0,"-5"-14"-3"16,1 11-4-16,4 3-1 0,-12-6-3 0,7 4-5 15,5 2-6-15,-13-4-22 0,5 6-14 0,8-2-7 0,-18 5-14 16,9 1-3-16,-1 3-9 0,-3 1-1 0,-3 2-9 15,5 4-19-15,0-1-8 0,-1 0-15 16,2 2-15-16,3-2-4 0,1 1-8 0,5 0-5 16,-4-3-11-16,5-1-3 0,2 4-8 0,1-3-24 0,1-1-21 15,3-1-20-15,4 1-36 0,1-1-32 0,3-1-41 16,2-2-57-16,4 0-50 0,8-3-50 16,-2-4-232-16,3 1-552 0,-1-1 244 0</inkml:trace>
  <inkml:trace contextRef="#ctx0" brushRef="#br0" timeOffset="-118922.61">13034 10394 278 0,'-7'-3'282'16,"7"3"-5"-16,-8-6 2 0,8 6-13 0,-8-4-14 15,8 4-15-15,-6-6-24 0,6 6-17 0,0 0-18 16,0 0-19-16,0 0-16 0,0 0-9 0,0 0-10 15,22-4-8-15,1 4-10 0,7-3-5 0,3 3-15 16,-1-3-3-16,1 3-6 0,1-1-10 0,-1-1-3 16,-5-2-3-16,-6 4-2 0,-2-3-1 0,-2 3 12 15,-7-1-16-15,1 1 1 0,-6 0-1 0,5 0 1 16,-11 0-2-16,12-3 15 0,-12 3 5 0,7 0 0 16,-7 0 17-16,0 0-14 0,10-2-6 0,-10 2-4 15,0 0-3-15,0 0-11 0,7 0-3 0,-7 0-15 16,0 0-19-16,0 0-31 0,0 0-45 0,0 0-66 15,0 0-56-15,0 0-69 0,0 0-54 0,0 0-64 16,0 0-239-16,0 0-659 0,0 0 291 0</inkml:trace>
  <inkml:trace contextRef="#ctx0" brushRef="#br0" timeOffset="-115870.87">13794 10177 25 0,'0'0'211'0,"0"0"-14"0,-3-8-16 0,3 8-16 16,0 0-21-16,0 0-20 0,0 0-11 0,0 0 5 15,0 0 15-15,0 0 0 0,7 22-6 0,-3-12-14 0,1 6-5 16,-1 2-12-16,4 1-6 0,0 5-8 15,-3 1-7-15,1-2-4 0,-4-4-11 0,6-2-7 0,-2 2-5 16,-1-4-2-16,1 0-6 0,1 1-5 16,-2-4-1-16,-1-2 0 0,1 0-9 0,-1-1 1 0,-2-2-6 15,2-1 5-15,-1-1 4 0,-1 0 22 0,-2-5 13 16,8 6 10-16,-8-6 4 0,4 2-5 16,-4-2-6-16,0 0 0 0,17-8-8 0,-10 0 3 15,-2 0-12-15,2-2 1 0,3-4-10 0,-3 0 8 16,5-2-14-16,-3-1 0 0,2-6-4 0,2 0-5 0,-2-2-7 15,-1 2 0-15,1-1 3 0,2-1-4 16,-3 1-6-16,-2 8-7 0,1 0-12 0,-3 5-1 0,2 0-16 16,-3 3-13-16,1 0-30 0,-4 0-34 15,2 4-43-15,-4 4-28 0,0 0-11 0,0 0-16 0,0 0-19 16,17 16-28-16,-15-5-152 0,0 3-430 0,0 1 191 16</inkml:trace>
  <inkml:trace contextRef="#ctx0" brushRef="#br0" timeOffset="-115649.25">14323 10409 176 0,'0'0'262'15,"0"0"-4"-15,0 0 1 0,0 0-9 0,-23-10-7 16,23 10-12-16,-15 1-10 0,4 2-15 0,0-2-11 16,2 2-13-16,-5 3-13 0,5 0-16 0,-1 1-2 15,-3 0-10-15,3 5-18 0,1-2-10 0,-3 2-12 16,5-1-9-16,-1-1-9 0,3 1-9 0,1 3-7 15,-1-4-6-15,3 0-11 0,4 3-25 0,0-1-23 16,5-1-38-16,-2-2-32 0,6 3-45 0,1-2-59 16,3 0-58-16,4-3-45 0,0-1-224 0,10-3-542 15,-8 0 240-15</inkml:trace>
  <inkml:trace contextRef="#ctx0" brushRef="#br0" timeOffset="-115289.27">14593 10454 64 0,'0'0'247'0,"-4"-12"-11"0,0 9-7 16,4 3-5-16,-10-6-16 0,10 6-16 0,-9-1-10 16,9 1-17-16,0 0-14 0,-20 7-10 0,13-2-13 15,1 1-16-15,-1 3-9 0,0-1-13 0,2 0-8 16,-1 0-9-16,5 3-10 0,1-5-10 0,0-6-9 16,1 14-5-16,5-4-12 0,-3-1-13 0,4-2-7 0,2 0-7 15,-3-2-2-15,3 0-3 0,0 0-5 16,-2-2 5-16,0-1-2 0,-7-2 7 0,8 2-5 15,-8-2 6-15,10 2 2 0,-10-2 12 0,6 0 6 16,-6 0 16-16,0 0-3 0,0 0 13 0,0 0 8 16,0 0-6-16,0 0-1 0,0 0-4 0,0 0 17 0,-22-9-9 15,22 9 1-15,-20 5 5 0,13-4-1 16,-4 2-2-16,0 0 4 0,-1 0-5 0,1 2 1 16,3 1 3-16,-2 0-15 0,3 0-4 0,0 1-7 0,-1 0-2 15,3 2 0-15,4-3-3 0,-3 1-9 0,2 2-5 16,2-9 13-16,3 11-33 0,0-2-19 0,0 1-23 15,5-3-27-15,0 0-30 0,3-2-53 16,1 2-45-16,-1-3-47 0,5-1-43 0,-1 0-180 0,4-3-513 16,-6-1 227-16</inkml:trace>
  <inkml:trace contextRef="#ctx0" brushRef="#br0" timeOffset="-115030">14939 10413 233 0,'-8'-8'256'0,"3"6"1"0,5 2-14 0,-12-3 5 15,12 3-20-15,-13 1-13 0,5 1-9 0,-2 4-14 16,-1 2-3-16,0 2 4 0,-3 2-24 0,1 3-11 16,3-2-12-16,0 1-19 0,1 1-7 0,-1 0 2 15,1 0-14-15,2-1-25 0,3 0 18 0,0 3-26 16,2-7-6-16,-2 0-6 0,3 3-4 0,0-2-6 15,3 0-10-15,2-1-21 0,-2-1-32 0,0-3-37 16,4 5-43-16,-1-1-50 0,3-1-45 0,1-3-58 16,-1 1-57-16,3-2-195 0,1-3-534 0,-2 0 236 15</inkml:trace>
  <inkml:trace contextRef="#ctx0" brushRef="#br0" timeOffset="-114720.77">15114 10450 90 0,'0'0'274'0,"-4"-11"-5"0,-3 5-13 0,2 3-11 16,5 3-17-16,-12-3-11 0,12 3-12 0,-15 2-22 15,7 1-15-15,-1 2-17 0,-3 2-11 0,4 1-13 16,-1 2-20-16,0 1-5 0,5-1-10 0,-2 1-7 16,2 0-9-16,4 1-13 0,0-1-14 0,2 0-10 15,2 1-5-15,0-1-8 0,4-1-8 0,-2 0-3 16,2 1-3-16,0-3-2 0,1 1 0 0,-2-1 1 15,1 0-5-15,-3-2 2 0,0-1-2 0,-1 3-1 16,-1-4-1-16,0 1-3 0,-3-5 1 0,5 8 8 16,-5-8-1-16,-1 6 5 0,1-6-1 0,-5 11-1 15,0-7-1-15,5-4 2 0,-13 4-6 0,4 0-8 16,2-1-16-16,1-1-12 0,6-2-16 0,-14 4-26 16,10-3-27-16,4-1-40 0,-9 2-43 0,9-2-45 15,0 0-211-15,0 0-472 0,0 0 209 0</inkml:trace>
  <inkml:trace contextRef="#ctx0" brushRef="#br0" timeOffset="-114336.39">15368 10514 110 0,'-2'-10'279'16,"2"10"-9"-16,-8-7-6 0,1 4-4 0,7 3-9 0,-16 0-14 15,6 0-14-15,-4 2-9 0,2 1-16 0,-1 2-26 16,-2 2-9-16,3 0-17 0,2 1-20 0,-1-1-6 15,1 2-16-15,4 1-7 0,-1 0-13 0,3 0-7 16,3 0-8-16,0-2-3 0,3 2-12 0,0-3-7 16,1-1-9-16,3 0-13 0,-1-1-4 0,3 0-7 15,3-3-4-15,0 0-5 0,1 1-3 0,-2-2-3 16,0-1-2-16,2-1 3 0,-2-2 0 0,-2 1 3 16,1-3-3-16,0-1 2 0,0 0-2 0,-4 2 4 15,2-2 5-15,-2-2 4 0,-2 2-2 0,-1-1 8 16,1 0 4-16,0 0 3 0,-1 0 7 0,-2 7-4 15,2-10 7-15,-2 10 1 0,1-9-3 0,-1 9-3 16,6-4-6-16,-6 4-12 0,0 0 4 0,0 0-2 16,0 0 7-16,0 0 8 0,0 0-1 0,0 0 1 15,0 0-8-15,3 20 4 0,-3-11-8 0,0-1 4 16,1 1-3-16,0-1-4 0,0 3-1 0,1-2-16 16,0 0-35-16,2-2-41 0,0 3-42 0,-1-3-61 15,0 0-59-15,1-4-67 0,1 3-261 0,-5-6-614 16,13 6 271-16</inkml:trace>
  <inkml:trace contextRef="#ctx0" brushRef="#br0" timeOffset="-114110.02">15625 10461 149 0,'3'-19'276'0,"-2"4"-1"16,2 3 10-16,-3 1-1 0,1 1 15 0,-1 3 8 15,1 1-13-15,-1 6-21 0,0-10-31 0,0 10-9 16,0 0-40-16,0 0 2 0,0 0 0 0,0 0-9 15,0 0 5-15,-5 26-14 0,4-9-14 0,-2-1-12 16,1 4-16-16,-1-1-12 0,-1-2-10 0,3 2-16 16,-1 0-9-16,4-2-10 0,-1 1-5 0,2-2-9 15,0-1-14-15,-1-2-33 0,2-2-47 0,1-1-49 16,-1-1-51-16,-1 0-49 0,2-1-54 0,-2-2-59 16,1 0-62-16,-1-1-298 0,-3-5-706 0,4 6 312 15</inkml:trace>
  <inkml:trace contextRef="#ctx0" brushRef="#br0" timeOffset="-113964.37">15567 10536 178 0,'0'-8'219'0,"0"8"-20"0,0 0-16 16,7-9-16-16,-3 7-14 0,-4 2-16 0,13-7-22 16,-2 6-33-16,0-1-43 0,9-2-39 0,-2-2-57 15,5 3-45-15,-1 0-118 0,-2-2-236 16,7-3 105-16</inkml:trace>
  <inkml:trace contextRef="#ctx0" brushRef="#br0" timeOffset="-113751.77">15887 10326 150 0,'0'0'206'16,"7"-9"-6"-16,-7 9-13 0,6-4-11 0,-6 4 8 16,12 7 11-16,-7-1 9 0,2 5 3 0,1 3-4 15,-3 2-9-15,2 3-8 0,-1 4-6 0,-2 3-12 16,-2-6 2-16,0 5-13 0,0 0-7 0,-2-8-10 15,-2 2-5-15,-1-1-17 0,-1 1-5 0,-3-1-6 16,-1 0-4-16,-1-1-16 0,0 0-1 0,-5 4-12 16,2-6-13-16,1 0-29 0,0-4-35 0,0-1-41 15,-2 0-51-15,2-1-62 0,-3-1-74 0,1-4-75 16,4 0-251-16,-1-1-602 0,0-2 267 0</inkml:trace>
  <inkml:trace contextRef="#ctx0" brushRef="#br0" timeOffset="-113548.08">16331 10440 71 0,'-1'-8'360'16,"1"8"-21"-16,0 0-13 0,-2-9-21 0,2 9-28 15,0 0-22-15,0 0-24 0,4-6-30 0,-4 6-20 16,12-2-10-16,-5 1-47 0,4 1-31 0,1 1-46 0,-1-1-52 15,0 3-55-15,0 0-76 0,0-1-60 0,-4 0-235 16,1 0-467-16,-4 1 207 0</inkml:trace>
  <inkml:trace contextRef="#ctx0" brushRef="#br0" timeOffset="-113379.36">16310 10503 197 0,'-12'2'338'0,"12"-2"-15"0,-7 2-5 0,7-2 3 16,0 0 3-16,-8 2-14 0,8-2-19 0,0 0-19 0,0 0-16 15,0 0-20-15,0 0-24 0,0 0-21 0,0 0-19 16,0 0-22-16,0 0-28 0,25 12-30 0,-12-10-46 16,6 1-47-16,-1 0-43 0,3 1-43 0,6-1-47 15,0-2-50-15,2 3-55 0,2-3-39 0,-3 2-256 16,-5-5-579-16,4 1 256 0</inkml:trace>
  <inkml:trace contextRef="#ctx0" brushRef="#br0" timeOffset="-113035.34">17016 10364 111 0,'1'-6'306'0,"-1"6"-2"0,-1-10-1 0,1 10 0 15,0 0-9-15,-8-11-10 0,8 11-4 0,-7-2-13 16,7 2-9-16,-15 2-10 0,4 3-17 0,-1 2-11 16,2 2-15-16,-5 2-8 0,1 4-16 0,0 1-13 15,-5 3-20-15,5 1-11 0,2-3-16 0,2 0-12 16,2 1-11-16,2-2-10 0,1 0-7 0,2-4-8 15,3 2-12-15,3 1 1 0,0 0-6 0,6-3-10 16,2 2 3-16,1-4 0 0,5 1-9 0,1-5 1 16,1 1-9-16,7-3-13 0,-6-2 10 0,2-1-4 15,6-1-2-15,-8-3-5 0,2-1 0 0,-2 0-3 16,0-2 1-16,-2-3 1 0,-2-1-5 0,0 1 2 16,-4-2-2-16,1-2 1 0,-5-2-3 0,-2 0 2 15,-2-3-3-15,-3 2 0 0,-1-3-4 0,-1 2 2 0,-3-2-2 16,-1 1-2-16,-3 1 0 0,1 4-4 15,-7-1-1-15,1 3-8 0,-5 1-34 0,-7 0-45 0,-2 5-49 16,-8 3-65-16,-3 5-75 0,-21 3-95 16,-4 4-396-16,5 4-831 0,-8-2 368 0</inkml:trace>
  <inkml:trace contextRef="#ctx0" brushRef="#br0" timeOffset="-108034.54">5977 8582 98 0,'0'0'138'0,"0"0"-17"15,2-8 1-15,-2 8-26 0,0 0-2 16,0-7-12-16,0 7 3 0,0 0 2 0,0 0-3 16,2-9 0-16,-2 9 7 0,0 0-6 0,0 0-2 15,0 0-3-15,0-9-8 0,0 9-6 0,0 0 4 0,0 0-2 16,0 0-6-16,0 0 3 0,1-8-8 16,-1 8 0-16,0 0-5 0,0 0-2 0,0 0-1 15,0 0 2-15,-1-12 0 0,1 12-5 0,0 0 0 16,0 0-1-16,0 0-2 0,0 0-6 0,0 0-2 0,0 0-3 15,0 0-8-15,0 0 1 0,0 0-7 0,0 0-4 16,0 0-3-16,0 0 3 0,0 0 3 16,0 0 2-16,0 0 8 0,0 0 2 0,-3 32 0 15,0-16-1-15,0 3 1 0,0-1-1 0,-2 10 3 0,2-9-2 16,-2 7-5-16,2-2 20 0,-1-6-3 0,-2 2-2 16,3-2-6-16,-1-3-1 0,0 3-3 0,1-6-2 15,-2 1-4-15,4-2-1 0,-1-1-2 0,-1-1 2 16,0 1-7-16,2-1-2 0,-1 0 2 0,0 0-18 15,2-1-23-15,0-8-31 0,-2 13-40 0,0-6-34 16,1 0-45-16,1-7-36 0,-1 12-30 0,1-6-144 16,0-6-417-16,-3 10 185 0</inkml:trace>
  <inkml:trace contextRef="#ctx0" brushRef="#br0" timeOffset="-107713.36">6282 8509 191 0,'3'-6'189'0,"-1"0"-14"0,2 2-2 0,-4 4-15 16,0 0-13-16,0 0-14 0,0 0-10 0,-19 0-13 15,6 3-13-15,-4 7-10 0,-8 3-6 0,-1 3-5 16,1-2-14-16,-3 4-3 0,1-1-4 0,4 2-8 16,-3-4-3-16,2-1-3 0,9-4-3 0,-1 0-6 15,5-2-3-15,1-3-3 0,-1 1-1 0,5-2-1 16,-2 1 0-16,3-3-5 0,5-2-2 0,-9 5 1 15,9-5-4-15,-5 3-1 0,5-3 0 0,-4 5 0 16,4-5-5-16,0 0 0 0,0 0 4 0,0 0-3 16,0 0 1-16,0 0 3 0,11 14 0 0,-5-10 1 15,5 1 0-15,-2-1 0 0,3 2-3 0,5 1 2 16,2-1-2-16,-1 0-3 0,2 1 0 0,7 2-1 16,-8-1-13-16,8-1-16 0,0-1-26 0,-6 0-34 15,0-3-29-15,1 1-47 0,-2-1-174 0,-2 0-360 16,-1-3 159-16</inkml:trace>
  <inkml:trace contextRef="#ctx0" brushRef="#br0" timeOffset="-107372.86">6441 8519 142 0,'0'0'171'0,"4"-7"-12"0,-4 7-12 16,0 0-12-16,2-6-11 0,-2 6 4 0,0 0 3 15,0 0 1-15,9 18 3 0,-7-6-3 0,2 6-5 16,-2 7-8-16,1 0-10 0,-1 3-5 0,0 0-11 16,1-2-5-16,0-1-6 0,0-4-13 0,1-3 0 15,0-3-8-15,-2 1-2 0,1-4-3 0,2-2-4 16,-4-3-3-16,2 2-6 0,0-3-1 0,0-2 13 16,0 2 8-16,-3-6 11 0,9 6 9 0,-9-6-3 15,9 0-3-15,-9 0-4 0,11-6 0 0,-3-1 3 16,1-1-14-16,-1 0-7 0,1-1 0 0,-2-4-10 15,1 0-5-15,1-3-3 0,0 0-4 0,0-3-2 16,-2 2-15-16,0-2-8 0,2 0-14 0,-4 0-15 16,0 0-21-16,-1 0-10 0,1 4-24 0,0 2-27 15,-2 5-21-15,0 1-34 0,-3 7-39 0,2-13-37 16,0 9-32-16,-2 4-154 0,0 0-454 0,0 0 202 16</inkml:trace>
  <inkml:trace contextRef="#ctx0" brushRef="#br0" timeOffset="-107111.15">6989 8450 41 0,'0'0'226'15,"6"-5"-7"-15,-6 5-8 0,8-3-10 0,-8 3-12 16,0 0-9-16,0 0-1 0,0 0-2 0,9 10-1 16,-9 1-2-16,-1 0-9 0,-2 8-6 0,-2 1-9 15,-1 6-6-15,0 0-13 0,0 1-18 0,1-1-10 16,-3-2 1-16,2-6-9 0,2-1-6 0,-1-1-12 15,1 0-5-15,1-3-5 0,1 0-4 0,1-5-13 16,-2 3 1-16,3-1-11 0,0-10-4 0,0 14 3 0,3-8-9 16,0 3-5-16,0-3-3 0,1-2-12 15,0 2-9-15,4-2-22 0,2 0-31 0,1-2-33 16,2-1-44-16,7 1-52 0,11-4-44 0,-2 0-51 16,2-2-198-16,1 0-513 0,1-3 227 0</inkml:trace>
  <inkml:trace contextRef="#ctx0" brushRef="#br0" timeOffset="-106822.65">7697 8652 236 0,'0'0'282'0,"0"-7"-3"15,0 7-1-15,0 0-3 0,-3-10-4 0,3 10 8 16,0 0-25-16,0-10-21 0,0 10-24 0,0 0-12 0,0 0-25 16,0 0-14-16,0 0-10 0,0 0-15 0,0 0 2 15,0 0-2-15,0 0-10 0,0 0-16 0,-6 26-8 16,3-16-9-16,1 8-10 0,-2-2-8 16,2 0-8-16,0 1-5 0,-3-2-26 0,3-1-34 0,0 0-47 15,1-3-45-15,0 0-38 0,-1 2-56 0,1-1-78 16,0-2-67-16,-3 1-225 0,3-4-604 15,1-7 267-15</inkml:trace>
  <inkml:trace contextRef="#ctx0" brushRef="#br0" timeOffset="-106463.52">7859 8784 154 0,'0'0'243'0,"4"-23"-8"16,-3 17-6-16,1-3-15 0,3 1-18 0,-2-4-13 15,3 3-6-15,-2-2-13 0,2 2-12 16,-1-1-16-16,5 3-8 0,-3 0-12 0,0 1-11 16,0 3-14-16,0 0-9 0,1 3-12 0,-8 0-5 0,15 3-7 15,-7 1-4-15,1 5-6 0,-3 0-1 16,0 2-8-16,0 5-5 0,0-3-2 0,-1 3-6 16,0 2-29-16,-1 0-33 0,-1-1-48 0,-2 1-56 15,4-2-54-15,0 1-60 0,-2-2-141 0,1-3-427 16,0-2 189-16</inkml:trace>
  <inkml:trace contextRef="#ctx0" brushRef="#br0" timeOffset="-106233.71">8404 8558 94 0,'1'-11'294'0,"-1"1"3"15,0 4-3-15,0 6-18 0,2-10-19 0,-2 10-25 16,0 0-20-16,0 0 2 0,0 0-5 15,0 0 8-15,0 0-10 0,-11 50-5 0,6-22-24 0,0 2-12 16,-2 2-9-16,0 2-25 0,-1 0-11 0,0 0-13 16,2-2-12-16,2-1-8 0,0-2-21 0,0 2 4 15,4-4-12-15,-1-7-27 0,1-2-53 0,-1 2-58 16,0-3-54-16,-4 0-65 0,2-6-70 16,3-1-75-16,-5-1-197 0,5-9-585 0,-7 12 259 15</inkml:trace>
  <inkml:trace contextRef="#ctx0" brushRef="#br0" timeOffset="-105743.33">8306 8805 66 0,'4'-10'240'0,"-1"1"-28"0,-1-3-15 0,5 3-18 0,-1-1-12 16,4 1-8-16,2-2-5 0,-2 2-18 0,4-2-13 16,-1 1-11-16,2 2-6 0,0-2-10 0,1 2-9 15,-3 2-6-15,0 0-9 0,1-3-5 0,-3 2-4 16,-1 1-5-16,-1 2 0 0,0-2 3 0,1 0-2 15,-3 2 1-15,-2 1-1 0,0-1-4 0,-5 4-4 16,10-8-5-16,-10 8-4 0,7-4-7 0,-5 1-2 16,-2 3-5-16,0 0-7 0,8-6-3 0,-8 6-4 15,0 0 0-15,0 0 6 0,5 14 0 0,-5-3 7 16,-2 8 2-16,-2-2 0 0,-1 8-1 0,-1 1-3 16,-1 4-4-16,-1-5-1 0,0 4-1 0,2-4-1 15,-2-1 4-15,3-8-9 0,2 0 3 0,-1-5-1 16,2 0-3-16,2-1 1 0,3 2 7 0,0-3 1 15,0 0 5-15,2-3 1 0,0 2 1 0,3-2 1 16,1-1 8-16,0 1 0 0,3-2 2 0,-1-1 9 16,4 1-19-16,2-2 13 0,3-1-17 0,-2-1-2 15,-1-1 0-15,-3 1-5 0,-1-2 0 0,0 1 1 16,-2-2-2-16,-1 0-1 0,-1-3 2 0,1 1-3 16,-2 0 3-16,0-3-5 0,-3 2-1 0,0-2 5 15,-2-2 6-15,-1 2 4 0,1-1 0 0,-1-1 12 16,-2 3 1-16,0-3-4 0,0 10-17 0,-1-12 22 15,-2 6 2-15,-2 0-7 0,5 6-8 0,-11-4 0 16,11 4 11-16,-13 2-10 0,2 3 0 0,0 0-10 16,1 3 3-16,-5 2-5 0,3 1 0 0,2 3-3 15,0 0-31-15,3 1-56 0,1 0-57 0,0-1-67 16,1 3-86-16,5-1-75 0,0-4-230 0,3 0-637 16,4-1 282-16</inkml:trace>
  <inkml:trace contextRef="#ctx0" brushRef="#br0" timeOffset="-105263.64">9357 8848 229 0,'3'-6'308'0,"-3"6"-18"15,1-10-3-15,-1 10-20 0,0 0-17 0,0 0-20 16,-4-10-21-16,4 10-3 0,0 0-19 0,0 0-14 15,0 0-2-15,-20 20-32 0,14-11-9 0,-1 1-14 16,3 1-14-16,-1 0-12 0,2-2 8 0,1 2-20 16,2-3-10-16,0 3-8 0,2-2-5 0,1 1-16 15,2-5 1-15,0 1-7 0,1 0-4 16,2 0-3-16,2-1-7 0,-1 0-5 0,0-2-1 0,-1-2-2 16,3-1 2-16,0 0-1 0,-11 0-7 0,17-7 2 15,-10 3-1-15,-1-2 1 0,1 0 4 0,0-4-8 16,-3 1-2-16,-1-1 7 0,-1-2-7 0,-2 1 4 15,-1-1-4-15,0-1-17 0,-3 2-12 0,0-2-8 16,-1 2-14-16,-1 0-22 0,2 3-28 0,-1 2-24 16,1 0-39-16,0 0-32 0,4 6-38 0,-10-5-18 15,10 5-12-15,-10 2-157 0,10-2-454 0,-8 7 201 16</inkml:trace>
  <inkml:trace contextRef="#ctx0" brushRef="#br0" timeOffset="-104921.85">9581 8809 273 0,'10'-2'267'0,"-10"2"-24"0,9 0-18 16,-9 0-13-16,0 0-8 0,5 6-4 0,-5-6 0 16,0 11-10-16,0-3-9 0,-1 5-16 0,-2-3-11 15,2 2-2-15,-1 4-28 0,2 0-16 0,2 0-1 16,-1-5-18-16,2 0-11 0,-1-1-7 0,3 1-3 16,1 2-15-16,0-6-5 0,4 1-16 0,-1-1-7 15,0-3-2-15,2 0-7 0,1-2-9 0,3-1-2 0,-4-1-2 16,1-3-3-16,0 1 0 0,-1-3-1 15,-2-1-2-15,3-2 6 0,-3-1-7 0,-3-1 4 16,3 1 3-16,-4-1 0 0,0-3-2 0,-2-2-1 16,1 0 1-16,0-2 0 0,-4 4-1 0,1-2-2 0,-2 4-2 15,1 0 1-15,0 4 1 0,0 7 1 0,0-12-3 16,0 12-2-16,0 0 1 0,0 0 14 16,0 0 11-16,0 0 11 0,0 0 1 0,0 0 5 15,-2 35 3-15,4-18-7 0,-4 1-2 0,2-2 0 0,2 0-6 16,1 0 0-16,1-2-4 0,1-1-6 0,0-2-32 15,2 0-35-15,-1-1-53 0,6-3-63 0,2-1-81 16,-1-3-295-16,2-3-588 0,4-1 260 16</inkml:trace>
  <inkml:trace contextRef="#ctx0" brushRef="#br0" timeOffset="-104710.7">10082 8647 133 0,'0'-19'259'0,"1"2"16"0,-2 6 11 0,-1 1 8 15,2 3-4-15,-1-1-5 0,1 8-22 0,1-8-25 16,-1 8-36-16,0 0-7 0,0 0 11 0,0 0 1 16,-3 29-1-16,-1-10-25 0,0 9-18 0,-1 2-19 15,0 0-10-15,-2 2-13 0,4 1-1 0,-1 0-20 16,0-1-13-16,5 0-8 0,-1-1-23 0,-1-1-37 16,2-1-49-16,0-2-59 0,2-2-56 0,-3 0-66 15,-3-7-77-15,1 0-83 0,-2-3-198 0,-1-3-615 16,-3-2 273-16</inkml:trace>
  <inkml:trace contextRef="#ctx0" brushRef="#br0" timeOffset="-104565.33">9941 8931 215 0,'4'-4'200'0,"-4"4"-24"15,10-4-15-15,2 3-15 0,6-1-14 0,2 2-29 16,2-1-40-16,-2 2-47 0,11-2-61 0,-2 1-62 15,1-3-70-15,0 2-192 0,1 1 85 0</inkml:trace>
  <inkml:trace contextRef="#ctx0" brushRef="#br0" timeOffset="-104330.6">10413 8651 83 0,'0'-9'263'0,"-2"2"-11"0,2 7-11 0,0-13-15 15,0 13-19-15,0 0-8 0,0 0 8 0,0 0 11 16,0 0 3-16,4 25-9 0,-5 3-2 0,1 2-17 0,-3 4-14 16,0 1-14-16,-4 13-12 0,2-2-15 15,-3-11-12-15,2-2-8 0,1 0-19 0,-3-1-11 16,3 3-9-16,-4-3-6 0,3 0-3 0,-1-3-10 16,3-2-33-16,2-8-33 0,-3 9-32 0,4-12-48 0,-2 1-44 15,-1-1-63-15,-1 0-58 0,3-6-52 0,-1 2-214 16,-1-5-560-16,4-7 248 0</inkml:trace>
  <inkml:trace contextRef="#ctx0" brushRef="#br0" timeOffset="-104113.28">10382 8875 131 0,'9'-7'216'0,"2"0"2"0,0 1 4 0,0 2-7 0,-1 4-10 16,2 2 1-16,-1 0-9 0,-2 1-3 0,2 4-9 15,-4-1-15-15,2 2-15 0,-2 2-15 0,-2 0-8 16,-1 0-7-16,-3 1-6 0,-2 1-9 0,-2 3-8 16,-1 1-10-16,-4-1-10 0,1-5-5 0,-2-1-21 15,4 3-25-15,-4-4-36 0,-1-1-37 0,2 2-50 16,-1-2-72-16,1-2-55 0,1 0-65 0,-2-3-145 16,2 1-465-16,7-3 205 0</inkml:trace>
  <inkml:trace contextRef="#ctx0" brushRef="#br0" timeOffset="-103554.92">10573 8935 2564 0,'8'-10'82'0,"-1"1"-20"16,-1 2-3-16,-2 1-24 0,-1 0 5 0,0 2 4 15,-3 4 6-15,7-4 7 0,-7 4 19 0,0 0 18 16,0 0 8-16,0 0-1 0,4 22-5 0,-6-11 1 16,0 0-14-16,-2 2-8 0,4 2-5 0,-1 2-9 15,1-5 11-15,0 2-25 0,6 0 0 0,-3-3 1 16,3 0-14-16,-1 0-1 0,4-2 2 0,2-1 2 15,-2-4-7-15,3 0-4 0,-1-2-8 0,2-2-5 16,1 1-6-16,-1-3 2 0,0-1 0 0,-2-3 5 16,1-1-16-16,-1 0 4 0,-3 2-3 0,0-4 14 15,-1 0-15-15,1-3 1 0,-2 3-4 0,0-4 7 16,-3 2-5-16,3 0 18 0,-4 0-25 0,1 2 5 16,-2 0 5-16,0 2-1 0,-1 7 1 0,4-8-1 15,-4 8-3-15,0 0 5 0,0 0 4 0,0 0 2 16,0 0 18-16,0 0 12 0,0 0 10 0,-10 23-14 15,7-12 4-15,2 2-6 0,-2 3-1 0,2 0-4 16,0-4-2-16,2 1 13 0,-1-2-15 0,3 1-6 16,1-1-1-16,1-2 4 0,2 1-7 0,1-3-12 15,1 1-15-15,2-4-20 0,2-1-27 0,5-3-16 0,-1 0-23 16,1-1-6-16,-2-3-9 0,-1-5 4 16,3 3 8-16,-5-5 3 0,3 3 19 0,-2-4 3 0,-5 3 7 15,-3-1 10-15,2-6 20 0,0-1 2 16,-1 0 16-16,-1-6 9 0,-2 5 12 0,0-2 28 0,5-3 3 15,-7-2 12-15,4-3 9 0,-4 4-1 0,2-2 1 16,0 2 26-16,-3 8-2 0,2 0 5 0,-3 4 14 16,1 2 10-16,0 3 0 0,2 0-9 15,-3 7-1-15,1-8-15 0,-1 8 1 0,0 0 18 0,0 0 7 16,-9 30-1-16,4-13-6 0,-1 9-6 0,-2 1-9 16,-2 1-2-16,2 1-9 0,-4 0-4 0,4 0-10 15,0 0-2-15,3-2-7 0,0-1-20 0,0 3-44 16,2-3-38-16,-1 0-67 0,3-7-58 0,1 1-63 15,-1-1-83-15,1-4-77 0,-2-4-301 0,1 2-761 16,1-4 336-16</inkml:trace>
  <inkml:trace contextRef="#ctx0" brushRef="#br0" timeOffset="-103399.31">10972 8922 232 0,'2'-8'323'0,"-2"8"-34"15,4-5-31-15,-4 5-25 0,8-3-23 0,-1 1-12 16,-7 2-32-16,23 4-24 0,-10-3-44 0,6-1-57 16,-1 5-77-16,10-5-81 0,-6 2-223 0,6-2-368 15,1 0 163-15</inkml:trace>
  <inkml:trace contextRef="#ctx0" brushRef="#br0" timeOffset="-102536.86">11794 9261 2898 0,'0'0'190'0,"-10"-6"-83"0,10 6-59 0,-3-13-20 0,6 4-8 15,3-2 7-15,-2-1 5 0,5-5 8 16,1-1-2-16,5-6 4 0,1 1 2 0,-2-2-13 0,1 3-6 15,3-4 0-15,0 2 1 0,-2-1-4 16,-1 0 1-16,-1-1-4 0,0 0 4 0,-4 3-2 0,-2 4 0 16,0-5 7-16,-3 4-4 0,-2 2 7 0,1-1 1 15,0 1-8-15,-4 1 3 0,2 4-4 0,-4 2-8 16,2 0 9-16,0 3-6 0,0 8-5 0,0-11-3 16,0 11 2-16,0-8-16 0,0 8 8 0,0 0-3 15,0 0 4-15,0 0 7 0,0 0 6 0,-5 40 11 16,1-15-1-16,2 1 6 0,-3 3-1 0,2 0-11 15,2-2 5-15,1 1-1 0,1 0-5 0,2-4-4 16,0 1-2-16,4 1 2 0,-1-7-3 0,3 4-9 16,-3-7 12-16,2 0-3 0,1 0 1 0,0 0-21 15,0-7-19-15,2-1-26 0,-4 0-22 0,4-4-15 16,-2 1-10-16,4-1-5 0,1-4 3 0,-5 0 2 16,4-2 5-16,0-1 9 0,1-1 8 0,-2 0 11 15,-1-4 4-15,-1 0 12 0,0 0 3 0,-2-2 10 16,2-3 13-16,-1 3 5 0,-3-2 11 0,1-1 11 15,-2 2 10-15,1 0 13 0,-2 3 4 0,0-1 6 16,-2 5 7-16,-2 4-5 0,4-9-3 0,-4 9-3 16,4-7-3-16,-4 7 2 0,0 0 10 0,0 0 0 15,0 0 6-15,7 18-3 0,-5-9-5 0,-2 1-4 0,2 1 0 16,0 4-5-16,-1-5-7 0,4 2 2 16,-1 0 1-16,0 2-5 0,3-3 1 0,-1-2-4 15,4 1 10-15,-3-2 6 0,0 1 1 0,3-4-4 0,0 0 3 16,-2-1-5-16,1 1-1 0,-2-4-6 15,1-2 10-15,-8 1-16 0,13 0 6 0,-13 0-1 0,13-5-2 16,-8 2-5-16,1-1 4 0,-3-2-14 16,1-1 7-16,0 0-12 0,0-2-2 0,-2 0-8 0,2 0-4 15,-2 0-15-15,2 0 1 0,0-1-10 0,1 0 1 16,-1 0 2-16,-1 2 4 0,-1 0-1 16,-2 8 3-16,7-8 13 0,-5 5-12 0,-2 3-3 0,0 0 5 15,5-8 3-15,-5 8 1 0,0 0 4 0,0 0 3 16,0 0-3-16,13 14 2 0,-13-9 4 0,6 4 1 15,-2-1 8-15,2 2 13 0,1-2-2 16,1 0 2-16,-1-1 7 0,4 0-2 0,0 0-2 16,1-2-2-16,1-5 1 0,0 2 21 0,1-2-16 0,-1-2 0 15,1 1-8-15,-2-1-1 0,1-1 4 0,-4-2 1 16,0-3 0-16,-3 1 3 0,2 0 6 0,-2-1-9 16,-3 1-4-16,-1-2 5 0,0-2-4 0,-4 1 1 15,2-1 1-15,-4 0-5 0,-1 1-4 0,-3 0 5 16,2 0-7-16,-3 1 0 0,1 1-6 0,-2 1-17 15,-1 1-19-15,2 2-20 0,-5 3-21 0,3 1-36 16,-2 1-50-16,1 2-62 0,4 2-65 0,-4 0-240 16,5-2-577-16,3 1 256 0</inkml:trace>
  <inkml:trace contextRef="#ctx0" brushRef="#br0" timeOffset="-102303.48">12998 8885 170 0,'3'-11'311'15,"-1"0"-10"-15,0 2 1 0,-4 3-2 0,2 6 8 16,0-13 10-16,0 13 2 0,0-11-18 0,0 11-22 16,0-7-21-16,0 7-32 0,0 0-14 0,0 0-1 0,0 0 5 15,-5 28-16-15,1-10-19 0,2 10-14 0,-3 1-20 16,-2 2-12-16,1 1-14 0,-1 2-12 16,1 0-10-16,-1-1-10 0,-3 1-11 0,1-4-4 15,3 1-9-15,0-1-13 0,0-4-31 0,0 0-39 16,1-7-60-16,5-2-49 0,-4 1-48 0,0-2-55 0,2-6-73 15,1 1-54-15,-1-4-51 0,2-1-244 0,-5 0-705 16,5-6 312-16</inkml:trace>
  <inkml:trace contextRef="#ctx0" brushRef="#br0" timeOffset="-102100.89">12992 8990 13 0,'29'-13'236'0,"-2"-1"4"0,2 5 11 0,-3 5-3 0,1-1-3 15,-8 4-11-15,-4 2-1 0,-1 0-9 16,-1 2-16-16,1 0-15 0,-5 3-1 0,0 1-9 0,0 2-9 16,-4-2-13-16,-1 0 1 0,-4 2-29 0,0-1-4 15,-7 2-27-15,1-2 3 0,-4 2-25 0,-1-4-26 16,-5 2-46-16,-1 3-43 0,-8-2-48 0,-2-4-64 16,-4 1-81-16,3-2-72 0,-5-2-203 0,-1 0-544 15,-4-4 241-15</inkml:trace>
  <inkml:trace contextRef="#ctx0" brushRef="#br0" timeOffset="-101120.62">3962 8591 2621 0,'-3'-12'23'0,"-7"-3"34"0,3 2 1 16,-2 1-19-16,-1 2-7 0,2 6-16 0,-2 1 24 15,-1 6-5-15,-1 0-3 0,-1 8 2 0,-6 6 8 0,-1 6-2 16,0 4-2-16,0 2-8 0,0 0 1 0,2 2-5 16,1-3-2-16,3 0-3 0,1-2 1 15,4-2-6-15,2-6-1 0,1-2 3 0,1-4-1 16,0-1-8-16,4-4 1 0,-1 2 1 0,-1-2-4 0,0-3 5 16,3-4-1-16,-2 9 9 0,2-9 17 0,-3 7 15 15,3-7 5-15,0 0 4 0,0 0-12 0,0 0-8 16,0 0-5-16,3-33-4 0,2 15-5 15,3-7-8-15,0-3 9 0,3-2-8 0,2-2-4 16,1-3-1-16,5-10-4 0,0 1 8 0,1 3-7 0,-5 8-5 16,7-11 5-16,-5 14-3 0,-2 0-5 0,2 4 0 15,-4 4 4-15,0 0-7 0,-3 8 1 0,-3 3-3 16,0 2 2-16,-2 5-3 0,0-1-6 16,-1 2 1-16,-4 3 7 0,0 0 1 0,17 10 10 15,-7 5 5-15,-1 8 3 0,-2 5 8 0,0 4-2 0,0 2 6 16,1 0-5-16,-3-1-10 0,-1 2 0 0,1-4-1 15,0 2 13-15,0-2-15 0,-1-4 2 16,1-1 0-16,-1 0-7 0,-1-7 4 0,1-2-3 16,-1 0-2-16,1 0 3 0,0-5-4 0,0 0-16 0,-3 0-28 15,2-2-38-15,-2 2-40 0,3-2-51 0,-3 2-59 16,0-4-51-16,-3 3-288 0,2-11-610 0,-4 16 270 16</inkml:trace>
  <inkml:trace contextRef="#ctx0" brushRef="#br0" timeOffset="-100784.35">3876 8778 2673 0,'-2'-7'71'0,"0"-1"-34"0,2 8-24 0,-2-12 3 15,0 6-18-15,2 6 4 0,1-10-5 0,-1 10 1 16,7-12 1-16,-1 5 0 0,3 0 2 0,6 1-3 16,1-2-2-16,2 0 4 0,1 3-7 0,1 1-11 15,2-3-14-15,6 3-20 0,-6 1-10 0,5-1-3 16,0 0-3-16,-6 3 6 0,0 0 0 0,-3-1 9 15,-1 1 2-15,-5 0 5 0,-1 1 5 16,0 0 5-16,-11 0 2 0,11-1 14 0,-11 1 9 0,10 1 15 16,-10-1 11-16,0 0 15 0,11-1 11 0,-11 1 6 15,0 0 2-15,0 0 4 0,9 2-5 0,-9-2 0 16,0 0 4-16,2 7 3 0,-2-7 10 0,-1 13 7 16,2 3 2-16,-2 3-3 0,0 7-2 0,-3 0-7 15,1 3-4-15,3-3-2 0,-2 3-9 0,-1 1-2 16,0-2-5-16,2-3-6 0,0 0 5 0,1-1-7 15,0-6-5-15,0-1-27 0,1 0-42 0,-2 2-53 16,1-4-58-16,1-3-59 0,-1-1-65 0,-2-1-145 16,2 3-458-16,0-13 203 0</inkml:trace>
  <inkml:trace contextRef="#ctx0" brushRef="#br0" timeOffset="-100562.52">4262 8577 90 0,'6'-10'180'0,"2"-2"-15"16,-3 4-18-16,3 0-10 0,-3 5-12 0,5-1-12 15,-1 0-7-15,1 4-7 0,1 0-6 0,-2 3-9 16,2 2-4-16,-1 1-3 0,0 1 2 0,-2 0-11 16,-2 4 1-16,0-1-5 0,-3 3-9 0,-2 3-11 15,-3 0-9-15,-3 1-19 0,-3 2-19 0,0-2-35 16,-4 5-21-16,1-4-36 0,2-1-31 0,0-3-27 15,1-1-89-15,0-1-263 0,3-7 117 0</inkml:trace>
  <inkml:trace contextRef="#ctx0" brushRef="#br0" timeOffset="-100347.17">4556 8611 208 0,'0'0'232'0,"3"-5"-11"0,-3 5-13 0,0 0-15 15,0 0-6-15,0 0-15 0,0 0-7 0,0 0-13 16,-1 26-13-16,-4-9-6 0,0-1-12 0,-1 4-11 16,1 4-11-16,-2-1-8 0,3-4-14 0,2 1-4 15,-1-3-10-15,0 1-6 0,0-2-1 0,3 1-9 16,-2-6-8-16,-1 2-30 0,1-1-37 0,2-1-45 16,-1 0-52-16,1 0-54 0,-1 0-60 0,-2-2-129 15,3-2-399-15,0-7 176 0</inkml:trace>
  <inkml:trace contextRef="#ctx0" brushRef="#br0" timeOffset="-100128.99">4561 8531 121 0,'5'-5'159'15,"6"0"0"-15,-3 3-7 0,1 0 1 0,4 2-3 16,-3 0-8-16,-2 1-2 0,3 2-10 0,-1 2-5 15,-1-2-11-15,3 6-5 0,-6-1-7 0,1 0-6 16,-1 2-3-16,-3 1-8 0,-3 3-9 0,0 1-9 16,-7 1-17-16,2-1-21 0,-4 1-28 0,-2 1-31 15,-1 0-34-15,-2-3-51 0,1 1-36 0,-2-4-165 16,0-1-342-16,3-3 151 0</inkml:trace>
  <inkml:trace contextRef="#ctx0" brushRef="#br0" timeOffset="-99910.83">4764 8425 2559 0,'8'-15'239'0,"-3"5"-83"15,0 0-55-15,-3 3-39 0,2 2-10 0,0 0-13 16,-4 5-1-16,4-9 7 0,-4 9-2 0,4-5 1 16,-4 5 9-16,0 0 10 0,0 0 1 0,0 0-1 15,4 22-10-15,-6-6 1 0,2 10-5 0,0-3-9 16,0 5 3-16,-4-1-8 0,3 0 1 0,1 1-14 15,0 0-31-15,1-3-36 0,-2 1-45 0,1 0-52 16,-1-2-56-16,2 0-63 0,-1 2-54 0,-3-9-168 16,5 2-522-16,-2-3 232 0</inkml:trace>
  <inkml:trace contextRef="#ctx0" brushRef="#br0" timeOffset="-99457.08">4886 8658 210 0,'2'-6'250'0,"-2"6"-21"0,2-9-13 0,-2 9-14 0,0 0-16 16,4-4-4-16,-4 4-12 0,0 0-13 0,0 0-12 16,0 0-14-16,9 19-13 0,-6-9-11 0,2 0-11 15,2-1-7-15,0 1-10 0,2 0-8 0,-1-2-9 16,2-1-9-16,-3-1-2 0,2-2-14 16,2-1-3-16,-5 0-6 0,3-2-2 0,-9-1-4 0,14 0 3 15,-8-3-2-15,-6 3 5 0,11-4 11 0,-7-2 0 16,-2 2 16-16,-2 4-6 0,6-8-5 0,-6 8-3 15,2-11 7-15,-1 5 6 0,-1 6 13 0,2-10 0 16,-2 10-3-16,2-6-3 0,-2 6-9 0,0 0-5 16,0 0-13-16,0 0-4 0,0 0 3 0,0 0 10 15,0 0-5-15,4 35 9 0,-4-6 5 0,0 4-20 16,-2 1 9-16,0 12 5 0,0-13-25 0,0 3 11 16,1-2-3-16,-1 1 10 0,-1 0-5 0,0-3 9 15,1-2 2-15,0 3-4 0,0-1 4 0,0-5 0 16,-2-3-6-16,-1-6-6 0,0-1 2 0,-2-1-8 15,-1-3-8-15,2-1 12 0,-5-1-5 0,0-3 1 16,2 1 1-16,-1-5-6 0,-2 0 0 0,2-2-5 16,-4-3-2-16,2 0-2 0,2-3-17 0,-1-3-2 15,2-3-12-15,-2-3-6 0,5-5-10 0,1-1-9 16,5-9-13-16,5-3-10 0,4-2-11 0,3-1-14 16,9-7-13-16,6-1-13 0,2 6-14 0,-3 9-23 15,11-9-35-15,1 4-54 0,3-1-61 0,0 3-233 16,0 2-580-16,-9 6 256 0</inkml:trace>
  <inkml:trace contextRef="#ctx0" brushRef="#br0" timeOffset="-99307.45">5459 8767 4699 0,'3'4'323'0,"-3"-4"-196"0,2 5-70 16,-2-5-17-16,0 0-18 0,5 5 11 0,-5-5 20 16,0 0 16-16,0 0 7 0,0 0-5 0,0 0-7 15,4 6-10-15,-4-6-24 0,0 0-32 0,0 0-54 16,0 0-39-16,0 0-78 0,9 0-80 0,-9 0-85 15,14 1-103-15,-14-1-286 0,23-2-787 0,-23 2 347 16</inkml:trace>
  <inkml:trace contextRef="#ctx0" brushRef="#br0" timeOffset="-96587.15">9249 11380 191 0,'0'0'254'0,"-10"-2"-7"16,10 2-5-16,-9-2-2 0,9 2-11 0,-8-3-13 15,8 3-15-15,-7-2-18 0,7 2-18 0,0 0-13 16,0 0-17-16,-10-3-17 0,10 3-11 0,0 0-13 16,0 0-8-16,0 0-7 0,0 0-5 0,0 0-9 15,0 0-8-15,0 0-6 0,0 0-2 0,33-5-7 16,-14 5-5-16,2-1-9 0,7 0-14 0,0-1-12 16,3 1-21-16,-3-1-28 0,0 0-43 0,-6 1-52 15,-2 1-46-15,1-2-29 0,-2 2-226 0,-5 0-479 16,4 0 212-16</inkml:trace>
  <inkml:trace contextRef="#ctx0" brushRef="#br0" timeOffset="-96128.64">9397 11361 6 0,'0'0'196'16,"0"0"-11"-16,0 0-12 0,0 0-27 0,-9 2-5 15,9-2 1-15,-5 10 3 0,1-1 9 0,0 3-4 16,-1 3-12-16,1 4-8 0,1 5-12 0,1-4-9 0,-1 4-8 16,-1 3-10-16,4-1-5 0,-1 0 0 0,0-7-12 15,1 1-4-15,1-1-13 0,-1 1 2 16,0-2-8-16,0-1 6 0,1 2 0 0,-1-2 2 16,2-1-5-16,-2-1-2 0,0-2-9 0,0-3-4 0,1 0-3 15,-1-1 7-15,0-1-17 0,0-8 0 0,-1 13-4 16,2-7-2-16,-1-6-2 0,0 8-1 15,0-8 1-15,0 11-1 0,0-11-7 0,-4 7 8 16,4-7-4-16,-7 5-2 0,3-1 2 0,4-4-4 0,-11 4-3 16,11-4 2-16,-11 2 1 0,2-2-7 0,9 0 1 15,-14-2 2-15,5 1 0 0,-2-2 2 0,3 2-4 16,0-3-1-16,-2 1 3 0,4 1-2 0,-1-2 0 16,1 2 2-16,6 2 1 0,-10-6 9 0,10 6 7 15,-8-5 0-15,8 5 0 0,-5-3 0 0,5 3 0 16,0 0 6-16,-7-3-2 0,7 3-9 0,0 0-8 15,0 0-2-15,0 0 15 0,0 0-14 0,0 0-5 16,0 0-3-16,30 6-2 0,-17-2-5 0,4-3-10 16,1 1-17-16,4 0-25 0,7 0-27 0,0-2-41 15,0 0-49-15,0-2-35 0,3 1-38 0,0 0-199 16,-2-1-483-16,-1 0 213 0</inkml:trace>
  <inkml:trace contextRef="#ctx0" brushRef="#br0" timeOffset="-95888.42">9859 11732 242 0,'0'0'255'15,"-6"-10"2"-15,1 7-1 0,5 3-11 0,-10-3-12 16,10 3-12-16,-12-2-11 0,12 2-15 0,-15 7-12 16,3-2-6-16,2 2-10 0,-4 3-7 0,1 4-7 15,-1 0-15-15,-1 5-8 0,-2 2-18 0,7-3-8 16,0-2-7-16,1 1-14 0,0-1-4 0,5 0 2 15,0 3-22-15,3-2-2 0,1-6-5 0,4 3-11 16,2-1-26-16,3 0-8 0,0-3-15 0,5 2-34 16,4-2-36-16,-1-5-42 0,4 3-54 0,6-2-57 15,4-5-53-15,-2 2-228 0,3-3-555 0,0-1 245 16</inkml:trace>
  <inkml:trace contextRef="#ctx0" brushRef="#br0" timeOffset="-95604.34">10598 11707 41 0,'0'0'315'0,"0"0"-7"0,0 0 2 15,0 0 8-15,-8-10-6 0,8 10-21 0,0 0-9 16,0 0-21-16,0 0-15 0,0 0-19 0,0 0-16 15,0 0-12-15,0 0-12 0,0 0-22 0,0 0-18 16,0 0-12-16,11-3-16 0,-11 3-8 0,17 1-8 0,-4 1-13 16,1-2-12-16,3 0-12 0,-3 2-13 0,0-2-24 15,4 0-19-15,-5 1-43 0,1-1-39 16,-3-1-44-16,0 2-46 0,-3-1-51 0,-8 0-52 16,16 4-42-16,-10-3-34 0,-2 1-177 0,-4-2-561 0,0 0 249 15</inkml:trace>
  <inkml:trace contextRef="#ctx0" brushRef="#br0" timeOffset="-95420.84">10629 11815 236 0,'-7'2'289'0,"7"-2"-1"0,-10 2 4 0,10-2 6 16,-8 3 3-16,8-3-19 0,0 0-13 16,0 0-21-16,0 0-24 0,-10 2-17 0,10-2-16 0,0 0-19 15,0 0-9-15,0 0-25 0,0 0-17 0,23 8-25 16,-11-7-25-16,5 2-40 0,-2-2-40 0,2-1-43 15,1 0-44-15,2 0-52 0,-1-1-57 0,8 0-60 16,-8 1-259-16,-5-3-568 0,0 2 252 0</inkml:trace>
  <inkml:trace contextRef="#ctx0" brushRef="#br0" timeOffset="-94621.2">10002 11877 102 0,'3'-8'271'0,"-3"8"2"0,0 0-12 15,0 0-9-15,0 0-12 0,1-7-11 0,-1 7-2 16,0 0-31-16,0 0-15 0,0 0-10 0,0 0-10 0,0 0-9 16,0 0-1-16,-18 13-15 0,11-4 0 15,0 1-12-15,0 4-9 0,-3-1-12 0,0 2-1 16,3 0-9-16,-3 3-7 0,3-2-13 0,2 2-15 15,-1-3 7-15,0 3-10 0,3-2-5 0,-1-3-11 0,3-1 3 16,2 5-8-16,-1 0-3 0,4-5 0 0,-1 4 4 16,4-4-30-16,-1 0-23 0,0-2-32 0,0 1-32 15,3 3-42-15,-2-4-45 0,3 1-49 0,0-3-48 16,-1 1-41-16,-2-2-201 0,2-3-550 16,3 2 244-16</inkml:trace>
  <inkml:trace contextRef="#ctx0" brushRef="#br0" timeOffset="-94271.2">10198 11998 13 0,'0'0'296'0,"-4"-12"-5"0,2 6-7 16,2 6-9-16,-8-7-9 0,8 7-16 0,-9-4-17 15,9 4-20-15,-12-1-23 0,12 1-18 0,-14 5-16 0,4-2-14 16,3 4-16-16,-3 1-13 0,0-1-14 0,3 3-7 15,2-1-7-15,-2 1-19 0,3 0 2 0,-1 2-9 16,4-1-3-16,0 1-23 0,2 1-11 0,4-2-8 16,-1 0-7-16,2 4-1 0,1-6-10 0,-1 1 2 15,3 0-1-15,-1-1-5 0,-2-2 2 0,2 1 0 16,-1-1 4-16,-2 0-1 0,-1-2-3 0,-1 1 0 16,-3-6 4-16,5 9 4 0,-4-5 0 0,-1-4 3 15,0 0 5-15,-7 17 0 0,3-11 3 0,-5 1-8 16,0-1 21-16,0-2-18 0,-4 1-4 0,7-2 12 15,-6 1-15-15,3 2-11 0,0-5-15 0,2 0-23 16,-1 1-23-16,8-2-28 0,-13 3-31 0,13-3-35 16,-9 0-35-16,9 0-27 0,0 0-24 0,0 0-159 15,0 0-443-15,0 0 197 0</inkml:trace>
  <inkml:trace contextRef="#ctx0" brushRef="#br0" timeOffset="-93917.56">10312 12104 149 0,'1'-6'255'0,"-1"6"-2"0,3-7-6 16,-3 7-8-16,0 0-8 0,0 0-12 0,-11-5-11 16,11 5-10-16,0 0-12 0,-19 3-13 0,19-3 1 15,-11 5-29-15,3-1-11 0,3 1-18 0,-2-1-14 0,4 1-6 16,-3 1-6-16,4 0-18 0,-1 1-4 16,0-1-2-16,3-6-10 0,-3 12 3 0,3-5-11 15,0-7-11-15,4 9-13 0,0-3-8 0,-4-6 1 16,5 7-4-16,-5-7-5 0,6 4 2 0,-6-4-8 0,9 3 15 15,-9-3-16-15,13-1 2 0,-13 1-3 16,9-3 4-16,-9 3-4 0,9-6 5 0,-5 0 10 16,1 2-4-16,-5 4 1 0,6-9 4 0,-5 4 1 15,-1 5 0-15,4-8 1 0,-4 8 4 0,4-7 6 0,-4 7-3 16,3-6-2-16,-3 6 0 0,0 0-7 16,0 0-2-16,2-6 0 0,-2 6-1 0,0 0-10 15,0 0 12-15,0 0-1 0,0 0 0 0,2 20-3 16,-2-20 1-16,-3 16 2 0,3-5-7 0,0 0-20 15,1-2-24-15,-1 3-37 0,-1 0-46 0,1 0-52 0,0-2-62 16,0-2-51-16,0-8-245 0,1 13-575 16,-1-7 255-16</inkml:trace>
  <inkml:trace contextRef="#ctx0" brushRef="#br0" timeOffset="-93702.55">10443 12090 93 0,'3'-11'268'0,"-6"1"9"15,5 3 2-15,-2 7 6 0,0-12-5 0,1 5 0 16,-1 7-34-16,1-8-14 0,-1 8-20 0,3-5-21 16,-3 5 3-16,0 0 4 0,0 0-18 0,0 0-11 15,0 0-19-15,-1 29-8 0,-1-19-14 0,-2 7-15 16,3-2-6-16,-1 2-14 0,-1-2-4 0,2 3-13 16,-1 2-8-16,0-4-29 0,2 0-44 0,-2 1-51 15,1-4-53-15,0 1-57 0,-3-3-78 0,4 0-70 16,-2-2-269-16,-1 2-631 0,3-11 279 0</inkml:trace>
  <inkml:trace contextRef="#ctx0" brushRef="#br0" timeOffset="-93546.16">10395 12171 103 0,'1'-9'260'0,"-1"9"-24"0,3-6-12 0,-3 6-22 15,3-6-20-15,-3 6-13 0,7-2-20 0,-7 2-16 16,11-2-14-16,-11 2-30 0,18 0-30 0,-9 0-40 15,-1 0-46-15,1 0-46 0,2 0-47 0,-2 0-49 16,-9 0-91-16,13 0-281 0,-13 0 125 0</inkml:trace>
  <inkml:trace contextRef="#ctx0" brushRef="#br0" timeOffset="-93366.84">10567 12093 143 0,'0'0'159'0,"9"-7"15"0,-4 3 3 15,2 0 2-15,-7 4-5 0,10-2-4 0,-2 1 3 16,-8 1 6-16,14 4 5 0,-7 3 3 0,0-2 3 15,-2 4 2-15,2 1 3 0,-4 2-11 0,1 2-12 16,-4 4 2-16,0 3-24 0,-5 5-13 16,-2-1-9-16,-3-1-9 0,-1-1-16 0,-5 1-4 0,2-4-32 15,2-4-53-15,-1-4-48 0,1 1-61 0,-2-2-69 16,-1 2-73-16,1-2-77 0,-2-3-183 0,-1-1-538 16,1 0 238-16</inkml:trace>
  <inkml:trace contextRef="#ctx0" brushRef="#br0" timeOffset="-89003.63">12672 11503 171 0,'-4'-12'235'16,"2"6"-7"-16,2 6 2 0,0-13 0 0,0 13-23 15,-3-12-12-15,2 5-5 0,1 7-1 0,-3-12 0 16,3 12-17-16,0-9-12 0,0 9-11 0,-2-8-8 15,2 8-2-15,0-7-31 0,0 7-12 0,0 0-10 16,0 0-10-16,0 0-9 0,0 0-7 0,0 0-8 16,0 0-4-16,0 0 1 0,0 0 12 0,13 30-14 15,-6-15-1-15,-2 4-5 0,2 7 2 0,1-3-4 16,-3 3-8-16,4 0 11 0,-2-1-16 0,-1 0 3 16,1-1-5-16,-2-5 1 0,-1 0-7 0,1 0-4 15,1-4-2-15,-2 2 1 0,1-3-2 0,-1-4 0 16,0 4 1-16,0-4-4 0,2 0 7 0,-4-2-7 15,3 0 11-15,-3-3-15 0,-2-5 1 0,5 8 18 16,0-3-21-16,-5-5 7 0,4 6-4 0,-4-6 0 16,4 3 3-16,-4-3-1 0,0 0 2 0,13-7 2 15,-10 0-5-15,6-2 2 0,-2-2 0 0,1-5-10 16,-1 2 10-16,5-4-2 0,-1-5-1 0,0-2-5 16,3 0 0-16,-1-1-2 0,3 0 6 0,-3 0-8 15,1-1 2-15,-3 0 1 0,0 0-2 0,1 3 0 0,-2 6 15 16,-3 1-17-16,1 1-3 0,-2 2-1 15,-1 3-1-15,-1 1 5 0,0 2-4 0,-2 1 0 0,1 3-6 16,-3 4-20-16,5-9-9 0,-5 9-27 16,4-4-22-16,-4 4-11 0,0 0-13 0,0 0-23 0,0 0-31 15,0 24-25-15,-2-8-39 0,0 4-35 0,-6 6-171 16,6 1-478-16,-2-3 212 0</inkml:trace>
  <inkml:trace contextRef="#ctx0" brushRef="#br0" timeOffset="-88717.16">13293 11664 251 0,'0'-9'253'0,"0"9"-9"0,-5-8-9 16,5 8-7-16,-7-5-7 0,7 5-18 0,-8-3-11 15,8 3-14-15,-9-3-15 0,9 3-2 0,-14 7-19 16,7-4-4-16,-2 4-11 0,0 1-3 0,-2 4-5 15,-2 1-7-15,1 1-8 0,1 0-3 0,0 2-5 16,-1 1-7-16,6 0-9 0,-3 0-11 0,-1-2-3 16,6 2-7-16,0-1-4 0,0 0-11 0,3-5-5 15,1 2-2-15,0 0 3 0,5-1-7 0,-1-2-4 16,0 1 0-16,2 0-28 0,3-1-36 0,-3-2-30 16,3 2-41-16,3-3-47 0,-2 1-51 0,3-2-42 15,0-3-57-15,4 2-189 0,1-1-533 0,3-3 236 16</inkml:trace>
  <inkml:trace contextRef="#ctx0" brushRef="#br0" timeOffset="-88457.15">13672 11736 93 0,'-4'-12'267'0,"0"9"-2"15,-2-2-2-15,0 3-8 0,6 2-1 0,-11-5-17 16,2 5-9-16,-1 0-12 0,-1 4-5 0,-1 0-9 0,0 2-8 15,-1 4-4-15,-1 3-18 0,1 0-18 16,-2 1-1-16,0 8-14 0,7-9-11 0,-2 2-14 16,1 1-9-16,3-1-10 0,3 0-8 0,-1-2-10 0,2 1-12 15,2 3-6-15,2-5-5 0,3-2-6 0,1 0-13 16,1 1-15-16,1-2-29 0,2 1-29 16,-1-5-35-16,7 3-33 0,-3-2-41 0,-2 0-41 15,5 1-31-15,1-1-28 0,2-3-14 0,1-1-34 0,-2-2-172 16,0 0-505-16,2 0 224 0</inkml:trace>
  <inkml:trace contextRef="#ctx0" brushRef="#br0" timeOffset="-88194.36">14102 11841 121 0,'1'-10'304'0,"-1"10"-8"0,0 0-1 0,0 0-6 0,0 0-19 16,2-5-13-16,-2 5-20 0,0 0-19 0,0 0-18 15,0 0-10-15,9-4-22 0,-9 4-3 0,19 2-17 16,-6 0-6-16,5-2-10 0,3 1-7 0,-2 1-9 16,2-2-4-16,3 2-15 0,-2-1-5 0,-3 0-3 15,-1 1-9-15,-3-1-8 0,-1-1-5 0,-1 0-9 16,-1 3-6-16,-3-3-4 0,-2 1 0 0,-7-1-6 16,13 1-7-16,-9 1 4 0,-4-2-8 0,0 0-2 15,12 0-8-15,-12 0-26 0,0 0-35 0,8 0-56 16,-8 0-58-16,0 0-71 0,0 0-91 0,0 0-326 15,0 0-695-15,0 0 308 0</inkml:trace>
  <inkml:trace contextRef="#ctx0" brushRef="#br0" timeOffset="-87753.73">14616 11668 122 0,'-7'-5'339'0,"4"-2"-18"0,3 7-23 0,-7-7-22 15,7 7-25-15,-5-6-22 0,5 6-29 0,0 0-18 16,0 0-14-16,0 0-18 0,0 0-17 16,0 0-6-16,5 28-9 0,0-11-7 0,2 0-4 0,3 8-10 15,0-1-8-15,-1 0-8 0,0-5-3 0,0-1-13 16,-3 2-7-16,6 3 9 0,-5-6-9 0,0-1-8 15,1-2-7-15,-3-1 2 0,0-4 3 0,1 0-13 16,-1 0 8-16,-1 0-5 0,0-4 0 0,-1-1 2 16,-3-4 3-16,2 8 13 0,-2-8-5 0,5 4-1 15,-5-4 19-15,0 0 15 0,0 0 0 0,0 0-6 16,0 0-4-16,0 0-7 0,14-13-7 0,-10 5-7 16,3-5-4-16,0-2-3 0,2-3-4 0,4-6-4 15,1-4-8-15,1 3-2 0,1-2-3 0,2-1-6 16,-2-3-4-16,1 3-2 0,-1 2-10 0,0-1 3 15,-1 2-10-15,0 3-6 0,-3 6-3 0,-5 2-10 0,1 5-11 16,0 0-30-16,-3 2-32 0,-3 3-48 16,2 0-44-16,-4 4-32 0,0 0-6 0,0 0-2 15,0 0-28-15,3 21-22 0,-6-9-29 0,-3 8-210 16,2-2-558-16,-2 1 247 0</inkml:trace>
  <inkml:trace contextRef="#ctx0" brushRef="#br0" timeOffset="-87527.43">15085 11791 197 0,'0'0'270'0,"0"0"3"0,0 0-2 0,-8-8 3 0,8 8-8 15,0 0-2-15,-13-1-9 0,13 1-12 0,-11 3-10 16,3 1-5-16,1 1-7 0,-2 2-9 16,1 2-4-16,-1 2-9 0,1 3-9 0,1 0-10 0,-2 0-14 15,2-2-16-15,1 4-14 0,1-4-12 0,-1 4-15 16,5-5-9-16,-1 5-9 0,0-4-13 0,4 2-3 15,0-4-17-15,-1 2-36 0,5-1-42 16,-1 0-56-16,1-3-56 0,3 1-61 0,-1-2-63 0,2-1-75 16,5 1-43-16,-4-3-245 0,8-2-670 0,-1-1 296 15</inkml:trace>
  <inkml:trace contextRef="#ctx0" brushRef="#br0" timeOffset="-87139.3">15402 11849 16 0,'-2'-6'285'0,"2"6"-3"16,-2-12-7-16,2 12-4 0,-5-5-6 0,5 5-5 16,-12-3-4-16,12 3-21 0,-13 3 0 0,7 1-28 15,-3 2-18-15,-1-1-20 0,4 3-10 0,-1 1-23 16,1-2-14-16,1 3-14 0,0-1-10 0,3 1-9 16,0-1-7-16,0-1-8 0,2 2-5 0,2-3-17 15,2 4-10-15,1-5-12 0,2 2-11 0,0-3-7 16,-1-1-7-16,4 0-7 0,0 2-9 0,1-5 5 15,-2 1-1-15,1-1 3 0,-4 1-1 0,1-2-4 16,-7 0 1-16,0 0 7 0,14-2 8 0,-14 2 5 16,0 0 12-16,6-1-7 0,-6 1 14 0,0 0 11 15,0 0 3-15,0 0 5 0,0 0 4 0,0 0 4 16,0 0 8-16,-23-7 3 0,23 7 5 0,-20 5 1 16,9 0 1-16,1-1 11 0,-1 2 2 0,-2 4 4 15,-2-1 3-15,4-2-2 0,0 5-2 0,0-5-16 16,3 3-6-16,-3 1-6 0,6-1-6 0,-1-3-6 15,1-1-10-15,2 4 5 0,2-3-10 0,2 3-10 16,0-3-19-16,4-1-32 0,-2 0-36 0,7 0-60 0,2 0-53 16,5 0-52-16,-2-1-63 0,4-2-72 0,2 1-65 15,0-2-250-15,0-2-731 0,-1 0 325 16</inkml:trace>
  <inkml:trace contextRef="#ctx0" brushRef="#br0" timeOffset="-86730.83">15878 11607 106 0,'2'-10'341'0,"-4"3"-7"0,2 7-20 0,-5-11-6 15,3 7-14-15,2 4-6 0,-9-3-8 0,9 3-10 0,-19 5-10 16,7 0-12-16,-1 7-7 0,-6 8-11 15,8-4-18-15,-5 8-12 0,3 0-12 0,1 2-12 0,3 2-15 16,1 2-13-16,2-3-14 0,2 1-16 16,3-2-11-16,3 2-11 0,2-5-9 0,4 3-8 0,-2-7-7 15,4 3-12-15,0-8-27 0,2 3-32 0,2-1-49 16,-1-5-53-16,0 3-67 0,5-2-59 16,-4-2-68-16,3 0-62 0,-2 0-342 0,1-4-757 15,-4-1 336-15</inkml:trace>
  <inkml:trace contextRef="#ctx0" brushRef="#br0" timeOffset="-86406.69">16169 11758 53 0,'-2'-6'273'0,"2"6"-10"0,-5-9-8 0,5 9-10 15,-8-4-18-15,8 4-12 0,-10-2-20 0,10 2-17 16,-10 6-19-16,5 0-11 0,0 2-16 0,-3 2-11 15,4 0-13-15,-2 4-11 0,1 2-10 0,3-4-2 16,4 5-9-16,3-2-16 0,-1 2-2 0,1-3-8 16,0-2-4-16,3 3-6 0,-1-1-1 0,1 2-5 15,-3-6-7-15,3 0-1 0,-2 0-1 0,-2-1-4 16,1-2-5-16,0 0-1 0,-1-1 0 0,1-1 3 16,-5-5 5-16,4 8-2 0,-4-8 10 0,-3 8 0 15,3-8-1-15,-8 8-2 0,2-5 0 0,-3 0 1 16,0 3-6-16,-3-4-2 0,0 0-7 0,-3 0-17 15,2 0-22-15,-1 1-21 0,1-1-25 0,2-1-30 16,-1 0-34-16,3-1-33 0,9 0-41 0,-11 0-54 16,11 0-182-16,0 0-480 0,0 0 212 0</inkml:trace>
  <inkml:trace contextRef="#ctx0" brushRef="#br0" timeOffset="-86035.37">16456 11833 215 0,'1'-4'274'0,"-1"4"4"0,0-8-15 16,0 8-5-16,0 0-8 0,-16-2-7 0,16 2 5 16,-22 7-1-16,9-2-21 0,-2 4-17 0,1 0-17 15,0 1-17-15,5-2-1 0,-3 4-27 0,3-2-14 16,2 1-13-16,0-2-9 0,3 0-14 0,1 1 3 16,1 1-20-16,2-3-10 0,2 0 0 0,0-1-9 15,1 0-1-15,2-1-10 0,0-1-15 0,1 0 0 16,2-2-1-16,-3 1-20 0,2-2-3 0,-7-2 8 15,14 0 1-15,-14 0-7 0,15-4 10 0,-9 0-7 16,0 0-4-16,1 0 10 0,-2-2-14 0,0 0 1 0,-1-1-5 16,0-1-1-16,1-2 2 0,-1 1-1 0,0 0 9 15,-2 3-6-15,1 0-3 0,-3 6 8 0,2-10-1 16,-2 10 5-16,3-7-12 0,-3 7-3 0,4-4-1 16,-4 4-4-16,0 0 2 0,0 0 10 0,0 0-1 15,5 15 8-15,-4-7 2 0,1 1-11 0,-1 1 8 16,-1 1-6-16,0 1 6 0,1-1-6 15,-1 5 5-15,0-4-41 0,1-1-38 0,1 0-48 0,-2 0-54 16,1-2-56-16,-1 2-74 0,4-3-48 0,-4 1-249 16,2-4-644-16,2 1 286 0</inkml:trace>
  <inkml:trace contextRef="#ctx0" brushRef="#br0" timeOffset="-85762.39">16703 11787 265 0,'5'-18'272'0,"-3"7"7"16,0 0 9-16,0 0 6 0,-1 2 8 0,-1 3-1 16,0 6-23-16,2-10-22 0,-2 10-25 0,0 0-10 15,4-6 5-15,-4 6 12 0,0 0 10 0,1 23 10 16,-2-6-6-16,-2 2-8 0,2 7-16 0,-2 2-10 16,1 0-9-16,-1-3-14 0,-2 1-19 0,3 0-12 15,-2 0-14-15,0-7-16 0,1-1-13 0,2-1-10 16,1-1-12-16,-1-2-9 0,2 0-13 0,-1-3-6 15,1 0-10-15,2-2-20 0,-2-1-36 0,3-1-36 16,-1-2-42-16,0 1-43 0,1 0-53 0,0-3-45 16,1 1-51-16,-5-4-40 0,0 0-48 0,9 1-53 15,-9-1-51-15,0 0-246 0,0 0-761 0,0-14 337 16</inkml:trace>
  <inkml:trace contextRef="#ctx0" brushRef="#br0" timeOffset="-85627.77">16617 11940 151 0,'-4'-5'245'0,"1"0"-19"15,3 5-18-15,-3-10-4 0,3 10 0 0,-3-7-6 16,3 7 1-16,0 0-18 0,0 0-13 0,8-10-15 0,0 8-16 16,1 1-16-16,2-2-25 0,8 0-35 0,-2-2-49 15,3 0-68-15,-1 2-76 0,10-5-72 0,-10 2-158 16,8-2-393-16,-8 0 174 0</inkml:trace>
  <inkml:trace contextRef="#ctx0" brushRef="#br0" timeOffset="-85410.61">17008 11676 25 0,'12'-1'263'0,"-2"2"15"0,1 1 8 0,2 3 16 15,-3 2-3-15,4 3 7 0,-2 3-2 0,0 2-7 16,-1 3-22-16,0 4-16 0,-3 4-18 16,0 2-19-16,-4-1-15 0,-3 1-21 0,-1 0-14 15,-1 0-14-15,-3 0-21 0,-1-1-9 0,-3-1-17 0,0-3-17 16,-7 2-29-16,0 0-36 0,-1-12-30 0,-3 8-31 15,-5 1-36-15,-2-3-38 0,-2-2-40 0,-4 2-43 16,-1-2-42-16,-4-2-50 0,-10 0-39 0,-1 2-225 16,-1-4-591-16,-1-1 261 0</inkml:trace>
  <inkml:trace contextRef="#ctx0" brushRef="#br0" timeOffset="-84842.66">14242 12501 111 0,'-13'-5'221'0,"0"1"-4"0,-3-2-2 15,1-1-4-15,0 3-1 0,-1-3-3 0,1 4 0 0,5-2-12 16,-4 1-7-16,2 1-2 0,2 1 1 16,0-1-12-16,5 1-2 0,5 2 1 0,-12-3-19 15,12 3-18-15,-10-2-11 0,10 2-9 0,0 0-7 16,0 0 8-16,0 0-6 0,33 5-5 0,0-2 1 15,20 1-18-15,10-2 1 0,36 5-8 0,2-4-9 16,9 0-5-16,7 4-4 0,-1-3-4 0,4-2-3 16,4 3-8-16,-4-5-7 0,4 1 2 0,-2 4-2 15,2-5-8-15,-2 4-1 0,-3-2-4 0,-3 0-6 16,-1-4 2-16,-4 4-2 0,2-1-6 0,-2 3-1 16,-11 4 1-16,-1 1-7 0,-9-4-1 0,-30-4 6 15,4 4-8-15,0-1 5 0,-3-1-3 0,-1 2-2 16,-5 0-1-16,-3 0-2 0,-15-3 5 0,-1 3-8 0,0-1 4 15,-4 1-1-15,-4-3 3 0,-5 3-7 0,-4-5 2 16,-3 2 2-16,-2-1-5 0,-5-1 0 0,-2 1 2 16,-7-1 5-16,14 0 0 0,-14 0-3 0,7 0 0 15,-7 0 1-15,0 0-6 0,0 0-10 0,4-7-20 16,-4 7-31-16,0 0-36 0,-13-10-34 0,3 6-35 16,-2 0-43-16,-2 1-48 0,-4-2-59 0,-2 2-65 15,-7-2-194-15,-5 3-623 0,-1 2 275 0</inkml:trace>
  <inkml:trace contextRef="#ctx0" brushRef="#br0" timeOffset="-84109.14">15306 12782 163 0,'0'0'275'0,"-3"-11"-13"16,3 11 1-16,0 0 2 0,-2-8-10 0,2 8-10 16,0 0-16-16,0 0-16 0,0 0-20 0,-2-8-23 15,2 8-16-15,0 0-9 0,0 0 2 0,0 0 7 16,0 0 1-16,-2 31 9 0,1-14-13 0,-2 3-12 16,2 4-7-16,-4-5-22 0,4 9-4 0,-2-10-8 15,2 1-9-15,-2 8-2 0,2 2-9 0,-2-3-10 16,2-8 1-16,2 1-17 0,-1-1-3 0,0-1 5 15,1-1-19-15,1-3 0 0,-1 0 1 0,-1-1-9 16,1-1 0-16,-1 0-3 0,2 0-4 0,-2-4-17 16,-2 1-1-16,2-8-24 0,2 12-25 0,-2-12-29 15,1 9-21-15,-1-9-29 0,3 6-23 0,-3-6-28 0,0 0-30 16,0 0-33-16,0 0-43 0,0 0-35 16,0 0-216-16,0 0-578 0,0 0 256 0</inkml:trace>
  <inkml:trace contextRef="#ctx0" brushRef="#br0" timeOffset="-83768.27">15265 12801 112 0,'6'-12'200'0,"2"2"-11"0,6-2-6 0,1 4 3 16,5 0 2-16,-1 3 17 0,4 2-3 16,4-1-8-16,-7 2-16 0,-1 2-13 0,0 4-13 15,-6-2-15-15,1 3-12 0,-2 1-5 0,-3 0-4 16,1 1-9-16,-4 3-11 0,-2-2 2 0,-4 2-2 15,0 0-9-15,-4 0-6 0,0 1-1 0,-2 0-6 16,-4 1-7-16,-4 0-1 0,2-5-11 0,-4 1-9 16,0-1 1-16,5 0-7 0,-6-3 1 0,6 1-4 0,-1-1 8 15,0-2-17-15,-1 0-3 0,6-1-4 16,-2-1-2-16,1 3 1 0,8-3 1 0,-11 0 2 0,11 0-6 16,-9 0-9-16,9 0 6 0,0 0-7 0,-7 3 3 15,7-3-3-15,0 0 4 0,0 0 6 0,0 0 0 16,0 0 14-16,14 13 1 0,-8-7 2 15,3 0-4-15,1 1 8 0,0 0-26 0,5 3 9 16,0-1 7-16,0 2-10 0,2 1-21 0,-2-2-50 0,3-1-51 16,-3 1-59-16,1-2-68 0,-1 3-70 0,2-3-278 15,-5-2-626-15,3-1 278 0</inkml:trace>
  <inkml:trace contextRef="#ctx0" brushRef="#br0" timeOffset="-83543.42">15868 12977 161 0,'0'-11'314'0,"0"11"3"16,0 0 5-16,-14-6 13 0,3 6-3 0,0 6-9 15,-1-6 0-15,-4 7-19 0,1 1-13 0,-4 4 1 16,1 8-11-16,-1 0-16 0,1 1-26 0,2 0-14 16,4-5-25-16,3 1-22 0,5 0-18 0,-3 1-15 15,5 0-13-15,2-1-14 0,4-1-16 0,1-3-29 16,4-1-35-16,4-1-32 0,1 0-45 0,5-2-49 15,1-4-64-15,9 2-49 0,-1-6-54 0,1-1-55 16,3-3-50-16,-1 0-319 0,-10-1-735 0,7 0 325 16</inkml:trace>
  <inkml:trace contextRef="#ctx0" brushRef="#br0" timeOffset="-79878.42">18175 12490 168 0,'0'0'237'0,"0"0"-5"0,0 0-5 0,0 0-8 15,0 0-7-15,0 0-13 0,8-1-13 0,-8 1 9 16,0 0-9-16,0 0-15 0,0 0-13 16,0 0-4-16,0 0-14 0,0 0-11 0,0 0-12 0,0 0-15 15,0 0-12-15,0 0-5 0,0 0-9 0,0 0-9 16,0 0-4-16,0 0 3 0,0 0 2 0,11 6-10 15,-11-6 0-15,12 3-5 0,-2-1-4 0,3-1-8 16,1-1 2-16,4 2-13 0,1-1-27 0,-3-1-24 16,3 0-34-16,-6-1-35 0,1 2-42 0,-2 2-47 15,-2-3-48-15,-1 0-33 0,-3 1-26 0,-6-1-153 16,9 3-475-16,-9-3 209 0</inkml:trace>
  <inkml:trace contextRef="#ctx0" brushRef="#br0" timeOffset="-79710.96">18192 12611 174 0,'0'0'227'16,"-9"3"-5"-16,9-3-1 0,-5 4-3 0,5-4-6 15,0 0-5-15,0 0-8 0,0 0-7 0,0 0-23 16,0 0-13-16,19 10-19 0,-6-10-22 0,4 2-24 16,4-2-34-16,1 0-41 0,4-2-50 0,-4 1-56 15,9 0-67-15,-1-2-49 0,-9-1-149 0,8 1-384 16,-2-2 171-16</inkml:trace>
  <inkml:trace contextRef="#ctx0" brushRef="#br0" timeOffset="-75693.54">19385 12052 177 0,'0'0'224'0,"-2"-11"-3"16,2 11-7-16,-1-8-3 0,1 8-10 0,-3-6-12 15,3 6-14-15,0 0-16 0,0 0-17 0,-1-9-5 16,1 9-17-16,0 0-13 0,0 0-4 0,0 0 1 0,0 0-16 16,0 0-5-16,0 0-7 0,5-7-10 15,-5 7-6-15,10-4-3 0,-4 1 0 0,2 0-13 16,5 0-2-16,0-1-6 0,4 1-5 0,0-2-2 0,-3 2-12 16,4 0-7-16,-4-1-14 0,-2 1-19 15,-1 1-29-15,-1 0-34 0,-3 1-36 0,-7 1-28 16,11-3-31-16,-11 3-22 0,0 0 0 0,7 4-157 15,-7-4-389-15,0 0 172 0</inkml:trace>
  <inkml:trace contextRef="#ctx0" brushRef="#br0" timeOffset="-75181.07">19302 12046 126 0,'0'0'182'0,"0"0"2"16,0 0-9-16,0 0-15 0,0 0-10 0,0 0-17 15,0 0-10-15,0 0-13 0,0 0-12 0,-9 4 3 16,9-4-2-16,-2 10-3 0,0-5-3 0,2-5 0 16,-3 14 5-16,0-4-2 0,-1-1-1 0,3 3-9 15,0-4-8-15,-2 1-10 0,0 1 3 0,2 1-7 16,0-3 0-16,-3 1-2 0,2 3 0 16,0-7-4-16,1 3-5 0,-1 0-2 0,0-2-6 0,1 1-7 15,1-7-2-15,0 14-4 0,0-14-3 0,-1 7-4 16,1-7-2-16,0 0 10 0,0 0-10 0,-3 8-6 15,3-8 0-15,0 0-1 0,0 0 0 0,0 0-2 16,-1 7 1-16,1-7 8 0,0 0 10 0,0 0 1 16,0 0-2-16,0 0-4 0,0 0-1 0,0 0-6 15,0 0-1-15,27-17-3 0,-17 13-2 0,1-2-5 16,3-1 3-16,2-2-3 0,3 3 11 0,-5 2-14 16,3-3 2-16,-3 5-5 0,-2-1-1 0,1 3-2 15,3 0 2-15,-4 0 4 0,2 3-8 0,-3 2-1 16,0 1-1-16,-2 2 4 0,0 1-1 0,1 3 0 15,2 2-1-15,-5 1-4 0,-3-1 7 0,-1 1 1 16,-1 1-1-16,-3-4-1 0,1 0 0 0,-2 1-5 16,0 0 8-16,-4 0 0 0,-1-2 2 0,-3 3 8 15,4-3 7-15,-2-2-2 0,-6 3 3 0,0-2 1 16,0-3-6-16,-4 1 0 0,3-3-3 0,1 0 5 16,2-1-2-16,-2-2-5 0,1 0-1 0,1-2-1 15,3 0 0-15,2 0-16 0,7 0-17 0,-18-3-24 16,12 2-31-16,6 1-36 0,-8-7-41 0,4 4-35 15,4 3-35-15,-1-9-31 0,1 9-209 0,4-13-503 16,4 6 223-16</inkml:trace>
  <inkml:trace contextRef="#ctx0" brushRef="#br0" timeOffset="-74945.11">19865 12269 196 0,'0'0'285'0,"0"0"-3"16,3-5-6-16,-3 5-11 0,0 0-12 16,7-6-17-16,-7 6-18 0,0 0-29 0,2-4-18 15,-2 4-17-15,0 0-14 0,12 1-15 0,-12-1-10 0,14 1-14 16,-4 0-13-16,2 1-9 0,0-2-7 0,6 0-5 16,-4 2-14-16,4-4-14 0,0 4-20 15,-1-4-21-15,-3 1-34 0,0 1-29 0,-4 0-50 16,3-1-49-16,0 1-44 0,-2 1-46 0,1-1-177 0,-2 0-464 15,1-2 205-15</inkml:trace>
  <inkml:trace contextRef="#ctx0" brushRef="#br0" timeOffset="-74583.31">20350 12169 47 0,'0'0'251'0,"1"-6"3"16,-1 6-7-16,0 0-5 0,0 0-13 0,0 0-11 15,0 0-15-15,0 0-10 0,-16-1-10 0,16 1-5 16,-14 11-10-16,6-3-18 0,-2-2-9 0,3 5-7 16,0-1-19-16,0 1 0 0,1 0-14 0,-3 3-10 15,5-3-8-15,0-2-16 0,0 2 3 0,3-1-13 16,1-1-3-16,0 0 9 0,3 2-12 0,1-3-12 16,1 0-3-16,3-2-3 0,2-1 0 0,0-1-13 15,0 0 18-15,4-3-20 0,-2-1-2 0,-1 0-4 16,3-1 2-16,-2-2-2 0,0-2-1 0,-1 3-1 15,-1-4 0-15,0 1 2 0,-2-5-3 0,0 1-3 16,-2-1 0-16,2-6 1 0,-6 5-2 0,1-2 2 16,-2 1-3-16,-1 1 1 0,-1-3-2 0,-2 0 0 15,-1 4-5-15,-2-2 1 0,1 1 1 0,-2 1-3 16,1 3 12-16,0 0-24 0,-1 2-18 0,2 2-18 16,-3-1-20-16,2 1-21 0,6 3-33 0,-18 3-42 15,11-1-43-15,-2 3-34 0,-2-1-49 0,2 2-170 16,4 0-501-16,5-6 221 0</inkml:trace>
  <inkml:trace contextRef="#ctx0" brushRef="#br0" timeOffset="-74419.39">20580 12249 246 0,'0'0'255'16,"0"0"-8"-16,0 0 4 0,7-3-14 0,-7 3-10 15,0 0-24-15,0 0-17 0,0 0-20 0,0 0-22 16,0 0-12-16,7-3-20 0,-7 3-29 0,0 0-32 15,0 0-33-15,0 0-52 0,3 11-51 0,-3-11-59 16,0 8-46-16,0-8-162 0,-2 10-379 0,2-10 168 16</inkml:trace>
  <inkml:trace contextRef="#ctx0" brushRef="#br0" timeOffset="-74096.95">20841 12096 149 0,'9'-7'211'0,"-4"4"-6"0,1 0-9 0,1 1-8 16,-7 2-4-16,14-2-1 0,-14 2-6 0,11 6-5 16,-2 0-10-16,-4-1-8 0,2 4-10 0,-1 1-8 0,-1 1-9 15,0 4-2-15,-2 0-5 0,-2-2-8 0,-2 3-12 16,-2 0-6-16,-2 2 1 0,-1-2-2 0,-3 2-1 16,-1-5-7-16,-2 1-7 0,1-2-8 15,-2 0 3-15,4-3 5 0,-1-1-18 0,1-1-6 16,0-2-1-16,1 2-8 0,3-2-7 0,0 0 5 0,1-2-1 15,4-3-10-15,-7 4 0 0,7-4-3 16,-6 5-2-16,6-5-4 0,0 0-2 0,0 0 2 0,0 0-4 16,0 0 3-16,23 0-7 0,-10 0-8 0,1 0 5 15,4 0-6-15,3 0-7 0,0 2-18 0,9-4-21 16,-2 4-26-16,-3-2-28 0,5 1-28 0,-10 2-43 16,-1 0-47-16,-2 1-49 0,1-1-50 0,-8 1-176 15,-1 0-525-15,-1 0 233 0</inkml:trace>
  <inkml:trace contextRef="#ctx0" brushRef="#br0" timeOffset="-73688.29">19425 12669 33 0,'-28'0'260'0,"9"2"-9"15,6-1-10-15,1-1-6 0,5 0 6 0,0 1-13 16,7-1-8-16,0 0-1 0,0 0 2 0,0 0-19 16,46 6-11-16,9-6-13 0,10 0-4 0,40 0-16 15,9-2-22-15,5 1-13 0,4-6-16 0,2 6-8 16,-5-5-5-16,3 2-12 0,-1-2-5 0,-2 3-11 15,-5 1 1-15,-7 0-14 0,-6 0-11 0,-10-1 5 16,-31 3-4-16,-1 0-8 0,0 0-3 0,-6 0-5 16,-1-1 1-16,-15 1 2 0,-1 1 7 0,-3-4-13 15,-2 3-5-15,-5-2-2 0,-6 3 10 0,-4-2-5 16,-5 1 7-16,-3 0-4 0,0 0-3 0,-9 0 5 16,11 0-8-16,-11 0-6 0,11 0 3 0,-11 0 6 15,9-2-15-15,-9 2-22 0,0 0-34 0,0 0-48 16,0 0-45-16,0 0-53 0,-26-3-75 0,7 0-60 15,-2 6-248-15,0-3-627 0,-11 1 278 0</inkml:trace>
  <inkml:trace contextRef="#ctx0" brushRef="#br0" timeOffset="-72348.85">19988 13033 31 0,'0'0'128'0,"0"0"-12"0,0 0 6 0,0 0-4 0,0 0-7 15,0 0-6-15,0 0-13 0,0 0-9 16,0 0-6-16,0 0-2 0,0 0-6 0,0 0 4 0,0 0-5 15,0 0 3-15,0 0 4 0,0 0-1 0,0 0 0 16,0 0-1-16,0 0 6 0,0 0-1 0,0 0 5 16,0 0 6-16,0 0 3 0,0 0 0 0,0 0 1 15,0 0-9-15,0 0-7 0,0 0-6 0,0 0 1 16,0 0-1-16,0 0-2 0,0 0-1 0,-17-2-4 16,17 2-8-16,-3-8-5 0,3 8 4 0,-4-10 1 15,4 10 0-15,-1-9 5 0,1 9-1 0,-1-8-3 16,1 8 0-16,0 0-7 0,0 0 2 0,-3-9-8 15,3 9-8-15,0 0-2 0,0 0-15 0,0 0 8 16,0 0-7-16,0 0 6 0,0 0-4 0,0 28 1 16,0-11 9-16,-1 2-2 0,0-1 12 0,1 9-10 15,-2-2 1-15,2 0 0 0,0-5 33 0,0 6 1 16,-1-7-1-16,1-2-27 0,-1 0 19 0,2 1-12 16,-1-2 5-16,3-1-6 0,-5-4-2 0,1 1-3 15,1-2 1-15,0 0-8 0,-1 0-5 0,1 0-8 16,0-2 7-16,0-8-6 0,0 14 1 0,1-11-4 15,-1-3 4-15,0 12-13 0,0-12 9 0,-1 9-4 16,1-9-21-16,0 8 32 0,0-8-30 0,-2 7 22 16,2-7-5-16,0 0-8 0,0 0-8 0,-2 10-28 15,2-10-18-15,0 0-27 0,0 0-29 0,0 8-29 16,0-8-26-16,0 0-28 0,0 0-22 0,2 7-21 16,-2-7-27-16,6 4-16 0,-6-4-19 0,0 0-156 15,10-2-487-15,-10 2 216 0</inkml:trace>
  <inkml:trace contextRef="#ctx0" brushRef="#br0" timeOffset="-72052.88">20308 13062 171 0,'5'-13'276'0,"-5"13"-3"0,4-8 0 15,-4 8-5-15,0 0-1 0,0 0-13 0,4-9-20 16,-4 9-21-16,0 0-24 0,0 0 3 0,0 0 11 15,0 0-17-15,0 0-14 0,0 0-10 0,0 34-4 16,-2-18 3-16,0 0-13 0,1 1-15 0,2-2-14 16,-4 2-8-16,2 0-7 0,-3-1-8 0,1 2-8 15,-1-2-5-15,1 3-14 0,2-2-4 0,2-1-4 16,-2-5-10-16,-1 1-2 0,2 0-10 0,-1 0 0 16,0-1-5-16,0-2-3 0,2 1-2 0,-2 0 0 15,1-10-19-15,0 13-20 0,0-13-23 0,-2 10-43 16,2-10-45-16,-1 9-41 0,1-9-39 0,-1 6-38 15,1-6-40-15,0 0-30 0,0 0-45 0,0 0-189 16,0 0-588-16,0 0 260 0</inkml:trace>
  <inkml:trace contextRef="#ctx0" brushRef="#br0" timeOffset="-71783.3">20565 13118 160 0,'0'0'245'0,"0"0"3"0,-19-1-7 16,19 1-4-16,-13 6-8 0,-1-2-8 0,7 2-13 15,1-2-18-15,-2 2-5 0,2 0-13 0,-2 1-5 16,1 0-9-16,0 2-9 0,0-2 0 0,3-1-19 16,0 3 10-16,0-2-27 0,2 3-4 0,-1-3-15 15,3 1-8-15,0-8-9 0,-1 13-5 0,2-5-6 16,-1-8-13-16,4 11 1 0,1-3-4 0,0-5-15 15,5 3-22-15,-2 0-32 0,4-1-43 0,-1-2-48 0,0 1-48 16,2-1-71-16,1-1-43 0,3 0-36 0,-3 2-175 16,-1-3-522-16,5 1 232 0</inkml:trace>
  <inkml:trace contextRef="#ctx0" brushRef="#br0" timeOffset="-71429.18">20712 13355 3 0,'0'0'202'0,"5"3"9"16,-5-3-4-16,0 0 11 0,0 0-3 0,0 0-3 15,0 0-8-15,0 0-4 0,14-5-8 0,-14 5-7 16,5-7-9-16,-1 4-5 0,-4 3-12 0,8-11-9 16,-6 5-1-16,3-2 0 0,-2 2 0 0,1-2-14 0,1-3-9 15,0 3-9-15,1-5-3 0,-1 3-14 0,2-2-18 16,2-1 6-16,2-1-15 0,2 0-4 16,0 0-4-16,0 2-6 0,-2 2-3 0,4-1-9 15,0 2 3-15,-5 1-8 0,0 2-4 0,0 3 0 16,0-3 13-16,-3 3-36 0,3 1 14 0,-10 2-5 0,0 0-4 15,16 1-2-15,-16-1-5 0,11 7 5 16,-11-7-6-16,6 11-4 0,-4 0 9 0,0 0-1 16,-3-2 5-16,0 1-1 0,-2 0 9 0,0 3-8 15,2-3-1-15,0 2 3 0,-2-3 0 0,1 2-3 16,0-1 1-16,1 1-7 0,0 0 5 0,-1-4-7 16,1 2 2-16,1 0-8 0,0-9 5 0,-1 15-8 15,3-8 5-15,-2-7-6 0,6 11-5 0,-2-7-43 16,1 1-30-16,2-1-30 0,3 1-38 0,-2-4-36 15,0-1-49-15,-8 0-68 0,25-2-58 0,-12 0-236 0,5-4-639 16,1 0 282-16</inkml:trace>
  <inkml:trace contextRef="#ctx0" brushRef="#br0" timeOffset="-71214.77">21886 12833 2910 0,'5'-11'135'0,"-2"2"-35"0,1-1-24 16,-2 5-6-16,0-2 0 0,-2 7 17 16,4-10-3-16,-4 10 5 0,2-9 7 0,-2 9-9 0,6-6-9 15,-6 6-13-15,7-4-5 0,-3 1-11 0,3 0-11 16,5 3-27-16,1-1-40 0,-1 1-38 0,1 0-40 16,5 1-47-16,-1 2-47 0,-3 0-40 15,-3 0-29-15,-1 1-21 0,-3 2-167 0,-3-2-496 0,-4-4 220 16</inkml:trace>
  <inkml:trace contextRef="#ctx0" brushRef="#br0" timeOffset="-71078.49">21969 12864 171 0,'-5'4'216'0,"5"-4"0"0,-7 5-5 0,7-5-2 0,-7 3-5 15,7-3-1-15,-5 3-6 0,5-3-8 0,0 0-9 16,0 0-10-16,-6 6-7 0,6-6-11 0,0 0-9 16,0 0-13-16,11 9-16 0,-2-6-37 0,1-1-29 15,3 2-48-15,0 0-57 0,1-2-66 0,7 0-76 16,-1 1-237-16,2 0-472 0,-2-3 209 0</inkml:trace>
  <inkml:trace contextRef="#ctx0" brushRef="#br0" timeOffset="-70482.95">22944 12555 263 0,'2'-9'305'0,"-1"2"-12"0,-1-2-13 0,0 9-10 0,3-10-18 15,-3 10-18-15,0-9-24 0,0 9-23 0,0 0-22 16,0 0-14-16,0 0-9 0,0 0 6 0,0 0 0 16,-8 26-9-16,4-10-7 0,-1 3-13 0,-4 4-3 15,3-4-12-15,1 0-20 0,-1 1-3 0,4-2-3 16,-2 0-14-16,3 0-1 0,-2-7-10 0,3 5 5 16,0-4-18-16,4-3-5 0,0 3 5 0,1-2-3 15,-1-1-1-15,2 0-2 0,4-3-6 0,-1 0 1 16,2 0-7-16,5-1-6 0,0-2-4 0,1-2-6 15,-4-1-1-15,6 0 1 0,-1-2-2 0,0-1-10 16,-1-3 1-16,-1 2 6 0,0-5-4 0,-1 0 2 16,0 1 0-16,-6-1-2 0,3-3 1 0,-1 0 3 15,-4 3-8-15,0-3 6 0,0 2 11 0,-3 0-11 16,1-2 4-16,-1 3-7 0,-3 2 17 0,1 0 6 16,1 1 2-16,-3 6-9 0,3-9 10 0,-3 9-6 15,2-5-2-15,-2 5-6 0,0 0-8 0,0 0 3 16,0 0 22-16,0 0 11 0,-6 23 6 0,2-12 1 0,-1 1 2 15,-3 4 3-15,0 1 20 0,1 0 0 16,-1 1-6-16,2-2-3 0,1 2-7 0,-2-1-4 16,1-4-11-16,3 4 2 0,1-3-7 0,-3 0-3 15,3 3-11-15,0-5 1 0,-1-2-26 0,3 3-54 0,0-1-47 16,0-2-71-16,0 1-55 0,-1-2-66 16,1 1-62-16,1-1-325 0,-1-2-743 0,0-7 330 0</inkml:trace>
  <inkml:trace contextRef="#ctx0" brushRef="#br0" timeOffset="-70299.8">23337 12836 126 0,'0'0'329'0,"0"0"-26"0,5-9-11 16,-5 9-9-16,0 0-9 0,3-6-7 0,-3 6-33 15,0 0-23-15,0 0-20 0,0 0-20 0,0 0-20 16,0 0-11-16,0 0-39 0,7 13-57 0,-7-13-56 15,2 10-76-15,0-5-89 0,-2-5-71 16,1 13-184-16,1-9-468 0,-2-4 207 0</inkml:trace>
  <inkml:trace contextRef="#ctx0" brushRef="#br0" timeOffset="-69826.95">23621 12729 305 0,'-4'-7'301'0,"4"7"-7"0,-5-9-12 0,5 9-21 16,-4-6-18-16,4 6-24 0,0 0-18 16,0 0-3-16,0 0-2 0,0 0-10 0,0 0-12 0,0 23-14 15,2-12-15-15,2-1-5 0,1 4-11 0,0 2-6 16,3-1-11-16,1 0-14 0,-1 1 9 0,2-2-23 16,1 2-2-16,1-1-6 0,-2-2-11 0,-2-3-7 15,-1 0-1-15,1-1-7 0,-4 0-7 0,1-1-6 16,-2 2 5-16,-2-4 2 0,-1-6-9 0,-6 15-4 15,-2-9-3-15,-4-1-8 0,1-1 3 0,-2 1-4 16,-3 0-3-16,1-4-4 0,3 0-3 0,-1 0-1 16,3-2 1-16,10 1 2 0,-17-1-21 0,9 0 10 15,8 1-11-15,-10-6-21 0,6 1-11 0,2-2-3 16,2 7-9-16,5-14-5 0,0 5 2 0,3 0-5 16,4-2 3-16,2-1 7 0,3-2-2 0,5-1 1 15,1-1 2-15,0 2 0 0,-8 2 5 0,7-5 7 16,0 2 7-16,-6 4-2 0,-2-3 13 0,0 3-3 15,-1-2 7-15,-1-1 1 0,-3 0 1 0,-3 4 9 16,-2-2 13-16,0 0 2 0,-2 0 4 0,-4 0 8 16,2 1 10-16,-3-1 2 0,-1 2 6 0,-2 2-18 15,-1 0 17-15,0 2 6 0,-3-1-1 0,1 4-3 16,-3 0-7-16,-1 2-13 0,-1 3 8 0,-2 2-1 16,-1 2-4-16,0 3-3 0,3 2-8 0,3-3-3 15,-1 5-45-15,2 2-45 0,1 0-60 0,3 2-73 16,3-1-81-16,-1 1-286 0,3-4-630 0,4 2 279 0</inkml:trace>
  <inkml:trace contextRef="#ctx0" brushRef="#br0" timeOffset="-69219.34">24134 12807 265 0,'0'0'331'15,"0"0"-22"-15,0 0-12 0,0 0-2 0,0 0-3 16,0 0-25-16,0 0-16 0,0 0-24 0,2 21-19 0,-4-12-16 16,1 1-20-16,0 0-12 0,-2 1-13 0,2-1-6 15,0 1-14-15,1-2-9 0,0 1-11 0,-2-2-11 16,1-1-8-16,1-7 3 0,0 10-8 16,0-10 2-16,0 8 6 0,0-8 5 0,0 0 11 15,-1 8 4-15,1-8 8 0,0 0-8 0,0 0-7 0,0 0-9 16,0 0-15-16,0 0-2 0,0 0-6 0,0 0-10 15,-4-26 1-15,5 17-4 0,1 0-5 16,1-2-7-16,1 0-10 0,5-3-8 0,0 0-2 16,0 0-14-16,5-1-2 0,-1 2-11 0,2 0-3 0,-2-1-1 15,2 4-2-15,-4 2-5 0,1-1-5 0,1 4 4 16,-3 0 0-16,3 2 2 0,0 3 2 16,-4 0-4-16,1 3 1 0,0 3 4 0,-1 1-12 15,-2 0 14-15,1 1 2 0,-1 1 2 0,-2 3-1 0,-1-2-4 16,0 0 1-16,0 2-2 0,-1-3 0 0,0 2 5 15,-1-2-6-15,-2 0 7 0,2-2 1 0,-2-7 3 16,0 11-2-16,0-11 7 0,1 8 8 0,-1-8 1 16,0 6 0-16,0-6-5 0,0 0 5 0,-6 5 0 15,6-5-3-15,0 0 0 0,0 0-1 0,0 0-1 16,0 0 1-16,-17-11-4 0,17 11-3 0,0-8-1 16,0 8-7-16,3-11-1 0,-1 2-3 0,4 0-5 15,1-2-7-15,2 2 2 0,4-1-5 0,2 0-3 16,-2-2 1-16,2 3 6 0,-3 3 0 0,-3 1 2 15,4-1 1-15,-5 4-4 0,1 0 3 0,-1 0 0 16,-8 2-1-16,13 2 5 0,-7 2-6 0,-1-1 12 16,2 4-7-16,0 0-7 0,-4 2 13 0,-1-1 3 15,1-3-3-15,-2 7 6 0,1-1-2 0,0 1-2 16,-1-1 1-16,-1 1-29 0,0-1-39 0,0-1-57 16,0 1-63-16,-1 0-64 0,-3 0-69 0,4-2-64 15,-2 1-297-15,2-10-740 0,0 11 328 0</inkml:trace>
  <inkml:trace contextRef="#ctx0" brushRef="#br0" timeOffset="-68755.39">24689 12918 89 0,'5'-7'278'0,"-1"-1"0"0,-2 2 3 0,2 1 14 16,-4 5 12-16,4-10 14 0,1 6-15 0,-5 4-32 16,3-6-32-16,-3 6-19 0,0 0 0 0,0 0-6 15,0 0-18-15,0 0-20 0,0 0-2 0,5 23-19 16,-6-13-12-16,-1-3-6 0,1 4-13 0,0-4-6 15,-2 4-9-15,3-2-16 0,-2 1-4 0,2-4-12 16,0-6-6-16,-4 13-7 0,4-13-5 0,-1 11 0 16,-1-6 7-16,2-5 8 0,0 9 9 0,0-9 9 15,0 0 1-15,0 0-7 0,0 0-9 0,0 0-10 16,0 0-4-16,0 0-8 0,0 0-5 0,2-31-15 16,3 21 11-16,-3-1-4 0,2-5-2 0,1-2-6 15,4 1-12-15,4-5 6 0,1-2-2 0,0-1-5 16,6-1-5-16,-3 1-2 0,2-1-5 0,-1-3-7 15,2 0 2-15,1 0-3 0,-1 6 2 0,-4-1-3 16,0 4 0-16,-4 8 0 0,-3 3 2 0,-3 2-6 16,2-2-1-16,-5 4 1 0,-1 2-4 0,-2 3-6 0,8-3 3 15,-8 3 1-15,0 0 11 0,10 15 6 16,-8-2 8-16,-2 3 3 0,0 5 9 0,0 3 8 16,0 1 5-16,0-1 0 0,0-4 11 0,0 5 0 15,0 0 1-15,0-5-12 0,0-1 4 0,0-2-7 0,0 1-1 16,2-2 0-16,-1-3-8 0,0 0 3 15,1-1-13-15,0 0 4 0,1 0-4 0,-1-2-3 16,0-3-5-16,2 2-23 0,-1-3-27 0,0 1-38 16,-3-7-51-16,2 9-55 0,2-5-65 0,-4-4-66 0,1 8-55 15,-1-8-50-15,0 0-56 0,-10 10-349 0,10-10-891 16,-14 0 394-16</inkml:trace>
  <inkml:trace contextRef="#ctx0" brushRef="#br0" timeOffset="-68616.55">24824 12869 155 0,'-2'-3'336'0,"2"3"-22"0,-4-10-24 16,4 10-11-16,0-7-6 0,0 7-5 0,6-10-14 16,0 7-16-16,4-3-17 0,1 3-22 0,6-2-20 15,10-2-23-15,2 0-35 0,2 0-70 16,-1 4-87-16,-3-3-125 0,1 3-141 0,3-2-171 16,-11 2-512-16,-3-1 227 0</inkml:trace>
  <inkml:trace contextRef="#ctx0" brushRef="#br0" timeOffset="-59941.14">11179 13985 194 0,'-11'-3'196'16,"11"3"-2"-16,0 0-6 0,0 0-9 0,-10-1-13 0,10 1-11 16,0 0-15-16,0 0-11 0,0 0-9 0,0 0-12 15,0 0-2-15,0 0 1 0,0 0-2 0,0 0-5 16,0 0-7-16,34 1-8 0,-13 2-7 0,8-3-10 16,4 0-8-16,1-1-6 0,0 1-2 15,2-2-17-15,0-1-16 0,-2 1-17 0,-3 0-32 0,-1 0-35 16,-9 1-45-16,2 0-41 0,-5-2-41 0,-1 1-173 15,-7 4-394-15,-3-3 175 0</inkml:trace>
  <inkml:trace contextRef="#ctx0" brushRef="#br0" timeOffset="-59479.3">11453 13949 114 0,'-8'-1'192'0,"8"1"-6"0,0 0-10 0,0 0 15 0,-8 6-2 16,8-6 3-16,-4 12-1 0,1-2 5 16,0 1-19-16,0 6-12 0,0 1-5 0,-1 3-6 0,0 4-7 15,-3 0-12-15,4-1-4 0,-1-5-26 0,2 0-9 16,-1 1-6-16,1-2-7 0,2 0-3 0,-2 0-10 16,1 0 0-16,1-1-5 0,0-2-5 15,-1-2-3-15,2-1-2 0,-1 0-8 0,0-3-5 16,0 2 0-16,0-4-8 0,0 0-4 0,0-7-5 0,0 10 3 15,0-10-3-15,0 10-4 0,0-10-5 0,0 0 0 16,-1 10-1-16,1-10 1 0,0 0-3 0,1 6 1 16,-1-6-2-16,0 0-13 0,0 0-6 15,-8 4-7-15,8-4 2 0,0 0-11 0,0 0-1 16,-20-8 6-16,11 5-2 0,0-1 0 0,2 2 0 0,0-2 3 16,7 4 3-16,-15-6-3 0,10 2 3 0,-1 1 5 15,6 3-2-15,-10-5 3 0,10 5 1 0,-7-4-1 16,7 4 8-16,0 0-8 0,-8-2 0 0,8 2 0 15,0 0 5-15,0 0 1 0,0 0 1 16,0 0 1-16,0 0 4 0,0 0 0 0,28 9-3 16,-13-9-3-16,-2 2 3 0,5-1-3 0,2-1-12 0,7 0-16 15,-6-1-27-15,7 1-25 0,2 1-30 0,-3-4-24 16,-7 3-26-16,9-4-31 0,-10 3-20 16,2-1-15-16,0 0-12 0,-1 0-122 0,-4-1-391 0,6-1 173 15</inkml:trace>
  <inkml:trace contextRef="#ctx0" brushRef="#br0" timeOffset="-59252.38">11886 14243 108 0,'0'0'210'0,"0"0"2"0,-11-4 3 0,11 4-1 0,-14 1 0 16,14-1 2-16,-17 4-5 0,3 0 2 16,2 2-6-16,-3 2-3 0,0 2 1 0,-2 0-14 15,4 3-21-15,5-4-18 0,-3 2-16 0,5-4-5 0,1 5-21 16,0-1-6-16,1 1-9 0,0 0-13 15,4 1-6-15,1-2-9 0,4-2-11 0,0 0-12 16,2-1-16-16,4 3-13 0,2-5-21 0,-1 1-23 16,4-2-22-16,2 1-24 0,-4-4-22 0,-1-2-31 15,1 1-31-15,-2-1-29 0,0 0-34 0,-2 0-35 0,-2 0-189 16,-8 0-483-16,0 0 213 0</inkml:trace>
  <inkml:trace contextRef="#ctx0" brushRef="#br0" timeOffset="-58717.29">8045 13943 215 0,'0'0'275'0,"-2"-11"-11"0,2 11-10 0,-1-7-14 15,1 7-19-15,0 0-15 0,1-10-20 0,-1 10-9 0,0 0 3 16,0 0-13-16,-6 24 0 0,2-8 1 0,-2 8-16 15,-3 2-8-15,1 3-21 0,0 0-5 0,2 2-17 16,-2-2-5-16,3 1-13 0,0 0-4 16,1-2-10-16,0-2-5 0,0 1-5 0,4-2-10 15,-1-6-11-15,0 0 3 0,1 1-7 0,0-1-7 0,0 1-20 16,-1-4-27-16,1 0-31 0,1 1-40 16,-1-2-35-16,0-2-36 0,0-3-41 0,0-1-40 15,0-2-26-15,1 2-205 0,-1-9-512 0,-1 10 226 16</inkml:trace>
  <inkml:trace contextRef="#ctx0" brushRef="#br0" timeOffset="-58303.52">8043 13879 133 0,'18'-29'168'0,"0"4"-10"16,2-1-4-16,0 6-4 0,-6 5-7 0,2 4-8 15,0-1-11-15,-2 5-13 0,-4 1-13 0,2 1-6 16,-1 2-8-16,0 0 6 0,0 3-4 0,0 1-2 16,-2 2-5-16,0 2-3 0,0 3 0 0,-1-1-9 15,-4 3-2-15,-1 1-4 0,-1 0-9 0,-2 5 2 16,-4-1-7-16,-3 2-4 0,-3-1-4 0,0 1-8 16,-2-3 0-16,1 0-6 0,1 0-2 0,-1 1-4 15,1-5 2-15,3 0-5 0,2 0-10 0,-1-2-7 16,4 0-4-16,-1-2-3 0,3-6-12 0,-1 10-6 15,1-10-8-15,2 12-7 0,2-7 2 0,0 0-2 16,3-2 3-16,0 0 8 0,3 1-3 0,1-1 5 16,-5 0 3-16,3 1 8 0,-3-1-2 0,3 3-2 0,0-3 7 15,-1 3 12-15,-3-2 11 0,0 0 13 16,0 3 8-16,-2-1 9 0,-2-1 10 0,-1-5 5 16,0 14 14-16,0-14-7 0,-6 16-1 0,1-7-5 15,-2-3-9-15,-2 2-3 0,2 1-5 0,-1 0 1 16,-1-2-8-16,-1 1-23 0,2-3-30 0,0 3-34 15,0 0-48-15,3-5-62 0,-2 1-52 0,3 2-164 16,0 0-412-16,4-6 183 0</inkml:trace>
  <inkml:trace contextRef="#ctx0" brushRef="#br0" timeOffset="-58131.68">8612 14062 137 0,'10'-3'130'0,"1"3"-10"0,1-1-15 16,0 1-13-16,-1 0-4 0,2 0-35 0,-3 0-38 15,2 0-34-15,-7 4-35 0,1-2-58 0,-6-2-120 16,4 11 53-16</inkml:trace>
  <inkml:trace contextRef="#ctx0" brushRef="#br0" timeOffset="-57991.24">8609 14198 91 0,'-6'4'196'0,"1"-1"-2"0,0 3-9 0,5-6-10 16,-7 10-11-16,5-7-12 0,2-3-17 0,-5 8-9 16,5-8 1-16,-3 9-11 0,3-9-4 0,8 8-4 15,-2-6-18-15,3 2-30 0,4-2-44 0,5 0-36 16,2-1-63-16,10-3-62 0,2 2-156 0,-2-3-324 16,2-1 144-16</inkml:trace>
  <inkml:trace contextRef="#ctx0" brushRef="#br0" timeOffset="-57212.93">11076 14687 112 0,'0'0'200'0,"0"0"-21"0,0 0-2 15,-8 4-6-15,8-4-1 0,0 0-12 0,22 9-8 16,5-1-12-16,5-5-11 0,6 0-12 0,24 1-12 15,-1-5-6-15,28 4-4 0,-24-5-8 0,0 1-8 16,0-2-9-16,25 0-3 0,-27-4 0 0,0 7-2 16,3-4-3-16,26-1-4 0,-27-1-2 0,-2 4-10 15,2-2 1-15,0 1-8 0,-5 0-1 0,-3 3-7 16,-3-2 0-16,-16-1-12 0,0 1-16 0,-2 1-19 16,-3 2-23-16,-12-1-22 0,-1 2-32 0,-4-1-42 15,-3 1-40-15,-2-2-27 0,-6 2-144 0,-5-2-377 16,0 0 167-16</inkml:trace>
  <inkml:trace contextRef="#ctx0" brushRef="#br0" timeOffset="-56930.57">11284 15032 223 0,'-7'0'241'0,"7"0"-2"0,-13 0-10 15,13 0-6-15,-6 2-14 0,6-2-15 0,0 0-12 16,0 0-5-16,0 0-17 0,28-7-14 0,-5 5-16 16,9-2-12-16,2 0-13 0,6 0-7 0,-2-2-15 15,0 2-5-15,0-1-25 0,-4 2-27 0,-5-1-29 16,0 1-35-16,-10-1-33 0,-7 0-42 0,0 6-43 15,-1-5-26-15,-2 1-32 0,-9 2-143 0,0 0-385 16,12-5 170-16</inkml:trace>
  <inkml:trace contextRef="#ctx0" brushRef="#br0" timeOffset="-56527.6">11601 14938 152 0,'-9'5'184'0,"3"-4"2"0,6-1-4 0,-10 9-1 15,6-2 10-15,0 2 5 0,-2 2 7 0,1 6-3 16,4-1-1-16,-5 8-7 0,1 2-6 0,1-6-9 16,0 5-22-16,2 1-10 0,-2 0-11 0,0-1-18 15,4 3-6-15,0-8-12 0,0-1-9 0,4 1-6 16,-4-2-9-16,0 0-2 0,0-1-7 16,0-5-7-16,1 0-9 0,2 1-9 0,-2-3 4 0,-1 1-2 15,1-4-8-15,-1-7-8 0,0 12-1 0,-1-5 0 16,-3-1-6-16,1-1-7 0,-1-1-9 0,4-4-6 15,-12 6-2-15,1-2-12 0,3-1 2 0,-2-3 1 16,-1 0-5-16,-1-2 2 0,0 0 1 0,-2-1 5 16,1 1 1-16,2-1-2 0,-1 0-1 0,2 1 8 15,0-3-4-15,3 5 3 0,-1-3 0 16,8 3-1-16,-11-3-1 0,11 3 1 0,-10-1 2 0,10 1 2 16,0 0 0-16,0 0 0 0,0 0 1 0,0 0 1 15,0 0 4-15,0 0 0 0,36 1-2 0,-16-2 5 16,-1 0-3-16,3-2 0 0,8 1-6 0,-1-4-8 15,1 3-8-15,-1-1-17 0,2-2-25 16,-1 2-28-16,-3-2-32 0,-8 3-34 0,8-2-43 16,-6 1-24-16,-1-4-18 0,0 5-193 0,-2 2-468 0,-4-3 208 15</inkml:trace>
  <inkml:trace contextRef="#ctx0" brushRef="#br0" timeOffset="-55879.02">11857 15266 4 0,'5'-7'152'0,"-5"7"11"0,6-7-4 16,-6 7-4-16,5-9 4 0,-2 3 0 0,-3 6-1 15,4-9 6-15,-2 5 10 0,-2 4 3 0,3-9-6 16,-3 9 4-16,0-8-14 0,0 8 0 0,0 0-4 16,0 0-5-16,0 0-8 0,2-12-6 0,-2 12-8 15,0 0-5-15,0 0-6 0,0 0-10 0,0 0-7 16,0 0-21-16,0 0-1 0,0 0-8 0,0 0-3 15,0 0-7-15,0 0-3 0,0 0-8 0,0 0-10 16,4-9-6-16,-4 9-4 0,0 0 4 0,0 0-12 16,0 0 5-16,0 0-8 0,0 0 0 0,0 0-5 15,0 0 0-15,0 0 0 0,0 0-1 0,0 0 0 16,0 0-5-16,0 0 2 0,0 0 1 0,0 0-1 16,0 0 0-16,0 0-11 0,0 0 2 0,0 0 3 15,0 0 2-15,0 0 1 0,0 0-5 0,0 0 1 16,0 0 4-16,0 0-6 0,0 0-1 0,0 0-2 15,0 0 1-15,0 0 0 0,0 0 3 0,0 0 2 16,0 0-8-16,4 31 3 0,-4-31 8 0,-4 20 3 16,4-10 6-16,-4 5-4 0,2 2 2 0,-1 2 7 15,-1-4-10-15,2 3-1 0,-1 1 8 0,3 6 2 16,-5 1 0-16,1-7-8 0,-3 4 6 0,3-4-10 16,1 0 3-16,1 2-4 0,-1-3 7 0,2 0-4 15,-2 1-2-15,1-3 2 0,-1-3-5 0,1-2-6 16,1 3 13-16,-1-3-10 0,2 1 1 0,-1-3 2 15,1 1 4-15,0-10-16 0,-2 13-20 0,2-7-4 16,0-6-35-16,-4 9-16 0,4-9-19 0,0 8-20 16,0-8-17-16,-4 5-19 0,4-5-21 0,0 0-41 15,0 0-28-15,0 0-21 0,0 0-4 0,0 0-191 16,0 0-499-16,0 0 222 0</inkml:trace>
  <inkml:trace contextRef="#ctx0" brushRef="#br0" timeOffset="-55159.92">11905 15243 19 0,'0'0'37'0,"0"0"-11"0,0 0 10 16,0 0-5-16,0 0 1 0,0 0 3 0,0 0-7 15,0 0 3-15,0 0-8 0,0 0-6 0,0 0 2 16,0 0 5-16,0 0-2 0,0 0-4 0,0 0-1 16,0 0-6-16,0 0 2 0,0 0 4 0,0 0-10 15,0 0 4-15,0 0-4 0,0 0 0 0,0 0 0 16,0 0 7-16,0 0-8 0,0 0 5 0,0 0 4 15,0 0-2-15,0 0-5 0,0 0 3 0,0 0-2 16,0 0-5-16,0 0 6 0,0 0 1 0,0 0 7 16,0 0-20-16,0 0 9 0,0 0-1 0,0 0 1 15,0 0-6-15,0 0 5 0,0 0 4 0,0 0-6 16,0 0-1-16,0 0-5 0,0 0 4 0,0 0-3 16,0 0 3-16,0 0-3 0,0 0 6 0,0 0-7 15,0 0 0-15,0 0 2 0,0 0-3 0,0 0 5 16,0 0-3-16,0 0 2 0,0 0 4 0,0 0-10 15,0 0-4-15,0 0-9 0,0 0-5 0,0 0-9 16,0 0-1-16,0 0-7 0,0 0-8 0,0 0-30 16,0 0-84-16,0 0 38 0</inkml:trace>
  <inkml:trace contextRef="#ctx0" brushRef="#br0" timeOffset="-52658.59">11929 15244 101 0,'0'0'154'0,"0"0"-14"0,0 0 5 15,-6-7-7-15,6 7-5 0,0 0-4 0,0 0-5 16,-5-6-6-16,5 6-4 0,0 0-2 16,0-9-3-16,0 9-4 0,0 0-7 0,0 0-4 15,0-10-5-15,0 10-4 0,0 0-10 0,2-10 1 0,-2 10-12 16,6-8-1-16,1 3-5 0,1 0 1 0,1 0-4 16,-1-1-4-16,4 2-1 0,1 0 7 15,1 1-12-15,-1 1-4 0,-4 0-4 0,5 1-1 16,-1 0-2-16,1 1-7 0,-5 2 7 0,0 0-1 15,2 1-5-15,-6 1 0 0,1 1 0 0,-1 4 5 16,-3 0-3-16,0 1 0 0,-2 5-1 0,-4-4-3 0,-1 4-2 16,-2 2-1-16,-2-2-6 0,-2 2 3 15,0 0-1-15,-8 3 0 0,7-6-3 0,0-1 3 16,-2 1-6-16,1-2 4 0,6-2-5 0,-1-1 3 16,1 0-6-16,-1-4-4 0,0 3 5 0,3-4-4 15,3 2 5-15,-2-2-6 0,4-4 1 0,-3 9 2 0,3-9-5 16,0 0-1-16,0 0 2 0,8 9 4 0,-2-8-2 15,3 3 7-15,1-1-3 0,0-1 7 0,4-1-1 16,-3 2-1-16,2-2 1 0,1 3 1 16,-1 0 3-16,-1 1-2 0,-1 0-2 0,-1 2-3 15,0-2-1-15,-1 4-4 0,-3-1 3 0,-1 1-3 16,-1 0-1-16,-3-2 1 0,1 2 5 0,-4 1-9 0,-1 0 40 16,-1-2-6-16,-2 1 1 0,1-1-10 15,-4 3-1-15,-1-3-7 0,-1-1 6 0,-5 0-12 16,2 0 3-16,-1 2-1 0,5-4-1 0,-4-2-7 15,-4 0-3-15,5-1-20 0,-5 0-25 0,4-2-39 16,-4-1-44-16,7 1-46 0,-1-4-58 0,1-1-67 16,0 0-211-16,2-3-545 0,2-1 241 0</inkml:trace>
  <inkml:trace contextRef="#ctx0" brushRef="#br0" timeOffset="-52134.98">13212 14628 8 0,'0'0'269'0,"0"0"-6"0,0 0-3 16,0 0-8-16,0 0-9 0,0 0-12 15,0 0-17-15,0 0-20 0,0 0-19 0,0 0-9 16,0 0-17-16,0 0-7 0,0 0-5 0,6 6-19 15,-6-6-7-15,14 2-9 0,-5-1-8 0,2-1-14 0,3-3-10 16,-1 3-10-16,1-1-28 0,-1 1-29 0,0-2-45 16,-1 2-48-16,-3-1-65 0,-1 1-50 0,-8 0-25 15,14 0-29-15,-14 0-140 0,5 4-432 16,-5-4 191-16</inkml:trace>
  <inkml:trace contextRef="#ctx0" brushRef="#br0" timeOffset="-51989.49">13256 14750 40 0,'-6'7'219'0,"6"-7"-8"16,0 0-3-16,0 0-2 0,-3 5-6 16,3-5-13-16,0 0-9 0,0 0-14 0,0 0-15 15,28-5-15-15,-10 1-28 0,-1-1-31 0,2 0-44 16,0-1-48-16,11-1-66 0,-1 3-70 0,-9 0-157 0,1 0-334 16,-1 1 148-16</inkml:trace>
  <inkml:trace contextRef="#ctx0" brushRef="#br0" timeOffset="-43653.27">14701 14111 90 0,'0'-13'187'0,"0"13"-1"0,-1-11-6 0,1 11-11 15,-2-8-10-15,2 8-10 0,0 0-12 0,-2-8-12 0,2 8-15 16,0 0-8-16,0 0-15 0,-2-8-11 16,2 8-9-16,0 0 3 0,0 0 9 0,0 0-6 15,-9 28-4-15,5-14 0 0,-4 6-2 0,0 5-4 16,-3 0-7-16,2 2-2 0,-5-2-3 0,1 2 0 15,1-2-7-15,0-2-1 0,-3 0-7 0,2-1-1 16,3-6-5-16,0 1 0 0,-1-2-8 0,2-1 2 16,3-5-3-16,-2 0-1 0,3 0 0 0,1-2-2 15,0-3-1-15,-1 3 2 0,3-3-5 0,2-4 6 16,-5 7 10-16,5-7 19 0,-5 4-3 0,5-4 6 16,0 0-9-16,0 0-1 0,0 0 1 0,0 0-4 15,0 0-7-15,0 0 0 0,1-22-5 0,-1 22-6 16,4-11 1-16,1 9-4 0,-5 2-6 0,7-8-3 15,-1 5 6-15,-6 3 2 0,9-7-8 0,-1 6-1 16,0 0-1-16,4 1 3 0,-1-1-2 0,0 2-2 16,2 0 0-16,5-1 6 0,-1 2-12 0,2-2-5 15,0 1-5-15,2 0 2 0,-2 1-8 0,4-1-3 16,-4-1 0-16,3 0-3 0,-3 1 2 0,0-3-2 16,-2 2 2-16,1-3 1 0,-4 1 2 0,-4 1 1 15,0 0-1-15,-1-2 6 0,-3 0-2 0,1-1 3 16,-3 0 3-16,3-1 2 0,-2 1-2 0,-5 4 11 15,7-11 0-15,-5 4 2 0,-2 7 1 0,0-10 0 16,0 10 10-16,-1-12 5 0,1 12 4 0,-1-11 8 16,1 11-3-16,-1-8 6 0,1 8-4 0,0 0 1 15,-2-9 0-15,2 9-6 0,0 0 1 0,0 0 0 16,0 0 0-16,0 0-9 0,0 0-1 0,0 0 7 16,0 0-3-16,0 0 5 0,-9 27-5 0,4-11 7 15,3-5-4-15,-1 6-4 0,1-4-1 0,0-3-6 16,0 7-1-16,-2 1 1 0,2-1-2 0,1 2-5 15,0 0 4-15,0-3-16 0,-1 2-28 0,2-2-37 16,-2 0-41-16,0 1-38 0,0 1-48 0,2-2-40 16,0 0-47-16,0-3-204 0,-5 2-527 0,5-4 233 15</inkml:trace>
  <inkml:trace contextRef="#ctx0" brushRef="#br0" timeOffset="-43446.4">15060 14521 22 0,'0'0'294'0,"0"-10"-13"0,2 4-11 0,-2 6-7 15,1-10 0-15,-1 10-14 0,0 0-15 0,-3-9-30 16,3 9-16-16,0 0-16 0,0 0-22 0,0 0-14 16,0-9-21-16,0 9-20 0,0 0-19 0,0 0-30 15,0 0-38-15,0 0-45 0,0 0-50 0,0 0-48 16,0 0-41-16,9 27-48 0,-9-20-178 0,0-7-434 15,0 0 192-15</inkml:trace>
  <inkml:trace contextRef="#ctx0" brushRef="#br0" timeOffset="-42906.58">15310 14363 250 0,'-2'-12'256'0,"2"12"-5"0,-3-8 2 15,-1 4-14-15,4 4-12 0,0 0-18 0,-3-11-14 16,3 11-20-16,0 0-17 0,0 0-20 0,0 0-15 16,0 0-13-16,0 0-6 0,0 0-14 0,0 0 3 15,0 0-24-15,7 34 1 0,-2-23-9 0,1 4-5 16,6-1-7-16,-2 0-6 0,0 0-7 0,3 1-3 16,-3-2-1-16,5 0 1 0,-4 0-8 0,0-2 2 15,1 3-5-15,-1-1 1 0,-2-1-6 0,1 2-1 16,-5-3-2-16,1-2-1 0,-4 2-2 0,1-5 5 15,-3 4 1-15,-2-3-1 0,-1 3 1 0,-3-1-2 16,0 0-3-16,-4-2-3 0,1 0 2 0,-1 1-3 16,-2-3-7-16,1 0-6 0,-1-2-3 0,1 1 4 15,-4-3-11-15,4 2-1 0,1-3 0 0,2-1-6 16,8 1-13-16,-14-3-4 0,14 3-4 0,-8-8 4 16,8 1-3-16,0 7 2 0,2-18-2 0,-1 8 11 15,4 1-3-15,0-3 3 0,4 2-2 0,-1-1 1 16,3-4 0-16,2 2 3 0,-1-2 4 0,2 1-1 15,0-1 5-15,1 0-1 0,-2 2 3 0,1-2 6 16,-3 2-2-16,1 0 6 0,-1 0 0 0,-2 0-1 16,-1 4 5-16,-2-2 11 0,1 2 1 0,-2-2 5 15,-3 0-1-15,1 1 2 0,-2-1 4 0,-1 5 1 16,0-6 1-16,-2 3-2 0,0-1 6 0,-1 1 2 16,-1 1 6-16,-1 1 5 0,1 2-7 0,0-2-1 15,-4 1 3-15,1 1 3 0,0 2-11 0,0 0-2 16,-2 1-6-16,9 2 0 0,-19-2 4 0,10 4-8 15,-3-1-7-15,1 4-14 0,0 2-18 0,2-4-23 16,-1 5-35-16,0 1-42 0,3 0-52 0,1 0-48 16,0 3-212-16,2-1-476 0,-1 1 211 0</inkml:trace>
  <inkml:trace contextRef="#ctx0" brushRef="#br0" timeOffset="-42073.02">14373 14889 62 0,'-11'0'205'0,"-1"-1"-8"0,2-1-5 0,-4 2-9 0,3-1-5 15,-1-1-3-15,-1 2 1 0,4-1-8 16,-2-1 0-16,11 2-9 0,-14-1-10 0,8 1-9 16,6 0-15-16,-10 0-15 0,10 0-13 0,0 0-8 0,0 0-4 15,0 0-4-15,32 7 1 0,4-3-8 16,15 1-6-16,10-2-7 0,35 4-5 0,-1 0-8 16,2-6 0-16,0 3-2 0,-3 1-7 0,2 0-3 15,-4 2-3-15,2-3-4 0,-28 1-4 0,26 0-2 16,0-2 0-16,-29 3-7 0,-1-2 4 0,2-2-6 0,2 1 1 15,-3 0-2-15,-4-2 0 0,0 1-4 0,-3-1 3 16,-2 3-2-16,-15-4-1 0,1 0 8 0,-3 0-1 16,-4 2-1-16,-3-2 8 0,-5 0-7 15,-6 0 9-15,-6 0 1 0,-1 0 3 0,-6 0 2 0,-6 0-3 16,13 0-1-16,-13 0-1 0,10 0-2 16,-10 0-8-16,0 0 2 0,0 0-9 0,0 0-13 0,0 0-25 15,0 0-32-15,0 0-46 0,-29-6-55 16,29 6-77-16,-26 0-73 0,7 0-188 0,-2 0-539 15,-8 0 238-15</inkml:trace>
  <inkml:trace contextRef="#ctx0" brushRef="#br0" timeOffset="-36789.35">14516 15694 12 0,'1'-9'191'0,"-1"9"-6"15,-1-10-16-15,1 10-3 0,-2-12-5 0,0 6-6 16,2 6-10-16,-2-10-10 0,2 10-7 0,-2-11-10 16,0 7-11-16,2 4-9 0,-3-14-5 0,3 14-11 15,-2-7-4-15,-2 1-7 0,4 6-4 0,4-12-8 16,-4 12-7-16,0-11-3 0,2 4-7 0,-2 7-4 15,3-13-5-15,-1 6-2 0,0 3 3 0,2-4-9 16,-4 8-4-16,2-12 0 0,1 7-5 0,-3 5 0 16,5-10 2-16,-3 6-1 0,-2 4 2 0,7-9 0 15,-7 9-1-15,2-5 3 0,-2 5 3 0,2-8 5 0,-2 8 4 16,0 0 3-16,0-7 4 0,0 7 4 16,0 0 0-16,0 0 3 0,0 0 1 0,2-8 2 15,-2 8 1-15,0 0 2 0,0 0-6 0,0 0 0 16,0 0-1-16,0 0-3 0,0 0 0 0,0 0 1 15,0 0-6-15,0 0 4 0,0 0-6 0,0 0 5 16,-13 19-3-16,7-8-14 0,0 2 11 0,2 4-4 16,-1-3-2-16,-1 1-2 0,0 1-1 0,0 1-1 15,2-1-2-15,3 1-2 0,1-7 0 0,0 6-8 16,0-6 2-16,1 1-1 0,-1 0 0 0,4-1-6 16,3 0 9-16,0-2-11 0,2-1 0 0,-2-2-1 15,5-2 0-15,-2 0-6 0,-1 0 3 0,5-5-15 16,-1-1 7-16,1-1-1 0,4 1 0 0,-3-5 4 15,1 0-5-15,-2 0 0 0,1-4 9 0,-1 0-6 16,-5-1-3-16,1 2-2 0,0-5-7 0,-3 1-4 16,0-2 12-16,-3-2 2 0,-2 2-3 0,0-1 2 15,-2-2 0-15,-2 2 3 0,0-1-13 0,-2 1 15 16,-3 3-1-16,2 3-3 0,-4 0 1 0,0-3 4 16,0 11 1-16,-4-3-7 0,3 3 1 0,-2 2 11 15,-2 1-10-15,3 2 2 0,-3 1-3 0,0 4 1 16,-4 3-5-16,5 0-11 0,0 4-15 0,-3 1-17 15,5-2-19-15,-1 3-22 0,3-2-27 0,1 4-34 16,3-2-45-16,2-4-44 0,6 3-220 0,-1-3-504 16,3 0 223-16</inkml:trace>
  <inkml:trace contextRef="#ctx0" brushRef="#br0" timeOffset="-36591.84">14931 15538 173 0,'0'0'275'0,"0"0"-3"0,-9-12-1 0,4 8-1 16,5 4-8-16,-6-5-23 0,6 5-11 0,-5-5-28 15,5 5-19-15,0 0-24 0,-7-4-13 0,7 4-20 16,0 0-37-16,0 0-22 0,0 0-29 16,0 0-36-16,0 0-52 0,0 0-60 0,-1 17-67 15,1-17-36-15,3 12-190 0,-3-5-438 0,0-7 194 0</inkml:trace>
  <inkml:trace contextRef="#ctx0" brushRef="#br0" timeOffset="-36357.38">15158 15325 212 0,'0'0'278'15,"0"-13"4"-15,0 13-7 0,0 0-8 0,-4-14-10 16,4 14-20-16,0 0-8 0,0 0-5 0,0 0-13 15,0 0-6-15,-18 26-19 0,13-10-11 0,1 3-44 16,0 7 10-16,-2-2-13 0,4 4-14 0,0-1-15 16,-3 0-6-16,5 2-2 0,-3 0-11 0,3-1-14 15,0-2-10-15,3 3-30 0,-3-3-30 0,0 0-35 16,2-2-42-16,0-3-47 0,-1-2-51 0,0 0-62 16,-1 0-62-16,-1-2-212 0,1-4-558 0,0-2 248 15</inkml:trace>
  <inkml:trace contextRef="#ctx0" brushRef="#br0" timeOffset="-35899.8">17048 14855 53 0,'0'0'282'0,"0"0"-10"0,-4-6-5 0,4 6-13 15,0 0-16-15,0 0-14 0,0 0-15 0,0 0-18 16,15-5-19-16,-3 2-12 0,2 3-14 0,4-5-18 15,5 3-19-15,-2-2-13 0,10-1-27 0,-2 2-38 16,1-1-32-16,-2 3-47 0,-9 0-51 0,-1 0-45 16,-5 0-48-16,-2-1-41 0,0 4-131 0,-11-2-395 15,0 0 175-15</inkml:trace>
  <inkml:trace contextRef="#ctx0" brushRef="#br0" timeOffset="-35734.59">17004 14979 161 0,'-6'3'199'16,"6"-3"4"-16,-8 4 2 0,8-4-2 0,0 0-9 16,0 0-16-16,0 0-15 0,20 4-5 0,-3-5-25 15,4-2-19-15,-2 0-31 0,9-3-34 0,-1-1-30 16,-5 1-39-16,-3 2-47 0,4 1-44 0,-4-4-45 16,-2 2-129-16,-5 3-309 0,-3-3 137 0</inkml:trace>
  <inkml:trace contextRef="#ctx0" brushRef="#br0" timeOffset="-35082.22">14819 15597 77 0,'0'0'106'0,"0"0"1"0,0 0 3 15,0 0-3-15,0 0 5 0,0 0-11 0,0 0 0 16,0 0-13-16,0 0 18 0,0 0-29 0,0 0-12 16,0 0-8-16,0 0-12 0,0 0-13 0,0 0-14 15,0 0-30-15,0 0-27 0,0 0-45 0,0 0-112 16,0 0-212-16,0 0 94 0</inkml:trace>
  <inkml:trace contextRef="#ctx0" brushRef="#br0" timeOffset="-34697.18">14861 15548 55 0,'0'0'189'0,"0"0"-5"0,0 0-18 0,0 0 0 15,0 0-14-15,0 0-10 0,0 0-6 16,0 0-3-16,0 0-6 0,0 0-1 0,0 0-7 16,0 0-5-16,0 0-3 0,0 0-6 0,0 0-1 0,0 0-8 15,0 0 0-15,0 0-4 0,0 0-3 0,0 0-5 16,0 0-9-16,0 0-3 0,0 0-7 0,0 0-11 15,0 0-5-15,0 0-5 0,0 0-2 0,0 0-4 16,0 0-4-16,0 0-5 0,0 0-3 16,0 0-1-16,0 0-3 0,0 0-5 0,0 0 1 15,0 0-5-15,0 0 3 0,0 0-2 0,0 0-4 16,0 0-3-16,0 0 0 0,0 0-7 0,0 0-6 16,0 0-5-16,0 0-9 0,0 0-15 0,0 0-17 15,0 0-22-15,0 0-26 0,0 0-26 0,0 0-47 16,0 0-30-16,0 22-28 0,0-22-141 0,-4 9-403 15,4-9 178-15</inkml:trace>
  <inkml:trace contextRef="#ctx0" brushRef="#br0" timeOffset="-34379.27">14892 15547 21 0,'0'0'212'0,"0"0"-6"16,0 0-5-16,0 0-11 0,0 0-5 0,0 0-11 16,0 0-5-16,0 0-7 0,0 0-3 0,0 0-1 15,0 0-5-15,0 0 2 0,0 0-6 0,0 0-5 16,0 0 4-16,0 0 2 0,-10-6-2 16,10 6-3-16,0 0-5 0,0 0-20 0,0 0-25 0,-3-8 4 15,3 8-3-15,-3-11-12 0,3 11-5 0,0-15-12 16,0 4-8-16,0-4-14 0,3 0-8 0,0-4-8 15,2-7-13-15,1 1-8 0,0 1-14 0,1 1-17 16,-1-2-11-16,-1-1-15 0,3 1-21 0,-5-1-19 16,4 1-25-16,-5 6-20 0,0 0-22 15,2 1-19-15,-3 2-25 0,1 3-19 0,-2 2-20 16,1 0-178-16,-1 4-450 0,0 7 200 0</inkml:trace>
  <inkml:trace contextRef="#ctx0" brushRef="#br0" timeOffset="-33843.37">15067 14644 139 0,'-4'-7'164'0,"4"7"-9"0,0 0-7 16,-7-4 1-16,7 4-1 0,0 0 3 16,0 0-3-16,-8-7 1 0,8 7-3 0,0 0 3 15,0 0 2-15,0 0 2 0,0 0-6 0,-10-5-15 16,10 5-1-16,0 0-5 0,-7-8-12 0,7 8-6 15,-2-11-12-15,2 11-12 0,0-13-3 0,0 13-11 0,2-21-3 16,1 14-11-16,-1-4-3 0,1 1-13 0,0-2 2 16,0-1-5-16,2 3 1 0,-1-1-6 0,-2-1-2 15,2-1-13-15,3-2-24 0,-3 4-10 16,2-4-12-16,-2-1-17 0,2-1-17 0,-2 1-19 16,-1-1-20-16,1 0-33 0,-1 0-28 0,4 0-37 15,-5-3-48-15,2 4-146 0,3-4-425 0,2 2 188 16</inkml:trace>
  <inkml:trace contextRef="#ctx0" brushRef="#br0" timeOffset="-32974.17">18579 14667 132 0,'2'-11'227'0,"-2"2"1"0,2-1-2 16,-1-1 4-16,-1 11-2 0,-3-11-3 0,3 11-9 15,-1-8-5-15,1 8-13 0,3-7-16 0,-3 7-16 16,0 0-14-16,0 0-14 0,0 0-14 0,-3-13-16 15,3 13-13-15,0 0-1 0,0 0 3 0,0 0-3 16,0 0 3-16,1 28-7 0,-6-13 0 0,3 0-5 16,0 3-13-16,1-1-8 0,1 1-6 0,-1 1-4 15,1-2-8-15,1 1 4 0,3 2-15 0,0-6-8 16,0-1 1-16,2 2-3 0,3-2-1 0,-3-1 0 16,8-3 1-16,-2 0-12 0,-2-3 8 0,3-2-40 0,-3-1-8 15,4 2 3-15,0-3 7 0,0-2 0 16,0 0-3-16,3-4 3 0,-4 1 0 0,0 0 5 15,-1-1-2-15,-1-2 1 0,-1-4 2 0,0 3 0 16,-2-3 8-16,-2 1-8 0,2-7 5 0,-3 5 4 16,0-4-4-16,0 0-6 0,-2 0 12 0,-1-1-1 15,-1 4-1-15,1 0 1 0,-2 1 1 0,1-5 2 16,0 9 10-16,1 0 4 0,-2 7 0 0,0-11 1 16,0 11-5-16,1-7 2 0,-1 7-12 0,0 0 1 15,1-7 5-15,-1 7-1 0,0 0 12 0,0 0 8 16,0 0 6-16,-4 27 8 0,0-11 5 0,3 2 6 0,-3 1 7 15,-1 7-7-15,1-7-13 0,1 2-2 16,-1 4 7-16,0-6-20 0,0 5 1 0,2-6 6 0,-2 0-4 16,2 0-7-16,-1 1-4 0,1-2 5 15,0-1-2-15,-1 0-1 0,3-2-18 0,-1-2-23 16,0 0-36-16,1 1-37 0,0-5-40 0,-2 1-47 0,2-2-44 16,3 5-51-16,1-6-40 0,-3-1-262 0,-1-5-627 15,5 9 278-15</inkml:trace>
  <inkml:trace contextRef="#ctx0" brushRef="#br0" timeOffset="-32481.34">19126 14781 196 0,'2'-9'227'0,"-2"9"-12"15,3-5-12-15,-3 5-17 0,0 0 5 0,0 0-3 16,0 0-2-16,0 0 1 0,16 19-13 0,-12-10-10 15,4 7-22-15,0-2 3 0,2 4-18 0,-1-3-9 0,1 0-8 16,3 8-6-16,-3-7-8 0,0 1 0 16,0-2-6-16,0 1-7 0,0-3-2 0,0 2-16 15,-4-6-7-15,-2 2-2 0,1-2-5 0,-1 0-6 16,-3 0 1-16,-2 0-7 0,-3 0-5 0,0-3-3 16,-5 1-2-16,-3 0 0 0,-4 3-9 0,-3-5 8 15,1 0-5-15,-2-3-1 0,0 1-5 0,1-2-3 16,-1-2-3-16,2 0 2 0,8-1 3 0,-2-2-11 15,1 1-10-15,3-2-3 0,3-1-1 0,1 1-5 16,2-5-4-16,2 1-1 0,4-4-2 0,1 3 5 16,3-7-10-16,0 3 6 0,4 0 3 0,-1-2-3 15,2 1 2-15,0-1 3 0,3-4 1 0,-4 3 3 16,5-4-2-16,-6 5 4 0,3-5-1 0,-2 4 1 16,-2 2 3-16,-1-2-1 0,0 2 5 0,-4-2-2 15,0 0 1-15,-4 3 5 0,2 0 9 0,-2-3 3 16,-2 0 3-16,0 7 11 0,-2-1 4 0,1 1 3 15,-2 1 2-15,-2 0 0 0,1 0-7 0,-2 2 6 16,0 2 0-16,7 5 2 0,-16-4 0 0,2 3-1 16,1 1-2-16,-5 5 0 0,1 5-11 0,0 0 1 15,-1 1 11-15,-3 4-32 0,7 1-15 0,0-1-29 16,3-1-36-16,0 2-45 0,2 1-53 0,3 0-55 16,1-1-55-16,5 3-267 0,-1-3-594 0,2 0 262 15</inkml:trace>
  <inkml:trace contextRef="#ctx0" brushRef="#br0" timeOffset="-32175.37">18552 15383 226 0,'-12'4'251'0,"5"1"-13"16,3 1 9-16,3-2 12 0,1-4-3 0,0 0-7 16,30 7-12-16,0-4-20 0,7-3-13 0,20-4-6 15,7-2-11-15,27-5-10 0,1-1-15 0,-28 1-18 16,24-1-12-16,-27 1-8 0,-3 0-9 0,-4 1-3 16,1 4-24-16,-17-3 8 0,-1 2-21 0,-1-1-12 15,-4 1 5-15,-3 1-11 0,-3 1-27 0,-7 4-37 16,-1-2-34-16,-8 3-35 0,0 0-44 0,-3-1-44 15,-7 1-36-15,0 0-46 0,0 0-37 0,0 0-230 16,0 0-555-16,0 0 245 0</inkml:trace>
  <inkml:trace contextRef="#ctx0" brushRef="#br0" timeOffset="-31949.08">18674 15622 131 0,'-19'9'299'0,"2"-5"-26"0,5 2-17 15,6 2 0-15,2-3 6 0,4-5-5 0,9 10-7 16,2-4-1-16,11-3-5 0,11-1-18 0,20-1-8 16,2-4-15-16,10 0-12 0,26-6-16 0,-26 1-16 15,0-4-14-15,26-3-12 0,-33 4-18 0,1-1-3 16,-6 1-13-16,-2-1-9 0,-15 4-16 0,-3-1-23 16,-4 1-24-16,-1 0-20 0,-7 2-39 15,-6 1-34-15,3 2-38 0,-8-1-41 0,-3 2-56 16,-1-3-79-16,-1 1-70 0,-5 4-204 0,0 0-601 0,0 0 266 15</inkml:trace>
  <inkml:trace contextRef="#ctx0" brushRef="#br0" timeOffset="-18340.11">15153 8146 36 0,'0'0'86'0,"0"0"-5"15,0 0-1-15,0 0-4 0,0 0 1 0,0 0 5 16,0 0 4-16,0 0 6 0,0 0 4 0,0 0 2 16,0 0-6-16,0 0-11 0,0 0-6 0,0 0-9 15,0 0-6-15,0 0-7 0,0 0-9 0,0 0-4 16,0 0 0-16,0 0-4 0,30-4-7 0,-2 0-1 16,3 2-20-16,3 1-21 0,20-5-33 0,2-1-40 15,6 1-40-15,-5-1-87 0,8-5-229 0,-2 1 103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21:38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2456 3294 67 0,'0'-11'155'0,"-2"0"-1"0,1-1-4 0,-1 2-9 16,0-1 4-16,0 2 1 0,-2-1 1 0,0 1-1 15,2 3-7-15,-2-2-6 0,1 2-5 0,-1 0-6 16,-1 0-3-16,5 6-9 0,-9-6-10 15,4 1-11-15,5 5-10 0,-9-2-7 0,9 2-4 0,-12 4-12 16,5 4-5-16,-2 5-1 0,-1 1-7 0,-3 9 0 16,2 2-2-16,-2 4-5 0,0 3-4 0,0 1-1 15,-1 12 0-15,3-10 1 0,-3 12 0 0,1-1 0 16,6-11-3-16,-1 12-1 0,0-2-3 16,4-12-1-16,0 1-4 0,3-2 4 0,-1 4-6 15,7-4 1-15,-3-4-6 0,2 2-2 0,2-4 0 16,-2 1 3-16,2-8-3 0,4 3 0 0,-3-3-1 0,3-2 1 15,2 1-3-15,-2-5 3 0,7-4-5 0,-3 1-1 16,-2-3 0-16,8-3-3 0,-4-1 2 16,4-5-4-16,-1 2 1 0,7-5-2 0,5-4-1 15,-3-3-4-15,3-5 12 0,-2 0-9 0,2-2-2 16,0-1 2-16,6-13-1 0,-7 10 2 0,-5-2-2 16,-2-2 1-16,-1-2-7 0,-5 1 0 0,0-3-3 15,0-1 3-15,-6-3 0 0,2 3-3 0,-2-14 1 16,-5 11 4-16,-4-12-1 0,-2 11 1 0,-2-10 2 15,-2 11 1-15,-4 1 2 0,-2-11-3 0,-2 14-1 16,-2 1-1-16,-1 2 5 0,1 5 4 0,-1-2 1 16,-2 4 2-16,-1 3-3 0,3 7-2 0,-2 1 4 15,2 1-2-15,1 4 2 0,1 0 0 0,-6 5-5 16,-3 0 3-16,3 8-4 0,-8 3 3 0,0 4-2 16,2 3 2-16,-1 2-1 0,2 3-1 0,2 1 7 15,2 1-4-15,2 3-2 0,4-3 7 0,1 0-7 16,1 1 1-16,7 0-3 0,4 0 3 15,1 0-2-15,5-3 2 0,5 2-15 0,-1 0 3 0,3-1-8 16,9-2-4-16,1 3-2 0,-1 0 5 16,4-1-8-16,-2-3 1 0,4 2 1 0,-2-1 6 0,-1 1 0 15,-3-2 2-15,1 1-1 0,-5-3 4 0,-3-4 2 16,-3 3 4-16,-1-3-7 0,-1 0 7 0,0 0 0 16,-1 2-1-16,0-3 3 0,-3 2-5 0,0-2-3 15,-3-2-10-15,1 0-2 0,0-3-15 0,-1-1-13 16,-2 1-28-16,0-9-23 0,4 15-37 0,1-10-39 15,-5-5-152-15,6 9-362 0,-6-9 160 16</inkml:trace>
  <inkml:trace contextRef="#ctx0" brushRef="#br0" timeOffset="166.27">3091 3751 218 0,'9'-8'242'0,"-9"8"-15"0,0 0-14 0,5-5-15 15,-5 5-20-15,0 0-16 0,0 0-18 0,0 0-12 16,0 0-14-16,0 0-27 0,0 0-40 0,0 0-44 16,0 0-60-16,0 0-60 0,0 0-68 0,0 0-92 15,-8 40-295-15,8-40 131 0</inkml:trace>
  <inkml:trace contextRef="#ctx0" brushRef="#br0" timeOffset="347.67">2473 4210 281 0,'-7'4'270'0,"7"-4"-21"15,-10 5-15-15,10-5-15 0,-7 5-17 0,7-5-15 16,0 0-14-16,0 0-16 0,0 0-18 0,54-3-19 0,-21-1-29 16,7-3-32-16,-2-1-44 0,17-5-51 15,-1-1-59-15,4 1-63 0,-4-2-194 0,-3 2-380 16,1-1 168-16</inkml:trace>
  <inkml:trace contextRef="#ctx0" brushRef="#br0" timeOffset="492.28">3489 4040 241 0,'0'0'263'0,"0"0"-13"0,0 0-18 0,0 0-21 15,0 0-26-15,0 0-51 0,0 0-54 0,0 0-64 16,0 0-66-16,15-15-75 0,-15 15-115 0,0 0-259 15,7-18 114-15</inkml:trace>
  <inkml:trace contextRef="#ctx0" brushRef="#br0" timeOffset="2777.71">4733 3247 123 0,'-1'-13'216'0,"1"13"8"15,0-10-9-15,0 10 0 0,-3-9-5 16,3 9-3-16,-3-6-15 0,3 6-11 0,-4-7-26 15,4 7-9-15,0 0-20 0,0 0-17 0,0 0-10 0,0 0-6 16,0 0-11-16,-3 21-9 0,3-3-5 0,-2 8-8 16,-1 5 1-16,2-1-5 0,-2 2-33 0,-1 2-2 15,3-3 0-15,-3 0-1 0,-1-2-3 0,4-2 0 16,0-1 0-16,-1-5-1 0,2 5-2 16,0-2 1-16,0-5-1 0,0 2-1 0,0-5 0 15,2-1 0-15,-2 3-6 0,1-2 4 0,0 0-4 16,-1-5 2-16,0 1-2 0,0 1 0 0,3-1-15 0,-2-1-13 15,-1-4-30-15,1 3-28 0,-1-10-33 0,1 11-25 16,-1-11-44-16,0 0-13 0,2 12-27 16,-2-12-145-16,0 0-395 0,0 0 176 0</inkml:trace>
  <inkml:trace contextRef="#ctx0" brushRef="#br0" timeOffset="3106.28">4627 3278 124 0,'9'-6'132'0,"1"-1"5"15,11-2-5-15,6 1 0 0,2 1-2 0,2 0-6 16,-1 6 0-16,4 2-5 0,0-1 0 0,-2 7-7 16,1 0 9-16,-2 2-11 0,-4 4-3 0,0 4-8 15,-2 3 1-15,-3 3-2 0,0 0-9 0,-4 3-5 16,-3-2 3-16,-2 3-5 0,-6 2-2 15,2-3-5-15,-5 3 4 0,-1-4-5 0,-7 3-3 0,-1-3-2 16,-4 2-5-16,0 0 1 0,-4-5-6 0,-5 3 2 16,0-3-6-16,-4 0-5 0,-3 3-3 0,-3-4 3 15,-2-3-11-15,-3 2-6 0,1-1-1 0,2-4-5 16,0-3-2-16,2-1-7 0,8-5-7 16,2-1-7-16,0-2-11 0,5 1-22 0,-1-5-29 15,2-1-43-15,2-2-50 0,-1-2-50 0,2-4-59 16,2 1-181-16,4-3-477 0,0-6 211 0</inkml:trace>
  <inkml:trace contextRef="#ctx0" brushRef="#br0" timeOffset="3905.2">5258 3512 2441 0,'0'0'68'0,"-5"-17"5"0,2 11-32 0,0 0-6 0,3 6 4 15,-4-9 2-15,4 9-2 0,-2-8-1 16,2 8 6-16,0 0-3 0,-3-7 1 0,3 7-5 15,0 0-4-15,0 0-4 0,0 0-4 0,0 0 3 16,0 0 2-16,0 0-4 0,29 14 0 0,-12-2-5 16,-3-2 3-16,3 4-6 0,-3 0-2 0,1-3-10 0,-2 3 12 15,-2 2-8-15,2-2 3 0,-3 1-4 16,-1 0-1-16,-2 0-6 0,-1-1 11 0,-2-2 0 16,-3-1-3-16,2-1-3 0,-3 2-1 0,-1-3 0 15,-3 1-1-15,-2-2 1 0,0 0-4 0,-3-2-1 16,-1-1-1-16,0-1 2 0,-2-3 2 0,2-1-2 15,-1-3-2-15,2 1-6 0,1-1-12 0,1-5-7 16,1-2-7-16,5 2 3 0,0-3-8 0,6 1-3 0,0-5-3 16,4-1 3-16,1 2-3 0,4 0 4 15,0 0 0-15,8-4-4 0,1 1 1 0,2 0 3 16,-1 2 2-16,0 1-1 0,-1 0 2 0,2 1 2 16,-2 1 4-16,-4 5-1 0,-1 0 2 0,-2-1 2 15,0 2 4-15,-4 1 4 0,-2 2 1 0,0-3 3 16,-2 2 3-16,-2 2 5 0,-2-2 0 0,-4 4 6 15,10-3 10-15,-10 3 9 0,0 0 9 0,8-5 1 16,-8 5 0-16,0 0 6 0,0 0 5 0,0 0-6 16,0 0 3-16,0 0 0 0,0 0 3 0,0 0-1 15,-28 5 0-15,20 3 6 0,-4 0 2 0,4 1-1 16,-5 2-11-16,-1 1 4 0,4 3-6 0,-2 2 0 16,2-2-3-16,1 1-3 0,4-5-3 0,-1 2-1 15,2-4-2-15,3 1-5 0,-1-1-2 0,2 1-3 16,3-4-13-16,-1 0-3 0,3 0-8 0,0-2-12 15,1-2-1-15,3 1-2 0,2 0 0 0,1-3 0 16,-1 0 1-16,2-1-1 0,-2-1 7 0,0-1-2 16,0-3 7-16,-2 0-3 0,1 0 7 0,-2-1-1 15,-2 0 5-15,1-1 4 0,-2-4 5 0,-1 4 3 16,-2-2 2-16,2 2 1 0,-3-2 2 16,2 4 6-16,-3 6 13 0,1-13 3 0,-1 13 0 0,3-6-10 15,-3 6-3-15,1-7-3 0,-1 7 0 16,0 0-1-16,0 0 0 0,0 0 0 0,0 0 3 15,0 29-5-15,0-13 2 0,1-4-9 0,1 2-16 0,-2 3-23 16,3-1-27-16,1 3-47 0,0-2-49 0,2-1-74 16,-1 1-213-16,1-1-483 0,-1-6 214 0</inkml:trace>
  <inkml:trace contextRef="#ctx0" brushRef="#br0" timeOffset="4409.81">5891 3502 159 0,'0'0'249'0,"-1"-9"-22"15,1 9-23-15,0 0-20 0,-4-5-11 0,4 5-11 16,0 0-11-16,0 0-9 0,-8 23-17 0,8-11-10 16,-2-1-12-16,2 4-8 0,2 1-12 0,1 0-5 15,1-1-5-15,1-4-10 0,0 2-6 0,1-6-2 16,2 3-3-16,0-1-2 0,1-2-4 0,1 0-4 15,-1-1-2-15,0-3-5 0,1 0-5 16,0-2 4-16,-1 0-3 0,0-1-3 0,1-1-2 0,-3-2-4 16,-1 1 2-16,3-1 2 0,-4-2 0 0,2-2-4 15,-2 0 2-15,0-1 0 0,-3-3 0 0,3 3 5 16,-3-2-14-16,-1 1 12 0,0 1-1 0,-1 8 6 16,1-13 4-16,-1 13 0 0,2-8-6 0,-2 8-6 15,0 0-5-15,-2-8-6 0,2 8 2 0,0 0-3 16,0 0-4-16,0 0-5 0,0 0 4 15,-3 26 5-15,3-15-4 0,0-2-2 0,2 2 1 0,2-1-5 16,0 1 1-16,1-2 5 0,0 1-5 0,4-4 3 16,1 2-3-16,3-3 2 0,1-4-2 0,3 3 1 15,2-3 1-15,1-4-1 0,-2 1 3 0,3-1-2 16,-5-4-1-16,1 2 1 0,-5-1 6 0,0-2 9 16,-2 1 0-16,-1-3-4 0,3-3 4 15,-6 2-1-15,2 1 5 0,-2-6-2 0,-2 1-4 16,0-2 3-16,-2-1-3 0,0 1-2 0,-2 1-2 15,-2 0 0-15,1 0-8 0,-1 4-14 0,-1 0-11 0,2 4-17 16,1 1-35-16,0 7-41 0,-3-11-58 16,3 11-50-16,0 0-44 0,0 0-219 0,0 0-522 0,0 0 230 15</inkml:trace>
  <inkml:trace contextRef="#ctx0" brushRef="#br0" timeOffset="4682.05">6950 3349 152 0,'0'-16'281'0,"0"4"9"16,-1 1-1-16,1 2-1 0,-1-1-9 0,3 4-16 16,-2 6-25-16,-1-11-29 0,1 11-23 0,0 0-11 15,0 0-12-15,0 0-6 0,0 0-8 0,3 47-13 16,-5-19-11-16,2 3-10 0,-2 3-13 0,-2-1-8 15,3-2-7-15,0 3-11 0,1-4-3 0,-2 1-10 16,4-2-5-16,-2-4-9 0,1 1-2 16,0-7-34-16,2 7-40 0,-3-6-41 0,1 4-40 0,-1-6-49 15,0-2-54-15,1-7-50 0,-1 4-45 0,0-13-198 16,0 0-545-16,-5 16 242 0</inkml:trace>
  <inkml:trace contextRef="#ctx0" brushRef="#br0" timeOffset="5265.42">6938 3537 47 0,'15'-20'157'0,"1"-2"-15"0,0 1-13 0,1 0-13 15,3 0-11-15,-1 4-9 0,1-2-13 0,1 1-10 16,0 0-5-16,-7 4-3 0,2 1-3 0,-2 3-9 16,2-2-6-16,-6 6 0 0,-1-3 0 0,-1 4 4 15,-1-3 5-15,-2 2 3 0,-1 0 7 0,1 1 0 16,-2 1 2-16,-3 4 0 0,5-9-1 0,-5 9-3 15,4-4-13-15,-4 4 5 0,0 0-16 0,0 0 0 16,0 0-7-16,0 0 10 0,0 0 2 0,2 28 3 16,-3-10-3-16,1 7 1 0,-1 2-7 0,-2-1-3 15,3 0-3-15,-1 2-1 0,1-2-1 0,0-1-2 16,0-1-7-16,1 2 1 0,-1-8-7 0,3 1 6 16,-2-2-3-16,0-1-4 0,1-4-1 0,-1 2 3 15,0-5-3-15,-2-1-2 0,2-2-5 0,-1-6 3 16,-1 13 0-16,1-13 8 0,-1 8-5 0,1-8-4 15,0 0-1-15,0 0 1 0,0 0-4 0,0 0-2 16,0 0-1-16,0 0-1 0,0 0 0 0,0 0 2 16,18-15 3-16,-12 11-1 0,0 1-2 0,-6 3-1 15,11-5-2-15,-4 5 1 0,-7 0 1 0,13 1 0 16,-5 0 1-16,2 2-3 0,0 0 6 0,0 1-5 16,1 2 6-16,1-2 3 0,4 2 3 0,-2-2 0 15,2 1 5-15,2-1 14 0,1-2-9 0,2-2 1 16,0-2-2-16,0 2 1 0,6-7-8 0,0 0 1 15,-7 0-1-15,-1 1-3 0,-1-3-6 0,0 2 3 16,-4-2 0-16,-1-1 2 0,-4 0-6 0,2-2 3 16,-4 3-4-16,-2-3 2 0,1 1 0 15,-2-2 4-15,-3-3-4 0,-1 4 8 0,-1-1 0 0,-2 2 5 16,0 1-2-16,-2-2 9 0,2 7-2 0,-2-3 2 16,0 2-4-16,-2 5-1 0,7 1 4 0,-17 1 3 15,5 7 4-15,-6 2-5 0,4 4-4 0,-8 5 2 16,6 0-8-16,-1 0 6 0,7-4-9 15,1 0-27-15,3 2-45 0,3 1-54 0,3-2-71 0,3-3-71 16,3 4-239-16,7-5-532 0,1-2 235 0</inkml:trace>
  <inkml:trace contextRef="#ctx0" brushRef="#br0" timeOffset="56621.06">8768 3489 112 0,'0'0'203'0,"-15"-4"-11"0,8 4-12 0,-1-2-7 16,-3 2 3-16,1 0-10 0,-3 2-10 16,0-2-5-16,-4 2-10 0,4 0-7 0,0 2-12 15,-1 1-4-15,2 1-7 0,-4 2-11 0,2 1-10 16,-3 4-6-16,4-4-12 0,3 4-3 0,-3 0-6 16,4 0-9-16,3-4-7 0,1 1-1 0,0 0-8 15,0 3-2-15,3-3-4 0,4 0-2 0,-1-1-4 16,1-1-2-16,3 0 2 0,0-2-3 0,1 1 3 15,3-2-4-15,2 1-1 0,-1-4-1 0,-1 0 1 16,4-2-7-16,0 0 3 0,0-2-3 0,1-1 0 16,1-4 0-16,-4 2 2 0,2-1-3 0,1-3 0 15,-3 1-2-15,-2-2 7 0,1-4-4 0,-1 0 1 16,-3-2-3-16,-2-2-2 0,1-1-7 0,0 1 12 16,0-7-1-16,-1-1 2 0,-3 2 1 0,1-3-10 15,-2 2 18-15,1-1-1 0,-1 0 3 0,1 3-4 16,-2 4 13-16,0-1 4 0,-1 4-3 0,2 4 2 15,0 0-3-15,-2 4 5 0,2 1 1 0,0 7-3 16,0-13-12-16,0 13-3 0,0-9-3 0,0 9-9 16,0 0-3-16,0 0 1 0,0 0-1 0,0 0 11 15,0 0-6-15,-4 44-7 0,3-16 8 0,-4 0-2 16,1 2-18-16,1-1 18 0,1 1 1 0,-2-2-1 16,2 1-2-16,4 0 0 0,-4-5-2 0,4 2-4 15,0-7-21-15,1 2-36 0,2 1-33 0,0-2-44 16,0-2-35-16,0-3-55 0,4-1-49 0,-1 0-249 15,0-5-560-15,1 0 248 0</inkml:trace>
  <inkml:trace contextRef="#ctx0" brushRef="#br0" timeOffset="56843.22">9154 3439 144 0,'0'0'247'0,"-1"-9"-8"0,1 9-19 15,-9-7-4-15,1 5-11 0,8 2-8 0,-18 4 2 16,3 4-14-16,1 0-2 0,0 2-16 16,-2 1-9-16,3 1-13 0,0-1-15 0,2 2-17 15,2 3-9-15,2-2-8 0,2-3-12 0,-1 6-6 16,5-1-7-16,1 0-21 0,4-1-20 0,0 1-24 16,5-5-41-16,1 5-46 0,5-2-59 0,2-2-68 15,7-2-67-15,4 1-147 0,2-2-456 0,4-2 202 16</inkml:trace>
  <inkml:trace contextRef="#ctx0" brushRef="#br0" timeOffset="57141.84">9985 3459 2754 0,'5'-18'126'0,"2"-2"-22"0,-3 2-50 15,1 0-6-15,-3 2 22 0,-1 4 6 0,-1-4 2 16,0 0 7-16,2 4 0 0,-3-1 2 0,1 2 13 16,0 11 10-16,0-17 7 0,-1 12-7 0,1 5-11 15,-1-11-13-15,1 11-13 0,0 0-12 0,0-8-16 16,0 8 4-16,0 0-2 0,0 0-1 0,1 33 0 16,-6-8-2-16,6 1-5 0,-4 2-10 0,1-1 9 15,-1 2-9-15,3-2 1 0,-1 1-7 0,-3-1-19 16,7-4-19-16,-2-3-24 0,-1 1-42 0,1-2-16 15,1 0-44-15,-1-2-46 0,0 0-56 0,3 0-69 16,-1 0-54-16,-5-5-187 0,6 0-597 0,-1-2 265 16</inkml:trace>
  <inkml:trace contextRef="#ctx0" brushRef="#br0" timeOffset="57432.98">10174 3585 199 0,'0'0'251'0,"0"0"-29"0,0 0-13 0,0 0-14 16,0 0-15-16,0 0-19 0,0 0-16 0,0 0-13 16,0 0-12-16,-4 24-10 0,4-24-14 0,6 12-5 15,1-5 2-15,-1-2 3 0,3 0 0 0,4 1-10 16,2-1 2-16,4-1 0 0,-1-1 0 0,0-2-5 16,0 1-4-16,0-5 0 0,0 0-11 15,-6 0 3-15,-1 0-1 0,1-1 0 0,-4-3-4 16,1 1-7-16,-1-3-1 0,-4 1-12 0,-2-2 3 0,-1 0-4 15,-2 1-8-15,-1-2 3 0,-5 0-7 16,2 1-17-16,-3-5 2 0,-1 7-12 0,1-2-18 0,-1 5-16 16,0-3-16-16,-4 3-24 0,0 2-25 0,-5 3-24 15,0 0-41-15,1 3-35 0,-4 2-47 16,3 1-225-16,6-1-503 0,2-1 223 0</inkml:trace>
  <inkml:trace contextRef="#ctx0" brushRef="#br0" timeOffset="57806.13">10630 3495 181 0,'-10'-10'241'0,"10"10"-10"0,-8-3-12 0,8 3-16 16,-14 3-17-16,5 1-9 0,-4 4-11 0,2-1-16 15,-2 3-12-15,2 1-11 0,-1 2-11 0,2 1-17 16,0 0-7-16,3-3-10 0,3 0-7 0,0-1-7 15,2 2-8-15,1-1-7 0,-1 0-14 0,5 0-15 16,1-3-7-16,1 1-5 0,1-3-12 0,3 0-6 16,1-3-5-16,-1 1 1 0,3-3 1 0,-1-3 0 15,-2 1 3-15,4-2 0 0,-1-2 4 0,-5-1 4 16,2-1-2-16,1-3 6 0,-2 2 6 0,0 0 5 16,-1-2 2-16,-2 1 8 0,1 1 7 0,-3 0 6 15,0 2 3-15,0 0 3 0,-3 6 5 0,4-11-2 16,-2 8-1-16,-2 3-7 0,0 0-3 0,5-9-5 15,-5 9-7-15,0 0-1 0,0 0-1 0,0 0-5 16,0 0 3-16,0 0-2 0,-5 25-3 0,5-15-6 16,0 1-29-16,0-2-27 0,0 3-22 0,1-1-36 15,3 1-41-15,1-2-46 0,4 4-43 0,-2-4-196 16,3-3-463-16,3-2 206 0</inkml:trace>
  <inkml:trace contextRef="#ctx0" brushRef="#br0" timeOffset="58211.46">11031 3553 252 0,'-5'-5'253'0,"-3"-1"-8"0,-2 1-18 15,3 1-15-15,-1 4-18 0,-4-2-13 16,12 2-11-16,-22 5-11 0,9 0-3 0,1 1-8 0,-1 3-14 16,2-1-7-16,-2 2-5 0,2 3-10 0,3-2-22 15,4-2-5-15,-2 7-9 0,0-7-7 0,5 2-9 16,0-1 0-16,1-10-8 0,2 19-7 0,2-11-11 15,4-1 0-15,1-1-15 0,5-1-8 0,1-1-15 16,6-2-6-16,-2-4-6 0,2 2 0 0,-1-4-5 16,-1-2 5-16,-1-1 1 0,0-1 0 0,-7 0 2 15,3-5-1-15,-3 0 8 0,-4-2 6 0,1 0 16 16,0-3 3-16,-6 0 2 0,1-3 5 16,-1-2 2-16,0-5 0 0,-2 1 13 0,-2 0 14 15,0-3 1-15,0 1-5 0,1 0 6 0,0 3 4 16,-3 9 11-16,3 2 11 0,1 2 10 0,-3 3 6 15,3 3-6-15,0 7-8 0,0-13-13 0,0 13-4 16,0-9-18-16,0 9-14 0,0 0 9 0,0 0 2 0,0 0 8 16,0 0-9-16,-1 47-1 0,0-19-6 15,-2 1 0-15,2 3-5 0,1 0-6 0,-1 0-10 16,-1 2-19-16,2-4-18 0,-1-1-43 0,4 0-55 16,-6 2-73-16,4-1-78 0,-1-3-98 0,0 1-262 15,0-9-679-15,3-2 300 0</inkml:trace>
  <inkml:trace contextRef="#ctx0" brushRef="#br0" timeOffset="58605.21">11754 3387 289 0,'2'-5'322'0,"-2"5"-2"0,1-12-1 0,-1 12-18 15,0 0-19-15,0 0-20 0,4-14-21 0,-4 14-25 16,0 0-15-16,0-5-43 0,0 5-12 0,0 0-9 16,0 0-9-16,0 0-3 0,-3 26-1 0,1-11-15 15,0 3-6-15,2 2-15 0,-2 3-3 0,-3 3-12 16,-1-7-8-16,3 0-3 0,-1 0-15 0,2 7-13 16,-2-7-31-16,-1 5-26 0,5-8-39 0,-2 2-42 15,2-1-52-15,-2-1-60 0,2 1-61 0,-5-4-54 16,2 2-182-16,1-4-554 0,2-11 246 0</inkml:trace>
  <inkml:trace contextRef="#ctx0" brushRef="#br0" timeOffset="58804.03">11914 3530 8 0,'4'-5'282'15,"-4"5"-13"-15,2-8-18 0,-2 8-14 0,5-5-13 16,-5 5-15-16,0 0-5 0,0 0-5 0,0 0-5 15,8 13-19-15,-6-5-14 0,-2 2-16 0,0 2-14 16,0 4-16-16,1 0-8 0,0 0-9 0,-2 0-18 16,1 1-31-16,0 0-41 0,0-1-51 0,1 0-53 15,-1-3-68-15,0-2-72 0,2 1-199 0,-2-3-470 16,0-9 207-16</inkml:trace>
  <inkml:trace contextRef="#ctx0" brushRef="#br0" timeOffset="58956.73">11918 3311 101 0,'0'0'113'0,"0"0"-29"16,0 0-43-16,0 0-35 0,8 35-64 0,-5-8-63 15,4-3 29-15</inkml:trace>
  <inkml:trace contextRef="#ctx0" brushRef="#br0" timeOffset="59369.66">12086 3756 158 0,'0'0'272'0,"0"0"-3"0,0 0-5 16,0 0-15-16,0 0-8 0,0 0-5 0,0 0-11 16,0 0-17-16,-13-24-8 0,13 24-10 0,2-15-8 0,-2 5-17 15,2 2-13-15,0-2-13 0,3 0-15 16,3 0-7-16,0 0-24 0,-1 0-24 0,1-1 4 15,4 3-10-15,-1 1-7 0,-3 1-13 0,2 0 3 16,1 4-10-16,-2 1-4 0,1 1-3 0,2 3-2 16,-2 3-1-16,2 2-1 0,0 0-7 0,-3 1-1 15,3 2 5-15,-2 2-11 0,2 0 2 0,-1-3-3 16,-2 0 6-16,1-2-10 0,-1 1 2 0,1-2 2 16,2-2 1-16,1-1 1 0,5 1-1 0,2-5-3 15,3 0 14-15,4-7-20 0,-4 2 4 0,6 0 2 16,-11-2-13-16,8-4 15 0,-7 2 2 0,-2-2-17 15,0-2 33-15,-4 1 0 0,1-1-10 0,-2-1 1 16,-3-1 7-16,-4 0-5 0,2 0-6 0,-1-3-3 16,-5 3-2-16,1-3 4 0,0 3 9 0,-2 5 8 15,-4-1 10-15,1 1-1 0,3 10-13 0,-2-12 14 16,2 12-13-16,-12-5 1 0,12 5 2 0,-19 7-23 16,1 0 10-16,2 3 1 0,0 1-5 0,1 2-9 15,3 1-20-15,1 0-21 0,5 1-37 0,-2 0-51 16,6 0-59-16,2-2-67 0,8 2-93 0,0-2-283 15,5 0-678-15,5-4 300 0</inkml:trace>
  <inkml:trace contextRef="#ctx0" brushRef="#br0" timeOffset="61965.93">13532 3560 30 0,'4'-7'257'0,"0"1"18"16,-4-2-20-16,0 8-1 0,0-12-2 0,0 4-9 15,0 8-13-15,-8-10-11 0,4 5-13 0,-4-1-35 16,-1 3 7-16,-5 1-12 0,-1 2-17 16,0 4-9-16,-6 1-20 0,-8 7-4 0,2 4-10 15,2 2-16-15,2 1-11 0,0-1-6 0,6 3-9 16,3-6-9-16,5 0 1 0,0 2-7 0,5 0-22 15,2 0 8-15,4 0-11 0,2 0-16 0,1 0-13 16,3-3-6-16,4 2-20 0,6 1-13 0,-4-2-7 0,-1-5-5 16,3-3-7-16,3-3-2 0,-7-1 0 15,4-3-2-15,2-5 3 0,-3-2 1 0,1-1 6 16,-5 0 7-16,5-3 3 0,-5 0 7 0,-2-4 4 16,3 1 7-16,-6-1 9 0,-1-2 7 0,-1 0 9 15,0 0 13-15,-2 1 2 0,-1-1 7 0,2-1 3 16,-3 3 13-16,0 4 8 0,0 2 15 0,2 0 1 15,-2 2-1-15,0 7-9 0,2-10-9 0,-2 10-8 16,0-8-4-16,0 8-7 0,0 0-2 0,0 0-1 16,0 0 0-16,0 0-1 0,0 29 0 0,-2-17-3 15,2 3 0-15,2 2 3 0,-2 2-3 0,4 0-9 16,1-2-20-16,-3 7-31 0,6 0-28 0,-3-6-33 16,0 0-43-16,-2-2-38 0,5-1-45 0,-1 0-47 15,-3-4-146-15,0-2-462 0,2-4 204 0</inkml:trace>
  <inkml:trace contextRef="#ctx0" brushRef="#br0" timeOffset="62307.25">13701 3688 67 0,'0'-6'219'0,"0"6"-28"0,1-7-21 0,-1 7-15 16,0 0-13-16,4-5 1 0,-4 5-2 0,0 0 2 15,0 0-5-15,0 0 1 0,4 25-11 0,-4-16-12 16,2 3-7-16,-2 0-12 0,2 0-8 0,-2 4-10 15,0-6-9-15,0 0-3 0,0-1-10 0,0-2-3 16,1-1-5-16,-1-6-4 0,0 9 2 0,0-9 11 16,0 0 22-16,0 0 12 0,0 0 2 0,0 0-10 15,0 0-6-15,0 0-9 0,0 0-6 0,0 0-12 16,7-26-4-16,-3 15-5 0,3-2 5 0,-1-3-13 16,3 0-9-16,3 0-5 0,3-6-5 0,-1 8-4 15,4-3-3-15,0 5-2 0,-3 0 0 0,2 5-2 16,-3-1 2-16,-2 2-6 0,0 4-4 0,1 0 2 15,-4 3-1-15,2 4 1 0,-1 1-1 16,-1 2-6-16,-1 2 9 0,6 3-2 0,-5 2-9 0,-3-3-6 16,1 6-26-16,3 0-25 0,-4-1-32 0,1 8-30 15,-1-2-36-15,1-5-44 0,-2-2-44 0,2 1-175 16,-5-5-464-16,4-3 205 0</inkml:trace>
  <inkml:trace contextRef="#ctx0" brushRef="#br0" timeOffset="62724.32">14359 3704 194 0,'-4'-12'259'0,"2"-1"8"0,-1 3 0 15,-5 1 1-15,3 0-3 0,-2 2-9 16,0 1-18-16,1 2-36 0,-1 0-5 0,-2 4-23 16,-2 0-23-16,2 2-13 0,-5 4-6 0,5 0-11 15,-4 5-16-15,2-3 3 0,0 4-15 0,2 1-13 16,2 0-12-16,2 1-3 0,1-4-5 0,1 4-9 15,4 3-5-15,1-5-7 0,2-1-6 0,0 2-14 16,4-5-13-16,0 2-11 0,2-3-12 0,-4 0-5 16,6-1-7-16,-1-2 0 0,2-2-7 0,0-4-5 15,-13 2 9-15,23-5 7 0,-12 0-12 0,-2-4 15 16,-1 0 8-16,-2-2 0 0,2-5 3 0,-3 0 2 16,1-4 4-16,-4-3-1 0,2-2 5 0,0-4 7 15,-3 2 1-15,0-1 0 0,-1 0 21 0,-2-3-2 16,4-2 1-16,-3-1 3 0,0 1-5 0,2 1 6 15,0 3 5-15,-1 3 12 0,0 10 18 0,0 5 6 16,0 1-5-16,0 2-6 0,0 8-11 0,2-12-9 16,-2 12-10-16,0 0 6 0,0 0 3 0,0 0-3 15,0 0 1-15,-6 51-1 0,1-22 1 0,2 4-20 16,-5 3 19-16,5 0-12 0,1-1 0 0,1 0-1 16,1 0-22-16,1-1-51 0,-2-1-47 0,3 0-60 15,4-1-70-15,3-3-89 0,0 3-306 0,0-3-672 16,2-2 298-16</inkml:trace>
  <inkml:trace contextRef="#ctx0" brushRef="#br0" timeOffset="63379.51">15011 3944 151 0,'5'-8'338'16,"0"-1"-27"-16,0 2-11 0,-2-4-9 0,6-3-24 15,-6 3-9-15,6-6-18 0,-3 2-5 0,2-1-34 16,-1-1-9-16,2 3-20 0,1-3-11 0,4-5-18 16,-5 5-11-16,-1-2-4 0,2 3-19 15,0-9-8-15,0 2-11 0,-2 0-14 0,0-1-4 16,0-2-8-16,1 0-8 0,0 1 0 0,-5 6-3 0,5-6 9 16,-5 0-13-16,1 7-16 0,-1 1-1 0,-1 6-2 15,-1 0 26-15,1 1-12 0,0 5-2 0,-3 5-8 16,2-10-11-16,-2 10 3 0,2-6-2 15,-2 6-21-15,0 0-7 0,-10 21 29 0,4-3-8 0,-3 7-11 16,0 2 17-16,-1 2 0 0,1-1 4 16,1-2-8-16,0 2 5 0,2-4 1 0,1 1-12 0,1 0-4 15,2-6 7-15,4-1-2 0,-4-1-1 0,5 0-5 16,0-7 6-16,4 7-1 0,-1-2 0 16,0-4-11-16,3-3-10 0,-1 1-9 0,-1-1-5 15,5-1-4-15,-2-1-8 0,1-2 6 0,0-2 0 16,-1 0 5-16,0 0-25 0,2-2 32 0,-5-2-10 0,2-1 1 15,1-2 6-15,-1-1 0 0,-1 0 7 0,2-1 0 16,-3-2 2-16,3-3-9 0,-5 2 11 16,5-1-1-16,-3 1 3 0,-2 3-4 0,0 0 9 0,-1 1 8 15,-4 6-5-15,7-9-3 0,-4 6 0 0,-3 3-2 16,0 0-6-16,6-6-15 0,-6 6 27 16,0 0-4-16,0 0 1 0,0 0 3 0,7 14 2 0,-5-5-17 15,0-4 13-15,1 4 2 0,4-1 11 0,-3-1-12 16,3 2 5-16,-1-2-8 0,2 2 10 0,2-5-7 15,1-1 2-15,0 1 2 0,1-1-2 16,2-1-17-16,0-2 19 0,4-2-1 0,-4-2 3 16,-1 1-5-16,1-2 1 0,-4-1 4 0,0 0-4 15,-1-2-2-15,0-1 0 0,-1-2-4 0,-3 0 5 0,-2-1 6 16,3 2-8-16,-5-4-9 0,-1 3 14 0,-1-2-5 16,-3-3 1-16,2 3-13 0,-1 4 4 15,-1-3-1-15,0 4-29 0,-1-1-22 0,-3 2-32 16,1 2-33-16,-1 2-36 0,-4 1-37 0,0 2-36 15,0 2-44-15,1 0-51 0,-2 2-182 0,4-1-552 16,3-1 244-16</inkml:trace>
  <inkml:trace contextRef="#ctx0" brushRef="#br0" timeOffset="63610.12">15963 3621 185 0,'0'0'293'0,"6"-7"-2"0,-3 2-8 15,-3 5-2-15,0 0-1 0,0-11-10 0,0 11-8 16,0 0-17-16,-8-7-12 0,8 7-18 0,0 0-21 0,0 0-19 16,0 0-17-16,0 0-9 0,-22 15-14 15,12-2-14-15,4-2-8 0,-5 5-13 0,1 1-11 16,3-2-14-16,1 2 1 0,0-1-11 0,5 3-6 16,-1-3-17-16,4 2 6 0,0-3-33 0,3 1-47 15,2 0-57-15,3-2-61 0,0-1-55 0,2-1-72 16,4-3-75-16,2-2-207 0,3-3-603 0,7-1 267 15</inkml:trace>
  <inkml:trace contextRef="#ctx0" brushRef="#br0" timeOffset="63963.69">16267 3666 227 0,'-3'-7'253'0,"-3"1"-4"0,2 2-9 15,4 4-10-15,-13-6-10 0,6 6-7 0,-6 1 1 16,-5 4-13-16,3 3-4 0,-1 1-10 0,1 4-5 15,-3-1-26-15,4 2-33 0,-1 2 9 0,4-3-11 16,1 3-16-16,3 0-8 0,-1-4-10 0,5 1-6 16,2-3-12-16,-3 1-10 0,5 0-8 0,3-1-13 15,2-2-10-15,3 1-5 0,1-4-19 0,1-3-15 16,1 0-8-16,2-1-5 0,-1-1 3 0,0 0 2 16,-1-4-3-16,2-2 8 0,-2 2-2 0,-3-2 3 15,2-1 6-15,-3-3-4 0,-1-1 3 0,0 0 2 16,-2 2 0-16,1-2-3 0,-2-1 8 0,0 2 0 15,-1-2 13-15,-1 2 15 0,-1 3 6 0,1 0-3 16,0 1 1-16,-2 6-1 0,3-7-11 0,-3 7-4 16,0 0 3-16,0 0 0 0,0 0-4 0,0 0 4 15,0 0 0-15,0 0-2 0,-1 24 0 0,-2-15-3 16,3 5-1-16,-3-1-13 0,3 2-36 0,0 2-45 16,0-2-57-16,3 2-77 0,1-1-85 0,-3-6-224 15,5 1-567-15,1-3 252 0</inkml:trace>
  <inkml:trace contextRef="#ctx0" brushRef="#br0" timeOffset="64205.12">16581 3615 2464 0,'7'-27'108'0,"-2"-1"-18"0,-4 9 26 0,2 2 31 15,-2 0 20-15,-1 5 5 0,0 2-10 0,1 3-14 16,-1 7-20-16,1-12-7 0,-1 12-16 0,2-9-9 0,-2 9-19 15,0 0-7-15,0 0 9 0,0 0-2 0,0 31 1 16,-2-7-18-16,0 2 3 0,-2 5 2 0,0 0-10 16,2-1-4-16,-1-1-19 0,-1-1 17 15,3 1-12-15,-1 1 2 0,3-2-2 0,-5-2-31 0,4-1-43 16,-1-9-48-16,1 0-61 0,0 0-64 16,-2-4-64-16,2-2-67 0,0 1-294 0,0-11-687 15,-1 11 304-15</inkml:trace>
  <inkml:trace contextRef="#ctx0" brushRef="#br0" timeOffset="64357.27">16512 3724 1986 0,'6'-7'142'0,"-3"-1"-80"0,2 3-25 0,-1 0-26 16,1 1-4-16,2-2-8 0,-1 2-2 0,4-1-8 15,1 2-19-15,0 0-29 0,-11 3-33 0,28 0-54 16,-14 3-172-16,-2-1-343 0,-1 4 152 0</inkml:trace>
  <inkml:trace contextRef="#ctx0" brushRef="#br0" timeOffset="64615.39">16675 3946 230 0,'0'0'241'16,"10"1"0"-16,-10-1-16 0,0 0-8 0,29-10-9 15,-17 5-13-15,2 0-13 0,2-5-15 0,6-6-13 16,-5 4-22-16,4-4 0 0,-5 5-9 0,0-3-8 15,-2 0-2-15,6-6 6 0,-8 4-25 0,0 0-9 16,-2 0-4-16,2 0-2 0,-6 3 3 0,-3 1 16 16,0 3 20-16,0 2-2 0,-3 7-8 0,1-14-2 15,-1 14-3-15,-1-13-7 0,1 13-19 0,0 0 7 16,-14-4 1-16,14 4-8 0,-23 10-2 16,8-2-10-16,-1 1-3 0,5 3 0 0,-5 1-13 0,5 0-8 15,-2 3-35-15,5 0-42 0,5 0-56 0,1-3-66 16,2 2-76-16,9-1-101 0,-3-5-297 0,11 1-683 15,2-3 302-15</inkml:trace>
  <inkml:trace contextRef="#ctx0" brushRef="#br0" timeOffset="65045.27">17918 3525 76 0,'4'-6'391'15,"0"1"-38"-15,-2 0-22 0,-2 5-30 0,7-9-15 16,-7 9-38-16,5-5-25 0,-5 5-17 0,0 0-13 16,0 0 3-16,6 12-3 0,-6 0-19 0,3 5-11 15,-2 0-14-15,-1 9-15 0,3 2-14 0,-3-2-6 16,2 2-12-16,-1 0-10 0,3-1-10 15,-2 0-5-15,0 1-24 0,1-1 13 0,-2 0 0 0,-1-2-12 16,4-4-8-16,-2-3-34 0,2-1-31 0,-3 0-46 16,1-6-64-16,-2 5-51 0,0-3-68 0,0-6-79 15,-3 5-263-15,3-12-637 0,-9 10 283 0</inkml:trace>
  <inkml:trace contextRef="#ctx0" brushRef="#br0" timeOffset="65563.33">17949 3804 2348 0,'1'-13'7'0,"2"1"8"0,-1 2-12 16,1-2-3-16,1 2-5 0,-1 0 7 0,5-2-9 16,0 3 3-16,-1-2 6 0,5-2-3 0,-2 5 5 15,3-6 0-15,2 3 4 0,-2-2 3 16,-3 6 6-16,4-2-4 0,-3 2 6 0,0-2-1 16,-2 3 3-16,1-1 6 0,-1 1-1 0,-1 0 9 15,-2 2 1-15,-1 1 0 0,-5 3 1 0,9-7-4 16,-4 5-3-16,-5 2-2 0,0 0-4 0,8-3-3 0,-8 3-2 15,0 0-5-15,5-4-3 0,-5 4-3 16,0 0-4-16,0 0 1 0,0 0 1 0,0 0-1 0,3 13 2 16,-2-5 0-16,-2 1 0 0,-1 1 3 15,1-1-2-15,0 1 4 0,0 1-5 0,-1-1 0 16,0 0-2-16,0 0-3 0,2 1 1 0,-1 0 1 0,1-1 2 16,-1-1-3-16,2 1-1 0,-1 1 2 15,0-5-1-15,1 2 1 0,1 1-3 0,-1 2 1 16,0 0-1-16,2-2 4 0,-2 1-6 0,2-4 2 15,2 5 2-15,-1-3 7 0,2 0 5 0,0 0 4 16,-2-3 1-16,5 2 2 0,1-2-1 0,1 0-1 16,0-1-2-16,3 0-2 0,0-3-2 0,4-2 3 15,-1 0-1-15,-3-2-5 0,4-1-1 0,0-1 1 16,-2 0-6-16,2 0 3 0,-3-5 2 0,1 3 0 16,-7-2 0-16,2 1 10 0,-2-2 0 0,-1-1 16 15,3 0 10-15,-6 1 6 0,-1 1 3 0,-1-3 14 16,1 4 9-16,-4 8 1 0,2-15 12 0,-2 15 3 15,0-13 2-15,0 13-3 0,0 0-9 0,-5-10-5 16,5 10-8-16,0 0-8 0,-21 5-13 0,8 0 4 16,-1 5-12-16,-2 0 0 0,7 0-23 0,-1-2-32 15,2 0-53-15,2 7-45 0,1 0-60 0,2 0-68 16,7-2-90-16,0-5-285 0,9 4-664 0,5-5 294 16</inkml:trace>
  <inkml:trace contextRef="#ctx0" brushRef="#br0" timeOffset="66140.75">19344 3641 3000 0,'-6'-5'7'0,"-1"-4"146"15,0 3-70-15,2 2-46 0,-3 2-9 0,8 2-15 16,-13 0-2-16,4 4 3 0,2 0-1 0,-2 3-7 16,1 4 15-16,-5 1-3 0,4 3-2 0,2 1 4 15,0-4-8-15,4 3 0 0,0 2-4 0,2 1-1 16,3 0 2-16,2-3 3 0,5-1 5 15,0-1 0-15,3-2 6 0,3 1-2 0,0-3 16 0,4-4-16 16,8 0 1-16,1-3 0 0,-8-2 6 0,-1-4-7 16,1-1 9-16,-3 0-4 0,-1-1 9 0,-4-1 6 15,-3-2 9-15,0 0-7 0,1-4-6 0,-4-3-3 16,-1 0-4-16,-3-2-3 0,-4 0 0 16,-1 0-3-16,-5-6 1 0,0 8-5 0,-3-3-8 15,-7-1-4-15,3 7 3 0,-2 1-8 0,-4 2-14 16,-3 1-10-16,4 4-12 0,-3 1-23 0,-5 3-15 0,-3 3-24 15,4 4-35-15,0 1-44 0,8 1-35 0,0 1-61 16,2 1-254-16,4 3-568 0,7-3 252 0</inkml:trace>
  <inkml:trace contextRef="#ctx0" brushRef="#br0" timeOffset="66407.69">19716 3593 2935 0,'18'-20'118'0,"-6"-3"-40"0,-5 7-8 15,1-1-32-15,-2-2-7 0,-2 3 50 0,0 0 12 16,-3 1 10-16,1 4 21 0,-1-1 9 0,0 5 13 16,-1 7-7-16,-1-10-8 0,1 10-15 15,1-6-15-15,-1 6-15 0,0 0-28 0,0 0 11 16,0 0-11-16,4 20-5 0,-4 7-4 0,-1 6-4 16,0 3 1-16,-1 14-8 0,0-1-5 0,0 0 1 15,0 2-3-15,2-1 0 0,1-3-6 0,-2-11-8 16,1-2-2-16,-3 12 4 0,2-13 3 0,1-2-3 15,2 0-18-15,0 0-21 0,-2-3-29 0,2-4-49 16,-2-4-42-16,0-1-54 0,0-2-56 0,-2 0-67 16,2-1-66-16,-5-5-240 0,1 1-674 0,-3-4 298 15</inkml:trace>
  <inkml:trace contextRef="#ctx0" brushRef="#br0" timeOffset="67181.25">19843 3695 215 0,'19'-10'210'0,"-4"3"-18"0,-2 2-15 0,-1 2-6 15,-1 1-10-15,1 2-4 0,-5 2-14 0,0 1-5 16,0-1-14-16,-3 5-10 0,3-1-9 0,-5 5-6 16,-1 0-11-16,-1 0-13 0,-1 0-10 0,-3 2-12 15,-2 4-12-15,-3-4-8 0,1-3-7 0,-2 3-12 16,4-4-5-16,-3-1-1 0,2-2-4 0,2 1-3 15,-1-2-6-15,6-5-6 0,-5 5-12 0,5-5-5 16,-5 7-5-16,5-7 0 0,0 0 3 0,0 0 2 16,0 0 7-16,0 0 18 0,20 8-21 0,-6-6 5 15,4-4 2-15,2 2 8 0,8 0-5 0,3-5 3 16,-4 0 3-16,4-1-4 0,-6 2 4 0,3 0-2 16,-2-6 1-16,-4 5 9 0,-6-3 6 0,3 2 4 15,-7 1 4-15,3-5 8 0,-1 3 7 0,-2-1 11 16,-4 0 7-16,1-1-2 0,-2-1 5 0,-3 0-4 15,0-2 10-15,-2 0 3 0,0 1 2 16,-2 0 8-16,-2 1 1 0,1-2-1 0,-2 2-5 0,0 1 3 16,-4 0-1-16,1 0-5 0,1 5-4 0,0-3-4 15,-1 1 3-15,-1 3-8 0,2 0-6 0,-5 1-4 16,10 2-3-16,-18 4-3 0,9-1 0 16,0 6-2-16,-4 2-5 0,3 2 3 0,2 1-6 15,0 3-8-15,1-2 8 0,4 2-8 0,1 0 2 16,3 2-1-16,3 5-5 0,-2-5 4 0,7 5-6 15,-1-6 3-15,0-2-2 0,3 0 0 0,3-4-1 0,0 1 3 16,2-2-4-16,1 0 0 0,0-4 1 0,2 0-4 16,-2-2-9-16,1 0 0 0,0-5-6 0,-2 2 0 15,-2-2-6-15,5-2 0 0,-6 2-2 16,5-5-2-16,-5-1-4 0,-2 0 5 0,4-4-4 16,-7 2 4-16,-1-2-4 0,2-3-5 0,-1-4 1 15,-3-7 5-15,-2 8 2 0,0-3-5 0,-3 1 3 16,-1-1 0-16,-1 1 1 0,-3 1 4 0,0 0 13 0,1 2 8 15,-1 3-2-15,1 0 0 0,0 4 6 0,-1-3 4 16,0 3 2-16,0 1-2 0,3 3-10 16,2 4 12-16,-7-9-4 0,3 5-5 0,4 4-4 15,0 0-7-15,-3-7-9 0,3 7-5 0,0 0-3 16,0 0 6-16,0 0-4 0,0 0 3 0,26 7-3 16,-15-4 2-16,5 0 0 0,2 1 1 0,1-4 1 15,-2 3 5-15,-1-1 2 0,-1-1-3 0,-4 2 2 16,-1-1 0-16,1 2 0 0,-5-2 2 0,2 1 4 15,1 3 20-15,-6-2 15 0,5 2 6 0,2 4 9 16,-5-1 3-16,-1 1-5 0,0 2 0 0,-1 1-8 16,-1-2-9-16,1 1-12 0,-3 5-29 0,1 0-25 15,2 0-45-15,-1-2-57 0,2 0-74 0,0-2-258 16,0-1-514-16,-1-2 228 0</inkml:trace>
  <inkml:trace contextRef="#ctx0" brushRef="#br0" timeOffset="67577.92">21031 3660 183 0,'-6'-3'283'0,"-7"2"-19"16,0 1-11-16,-1 3-16 0,-2 1-12 0,-1 2-15 15,-1 3-17-15,0 0-20 0,4 2-20 0,-1 2-10 16,2 0-17-16,3 4-13 0,1 1-10 15,4-4-14-15,0 4-4 0,2-4-10 0,3 2-14 0,0-3-12 16,1-1-10-16,2-2-16 0,2-1-12 0,3-1-13 16,1 0-17-16,0-4-3 0,0 0-3 0,-3-1 3 15,4-3 2-15,-10 0-1 0,12-4 5 16,-12 4 1-16,14-9 5 0,-9 3 10 0,-5 6 9 0,10-13-1 16,-6 3 10-16,1 0-2 0,-1-2 4 0,1-4 2 15,0 0 0-15,0 5-3 0,-1 0 8 0,0 0 10 16,-1 1 2-16,-1 4 6 0,-1 0-6 15,-1 6-5-15,4-8-8 0,-4 8-4 0,3-6-3 16,-3 6 4-16,0 0 11 0,0 0-3 0,0 0 9 16,0 0-6-16,1 37-1 0,-2-23 0 0,2 1-4 0,-1 2-16 15,1 0 13-15,-3-4-9 0,4 3-20 0,-1 1-42 16,-1-1-33-16,2-4-60 0,0 0-57 16,2-1-74-16,0-1-219 0,1-2-529 0,-5-8 235 15</inkml:trace>
  <inkml:trace contextRef="#ctx0" brushRef="#br0" timeOffset="67857.23">21316 3514 287 0,'2'-12'321'0,"-2"3"8"15,0 1-2-15,0 8-18 0,1-10-26 0,-1 10-25 16,1-9-22-16,-1 9-50 0,0 0-5 0,0 0-9 15,0 0 10-15,0 0 0 0,4 29-6 0,-3-10-15 16,3 10-9-16,-3 2-12 0,-1-2-12 0,2 5-17 16,-4-5-10-16,2-3-2 0,-1 3-9 0,-5 3-10 15,6 0-7-15,0-7-7 0,-1 3-9 0,1-9-6 16,-2 1-6-16,0-2-18 0,0 1-20 0,2-6-26 16,2-3-46-16,-2 2-35 0,0-2-48 0,0-3-34 15,0-7-41-15,0 0-37 0,0 13-32 0,0-13-38 16,0 0-203-16,0 0-578 0,0 0 255 0</inkml:trace>
  <inkml:trace contextRef="#ctx0" brushRef="#br0" timeOffset="68130.56">21097 3763 63 0,'0'0'232'16,"0"0"-27"-16,0-12-22 0,0 12-19 0,15-5-15 15,-1 2-14-15,6 0-15 0,10 2-14 0,-1 1-10 16,2-2-9-16,1 2-7 0,-2-2-5 15,4-1-9-15,-2 3-6 0,-3-2-6 0,0 2-4 0,-7 0-4 16,-1-2 0-16,0 1 6 0,-1-2-4 0,-7 3 4 16,-1-1 6-16,-2 2 6 0,-2-1 4 0,-8 0 10 15,13-1 3-15,-13 1 3 0,10 1-1 0,-10-1 4 16,9 3 7-16,-7 0 2 0,-2-3-1 0,0 0 4 16,7 13-3-16,-7-13-5 0,2 17-9 15,-3-4-5-15,2-1-6 0,-2 1 0 0,0 4-15 16,0-1-1-16,-2 1-30 0,2-6-44 0,-1 2-39 0,1-1-61 15,0 0-66-15,1 0-83 0,-3 1-255 0,2-4-564 16,1-9 250-16</inkml:trace>
  <inkml:trace contextRef="#ctx0" brushRef="#br0" timeOffset="68306.27">21541 3606 2558 0,'0'-18'42'0,"3"0"-10"0,-2 1-21 16,-1 7-13-16,0 1-32 0,-1 0-31 16,1 9-30-16,0-8-12 0,0 8 13 0,0 0-10 15,0 0-7-15,0 0-28 0,14 29-25 0,-8-10-124 16,4 7-312-16,-1 0 138 0</inkml:trace>
  <inkml:trace contextRef="#ctx0" brushRef="#br0" timeOffset="68541.2">21753 3949 88 0,'3'2'316'0,"-3"-2"-30"16,0 0-25-16,0 0-10 0,0 0-15 0,0 0-14 16,0 0-2-16,13-14-1 0,-13 14-17 0,2-17-24 15,0 8-16-15,0-1-7 0,2-2-20 0,-1 1-6 16,2 2-11-16,3-3-6 0,-2 1-13 0,0 1-18 16,2-1 2-16,1 1-13 0,1 5-6 0,-1-3-8 15,1 1-10-15,-2 3 0 0,-8 4-10 0,13-3 0 16,-13 3-4-16,0 0-6 0,19 5-16 0,-12 3 18 15,-1 3-7-15,-1-2-8 0,3 6 9 0,-4-3-18 16,-1-1-10-16,2 5-31 0,-2 0-34 0,-2-2-45 16,0-4-44-16,2 2-53 0,-1-2-65 0,2-1-253 15,-4-9-575-15,8 15 256 0</inkml:trace>
  <inkml:trace contextRef="#ctx0" brushRef="#br0" timeOffset="69046.84">22248 3742 173 0,'-5'-8'278'0,"0"1"-5"0,-4 1-7 15,-1 3-11-15,-1 0-19 0,2 3-17 0,9 0-19 16,-24 1-19-16,13 3-22 0,-1 1-13 16,2 3-14-16,5-1-14 0,-3 3-18 0,1-1-2 0,3 7-11 15,1 0-13-15,3-6-19 0,4 1-14 0,1 1-17 16,4-5-13-16,0 2-16 0,1-2-15 0,4-1-7 15,0 0-9-15,0-5-5 0,-1 3 1 0,-4-4 7 16,-9 0 4-16,18-1 2 0,-18 1 5 16,13-3 13-16,-13 3 8 0,11-4 1 0,-11 4 13 15,7-6 20-15,-7 6 2 0,5-7 13 0,-5 7 8 16,5-7 5-16,-5 7-7 0,0 0-3 0,0 0-5 16,0 0-9-16,0 0-7 0,0 0-3 0,0 0 0 15,0 0 12-15,0 0-4 0,-8 39 7 0,2-9 6 16,-3 14 12-16,-3 0-1 0,3 4 2 0,-1 3 3 15,0-2 7-15,2 1-19 0,0 1 23 0,-2-2-1 16,5 0-3-16,0-4 1 0,0-9-2 0,4-1-4 16,-2 12-5-16,-7 0 3 0,8-15-1 0,0-1-22 0,1-4 11 15,-2-8-3-15,-2-2-12 0,3 0 5 16,-1-4-3-16,0-4 0 0,3-9-10 0,-10 18 19 16,3-13-8-16,7-5-8 0,-20 4 1 0,1-5-5 15,0-3 0-15,-5-4-3 0,-3-6-13 0,0-1-6 16,3-7-13-16,-2-1-7 0,3-8-26 0,1 2 15 15,5-3-6-15,4 0-8 0,3-13-18 0,11 9-13 0,8-8-15 16,10-5-11-16,8 3-25 0,9 1-17 16,3 6-22-16,9-3-20 0,1 5-36 0,26-13-40 15,-19 21-47-15,3 2-238 0,-2 1-586 0,4 5 260 16</inkml:trace>
  <inkml:trace contextRef="#ctx0" brushRef="#br0" timeOffset="76349.56">23309 3746 174 0,'1'-9'200'0,"-2"-1"-18"0,1 1 0 15,-2 0-6-15,2-2-9 0,0 0 24 0,-1 3 4 16,0-2-4-16,1 10 1 0,-4-14-6 0,4 6 0 16,0 8-15-16,-1-9-16 0,1 9-14 0,0 0-19 15,-4-10-16-15,4 10-13 0,0 0-10 0,0 0-12 16,0 0-13-16,0 0-3 0,0 0-8 0,0 0-4 15,0 0-7-15,-1 35 0 0,-3-13 2 0,1 9-6 16,1 2-6-16,-1-3 0 0,1 3-4 0,-1 0 2 16,0-4-4-16,1 0 5 0,2 0-7 0,-3-2-3 15,2-1 3-15,0-7-5 0,1 7-1 0,-3 0 2 16,6-7-3-16,-3 4-15 0,-3-6-34 0,6 2-34 16,-6-3-39-16,3 3-30 0,-1-4-34 0,1 1-43 15,0-1-29-15,-1-2-22 0,-3 2-144 0,-1-3-448 16,-2-2 198-16</inkml:trace>
  <inkml:trace contextRef="#ctx0" brushRef="#br0" timeOffset="76594.69">23364 3785 134 0,'18'-10'142'0,"-1"1"-5"15,0 3-14-15,0 1-20 0,-4 3-5 0,-1 2-19 0,1 2-2 16,-3 0-10-16,0 1-11 0,-1 3-1 16,-1 6-3-16,0-3-3 0,-3 2-1 0,-3 2 2 15,-2 4-2-15,-1-2-6 0,-4 2-4 0,-4-2-8 16,1 1-1-16,-2 0-5 0,-6-2-7 16,3-2-5-16,-5 1-19 0,4-2-13 0,-3-2-41 0,3 0-27 15,-2-2-27-15,4-4-89 0,-3 1-220 0,5-2 98 16</inkml:trace>
  <inkml:trace contextRef="#ctx0" brushRef="#br0" timeOffset="76889.25">23774 3573 200 0,'2'-3'276'0,"-2"3"-22"0,6-6-17 0,-6 6-19 15,0 0-22-15,4-8-15 0,-4 8-20 0,0 0-13 16,0 0-7-16,0 0-6 0,0 0 1 0,3 22-6 16,-6-4-7-16,-4 7-10 0,2 1-5 0,-4 0-10 15,0 2-2-15,4 1-15 0,-1-2-6 0,2 1-5 16,1-1-13-16,-2-2-6 0,4-5-5 0,-1-3 1 16,0 1-5-16,4 0-16 0,0-1 13 0,-1-5-12 15,1 2 1-15,2-2-7 0,0 0-2 0,1-4-6 16,1 3-8-16,-1-3-19 0,3 1-16 0,-2-4-34 15,-1-2-32-15,4 4-41 0,-9-7-37 0,16 7-57 16,-7-5-245-16,-9-2-514 0,16-2 227 0</inkml:trace>
  <inkml:trace contextRef="#ctx0" brushRef="#br0" timeOffset="77053.03">23672 3814 66 0,'0'0'277'0,"-10"-5"-28"0,10 5-25 0,-8-7-21 16,8 7-16-16,0 0-22 0,0 0-22 0,0 0-19 16,0 0-21-16,0 0-20 0,0 0-29 0,39-7-46 15,-7 4-52-15,4 2-60 0,14-2-186 0,-13 2-314 16,3-3 139-16</inkml:trace>
  <inkml:trace contextRef="#ctx0" brushRef="#br0" timeOffset="77196.24">24028 3850 208 0,'0'0'283'0,"0"0"-20"16,-2 3-22-16,2-3-12 0,0 0-17 0,0 0-16 0,0 0-23 15,0 0-27-15,-2 9-36 0,2-9-51 16,0 0-63-16,0 0-77 0,0 0-93 0,0 0-137 16,25-14-336-16,-25 14 149 0</inkml:trace>
  <inkml:trace contextRef="#ctx0" brushRef="#br0" timeOffset="79533.14">24999 3619 135 0,'0'0'267'0,"0"-13"-10"0,0 7-14 0,0-3-14 16,0 9 2-16,-2-17-2 0,2 10-13 0,-3 0-16 15,3 7-8-15,-3-11-11 0,3 11-15 0,-4-8-9 16,4 8-19-16,-2-8-16 0,2 8-8 0,0 0-27 16,-6-3 5-16,6 3-17 0,-13 11 3 0,-1 1-25 15,-1 8 13-15,0 5-8 0,-5 1-4 0,3 3-3 16,0 3-4-16,-5 10-3 0,8-10-5 0,4 1-2 16,1-1-1-16,-1-3-8 0,3 3-2 0,3-2-19 15,-1-2 16-15,3-2 1 0,-1 1-8 0,3-7-11 16,0 5 22-16,0-7-4 0,0 1-6 0,1-1-7 15,2 1-8-15,-2-3-28 0,2-5-33 0,-3 0-35 16,0-4-34-16,0 0-33 0,0-7-44 0,2 12-51 16,-2-6-47-16,0-6-176 0,0 0-518 0,0 0 229 15</inkml:trace>
  <inkml:trace contextRef="#ctx0" brushRef="#br0" timeOffset="80123.34">24660 3862 179 0,'0'0'217'0,"0"0"-28"0,11-9-14 0,-11 9-18 15,31-5-12-15,-11 3-16 0,13-1-12 0,4 0-15 16,15-1 0-16,-14 5-14 0,0-4-3 16,0 3-11-16,1 0-6 0,-5 0-4 0,1-5-4 15,-6-3-2-15,1 4-6 0,-12 4-5 0,0 0-4 0,-3 2-5 16,-5-4-3-16,-10 2 0 0,14 2-2 0,-14-2 11 15,12 1 9-15,-12-1 8 0,0 0 8 16,11 1 10-16,-11-1 8 0,0 0-3 0,0 0 2 16,0 0-5-16,0 0-19 0,0 0 9 0,-2 12-7 15,2-12-3-15,-12 10-6 0,2-3-10 0,1 0 1 16,1 3-10-16,-1-2-5 0,3 1-2 0,0 0-4 16,-1 0-4-16,3 2-4 0,-1-1 3 0,4-1-3 0,0 1-2 15,2-2-2-15,0 2-9 0,4-4-11 16,-1 1-1-16,3 0-9 0,0 0 0 0,4-2-8 15,0 0 2-15,2 0-5 0,-1-3 5 0,-1 0 0 16,0 1-1-16,2-3 0 0,-3 0 3 0,3-3 4 16,-4 1 0-16,-1-3 1 0,1 1 6 0,-1-2 2 15,0 0 5-15,-1-2 3 0,-2-1-1 0,2-1 5 16,-3 1 1-16,0 1 10 0,1-3 2 0,-3 2 0 16,-2 9 3-16,2-19-1 0,-2 19 4 0,1-11-3 15,-1 11-1-15,2-7-8 0,-2 7 0 0,0 0-2 16,2-10-6-16,-2 10-5 0,0 0 6 0,0 0-6 15,0 0-1-15,0 0 0 0,0 0 3 0,0 0-2 16,14 19-3-16,-10-9 4 0,-2 2 1 0,0-2 3 16,0-1-1-16,1 1-3 0,-1 1 1 0,2-1 1 15,-4-10-6-15,2 12 2 0,4-5 6 0,-6-7-1 16,0 13-4-16,0-13 2 0,6 9 3 0,-6-9-8 16,3 7 4-16,-3-7-5 0,0 0-2 0,6 9-6 15,-6-9 2-15,0 0-6 0,12-2-6 0,-12 2-21 16,0 0-20-16,18-7-45 0,-18 7-44 0,16-9-64 15,-8 5-242-15,1-3-498 0,2-1 221 0</inkml:trace>
  <inkml:trace contextRef="#ctx0" brushRef="#br0" timeOffset="80473.19">26427 3556 113 0,'-2'-10'304'16,"0"0"-14"-16,-2 4-15 0,4 6-27 0,-3-11-25 16,3 11-27-16,-2-8-26 0,2 8-15 0,0 0-15 15,0 0-2-15,-16 17-9 0,7 5-5 16,-3 5-8-16,-1 6-15 0,0-1-8 0,-3 0-8 15,7 3-6-15,-4 13-5 0,2-4-10 0,6-9-7 16,-1-1-1-16,3-3-19 0,-4-2 2 0,7-2 0 0,0-1-5 16,0 2-4-16,-2-9-4 0,2 7 2 15,2-7-6-15,-2-2-1 0,2 0 4 0,-4-1-4 16,2-3-2-16,0-1-1 0,2-2-12 0,1 1-18 16,-3-11-42-16,0 16-33 0,0-16-41 0,0 11-38 15,0-11-45-15,-5 8-57 0,5-8-178 0,0 0-481 16,0 0 214-16</inkml:trace>
  <inkml:trace contextRef="#ctx0" brushRef="#br0" timeOffset="80751">26095 3901 47 0,'16'-9'197'0,"-5"6"-20"0,5-3-14 0,6 2-19 15,7-1-11-15,2 1-17 0,1-1-10 0,2-1-11 16,-5 2-7-16,0-1-9 0,0 0-11 0,2 2-4 15,-3-3-10-15,-6 3 0 0,-1-1 1 0,-2 2 0 16,-4 0 7-16,-5-2 8 0,1 4 11 0,-3-1 11 16,0 0 8-16,-8 1 11 0,9 0 12 0,-9 0-2 15,0 0 0-15,0 0-8 0,14-4-6 0,-14 4-19 16,0 0-3-16,7 2-8 0,-7-2-11 0,0 0-10 16,0 0-13-16,2 7 1 0,-2-7-6 0,0 13-7 15,0-3-5-15,0-1 0 0,-2 4-24 0,0-1-19 16,2-1-34-16,0 6-44 0,-3-1-36 0,3-3-48 15,0 4-52-15,0-2-215 0,-2-3-483 0,0 1 213 16</inkml:trace>
  <inkml:trace contextRef="#ctx0" brushRef="#br0" timeOffset="80930.53">26538 3705 52 0,'0'-7'223'16,"0"7"-28"-16,-2-10-26 0,2 10-12 0,0 0-27 16,0-11-36-16,0 11-33 0,0 0-27 0,0 0-23 15,0 0-39-15,0 0-40 0,0 0-104 0,15 24-186 16,-7-16 83-16</inkml:trace>
  <inkml:trace contextRef="#ctx0" brushRef="#br0" timeOffset="81116.62">26714 3785 147 0,'0'0'223'0,"0"0"-24"0,8 2-14 0,-8-2-7 16,0 0-26-16,0 0-16 0,6 6 4 15,-6-6-5-15,3 9-10 0,-1-2-4 0,0-1-6 16,4 3-4-16,-1 1-7 0,4 6-9 0,-2-2-9 16,-1 0-6-16,-1 1-9 0,3 1-5 0,0 0-4 15,1-2-10-15,-3 0-21 0,4-1-38 0,-4-1-38 16,-1-2-56-16,3 0-45 0,-3-2-45 0,2 1-163 15,-6-3-384-15,-1-6 170 0</inkml:trace>
  <inkml:trace contextRef="#ctx0" brushRef="#br0" timeOffset="81286.94">26852 3828 191 0,'0'0'232'0,"-2"-9"-19"0,2 9-22 16,0 0-20-16,0 0-18 0,-2-7-2 0,2 7-3 15,0 0-6-15,-17 22-6 0,4-6-13 0,-5 6-9 16,-1 4-12-16,0-3-20 0,-2 2-48 0,2-1-54 16,1-1-61-16,4 1-56 0,-2-1-188 0,3-6-350 15,4-1 155-15</inkml:trace>
  <inkml:trace contextRef="#ctx0" brushRef="#br0" timeOffset="81581.25">26894 4024 166 0,'17'-6'187'0,"2"-3"-14"0,0-1-16 15,1 2-7-15,-5-1-12 0,3 1-6 16,-2-1-12-16,-2 0-6 0,-3 2-7 0,-3 0-7 16,2-1-5-16,-1 1 4 0,0 0-2 0,-3-2 0 0,2 4 1 15,-8 5 7-15,6-17-6 0,-2 11 6 0,-4 6 3 16,2-12-1-16,-2 12-6 0,1-9 9 0,-1 9 0 15,0 0-6-15,0 0-12 0,-7-16-4 16,7 16-15-16,-9-5-6 0,9 5-17 0,-18 6 5 0,7-1-4 16,-3 2-6-16,3 0-12 0,-5 1 1 15,3 2-5-15,2-2-2 0,1 6-4 0,4-5-6 0,2 3-40 16,-1 0-37-16,3 0-49 0,2 0-51 16,0-12-62-16,9 19-71 0,-5-10-173 0,12 1-506 15,-3-4 224-15</inkml:trace>
  <inkml:trace contextRef="#ctx0" brushRef="#br0" timeOffset="81993.61">27417 3872 26 0,'0'0'294'0,"-10"-8"-12"16,5 6-17-16,-4-1-6 0,0 1-14 0,9 2-20 15,-23 2-10-15,10 1-9 0,3 0-15 0,0 3-19 16,-4 4-16-16,1-2-19 0,2 1-10 0,0 2-21 15,5 1 0-15,-2-3-12 0,3 4-9 0,-1-3-9 16,4 3 2-16,2-1-21 0,0-2-13 0,2 1-14 16,2-4-12-16,1 2-12 0,5-1-12 0,-2-3-17 15,3-1-11-15,-2-2-6 0,2 1-4 0,-2-3 0 16,2-2-1-16,-11 2 5 0,16-5 5 0,-7-2-1 16,-1 0 11-16,-2-3 0 0,1 1 4 0,-1-6-4 15,-1 1 6-15,-3-4 1 0,3-2 5 0,-3-5 2 16,3-2 2-16,-4-1 3 0,0-3 4 0,1 3 13 15,0-3 5-15,0 1 2 0,2 1 10 16,-1 1-3-16,-1 1 17 0,2 4-2 0,-4 5 2 0,0 5 0 16,5 2 22-16,-4 2 4 0,-1 2-8 0,0 7-9 15,1-12-9-15,-1 12-9 0,0 0-8 0,0 0 1 16,0 0 5-16,0 0 1 0,-9 26 0 0,3-7-3 16,-3 7-3-16,0 1-1 0,4 4 2 0,-2 1-1 15,1 1 2-15,5-1-19 0,-3 1-42 0,4-3-40 16,0 0-51-16,3-2-53 0,3-3-67 0,1 0-294 15,0-6-582-15,-1-3 257 0</inkml:trace>
  <inkml:trace contextRef="#ctx0" brushRef="#br0" timeOffset="82425.86">27888 3679 25 0,'7'-14'341'0,"-3"2"-8"0,0 3-8 0,-2-1-18 0,1 3-11 16,0 3-26-16,-3 4-24 0,1-9-30 0,-1 9-26 16,0 0-24-16,0 0-4 0,0 0-8 15,0 0-20-15,14 35-7 0,-12-16-16 0,0 6-10 0,0 2-10 16,0 0-6-16,-1 1-7 0,0-2-6 0,0-2-17 16,-2-4 4-16,2-1-4 0,-1-4-10 15,0-2-1-15,2-2-5 0,-4 0-3 0,2-11-6 0,0 14-6 16,0-14 2-16,0 11 7 0,0-11 5 15,2 8-13-15,-2-8 7 0,0 0-6 0,0 0 2 16,0 0-3-16,-4 14 2 0,4-14-7 0,0 0-6 16,0 0-10-16,0 0-11 0,0 0-11 0,0 0-5 15,18-28-19-15,-9 22 20 0,0-1-10 0,2-2-3 16,0 4 1-16,0 0 6 0,1 2-3 0,0 0 3 0,3 4 0 16,-3-1 2-16,0 2 7 0,-1 1-4 0,-1 1 9 15,-2-1 0-15,1 3-2 0,-4-3 4 16,0 4 3-16,-1-3 5 0,-2 2 6 0,0 2-1 15,0-3 3-15,-2-5 0 0,-4 13 4 0,1-7 12 16,-5 2-10-16,-4-2-4 0,-3 2-14 0,1 0-21 16,-1-3-29-16,-4-1-25 0,-2 1-40 0,2-2-56 15,-1-1-62-15,5-2-67 0,-2-2-205 0,0-2-556 0,5 1 246 16</inkml:trace>
  <inkml:trace contextRef="#ctx0" brushRef="#br0" timeOffset="82623.72">28316 3793 321 0,'0'0'294'0,"0"0"-32"0,12 0-13 0,-12 0-17 16,0 0-14-16,8 2-2 0,-8-2-9 0,4 12-6 16,-3-5-24-16,-1 3-15 0,2 0-10 0,-2 6-16 15,0-2-13-15,0-3-13 0,0 6-10 0,-2-4-57 16,4-1-46-16,-4 4-64 0,2 0-62 0,0-4-73 15,2 0-265-15,-4 0-507 0,1-1 225 0</inkml:trace>
  <inkml:trace contextRef="#ctx0" brushRef="#br0" timeOffset="82792.22">28319 3725 2531 0,'-3'-27'14'0,"0"8"39"0,1 1-30 0,-1 1-3 0,2 6-3 15,-1 1-6-15,0 1 0 0,-1 2-8 0,3 7 0 16,-2-11-32-16,2 11-38 0,-3-5-20 16,3 5-11-16,0 0-27 0,0 0-32 0,-1 23-46 0,2-7-117 15,4 0-347-15,3-1 153 0</inkml:trace>
  <inkml:trace contextRef="#ctx0" brushRef="#br0" timeOffset="83455.28">28636 3830 151 0,'15'-1'226'0,"-15"1"-17"0,5-5 10 16,-5 5 5-16,0 0 11 0,0 0-7 0,3-10-14 0,-3 10-12 16,0 0-13-16,0 0-33 0,0 0 5 0,0 0-10 15,0 0-13-15,-21-4-14 0,21 4-4 16,-23 13-7-16,10-2-10 0,-5 0-8 0,3 1-6 16,-1 0-4-16,5 0-10 0,-2-1-10 0,5 0-5 15,1-1-11-15,-1 0-3 0,2-1-5 0,1 0 3 16,1-1-13-16,0-1-8 0,4-7-4 0,-2 12-11 15,4-6-9-15,-2-6-7 0,6 9-10 0,1-5-1 0,-1-2-8 16,2 1 1-16,-1-2-4 0,4-1 5 16,0-4-5-16,-1 0 2 0,0 1 2 0,-1-2 6 15,-2 0 1-15,1-2 2 0,-2-2-3 0,0-1 0 16,1-2 6-16,-2 2-2 0,-1-3 1 0,1 2 4 16,2-4-3-16,-3 2 5 0,1-2-3 0,-1 4 9 15,-2 1 9-15,1 4 6 0,0-1-1 0,-3 7-6 16,1-9-2-16,-1 9-2 0,3-5 0 0,-3 5 9 15,0 0 11-15,0 0 12 0,0 0 4 0,-8 25-1 16,2-9-14-16,1-4 5 0,-1 1 1 0,-1 3-3 16,2-5-2-16,2 1-4 0,1-1 1 0,0 0-2 15,2-1-12-15,-1-1 14 0,2 1-4 0,1-3 1 16,0-1 6-16,1-2-6 0,4-1-6 0,2 0 3 16,2 1-7-16,0-4-3 0,3 0-9 0,-1-1-1 15,1-1 3-15,4-2-9 0,0-2 5 0,-8 0-9 16,3-1 13-16,0-2-14 0,-4-1-2 0,3-1 6 15,-4-4-5-15,0 0-4 0,-1-2-7 0,2 2-9 16,-2 0 7-16,-2-3 3 0,-1 1 0 0,1 2 1 16,-2 2-2-16,1 2 11 0,-2 4 10 0,0-1 7 15,-2 8-1-15,1-11 3 0,3 8-2 16,-4 3-4-16,0 0 2 0,0 0-1 0,0 0 5 0,0 0 3 16,0 0-2-16,0 0 7 0,0 0-6 0,-21 31 1 15,19-18 1-15,-3-1-1 0,3 4 0 0,-2-1-1 16,4 2-13-16,0 0 14 0,0 7 3 0,4-8 1 15,-1 0 4-15,1 1 4 0,0-2 5 0,2 2 4 16,-8-7 10-16,10 0 1 0,-6 2-13 0,3-3 17 16,-2 3 2-16,0-2 3 0,2-2-1 0,-5-8 9 15,2 15-21-15,-2-15-3 0,0 10-24 0,1-3-22 16,-1-7-33-16,-8 10-45 0,0-5-57 0,-8-1-69 16,0-1-87-16,-6 0-231 0,-1-1-583 0,3-3 259 15</inkml:trace>
  <inkml:trace contextRef="#ctx0" brushRef="#br0" timeOffset="83668.02">29002 3795 168 0,'4'-3'296'0,"-4"3"-27"0,7-4-31 0,-7 4-18 15,8-1 12-15,-8 1 6 0,9 8-6 0,-4-2-3 16,0 3-20-16,2 5-11 0,-2-2-13 15,1 4-15-15,-1-5-14 0,-1 7-9 0,0-3-20 16,0 2-20-16,0-3-23 0,-2 2-35 0,0 0-50 0,-2-5-59 16,1 1-64-16,-4 1-70 0,2-2-84 0,-7 3-206 15,3-6-522-15,-3 1 231 0</inkml:trace>
  <inkml:trace contextRef="#ctx0" brushRef="#br0" timeOffset="83839.42">29064 3583 250 0,'4'-10'255'0,"-3"2"-28"0,1 3-43 0,-2 5-46 16,3-7-28-16,-3 7-17 0,0 0-18 0,0 0-38 16,2 38-41-16,-1-10-55 0,-1 6-64 0,-2 12-75 15,-1 1-213-15,0-12 94 0</inkml:trace>
  <inkml:trace contextRef="#ctx0" brushRef="#br0" timeOffset="84053.17">29177 4060 111 0,'0'0'229'0,"4"-15"-8"0,-2 4-19 16,1-2 0-16,2-2-10 0,0-2-4 0,2 1 2 16,0-1-18-16,3 2-7 0,-1-1-7 0,0 2-9 15,5 4-17-15,-3-2-2 0,-4 4-10 0,2 1-11 16,-4 4-14-16,1 1-8 0,-6 2-8 0,12-2-12 15,-12 2-6-15,13 4-8 0,-5 2-7 0,-2 4-4 16,2 1-3-16,-3 2-2 0,-3 1-5 0,2 0-11 16,-2 2-20-16,0-1-30 0,-2 0-44 0,1 1-47 15,-1-4-52-15,2 3-59 0,-4-2-221 0,2-3-487 16,0-10 215-16</inkml:trace>
  <inkml:trace contextRef="#ctx0" brushRef="#br0" timeOffset="84587.95">29674 3864 174 0,'-6'-11'270'0,"-2"5"-5"0,-1 2-6 16,1 2-11-16,-2 1-9 0,0 2-19 0,0 3-23 16,-3-1-21-16,4 1-20 0,-2-1-12 15,0 5-14-15,4 0-18 0,0 2-5 0,-2-2-14 16,6 1-5-16,0 2-16 0,2 0-17 0,-1-1-16 0,6 1-23 15,0-3-14-15,0 0-12 0,6 1-8 0,-1-3-2 16,-1 0 1-16,2-2 0 0,-1-1 2 16,-4 0 1-16,-5-3 5 0,13 1 1 0,-3-3 3 15,-10 2 6-15,10-5 10 0,-5 5 13 0,-5 0 5 16,11-8 4-16,-8 4 10 0,-3 4 6 0,7-7 1 16,-7 7 4-16,4-6-3 0,-4 6-7 0,5-4-2 15,-5 4-7-15,0 0-9 0,0 0-3 0,0 0-2 16,0 0 0-16,6 19 7 0,-10-4 1 0,2 5-2 15,-3 11 9-15,0 4 3 0,-3 12-1 0,1 3 7 16,0-1-2-16,2 1-1 0,-3 2 2 0,0-3 4 16,0-4 10-16,0 3-10 0,3-1 7 0,-2-1 2 15,2-14-10-15,1 3 3 0,3-1 15 0,-1-2-30 16,-1-4 18-16,-1 0 1 0,2-3-8 0,-2-7 0 16,0-1-1-16,0-3 2 0,-1-3-2 0,2-3 16 15,-2 0 5-15,5-8 3 0,-13 10-2 0,3-7-2 16,-1-3-7-16,11 0-6 0,-28-6-3 0,10-1-3 15,0-2-7-15,0-3-1 0,-1-6-3 0,-2-3-7 16,5 0-7-16,0-6-18 0,2 1-11 0,3-1-13 16,4-6-12-16,4-13-9 0,6 14-9 0,5-1-8 15,7 0-20-15,13-10-13 0,2 5-6 0,11-2-7 16,5 4-9-16,6 3-13 0,1 2-18 0,0 0-20 16,5 3-43-16,-2 2-36 0,4 3-40 0,-2 4-267 15,-5 0-598-15,1 1 265 0</inkml:trace>
  <inkml:trace contextRef="#ctx0" brushRef="#br0" timeOffset="87556.29">30288 3689 102 0,'3'-11'323'0,"0"1"-10"16,2 1-11-16,-5 3-11 0,0 6-16 0,3-10-19 15,-3 10-23-15,1-7-23 0,-1 7-21 0,0 0-17 16,3-8-31-16,-3 8-12 0,0 0-15 0,0 0-5 16,0 0-26-16,3 22 6 0,-1-4-2 0,0 9-5 15,-2 1-23-15,-2 8 13 0,0 0-4 0,1-2-6 16,1 1-4-16,0-1-9 0,0-2-2 0,-1-1-7 15,3-1 0-15,-2-3-6 0,2 1-3 0,-2-8-6 16,2 5 0-16,0-9-8 0,-2 2-30 0,1-2-32 0,1-2-35 16,-2 0-43-16,0-4-36 0,0 0-43 15,3-1-35-15,-3-2-29 0,2-1-30 0,-2-6-155 16,0 0-490-16,-7 12 217 0</inkml:trace>
  <inkml:trace contextRef="#ctx0" brushRef="#br0" timeOffset="88292.6">30138 3913 98 0,'-4'-6'218'0,"1"1"-22"15,3 5-21-15,-3-9-19 0,3 9-14 0,0 0-21 16,4-9-7-16,-4 9-8 0,15-1-17 0,-3 1-6 16,8 1-7-16,9 0-8 0,5-2-7 0,-2 6-11 15,3-2 1-15,0-2-8 0,-3-1-5 0,0 2-3 16,-4 1-1-16,-8-3-3 0,-1 2-3 0,-2-4-5 15,-5 4 1-15,2-1-4 0,-3-2 0 0,-2 2-4 16,-3 1 7-16,-6-2-2 0,13 0 0 0,-8 2-6 16,-5-2 1-16,12 2 1 0,-8 0-4 0,-4-2-6 15,10 2 4-15,-7 4 1 0,5-2-5 0,0 2 0 16,-1 0 1-16,2 4 1 0,-2 0 5 0,1 0 0 16,-1 4-1-16,0-3-3 0,-4 2 1 15,3-1 0-15,-1-2-6 0,-1 5 7 0,-3-2-4 0,0 2 6 16,-3-3-2-16,-2-1-4 0,0 0-8 0,-3 0 0 15,-4-1-3-15,2 0 3 0,-2-4-8 0,1 2-7 16,-2-5 4-16,4-1 0 0,-4 1-2 0,6-3 4 16,6 0 3-16,-12 2 9 0,12-2-3 0,0 0-6 15,-9-5-11-15,9 5 9 0,1-10-7 0,-1 10-1 16,8-16-1-16,2 7-2 0,1-4-4 16,5 2-4-16,4-5 2 0,3 3 7 0,4-2-2 0,-2 2 1 15,2 0-1-15,-3 1 1 0,1-2 3 0,-6 4 0 16,-1 0 2-16,-1 1 15 0,-2 0-3 0,-1-1 5 15,-4 4-3-15,3-5 6 0,-4 4 0 0,-1 1 13 16,-1-2 7-16,0 4 16 0,-2 0 11 0,-5 4 12 16,8-6-4-16,-8 6 2 0,0 0 1 15,3-6-4-15,-3 6-9 0,0 0-6 0,0 0-4 16,0 0-4-16,0 0 2 0,0 0 1 0,-11 21-6 16,-1-7-3-16,5-4-3 0,-2 3 0 0,1 1-4 15,-3-1-2-15,2 1-3 0,3-1-3 0,1-3 2 16,-1 0-4-16,4-1 0 0,2 2-3 0,-2-3-2 15,2-1-10-15,0-7-15 0,2 13-7 0,-1-7-1 16,-1-6-9-16,7 6-3 0,-7-6 3 0,11 2-9 16,-11-2 11-16,11-2 2 0,-3-1 3 0,1-2 6 15,1-2-1-15,0 1 6 0,-2-2 12 0,-2-1 4 16,2 0 3-16,-2-2 3 0,2 1 11 0,-2-1 1 16,-1 1-4-16,2 0 6 0,-2 1-4 0,0 2 6 15,-2 4-1-15,-3 3-2 0,5-8-6 0,-5 8-5 16,4-5-4-16,-4 5 3 0,0 0 2 0,0 0 0 15,0 0 2-15,0 0-1 0,-2 24 3 0,0-11-30 16,-1-1 1-16,-2 6 4 0,0 0-16 0,4-1-22 0,-2 1-25 16,1 1-34-16,0-2-37 0,1 0-50 15,1-2-189-15,-1-3-416 0,1-2 184 0</inkml:trace>
  <inkml:trace contextRef="#ctx0" brushRef="#br0" timeOffset="89229.28">31072 4023 216 0,'0'0'237'0,"3"-7"-3"0,-3 7-9 15,0 0-14-15,1-9-17 0,-1 9-14 0,0 0-22 16,0 0-17-16,0-8-16 0,0 8-10 0,0 0-15 16,0 0-9-16,0 0-8 0,0 0-9 0,0 0-4 15,3-7-5-15,-3 7-1 0,0 0 2 0,0 0-7 16,5-7-7-16,-5 7 3 0,5-7-7 0,-1 3-6 15,0-4-5-15,1 5-3 0,1-7-6 0,1 3 9 16,1-5-15-16,-1 3-2 0,3-3 1 16,-1 2-2-16,1 2-6 0,-2-2-1 0,0 4 3 15,-3 1-3-15,-5 5-6 0,10-8 0 0,-10 8 0 16,6-7-6-16,-6 7-6 0,0 0 7 0,12 1-8 0,-12-1 5 16,7 11-2-16,-3-1 3 0,-1-2-3 15,1 5 2-15,0-1 1 0,-2 4 4 0,1-4 0 16,-1-1-2-16,1 5 1 0,-1-6-4 0,3 0 4 15,0 2-2-15,-1-4 2 0,0 1 13 0,3-2-14 16,-2-2 3-16,2 0-1 0,4-1 2 0,0-2-5 16,7-1 1-16,0-1 1 0,1-1 3 0,1-1-4 15,0 0 2-15,-6-2-4 0,1-1 8 0,-2-2-5 16,-3 2 8-16,0-2-6 0,2-3-2 0,-5 0 1 16,1 0-3-16,1 1 4 0,-4-2-5 0,2-5 3 15,-5 5 0-15,2-2-2 0,-1 2 0 0,-1-1 1 16,-1 1 3-16,-1 11-1 0,2-13-1 0,-2 13 3 15,2-12 0-15,-2 12 1 0,3-8-7 0,-3 8-15 16,2-5 7-16,-2 5-2 0,0 0 3 0,0 0 0 16,0 0 4-16,-1 32 3 0,-2-16-2 0,-3 0 7 15,4 0-1-15,-1 3-1 0,-1 0 2 0,3-1-1 16,-3 0 6-16,1-3-7 0,1 1 4 0,-2-5-2 16,1-1 0-16,0 0-1 0,1-3 0 0,1-1-4 15,1-6 4-15,-4 9 0 0,3-3-1 0,1-6-1 16,-3 7 1-16,3-7-5 0,0 0-1 0,0 0 2 15,12 2 3-15,-12-2-1 0,17-7-5 0,-7 1 7 16,0 0-5-16,5-2 3 0,-1-3-3 0,-1-1 2 16,1 0-6-16,2-1 8 0,-4 1-5 0,5-2 1 15,-4-2 1-15,1 2 1 0,-3-2 1 0,2 1-2 16,-1-2-1-16,-2 2 1 0,0 1 3 0,-5 4 9 16,2 0 3-16,-2 2 5 0,-1 1-2 0,-2 2 0 15,-2 5-4-15,6-7 1 0,-6 7-5 0,4-5 0 16,-4 5-5-16,0 0-4 0,0 0 4 0,0 0 4 15,0 0 1-15,-2 26 3 0,-1-17-3 0,1 4-3 16,-1-1 1-16,2-1 0 0,0 5-2 0,1-5-2 16,0 1 8-16,2-1-7 0,1 0 2 0,2-1-1 15,-2-3-7-15,4 2-13 0,2-2-5 0,2-2-8 16,-2-2-1-16,2 0 2 0,0-1-4 16,1-4 11-16,-1 1-5 0,0-1 3 0,-1-1 1 15,-1-2-1-15,1-1 14 0,-1 2-2 0,0-6-7 0,-2 3 5 16,2-2 3-16,-1 1-2 0,-3-2 1 0,1 0 6 15,1 1-5-15,-4 1 3 0,1-1 2 0,2 2 2 16,-5 2 5-16,-1 5 1 0,4-10-1 0,-4 10-4 16,2-5-1-16,-2 5-3 0,0 0 7 0,0 0-1 15,0 0 7-15,0 0-5 0,-10 29 9 16,5-19-3-16,0 2 0 0,-4 2 0 0,1 1 2 16,3 2-3-16,-1-1-18 0,2-1-11 0,-2-1-30 0,2-1-34 15,1 0-55-15,-1-3-37 0,2 2-52 0,-2 1-167 16,0-4-431-16,-1 1 191 0</inkml:trace>
  <inkml:trace contextRef="#ctx0" brushRef="#br0" timeOffset="89408.54">31571 3697 203 0,'0'0'254'0,"-5"-9"-48"0,5 9-42 16,-3-6-54-16,3 6-58 0,0 0-39 0,0 0-43 16,18 0-63-16,-18 0-54 0,39 3-158 0,-9 5 69 15</inkml:trace>
  <inkml:trace contextRef="#ctx0" brushRef="#br0" timeOffset="89647.63">32182 3663 168 0,'0'0'303'0,"0"0"-7"0,1-10-10 16,-1 10-17-16,0 0-16 0,0-9-25 0,0 9-24 15,0 0-24-15,0 0-10 0,0 0-9 0,0 0-5 16,0 0-13-16,-3 33-5 0,2-8-8 0,1 1-14 16,0 3-10-16,-1-3-6 0,-1 3-12 0,2 0-5 15,-1 0-9-15,-1-3-8 0,-1 1-8 0,3 0-1 16,-1-3-12-16,-2-3 2 0,1-2-33 0,2 0-28 15,1-3-48-15,-1 1-50 0,0-2-48 0,-1-5-47 16,1 0-41-16,0-1-42 0,-1 0-185 0,1-9-514 16,-9 10 228-16</inkml:trace>
  <inkml:trace contextRef="#ctx0" brushRef="#br0" timeOffset="89988.3">31995 3889 83 0,'18'-2'114'16,"0"-1"4"-16,2 2-9 0,1 1-4 0,8 0 5 16,-1 2-19-16,-6 0-1 0,0-2-13 0,-3 1 0 0,-1 0-5 15,0 3-10-15,-4-1-7 0,-1 1 8 0,-3-1 10 16,-1 1 6-16,-3-1 10 0,-1 2 7 16,-1 0-1-16,1 2-1 0,-4-2 1 0,1 2 1 15,-2-7-7-15,0 12-6 0,0-12-9 0,0 17-5 16,0-7-2-16,0-1-10 0,1-1-4 0,0-1-5 15,3 1-3-15,-1 0-4 0,0-2-5 0,3 2 0 16,0-2-3-16,0-2-4 0,1 0 1 0,0-1-2 0,-7-3-1 16,16 0 9-16,-7-2-4 0,1 1 1 15,-1-2 3-15,0 0 7 0,-2-4 2 0,-1 1-6 16,0-1 2-16,0-2-7 0,-1-1 0 0,-2 0-6 16,-2-3-7-16,-2 1-16 0,0-4-22 0,-2 0-26 15,-1 1-24-15,-2 1-32 0,-4 0-31 0,2 8-39 16,0 2-32-16,-7-5-44 0,2 8-129 0,13 1-406 0,-25 2 180 15</inkml:trace>
  <inkml:trace contextRef="#ctx0" brushRef="#br0" timeOffset="90370.27">32449 4078 223 0,'9'-4'275'16,"-2"-2"-23"-16,1 0-13 0,1-1-21 0,-3-1-19 15,3-1-10-15,-1-1-19 0,0 0-14 0,-1 1-16 16,0-2-14-16,-2 0-14 0,1-4-12 0,-1-4 0 16,-2 4-21-16,-3 0-6 0,2-6-4 0,-2 2-7 15,-2 2-9-15,0 1-3 0,1 4-4 0,-4 1-4 16,1-2-1-16,2 5-4 0,2 8 7 0,-7-14-11 16,4 9-5-16,-1-1-2 0,0 1-2 0,4 5-5 15,0 0-8-15,-10-10 1 0,7 8-3 0,3 2-1 16,0 0-4-16,0 0-3 0,0 0-13 0,0 0-3 15,0 0-8-15,0 0-1 0,22 24 1 0,-3-17 0 16,8 5 6-16,-3-4 3 0,-24-8-3 0,55 19-2 16,-27-10 2-16,-28-9 6 0,35 10-4 0,-35-10 1 15,27 12 1-15,-27-12 2 0,0 0 9 0,25 14 48 16,-25-14 10-16,0 0 3 0,13 23 3 16,-13-23 6-16,0 0-5 0,3 32-8 0,-3-32-2 0,0 0-3 15,-7 43-3-15,7-43-22 0,0 0-34 0,-10 48-41 16,10-48-76-16,-7 28-81 0,7-28-105 0,0 0-168 15,0 0-520-15,5 39 230 0</inkml:trace>
  <inkml:trace contextRef="#ctx0" brushRef="#br0" timeOffset="91737.75">5308 4560 39 0,'-3'-7'253'0,"0"0"-9"0,3 7-11 0,-6-9-19 16,0 4-12-16,1 0 3 0,-1 1-21 15,-3-1-13-15,3 1-12 0,-3 0-13 0,-3 3-9 16,1 0-16-16,0 2-5 0,-3 3-8 0,-1 1-2 0,-2 4-5 15,0 3-5-15,0 0-10 0,-3 7-6 0,1-1-7 16,0 4-1-16,8-7-12 0,-1 3 1 0,5-2-12 16,-1 1-1-16,3-2-2 0,1 1-9 0,2 1-2 15,0-5 0-15,2 5-2 0,2-5-6 0,3 0-2 16,-2-1-5-16,8 1 7 0,3-1-17 0,0 1-5 16,1-4-7-16,6-1-23 0,-2 1-25 0,10-4-28 15,2 1-33-15,-1-1-50 0,-1-2-28 0,0-3-30 16,-1 0-28-16,2-2-184 0,-10 2-466 0,-1-3 206 15</inkml:trace>
  <inkml:trace contextRef="#ctx0" brushRef="#br0" timeOffset="91973.35">5584 4556 27 0,'-1'-10'276'0,"1"0"-2"0,0 2-1 15,1 1-7-15,-1 7 3 0,0 0-17 16,0-13-21-16,0 13-19 0,0 0-26 0,0-7-19 15,0 7-12-15,0 0-24 0,0 0-11 0,0 0-2 16,0 0 2-16,0 0-4 0,0 0-5 0,-1 46-8 16,0-27-7-16,1 6-4 0,-1-6-2 0,-1 6-24 0,1-4-8 15,-2 2 3-15,3 2-12 0,0-6-4 16,0 0 0-16,3 2-5 0,-3-3-12 0,0 0-17 16,1-3-39-16,1 1-37 0,-1-3-48 0,0 3-49 15,-1-5-53-15,3-1-56 0,-2 1-268 0,-1-11-585 16,-1 15 259-16</inkml:trace>
  <inkml:trace contextRef="#ctx0" brushRef="#br0" timeOffset="92267.12">5782 4573 208 0,'0'0'219'15,"7"-7"-19"-15,-7 7-16 0,0 0-7 0,4-7-16 16,-4 7-6-16,0 0-14 0,0 0-7 0,0 0-9 15,-34 26-13-15,20-12-9 0,-9 0-12 0,6-2-6 16,-4 4-10-16,4-4-7 0,-2-1-10 0,4 1-3 16,5-6-7-16,-2 1-1 0,5-1-9 0,0-3-1 15,2 3-3-15,-1-3-5 0,6-3 0 0,-7 5-2 16,7-5-7-16,-5 5 3 0,5-5-3 0,-4 4 8 16,4-4-15-16,0 0 8 0,0 0-10 0,0 0-2 15,0 0-1-15,9 12 1 0,-2-8 0 0,0 1 0 16,4 1-5-16,-1-1 1 0,1 2-2 0,3 2-17 15,2-1-27-15,-2-1-36 0,4 1-32 0,-2-1-46 16,5 0-39-16,-2-3-180 0,-1 3-405 0,1-3 179 16</inkml:trace>
  <inkml:trace contextRef="#ctx0" brushRef="#br0" timeOffset="92592.08">6039 4491 57 0,'2'-10'302'0,"-1"1"-11"16,0 4-9-16,-1 5-9 0,3-10-17 0,-3 10-19 15,2-5-18-15,-2 5-25 0,0 0-16 0,3-6-21 16,-3 6-21-16,0 0-4 0,0 0 2 0,0 0-1 16,0 0 5-16,0 43-1 0,-1-24-9 0,-2 7-4 15,-2 1-6-15,1 0 0 0,0 1-8 0,0 1-11 16,0-5-5-16,1 2-8 0,-2-9-4 15,3 2-9-15,0 0-7 0,-1-2-2 0,2 0-3 0,0 0-5 16,1-5-5-16,0-1-9 0,0-1 5 0,-2 0-3 16,4-3-15-16,-2 1-9 0,4-3 7 0,-4-5 1 15,3 11-4-15,4-4-17 0,-2-4-16 0,4 1-17 16,0 0-29-16,2-1-36 0,3-2-26 16,0-2-41-16,3-3-42 0,1 1-48 0,1-1-53 15,-2-1-48-15,-4 0-201 0,2-2-597 0,-1-2 264 0</inkml:trace>
  <inkml:trace contextRef="#ctx0" brushRef="#br0" timeOffset="92752.97">5992 4582 55 0,'-8'-2'257'0,"8"2"-26"0,-10-2-26 0,10 2-21 15,-6-1-21-15,6 1-18 0,0 0-15 0,0 0-14 16,0 0-9-16,0 0-21 0,38 3-37 0,-7-3-51 15,8-2-85-15,15-1-187 0,-15 0-295 0,14-5 131 16</inkml:trace>
  <inkml:trace contextRef="#ctx0" brushRef="#br0" timeOffset="92907.79">6512 4698 199 0,'4'7'282'0,"-4"-7"-24"0,3 6-14 15,-3-6-16-15,0 0-20 0,0 0-23 0,0 0-23 16,0 0-29-16,3 4-50 0,-3-4-56 0,0 0-78 0,0 0-108 16,0 0-142-16,0 0-324 0,0 0 144 0</inkml:trace>
  <inkml:trace contextRef="#ctx0" brushRef="#br0" timeOffset="105343.13">26326 6752 206 0,'0'0'217'0,"0"0"5"0,0-10 1 16,0 10-7-16,0 0-11 0,0 0 3 0,0 0-9 0,0-11-11 15,0 11 1-15,0 0-22 0,0 0 8 0,0-9-27 16,0 9-13-16,0 0-9 0,0 0-1 0,0 0-20 15,0 0-7-15,0 0-10 0,0 0-10 16,0 0-7-16,0 0-11 0,0 0-4 0,0 0-11 0,0 0-5 16,0 0 1-16,0 0-9 0,0 0-1 0,-22 16 3 15,13-7-5-15,3 0-3 0,-8 5-7 0,3-1-1 16,-1 5 0-16,1-2-3 0,2 2 10 0,-2-3-12 16,4 2-2-16,0 1-2 0,-1-1 0 0,3 0-2 15,-2 1-1-15,7-1 2 0,0-1 1 0,0-1-4 16,2 2-5-16,0-5 9 0,1-1-6 0,0 1 3 15,3 0-6-15,-2-4-3 0,5 3-3 0,-4-1 2 16,9 0 0-16,-4-2-5 0,2-2-2 0,3 1-3 16,4-3 8-16,-2 0 3 0,1-2-3 0,2 0 3 15,1-2 0-15,-1-3-2 0,-2 0 3 0,2-1 2 16,-7 1 2-16,3-2-2 0,-2-2 4 0,-1-1 4 16,-4-1-3-16,3 1 7 0,-3-6-4 0,-1 2-5 15,1-1 3-15,-1-1 0 0,-2-2 2 0,-1 0 0 16,-1-1-2-16,0-2-1 0,-4 1 1 0,2 0 4 15,-2-1-6-15,0 0 1 0,-2 2-1 0,-2-2 3 16,-1 1-5-16,1 1-3 0,-2 1 3 0,0 1 4 16,0 0-4-16,1 6 2 0,-3-3-7 0,-1 2-1 15,-5-3-14-15,3 0-4 0,-5 3-4 0,-1 3-12 0,-2-1-15 16,-2 1-7-16,2 4-14 0,-2 0-25 16,-3 4-28-16,4 4-31 0,-9 3-44 0,4 5-28 15,6 5-21-15,0 2-193 0,1 1-480 0,7 3 212 16</inkml:trace>
  <inkml:trace contextRef="#ctx0" brushRef="#br0" timeOffset="106030.86">26381 7209 142 0,'0'0'211'16,"0"-10"7"-16,0 10 3 0,2-10-1 0,-2 10-6 15,2-10-8-15,-2 10-11 0,0-6-12 0,0 6-8 16,0 0-9-16,0-10-15 0,0 10-12 0,0 0-12 0,0 0-13 15,0 0-15-15,0-7-1 0,0 7-18 0,0 0-11 16,0 0-4-16,0 0-8 0,0 0-9 0,0 0-5 16,0 0-8-16,0 0-7 0,0 0-2 15,0 0-2-15,0 0-5 0,0 0-4 0,-2 26 5 0,0-9 0 16,-2-1-1-16,0 12-1 0,4 0 1 0,-4 1 0 16,2 2 3-16,2-1-11 0,-3 2 17 0,-1 0-8 15,2 4-2-15,-2-2 8 0,2 2 1 16,-1 11 0-16,0-12 8 0,-1-1 4 0,1 12-3 0,1-11 3 15,0-2-2-15,-2 5 3 0,-1-5-1 0,1 2-3 16,2-2-4-16,0 0-2 0,-4-5 10 0,2 2-15 16,2-3 7-16,-2-3-16 0,1-5 10 0,3 0-2 15,-2-3-6-15,0-1-3 0,0-3 9 0,0-2-12 16,-1-1 2-16,1-2 0 0,2 1 7 0,0-8-4 16,-5 11-1-16,5-11 3 0,0 11 3 0,0-11-9 15,-2 9 0-15,2-9 2 0,-2 4-5 0,2-4 1 16,0 0-2-16,-3 8 14 0,3-8-12 0,0 0-8 15,0 0 7-15,0 0 5 0,0 0-23 0,-2 10-26 16,2-10-40-16,0 0-43 0,0 0-55 0,0 0-68 16,0 0-56-16,0 0-303 0,0 0-649 0,0 9 288 15</inkml:trace>
  <inkml:trace contextRef="#ctx0" brushRef="#br0" timeOffset="106970.23">25820 8248 53 0,'6'-6'72'0,"-6"6"-14"15,0 0-8-15,0 0 2 0,0 0-24 0,0 0 6 16,-23-6-3-16,23 6-12 0,-16 0-2 0,5 0-1 16,0 0-5-16,-3 0-2 0,3 2-6 0,-2-2-3 15,1 1 6-15,-1-1-2 0,-1 0 3 0,1 0-2 16,-1 0 1-16,-1 2-3 0,-1-4 4 0,3 2 1 15,-5 0 2-15,0 0 7 0,-4 0-3 0,3 0 10 16,1-1-6-16,0 1 8 0,-2-3 8 0,2 3-6 16,-2 0-6-16,3-2 18 0,-5 0 15 0,4 0-3 15,-1 2 0-15,0 0 5 0,2-1 7 0,-3 1 2 16,1-2 2-16,6 1 7 0,-1 0 6 0,-3-1-7 16,3 2 5-16,3-2-4 0,-1 1 0 0,1 1-2 15,2-1 1-15,9 1 1 0,-13 0-3 0,13 0-3 16,-13-1-2-16,13 1 1 0,-7-2-5 0,7 2 1 15,0 0 0-15,-9-1-1 0,9 1-5 16,0 0 0-16,0 0-5 0,0 0-1 0,0 0-3 0,0 0-6 16,53 3 2-16,-18-1-4 0,18 1-5 0,10 0 2 15,29 0-3-15,4-2-6 0,4 2-4 0,3-3 1 16,0 3-4-16,9-2-5 0,-7 2-1 0,8-1-1 16,6-1-1-16,11 4 0 0,6-4-3 0,3 1-2 15,7 2-1-15,5-2 4 0,1-1-1 0,-1 3-4 16,4-2-1-16,-10-2-4 0,1 0-1 0,-6 2 6 15,-6 0-2-15,-8 1-1 0,-9-1 3 0,-12-1-1 16,-8 1 0-16,-33-2-3 0,2 3 1 0,-6 0-3 16,-2-3 3-16,-3-3 2 0,-19 6-5 0,1-6 5 15,-4 2 6-15,-6 1 0 0,-8 1 0 0,-2-1-2 0,-6 0-1 16,-3-1 1-16,1 2-4 0,-9-1-12 16,10 0-20-16,-10 0-36 0,0 0-66 0,0 0-62 0,-29-1-66 15,-9 1-174-15,-18 0-464 0,-9-3 206 16</inkml:trace>
  <inkml:trace contextRef="#ctx0" brushRef="#br0" timeOffset="108962.71">25475 8259 81 0,'0'0'128'0,"-9"-5"-11"16,9 5-4-16,-6-4 0 0,6 4-4 0,0 0-14 16,-14-2-10-16,14 2 2 0,-12-1-15 0,4 0 0 15,8 1-5-15,-21-2-7 0,10 0-2 0,-1 2-4 16,-3-1-7-16,-1 1 1 0,-1-2 1 0,-3 2-9 16,1 0 1-16,-3 0-5 0,-1 0-1 0,1 0-4 15,-7 0 1-15,1 0 1 0,1 0 2 0,1 2-7 16,-1-4 1-16,3 2-2 0,5-1 0 0,-3-1 2 15,1 1-1-15,-1 1-5 0,1-3-1 0,2 2 0 16,-1-1 1-16,2 2-3 0,-1-1 4 0,1-1 2 16,3 1 1-16,4 2-2 0,-5-1-1 0,5 0 4 15,-1 0 1-15,1-1 4 0,0 1 3 0,11 0-1 16,-18-1-4-16,10 2 1 0,1 0-7 0,7-1 2 16,-13-1-6-16,13 1-1 0,-14 3-3 0,6-3 0 0,8 0-7 15,-10 1 5-15,10-1-2 0,-9 0-2 0,9 0-1 16,-13 2 0-16,13-2 3 0,-10 2-4 0,4-2 3 15,6 0 1-15,-13 2 1 0,13-2-2 16,-13 0 4-16,13 0-1 0,-13 1-1 0,6-1 0 0,7 0 1 16,-13 0-2-16,13 0 4 0,-11 2 6 0,11-2 2 15,-12 0 0-15,12 0 8 0,-10 0 2 0,10 0 1 16,0 0-2-16,-13 3 0 0,13-3-2 16,0 0 1-16,-8-2 4 0,8 2 2 0,0 0-2 0,0 0-1 15,0 0 4-15,-9 0-9 0,9 0 3 0,0 0-1 16,0 0-6-16,-11-1-2 0,11 1-1 0,0 0-1 15,-12-3-2-15,12 3 5 0,-10-2-14 0,10 2 6 16,-10-1-2-16,10 1-2 0,-14 0-1 0,14 0 0 16,-9-1-1-16,9 1-1 0,-11-2 1 0,11 2 6 15,-10 0-4-15,10 0 0 0,0 0 2 0,-10-3 2 16,10 3-6-16,0 0 4 0,0 0-2 0,0 0 2 16,-10 0-2-16,10 0-1 0,0 0-6 0,0 0 5 15,0 0-12-15,0 0 8 0,0 0-2 0,0 0-6 16,0 0 2-16,0 0 1 0,0 0-3 0,0 0 9 15,0 0-9-15,-8 3 0 0,8-3-2 0,0 0 2 0,0 10-1 16,0-10 1-16,-4 11-1 0,3-4-1 16,1 3 2-16,-2 1 2 0,2 1-1 0,0 4-1 15,1 0 4-15,-1 0 0 0,0 2 3 0,-1-1 1 16,1 0-1-16,0 9 0 0,-2-6 4 0,2 5 3 0,4 1-6 16,-5-3 4-16,3 4-1 0,-3-1 0 15,2 1 6-15,-1-2-11 0,0 5 2 0,0-1 11 16,-1 0-10-16,1-1-5 0,0-1-3 0,-1 1 3 15,0-1-2-15,-1-1 2 0,4-2 0 0,-2 2 4 0,0-1-4 16,0 0-5-16,0-1 5 0,0-6 2 0,0 0-5 16,1-1 1-16,-1-1-3 0,1-1 5 0,0-4-5 15,-2 0 4-15,1-2-2 0,1 1 5 0,-2-3-1 16,1-7-7-16,0 12 21 0,0-12-14 0,0 10-6 16,0-10 8-16,1 6-5 0,-1-6 20 0,0 0 6 15,0 0 7-15,0 9 13 0,0-9 11 0,0 0-3 16,0 0 3-16,-2 7-1 0,2-7 4 0,0 0-7 15,0 0 1-15,0 0 5 0,0 0-15 0,0 0-3 16,0 0 2-16,0 0-8 0,0 0-1 0,0 0 0 16,0 0 4-16,0 0-9 0,0 0 0 0,0 0-10 15,0 0-10-15,0 0-1 0,6 4-12 0,-6-4 17 16,0 0-9-16,16 0 0 0,-6-1-2 0,2 4-5 16,2-1-2-16,2-1 3 0,3-1-3 0,2 2-4 15,-5 1 7-15,2 0-7 0,-1 1 0 0,-3-1 5 16,-3 1 0-16,2-2-1 0,-3 2-1 0,-1 0 3 15,-1-3-4-15,2 4-5 0,-2 1 2 0,-4-2 5 16,1 2-1-16,-1-1-2 0,0 1 5 0,-3 2-2 16,0-1 2-16,-1-7 1 0,-8 19-10 0,2-8 7 0,-3 2 0 15,-1 0 4-15,-3 0-9 0,-2 0 7 16,-1 1 5-16,1 0-5 0,-4-3-2 0,3 2 0 16,0-3-3-16,-1 2 9 0,4-2-8 0,2 2 3 0,0-3-2 15,3-2 4-15,2 3-3 0,-2-2-8 0,2 1 9 16,0-1-1-16,4 3-3 0,-1-2 1 0,3 1-16 15,3-2-10-15,-1 3-8 0,2-3-6 0,2 3 11 16,-1-2 0-16,3 1 2 0,-3 0 0 0,3 0 0 16,1 0-3-16,-1-3 0 0,3 5 3 0,-1-5 6 15,-3 3 6-15,-2-1 4 0,0-1-2 0,0 1 3 16,-1-1-4-16,0 2 2 0,-4-1 8 0,1 2-3 16,-2-1 2-16,-3 0 4 0,0 2 4 0,-2-2-4 15,1 0 4-15,-3 0-2 0,-2 5 1 0,1-2 2 16,-3-1 0-16,2-2-7 0,0 1-2 0,-1 2 3 15,5-3 6-15,-4-1 1 0,4 0-1 0,-2-2 3 16,4 3 0-16,-1-1-2 0,0 3-3 0,5-3-8 16,-3 3 10-16,3-3-4 0,0 2 3 0,0-1-12 15,2 1-3-15,1 5 0 0,-1-5-2 0,4 1 4 16,-2 1-1-16,0-1 1 0,3 4-2 0,-4-5 6 16,2 2-3-16,-2-2 2 0,0 0 1 0,0 0 2 15,-1 2 1-15,0-2 0 0,1 1 5 0,-2 0-5 16,-2 0 3-16,-1 0-2 0,-1 2 3 0,0-1 2 15,0 1 16-15,-3 2-16 0,2 0-3 0,-2 0 5 0,-1 1-1 16,3 0-7-16,-1-2 5 0,3 3 1 0,-1 0 2 16,1 1 6-16,0 0-2 0,0 0 11 15,2 9 7-15,-2-4 1 0,2 1-4 0,0 1 7 0,2 0 7 16,0 2 3-16,-2-3 7 0,0-6-2 16,0 10 1-16,0-1 8 0,0 3-3 0,-2-4-5 15,0 1 8-15,1-2-9 0,-1 1 5 0,0-2-5 16,1 0-3-16,0-6-4 0,-1 0 10 0,2-2 5 0,0-1-14 15,0 1 1-15,0-4-1 0,0 0-6 0,2-1-1 16,0 0-4-16,0 1 1 0,0-1-3 0,1-1-5 16,-1 0 1-16,1 0-4 0,-2-1-3 15,2 1 4-15,-1-1-5 0,1-3-22 0,-2 2-28 0,2 3-26 16,-5-3-41-16,4 0-26 0,-5 3-33 0,-2-1-38 16,0 6-38-16,-3 0-43 0,2-1-36 0,-3 2-278 15,-4-3-648-15,3 1 287 0</inkml:trace>
  <inkml:trace contextRef="#ctx0" brushRef="#br0" timeOffset="110219.27">24462 11088 21 0,'0'0'62'0,"0"0"-11"0,0 0 2 0,0 0 2 15,0 0-7-15,-7-2 9 0,7 2-1 0,0 0-2 16,0 0-2-16,0 0 4 0,0 0-3 0,0 0 0 15,0 0-5-15,0 0-8 0,0 0 7 0,0 0-24 0,0 0 6 16,0 0-3-16,0 0 6 0,-5-5-19 0,5 5 1 16,0 0-2-16,0 0-10 0,0 0 0 15,0 0-3-15,0 0-6 0,0 0 12 0,0 0-8 16,-3-6 1-16,3 6 4 0,0 0 2 0,0 0-1 16,0 0 1-16,0 0-4 0,0 0-1 0,0 0 2 0,0 0 7 15,0 0-4-15,0 0 0 0,0 0 1 16,0 0 3-16,0 0-1 0,0 0-2 0,0 0 4 15,0 0 1-15,0 0-1 0,0 0 16 0,0 0-2 0,0 0 6 16,0 0 2-16,0 0 10 0,0 0 1 0,0 0 7 16,0 0-1-16,0 0-1 0,0 0 4 0,0 0 3 15,0 0 4-15,0 0-1 0,0 0 1 0,0 0-1 16,0 0-3-16,0 0-2 0,0 0 1 0,0 0-6 16,0 0-5-16,0 0-7 0,0 0-3 0,0 0-4 15,0 0-6-15,0 0-4 0,0 0 3 0,0 0-16 16,0 0 10-16,0 0-2 0,-2 19 3 0,1-12 3 15,1 3 5-15,-2 0 0 0,0-2 1 0,-1 4-3 16,2 0 4-16,0 0 3 0,-2 2 2 0,2 0 1 16,-2-2-1-16,3 3-2 0,0-4 8 0,-2 3-7 15,0-3-5-15,2 0 2 0,-1-1 2 0,0 0 4 16,2 0-5-16,-1 0 4 0,0 1-5 0,0-4-6 16,0-7 4-16,0 12-5 0,0-6 1 0,0-6-5 15,1 11 5-15,-1-11-9 0,2 8 3 0,-2-8 4 16,-2 9-5-16,2-9 1 0,0 0-6 0,0 0 3 15,-1 10-3-15,1-10-1 0,0 0 4 0,3 5-5 16,-3-5 5-16,0 0-7 0,0 0-1 0,0 0-1 16,-2 9 4-16,2-9-5 0,0 0 1 0,0 0 1 0,4 8-1 15,-4-8 0-15,0 0 0 0,3 7 4 0,-3-7 8 16,6 6-1-16,-2-3 6 0,-4-3-3 16,10 3 3-16,-5 1-2 0,2-2 4 0,0 0-3 15,3 1 3-15,-3 3-2 0,3-4 3 0,2 0-1 0,-2 1-3 16,10-2-2-16,0 2 1 0,4-3 3 0,4 0-6 15,7 2 3-15,-1-3 1 0,6 1-7 16,10-2 2-16,-10-1-3 0,10 2 2 0,-13-1-8 16,17-1 6-16,-2 2-1 0,2-2 4 0,0 3-4 0,-2-3 1 15,2 3 2-15,0-3-1 0,-3 1 1 0,6-2-2 16,-2 2-1-16,2 1-3 0,2-1 4 0,-4 4-5 16,1-4 7-16,-1 1-2 0,3 2-1 15,-6-2-1-15,-3 2 4 0,-9-3-2 0,1 3-1 0,-3-2 2 16,0-2-1-16,-5 3-2 0,4 2 4 0,-5-4-3 15,-3 2-1-15,-9 0 1 0,4 2 0 0,-5-2-4 16,2 0 4-16,-7 0-3 0,-3 0 3 0,3 0 2 16,-5-2 1-16,0 1 2 0,0-1-4 0,-9 2-2 15,16 0 2-15,-16 0-6 0,10-1 4 0,-10 1-3 16,10-1 0-16,-10 1-10 0,0 0-23 0,11 0-25 16,-11 0-35-16,0 0-40 0,0 0-61 0,0 0-60 15,7 2-53-15,-7-2-172 0,0 0-513 0,0 0 226 16</inkml:trace>
  <inkml:trace contextRef="#ctx0" brushRef="#br0" timeOffset="117491.22">26346 11053 78 0,'0'0'138'0,"-2"-10"-10"0,2 10 4 0,-2-8-3 16,2 8 4-16,-2-8-3 0,2 8 0 0,0 0 0 15,-1-8 0-15,1 8-11 0,0 0-5 0,-2-9-3 16,2 9-6-16,0 0-7 0,0 0 1 0,0-9 3 15,0 9-2-15,0 0-5 0,0 0-6 0,0 0-11 16,0 0-6-16,0 0-10 0,-2-7-13 0,2 7-2 16,0 0-8-16,0 0 0 0,0 0-7 0,0 38-1 15,0-12 10-15,-2 7 5 0,2 13-3 0,-6 4 8 16,1 3-7-16,3 1 2 0,-6 2-3 0,4 3 2 16,-2 26 0-16,-1-31-2 0,3 1-4 0,1 1-1 15,-2 1 2-15,5-4-6 0,-4 0 2 0,6-3 9 16,-2-2-12-16,0-3-1 0,2-10 10 0,1 0-5 15,-3-1 2-15,0 0 15 0,-5-4-17 0,3 0 5 16,2 2 8-16,-2-5-19 0,2-2 2 0,-2-4-1 16,1-4-7-16,-1 1 6 0,2-7-11 0,-2 2 8 0,0-1-6 15,0-2 1-15,0-2 3 0,2-3-8 16,0-5-2-16,-3 11 0 0,3-11 1 0,0 10-4 16,0-10-1-16,0 0-6 0,0 8-12 0,0-8-22 15,0 0-20-15,0 0-29 0,0 0-38 0,-7 4-43 0,7-4-46 16,0 0-45-16,0 0-36 0,-11-16-213 15,3 6-538-15,3 1 238 0</inkml:trace>
  <inkml:trace contextRef="#ctx0" brushRef="#br0" timeOffset="118097.92">26337 11941 79 0,'0'0'114'16,"0"0"-1"-16,0-9-13 0,0 9 3 0,0 0 0 15,0 0-14-15,0 0 15 0,-2-9-3 0,2 9-1 16,0 0 0-16,0 0-4 0,0 0-5 0,0 0-7 16,0 0-4-16,0 0 0 0,0 0-15 0,0 0 8 15,2-10-8-15,-2 10 3 0,0 0-3 0,0 0-5 16,0 0-3-16,0 0 0 0,0 0-4 0,0 0-5 15,0 0-1-15,0 0-5 0,0 0-3 0,-2-8-5 0,2 8-5 16,0 0-1-16,0 0-2 0,0 0-5 0,0 0 1 16,0 0-10-16,0 0-13 0,0 0-6 15,0 0-12-15,0 0-8 0,0 0-8 0,0 0-7 16,0 0-12-16,0 0 4 0,0 0-13 0,0 0-7 0,0 0-18 16,0 0 3-16,0 0-17 0,0 0-10 15,0 0-16-15,0 0-21 0,0 0-87 0,0 0-256 16,0 0 113-16</inkml:trace>
  <inkml:trace contextRef="#ctx0" brushRef="#br0" timeOffset="119055.78">26373 11849 18 0,'-2'-6'43'0,"2"6"-4"16,0 0 1-16,0 0 3 0,0 0 0 0,0 0 2 15,0 0 2-15,0 0 9 0,0 0 0 0,-4-7-2 16,4 7-4-16,0 0-8 0,0 0 8 0,0 0-13 16,0 0-2-16,0 0-4 0,0 0-3 0,0 0 4 15,0 0-4-15,0 0-7 0,0 0-1 0,0 0-1 16,0 0-15-16,0 0 10 0,0 0-6 0,0 0 6 16,-3-7-2-16,3 7-4 0,0 0 5 0,0 0-3 15,0 0-2-15,0 0-4 0,-6-6 6 0,6 6-1 16,0 0 10-16,0 0-5 0,-4-8 0 0,4 8-9 15,0 0 17-15,0 0 0 0,-5-5 5 0,5 5-3 16,0 0 3-16,-5-6-1 0,5 6 2 0,-5-6 0 16,5 6 0-16,0 0 7 0,0 0-1 0,-4-8 0 15,4 8 8-15,0 0 5 0,-6-3 3 0,6 3 8 16,0 0 8-16,0 0-8 0,-3-6 2 0,3 6 2 16,0 0 1-16,0 0 0 0,0 0-2 0,0 0-3 15,-8-4-5-15,8 4 0 0,0 0-6 0,0 0-3 16,0 0-4-16,0 0-4 0,0 0-1 0,0 0-2 15,0 0-5-15,0 0 0 0,0 0-7 0,0 0-3 16,0 0 0-16,0 0-4 0,0 0-1 0,0 0 2 16,0 0-3-16,0 0 8 0,26 17 4 0,-12-13 8 0,1 6 1 15,6-3 5-15,8 4-6 0,0-2-1 0,0 2 0 16,5-3 3-16,0 0-2 0,1 2-1 16,-3 0-3-16,4-2-1 0,-5 0-3 0,0 1 0 15,-1-1-7-15,-3 0 5 0,-2 1-6 0,-5-2-1 0,0-1-3 16,-2 2-2-16,-3-2 4 0,-1-1-4 0,-1 0-1 15,-1 1-1-15,-3-3-3 0,2 2 1 0,-4-2-4 16,-2 1 8-16,1 0 1 0,-6-4 14 16,7 3-11-16,-1-1 0 0,-6-2 3 0,6 4 5 0,-6-4 2 15,0 0-1-15,6 4-1 0,-6-4-2 0,0 0 0 16,7 4 4-16,-7-4 0 0,0 0-1 16,0 0-6-16,0 0 4 0,0 0-7 0,0 0 1 15,0 0-1-15,0 0-1 0,0 0-2 0,0 0 0 16,4 3-2-16,-4-3 2 0,0 0-4 0,0 0 5 0,0 0-9 15,0 0 2-15,0 0-2 0,0 0 1 0,11-5-2 16,-11 5-2-16,0 0 4 0,10-1 0 0,-10 1-1 16,0 0 0-16,0 0 2 0,12-1 4 0,-12 1-6 15,0 0 3-15,0 0-4 0,0 0 1 0,0 0-3 16,0 0 0-16,9 0-3 0,-9 0 1 0,0 0 2 16,0 0 15-16,0 0-2 0,0 0 11 0,0 0 8 15,-13 15 4-15,7-9-2 0,-1 1 0 0,-2 1 3 16,-2 1-3-16,-2 1 1 0,-1 0-5 0,1 0-4 15,-1-1 1-15,1 1 1 0,-2 0-4 0,0 1-6 16,3-3 0-16,2-1 4 0,-1 0-13 0,-4 0-28 16,0 2-24-16,4-2-29 0,0 1-31 0,2-1-44 15,-1 1-49-15,1 0-47 0,3-5-39 0,-3 3-227 16,5-2-552-16,4-4 244 0</inkml:trace>
  <inkml:trace contextRef="#ctx0" brushRef="#br0" timeOffset="119273.52">27057 11892 37 0,'-10'-17'267'0,"1"1"-12"0,-7-6-5 16,1 7-5-16,-3-6 5 0,2 1-3 0,-2 1-2 16,3 4-12-16,1 0-10 0,1-1-15 0,-1 0-14 15,3 3-19-15,0 1-23 0,1 0-13 0,2 3-22 16,3-1 8-16,1 2-30 0,-1-3-30 0,1 5-34 15,-1 0-28-15,3-2-26 0,2 8-44 0,-3-11-48 16,3 11-46-16,-2-7-46 0,2 7-40 0,0 0-209 0,0 0-494 16,9-6 218-16</inkml:trace>
  <inkml:trace contextRef="#ctx0" brushRef="#br0" timeOffset="120807.05">26375 11254 8 0,'0'0'114'0,"-11"2"2"0,11-2-7 0,0 0 2 0,0 0-1 15,0 0 0-15,0 0-5 0,-10-1 1 0,10 1-5 16,0 0 0-16,0 0-1 0,0 0 0 0,0 0-1 15,0 0 2-15,0 0-5 0,0 0 1 0,0 0-6 0,-5-4-5 16,5 4-2-16,0 0-5 0,0 0-3 0,0 0-4 16,0 0-2-16,0 0-4 0,0 0-1 15,0 0-1-15,0 0-1 0,0 0 2 0,0 0-1 16,0 0 1-16,0 0 1 0,0 0-8 0,0 0-6 0,0 0-7 16,0 0-5-16,13-20-5 0,-4 12-1 0,7-5-4 15,-3 0-5-15,10-6 0 0,0 1-1 16,-1 1-7-16,2-3 2 0,1 1-2 0,0 1-3 15,-2-1-2-15,-1-1 2 0,2 1-5 0,1 0 4 0,-2-1-5 16,-1-1-1-16,1 1 4 0,1-1 3 0,-1-1 0 16,-3 4 6-16,0 2 2 0,-7 0 6 0,3 1 4 15,-3 4 6-15,0-2-9 0,-5 2 0 0,-1 3-4 16,-1 1-3-16,0-3 3 0,0 1-9 0,1 0 3 16,-5 2 2-16,2 1-1 0,-2-1-3 0,-2 7-6 15,3-6-2-15,-3 6-1 0,2-9 0 0,-2 9-2 16,0 0 1-16,7-6 9 0,-7 6-13 15,0 0-4-15,0 0 11 0,0 0-10 0,0 0-3 0,0 0-1 16,0 0 0-16,4-4 11 0,-4 4-8 0,0 0-3 16,0 0-1-16,0 0 1 0,0 0 1 0,0 0-2 15,0 0-1-15,0 0 0 0,0 0 4 0,0 0 0 16,0 0-2-16,0 0-2 0,0 0 1 0,0 0 2 16,0 0-8-16,0 0 8 0,0 0-1 0,0 0-3 15,0 0-1-15,0 0 4 0,0 0-1 0,0 0 1 16,0 0-1-16,0 0 0 0,0 0 4 15,0 0-3-15,0 0-2 0,0 0 2 0,0 0 0 0,0 0 3 16,0 0-4-16,0 0 1 0,0 0-2 0,0 0 3 16,0 0 1-16,0 0-1 0,0 0 0 0,0 0 3 15,0 0 2-15,0 0-6 0,0 0 4 0,0 0 9 16,0 0-13-16,0 0-1 0,0 0 16 0,0 0-16 0,0 0 1 16,0 0 10-16,0 0-11 0,0 0 2 15,0 0-2-15,0 0 1 0,0 0 4 0,0 0-4 16,0 0 2-16,0 0-1 0,0 0 5 0,0 0-3 15,0 0 3-15,0 0-6 0,0 0 3 0,0 0 1 0,0 0 1 16,0 0-2-16,0 0-2 0,0 0 4 16,0 0-3-16,0 0-2 0,0 0 4 0,0 0 0 15,0 0-1-15,0 0-1 0,0 0 6 0,0 0-6 16,0 0 0-16,0 0-4 0,0 0 9 0,0 0-3 16,0 0 4-16,0 0 5 0,18 8-5 0,-13-7-1 15,4 0-2-15,-9-1 10 0,15 0-10 0,-3 1-3 16,-1-2 6-16,2 2 5 0,9 3-10 0,-3-6 1 15,8 1 2-15,2 0-3 0,1 1 3 0,-1 1-2 0,4-2-1 16,-1 2 2-16,1 3 0 0,-1-4 0 0,3 0 2 16,-1 0 2-16,-2-1-8 0,-1 1-2 0,3 0 2 15,0 0 5-15,-3 3-5 0,3-5-1 16,-1 1 0-16,1-1-1 0,-2 0-1 0,2 0 0 0,-5-2-1 16,0 1 2-16,-3-1 1 0,5 4 1 0,-10-2-3 15,10-2 3-15,-3 2-2 0,-1 0-1 0,-3 2 3 16,3-1-2-16,-6 1 3 0,1-3-1 15,-1 3-1-15,-4 0-1 0,6 0 4 0,-3 0-7 0,-1 0 4 16,0-1 0-16,1 0 0 0,-2 1 0 0,1-2 9 16,-4 2-10-16,3-3 1 0,0 3-1 0,0 0-1 15,1-2 3-15,-1 0 1 0,1-1-10 0,0 5 6 16,0-5-2-16,0 2 7 0,0 0-3 0,1-1 0 16,-2 2-2-16,1-1 5 0,-1-2-1 0,-3 2-1 15,-1-1-1-15,-1 2 4 0,1-2-6 0,0 1 3 16,-2 1 0-16,3-1 0 0,-2-2-1 0,-1 3 10 15,0-3-8-15,1 3 0 0,-1-3-1 0,-1 3 0 16,-1-2-1-16,1 1 0 0,1 0 2 0,-1-1-2 16,0 2 5-16,-1-1-4 0,2 0 2 0,0 0 1 15,-2 1-2-15,3-3 2 0,-1 3 0 0,-3 0 0 16,0-2-3-16,-9 2 4 0,15 0-1 0,-6 0-1 16,1 0 0-16,-2 1 2 0,-8-1-1 0,14-1-1 15,-14 1 8-15,9-2-7 0,-9 2-3 0,10 0 2 16,-10 0-1-16,8 0 0 0,-8 0-7 0,0 0-5 15,0 0 1-15,12-1-9 0,-12 1-4 0,0 0-5 16,0 0-4-16,0 0-5 0,7 1-12 0,-7-1-14 0,0 0-14 16,0 0-21-16,0 0-16 0,0 0-21 15,0 0-18-15,0 0-23 0,0 0-8 0,0 0-15 16,0 0-113-16,0 0-341 0,0 0 152 0</inkml:trace>
  <inkml:trace contextRef="#ctx0" brushRef="#br0" timeOffset="125005.28">28957 8307 42 0,'0'0'138'0,"-2"-6"-9"0,2 6-6 0,-3-9-4 16,3 9-3-16,-2-8 2 0,2 8-8 0,-3-9-4 16,3 9-2-16,0 0 3 0,-5-7-10 0,5 7-4 15,0 0-10-15,-1-7-4 0,1 7-5 0,0 0-3 16,-3-6-6-16,3 6-3 0,0 0-2 0,0 0-4 15,0 0 0-15,-6-6 2 0,6 6-1 0,0 0 0 16,0 0 0-16,0 0-4 0,0 0-4 0,0 0-3 0,0 0-3 16,0 0-7-16,0 0-4 0,0 0-3 0,0 0 1 15,0 0 10-15,0 0 3 0,0 0-2 16,-8 18-5-16,7-7-3 0,-1-2 0 0,0 8 2 16,-3 1-3-16,5 1-3 0,-4 5 1 0,-4 1-3 0,8 2-4 15,-2-3-1-15,1-4-2 0,-3 6-1 0,4 1-2 16,-3 1 2-16,4 0-2 0,-1 1 6 15,0-5 9-15,-1-4-1 0,1 6-4 0,1-2-1 0,-1-4-4 16,3-2 8-16,-3-2-11 0,1 2-4 0,1-2 0 16,-1 2-1-16,-1-4-4 0,0-2 4 0,2 2-3 15,-4-4 1-15,2 1-5 0,0-2 2 0,2 1 0 16,2 0-2-16,-4-3 1 0,0-7 6 16,0 13-2-16,0-6 6 0,0-7-6 0,1 10-3 0,-1-10 9 15,0 11-9-15,0-11 5 0,0 0-2 0,-1 8 5 16,1-8 0-16,0 0 5 0,-4 6 4 0,4-6 2 15,0 0 2-15,0 0 3 0,0 0 4 0,0 0-4 16,0 0-2-16,0 0 2 0,0 0 1 0,0 0-6 16,4 9-2-16,-4-9-1 0,0 0-4 0,0 0 0 15,0 0-4-15,0 0 0 0,0 0-6 0,0 0-2 16,8 1 5-16,-8-1-4 0,10 2-1 0,-4-1 2 16,-6-1-2-16,17 1 2 0,-9 1-7 0,1-1 0 15,2 0 1-15,-1 1-3 0,-1 0 0 0,0 0 18 16,-2 0-20-16,3-1 1 0,-3 2-2 0,0-1-1 15,-1 1-6-15,-6-3 10 0,12 4-2 0,-6-1-4 16,-1 1 6-16,-5-4-3 0,8 7-2 0,-4-4 10 0,-4-3-6 16,4 8 3-16,-4-8-8 0,1 8 3 15,-1-8 2-15,0 10 1 0,0-10-9 0,-6 12 9 16,-1-3-4-16,1 2 2 0,-2-2-4 0,-2-1-3 16,1 1 7-16,-1 0-5 0,-2 3 4 0,4-4 3 15,-3 4 3-15,3-1-7 0,1 4 2 0,0-5 3 16,2 1-2-16,-1-1-4 0,2 2 6 0,0-2-3 0,0 1 2 15,6 0-7-15,-4-2 5 0,4 3 5 0,-2-3 6 16,2 3-25-16,1-2-3 0,-1-1 3 0,2 1 0 16,5 5 3-16,-4-3 0 0,-1-2 3 0,1 0-4 15,2 0-1-15,-4 1 4 0,4 0 0 0,-4-1-6 16,1 4 5-16,-1-4 7 0,-1 1 1 0,1 0-9 16,-4 0 16-16,-1 0-10 0,-1 5-1 0,-1-4-3 15,-1 3 2-15,-4 0-1 0,1 1 2 0,-4-2 7 16,-1 0 1-16,1 0-1 0,-3-1 1 0,-1-2-2 15,0 2-2-15,2-3-3 0,1 1 1 0,1-5 7 16,3 2-3-16,2-3-3 0,0 1 2 0,1-2 2 16,2 3-3-16,0-2 1 0,2 1 1 0,2-6-3 15,-3 11-14-15,2-5-1 0,1-6-4 0,4 11 1 16,-2-4-1-16,3-1 2 0,1 0 1 0,-1 1 1 16,4-1 1-16,-2 1 4 0,-1 0-2 0,2-1 3 15,0 3-3-15,-4-3 3 0,1 1-2 0,3 0 4 16,-4-1 0-16,-1 1 3 0,2 0-2 0,-3 0 7 15,0 2-4-15,-1-1-1 0,1 1 3 0,-2 1 2 16,0-1-4-16,-3 3 1 0,2 5 0 0,0-5 4 16,-1 3 2-16,0 2-4 0,-1-4 3 0,1 5 2 0,2 0-5 15,-1 1-1-15,-1-1 3 0,1 1 0 0,0 5-1 16,-2-4 11-16,2-1-10 0,-1 8-1 16,0-2 1-16,-2-1 0 0,0 0-3 0,3 1-1 15,-3-5 2-15,4 5 0 0,-6 0 2 0,0-1 1 0,4-5 1 16,1 1-1-16,-2 7 3 0,1-2-1 0,-1-6-3 15,1 0 0-15,2 6 4 0,-2-6 4 16,0-1 2-16,-2 0-3 0,0-1-3 0,4-2 0 16,0 0 2-16,-2-3-1 0,-1 0 4 0,2 0-2 0,-2 0-1 15,3 0 1-15,0-1-1 0,-1 1 2 0,0 1 2 16,1-2 2-16,-2-1-5 0,0-1-2 0,0-1-2 16,2-8 4-16,-1 9 0 0,1-9-1 15,1 10-1-15,-1-10 1 0,-1 7 2 0,1-7 8 0,0 0 5 16,0 0 2-16,0 0 1 0,0 10 5 0,0-10 6 15,0 0-1-15,0 0-3 0,0 0 2 0,0 0 3 16,0 0-6-16,0 0 5 0,0 0-8 0,3 7 2 16,-3-7-2-16,0 0-4 0,0 0-6 0,0 0-1 15,0 0-3-15,0 0-5 0,0 0 3 0,0 0-1 16,0 0-2-16,0 0 0 0,0 0 3 0,0 0-1 16,0 0-6-16,0 0 8 0,0 0 8 0,0 0-18 15,0 0 3-15,0 0-5 0,0 0-14 0,0 0-16 16,0 0-25-16,0 0-14 0,0 0-38 0,0 0-49 15,0 0-69-15,0 0-61 0,0 0-271 0,-23-10-603 16,15 8 268-16</inkml:trace>
  <inkml:trace contextRef="#ctx0" brushRef="#br0" timeOffset="128870.5">27081 11976 61 0,'0'0'73'0,"-7"-4"2"16,7 4-6-16,-6-3 6 0,6 3-13 0,0 0-5 15,0 0 0-15,-7-5-12 0,7 5-7 16,0 0 18-16,0 0-19 0,0 0 5 0,-7-3-7 15,7 3 0-15,0 0-8 0,0 0 1 0,0 0-11 0,0 0 10 16,0 0-3-16,-9-2-2 0,9 2-10 0,0 0-7 16,0 0 9-16,0 0-6 0,-11 7-2 0,11-7 8 15,-6 6-8-15,6-6 4 0,-6 4-8 16,6-4-4-16,-4 9 9 0,2-4-4 0,2-5-2 0,-5 10 2 16,3-2-10-16,0-2-3 0,-2 1-19 0,3-1 1 15,-3 3-12-15,-1 0-4 0,1 1 2 0,-1-1-6 16,3-4 3-16,0 3-4 0,-2-3-1 15,1 1 6-15,1 0 0 0,2-6 7 0,-4 10-1 0,2-6 3 16,2-4 9-16,-4 7 2 0,4-7 14 0,0 0 12 16,0 0 13-16,-2 8 11 0,2-8 1 0,0 0 8 15,0 0 5-15,0 0 2 0,0 0 2 0,0 0 15 16,0 0 0-16,0 0-3 0,0 0-3 0,0 0-7 16,0 0 3-16,0 0 0 0,0 0-7 0,0 0 12 15,8-22-2-15,-8 22 8 0,0 0 1 0,0 0-2 16,0 0 3-16,0 0 5 0,2-8-7 0,-2 8 0 15,0 0-8-15,0 0-4 0,0 0-6 0,0 0-2 16,0 0-3-16,0 0-5 0,0 0-5 0,0 0-1 16,0 0-1-16,0 0-9 0,0 0 4 0,0 0-2 15,0 0-1-15,0 0-4 0,0 0 1 0,0 0-3 16,0 0 0-16,0 0 1 0,0 0-8 0,0 0 6 16,0 0-1-16,0 0 0 0,0 0-4 0,0 0 4 15,0 0-3-15,0 0-2 0,0 0 2 0,0 0-1 16,0-8-2-16,0 8 0 0,0 0 3 0,0 0-2 15,0 0 1-15,0 0-1 0,0 0-6 0,0 0-1 0,0 0 6 16,0 0-6-16,0 0 10 0,0 0-5 16,0 0-4-16,0 0 1 0,0 0 4 0,0 0-6 15,0 0 2-15,0 0-1 0,0 0-1 0,0 0-2 16,0 0 1-16,0 0-2 0,0 0 2 0,0 0-5 0,0 0 1 16,0 0-6-16,0 0 7 0,0 0 1 0,0 0-5 15,0 0 2-15,0 0 5 0,0 0-2 16,0 0 1-16,0 0 6 0,0 0-2 0,0 0 4 15,0 0-1-15,0 0 4 0,2-8-3 0,-2 8-2 0,0 0 9 16,0 0-7-16,0 0 0 0,0 0-1 16,0 0 0-16,0 0 2 0,0 0 2 0,0 0-1 15,0 0-1-15,0 0-5 0,0 0-8 0,0 0 7 16,0 0-1-16,0 0-1 0,0 0 2 0,0 0-3 0,0 0 7 16,0 0-4-16,0 0-3 0,0 0 3 0,0 35 3 15,0-18 8-15,0 0 1 0,0 6-1 0,0 4 8 16,-2-1-11-16,2 3 19 0,-2-2-8 0,0 0-5 15,2 3 1-15,-4 1 2 0,5 1 1 0,-2 1-3 16,2 1-3-16,-1-1 7 0,0 14 14 0,0-13 0 16,3 1 1-16,-3-2-5 0,-3 2 1 0,2-2-5 15,-1 1 0-15,0-2-4 0,0-2 2 0,-2 0-5 16,1 4-1-16,1-5-1 0,-2 2 1 16,0 0 2-16,-1 1 8 0,0 1 14 0,1 1 1 0,-1-1 3 15,1-1 4-15,-1 2-4 0,1 0 2 0,0-2-2 16,-2-2 10-16,2 3 0 0,0-2-4 0,2-4-5 15,-1 3 1-15,-1-3 0 0,2 1-3 0,-2 0 0 16,0 1 5-16,0 0-2 0,2-1 1 0,-2 1 0 16,1 0-4-16,1 2 3 0,2-1 2 0,-2 0 5 15,0 1-4-15,0 0-8 0,0-1-2 0,2-2 5 16,-3 0-2-16,1 0-2 0,-1-2-4 0,1 0 7 16,0 1-5-16,1-2-25 0,-1 0-2 0,2-7 4 15,-2 3-2-15,0-2 10 0,0 0-10 0,2 1 5 16,0-1 0-16,0 0 6 0,0 0-7 0,-2-2 9 15,2 1 2-15,0-2-9 0,0 0 3 0,0 0-2 16,-2 0-2-16,2-5-6 0,0 0 0 0,0 0-2 16,2-2-3-16,-2 1 8 0,0-2-4 0,0-8 1 15,-2 13-3-15,2-13-6 0,0 10 0 0,0-10 5 16,0 9 1-16,0-9-1 0,0 0 2 0,-1 8-5 16,1-8 8-16,0 0-14 0,0 0-9 0,0 0-18 15,0 0-16-15,0 0-21 0,0 0-33 0,-2 7-37 16,2-7-56-16,0 0-55 0,0 0-46 0,0 0-254 15,0 0-591-15,-2-24 262 0</inkml:trace>
  <inkml:trace contextRef="#ctx0" brushRef="#br0" timeOffset="131701.07">26410 14295 75 0,'-10'-1'110'0,"10"1"-8"16,-9 0-10-16,9 0-2 0,-10-2 1 0,10 2-2 15,-14 0-1-15,14 0 4 0,-11-1 2 0,4-1-4 16,7 2-3-16,-16 0-6 0,16 0-3 0,-11-1 4 16,11 1 2-16,-10 0-3 0,10 0-16 0,0 0-1 15,0 0-8-15,0 0-4 0,0 0-8 0,0 0-2 16,0 0-3-16,0 0-4 0,42 6-2 0,-9-4-1 16,3 0-3-16,18-2-2 0,2 1-4 0,0-1 2 15,4-1-5-15,1 1-3 0,-3 0-3 0,-3 1 0 16,-5-2-3-16,1 1 0 0,-16 0 0 0,-1 1 0 15,3 1-2-15,-4-1 0 0,-1 1-1 0,-3-2-4 16,-9 1 2-16,0-1-1 0,1 0-5 0,-9 2 9 16,1-2-6-16,-3 1-2 0,-3-1-1 0,-7 0-9 15,14 1-7-15,-14-1-12 0,9 0-17 0,-9 0-20 16,6 3-14-16,-6-3-21 0,0 0-26 0,0 0-20 16,0 0-125-16,-15 13-292 0,3-10 129 0</inkml:trace>
  <inkml:trace contextRef="#ctx0" brushRef="#br0" timeOffset="131907.71">26596 14486 15 0,'0'0'179'0,"0"0"-3"0,0 0-6 0,29-1-6 15,-16 1-4-15,6-3-11 0,1 2-13 0,11-4-11 16,-2 2-11-16,3-1-12 0,1 1-10 0,-1 0-10 15,-1-1-9-15,-4 3-17 0,-6 0-33 0,-1 0-21 16,-7 1-40-16,0 1-28 0,-3 0-22 0,-3 0-32 16,-1 0-16-16,1 2-93 0,-3 1-247 0,-4-4 110 15</inkml:trace>
  <inkml:trace contextRef="#ctx0" brushRef="#br0" timeOffset="132059">26764 14569 94 0,'-6'2'153'0,"6"-2"12"0,-9 4-8 0,9-4 5 0,-7 2-5 16,7-2-7-16,0 0-7 0,0 0-12 0,0 0-12 16,29 2-17-16,-9-5-8 0,-1 2-10 0,2-2-21 15,7 0-38-15,-1 1-48 0,0 0-50 0,-5 2-51 16,-2-2-140-16,1 5-285 0,-4 0 127 0</inkml:trace>
  <inkml:trace contextRef="#ctx0" brushRef="#br0" timeOffset="132197.1">26973 14645 71 0,'0'0'151'0,"0"0"-16"0,16-14-12 0,-4 10-11 0,0 1-34 16,5-3-37-16,10-3-43 0,-3 0-39 0,3 2-71 16,0-2-120-16,0 0 53 0</inkml:trace>
  <inkml:trace contextRef="#ctx0" brushRef="#br0" timeOffset="133916.72">27807 11254 184 0,'-3'-8'236'0,"-1"1"-9"0,2-1 8 0,2 8-1 15,-4-13-3-15,2 8-4 0,2 5-14 0,-4-8-16 0,4 8-21 16,0 0-22-16,-2-8-19 0,2 8-15 0,0 0-7 16,0 0-18-16,0 0-2 0,-8 20-4 15,5-6 7-15,-1 4-8 0,0 0 1 0,-2 6-10 16,-2 2-6-16,5 1-6 0,-1 0-8 0,0-4-5 16,1 6-6-16,-1-3-1 0,1-7-1 0,3 4-10 0,-2-2-5 15,1-4-1-15,0 0-5 0,-2-1 1 16,1 1-2-16,2-5-1 0,0 0-3 0,0 5-3 15,0-7-15-15,0 0-20 0,0-3-21 0,0-7-25 0,0 12-38 16,0-4-22-16,0-8-30 0,-2 9-22 0,2-9-34 16,0 0-14-16,2 10-8 0,-2-10-26 0,0 0-132 15,0 0-422-15,0 0 187 0</inkml:trace>
  <inkml:trace contextRef="#ctx0" brushRef="#br0" timeOffset="134329.54">27802 11260 5 0,'2'-10'206'16,"2"-1"-18"-16,1 1-17 0,1-1-7 0,-1 0-1 15,3 2-3-15,-2 2-1 0,3 1-7 0,-2-1-4 16,0 2-12-16,0 3-13 0,-1-2-12 16,3 1-10-16,0 1-8 0,-9 2-13 0,13 3-7 0,-7 1-9 15,-3-1 1-15,2 4 2 0,-2 0 3 0,-3 3-7 16,-1 1-5-16,-6 4 0 0,0 0-3 0,-1 1-7 15,-1-2 0-15,-3 1-5 0,1 1-8 0,2-1 0 16,0-5-6-16,3 2-7 0,1-3-3 0,1 2-10 16,1-2-11-16,1 2 1 0,2-4-5 0,1 3-13 15,1-3-1-15,2 1-10 0,0-1-2 0,3-2-4 16,0 2 7-16,2-1-2 0,1-1 4 0,0 1-2 16,-1-2 9-16,-2-1-1 0,5 0 5 0,-7-1 0 15,4 1-1-15,-4-1 4 0,1 2-2 0,-3 1 2 16,-3-5 8-16,11 7 8 0,-10-2 6 0,-1-5 8 15,2 7 6-15,-2-7 2 0,0 12 10 0,0-12-3 16,-8 10 7-16,4-5-4 0,-2 2 2 0,-1-3-3 16,-2 1-3-16,-2 0-3 0,1 0-1 0,0 0-7 15,0-2-1-15,-1 1-4 0,2-1-18 0,-2 1-17 16,4-2-22-16,-2 1-36 0,0-1-47 0,3-1-52 16,6-1-54-16,-13 1-165 0,13-1-429 0,0 0 189 15</inkml:trace>
  <inkml:trace contextRef="#ctx0" brushRef="#br0" timeOffset="134513.29">28323 11405 129 0,'11'-4'242'0,"-2"0"-22"0,3 1-23 15,-1 0-14-15,-4 3-18 0,2-3-18 0,-9 3-17 0,13-1-9 16,-5 1-19-16,0 1-22 0,0 1-42 0,-1 0-35 15,-1 1-46-15,-1 2-27 0,3-1-46 0,-6 3-139 16,1 0-276-16,-2-1 122 0</inkml:trace>
  <inkml:trace contextRef="#ctx0" brushRef="#br0" timeOffset="134653.63">28335 11543 134 0,'0'0'209'15,"-10"3"-9"-15,10-3-14 0,-6 7-7 0,6-7-8 0,-6 3-1 16,6-3-7-16,0 0 1 0,0 0-14 0,0 0-12 15,0 0-13-15,15 12-8 0,-3-11-31 0,5 1-34 16,3-1-52-16,2 0-52 0,10-6-66 16,0 4-64-16,1-1-134 0,3-1-341 0,2-3 150 0</inkml:trace>
  <inkml:trace contextRef="#ctx0" brushRef="#br0" timeOffset="135866.41">29185 11133 86 0,'0'0'157'16,"1"-9"-16"-16,-1 9-5 0,0-10 8 0,0 10 0 16,0 0 6-16,-3-10-4 0,3 10-8 0,0-9 1 15,0 9-9-15,0 0-6 0,2-9-3 0,-2 9-7 16,0 0-5-16,0 0-7 0,0 0-5 0,0 0-12 16,-2-9-9-16,2 9 11 0,0 0-10 0,0 0-3 15,0 0 10-15,0 0 3 0,0 0 6 0,0 30-3 16,-1-13-3-16,0 2 9 0,-2 0-15 0,1 6 4 15,-1-5-1-15,-1 4-7 0,1 1 2 0,-1-6 0 16,-1 6-4-16,2 0 1 0,-2-6-4 0,4 1-2 0,-2-1-4 16,2-1-16-16,-2 0 0 0,2 0-2 15,0-2-4-15,1 0-6 0,-2-3 2 0,2 0-12 16,-1-1-5-16,1-2 0 0,1 0 1 0,-1 0-7 16,0-2 2-16,2-2 8 0,-2-6-41 0,1 14-22 0,0-10-35 15,-1-4-28-15,2 8-33 0,-2-8-33 16,0 0-36-16,-2 9-47 0,2-9-30 0,0 0-247 15,0 0-567-15,0 0 251 0</inkml:trace>
  <inkml:trace contextRef="#ctx0" brushRef="#br0" timeOffset="136217.69">29580 11245 133 0,'12'1'176'0,"0"1"2"16,1 0-9-16,-3 2-7 0,-2 0-11 0,0 2-5 16,-1-2-8-16,-3 1-6 0,0 3-8 15,-4-8-9-15,1 15-10 0,-2-7-3 0,-2 2-7 0,-3-1-4 16,-3 0-11-16,-4 2-3 0,-1 1-12 0,-4-2-4 16,-5 3-5-16,5-1-7 0,0-5-2 15,0 0-3-15,7-2-4 0,-1 0-4 0,0-2-2 0,1 1-5 16,2 1 0-16,2-3-7 0,0 2-2 0,7-4 7 15,-10 1-10-15,10-1-2 0,-6 4 0 0,6-4-2 16,0 0-1-16,-4 6-3 0,4-6 10 0,0 0 3 16,0 0 6-16,20 4 0 0,-8-2-1 15,4-1-2-15,3-4-3 0,2 2 0 0,1 1-5 0,8-1-1 16,0-1-10-16,4 0-17 0,1 1-20 0,-2-2-32 16,0 1-40-16,2 0-53 0,-2 2-44 0,-2-1-47 15,-10-1-126-15,6-1-404 0,-6 2 180 0</inkml:trace>
  <inkml:trace contextRef="#ctx0" brushRef="#br0" timeOffset="136579.44">30087 11294 188 0,'0'0'213'0,"0"0"-6"0,0 0-2 0,-8-2-6 15,8 2 1-15,0 0-3 0,-14 9-2 0,8-1-12 16,-1 0-10-16,2 1-8 0,-2 1-15 0,2 1-12 15,2 0-4-15,0 0-15 0,0 1-15 0,3-1-5 16,1-2-9-16,3 1-10 0,1 1-8 0,5-1-7 16,2-1-1-16,0 3-2 0,6-3 4 0,1-2-3 15,1-4 1-15,0 0-9 0,8-1-2 0,-7-1-4 16,0-3-3-16,0 1 3 0,-2-5-4 0,1 4-2 16,1-3-4-16,-6-2-2 0,3-1-4 0,-4 1-4 15,3-3-3-15,-4-2 4 0,-1 1-5 0,-3-2 0 16,2 0-3-16,-3-1-7 0,-4 3 6 0,-3-1-4 15,2-2-7-15,-3 1 3 0,-1-3-2 0,-2 4 0 16,-1 0-4-16,-3-1-2 0,-3-1 14 0,0 7-18 16,-5-5-2-16,0 4 2 0,-2 3-3 0,-2 1-2 15,-3 2-4-15,1 0-22 0,-7 4-20 0,0-1-30 16,-3 3-33-16,1 3-37 0,1 1-51 0,8-1-47 16,-4 2-63-16,-2 2-195 0,9-3-548 0,2 2 242 15</inkml:trace>
  <inkml:trace contextRef="#ctx0" brushRef="#br0" timeOffset="136751.42">30279 11361 92 0,'0'0'173'0,"0"0"-28"16,0 0-31-16,0 0-43 0,0 0-51 0,0 0-46 15,0 0-73-15,0 0-106 0,0 0 48 0</inkml:trace>
  <inkml:trace contextRef="#ctx0" brushRef="#br0" timeOffset="138069.45">29477 9055 43 0,'3'-9'247'15,"-2"-1"-14"-15,1 2-14 0,-2 1-10 0,0 7-18 16,3-11-16-16,-3 11-17 0,3-9-16 0,-3 9-19 15,0 0-11-15,0 0-1 0,0 0 4 0,0 0-6 16,0 0-2-16,0 0-11 0,-9 32-2 0,5-18-13 16,-4 3-7-16,3 0-5 0,-4 1-5 0,4-2-6 15,0 1-5-15,-1-1-8 0,1 1-4 0,-2-5-8 16,4-2 1-16,-1 4-4 0,1-5-1 0,-1 1-8 16,2-1 1-16,0-1-4 0,2-8-2 0,0 10-1 15,0-10 2-15,3 11-3 0,-1-6 1 0,2 0-9 16,2-2 1-16,5 0 5 0,0 0-13 0,3-5 4 15,3 2-5-15,0-1 1 0,1-4 2 0,-1 3-7 16,0-2 3-16,-2 2 3 0,-3-4 0 0,1 1 0 16,-2 1 2-16,1-1 1 0,-2 0 1 0,-1-3 8 0,0 2 0 15,0-1 4-15,-4 2 3 0,-3-2-1 16,5 0-3-16,-3 1 5 0,-2 1-3 0,-2 5 3 16,2-8 4-16,-2 8-2 0,1-9-1 0,-1 9-1 15,0 0-2-15,2-8-5 0,-2 8 0 0,0 0-2 0,0 0 0 16,0 0 3-16,0 0-1 0,-10 22 1 15,5-7 8-15,-3 2-2 0,1-3 3 0,-2 4-6 0,2 1 5 16,0-1-10-16,-3 6 3 0,3-5-3 0,3 0-3 16,-1-1 3-16,1 0-5 0,0 0-4 0,-1 0-21 15,4-2-31-15,1 2-41 0,1 0-39 0,-1 0-42 16,2-2-46-16,4 0-30 0,-4-4-229 16,1-1-516-16,1-1 229 0</inkml:trace>
  <inkml:trace contextRef="#ctx0" brushRef="#br0" timeOffset="138260.19">29812 9410 123 0,'3'-10'302'15,"1"0"-16"-15,-3 3-7 0,2 0-6 0,-2 2-4 16,-1 5-6-16,2-12-10 0,-2 12-4 0,0-7-21 16,0 7-19-16,3-9-15 0,-3 9-18 0,0 0-31 15,0 0-10-15,1-8-16 0,-1 8-33 0,0 0-40 16,0 0-45-16,0 0-22 0,0 0-33 0,0 0-50 15,0 0-53-15,0 0-58 0,0 0-53 0,3 26-202 16,0-16-509-16,1-5 226 0</inkml:trace>
  <inkml:trace contextRef="#ctx0" brushRef="#br0" timeOffset="138604.32">30086 9161 154 0,'1'-7'258'16,"-1"7"-17"-16,1-9-9 0,-1 9-15 0,0 0-16 16,2-12-23-16,-2 12-18 0,0 0-16 0,1-5-14 0,-1 5-14 15,0 0-11-15,14 1-8 0,-14-1-1 16,22 2-16-16,-11-2-6 0,2 4-10 0,5 0-3 16,-5-1 2-16,4 2-10 0,-5-3-11 0,-3 2-1 15,2-1-2-15,-2 2-5 0,-2-2-3 0,-1 0 2 0,0-1-3 16,-6-2 2-16,9 6 5 0,-9-6 8 0,7 7-3 15,-7-7 9-15,5 7 4 0,-4-2 18 16,-1 4-6-16,0-9-3 0,-1 17 2 0,0-6-4 16,-1 0 8-16,0 5-19 0,-2 0-1 0,1 0 1 15,0-1-12-15,-1-3 2 0,-3 4-5 0,4 0-4 0,-1-1-6 16,-1 2-4-16,1-1 4 0,2 0-3 16,0 0-23-16,-1-3-37 0,2-2-13 0,-3 1-31 0,3 1-42 15,-1-1-50-15,0 1-49 0,2-3-43 16,-1 0-249-16,-2 0-558 0,2-1 247 0</inkml:trace>
  <inkml:trace contextRef="#ctx0" brushRef="#br0" timeOffset="138767.37">30144 9410 84 0,'0'0'217'0,"-3"-9"-14"0,3 9-6 15,-2-8-10-15,2 8-17 0,0 0-21 0,-2-7-16 16,2 7-15-16,7-7-12 0,1 6-21 0,4 1-20 15,6 0-35-15,3 0-37 0,-1-1-48 0,9 1-36 16,0 0-35-16,-1 0-119 0,-1-3-264 0,1 3 117 16</inkml:trace>
  <inkml:trace contextRef="#ctx0" brushRef="#br0" timeOffset="138979.89">30564 9208 98 0,'0'-9'233'0,"0"-1"-4"0,0 2-7 0,0-2-3 0,0 10-14 15,-2-10-20-15,2 10-22 0,0 0-17 0,0 0-5 16,0 0 8-16,0 0 6 0,0 0 5 0,0 0 7 16,-1 33 1-16,0-14-4 0,2-3-23 0,-2 4-4 15,-4 5-13-15,2-6-15 0,1 1-9 0,-1-1-12 16,0 0-1-16,2-2-16 0,0 1 3 0,1-1-25 16,0 0-35-16,1 0-38 0,-2-1-48 0,0-1-52 15,-2-2-50-15,2-3-50 0,-2 2-45 0,2-2-217 16,0-1-525-16,-2-2 232 0</inkml:trace>
  <inkml:trace contextRef="#ctx0" brushRef="#br0" timeOffset="139205.29">30715 9247 191 0,'0'-6'223'0,"0"6"-1"0,-2-12-8 0,2 12-4 0,-5-4-6 16,5 4-7-16,-12 1-11 0,12-1 2 0,-20 7-5 15,9-1-12-15,-5 1-4 0,6 2-13 0,1-1-11 16,-1 0-14-16,2 1-15 0,-1-2-8 0,7-1-11 16,-3 0-11-16,1 4-7 0,0-3-4 0,3-1-11 15,-1 4-9-15,2-10-6 0,4 15-18 0,-1-8-27 16,6 2-40-16,-2-1-50 0,4-2-61 0,6 3-67 16,0-2-64-16,2 1-180 0,3-2-496 0,-3 0 220 15</inkml:trace>
  <inkml:trace contextRef="#ctx0" brushRef="#br0" timeOffset="139559.39">30933 9518 152 0,'8'1'211'0,"-8"-1"-2"0,0 0 2 0,0 0 5 16,11-2 2-16,-11 2-9 0,8-4-11 0,-8 4-8 16,9-6-13-16,-4 2-12 0,0 0-7 0,0-2-14 15,2 2-11-15,1-6-13 0,-1 2-7 0,1-2-5 16,-3 0-5-16,1 1-2 0,0-1-10 0,1 1-9 15,0-7-2-15,-3 6-9 0,0-6-7 0,4-1 5 16,-2 2-17-16,2-2-9 0,-3 1-1 0,1 1-4 16,2 4-3-16,1-2 5 0,3 0-18 0,3 1-6 15,-4 6 2-15,3 2 5 0,-2-1-13 0,1 4-1 16,1 1 1-16,2 3-3 0,1 2-4 0,-5 1-1 16,0 4 3-16,1 1-3 0,-6 0 2 0,-1 1-8 15,-2 0 10-15,1 5 5 0,-3-1 11 0,1 0 8 16,-3-3 10-16,-1-2 6 0,-2 0 12 0,2 0-26 15,-1 0 10-15,1 0-7 0,2-3-4 0,1 2 4 16,0-1-9-16,1-1 5 0,1-1-20 0,0 1 13 16,4 0-19-16,9-2-26 0,2 0-35 0,-1 0-40 15,10-2-43-15,-1 0-51 0,-4-2-56 0,6-1-60 16,-6 3-262-16,-5-4-613 0,0 0 272 0</inkml:trace>
  <inkml:trace contextRef="#ctx0" brushRef="#br0" timeOffset="141539.94">22363 9474 26 0,'0'0'227'0,"-6"-9"-8"0,3 4-15 16,3 5-9-16,-6-7-12 0,-1 3-3 0,7 4-20 15,-9-6-8-15,4 4-11 0,5 2-13 0,-15-2-9 16,15 2-7-16,-14 2-9 0,6 0-8 0,2 2-8 16,-4 0-8-16,3 1-9 0,1 2-8 0,1 1-3 15,2 0-10-15,2 2-5 0,1 0-1 0,1 0-3 0,3 3-6 16,5 0-1-16,0 1 0 0,2-2-7 16,2 2 1-16,0-1-2 0,2-1 1 0,-2 3 0 15,2-4-4-15,-3 0 2 0,3-1-2 0,-6-2-1 16,0-1-2-16,1 2-2 0,-2-2-5 0,-2-1 0 0,1 1 1 15,-3-1-2-15,1 2 2 0,-4-3-3 0,-1 3-2 16,0-8 2-16,-10 13 1 0,2-5-4 16,-2-1 0-16,-7 0-2 0,2 0 0 0,-12 2-4 15,9-5 6-15,3 1 0 0,1-2-1 0,2 0 0 0,2-1 0 16,1-2 0-16,9 0-6 0,-11-2-10 16,11 2-7-16,-8-7-5 0,7 1-3 0,1 6 5 15,5-16 1-15,1 6-5 0,3-6 5 0,3 2 0 16,0 0 4-16,2 0-2 0,4-5-5 0,4 2-1 0,-3-1 8 15,-2 4-1-15,-3 2 2 0,6-7 0 0,-6 5 3 16,-2-1 2-16,1 1 0 0,-2 1 1 0,-1 0 6 16,-1 0 4-16,-1 1 1 0,-3 3-1 0,-1-1 2 15,-1 2 7-15,-1-1 1 0,-1 0 7 0,-1-1-5 16,-2 2-3-16,-1 1 2 0,-1 1-3 0,-1 0 6 16,-5 1-1-16,2 1-2 0,-1-2 2 0,-3 4-2 15,0 0 0-15,-1 2 1 0,-4 0-6 0,-1 2 1 16,0 2-1-16,1 0-2 0,2 0 7 0,1-1-7 15,-3 2-4-15,2 4-1 0,2-1-3 0,3-1-5 16,0 1-25-16,2 0-31 0,1 2-28 0,4-1-15 16,-1 2-41-16,4 0-43 0,4 0-48 0,-2-3-149 15,6 2-420-15,2-2 186 0</inkml:trace>
  <inkml:trace contextRef="#ctx0" brushRef="#br0" timeOffset="141870.59">22654 9463 239 0,'4'-5'224'0,"-4"5"-21"0,7-7-11 15,-7 7-7-15,7-4-9 0,-7 4-15 0,0 0-15 0,9 0-8 16,-9 0-6-16,10 6 3 0,-6-1-13 16,3 2-6-16,-3 2-9 0,-1 1-9 0,2 0-3 15,-2 2-8-15,-2 0-3 0,-1 1-10 0,0-2-3 16,-1 2-4-16,-2-1-5 0,-4 2-9 0,-1 1-1 0,0-2-8 15,-3 1-2-15,2-4-3 0,-1-2 4 0,1 0-12 16,-1-2-3-16,4-2-3 0,0 1-4 16,2-2-1-16,4-3 1 0,-10 5-3 0,10-5-2 15,-5 5-6-15,5-5 8 0,-5 4-4 0,5-4-5 0,0 0-4 16,0 0 1-16,0 0 6 0,0 0-10 16,0 0-5-16,0 0-6 0,16 5-8 0,-16-5-10 15,21 0-23-15,-10-2-27 0,1 2-31 0,6-1-34 16,-4 0-29-16,4 0-25 0,-2 1-26 0,3-3-9 0,-3 2-134 15,-2-2-396-15,0 3 175 0</inkml:trace>
  <inkml:trace contextRef="#ctx0" brushRef="#br0" timeOffset="142154.03">22897 9621 57 0,'3'-7'169'0,"-3"7"-3"0,0 0 4 16,0-10-1-16,0 10-2 0,0 0-9 0,0 0-11 15,0 0-14-15,0 0-13 0,0 0-7 0,0 0-5 16,0 0-7-16,0 0-3 0,0 0 2 0,0 0-11 15,0 0-5-15,0 0-12 0,0 0-5 0,0 27-6 16,4-21-6-16,-1-1-4 0,3-1 4 0,0 0 0 16,0-2 1-16,3 0-3 0,0 1-4 0,2-2-4 15,0-2-2-15,-2-1-3 0,0 1 6 0,1-1-14 16,-1 0 7-16,0-2-8 0,-3 0 2 0,-1 1-4 16,0-1-5-16,-2-3-1 0,0 1 0 0,-3 6-8 15,0-13 12-15,0 5-8 0,0 8-9 0,-7-14-3 16,1 7-1-16,0-2-6 0,-1-1-11 0,1 4-15 15,1 0-19-15,-6 1-22 0,4 0-26 0,-4 2-28 16,4 2-23-16,7 1-25 0,-17 0-19 0,11 2-14 16,-1 2-157-16,0-3-388 0,7-1 172 0</inkml:trace>
  <inkml:trace contextRef="#ctx0" brushRef="#br0" timeOffset="142377.74">23102 9511 4 0,'2'-4'261'15,"1"-2"-2"-15,-1-2-6 0,-2 8-8 0,3-9-3 0,1 4-4 16,-4 5-9-16,2-7-12 0,-2 7-20 0,0 0-19 16,3-7-26-16,-3 7-12 0,0 0-2 15,0 0 3-15,0 0-5 0,2 22-3 0,-2-8-2 16,0 2-19-16,-1-1 12 0,1 3-28 0,-3 0-9 0,1-1-8 16,-1-1 0-16,0 0-26 0,0 2 19 0,3-4-8 15,-2-2-14-15,2 1-26 0,-3 0-28 16,2-1-37-16,-1-1-49 0,0 1-46 0,-2-1-46 15,1-1-56-15,1 0-44 0,-1-2-246 0,2-2-570 0,1-6 253 16</inkml:trace>
  <inkml:trace contextRef="#ctx0" brushRef="#br0" timeOffset="142599.76">23221 9528 146 0,'-2'-6'251'0,"2"6"-6"0,-2-11-6 0,2 11-9 15,-3-5-7-15,3 5-6 0,0 0-8 16,0 0-3-16,0 0-7 0,0 0 7 0,-13 13-15 0,11-4-14 16,1 2-8-16,-1-1-7 0,2-1-26 0,0 2-13 15,-1-2-8-15,2 3-14 0,1-3-15 0,0 2-8 16,2-2-6-16,1 1-14 0,0 1-29 16,0-2-40-16,2-1-44 0,-1 0-45 0,3 1-52 0,-1-2-48 15,2-1-44-15,1 0-33 0,-2 0-195 0,3-1-511 16,-1 0 226-16</inkml:trace>
  <inkml:trace contextRef="#ctx0" brushRef="#br0" timeOffset="142947.64">23393 9729 108 0,'0'0'192'15,"0"0"-20"-15,8 3-8 0,-8-3 8 0,0 0-3 16,10-1 0-16,-10 1 5 0,8-3-7 0,-8 3 0 16,10-2-13-16,-10 2-8 0,10-7-9 0,-5 5-9 15,2-2-8-15,-7 4-7 0,11-6-6 0,-6 2-11 16,0-2-6-16,-1 0-8 0,0 1-10 0,2-3-1 15,-3 1-4-15,1-4 0 0,-2 3-7 0,1-2-6 16,-2 0-6-16,0-1-1 0,-1 0-3 0,2-2-1 16,-1 1-7-16,0-2-4 0,4 1-6 0,-1 0-4 15,1-4 0-15,2 3 2 0,0 3-7 0,2-2 4 16,4 1 0-16,-3 5-4 0,4-3 1 0,-3 3 8 16,0 2-16-16,1 2 3 0,-1 2 6 0,1 3-10 15,-1 0-5-15,-2 3 3 0,-1 1-1 0,3 1 5 16,-4 1 10-16,-2 3 13 0,-1 0 16 0,-2 1 7 15,-1 1 12-15,-1 1-2 0,-1-4-3 0,0 3-1 16,1-1-3-16,0-2-7 0,-1 1-7 0,1-2-5 0,1 1-7 16,-1-2-5-16,1-1-4 0,2 2-22 0,-2-2-38 15,4 0-33-15,0-1-36 0,2 0-38 0,2 0-47 16,3-2-39-16,1-1-43 0,6-3-35 0,-1 2-217 16,1-4-566-16,3-1 251 0</inkml:trace>
  <inkml:trace contextRef="#ctx0" brushRef="#br0" timeOffset="143076.79">23973 9575 2 0,'0'0'242'0,"5"-7"-23"0,-5 7-12 0,3-7-10 16,-3 7-6-16,0 0-6 0,2-9-6 0,-2 9-15 15,0 0-9-15,2-6-22 0,-2 6-11 0,0 0-28 16,0 0-35-16,0 0-49 0,0 0-72 0,4-11-62 16,-4 11-206-16,6-7-356 0,-1 2 159 0</inkml:trace>
  <inkml:trace contextRef="#ctx0" brushRef="#br0" timeOffset="144995.29">27650 6974 40 0,'0'0'135'0,"0"0"-4"0,0 0-1 16,0 0-8-16,0 0 4 0,0 0-4 0,0 0-1 15,0 0-3-15,0 0-4 0,0 0-9 0,0 0-2 16,0 0-2-16,0 0-4 0,0 0 2 0,0 0-9 15,0 0-3-15,0 0-4 0,0 0-2 0,0 0-5 16,0 0-4-16,0 0-7 0,0 0-3 0,0 0-4 16,0 0-4-16,0 0-2 0,0 0-3 0,0 0-6 15,0 0-3-15,0 0-1 0,0 0-3 0,-2-11-1 16,2 11-4-16,0 0-2 0,0 0-3 0,0 0-1 16,0 0-1-16,0 0-3 0,0 0-3 0,0 0-1 15,0 0 0-15,0 0-4 0,0 0 1 0,0 0-4 16,0 0 4-16,0 0-6 0,0 0 3 0,0 0-2 15,-12-3-1-15,12 3 1 0,0 0 0 0,0 0 1 16,0 0-2-16,0 0 2 0,0 0-3 0,0 0-3 16,-9-3 8-16,9 3-1 0,0 0 1 0,0 0 0 0,0 0 5 15,0 0-2-15,-5-3 0 0,5 3-1 16,0 0 2-16,0 0-2 0,0 0 0 0,0 0 8 16,0 0-12-16,0 0-1 0,0 0-1 0,0 0 0 15,0 0-2-15,0 0-1 0,0 0 11 0,0 0-13 0,0 0 1 16,0 0-2-16,0 0 1 0,0 0-3 0,0 0 4 15,0 0-1-15,0 0 1 0,0 0 4 0,0 0-2 16,0 0-1-16,0 0 1 0,0 0 2 0,0 0 4 16,0 0-4-16,-8-3 3 0,8 3-4 0,0 0 0 15,0 0-3-15,0 0 7 0,0 0-6 0,0 0 11 16,0 0-11-16,0 0 2 0,0 0-4 16,0 0 3-16,0 0-1 0,0 0 1 0,0 0 5 15,0 0 6-15,0 0 0 0,0 0 8 0,0 0-4 0,0 0 4 16,0 0-6-16,0 0 0 0,0 0-4 0,0 0 7 15,0 0 6-15,0-9-5 0,0 9 0 0,0 0-1 16,0 0-7-16,0 0 4 0,-5-10 1 0,5 10-4 16,0 0 0-16,-3-8-2 0,3 8 0 0,-2-8 8 15,2 8 1-15,0 0-2 0,-4-11 2 0,4 11 0 16,0-6 2-16,0 6 8 0,0 0-1 0,0 0-8 16,-1-10 3-16,1 10-1 0,0 0-7 0,0 0 0 15,0 0-5-15,0 0-8 0,0 0 11 0,0 0-9 16,0 0-7-16,0 0-4 0,0 0 7 0,0 0-5 15,9 29 1-15,-4-12 2 0,0-1-2 0,1 3 0 16,1 3 2-16,0-2-2 0,-2-1 6 0,2-3-2 16,-3 4-5-16,2-3 2 0,1-1-2 0,0 1 0 15,-2-2 2-15,3 3-9 0,-3-5 2 0,3 3 2 16,-2-8 3-16,0 4-5 0,-2-5 3 0,1 2-6 16,-1 0 1-16,1-4 1 0,-3 1 3 0,-2-6-7 15,5 10 8-15,0-8-2 0,-5-2-1 0,4 7 18 16,-4-7-7-16,0 0 0 0,2 6 4 0,-2-6 2 15,0 0 2-15,0 0 0 0,0 0-11 0,9-17 2 16,-7 6 3-16,6-2 0 0,-4-3 2 0,3 0-6 16,-1 0 4-16,-2-1-3 0,6-6 0 0,-2 4-7 0,1-4 0 15,-4 4-1-15,5 2-4 0,-4-1 3 16,2-1-5-16,-1 2 1 0,1 1-3 0,-4 7-3 16,1-4-4-16,-1 6-15 0,0-2-10 0,-4 3-21 15,7 1-28-15,-7 5-41 0,2-9-49 0,-2 9-37 0,0 0-15 16,0 0 1-16,0 0-16 0,13 17-14 15,-12-8-138-15,-1 3-435 0,2 2 192 0</inkml:trace>
  <inkml:trace contextRef="#ctx0" brushRef="#br0" timeOffset="145247.54">28081 7106 49 0,'0'0'243'0,"-2"-10"-4"0,2 10-13 0,0 0-12 16,-5-10-11-16,5 10-7 0,-7-7-14 0,7 7-11 16,0 0-11-16,0 0-16 0,-7-1-12 0,7 1-5 15,0 0-20-15,-13 9-9 0,6-3-8 0,2 3-10 16,-3-1-3-16,-3 4-8 0,3-2-5 0,0 5-6 16,3-3-6-16,0-1-7 0,0 5-6 0,0-3-6 15,2-3-15-15,2 6-28 0,1-4-31 0,0 2-35 16,1-4-41-16,7 3-30 0,-2-1-42 0,3-2-23 15,-1 0-176-15,2-2-419 0,7 0 185 0</inkml:trace>
  <inkml:trace contextRef="#ctx0" brushRef="#br0" timeOffset="145465.28">28299 7143 160 0,'0'0'231'16,"0"-12"-10"-16,0 12-8 0,-3-8-9 0,3 8-14 15,-2-6-10-15,2 6-9 0,0 0-10 0,-14 1-5 16,14-1-4-16,-13 9-14 0,7-1-8 0,-4 0-8 16,1 2-2-16,0 2-28 0,-4 1-5 0,4-5-9 15,0 8-11-15,5-6-4 0,-1 1-4 0,3 1-8 16,-1 0-12-16,3-1-26 0,0 1-22 0,5-1-34 16,0 1-48-16,4 1-47 0,5-5-58 0,3 1-61 15,2 1-137-15,7-1-428 0,-6-4 190 0</inkml:trace>
  <inkml:trace contextRef="#ctx0" brushRef="#br0" timeOffset="145681">28602 7127 116 0,'0'0'278'0,"-3"-5"-25"0,3 5-18 15,0 0-11-15,-5-7-16 0,5 7-14 0,0 0-20 16,0 0-17-16,0 0-23 0,16-12-16 0,-6 9-15 0,4 2-26 16,1-5-26-16,3 3-40 0,1 1-38 0,0 2-45 15,-1-1-50-15,2 1-43 0,-7 0-160 0,-3 2-352 16,-10-2 157-16</inkml:trace>
  <inkml:trace contextRef="#ctx0" brushRef="#br0" timeOffset="145840.31">28577 7238 103 0,'0'0'216'0,"-3"5"-13"0,3-5-4 0,0 0-5 15,0 0-8-15,0 0 2 0,0 0-18 0,0 0-16 0,0 0-16 16,28-1-11-16,-10-2-15 0,2 1-39 0,1-3-41 16,8 0-46-16,0 2-59 0,5-3-55 0,-3 2-186 15,0-1-339-15,1-1 150 0</inkml:trace>
  <inkml:trace contextRef="#ctx0" brushRef="#br0" timeOffset="146165.28">29208 7064 256 0,'0'0'262'0,"0"0"0"0,0 0-3 0,0 0-1 16,-5-7-12-16,5 7-4 0,0 0-17 0,0 0-3 16,0 0-26-16,0 0-15 0,0 0-13 0,0 0-11 15,0 0-7-15,0 0-15 0,0 0 2 0,0 0-13 16,0 0-7-16,0 0 4 0,0 0-16 0,0 0-9 16,0 0 5-16,0 0-8 0,0 0-14 0,0 0-8 15,0 0-3-15,0 0-10 0,0 0-5 16,0 0-13-16,12-8-2 0,-4 6-16 0,-8 2-6 0,14-1-21 15,-4 1-26-15,-2-1-25 0,-8 1-29 0,17 0-31 16,-10 0-24-16,1 1-35 0,-8-1-22 0,10 1-41 16,-10-1-14-16,14 3-21 0,-10 0-5 0,-4-3-174 15,6 4-490-15,-6-4 216 0</inkml:trace>
  <inkml:trace contextRef="#ctx0" brushRef="#br0" timeOffset="146477.32">29258 6997 143 0,'0'0'211'0,"0"0"0"0,0 0-2 0,0 0-7 16,0 0-6-16,0 0-14 0,0 0-13 0,0 0-11 15,0 0-18-15,0 0-13 0,0 0-12 0,0 0-8 16,0 0-13-16,0 0-7 0,0 0-3 0,0 0 3 16,0 0-5-16,0 0-3 0,0 0-7 15,6 22 2-15,-7-13-14 0,2 1 4 0,-1-1-5 0,0 1-12 16,0 2-4-16,-1-2-2 0,2 4-6 0,-2-2 1 16,1 0-16-16,-2-1-25 0,1 4-46 15,1 1-45-15,0-4-52 0,0 0-48 0,-1 0-45 0,-2 1-176 16,3-3-450-16,-2-3 199 0</inkml:trace>
  <inkml:trace contextRef="#ctx0" brushRef="#br0" timeOffset="146731.82">29496 6989 227 0,'2'-6'327'0,"0"-2"-16"0,2 3-14 15,-4 5-15-15,4-9-15 0,-4 9-20 0,4-5-25 16,-4 5-19-16,0 0-23 0,0 0-15 0,0 0-13 16,0 0-4-16,0 0-12 0,0 0-6 0,6 22-4 15,-6-10-13-15,0 0 2 0,-1 4-24 0,-1 0-8 16,2 0-9-16,0 1 0 0,0-1-18 0,-2-3-19 16,1 2-30-16,1-1-37 0,-1-3-32 0,-2 0-44 15,2 1-45-15,-1 0-57 0,2 0-47 0,0-2-50 16,-3 2-188-16,4-4-532 0,-1-8 235 0</inkml:trace>
  <inkml:trace contextRef="#ctx0" brushRef="#br0" timeOffset="147009.7">29710 7022 166 0,'2'-7'229'0,"-2"7"-23"0,4-4-13 16,-4 4-9-16,0 0-15 0,0 0-9 0,0 0 0 15,0 0 1-15,0 0-4 0,13 8-11 0,-10-2-8 16,2 1-8-16,0 2-13 0,0 1-6 0,1-1 1 16,0 1-13-16,-1-1-7 0,2 1-7 0,0 0-2 15,-1-1-9-15,-2 0-7 0,1-3-4 0,1 2-3 16,-1-1 3-16,-1-2-4 0,0 1 2 0,-3-1-2 16,-1-5 2-16,4 9-6 0,-1-5-5 0,-3-4 1 15,0 0-12-15,3 11-10 0,-3-11-10 0,0 0-16 16,0 0-20-16,0 0-22 0,-10 8-27 0,4-7-40 15,6-1-46-15,-16 3-59 0,5-4-43 0,-4 1-224 16,-2-3-517-16,3 0 228 0</inkml:trace>
  <inkml:trace contextRef="#ctx0" brushRef="#br0" timeOffset="147145.57">29739 6979 181 0,'4'-6'205'0,"-1"3"-19"0,2-4-21 0,1-1-15 16,1 4-12-16,0-3-19 0,2 1-10 0,2 2-8 15,4 1-11-15,0-3-13 0,4 3-23 0,0 0-44 16,2 2-49-16,-1 1-54 0,1 0-150 0,-2 0-262 16,0 0 117-16</inkml:trace>
  <inkml:trace contextRef="#ctx0" brushRef="#br0" timeOffset="147441.1">30055 6920 10 0,'0'0'257'0,"0"0"-30"0,0 0-24 0,0 0-21 16,0 0-16-16,0 0-1 0,0 0-27 0,-5 12 0 16,5-12 0-16,5 9-2 0,-2-3 7 0,0 3-4 15,4 0-5-15,-1 4-9 0,-1-1-10 0,-1 4-9 16,3-1 6-16,-2-4-6 0,-1 2-8 0,2-3-5 16,-2-1-10-16,-1 1-6 0,3 0-2 0,-4-5 2 15,1 3 9-15,1-2 7 0,-4-6 13 0,4 7 15 16,-4-7-8-16,3 4 15 0,-3-4 3 0,0 0 5 15,4 7 1-15,-4-7-3 0,0 0-13 0,0 0-15 16,0 0-10-16,15-11-16 0,-8 4-20 0,2-3-11 16,-3 3-28-16,2-2-21 0,5-4-31 0,2 0-53 15,-3 0-40-15,0-4-33 0,0 2-44 0,2 1-50 16,0-1-41-16,4-5-36 0,-5 7-255 0,-2 0-630 16,2 0 279-16</inkml:trace>
  <inkml:trace contextRef="#ctx0" brushRef="#br0" timeOffset="147599.04">30541 6844 3169 0,'0'0'332'0,"0"0"-188"0,0 0-76 0,0 0-31 15,10-6-3-15,-10 6-8 0,0 0 4 0,2-6 7 16,-2 6 4-16,0 0-9 0,0 0-9 0,0 0 2 16,0 0-20-16,0 0-30 0,3-5-43 0,-3 5-58 15,0 0-80-15,0 0-75 0,0 0-269 0,0 0-596 16,0 0 265-16</inkml:trace>
  <inkml:trace contextRef="#ctx0" brushRef="#br0" timeOffset="214145.27">10313 5814 183 0,'0'0'186'0,"-8"-4"3"0,8 4-4 0,0 0-2 16,0 0-4-16,-7-2-15 0,7 2-4 0,0 0-13 15,0 0-7-15,0 0-9 0,0 0-7 0,0 0-9 16,0 0-4-16,0 0-11 0,0 0-10 0,0 0-10 16,0 0-11-16,0 0-7 0,21-6-25 0,-3 3-5 15,3 1-2-15,8 2-3 0,2-2-7 0,1 2-14 16,-4-3-12-16,6 0-13 0,-7 3-17 0,-5 0-22 15,-2-2-20-15,0 2-29 0,-4 2-25 0,2-4-14 16,0 4-18-16,-8-2-9 0,2 2-133 0,-7-1-330 16,-5-1 146-16</inkml:trace>
  <inkml:trace contextRef="#ctx0" brushRef="#br0" timeOffset="-214744.94">10542 5786 95 0,'0'0'143'15,"0"0"-17"-15,0 0 2 0,0 0-11 0,0 0-23 16,-10 3-3-16,10-3 4 0,-3 10-10 0,2-4 17 16,1 7 32-16,0 2-4 0,0 2-6 0,-2 1-14 15,1 1-5-15,-2 5-10 0,2-4-3 0,-1 4 1 16,2-6-7-16,-3 0-1 0,2 0-9 0,1 7-8 16,0-9-5-16,-1-3-3 0,-1-2-7 0,2 0-7 15,-2 0-2-15,2 2-6 0,0-4-6 0,1 1 0 16,-1-10 0-16,-2 10-6 0,2-3 10 0,0-7-11 15,-3 9-2-15,3-9-2 0,-3 9 0 0,3-9-3 16,-5 6-2-16,5-6-3 0,-9 1-2 0,9-1-3 16,-14-1-3-16,7 1-1 0,7 0 2 0,-21-5-2 15,12 2-1-15,1 1 2 0,0 0-2 0,8 2 0 16,-14-5-1-16,8 4 1 0,6 1-1 0,-11-4 3 16,11 4-2-16,-6-2-1 0,6 2 0 0,0 0 1 15,0 0 0-15,-9-1 1 0,9 1-2 0,0 0-10 16,0 0-4-16,0 0 4 0,0 0-15 0,0 0-3 15,0 0-15-15,30-9-18 0,-12 12-28 0,4-4-17 16,5 2-23-16,1-5-11 0,4 2-15 0,-2 1-10 16,1-2 5-16,-3-4 1 0,-1 4 1 0,1-4 8 15,-9 2 13-15,2 1 10 0,-3 1 16 0,0-4 16 16,-6 2 22-16,1 1 29 0,-3-1 39 0,2-1-10 16,-3-2 21-16,0 4 22 0,-5-2 28 0,2-2 14 15,-4 3 13-15,2 1 13 0,-4 4 14 0,8-10 10 16,-8 7 5-16,0 3-2 0,4-9 0 0,-4 9-4 15,4-5-11-15,-4 5-9 0,0 0-11 0,2-7-8 16,-2 7-14-16,0 0-3 0,0 0-11 0,0 0 12 16,0 0 10-16,0 0 0 0,9 22 1 0,-10-13 2 15,1 3 2-15,-3 5 0 0,3-1 3 0,0 1-9 16,0 0-10-16,2-2-1 0,-2 1-10 0,0 0-5 16,-2-3-1-16,0 2-3 0,2-1-10 0,0-3-2 15,0 3-14-15,0-3-28 0,0 1-33 0,0-2-42 16,-4 0-31-16,3 1-39 0,-2-3-43 0,2 0-31 15,-2 0-27-15,2-2-158 0,1-6-446 0,-8 10 198 16</inkml:trace>
  <inkml:trace contextRef="#ctx0" brushRef="#br0" timeOffset="-214375.41">10945 6010 131 0,'11'-5'156'0,"-1"-1"-11"0,0 2-6 15,2 0-15-15,-2 2-13 0,0 2 0 0,0 0-9 16,-10 0-2-16,16 2-10 0,-5 2-4 0,-2 0 1 16,0 3-7-16,-1 0 1 0,-1-1-3 0,-1 2-1 15,-1-1 1-15,-3 3-2 0,1 0-6 0,-3 2 0 16,-1-3-2-16,-3 2-10 0,0-2-3 0,-1 0-6 16,1 1-2-16,-1-3-5 0,0 0-5 0,1-1-8 15,0 0-7-15,2 0-10 0,2-6-10 0,-6 8-10 16,6-8-12-16,-2 7-4 0,2-7-15 0,-2 7 0 15,2-7 0-15,0 0 5 0,3 10 5 0,-3-10 5 16,5 8-2-16,-2-3 5 0,-3-5 3 0,6 5-1 16,-3 0 6-16,-3-5-3 0,5 8 12 0,0-4 10 15,-4 2 9-15,-1-6 13 0,4 12 6 0,-3-9 4 16,-1-3 4-16,3 11-3 0,-3-11 5 0,0 8 2 16,0-8-1-16,-3 11-5 0,3-11-2 0,-4 8-4 15,4-8-1-15,-2 7-4 0,2-7-18 0,-8 9-19 16,5-6-28-16,3-3-26 0,0 0-58 0,-9 9-55 15,5-7-186-15,4-2-389 0,0 0 172 0</inkml:trace>
  <inkml:trace contextRef="#ctx0" brushRef="#br0" timeOffset="-214202.24">11437 6159 29 0,'0'0'201'0,"12"0"-23"0,-5 2-17 0,3-2-14 16,-10 0-16-16,18 0-16 0,-8 2-20 0,3 1-35 0,-4-1-38 16,1 2-36-16,1-2-39 0,-4 1-25 15,-1 1-88-15,0 1-179 0,-3 0 78 0</inkml:trace>
  <inkml:trace contextRef="#ctx0" brushRef="#br0" timeOffset="-214066.06">11516 6245 126 0,'-9'5'189'0,"9"-5"-4"0,-8 3-4 0,8-3 1 15,0 0-6-15,-8 2-5 0,8-2-9 0,0 0-16 16,0 0-11-16,-5 4-6 0,5-4-11 0,0 0-19 16,0 0-17-16,0 0-14 0,0 0-18 0,0 0-26 0,12 8-43 15,-1-5-48-15,2-3-66 0,6 0-201 0,-2 0-363 16,11-1 161-16</inkml:trace>
  <inkml:trace contextRef="#ctx0" brushRef="#br0" timeOffset="-213503.58">12902 5868 106 0,'0'-7'288'0,"0"7"-21"0,2-8-22 0,-2 8-15 15,4-7-21-15,-4 7-19 0,2-5-19 0,-2 5-26 16,0 0-15-16,0 0-11 0,0 0-1 0,13 12 4 16,-7 4-3-16,3 0-5 0,-1 8-4 0,4 3-15 15,-3 1-8-15,2 0-5 0,-2 2-8 0,0 2-6 16,-2-6-7-16,1-1-4 0,0-1-9 0,-4-4 0 16,0-2-7-16,3-2-6 0,-5-4 1 0,1 0-3 15,-1-1-3-15,5-1-3 0,-5-4-1 0,-2 0 2 16,0-6-4-16,3 8-4 0,-3-8 9 0,2 7 14 15,-2-7 12-15,0 0 27 0,2 5 5 0,-2-5 6 16,0 0-12-16,0 0-4 0,0 0-8 0,11-13-19 16,-2 6-3-16,-6-2 7 0,3-3-4 0,3-2-5 15,1-4-7-15,2-5-8 0,1-1-1 0,-1 2-7 16,1-1-4-16,1 1-3 0,-7 4-5 0,4-5-6 16,-2 6-7-16,2 3-8 0,0 1-12 0,-1-1-25 15,-6 7-22-15,1-1-31 0,-1 2-41 0,-2 1-44 16,-2 5-52-16,9-5-33 0,-9 5-35 0,14 2-233 15,-14-2-584-15,9 6 259 0</inkml:trace>
  <inkml:trace contextRef="#ctx0" brushRef="#br0" timeOffset="-213257.06">13511 6108 12 0,'0'0'270'0,"2"-6"-7"15,-2 6-9-15,0 0-9 0,0 0-10 0,0 0-11 16,0 0-17-16,0 0-7 0,-27-3-12 0,27 3-2 16,-21 9-17-16,10-3-8 0,1 1-13 0,-4 3-3 15,0 1-16-15,-2 3-10 0,5-1-13 0,-1 1-7 16,4-4-12-16,-1 4-7 0,1-3-10 0,4 2-7 16,-2-3-4-16,4 0-11 0,0 3-11 0,2-1-24 15,0-2-26-15,4 1-39 0,2-2-46 0,4 3-51 16,-1-5-58-16,7 0-58 0,3 1-241 0,4-6-548 15,6 0 243-15</inkml:trace>
  <inkml:trace contextRef="#ctx0" brushRef="#br0" timeOffset="-213042.54">13857 6164 175 0,'0'-7'263'0,"0"7"-6"0,0-10-1 15,0 10-8-15,-7-9-6 0,7 9-17 0,0 0-13 16,-12-3-15-16,12 3-4 0,-13 3-4 0,2 1-2 15,-1 3-12-15,-1 1-21 0,-1 3-16 0,6-2-9 16,-5 3-16-16,1 1 2 0,3 0-10 0,0 1-20 16,0-3-18-16,4-1 3 0,-1 1-5 0,3 0-4 15,-1 0-8-15,4-1-7 0,0 0-25 0,2 1-33 16,3 0-50-16,1 0-50 0,1-2-61 0,3 1-67 16,5-2-63-16,1 1-221 0,5-3-567 0,0-2 252 15</inkml:trace>
  <inkml:trace contextRef="#ctx0" brushRef="#br0" timeOffset="-212873.6">14179 6236 90 0,'0'0'312'0,"0"0"-31"0,6-5-26 0,-6 5-15 16,0 0-18-16,0 0-21 0,6-3-20 0,-6 3-12 15,9 0-21-15,-9 0-22 0,0 0-31 0,16 0-33 16,-16 0-47-16,24 1-64 0,-8 1-72 0,5-2-76 15,-2-2-142-15,9-2-367 0,-8 2 164 0</inkml:trace>
  <inkml:trace contextRef="#ctx0" brushRef="#br0" timeOffset="-212485.41">14607 5953 117 0,'-1'-6'316'0,"1"6"-13"15,-2-10-11-15,2 10-9 0,0 0-20 0,0-10-19 16,0 10-24-16,0 0-15 0,0 0-34 0,0 0-13 16,0 0-22-16,0 0-4 0,0 0-11 0,14 23 4 15,-7-6-7-15,2 5-6 0,-3-2-10 0,4 8-12 16,-2-2-1-16,-2-2 2 0,2-1-15 0,-1-5-10 16,-1-1 7-16,-1 1-1 0,-1-2-2 0,2-2-7 15,-3-1-6-15,2-2-3 0,-1-1-1 0,-1-3-8 16,-1 0-4-16,2-1-2 0,-2 0 1 0,-2-6-26 15,3 8 20-15,-3-8 3 0,2 6-5 0,-2-6-2 16,4 6 21-16,-4-6 19 0,0 0 16 0,5 4 8 16,-5-4-7-16,0 0-9 0,0 0-5 0,15-18-12 15,-8 4-4-15,3-3-8 0,2 0-3 0,-2-1-5 16,5-3-7-16,-5-6-5 0,4 1-22 0,-2-1-2 16,0 3-1-16,-3 7 2 0,-1 2 1 0,0 0-7 15,-3 4 9-15,-2 1-9 0,2 3-21 0,-3 2-19 16,1 0-36-16,-3 5-45 0,2-9-55 0,-2 9-60 15,0 0-50-15,4-4-38 0,-4 4-19 0,0 0-33 0,0 0-205 16,2 22-627-16,-2-12 278 0</inkml:trace>
  <inkml:trace contextRef="#ctx0" brushRef="#br0" timeOffset="-212247.46">15117 6099 74 0,'0'0'299'16,"9"0"-30"-16,-9 0-9 0,6-3-3 0,-6 3 1 15,0 0-3-15,0 0-10 0,0 0-22 0,13 0-21 16,-13 0-24-16,0 0-13 0,0 0 2 0,3 9-6 0,-3 0-8 16,0-2-2-16,0 6-18 0,-2-1-9 0,1 6-10 15,-1-3-12-15,1 2-7 0,0 1-11 16,1-1-7-16,1-2-10 0,-2 3-8 0,1-6-2 16,0 4-7-16,-3 0-5 0,3-3-2 0,2 0-15 0,-1-3-39 15,-1 1-32-15,1 1-43 0,-1-2-39 0,-1 0-36 16,2 0-38-16,-2-1-36 0,2-2-34 0,-1-7-27 15,-1 11-199-15,0-4-537 0,1-7 237 0</inkml:trace>
  <inkml:trace contextRef="#ctx0" brushRef="#br0" timeOffset="-211865.03">15182 6154 185 0,'11'-13'205'0,"0"5"5"16,0-4-5-16,-2 4-3 0,2 0-8 0,0 2-13 15,-1 3-16-15,-1 0-13 0,0 1-14 0,0 2-10 0,-9 0-13 16,18 2-8-16,-8 2-14 0,-1 1-2 0,1-1 4 16,-3 1-2-16,-1-1-2 0,2 2-2 0,-2 2-1 15,-4 0-4-15,2-3-5 0,-1 2-7 16,-3-7-5-16,0 11-6 0,0-3-11 0,0-8-5 0,-5 15-11 16,1-6-1-16,0 0-17 0,-1-4-11 0,0-1-14 15,5-4-14-15,-5 11-18 0,2-7-8 0,1 2-9 16,2-6-9-16,-3 10-2 0,3-10-1 15,1 10 5-15,-1-10 6 0,4 14 2 0,-2-9 10 0,0 2-3 16,0 0 8-16,4-2 4 0,0 5 4 0,-2-3 8 16,0-2-4-16,0 4 7 0,-3-4 1 0,3 2 6 15,-2-1 15-15,1 0 10 0,-2 0 8 0,-1-6 4 16,3 11 9-16,-3-11 4 0,0 9 7 0,0-9 4 16,-3 8 4-16,3-8-5 0,-5 8-1 0,0-3-3 15,1-1-4-15,-3 0-5 0,0-1-4 0,0 1-9 16,0-1-15-16,1 0-31 0,-2-1-37 0,2 0-55 15,6-2-65-15,-11 3-64 0,11-3-138 0,-10 2-419 16,10-2 187-16</inkml:trace>
  <inkml:trace contextRef="#ctx0" brushRef="#br0" timeOffset="-211449.24">15868 6160 275 0,'0'0'269'0,"7"-3"-6"0,-7 3-10 16,0 0-16-16,0 0-13 0,0 0-11 0,0 0-13 16,0 0-10-16,-24 6-18 0,9 1-6 0,1 2-10 15,-2 3-6-15,-1-1-13 0,3-1-16 0,0 1-12 16,1-3-11-16,4 1-6 0,-1-1-15 0,1 1-6 16,4-1-9-16,0 0-6 0,2 1-7 0,1-2-6 15,2 0-11-15,0-7-3 0,6 15-12 0,0-6-8 16,5-1-12-16,1 4-7 0,0-7-3 0,5 1-7 15,0 2-7-15,-4-4 4 0,1-3-1 0,-2 3-2 16,-2-2 6-16,-4 0 0 0,2-1 7 0,-8-1 1 16,10 2 11-16,-3 0 16 0,-7-2 1 0,0 0-1 15,0 0 8-15,0 0-1 0,0 0 7 0,0 0-2 16,0 0-1-16,0 0 7 0,0 0-10 0,-32-4 4 16,20 8 2-16,-2-2 4 0,-1 3 5 0,-2 2 6 15,2-2 0-15,-3 1 7 0,5 1-11 0,4-1-6 16,-1 0-6-16,2 2 4 0,3 1-8 0,-4-2-3 15,6 2-7-15,0 1 4 0,2-1 2 0,3 1-5 16,3 0-12-16,3 1-17 0,5-1-25 0,5 1-33 16,5 2-43-16,-3-6-44 0,7 2-53 0,1-2-63 15,-1-1-58-15,-10-3-182 0,-4-3-555 0,0 4 245 16</inkml:trace>
  <inkml:trace contextRef="#ctx0" brushRef="#br0" timeOffset="-210931.46">13932 6576 26 0,'-19'0'196'0,"2"-2"7"16,0 2 2-16,3 0 6 0,1-1-8 0,1 1-2 16,1-3-3-16,3 3-17 0,8 0-6 0,-14 0-10 15,14 0-9-15,-11-1-11 0,11 1-7 0,0 0-7 16,-9 1-7-16,9-1-2 0,0 0-2 0,0 0-4 15,-10 0-4-15,10 0-2 0,0 0-3 0,0 0-17 16,0 0-3-16,0 0-11 0,0 0-3 0,0 0-1 16,30 11 5-16,1-6 5 0,26 0-7 0,36 1-7 0,11 2-3 15,6-5-12-15,9 0 1 0,7 3-6 16,8-1-3-16,2-2 11 0,-1-1-22 0,-8 5-3 16,2-4-1-16,-3 1-3 0,2-4-3 0,-5 9 8 15,-7-3-19-15,-6 1-2 0,-5-1-11 0,-7-1 2 0,-5-1 3 16,-33-2 5-16,1-1-26 0,-6 0 8 15,-4 0-9-15,-15 2 9 0,-4-4-4 0,-6 2-2 16,-8 2 6-16,-5-3 5 0,-2 0-1 0,-3 0 4 16,-1 0 0-16,-7 0-6 0,7-4-4 0,-7 4-23 15,0 0-26-15,0 0-31 0,-34-13-40 0,6 8-37 0,-8 1-61 16,0-2-70-16,-16 3-281 0,-3-4-628 16,-8 3 278-16</inkml:trace>
  <inkml:trace contextRef="#ctx0" brushRef="#br0" timeOffset="-209931.56">14556 6897 9 0,'-3'-6'224'0,"3"6"0"0,0 0 5 0,0-9-6 15,0 9-5-15,0 0-6 0,0 0-12 0,-5-9-10 16,5 9-9-16,0 0-14 0,0 0-12 0,0 0-12 15,0 0-18-15,0 0-9 0,0 0-18 0,0 0-6 16,0 0-15-16,0 0-10 0,0 0-8 0,0 0 1 0,0 0 2 16,0 0-6-16,5 26 0 0,-5-15-2 15,0 3-9-15,0-1 11 0,3 5-15 0,-6 0 5 0,6 0-6 16,-6-3 1-16,6 3-3 0,-3-2-6 16,-3 1 0-16,3-1-7 0,0-1 3 0,0-3-4 0,0 0 1 15,0 1-2-15,0-3-6 0,0 2-3 0,0 0-1 16,0-2 4-16,0 1 2 0,0-5 1 0,-3 4-5 15,1 0 4-15,2 1-10 0,-1-5 0 0,1-6 1 16,-3 13 7-16,2-7-29 0,1-6-18 0,-1 12-22 16,-2-8-16-16,3-4-31 0,0 10-22 0,0-10-33 15,-2 10-19-15,0-5-29 0,2-5-9 0,-2 6-16 16,2-6-9-16,0 0-163 0,0 0-430 0,0 0 190 16</inkml:trace>
  <inkml:trace contextRef="#ctx0" brushRef="#br0" timeOffset="-209504.49">14623 6888 178 0,'4'-11'172'0,"-2"4"-2"16,0 1-5-16,2-1-14 0,-1 0-20 0,5 3-1 15,-2 1-7-15,2-3-10 0,-1 4-10 0,3-2-11 16,0 1-7-16,-1 3-11 0,3-1-2 0,-12 1-12 16,16 2-1-16,-10 1 3 0,5 3 7 0,0-1-2 15,-6-1 3-15,1 2 0 0,-1 0-2 0,-2 2 0 16,-1 1-5-16,-2-2-4 0,2 2-5 0,-4 0-7 16,2-9 3-16,-4 14-6 0,-3-7 1 0,0 2-6 15,-4-2-5-15,-1-2 0 0,3 1-7 0,-1-2-1 16,0-2-5-16,1-2-3 0,2 4-3 0,1-2 2 15,6-2-2-15,-12 2-5 0,12-2 2 0,-9 4-3 16,9-4-1-16,0 0-2 0,-10 0-5 0,10 0-6 16,0 0-6-16,-8 2 1 0,8-2-3 0,0 0-5 15,0 0 9-15,0 0-6 0,0 0 4 0,-2 9-1 16,2-9 1-16,10 14 1 0,-6-5 1 0,2 0 3 16,-1 0-3-16,2 3 3 0,4 1 4 0,-2 0-6 15,2 3-22-15,-1-3-23 0,-2-2-26 0,3 1-38 16,1-2-34-16,-2-1-28 0,1-2-32 0,-1 1-127 15,1 0-364-15,-2-2 162 0</inkml:trace>
  <inkml:trace contextRef="#ctx0" brushRef="#br0" timeOffset="-209259.74">15034 7010 133 0,'4'-5'223'0,"-4"5"3"16,4-9-4-16,-4 9-10 0,3-6-12 0,-3 6-15 15,6-5-17-15,-6 5-17 0,0 0-5 0,0 0-1 0,0 0-2 16,0 0 5-16,7 21-3 0,-9-9-8 0,2 1-13 16,0 3-10-16,-2 1-8 0,2 1-6 0,0-3-12 15,0 1-8-15,-1 0-6 0,1 1-11 0,-3-2 6 16,-2 2-22-16,5-8-4 0,-3 3-1 0,2-1-1 16,0 1-21-16,0-2-21 0,0 0-34 0,-2 2-33 15,2-5-39-15,-2 3-42 0,-1-1-40 0,3-2-31 16,-2-1-39-16,3-6-170 0,-5 10-463 15,5-10 206-15</inkml:trace>
  <inkml:trace contextRef="#ctx0" brushRef="#br0" timeOffset="-208855.48">15204 6955 172 0,'7'-6'177'0,"1"0"-5"16,-3 5-25-16,3-2 10 0,-2 2-14 0,-6 1-6 15,11 0 0-15,-11 0-13 0,14 4-12 0,-8-3-5 16,-1 5-8-16,-1-1-2 0,1 0-6 0,-1-1-6 16,-2 3-7-16,-2-7-10 0,7 13-5 0,-5-5-3 15,-1-2-9-15,-2 3-3 0,1-9-9 0,-2 13-7 16,0-5-15-16,0 0-5 0,-2-2-12 0,2 2-6 16,-1-1-6-16,0 1-10 0,2-2-15 0,-2 1-8 15,3-7 0-15,-2 13-6 0,1-6-5 0,1-7-11 16,1 17 13-16,0-8-8 0,3 0 6 0,-1 1-1 15,2 1 4-15,2-1 1 0,0 1 2 0,0-2 8 16,-1 1 5-16,4-1 6 0,-3-2 6 0,1 1-9 16,-1 0 15-16,-2-4 1 0,1 3 11 0,-1-2 4 15,-1 0 7-15,0 0 7 0,0-2 14 0,-4-3 10 16,5 6 8-16,-5-6 16 0,5 7 11 0,-5-7 4 16,0 0 5-16,-10 12 0 0,2-9-7 0,-1 2-4 15,-2 1-7-15,-5 0-4 0,0-2-9 0,-1-1-1 16,-1 4-4-16,0-3-8 0,4-2-10 0,-5 1-20 15,4 2-28-15,2-3-18 0,-1 0-42 0,9-2-46 16,5 0-71-16,-16 1-125 0,10-1-352 0,6 0 156 16</inkml:trace>
  <inkml:trace contextRef="#ctx0" brushRef="#br0" timeOffset="-208481.73">16783 6737 292 0,'0'0'285'0,"0"0"-16"0,0 0-12 0,0 0-9 16,0 0-13-16,-8 1-10 0,8-1-21 0,0 0-16 0,0 0-20 15,0 0-22-15,0 0-29 0,0 0-16 0,0 0-8 16,0 0-24-16,26 1-24 0,-16-1-33 0,7 3-37 15,3-4-46-15,-2 1-51 0,2 0-44 0,-3-2-42 16,-5 4-186-16,-1-2-426 0,-3 1 188 0</inkml:trace>
  <inkml:trace contextRef="#ctx0" brushRef="#br0" timeOffset="-208321.67">16799 6831 242 0,'-4'4'228'16,"4"-4"-6"-16,-8 3-3 0,8-3-3 0,-5 6-7 15,5-6-14-15,0 0-4 0,-7 2-16 0,7-2-20 16,0 0-19-16,0 0-21 0,0 0-19 0,0 0-28 16,0 0-29-16,22 7-41 0,-9-6-51 0,1-4-68 15,8 2-59-15,-3-4-179 0,9-2-388 0,-1 0 172 16</inkml:trace>
  <inkml:trace contextRef="#ctx0" brushRef="#br0" timeOffset="-207851.46">18232 6372 235 0,'-1'-9'347'0,"1"9"-11"0,0-13-3 15,-1 7-12-15,1 6-14 0,1-9-17 0,-1 9-24 16,0 0-18-16,0-10-26 0,0 10-24 0,0 0-23 16,0 0-19-16,0 0-20 0,0 0-11 0,0 0-2 15,0 0-19-15,0 25 16 0,-2-7-13 0,-1 3-11 16,-1 4-19-16,0 1 6 0,-1 0-7 0,3-6-2 16,-2 4-14-16,3-5-1 0,-2 0-9 0,1 0-2 15,0-2-17-15,1 1 3 0,0-2 5 0,-1 0-8 16,0-1-2-16,1-4-32 0,1-1-33 0,0 0-44 15,0-3-49-15,-2 1-43 0,0 1-50 0,-1-2-47 16,3-7-50-16,3 11-48 0,-3-11-190 0,2 6-603 16,-2-6 267-16</inkml:trace>
  <inkml:trace contextRef="#ctx0" brushRef="#br0" timeOffset="-207540.66">18518 6506 53 0,'0'-6'291'0,"2"-1"-27"0,-2 7-22 15,4-7-11-15,-4 7-11 0,0-7-11 0,0 7-14 0,0 0-18 16,0 0-11-16,0 0-21 0,0 0-14 16,0 0-11-16,0 0-8 0,0 0-10 0,0 0-18 15,-18 21-3-15,14-12-12 0,3 1-2 0,1 2-13 16,-3-2-3-16,5 2-4 0,-2 0-2 0,5 0-8 0,-3 2-3 16,3 1-1-16,2-1-8 0,-5 0-2 0,3-3 2 15,7 1-3-15,-6 0-2 0,-2-3 3 16,1 0-4-16,4 1 0 0,-4-2 5 0,-2 0 4 15,1-2-5-15,0-2 2 0,-4-4 0 0,5 9 8 16,-5-9 4-16,2 9 3 0,-2-9-1 0,3 6 15 0,-3-6-12 16,0 0 5-16,0 0-5 0,0 0-1 0,-8 9-12 15,2-8-8-15,6-1-26 0,-13 0-12 16,3 0-32-16,-2 0-32 0,2 0-34 0,-4-3-49 16,2 0-58-16,0-1-42 0,0-2-248 0,2-2-554 0,0-2 245 15</inkml:trace>
  <inkml:trace contextRef="#ctx0" brushRef="#br0" timeOffset="-207395.61">18598 6424 154 0,'6'-3'206'0,"3"-2"-22"0,1 3-15 16,1 0-16-16,0-1-19 0,1 2-9 16,1 1-15-16,6 0-8 0,-3 1-12 0,1 3-19 15,3-1-41-15,0 0-55 0,1 2-79 0,0-2-130 16,-2 4-252-16,3-4 111 0</inkml:trace>
  <inkml:trace contextRef="#ctx0" brushRef="#br0" timeOffset="-207197.3">18943 6646 3097 0,'0'0'139'0,"-2"9"-92"0,2-9-30 16,-2 8-9-16,2-8-9 0,0 0 0 0,0 0 14 15,-1 9 16-15,1-9 11 0,0 0 15 0,0 0 16 16,5 7 5-16,-5-7 7 0,12 3-9 0,-4 0 11 15,4-1-4-15,6 3-7 0,1-2-11 0,2-1-1 16,-1 0-4-16,-1-1-13 0,2 1-30 0,-1-2-39 16,-1 0-45-16,0 0-46 0,-6-2-57 0,1 1-69 15,0-1-80-15,-2 0-227 0,1-4-594 0,-1 2 262 16</inkml:trace>
  <inkml:trace contextRef="#ctx0" brushRef="#br0" timeOffset="-206792.05">19719 6511 125 0,'0'0'335'0,"0"0"-10"16,4-7-9-16,-4 7-2 0,0 0-5 0,0 0-11 16,0 0-19-16,0 0-15 0,0 0-19 0,0 0-20 15,0 0-29-15,0 0-19 0,0 0-1 0,-23 10-30 16,13 1-13-16,-2 0-8 0,2 3-12 0,-2 1-8 15,3 0-12-15,0-3-22 0,-2 4 7 0,4-5-11 16,1 2-1-16,1-3 3 0,1 2-20 0,-2-3-1 16,4 2-9-16,1-2-4 0,1 1-8 0,0-3 2 15,1 2 1-15,3-2-2 0,3 0 6 0,-1 2-11 16,3-2-4-16,2-1 1 0,-2-1-6 0,4-1-8 16,1-1 4-16,2 3 7 0,-1-6-16 0,-2 0 5 15,1 0 1-15,-3-6-1 0,2 5-2 0,0-5-7 16,-2 0 10-16,2-1 3 0,-4-2-5 0,0 0-1 15,4-5 6-15,-7 4-7 0,2-5-3 0,-3 4 3 16,-1-2 1-16,0-2-19 0,-3 2 16 0,1 2-2 16,-4-1-2-16,-1 0 5 0,1 2-8 0,-2 1-4 15,-1 0-28-15,-3 3 3 0,-2-2-18 0,-3 3-26 16,-5 1-26-16,2 3-30 0,-2 1-52 0,0 4-65 16,-3 1-75-16,5 2-324 0,-2 0-705 0,0-1 313 15</inkml:trace>
  <inkml:trace contextRef="#ctx0" brushRef="#br0" timeOffset="-206606">20073 6706 3539 0,'10'3'160'0,"-1"-1"-98"0,-1 0-31 16,-2-1-14-16,-6-1-6 0,9 2 57 0,-9-2 33 16,6 4 24-16,-6-4-2 0,0 0 1 0,8 1-8 15,-8-1-7-15,0 0-11 0,0 0-16 0,0 0-5 16,0 0-25-16,8 2-31 0,-8-2-47 0,0 0-50 15,0 0-59-15,0 0-56 0,0 0-62 0,0 0-62 16,7 2-66-16,-7-2-210 0,0 0-638 0,0 0 282 0</inkml:trace>
  <inkml:trace contextRef="#ctx0" brushRef="#br0" timeOffset="-206241.45">20335 6428 104 0,'1'-10'296'0,"-1"10"-24"16,0 0-15-16,0 0-4 0,0 0-9 0,0 0-10 16,0 0-12-16,0-9-7 0,0 9-27 0,0 0-16 15,0 0-7-15,0 0-20 0,14 0-12 0,-6 0-10 16,3 3-13-16,7-1-8 0,0 0-9 0,0 0-3 16,1-1-16-16,0 1-5 0,-1 0-9 15,-6-1-6-15,2 0-4 0,-4 2 0 0,-2-2-16 0,-1-1-1 16,-7 0 2-16,12 3-4 0,-12-3-8 0,8 2 9 15,-8-2 0-15,0 0 5 0,8 1-9 0,-8-1 6 16,4 9 11-16,-3-3-1 0,-1 3 5 0,-3 5-3 16,-1 2 2-16,-1 3 7 0,-2 0-2 0,2 6-7 15,-1 0 5-15,-6 0-12 0,6-2 12 0,1-3 5 16,-4 5-11-16,5-9-7 0,-5 2 0 0,4 1 5 16,0-3-14-16,-2 1-4 0,5-3 0 0,-3 2-2 15,1-3-6-15,2-2 4 0,-1 2-7 0,0-1-8 16,0-2-29-16,4-1-54 0,-4 1-63 0,2-4-62 15,0 2-63-15,-2 0-65 0,-2 1-331 0,-3-4-716 16,8-5 317-16</inkml:trace>
  <inkml:trace contextRef="#ctx0" brushRef="#br0" timeOffset="-206073.24">20382 6727 175 0,'0'0'346'16,"3"-8"-30"-16,-3 8-21 0,3-6-25 0,-3 6-17 15,8-4-24-15,0 1-13 0,2 1-23 0,3 0-22 16,0-1-22-16,6 3-9 0,1 0-24 0,2 1-43 16,9 1-48-16,-5-2-59 0,-4 3-67 0,5 1-75 15,-7-2-67-15,-7 1-160 0,1-3-435 0,-5 2 193 16</inkml:trace>
  <inkml:trace contextRef="#ctx0" brushRef="#br0" timeOffset="-205687.05">18468 6960 149 0,'-21'1'264'0,"1"-1"-19"16,3 0-16-16,6 3-13 0,2-2-19 0,1-1-1 16,8 0-11-16,-9 4-7 0,9-4-8 0,0 0 5 15,18 9-4-15,15-4-11 0,27 5-4 0,40 2 2 16,20-5-16-16,12 0-14 0,10 2-12 0,3-2-14 16,2-2-13-16,-2 0-5 0,4 1-9 0,-3-2-3 15,-12-3-10-15,-11 2-8 0,-6 1-4 0,-8-3-4 16,-11 3-2-16,-8 1-4 0,-28-3-9 0,1 1-1 15,-7-3-7-15,-4 4 0 0,-18-3-2 0,-1 0-11 16,-7 1 6-16,-8-1-7 0,-6 0-3 0,1-2-3 16,-4 2-8-16,-2-1-19 0,-7 0-23 0,10-2-35 15,-10 2-42-15,0 0-57 0,0 0-52 0,-37-11-43 16,4 6-250-16,-5 0-570 0,-15 0 253 0</inkml:trace>
  <inkml:trace contextRef="#ctx0" brushRef="#br0" timeOffset="-203251.85">18989 7327 120 0,'0'0'171'0,"0"0"-1"0,0 0-4 16,0 0-10-16,0 0-5 0,0 0-13 0,0 0-7 15,0 0-5-15,0 0-17 0,0 0-4 0,0 0-12 16,0 0-11-16,0 0-6 0,3-10-4 0,-3 10-6 16,0 0-8-16,0 0-8 0,0 0 1 0,0 0-10 15,0 0-3-15,0 0-1 0,0 0-7 0,0 0 0 16,0 0-7-16,0 0-4 0,0 0 4 0,0 0-4 0,0 0-1 16,0 0-5-16,0 0 1 0,0 0-1 15,0 0-6-15,0 0 3 0,0 0-1 0,0 0-1 16,0 0-8-16,0 0 9 0,0 0-3 0,0 0-1 0,0 0-2 15,0 0 3-15,0 0-3 0,0 0 0 16,0 0 0-16,0 0 2 0,0 0-2 0,0 0 0 16,0 0-1-16,0 0-2 0,0 0 3 0,0 0-3 15,0 0 7-15,0 0-2 0,0 0 3 0,0 0-2 16,0 0 0-16,0 0 0 0,0 0-1 0,0 0 11 0,0 0-5 16,0 0 4-16,0 0 1 0,0 0 1 0,0 0 2 15,0 0 6-15,0 0-4 0,0 0 3 0,0 0-5 16,0 0 13-16,0 0-7 0,0 0-1 15,0 0-1-15,0 0 3 0,0 0-1 0,0 0 1 0,0 0-2 16,0 0 0-16,0 0 1 0,0 0 0 0,0 0 2 16,0 0-3-16,0 0-3 0,0 0 0 0,0 0 0 15,0 0 2-15,0 0 0 0,0 0 5 0,0 0-3 16,0 0 3-16,0 0-1 0,0 0 2 0,0 0-4 16,0 0 3-16,0 0-1 0,0 0-1 0,0 0 4 15,0 0-2-15,0 0-5 0,0 0-3 0,0 0 1 16,0 0-4-16,0 0 0 0,0 0-1 0,0 0-6 15,0 0-1-15,-16 1 1 0,16-1-3 0,0 0-2 16,-13 4 3-16,13-4-5 0,-11 5 2 0,6 0-4 16,-3-1 3-16,3 1-5 0,-5 1 6 0,2-2 0 15,1 2-4-15,3-2-1 0,0 5 2 0,-1-5-4 16,0 2 4-16,1 0-7 0,0 0 5 0,0-1 0 16,3 3 0-16,-2 0-2 0,3-8 2 0,-2 12-2 15,0-5 4-15,2-7 0 0,3 13 1 0,0-8 0 16,-1 2-6-16,3 1 2 0,0 0 1 0,2 1 12 15,-2-2-9-15,3-1-3 0,-1 3-3 0,0-3 2 16,1 0 1-16,-1 0 0 0,1 0-1 0,-2 1-2 16,3-3 4-16,-5 1 0 0,1 0-4 0,-1 0 2 15,0-2 3-15,0 1-3 0,-4-4 4 0,6 9-4 16,-5-3 8-16,-1-6-6 0,0 0 2 0,-4 14 1 16,4-14-5-16,-7 13 1 0,-1-7 4 0,0-2-6 15,-4 1 0-15,-3 2-2 0,-2-1-4 0,0-2 10 16,-1 1-18-16,1-1-2 0,3-2 5 0,3-1-5 15,-1-1 3-15,6 2 1 0,6-2-6 0,-14 1-12 0,14-1-11 16,-10-4-6-16,6 0-6 0,4 4-1 0,0-10 2 16,0 10 0-16,9-16 4 0,-3 9-6 15,6-6 2-15,3 2 2 0,2-2 5 0,6-2 3 16,1 0 1-16,-1 4 5 0,3-4 7 0,0 3 2 16,-7 3-5-16,6-5 9 0,-9 3 3 0,3 2 3 15,-4 2 3-15,0-2 0 0,0-1 5 0,-7 4 0 16,1-1 8-16,-3 0 2 0,-2 3 6 0,1-2 2 15,-1 1-1-15,-4 5 0 0,0-14 4 0,0 14 1 16,-4-12 0-16,-1 5-3 0,-3 0 4 0,1-1 0 0,-3 3-1 16,-2-1-4-16,2 1 2 0,-4 1-3 15,2 0 5-15,-4 3-5 0,3-3-1 0,0 3 1 0,2 1 0 16,-5 0-2-16,3 1-2 0,-4 3-1 16,4 1 0-16,-1 1-1 0,0-1-1 0,3 0 5 0,1-1-9 15,0 1-25-15,2 3-24 0,1-3-14 0,-1 2-39 16,3 2-30-16,2-2-33 0,1 0-36 0,-1-1-126 15,3-6-360-15,4 13 160 0</inkml:trace>
  <inkml:trace contextRef="#ctx0" brushRef="#br0" timeOffset="-202899.65">19236 7414 23 0,'11'-3'182'0,"-11"3"-8"0,11-1-7 0,-11 1-18 16,12 1-1-16,-7 2-2 0,-5-3-6 0,9 1 0 15,-4 4-6-15,3-3-2 0,-8-2-12 0,6 7 1 16,-3-1-8-16,0 1-5 0,-3-7-7 0,1 12-6 16,0-5-4-16,-1-7-2 0,-8 16-3 0,3-7-7 15,-5 0-5-15,1 0-6 0,-1 0-6 0,-1-3-2 16,2 2-7-16,-1 0-7 0,0-4-2 0,1 1-5 15,4 0-6-15,-2 3-2 0,0-5-7 0,2-2 4 16,5-1-8-16,-6 4-3 0,6-4 4 0,-7 5-9 16,7-5-3-16,0 0-10 0,-5 3-3 0,5-3-9 15,0 0 3-15,0 0 2 0,0 0-4 0,13 8-2 16,-13-8 1-16,23-2-8 0,-11 2-15 0,5 0-18 16,1-1-25-16,3 1-34 0,0-1-23 0,0-3-35 15,2 3-18-15,5-1-15 0,-8-1-147 0,-2-1-379 16,2 0 169-16</inkml:trace>
  <inkml:trace contextRef="#ctx0" brushRef="#br0" timeOffset="-202565.61">19592 7478 78 0,'0'0'216'16,"0"0"-12"-16,0 0-11 0,0 0-12 0,0 0-10 15,0 0-9-15,0 0-7 0,0 0-6 0,0 0-5 16,-23 15-10-16,17-11-13 0,2 4-14 0,-1-3-8 0,2 3-11 15,1-2-7-15,-2 3-8 0,3-4-6 0,1-5-3 16,-5 13 0-16,5-5 0 0,-2-3-7 16,2-5-1-16,8 12 1 0,-3-7-5 0,0-3 11 15,2 5-15-15,-1-5 3 0,0 2-7 0,3-3-2 0,2 1-5 16,-1-2 2-16,-10 0-5 0,18-2-3 16,-9 0 0-16,-1 0 0 0,-1 0-5 0,2-2 1 15,-3 0-1-15,2-1-3 0,-4-1-1 0,0-3 1 16,1 1-4-16,-4-2 4 0,0 3-5 0,1-2-5 0,-2-2 0 15,-2 2-1-15,0-1-3 0,-1 0-4 0,1 3-5 16,2 7 6-16,-4-12-23 0,1 7-7 0,3 5-23 16,-7-8-12-16,3 5-18 0,4 3-29 15,-9-6-29-15,9 6-31 0,-11-2-32 0,11 2-29 0,-12 2-190 16,12-2-450-16,-9 6 199 0</inkml:trace>
  <inkml:trace contextRef="#ctx0" brushRef="#br0" timeOffset="-202313.53">19898 7400 186 0,'0'0'228'0,"5"-7"-1"0,-5 7 2 15,5-4 6-15,-5 4-8 0,5-6-13 0,-5 6-23 16,5-3-21-16,-5 3-14 0,0 0-18 0,0 0-11 16,0 0 2-16,0 0-4 0,0 0-4 0,3 20-5 15,-3-10-7-15,0 2 5 0,0 1-20 0,0-1-9 16,-2 2-7-16,2-2-4 0,0 5-4 0,0 0-6 15,0-2-7-15,-1-2-7 0,1-3 1 0,0 2-9 16,-1-1-10-16,1 0 6 0,-1 0-9 0,1-1-10 16,-2-3-24-16,2-7-42 0,-1 11-38 0,0-4-48 15,1-7-44-15,-4 10-31 0,3-5-47 0,1-5-32 16,-2 13-151-16,2-13-475 0,0 0 210 0</inkml:trace>
  <inkml:trace contextRef="#ctx0" brushRef="#br0" timeOffset="-202103.56">20063 7490 76 0,'0'0'225'16,"3"-7"-3"-16,-3 7-6 0,0 0-16 0,2-7-7 15,-2 7-7-15,0 0-17 0,0 0-10 0,0 0-13 16,0 0-6-16,0 0-5 0,-25 13-9 0,18-7-3 16,-2 0-14-16,4 2-10 0,0 1-10 0,1-5-5 0,1 5-11 15,-1-2-8-15,3-1-4 0,-3 1-9 16,4-7-8-16,3 14-10 0,-1-5-28 0,2 0-27 15,0-2-34-15,1 0-35 0,2-1-41 0,3 0-41 16,1-2-28-16,1-1-11 0,2 1-148 0,0 0-389 0,4 1 173 16</inkml:trace>
  <inkml:trace contextRef="#ctx0" brushRef="#br0" timeOffset="-201761.32">20276 7590 174 0,'5'-3'179'0,"-2"-3"3"15,2 1-5-15,-5 5 0 0,5-9 1 0,-5 9 7 0,4-8-5 16,-4 8-8-16,2-9-8 0,-2 9-7 0,2-6-11 15,-2 6-7-15,0 0-8 0,1-9-13 0,-1 9-10 16,0 0-9-16,5-8-2 0,-5 8-20 0,5-7-4 16,-5 7-6-16,4-7 3 0,-4 7-15 0,6-9-4 15,-1 2-5-15,-1 1-7 0,5 1-6 0,0-2 14 16,0 0-23-16,-1 2-2 0,2 3-1 0,-1-2-2 16,3 0-4-16,-4 1-2 0,0 1-4 15,0 0 1-15,-2 0-1 0,-6 2 0 0,14-1-4 0,-14 1 2 16,12 2-6-16,-12-2 2 0,7 6-3 0,-5 0 7 15,-1 0-8-15,1 0 6 0,-2 4 4 0,-5 2-1 16,2-2 1-16,-3 0 8 0,1 2-1 0,-1-3-1 16,-2 0-1-16,3 1-7 0,0-2 6 0,1-1-8 15,0 2 2-15,0 0 2 0,2-4-1 0,2-5-2 16,-3 13-2-16,3-13 3 0,-2 9 0 0,2-9-10 16,4 10 6-16,1-3-12 0,2-4-21 0,5 0-19 15,2-1-31-15,4 0-37 0,5-2-49 0,9-2-48 16,0-2-52-16,-4 0-190 0,4-3-492 0,-4 2 219 15</inkml:trace>
  <inkml:trace contextRef="#ctx0" brushRef="#br0" timeOffset="-201480.42">21497 7077 51 0,'0'0'331'0,"-10"-6"-25"0,10 6-16 0,-5-4-13 16,5 4-10-16,-6-3-9 0,6 3-15 16,0 0-9-16,0 0-32 0,0 0 7 0,0 0-35 15,-6-5-17-15,6 5-28 0,0 0-27 0,0 0-24 16,0 0-19-16,0 0-17 0,0 0-22 0,25 0-26 0,-13 0-36 15,3 4-45-15,2-2-50 0,-3 1-50 0,2-1-41 16,-2 2-229-16,-3 0-496 0,-5 0 220 16</inkml:trace>
  <inkml:trace contextRef="#ctx0" brushRef="#br0" timeOffset="-201324.24">21498 7177 47 0,'-8'3'274'0,"8"-3"-32"16,-6 3-16-16,6-3-5 0,0 0-2 0,-5 3-11 15,5-3-12-15,0 0-16 0,0 0-15 0,0 0-23 16,0 0-14-16,0 0-19 0,16 9-22 0,-4-5-36 16,3-4-38-16,2 3-52 0,4-2-63 0,9-1-51 15,-1 0-216-15,1 0-400 0,-1 0 177 16</inkml:trace>
  <inkml:trace contextRef="#ctx0" brushRef="#br0" timeOffset="-200119.22">22024 6614 70 0,'0'0'237'16,"0"0"-7"-16,-1-11-1 0,1 11-6 0,1-8-5 15,-1 8-11-15,0 0-5 0,-2-9-12 0,2 9-7 16,0 0-11-16,0 0-4 0,0-10-10 0,0 10-11 16,0 0-15-16,0 0-15 0,0 0-10 0,0 0 3 15,0 0-24-15,2-9-9 0,-2 9-11 0,0 0-6 16,0 0-6-16,0 0-5 0,0 0-1 0,0 0-1 15,2 26 2-15,-2-10-3 0,0 0-3 0,0 4-2 0,-2-1 1 16,1 6-7-16,0 0 14 0,1-6-16 16,-3 0-5-16,2 6-2 0,0-9 2 0,-3 1 3 15,2-5-6-15,1 3-11 0,0-2 7 0,0 1-2 0,-1-1-3 16,4-1 1-16,-4 0 0 0,2-1-1 16,0 1-8-16,0-4 7 0,0 2-2 0,0 2-2 15,2-5-4-15,-1 4 2 0,-1-5-26 0,0-6-24 16,-1 13-37-16,1-13-33 0,1 12-43 0,-1-5-49 0,0-7-37 15,1 8-45-15,-1-8-235 0,4 6-563 0,1-5 249 16</inkml:trace>
  <inkml:trace contextRef="#ctx0" brushRef="#br0" timeOffset="-199736.89">22344 6635 114 0,'1'-10'296'0,"-1"10"-33"0,0 0-21 0,0 0-31 16,1-7-17-16,-1 7-18 0,0 0-17 0,0 0-13 15,9-3-13-15,-9 3-8 0,16 2-9 0,-4-1-16 16,1 0-7-16,6 2-9 0,-1-1-9 0,0-1-6 16,0 2-8-16,-1 1-8 0,-5-4-4 0,-1 4-5 15,-4-2-2-15,0-1-3 0,0 1-9 0,-7-2-5 16,11 2-1-16,-11-2-2 0,9 2-3 0,-9-2 1 15,6 2 3-15,-6-2 5 0,0 0 2 0,6 3-3 16,-6-3 3-16,2 7 1 0,-2-7 4 0,2 8 6 16,-2-8-2-16,0 14-5 0,-1-4 3 0,0 0-3 15,-1 0-2-15,0 1 0 0,-1 2 1 0,1 4 6 16,-2-2-1-16,0 3-4 0,1-2-2 0,0 0-4 16,-1 4 2-16,0-4-8 0,-2 3 5 0,2-3-5 15,3-5-6-15,-2 2-3 0,-1-1 4 0,0 0-13 16,2-3-32-16,-1 2-32 0,-1-4-45 0,2 2-43 15,-3-4-51-15,3 2-44 0,2-7-45 0,-6 14-173 16,3-8-498-16,3-6 221 0</inkml:trace>
  <inkml:trace contextRef="#ctx0" brushRef="#br0" timeOffset="-199565.6">22470 6837 45 0,'8'-5'185'0,"-8"5"-16"0,10-1-21 0,-3-1-11 16,1 1-18-16,4-2-9 0,-2 3-20 0,3-1-26 15,4 1-47-15,3-1-41 0,1 0-74 0,-3 1-63 16,8-2-173-16,-4 1 76 0</inkml:trace>
  <inkml:trace contextRef="#ctx0" brushRef="#br0" timeOffset="-199412.88">22821 6817 215 0,'0'0'248'0,"0"0"-25"0,0 0-18 0,0 0-16 15,0 0-16-15,0 0-17 0,0 0-14 0,0 0-27 16,0 0-27-16,0 0-37 0,0 0-47 0,0 0-60 16,0 0-55-16,9 3-50 0,-9-3-87 0,0 0-266 15,0 0 117-15</inkml:trace>
  <inkml:trace contextRef="#ctx0" brushRef="#br0" timeOffset="-199016.85">22938 6708 123 0,'1'-8'217'15,"-1"8"-18"-15,0 0-9 0,3-7-15 0,-3 7-16 16,0 0-17-16,0 0-17 0,0 0-14 0,0 0-12 0,0 0-1 16,0 0 19-16,0 0-12 0,0 0-9 15,0 0-7-15,-1 23-6 0,-2-11-9 0,2-3-7 16,-1 1-7-16,4 0-3 0,-4-3-7 0,2 3-3 15,0-10-6-15,6 14-3 0,-3-9-1 0,0 4-4 16,4-1-1-16,0-3-2 0,1 2 1 0,-2-4-5 16,2 1 2-16,3-1-3 0,0 0 2 0,0-1-3 15,0-1-5-15,-1-2 1 0,-10 1 0 0,16-2 1 16,-10-2 8-16,1 1 3 0,-1-2 14 0,0 2 3 16,0-2 4-16,-2 0-4 0,-4 5 5 0,6-14-4 0,-3 9-1 15,-2-3-6-15,1-1-2 0,1 2 10 16,-2 1 5-16,-1 6 2 0,3-11 8 0,-3 11-5 15,4-9-7-15,-4 9 1 0,0 0-9 0,1-8-12 16,-1 8 2-16,0 0 9 0,0 0-12 0,0 0-4 16,0 0 18-16,0 0-2 0,0 0 1 0,-4 26-8 15,3-15 4-15,-2-2 0 0,2 3-3 0,0-1-14 16,-1 4-3-16,2 3-2 0,-1-3 2 0,0 2-3 16,1-2-19-16,-1-5-29 0,1 3-42 0,0-3-43 15,-2-1-51-15,2-2-53 0,2 3-63 0,-2-4-57 0,0-6-204 16,0 0-585-16,0 0 260 0</inkml:trace>
  <inkml:trace contextRef="#ctx0" brushRef="#br0" timeOffset="-198620.19">23255 6727 20 0,'1'-6'258'0,"-1"6"-28"0,3-10-16 0,-3 10-18 16,3-5-12-16,-3 5-5 0,0 0-8 0,0 0-10 15,0 0-12-15,0 0-13 0,0 0-15 0,0 0-7 0,10 14-15 16,-7-7-7-16,0-2-6 0,2 0-8 0,2 0-2 16,-2 3 6-16,5-4 1 0,-2 3-5 0,3-4-7 15,0 1-7-15,-1-2-5 0,-1 1-5 0,2-2-6 16,-3 2 4-16,-2-2-4 0,-6-1-6 16,14-1-4-16,-14 1 4 0,12-3-3 0,-7 2-7 0,-5 1 2 15,9-3 0-15,-4-2 4 0,-5 5 7 0,7-8-4 16,-3 5 10-16,-4 3 3 0,5-9 0 0,-2 3-12 15,-3 6-5-15,5-8-3 0,0 5 3 0,-5 3 2 16,0 0-5-16,3-8-4 0,-3 8 2 16,0 0-13-16,0 0 2 0,0 0 6 0,0 0-5 0,0 0 1 15,0 0 11-15,0 0 6 0,2 25 3 0,-3-13 6 16,0 4 2-16,-2 0-5 0,-2 2-8 0,4 2 0 16,-4-1-1-16,2-1 0 0,-1 1 5 15,3-2-29-15,-2 1 9 0,1-4-11 0,0-2-36 0,2-1-44 16,-1-1-41-16,0 0-60 0,1 0-64 0,2 0-65 15,0-3-60-15,0 2-205 0,-2-9-610 0,7 10 271 16</inkml:trace>
  <inkml:trace contextRef="#ctx0" brushRef="#br0" timeOffset="-197519.58">23720 6988 136 0,'0'0'277'0,"-2"7"-3"0,2-7 2 15,0 0 3-15,0 0-4 0,0 0-16 0,0 0-25 16,0 0-20-16,0 0 0 0,16-18-11 0,-11 13-18 16,3-3-19-16,-3 1-8 0,4-1-11 0,-3-2-4 15,1 2-14-15,-1-3-10 0,2 5-15 0,1-5 6 16,-3-1 0-16,1 3-7 0,-1-3-25 0,3 1 6 15,-1-3-10-15,-2 4-8 0,2-5-15 0,-2-1 5 16,3 0-2-16,-3 2-10 0,1 3-13 0,-2 0-5 16,-1 1 10-16,1 3-5 0,-3 0-2 0,1 1-1 15,-3 6-3-15,4-9-3 0,-4 9-4 0,2-8 0 0,-2 8-10 16,0 0 3-16,4-6-6 0,-4 6 2 16,0 0-3-16,0 0-6 0,0 0 4 0,0 0 0 15,0 0-2-15,0 0 2 0,-7 30 1 0,4-21 1 0,2 1-5 16,-2-2 0-16,2 0 2 0,0 1-15 0,-1-3 13 15,2 6 3-15,2-6-4 0,-2-6 3 0,1 13 1 16,0-6 3-16,6-1 0 0,-1 2 1 16,3-2-6-16,1 0 5 0,3-1-1 0,0-3-6 0,0 2-5 15,-2-1 2-15,3-3-5 0,-4 2 2 0,2-2-7 16,-3 0 5-16,1-2-4 0,-2 2 3 0,-8 0 6 16,15-6-17-16,-10 3 19 0,2 0-6 15,0-4-10-15,-1 0 4 0,1-2 7 0,-3 2-6 0,2-2-15 16,-2 0 15-16,2 1 0 0,-3 1 6 0,1 1-3 15,0 0 1-15,-4 6 5 0,3-9 1 0,-3 9-2 16,4-7-3-16,-4 7 6 0,3-4-1 0,-3 4-2 16,0 0 1-16,5-5-5 0,-5 5 0 0,0 0 8 15,0 0 12-15,0 0-14 0,-4 22-2 0,2-12 7 16,-1 2-2-16,2 1 3 0,-3-2-5 0,3 0-25 16,-3 7-23-16,2-7-34 0,1 1-41 0,0 5-46 15,0-2-48-15,1 2-48 0,-2-6-58 0,1 2-231 16,1-4-604-16,0 1 268 0</inkml:trace>
  <inkml:trace contextRef="#ctx0" brushRef="#br0" timeOffset="-197069.46">24293 6891 13 0,'6'-4'212'15,"-6"4"-18"-15,4-5-9 0,-4 5-10 0,0 0 3 16,0 0 13-16,0 0-8 0,0 0-5 0,0 0-9 15,5 18-5-15,-5-9-10 0,0 0-13 0,0-9-12 16,-1 14-8-16,1-14-13 0,-1 11-1 0,-1-5-11 16,2-6-2-16,-1 11-5 0,1-11 7 0,-1 7 1 15,1-7 5-15,-2 7 12 0,2-7 8 0,0 0 8 0,0 0 10 16,0 0 10-16,0 0-6 0,0 0-6 0,0 0-15 16,0 0-16-16,0 0-7 0,0 0-14 15,0 0-7-15,0 0-5 0,4-30-9 0,-2 20-10 16,0-2-6-16,2-5-7 0,1 0-9 0,1-1-9 0,0-1-3 15,1-3-5-15,1-3-4 0,1 7-6 0,1-5-6 16,-2-2 2-16,2 2 1 0,-2 7-5 0,-1 0 1 16,2 3 2-16,-2 4 0 0,-4 2 5 15,1 0-10-15,-1 2 1 0,1 0-8 0,-4 5-1 16,4-5 3-16,-4 5-1 0,0 0-5 0,0 0 4 0,12 14 0 16,-8-5 12-16,-1 6 1 0,1 1 3 0,-1 0 3 15,3 2 3-15,-4-1 8 0,1 0 7 16,0 3-2-16,0-5-8 0,-2-2-4 0,0 5 4 15,1-3-1-15,-1-2-3 0,2 3 4 0,-2-4-9 0,3 0 6 16,-4 0-5-16,0-2 1 0,5-1-26 0,-5-1-28 16,3 3-48-16,-2-5-50 0,0 0-41 15,0 1-47-15,-1-7-59 0,4 13-47 0,-4-8-298 16,0-5-689-16,0 0 305 0</inkml:trace>
  <inkml:trace contextRef="#ctx0" brushRef="#br0" timeOffset="-196922.55">24353 6857 127 0,'0'0'216'0,"5"-10"-22"15,-5 10-20-15,13-1-18 0,-3-1-15 0,3 0-16 16,5 0-30-16,0 0-38 0,10-1-72 0,5-1-65 16,-4 1-119-16,7-1-215 0,1 0 96 0</inkml:trace>
  <inkml:trace contextRef="#ctx0" brushRef="#br0" timeOffset="-196809.61">24836 6787 250 0,'0'0'234'0,"0"0"-28"0,0 0-32 15,0 0-34-15,0 0-48 0,0 0-65 0,0 0-70 16,0 0-137-16,0 0-195 0,0 0 86 0</inkml:trace>
  <inkml:trace contextRef="#ctx0" brushRef="#br0" timeOffset="-191501.68">9001 8229 146 0,'0'0'178'0,"0"0"-8"16,-9-3-3-16,9 3-3 0,0 0-9 0,0 0 0 15,0 0-9-15,-8-2-8 0,8 2-11 0,0 0-3 16,0 0-12-16,0 0-8 0,0 0-12 0,0 0-6 16,0 0-10-16,0 0-6 0,0 0-10 0,0 0-2 15,0 0-5-15,0 0-5 0,0 0-4 0,0 0-3 0,29-2-8 16,-17 2-1-16,7 0 0 0,-6-2-6 0,6 1-4 16,-1 1 0-16,3-1-17 0,0 0-8 15,-2-2-17-15,3 2-15 0,-2 0-22 0,0 1-28 16,0-2-22-16,2 2-28 0,-4-1-38 0,1-1-24 15,-5 2-116-15,-2-2-338 0,0 0 150 0</inkml:trace>
  <inkml:trace contextRef="#ctx0" brushRef="#br0" timeOffset="-190986.01">9181 8206 128 0,'0'0'180'0,"0"0"-10"0,0 0-9 16,0 0-6-16,-7 4 3 0,7-4 5 0,-1 7 3 16,-2 0-2-16,3-7-5 0,-1 18-3 0,-3-2 3 15,2 0-12-15,-3 2-12 0,3 0-11 16,1 0-6-16,0-1-5 0,-3 9-2 0,3-2-9 0,-1-5-8 16,2-1-10-16,-1 1-5 0,0-1-2 0,1 0-10 15,2-2-7-15,-4 0-4 0,3-3-5 0,-1 3-9 16,0-4-4-16,1-2-1 0,-2 1-5 0,2-5-6 15,1 2 1-15,-2-8-6 0,1 14-1 0,-1-9 4 16,1 3-5-16,-1-8 1 0,-1 9 0 0,1-9-3 16,1 8-3-16,-1-8 0 0,0 0 3 0,0 8-7 15,0-8 5-15,0 0-4 0,0 0-2 0,0 0 0 16,-6 7-1-16,6-7 0 0,-8 0-1 0,8 0-4 16,0 0 1-16,0 0-2 0,-14-7 7 0,14 7-10 15,-10-5-8-15,5 2 10 0,5 3 0 0,-13-4-4 16,8 1 2-16,5 3 2 0,-14-7-4 0,5 5 2 15,4 1 0-15,-3-2-1 0,8 3-2 0,-13-1 4 16,13 1-1-16,-11-4 1 0,11 4-2 0,-9-1-2 16,9 1 5-16,0 0-3 0,-9-2 0 0,9 2-1 15,0 0 3-15,0 0-2 0,0 0-8 0,-9-2 6 16,9 2 3-16,0 0 2 0,0 0-1 0,0 0-1 16,0 0 2-16,26 10-1 0,-12-9 9 0,2 1-10 15,3-2-2-15,1 0-7 0,1 1-15 0,2-2-18 16,-2 2-21-16,4-1-34 0,-4 0-28 0,-2 2-30 15,-1 0-36-15,1-2-22 0,-1-2-17 0,0 4-30 16,-4-1-132-16,2-1-425 0,-3 0 188 0</inkml:trace>
  <inkml:trace contextRef="#ctx0" brushRef="#br0" timeOffset="-190713.26">9649 8519 112 0,'0'0'214'0,"0"0"6"0,-7-9-4 16,7 9-1-16,-8-4-5 0,2 1-4 0,6 3-9 16,-18 3-6-16,8 0-9 0,-2-2-8 0,1 2-10 0,-2 3 0 15,-1 2-2-15,0 2-11 0,0 1-8 0,2-1-5 16,-3 2-2-16,4 0-6 0,-1-1-14 16,1 2-11-16,2 3-6 0,0-3-6 0,1-1-13 15,3 1-11-15,1-2 5 0,0-2-16 0,2 1-6 0,0 0-4 16,2 1-6-16,2-1-4 0,1 0-12 0,1-2-16 15,3 3-9-15,0-6-29 0,4 1-28 0,-1 0-34 16,6 1-37-16,-3-4-40 0,6 1-43 16,-2-3-31-16,5-1-36 0,-1 2-230 0,0-2-549 0,1-2 243 15</inkml:trace>
  <inkml:trace contextRef="#ctx0" brushRef="#br0" timeOffset="-190490.05">10075 8488 246 0,'0'0'274'0,"-5"-7"-14"0,5 7-9 0,0 0-7 0,0 0-7 16,0 0-14-16,0 0-16 0,0 0-12 0,0 0-26 16,5-8-9-16,-5 8-10 0,16-2-21 0,-5 2-15 15,2 0-13-15,1 0-22 0,0 0-28 0,4-2-34 16,-9 4-36-16,5-2-46 0,-3 0-49 0,1 0-45 15,-1 0-46-15,-3 0-47 0,-3 3-131 0,-5-3-414 16,10 5 184-16</inkml:trace>
  <inkml:trace contextRef="#ctx0" brushRef="#br0" timeOffset="-190319.46">10013 8595 45 0,'0'0'228'0,"-9"2"-9"16,9-2-6-16,-5 3-2 0,5-3-4 0,0 0 4 15,0 0-12-15,0 0-6 0,0 0-21 0,0 0-15 16,20 6-13-16,-5-6-15 0,3 0-11 0,3-3-17 16,0 0-36-16,7 0-32 0,1-1-44 0,-9 2-59 15,3 0-62-15,7-3-50 0,-2 3-193 0,-7-2-407 16,0-1 180-16</inkml:trace>
  <inkml:trace contextRef="#ctx0" brushRef="#br0" timeOffset="-188612.44">11080 8242 113 0,'0'0'222'16,"0"-10"-3"-16,0 10-11 0,0-10-13 0,0 10-5 15,0-9-3-15,0 9-5 0,2-7-4 0,-2 7-12 16,0 0-10-16,0-9-13 0,0 9-15 0,0 0-13 16,0 0-14-16,0 0 3 0,3-7-25 0,-3 7-7 15,0 0-2-15,0 0 5 0,0 0 1 0,0 0 5 16,2 20 5-16,-3-8 1 0,0 5 2 0,-2 2-1 15,2 7 4-15,-3 0-19 0,3 0-5 0,-7 2-3 0,3-2 0 16,0 0-3-16,0 0-6 0,1 3 11 16,-2-3-9-16,1-5-11 0,1 4 11 0,0-7-14 15,1 0-12-15,0 0-3 0,1-1-11 0,0 1 10 16,-1-4-1-16,-1 0-7 0,3-5 0 0,-3 2 0 16,4-1 2-16,-2 0-8 0,2-1-7 0,-2 0 7 15,2-9-21-15,-3 13-13 0,1-8-22 0,2-5-26 16,0 11-30-16,0-11-25 0,-2 7-26 0,2-7-36 15,-2 6-27-15,2-6-25 0,0 0-20 0,0 0-15 0,0 0-186 16,0 0-496-16,0 0 219 0</inkml:trace>
  <inkml:trace contextRef="#ctx0" brushRef="#br0" timeOffset="-188203.9">11078 8238 39 0,'4'-14'190'0,"3"2"-16"0,-2 1-3 16,1 0-8-16,3 3 0 0,0 0-8 0,0 1-10 16,1 0-6-16,1 2-9 0,0 1-13 0,2 0-8 15,0 2-9-15,1 2-6 0,-3-2-8 0,1 4-7 16,0-2-11-16,-2 3-3 0,0 0 0 0,0 0-1 16,-3 0-4-16,-1 1 2 0,-1 2-4 0,2 1-3 15,-4-2 1-15,-3-5-1 0,0 16-6 0,-4-5-4 16,0-2-3-16,-3 1 3 0,1 0-12 0,-4-3-3 15,0 2-3-15,3-2 4 0,0 0-14 0,1-1-11 16,-1 0-13-16,3-1-11 0,4-5-6 0,-5 8-7 16,5-8 1-16,-1 9 0 0,1-9-9 0,5 7-2 15,0-3 0-15,4 0 1 0,2 2 6 0,-1-1 4 16,1-2 1-16,1 2 5 0,-3 0 1 0,2 3-1 16,-1-3 4-16,-3 2 0 0,2-1 7 0,-4-1 1 15,1 0 4-15,-4 1 5 0,0-1 10 0,-2-5 12 16,1 12 6-16,-1-12 5 0,-3 12 5 0,-4-4 1 15,1-2-2-15,-6-4-1 0,2 6-5 0,1-3-1 16,-1 0-5-16,-3 1-2 0,2-1-9 0,0-1-17 16,0-1-22-16,4 0-40 0,-2 0-41 0,4-1-68 15,0 2-221-15,5-4-431 0,0 0 191 0</inkml:trace>
  <inkml:trace contextRef="#ctx0" brushRef="#br0" timeOffset="-187987.46">11808 8188 70 0,'0'0'292'0,"0"0"-32"0,0 0-27 0,7-6-21 0,-7 6-18 16,6-3-17-16,-6 3-11 0,15-3-14 0,-2 1-19 15,0 1-9-15,7-1-14 0,3-1-13 0,-6 3-28 16,4 0-24-16,-4 0-33 0,1 0-37 0,-5 0-37 15,0 0-44-15,-3-1-37 0,-3 1-27 0,-7 0-137 16,12 0-332-16,-12 0 146 0</inkml:trace>
  <inkml:trace contextRef="#ctx0" brushRef="#br0" timeOffset="-187633.62">11935 8178 39 0,'0'0'187'0,"-10"1"-12"0,10-1-13 15,0 0-9-15,0 0-2 0,0 0-13 0,-7 3 3 16,7-3 6-16,0 8 9 0,-4-1 0 0,2 5 0 15,-1-1 5-15,-1 4-5 0,4 4-13 0,-6 0 1 16,2 7-9-16,0 0-7 0,4 0-11 0,-4 1-10 16,4-8-1-16,-1 0-15 0,0 1-11 0,0-2-6 15,-1-1-8-15,2-1-6 0,-2 0-2 0,2-1-7 16,-2-5-2-16,2 1-7 0,-2-2-5 0,4 1-5 16,-4-3-4-16,2-7-2 0,-3 9 0 0,0-4-13 15,3-5-7-15,-4 11-13 0,-1-9-11 0,5-2-8 16,-11 7-3-16,5-6-10 0,-2 2-1 0,8-3-3 15,-14 1 5-15,5-1-1 0,9 0 7 0,-20-1-1 16,13-2 6-16,-1 3 2 0,8 0 2 0,-12-4 2 0,12 4 7 16,-9-1 6-16,9 1 7 0,-7-2 2 15,7 2 9-15,0 0 0 0,0 0 1 0,0 0 0 16,0 0 0-16,0 0-4 0,0 0 0 0,0 0 4 16,33-2-4-16,-17 1 1 0,0 1-17 0,3-3-14 15,3 0-23-15,0 3-31 0,-2-1-44 0,9 0-39 16,0-3-32-16,-2 0-54 0,-6 1-163 0,8 2-444 15,-10-2 197-15</inkml:trace>
  <inkml:trace contextRef="#ctx0" brushRef="#br0" timeOffset="-187403.93">12217 8465 162 0,'0'0'239'0,"2"-8"-3"0,-2 8-3 0,0 0-4 15,1-8-5-15,-1 8-10 0,0 0-12 0,0 0-30 0,4-4 0 16,-4 4 6-16,0 0 7 0,0 0-2 0,0 28-12 15,-2-17-13-15,0 4-11 0,-1 3-9 0,-1 0-17 16,-1 1-9-16,0 0-5 0,1-1-12 16,2 1-8-16,-1-1-15 0,-1 0-3 0,2-3-10 15,-2-1-12-15,3 1-14 0,1-2-21 0,-2-1-29 0,-1-2-35 16,3 0-28-16,-2-4-23 0,2 4-39 16,0-3-36-16,0-7-33 0,0 10-20 0,0-10-22 15,0 0-13-15,-2 10-155 0,2-10-456 0,0 0 202 16</inkml:trace>
  <inkml:trace contextRef="#ctx0" brushRef="#br0" timeOffset="-186997.59">12197 8609 8 0,'6'-25'172'0,"-2"6"-7"0,2 1-1 15,1-7 9-15,-1 10-1 0,1 3 5 0,-1 1 2 16,1 1-1-16,-3 0-7 0,3 1-9 0,-3 4-11 16,1 1-7-16,-1-2-15 0,3 1-11 15,-7 5-8-15,9-3-15 0,-9 3 3 0,12 0 5 0,-12 0-10 16,14 4-1-16,-8 0-14 0,0 2-7 0,-2-1-8 15,4 2-3-15,-5 0-10 0,3 1-2 0,-2-3-6 16,-4 1-6-16,4 3 4 0,-1-3-6 0,-1 2-7 16,0 2 1-16,-2-1-3 0,0 1-3 0,-2-1-3 15,-3-1-8-15,3 0-8 0,-4-1-6 16,0 2-10-16,-2 0-9 0,2-2-11 0,1 0-13 0,-4-1-10 16,3 2-10-16,1-3-5 0,2 1-8 0,-1-2-2 15,2 2-7-15,2-6-1 0,-6 12 1 0,6-12 2 16,3 11 7-16,-3-11 10 0,3 11 6 0,-3-6 6 15,0-5 6-15,6 11 4 0,-3-6 4 0,2 0 8 16,-1-1 7-16,-1 2 3 0,-3-6 5 0,6 10 8 16,-4-6 13-16,0 1 14 0,-2-5 15 0,4 9 4 15,-4-9 8-15,2 8 6 0,-2-8 9 0,0 8 7 16,0-8 1-16,0 0-4 0,-4 10-1 0,0-5-4 16,4-5-6-16,-6 7-6 0,1-4-3 0,1 2-6 15,-4-2-3-15,2 2-6 0,6-5-17 0,-9 4-20 16,3-2-29-16,6-2-33 0,-14 2-42 0,9-1-47 15,5-1-61-15,-11 0-162 0,11 0-417 0,-14-3 186 16</inkml:trace>
  <inkml:trace contextRef="#ctx0" brushRef="#br0" timeOffset="-186794.54">12722 8551 2497 0,'7'-4'118'0,"-3"-1"-61"0,1 1-26 0,-5 4-18 16,7-6-1-16,-7 6-7 0,9-5 14 0,-3 3 13 16,-6 2-11-16,18-1-2 0,-9-1 3 0,5-1-4 15,3 3-2-15,-3 2-2 0,4-4-18 0,-4 4-29 16,-3 1-42-16,0-1-49 0,0-1-40 0,-2 1-40 16,-4 1-178-16,1 0-413 0,-6-3 182 0</inkml:trace>
  <inkml:trace contextRef="#ctx0" brushRef="#br0" timeOffset="-186639.45">12810 8632 124 0,'-5'3'257'0,"5"-3"-5"0,0 0-7 0,-11 4 0 15,11-4 0-15,0 0-8 0,-7 3-13 0,7-3-11 16,0 0-19-16,0 0-13 0,0 0-11 0,0 0-23 16,0 0-18-16,19 7-9 0,-7-7-43 0,1 0-36 15,1 0-54-15,5 0-57 0,-2 0-83 0,4-3-77 16,0 3-210-16,0-1-476 0,0-3 211 0</inkml:trace>
  <inkml:trace contextRef="#ctx0" brushRef="#br0" timeOffset="-183885.56">14211 8259 191 0,'0'0'223'0,"3"-11"-6"16,-1 5-7-16,-2 6-1 0,0-7-9 0,0 7-12 0,0 0-19 15,3-7-14-15,-3 7-17 0,0 0-11 0,0 0-9 16,0 0 2-16,0 0 0 0,0 0 3 0,0 0-10 15,3 29-7-15,-4-11-3 0,2 7-4 0,-4 0-9 16,2 0-2-16,-1 4-1 0,-3-5-4 0,5 4-7 16,-3-4-6-16,3-4-5 0,-1 0-3 0,0-1-8 15,-1-1-4-15,0 0-5 0,2-1 0 0,-2-3-10 16,0-3-2-16,2 1-1 0,0-2-10 0,0 1 0 16,-2-1-24-16,2-3-21 0,-1 0-29 0,2 2-29 15,-1-9-34-15,-2 11-44 0,1-5-38 0,1-6-25 16,-4 10-39-16,4-10-202 0,0 7-501 0,0-7 221 15</inkml:trace>
  <inkml:trace contextRef="#ctx0" brushRef="#br0" timeOffset="-183544.98">14510 8314 193 0,'12'-5'184'0,"3"-1"-16"0,-2 4-10 0,1 0-3 16,3 3 9-16,1 0-3 0,-6 1-9 0,2 1-6 15,-3 5-9-15,2-2-10 0,-4 1-8 0,0 2-7 0,-3 1-4 16,2 2-5-16,-4 3-8 0,-2 2-6 0,-3-3-3 16,-4 3-3-16,1 0-8 0,-6-1-5 15,1 1-5-15,-1-4-8 0,-4 0-4 0,-2 0-7 16,0-1-4-16,3-1-4 0,-4-5-3 0,3 3 3 0,0-6-13 16,4 2 3-16,0-1-1 0,0-3-4 15,4 1-1-15,6-2-1 0,-11 1-8 0,11-1 7 16,-10-1-3-16,10 1 15 0,0 0-12 0,-11-2-2 0,11 2 1 15,0 0-2-15,0 0-4 0,0 0-1 0,0 0-2 16,0 0 2-16,0 0-5 0,0 0-1 0,0 0-2 16,0 0 3-16,29 13 0 0,-18-9-3 15,2 1-1-15,4 1 0 0,-1 0-6 0,6-1-28 0,-2 1-28 16,1-2-42-16,8 0-41 0,-2 0-58 0,4 0-36 16,-3-3-211-16,0-1-483 0,-1 0 215 0</inkml:trace>
  <inkml:trace contextRef="#ctx0" brushRef="#br0" timeOffset="-183217.95">15036 8450 136 0,'0'0'232'0,"-5"-12"-4"0,3 6-3 0,2 6-6 16,-7-7-12-16,7 7-13 0,-6-2-16 0,6 2-10 16,0 0-7-16,-17 9-7 0,9-3 4 0,2 2-21 15,-3 6-14-15,4-1-7 0,0-3-15 0,0 0-9 16,2 3-10-16,3-1-4 0,-1-1-10 0,2 2-8 15,2-2 0-15,0 0-8 0,4-2 3 0,1-1-6 16,4 0 3-16,3-1-1 0,-3 0-5 0,6-2-2 16,0-4-3-16,1 1-4 0,2-2-2 0,0-2-6 15,-4 1 0-15,1-4-3 0,-1 1-5 0,-5 0 2 0,-1-2-6 16,-1-1 0-16,-3-2-3 0,-1 1-2 16,1-1 4-16,-3 0-5 0,-1-2-1 0,-3 0-3 15,0 0 2-15,-3 0-1 0,1-5-8 0,-7 2 2 16,2 4-4-16,-2-4-5 0,-2 1-4 0,4 5-8 0,-2-1-5 15,-3 4-16-15,4-2-11 0,-6 3-28 0,2 4-18 16,0 0-30-16,-4 0-36 0,0 1-38 16,3 4-43-16,0 1-228 0,4 1-509 0,3-1 226 15</inkml:trace>
  <inkml:trace contextRef="#ctx0" brushRef="#br0" timeOffset="-182956.68">15510 8390 61 0,'0'0'316'0,"3"-8"-10"0,-3 8-12 0,0 0-11 15,1-8-18-15,-1 8-9 0,0 0-25 0,0 0-25 16,0 0-24-16,0 0-20 0,0 0-13 0,0 0-11 16,0 0-3-16,13 14 0 0,-8-5-8 0,5 7-21 15,-2 0-2-15,0 1 5 0,3 0-25 0,-1-1-6 16,3 6-8-16,-1-5 2 0,-1-2-14 0,0 2-2 15,0-2-15-15,-1-1 1 0,2 0-2 0,-1-1-28 16,-3-5-34-16,1 3-41 0,0-3-36 0,-3 1-51 16,-1-2-52-16,-2-1-41 0,1-1-36 0,-2-1-231 15,-2-4-553-15,3 9 244 0</inkml:trace>
  <inkml:trace contextRef="#ctx0" brushRef="#br0" timeOffset="-182756.38">15711 8424 111 0,'0'-11'235'0,"-1"-1"2"16,-1 4 6-16,1 1-2 0,1 7-7 0,-1-12-4 16,1 12-17-16,-3-7-17 0,3 7-18 0,0 0-4 0,0 0-3 15,0 0-7-15,-23 14 0 0,10 1-16 0,-3 5-12 16,-2 2 10-16,-2 3-28 0,-2 0-11 16,1-1-14-16,1 0-10 0,0-2 0 0,2-1-19 15,2 0-38-15,3-6-32 0,-3 5-39 0,4-4-50 0,1-2-54 16,3 3-54-16,3-7-65 0,0 4-238 0,2-3-546 15,3-3 242-15</inkml:trace>
  <inkml:trace contextRef="#ctx0" brushRef="#br0" timeOffset="-182395.61">16050 8322 154 0,'2'-6'306'15,"-2"0"-13"-15,0 6-4 0,3-9-8 0,-3 9-2 16,1-10-10-16,-1 10-20 0,3-5-14 0,-3 5-11 16,0 0-18-16,1-8-23 0,-1 8-14 0,0 0-20 15,0 0-12-15,0 0-13 0,4-6-13 0,-4 6-9 16,0 0-9-16,0 0-11 0,0 0-4 0,0 0-18 16,0 0-8-16,0 0-4 0,0 0-1 0,0 0-10 15,0 0-6-15,0 0 3 0,0 0-10 0,9 20 0 16,-9-9 7-16,0 1 5 0,-2 6 2 0,4 7 5 15,-2 2 0-15,0-3 2 0,0 2 2 0,-2-7-7 16,1 6-1-16,-2 0-4 0,2-5 0 0,-1-1 1 16,0-1-9-16,4-1 1 0,-6-2 0 0,4-2-7 15,0 0 3-15,-1-3-5 0,1 3-1 0,0-4 0 16,0 1-13-16,-2-3-22 0,1 0-34 0,1-7-31 16,0 12-36-16,0-12-28 0,-2 10-38 0,0-6-44 15,2-4-36-15,-2 8-40 0,2-8-38 0,-4 8-207 16,4-8-594-16,0 0 263 0</inkml:trace>
  <inkml:trace contextRef="#ctx0" brushRef="#br0" timeOffset="-182048.05">16377 8346 2 0,'0'-5'310'0,"0"5"-30"15,1-12-21-15,-1 12-12 0,1-6-2 0,-1 6-20 0,0 0-14 16,0-9-19-16,0 9-21 0,0 0-14 0,0 0-18 15,0 0-10-15,4-7-12 0,-4 7-10 0,12 0-8 16,-12 0 1-16,20 6-19 0,-6-3-4 0,0-2-10 16,5 4-4-16,-1-2-7 0,1 0 5 0,-3 0-15 15,-2 1-8-15,-4-3-4 0,2 4-2 0,-1-4-5 16,-2 3-3-16,-2-1-4 0,0-1-1 0,-2 2 6 16,-1 1 10-16,1 0 6 0,-1 3 5 0,-1-1 5 15,-1 1 18-15,0 1 8 0,-2 8-7 0,0-6 4 16,-2 6-3-16,1 0 7 0,0 1-11 0,-3 0-7 15,2 1 1-15,-1-1-8 0,-1 0-5 0,-1 0-5 16,0 7-4-16,-2-9 1 0,5 0-1 0,-3 1-4 16,1-4-8-16,1-1-1 0,0 0 6 0,1-1-23 15,-1 2-27-15,1-1-34 0,-1-3-56 0,1 2-41 16,1-3-43-16,-2 1-45 0,2-2-54 0,1-7-43 16,-3 9-245-16,2-3-627 0,1-6 279 0</inkml:trace>
  <inkml:trace contextRef="#ctx0" brushRef="#br0" timeOffset="-181872.05">16508 8592 223 0,'0'0'278'0,"0"0"-25"0,4-6-5 0,-4 6-3 16,0 0-16-16,3-8-15 0,-3 8-24 0,0 0-16 0,9-7-18 15,-3 7-16-15,1-3-35 0,3 2-35 16,5-1-39-16,-3 0-49 0,7 2-54 0,-1 0-55 15,3-2-47-15,1 1-188 0,-3-1-390 0,2 2 173 16</inkml:trace>
  <inkml:trace contextRef="#ctx0" brushRef="#br0" timeOffset="-181738.17">16883 8542 101 0,'0'0'232'0,"8"0"-14"0,-8 0-13 0,0 0-7 16,0 0-11-16,7-5 3 0,-7 5-21 0,0 0-17 15,0 0-13-15,0 0-13 0,7-4-22 0,-7 4-30 16,0 0-32-16,0 0-38 0,0 0-43 0,0 0-45 15,0 0-36-15,0 0-34 0,0 0-137 0,0 0-315 16,10 4 139-16</inkml:trace>
  <inkml:trace contextRef="#ctx0" brushRef="#br0" timeOffset="-181350.44">17044 8415 189 0,'1'-11'203'0,"2"6"8"15,-1-1 2-15,1-1-1 0,-3 7 1 0,1-12-7 16,-1 12-11-16,1-7-19 0,-1 7-18 0,0 0-16 15,0 0-11-15,0 0 9 0,0 0-4 0,0 0 0 16,0 0-2-16,-1 26-4 0,0-10-6 0,1 3-14 16,-1-1-14-16,1-1-9 0,0-1 2 0,1 0-16 15,0 1-8-15,2-5-18 0,2 0 5 0,-1-1-4 16,2 0 7-16,2-2-12 0,-2-1-8 0,3 0-2 16,1-2 0-16,2-2-9 0,-2-1-5 0,0 0 4 15,2-5-3-15,-2 2-2 0,-10 0 12 0,15-5-14 16,-8 3-3-16,2-2-3 0,0-1 4 0,-2-2 13 15,0 0-23-15,-1-2 0 0,1 0 0 0,-1-2 2 16,-1 2 0-16,0-1-3 0,-1 3 10 0,0-4 2 16,1 3-3-16,-1 1-2 0,-2 0 14 0,-2 7 5 15,7-6 2-15,-4 1 14 0,-3 5-22 0,0 0-9 16,3-7 2-16,-3 7 6 0,0 0 14 0,0 0-5 16,0 0 16-16,5 16 6 0,-5-6-4 0,0 0 2 15,0 3-6-15,-2-1-3 0,2 1-10 0,0 3 4 16,-3 1 0-16,3-4-9 0,-1 3 0 0,1 1-7 15,-2-2-24-15,2 2-40 0,0-5-51 0,2 1-53 16,-2-2-58-16,0 2-73 0,2-4-59 0,-2 2-300 0,2-4-692 16,0-1 307-16</inkml:trace>
  <inkml:trace contextRef="#ctx0" brushRef="#br0" timeOffset="-180956.25">17487 8432 87 0,'2'-7'249'0,"-1"0"-14"16,-1 7-7-16,3-8-16 0,-3 8 0 16,0 0 3-16,0 0-8 0,0 0 0 0,0 0-21 0,0 0-20 15,2 28-17-15,-1-16-19 0,1-2-4 0,2 3-16 16,3 1 0-16,-2-4-20 0,4 5-5 0,-2-5-8 16,4-1-8-16,-2-1-10 0,1-1-5 0,2 0 4 15,1-2-6-15,-1-2-2 0,2-3-12 0,-1 0 3 16,-1-1-4-16,-2 1 2 0,-2-2 6 0,-2 0 1 15,2-1-3-15,-8 3 6 0,10-7-6 0,-6 0-7 16,2 0 1-16,-2 1-4 0,2-2-6 0,-2 0 7 16,0-5-6-16,1 4 8 0,2-2-14 0,-2 5-3 15,1-5 11-15,-4 5 6 0,0 1 3 0,2-2 5 16,-4 7-4-16,6-10 7 0,-6 10-7 0,4-7-2 16,-4 7-7-16,4-3-5 0,-4 3 16 0,0 0 10 15,0 18 8-15,-3-7-3 0,-1 1-2 0,0 4-4 16,-2 8-2-16,0-5-14 0,-3 6 6 0,1-2-3 15,0 0-6-15,1-1 2 0,0-2-4 0,0 5-10 16,0-7-23-16,3-1-43 0,-1-1-55 0,-1 1-48 16,3 0-58-16,0-4-62 0,0-3-73 0,0 3-313 15,1-3-709-15,-1 2 314 0</inkml:trace>
  <inkml:trace contextRef="#ctx0" brushRef="#br0" timeOffset="-180253.19">18328 8555 36 0,'0'0'188'0,"0"0"-3"0,0 0-3 0,0 0 3 16,0 0-13-16,0 0 0 0,0 0-11 0,0 0-6 15,0 0-10-15,0 0-3 0,0 0-8 0,0 0-10 0,0 0-11 16,0 0-5-16,0 0-5 0,0 0-6 0,0 0-7 16,0 0 2-16,0 0-10 0,0 0 0 15,0 0 6-15,0 0-13 0,0 0-5 0,0 0-3 16,0 0-2-16,0 0 1 0,0 0-6 0,0 0-1 0,0 0-2 16,0 0-4-16,0 0-1 0,0 0 2 15,0 0-2-15,0 0-6 0,6 3 9 0,-6-3-6 16,0 0-3-16,0 0-2 0,0 0-2 0,0 0-2 0,0 0-3 15,0 0 1-15,0 0-2 0,0 0-4 0,0 0-1 16,0 0-3-16,0 0 3 0,0 0-5 0,0 0-6 16,0 0 0-16,0 0-1 0,0 0-4 0,0 0 4 15,0 0-8-15,0 0 2 0,0 0 0 0,0 0 9 16,0 0-16-16,0 0-3 0,0 0 2 0,15 3 1 16,-8-3-10-16,5 0 4 0,1-1-29 0,-2 1-15 15,2-2-23-15,1 0-28 0,-2 2-26 0,2-2-35 16,-1 1-33-16,-1-1-46 0,0 2-42 0,-2-2-240 15,0 2-561-15,-2-1 248 0</inkml:trace>
  <inkml:trace contextRef="#ctx0" brushRef="#br0" timeOffset="-180058.15">18332 8632 140 0,'0'0'211'0,"0"0"-1"15,0 0-1-15,-7 3-8 0,7-3-10 0,0 0-16 16,0 0-15-16,0 0-10 0,0 0-13 0,0 0-13 16,0 0-11-16,21 7-20 0,-13-6-29 0,1 1-32 0,2-1-36 15,1-1-43-15,1 1-43 0,2-2-38 0,-2 0-48 16,-1 1-119-16,1 0-318 0,1-3 141 16</inkml:trace>
  <inkml:trace contextRef="#ctx0" brushRef="#br0" timeOffset="-177757.17">18291 8419 33 0,'2'-9'258'0,"-2"9"-8"0,1-9-12 0,-1 9-4 16,0 0-13-16,1-8-3 0,-1 8-17 0,0 0-18 15,3-6-12-15,-3 6-16 0,0 0-16 0,0 0-14 16,0 0-15-16,0 0 0 0,0 0 9 0,0 0-15 15,12 12-9-15,-8-1-4 0,3 3-7 0,-1 2-2 16,2 1-2-16,1-3-5 0,-2 2-9 0,1 0-7 0,2 0-7 16,-1 0-3-16,-1-3-3 0,2 0-1 0,-2-3-10 15,-1 2-2-15,1-4-4 0,-1 4 2 0,0-5-9 16,1 2-2-16,-3-3-23 0,1 1-23 0,1 0-23 16,0-3-23-16,-2 0-30 0,-1 0-29 0,-4-4-24 15,5 9-22-15,-1-8-12 0,-4-1-11 0,7 6-3 16,-7-6-1-16,0 0-8 0,0 0-145 0,0 0-387 15,0 0 171-15</inkml:trace>
  <inkml:trace contextRef="#ctx0" brushRef="#br0" timeOffset="-177567.23">18523 8587 25 0,'5'-14'73'0,"-2"-3"28"0,0-1-13 0,0-1 14 15,-2 3 14-15,1-1 3 0,1 2 8 0,-3-2 18 16,3 5 8-16,-3 2 6 0,0 0 7 0,0 3 3 16,0 7-9-16,-2-12-4 0,2 12-12 0,2-7-13 15,-2 7-7-15,0 0-11 0,0 0-5 0,0 0 1 16,0 0 9-16,-20 13-4 0,8 0-2 0,-6 10-11 15,-4 0-9-15,-1 1-10 0,0 1-9 0,2-3-3 16,0 2-7-16,2-1-7 0,-2-3-5 0,3 1-23 16,2-1-30-16,0-4-33 0,4 0-40 0,-5 2-45 15,3-1-53-15,3-5-39 0,0 3-62 0,2-2-170 16,3-3-479-16,1-1 213 0</inkml:trace>
  <inkml:trace contextRef="#ctx0" brushRef="#br0" timeOffset="-177330.44">18746 8410 143 0,'4'-4'275'16,"0"-2"-23"-16,0 2-18 0,-4 4-7 0,0 0-16 16,5-6-7-16,-5 6-3 0,0 0-10 0,0 0-9 0,0 0-8 15,-4 31-14-15,1-16-18 0,1 3-10 0,-1-1-10 16,-1 8-13-16,2-2-13 0,-1-3-12 15,-2-1-5-15,3 2-7 0,-2-1-7 0,3-1-9 16,-1 0-13-16,0 0-30 0,1-1-32 0,1-2-45 0,-2 0-50 16,1 0-68-16,1-3-41 0,0-2-49 15,-1-3-161-15,2 2-467 0,0-3 207 0</inkml:trace>
  <inkml:trace contextRef="#ctx0" brushRef="#br0" timeOffset="-177043.4">18916 8627 163 0,'0'0'211'16,"0"0"-16"-16,0 0-11 0,0 0-14 0,0 0-5 15,0 0-12-15,13 12 1 0,-9-9-11 0,-4-3-3 16,10 3-3-16,-5-2-8 0,4 0-2 0,3-2-8 16,-2 0-9-16,4-2-11 0,3 0-4 0,0-1-7 15,-1-3-5-15,-4 1 0 0,-1-1-8 0,0 3 2 16,-2-1-3-16,-2-1-1 0,-1 2-3 0,-1-5-9 15,-1 1 7-15,-3 0-6 0,2 2-6 0,-6-4-3 16,3 10 1-16,-4-16-7 0,2 6-7 0,-2 2-4 16,-1 4-7-16,0-3 0 0,0 3-1 0,-5-3-12 15,3 4-11-15,-3 0-1 0,0 2-25 0,-1 1-23 16,1 0-26-16,-1 3-38 0,0-2-46 0,2 2-42 16,2 1-53-16,-1 0-229 0,8-4-516 0,-6 6 228 15</inkml:trace>
  <inkml:trace contextRef="#ctx0" brushRef="#br0" timeOffset="-176819.58">19199 8328 117 0,'0'0'291'0,"0"0"-28"0,0 0-25 16,0 0-21-16,0 0-12 0,5-5-11 15,-5 5-16-15,0 0-9 0,11-3-18 0,-3 2-11 0,3 1-17 16,2-2-13-16,5 0-9 0,3 1-10 0,-1 0-30 16,-2-1-27-16,2 2-38 0,-2 0-48 0,-5-1-40 15,6 0-69-15,-6-1-68 0,-3 1-129 16,6 1-388-16,-6-3 173 0</inkml:trace>
  <inkml:trace contextRef="#ctx0" brushRef="#br0" timeOffset="-176209.5">19792 8161 223 0,'0'0'269'0,"0"0"-13"0,0 0-2 0,2-4-8 16,-2 4-8-16,0 0-24 0,0 0-11 0,0 0-12 16,0 0-17-16,0 0-10 0,0 0-6 0,-25 17-7 15,13-6-8-15,-3 1-13 0,1 4-16 0,-4 3 4 0,5-3-24 16,0-1-8-16,3-1-11 0,-1 1-2 15,3-1-12-15,-1 2-2 0,5-2 6 0,0-1-26 0,3-3 0 16,1 2-2-16,2 3-5 0,1-5-7 0,2-2-3 16,2 2-8-16,-1-2-4 0,5-2-3 0,0-1 9 15,3-2-18-15,-3-1-2 0,2-2 1 0,0 0 0 16,-3-2 4-16,0 2 2 0,-1-1-3 0,0-5-2 16,-2 2-4-16,-2 0 11 0,-3-2 1 0,2-2-4 15,-3 0 1-15,-1 8 3 0,0-17-3 0,-6 9 0 16,2-2 3-16,-4 4-4 0,2-5 0 15,-2 6-6-15,-2-2-5 0,3 3-2 0,-4 2-1 0,0 0-12 16,-1 0-16-16,-2 4-22 0,3 2-34 0,-10 3-39 16,5 2-51-16,-1 2-55 0,3 2-293 0,-1 1-578 15,4-2 256-15</inkml:trace>
  <inkml:trace contextRef="#ctx0" brushRef="#br0" timeOffset="-175981.11">19919 8686 302 0,'0'0'361'0,"-11"-1"-38"16,11 1-23-16,0 0-13 0,0 0-23 0,0 0-23 15,0 0-29-15,0 0-9 0,0 0-22 0,0 0-27 16,0 0-23-16,0 0-15 0,34 2-50 0,-21-2-45 0,3 3-47 15,-1-1-55-15,-3-1-60 0,1 1-54 16,-2 0-47-16,-4 0-172 0,1 0-447 0,-8-2 199 16</inkml:trace>
  <inkml:trace contextRef="#ctx0" brushRef="#br0" timeOffset="-175835.92">19946 8768 19 0,'-9'3'286'0,"4"0"-20"0,5-3-12 15,-9 0-12-15,9 0-6 0,0 0-2 0,-9 4-4 16,9-4-4-16,0 0-9 0,0 0-20 0,-6 3-22 0,6-3-21 15,0 0-18-15,0 0-24 0,0 0-22 0,23 0-33 16,-8 1-26-16,2-4-40 0,3 5-47 0,2-2-62 16,4 1-65-16,3-2-56 0,-2 1-188 0,1-2-461 15,-6 0 204-15</inkml:trace>
  <inkml:trace contextRef="#ctx0" brushRef="#br0" timeOffset="-174623.64">21052 8631 116 0,'0'0'233'0,"0"0"-10"0,-5-13-6 0,5 13-3 0,0 0-7 16,0 0-5-16,0 0-12 0,0 0-4 15,0 0-11-15,-3-12-13 0,3 12-10 0,0 0-8 0,-1-7-9 16,1 7-11-16,0 0-4 0,-3-9-6 0,3 9-2 16,0 0-7-16,0 0 6 0,0 0-11 15,-1-9-2-15,1 9-3 0,0 0-7 0,0 0-13 0,4-11 0 16,-4 11-12-16,9-6 0 0,-4 2-16 0,3 2-4 15,2-2-6-15,4 3-2 0,-3-2-6 0,1 3-6 16,1 1-6-16,-1 3 3 0,0 1-5 0,-2 0-5 16,0 1-1-16,0 5 3 0,-4 0 2 0,0 4 10 15,-2 0-9-15,-5 3 4 0,-2-1 1 0,-1-1 5 16,-2 3-8-16,-7 4 0 0,2-7-3 0,-6 3-1 16,-1-2 4-16,4-3-7 0,-3-1-7 0,-2-1 5 15,3-4-5-15,-5 2-6 0,2-3-18 0,1 0-3 16,0-3-2-16,5 0 8 0,-1-2 0 0,3 0 9 15,1 1-5-15,0-3-8 0,3 1 10 0,7-1 3 0,-12-1-13 16,12 1-4-16,-10-4 2 0,10 4-4 0,-3-7 0 16,3 7 2-16,-2-8 5 0,2 8-4 15,0 0 4-15,7-13-1 0,-1 10 7 0,-6 3-8 16,9-5 6-16,-4 3 3 0,-5 2-2 0,10-2 3 0,-10 2 6 16,14 0-5-16,-7 3 1 0,-7-3 4 15,16 5 10-15,-9-1-12 0,-1-1-25 0,2 1-32 16,2 3-33-16,-1-2-49 0,-1 1-49 0,4-2-43 15,-3 0-51-15,0 4-173 0,-1-4-501 0,3 1 221 0</inkml:trace>
  <inkml:trace contextRef="#ctx0" brushRef="#br0" timeOffset="-174454.46">21303 8818 180 0,'0'0'260'0,"0"0"-20"15,0 0-23-15,3-6-15 0,-3 6-24 0,0 0-17 16,0 0-25-16,0 0-18 0,0 0-46 0,0 0-46 16,0 0-37-16,0 0-55 0,0 0-49 0,0 0-152 15,0 0-289-15,0 0 129 0</inkml:trace>
  <inkml:trace contextRef="#ctx0" brushRef="#br0" timeOffset="-174103.4">21527 8654 133 0,'-1'-12'253'0,"1"12"-3"0,-1-10-3 15,1 10-10-15,0 0-13 0,-3-9-17 0,3 9-16 16,0 0-11-16,0 0-22 0,-11 2 2 0,11-2-17 16,-11 7-8-16,6 2-12 0,-1-1-2 0,-1 1-23 15,0 2-1-15,3-1-15 0,0-2-14 0,2 2-5 16,-1 2-8-16,2 0 0 0,2-1-10 0,3-2-3 15,-2 1 0-15,5-2-1 0,2 1-6 0,-2-3-4 0,4 1-3 16,1-2-6-16,0-1-4 0,0-1 3 0,3-5-5 16,-2 4 3-16,-1-2-6 0,-1-3 3 15,-1 1-3-15,1 0-2 0,-2-3 3 0,-4 1-4 16,2 0 10-16,-2-2-13 0,-3-1 0 0,1-2-2 16,-1-1 2-16,-2 0-1 0,-1 0 0 0,0-2 8 0,-3 2-11 15,-1-2-5-15,1 2-9 0,-1 0-9 16,1 1-8-16,-1 1-11 0,0 0-4 0,-3 1-14 15,6 1-21-15,2 6-28 0,-9-4-36 0,9 4-44 0,-7-6-27 16,7 6-30-16,0 0-195 0,0 0-474 0,0 0 210 16</inkml:trace>
  <inkml:trace contextRef="#ctx0" brushRef="#br0" timeOffset="-173702.43">21906 8586 67 0,'3'-5'253'0,"-3"5"-5"0,4-8-2 0,-4 8-2 15,-2-9-1-15,2 9-7 0,0 0-14 0,-8-9-13 16,8 9-16-16,-9-1-12 0,9 1 9 0,-18 6-28 16,7 1-9-16,-5 1-12 0,2 1-15 0,1 0-3 15,-2 1-18-15,6-2-6 0,-2 3-12 0,2-1-12 16,1 0-12-16,3-1-1 0,-3 1-11 0,3-2-1 16,3 0-9-16,-1-3-16 0,3-5-15 0,-1 13-19 15,1-13-13-15,5 10-14 0,-1-6-7 0,2 1-11 16,-1-3-5-16,3 0-2 0,-8-2 1 0,16-1 4 15,-5-1 5-15,-1 0 1 0,0-2 12 0,-2 0 0 16,-1-2 4-16,0 0 3 0,-1-2 4 0,1 0 2 16,-4 2 5-16,3-4-2 0,-1-1 3 0,-1 0 12 15,1 1 7-15,-2 3-1 0,1-4 12 0,-1 6 3 0,1-1 6 16,-4 6 7-16,4-9-1 0,-4 9-4 16,6-5-2-16,-6 5 0 0,0 0 14 0,0 0 3 15,0 0 18-15,0 0 15 0,5 18 7 0,-6-7 1 16,-2 3-9-16,2 0-5 0,-3 4-7 0,0 1 7 0,0 1-7 15,2-1 5-15,-5 5-18 0,1-4-6 16,1-1 14-16,1 0-16 0,2-2-11 0,-4 0-31 16,4-2-40-16,-2-2-43 0,0 2-51 0,1 0-66 15,0-4-71-15,2 0-300 0,-2-1-623 0,2-4 276 0</inkml:trace>
  <inkml:trace contextRef="#ctx0" brushRef="#br0" timeOffset="-173158.83">22120 8758 194 0,'0'0'257'0,"7"-6"-21"0,-7 6-8 0,5-3-10 15,-5 3-4-15,0 0 1 0,0 0-4 0,0 0-18 16,0 0-11-16,0 0-13 0,6 12-11 0,-6-12-16 16,-1 10-10-16,1-10-7 0,1 7-13 0,-1-7-8 15,0 8-1-15,0-8-11 0,0 0 10 0,1 7 8 16,-1-7 2-16,0 0 4 0,0 0 10 0,0 0-8 15,0 0 5-15,0 0-4 0,0 0-6 0,0 0-14 16,0 0-9-16,0 0-11 0,0 0-6 0,0 0 0 16,-4-26-11-16,4 16-7 0,2-1-6 0,-1 1-6 15,2-2-13-15,0 1-11 0,1-5 3 0,0 5-16 16,1-1-3-16,3 2-3 0,-2 1-6 0,2 1-6 16,0 2-2-16,0 0 4 0,0 2 2 0,0 0-5 15,-8 4 5-15,14 0-9 0,-4 5 8 0,-1-2 9 16,0 4-9-16,-1 1 0 0,-2 0 1 0,2 2-1 15,-3 1 0-15,3 0-5 0,-3 3 10 0,-1-3-7 16,1-2 15-16,-3 2-8 0,1-1-6 0,-2-3 10 16,0-1 4-16,2-1-2 0,-3-5 10 0,4 8-2 0,-4-8 2 15,2 7 6-15,-2-7 4 0,0 0-4 0,0 0 1 16,0 0-8-16,0 0 3 0,0 0 0 16,0 0-8-16,0 0 4 0,0 0-6 0,0 0-9 0,5-27-7 15,-1 17 1-15,1 0 1 0,3-2-6 0,6-1 1 16,-2 2-20-16,-1 1 6 0,2-1 2 0,0 1 1 15,-2 4 6-15,-2 0 1 0,0 3 4 0,-1-1-12 16,-1 2 4-16,-7 2 0 0,12 0 5 0,-12 0-3 16,10 7 11-16,-6-2-3 0,0 0-1 0,-2 4 6 15,1 1-6-15,-2 1 14 0,0 0-7 0,-1 2-2 16,2-2-26-16,-4 5-26 0,1-5-34 0,-1 1-45 16,-4 2-45-16,4-2-55 0,1-3-49 0,-2 1-304 15,-2-4-640-15,5-6 284 0</inkml:trace>
  <inkml:trace contextRef="#ctx0" brushRef="#br0" timeOffset="-172725.15">22654 8731 79 0,'3'-9'269'0,"-1"3"-5"16,0-1 5-16,-2 7 0 0,5-9-3 0,-5 9-22 16,2-7-15-16,-2 7-18 0,0 0-17 0,0 0-4 15,0 0-10-15,0 0-6 0,0 0-19 0,0 0-16 16,-3 26-4-16,0-16 2 0,0 0-16 0,2 0-16 15,-1-4-7-15,0 4-8 0,1-4 3 0,1-6-19 16,-1 10-7-16,1-10-6 0,-3 9 1 0,3-9 15 16,0 0 1-16,-2 5 12 0,2-5 9 0,0 0-2 15,0 0-12-15,0 0-7 0,0 0-6 0,0 0-8 16,0 0-7-16,-4-21-6 0,4 21-6 0,1-16-3 16,-1 7-6-16,3-2-7 0,2-2-13 0,-1-3-4 15,1 2-1-15,1-2-7 0,1-2-10 0,5-4 0 16,0-2-8-16,-2 9 1 0,1 1-4 0,-1-2 1 15,0 2 3-15,-3 5 6 0,0-2-8 0,-1 3 4 0,2 2 2 16,-4 2 0-16,1 0-9 0,-5 4 1 0,0 0 1 16,0 0 5-16,0 0-4 0,13 17 19 15,-7-7 18-15,-5 0-6 0,3 6 6 0,-3 1-1 0,2 2 5 16,-1 0 11-16,0 0-3 0,1-2 2 0,-1 3-4 16,0-3-3-16,0 1-3 0,0-2-5 0,1 0-5 15,-2-1 6-15,0-2-8 0,1-2 2 0,-1 0-1 16,0-1-7-16,1-1-22 0,0 1-42 0,-1-5-45 15,1 3-30-15,-2-8-53 0,2 11-42 0,-1-6-47 16,-1-5-45-16,0 8-42 0,0-8-267 0,-8 6-678 16,8-6 299-16</inkml:trace>
  <inkml:trace contextRef="#ctx0" brushRef="#br0" timeOffset="-172587.83">22642 8693 53 0,'0'0'245'0,"-4"-8"-28"0,4 8-17 15,0 0-23-15,0 0-17 0,11-8-14 0,-3 6-16 16,2 0-17-16,2 0-35 0,2 0-48 0,-1 0-56 16,8-2-61-16,-3 2-153 0,1-1-259 0,0 0 115 15</inkml:trace>
  <inkml:trace contextRef="#ctx0" brushRef="#br0" timeOffset="-164356.7">10390 10037 75 0,'0'-11'182'15,"0"11"0"-15,0 0-2 0,0 0-12 0,0-11-1 16,0 11-7-16,0 0-8 0,0 0-5 0,0-6-12 15,0 6-11-15,0 0-10 0,0 0-7 0,0 0-7 16,0 0-9-16,0 0-6 0,0 0-5 0,0 0-9 16,0 0-4-16,0 0-12 0,0 0-4 0,0 0-2 15,0 0-7-15,0 0-7 0,0 0-3 0,0 0-7 16,0 0-2-16,0 0-3 0,0 0 9 0,0 0-1 16,14 22-1-16,-9-11-1 0,-1 5 3 0,1-1-3 15,1 2 3-15,2 2-3 0,1 4-3 0,-3-5-5 16,-1 7 2-16,7-3 1 0,-5-4-8 0,1 0 2 15,2-1 0-15,-2 1-1 0,1 1 0 0,0-3-6 16,0-2 1-16,-1 1-5 0,-3-5 2 0,1 1-1 16,0-2 1-16,-2-2-3 0,1-1 6 0,-2 0-2 15,1-1-3-15,-4-5 3 0,4 8 0 0,-4-8 0 16,4 6 0-16,-4-6-1 0,2 4 2 0,-2-4 4 16,0 0 14-16,0 0 11 0,0 0 8 0,0 0 4 15,0 0-1-15,0 0-5 0,0 0-5 0,0 0-6 16,14-18-1-16,-10 7-6 0,0 0-2 0,1-2-7 0,0-5-4 15,6-5 0-15,-3-1-12 0,2-2 0 0,3-2-4 16,-1 1 2-16,-3 0 4 0,3 3-8 16,0-3 14-16,-3 3-15 0,0 0 1 0,-2 6 0 15,-3-1 2-15,3 3 2 0,-2 0-3 0,-3 6 3 0,1-2 1 16,-1 5-1-16,1 0-4 0,-2 2 5 0,-1 5-2 16,3-10 0-16,-3 10 4 0,4-7-5 15,-4 7 0-15,0 0-1 0,1-7-2 0,-1 7-9 16,0 0-13-16,0 0-21 0,1-8-23 0,-1 8-27 0,0 0-37 15,0 0-18-15,0 0-20 0,0 0-23 0,0 0-15 16,0 0-193-16,0 0-438 0,3 24 194 0</inkml:trace>
  <inkml:trace contextRef="#ctx0" brushRef="#br0" timeOffset="-161802.71">10957 10383 2292 0,'3'-6'80'0,"-2"0"-18"0,0-1-17 15,-1 7-18-15,3-11 1 0,-3 11 1 0,-2-11 4 0,2 11 10 16,-1-10 8-16,1 10 7 0,-2-8 3 0,2 8 2 16,-4-6-4-16,4 6 5 0,0 0-13 0,0 0-6 15,-9-5-1-15,9 5-10 0,0 0-1 16,-15 6 6-16,6 1 0 0,-2 2 1 0,0 2 6 0,-2 4-1 15,0 2-9-15,-2-4 1 0,-3 7-3 16,9-4-9-16,-2-3 0 0,2 2-9 0,1-1 3 0,4-2-3 16,2-1-1-16,-2 4 0 0,0-5-18 15,4 1-17-15,1-2-22 0,4 1-25 0,2 0-35 0,2-2-54 16,6 1-49-16,4-4-33 0,9 1-232 0,2-4-508 16,2-1 225-16</inkml:trace>
  <inkml:trace contextRef="#ctx0" brushRef="#br0" timeOffset="-161427.2">11337 10358 30 0,'0'0'238'0,"-5"-15"-7"0,1 11-5 0,-3 0-5 16,-2-2-5-16,-1 4-3 0,0 2-20 0,-3 2-9 16,-1-2-16-16,0 4-10 0,-4 2-18 0,2 1-9 15,0 3-17-15,1 1-11 0,3 0-9 0,4-2-11 16,-1 3-9-16,0 0-11 0,3-1-3 0,2 2-10 15,3-2-16-15,2 1-15 0,3-2-8 0,2 2-22 16,3 2-14-16,2-1-5 0,2-3-12 0,3-1-6 16,-2-2-9-16,-1-3-5 0,3 0 0 0,-4-2 0 0,1 1 3 15,-3 0 11-15,-1-2 6 0,-1-1 11 0,-8 0 14 16,11-1 13-16,-11 1 11 0,7-6 11 16,-7 6 0-16,1-7 7 0,-1 7 4 0,0 0 0 15,-8-12 14-15,2 9 1 0,-3-1 4 0,-2 1 2 0,-1 0 3 16,-2 3 2-16,-3 0 2 0,0 0 6 0,2 2-9 15,3-1-4-15,1 2-2 0,-1 2-4 16,-1-1-4-16,3 2 4 0,1-1-6 0,1 1-4 16,-1 3-5-16,5-3 7 0,-2 3-14 0,1-1-1 0,2-1-6 15,3-7-11-15,4 15-19 0,1-5-30 0,3-2-44 16,2 1-58-16,7-4-71 0,5 2-275 16,6-4-535-16,6-1 237 0</inkml:trace>
  <inkml:trace contextRef="#ctx0" brushRef="#br0" timeOffset="-161263.93">11752 10415 109 0,'4'-6'249'0,"-4"6"-21"0,9-5-24 16,-9 5-18-16,6-3-25 0,1 2-30 0,1 0-37 15,-8 1-42-15,17 1-61 0,-5 0-36 0,1-1-49 16,-2 2-117-16,3-1-230 0,-3 2 102 0</inkml:trace>
  <inkml:trace contextRef="#ctx0" brushRef="#br0" timeOffset="-161126.86">11776 10510 40 0,'0'0'228'0,"-9"4"-27"0,9-4-8 0,-6 5-10 16,6-5 0-16,-5 5-7 0,5-5-11 0,0 0-11 15,0 0-16-15,9 11-23 0,-4-7-26 0,8-1-43 16,-1 1-56-16,8-1-56 0,1 0-83 0,7-2-132 15,3-2-305-15,-3 1 134 0</inkml:trace>
  <inkml:trace contextRef="#ctx0" brushRef="#br0" timeOffset="-160487.49">12657 10058 6 0,'0'0'265'0,"-4"-16"-15"16,4 16-13-16,0-9-7 0,0 9-13 0,0 0-14 15,2-7-12-15,-2 7-20 0,0 0-20 0,0 0-16 0,0 0-15 16,2-8-14-16,-2 8-12 0,0 0-10 0,0 0-9 16,0 0 4-16,4 21 2 0,-2-6-1 15,3 2-9-15,3 8-3 0,-2 2-10 0,0 2-2 16,1 2-4-16,-1 1-6 0,2-5-5 0,-1 3-2 0,-1-2-3 16,1-2-1-16,0-1-2 0,-2-7-5 15,1 2-2-15,-2-2 0 0,3-4-7 0,-3-2 0 16,1-1-4-16,-2-1-1 0,1-3 3 0,0-1-3 0,-1 2-1 15,1-5 7-15,-4-3-3 0,6 7-2 0,0-6-1 16,-6-1 2-16,0 0 2 0,17-11 10 0,-8 3-6 16,3-4 1-16,-2-4 5 0,1-1-5 0,6-4 2 15,-6-1-4-15,3-3 0 0,-1-2-7 0,1 1-1 16,-1-1 5-16,3-2 3 0,-5 0-14 0,0 1 0 16,3 1 0-16,-4-2-4 0,-1 5-3 0,-1 5-7 15,-2 1 2-15,-3 7-6 0,1 0-17 0,-2 3-22 16,2 0-42-16,-2 4-50 0,-2 4-32 0,0 0-17 15,0 0-10-15,0 0-31 0,-4 33-39 0,-3-9-142 16,3 1-448-16,-2 1 198 0</inkml:trace>
  <inkml:trace contextRef="#ctx0" brushRef="#br0" timeOffset="-160267.21">13297 10310 217 0,'-4'-11'253'15,"-1"3"-2"-15,0 2 4 0,-1 0-2 0,6 6-10 16,-9-8-10-16,3 5-15 0,-2 2-18 0,8 1-15 16,-17 4-7-16,5 3-9 0,-3 3-10 0,0 5-14 15,-4 1-10-15,1 4-14 0,2 1-6 0,2-4-2 16,1 3-21-16,-1 2-6 0,4-5-7 0,5-1-18 16,-1 0-6-16,4-1-33 0,2 3-40 0,2-2-35 15,2 0-53-15,2-7-66 0,5 6-63 0,5-4-61 16,-2-2-197-16,13 0-535 0,-2-1 237 0</inkml:trace>
  <inkml:trace contextRef="#ctx0" brushRef="#br0" timeOffset="-160057.14">13578 10341 58 0,'-6'-2'260'0,"-6"2"-10"0,-2 2 3 16,0 2-8-16,-3 1-6 0,-4 3-7 0,4 3-10 15,-1 2-17-15,3 1-13 0,1-1-19 0,1 0-19 0,-1 4-10 16,5-1-8-16,2-2-26 0,0 2 4 0,2 0-21 16,5-1-11-16,2-3-18 0,1 0-15 15,6 2-27-15,0 0-42 0,7-3-52 0,-3 0-63 0,8-2-73 16,6-1-65-16,6-3-159 0,1-3-467 0,2-2 206 16</inkml:trace>
  <inkml:trace contextRef="#ctx0" brushRef="#br0" timeOffset="-159883.9">14027 10386 2758 0,'0'0'229'0,"0"0"-114"0,-3-9-52 16,3 9-30-16,0 0-12 0,0 0 2 0,0 0 5 16,0 0-2-16,0 0-3 0,1-9-6 0,-1 9-3 15,16-1-6-15,-3 1-14 0,3 0-27 0,6 1-38 16,-2-1-60-16,12 0-76 0,-1 1-278 0,5-1-526 15,-1-4 232-15</inkml:trace>
  <inkml:trace contextRef="#ctx0" brushRef="#br0" timeOffset="-159363.31">14719 10156 2567 0,'-2'-6'102'16,"2"6"-37"-16,-3-11-36 0,3 11-10 0,-1-8 0 15,1 8-8-15,-1-9 1 0,1 9 7 0,7-5-6 0,2-1 0 16,5 4-4-16,3 0 0 0,14 2 0 16,-2 0-3-16,-1-1-21 0,1 3-24 0,-6 0-24 15,4-1-24-15,-6 1-25 0,0-1-22 0,-3 0-21 16,-5 1-14-16,-3-1-6 0,1 0 1 0,-5-1 4 0,-6 0 22 16,0 0 18-16,0 0 18 0,0 0 32 0,0 0 22 15,0 0 24-15,0 0 38 0,0 0 6 16,-28-8 18-16,20 5 12 0,-1 2 19 0,9 1 2 15,-13-3 8-15,13 3 1 0,-10-1-4 0,10 1 4 16,-10 0 2-16,10 0 4 0,-9 8 13 0,4 1 5 0,-3 3 14 16,2 2-2-16,0 3 5 0,-1 8-3 15,1 0-7-15,-1-2-4 0,5-4-10 0,-3 5-2 16,1 4 5-16,1-9-9 0,-1 4-8 0,2-4-7 16,2-1-3-16,-3-1-3 0,2 0-9 0,0-5-6 0,-1 0-1 15,2-1-9-15,0-1 0 0,-1 0-5 0,1-3 1 16,-1 1-3-16,1-8-6 0,-2 13 0 0,2-13 2 15,0 7-5-15,0-7 0 0,-2 7-3 0,2-7-10 16,-9 2-10-16,9-2-12 0,-14-1-2 0,14 1 1 16,-20-4-3-16,8-1 7 0,1-1 2 0,2 0 0 15,0 3 5-15,0-4 0 0,0 2 5 0,4 4-2 16,5 1 9-16,-11-6 5 0,11 6-2 0,-6-3-3 16,6 3-2-16,0 0 6 0,-7-3-3 0,7 3-1 15,0 0-1-15,0 0 12 0,0 0-12 0,16 14 0 16,-5-7-6-16,1-1-16 0,7-1-30 0,0 1-46 15,8 1-56-15,2-2-65 0,5 0-56 0,-1-3-179 16,3 0-487-16,-3 0 216 0</inkml:trace>
  <inkml:trace contextRef="#ctx0" brushRef="#br0" timeOffset="-159170.29">15289 10439 256 0,'-5'-12'268'0,"1"6"3"0,-1 2 0 16,0 0-8-16,-2 0-8 0,7 4-15 0,-14-1-13 15,3 2-7-15,3 3-11 0,-4 1-3 0,-6 3-4 16,0 1-13-16,1 2-18 0,2-1-6 0,1 3-25 0,4-2-13 16,-2 3-16-16,3-4-8 0,2 3-9 15,3 3-12-15,4-3-11 0,-2-1-19 0,4-1-42 16,2-1-45-16,1 2-48 0,5 4-58 0,-2-8-64 0,11 1-68 16,-3 0-305-16,6-3-626 0,5 1 277 15</inkml:trace>
  <inkml:trace contextRef="#ctx0" brushRef="#br0" timeOffset="-158939.16">15578 10219 168 0,'3'-15'327'0,"-1"5"10"16,-1 2-1-16,1 0-10 0,-2 8-21 0,1-9-22 0,-1 9-31 15,1-6-33-15,-1 6-30 0,0 0-5 0,0 0-7 16,-1 34-10-16,0-5-23 0,-2 3-8 0,-2 0-9 15,-1-2-17-15,1 3-16 0,-2-2-5 0,3 2-9 16,-1-4-5-16,0 2-10 0,1-5-7 0,-2 0-32 16,5-5-41-16,-3 3-41 0,1-8-40 0,1 2-55 15,-1 0-49-15,2-1-51 0,0-4-48 0,-2-1-236 16,0-2-579-16,2-3 257 0</inkml:trace>
  <inkml:trace contextRef="#ctx0" brushRef="#br0" timeOffset="-158633.86">15602 10188 73 0,'17'-23'232'0,"1"4"-9"0,-7 6 0 0,-2 3-14 16,3 4-16-16,-3 0-20 0,0 5-16 0,2 2-7 16,1 2-7-16,-3 2-6 0,1 4-3 0,-1 2-15 15,0 2-10-15,0 3-11 0,-4 2-6 0,-3 0-10 16,0 1-5-16,-4 0 3 0,0 1-19 0,-5 4-5 15,1-7-7-15,1-2-6 0,0-4-5 0,1-1-1 16,-1 0-1-16,0-1-3 0,0-5 3 0,2 1 1 16,-1 0 2-16,4-5 4 0,-4 6 5 0,4-6 2 15,-2 7-4-15,2-7 2 0,0 0-5 0,-4 5-2 16,4-5-10-16,0 0-4 0,0 0-2 0,0 10-1 16,0-10-7-16,6 10-2 0,0-5 4 0,1 3-11 15,2 1-27-15,4 1-38 0,3 0-41 0,-1 1-44 16,4 1-59-16,9-1-56 0,1 0-223 0,3-1-520 15,3-3 230-15</inkml:trace>
  <inkml:trace contextRef="#ctx0" brushRef="#br0" timeOffset="-158435.64">16245 10510 126 0,'0'0'264'0,"0"0"-1"0,0 0 5 16,0 0 6-16,-11-14 0 0,4 12 2 0,-3 2-3 15,-5 3-3-15,-6 0-10 0,-3 6-4 0,-9 1-11 0,-3 6-4 16,2 3-9-16,-9 4-12 0,10-3-18 0,2 1-13 15,7-2-24-15,4 2-17 0,2-1-9 16,6-4-15-16,5 3-11 0,1-2-15 0,4 2-11 0,3-1-20 16,4-2-23-16,4 1-32 0,7-3-38 0,5 1-75 15,9-1-61-15,2-3-66 0,3-3-78 0,14 5-85 16,-12-7-262-16,-1-2-708 0,-3-2 314 0</inkml:trace>
  <inkml:trace contextRef="#ctx0" brushRef="#br0" timeOffset="-147126.79">9894 8805 1 0,'5'-5'83'0,"-5"5"-2"15,0 0 5-15,0 0 0 0,5-5 10 0,-5 5-11 16,0 0 2-16,0 0-5 0,4-5 2 0,-4 5-2 15,0 0-15-15,2-9-5 0,-2 9 6 0,2-7-2 16,-2 7 3-16,0 0 3 0,2-11 1 0,-2 11-10 0,0-8 2 16,0 8-3-16,2-8 2 0,-2 8-4 15,0 0-6-15,-6-9 6 0,6 9-6 0,0 0-5 16,-4-9-4-16,4 9-1 0,-6-5-1 0,6 5 0 0,-6-3-2 16,6 3-10-16,-10-3 2 0,10 3-8 0,-11-2 2 15,11 2-1-15,-14 0 0 0,14 0-4 16,-14 2-1-16,5 1 0 0,2-1 3 0,-1 1 1 15,-2 2-4-15,-2-1 1 0,2 0 2 0,0 4-2 0,0-1 3 16,1-1-6-16,1 2 1 0,0-2-2 0,1 2-3 16,-1 0-3-16,1-1-1 0,1 1-2 0,2-1 2 15,1 3-3-15,1-3-2 0,0 1 0 0,2 2-1 16,-2-2 3-16,2 4-5 0,0-5 2 16,2 2-4-16,-1-2 2 0,0 0 3 0,2 0-3 0,-2-1 0 15,2 0 1-15,2 0-2 0,-4 0 1 0,1 1-1 16,1-1 1-16,1-2-1 0,-4-4 0 0,4 9-4 15,-2-5 3-15,-2-4-2 0,7 9 6 0,-7-9-3 16,6 4 3-16,-6-4-8 0,5 7 2 0,-5-7 4 16,5 4-2-16,-5-4-1 0,7 5 2 0,-7-5 0 15,6 3 2-15,-6-3-2 0,9 4 1 0,-9-4-2 16,8 2 2-16,-8-2-9 0,10 1 6 0,-10-1-2 16,9 3-5-16,-3-2-9 0,-6-1-8 0,7 3-9 15,-7-3-10-15,0 0-21 0,10 0-17 0,-10 0-28 16,0 0-27-16,9 2-27 0,-9-2-27 0,6 3-113 15,-6-3-327-15,0 0 144 0</inkml:trace>
  <inkml:trace contextRef="#ctx0" brushRef="#br0" timeOffset="-146809.16">9826 8749 108 0,'5'-6'153'0,"-5"6"-1"16,10-8 1-16,-5 5-11 0,2 0-12 0,-7 3-11 15,13-3-7-15,-6 3-12 0,2 5 6 0,0-1-8 16,0 2-7-16,1 2-4 0,1 3 0 0,-1 2-8 16,0 0-2-16,0 1-7 0,-2 0 1 0,1 1-9 15,-4 1 0-15,0-1-4 0,0 0-5 0,0 0-2 0,-2-2-2 16,-2-2-2-16,-1 1 1 0,-1 1-1 15,-2-3-3-15,0 1-3 0,-4 0-2 0,1-2-4 16,-6 4-5-16,-2-2-5 0,-2 0-8 0,0-2-16 16,1 0-14-16,-2-1-19 0,1 0-21 0,0-5-21 0,2 0-20 15,3 1-30-15,0-3-19 0,-1-1-17 0,2-1-23 16,-1-1-112-16,1-3-319 0,5 0 140 16</inkml:trace>
  <inkml:trace contextRef="#ctx0" brushRef="#br0" timeOffset="-146653.97">9839 8845 13 0,'4'-6'148'0,"-4"6"-16"0,5-4-10 16,-5 4 2-16,6-6-13 0,-6 6 0 15,9-1-5-15,-9 1-2 0,12 0-10 0,-12 0-9 0,18 1-6 16,-6 1-13-16,-1 2-1 0,0 0-8 0,3 0-20 16,-2 2-30-16,-1-1-42 0,1 2-40 15,0 1-41-15,-4 2-91 0,1-2-222 0,0 2 98 16</inkml:trace>
  <inkml:trace contextRef="#ctx0" brushRef="#br0" timeOffset="-145821.08">11513 10557 214 0,'-1'-7'257'0,"1"7"-12"0,0 0-16 15,-4-8-9-15,4 8-14 0,0 0-14 0,-9-2-17 16,9 2-10-16,0 0-16 0,-15 6-11 0,9-1-13 16,-2 1-12-16,0 1-8 0,2 4-6 0,-2 2-9 15,-1 2-6-15,3-1-14 0,2-2-3 0,1-2-3 16,-1 6-9-16,3-6-6 0,0 2-3 0,2-2-8 15,2 2-3-15,-1-1-5 0,-1-2 1 0,3 1-4 16,2 0-9-16,-3-2-16 0,5 1-12 0,-3-3-22 16,0-3-29-16,1 4-38 0,0-4-32 0,0 2-33 15,0-3-33-15,1 1-29 0,-7-3-177 0,11 2-438 0,-11-2 194 16</inkml:trace>
  <inkml:trace contextRef="#ctx0" brushRef="#br0" timeOffset="-145580.12">11525 10564 133 0,'6'-4'187'0,"-6"4"2"15,10-5-3-15,-3 3-3 0,-7 2-6 0,11-1-4 16,-2 2 3-16,-3 3-6 0,1 1-1 0,2 1 1 0,-2 1-9 16,2 1-11-16,-4 3-8 0,1 0-9 15,-1 4-9-15,-3-2-11 0,2 0-6 0,-3 3-11 16,1-1-9-16,-2-3-8 0,0 0-2 0,-2 0-12 15,1 0-4-15,1-1-7 0,-5 0-1 0,1 0-6 0,0-1-11 16,0-1-26-16,-1-3-33 0,-2 2-38 0,-3-2-48 16,0 1-53-16,1-1-46 0,-2 0-46 0,-4 0-195 15,2-2-486-15,1-4 215 0</inkml:trace>
  <inkml:trace contextRef="#ctx0" brushRef="#br0" timeOffset="-145422.89">11462 10675 219 0,'6'-6'227'0,"-6"6"-18"0,10-2-7 0,-10 2-6 0,8-2-7 16,-8 2-13-16,14 3-20 0,-4-2-16 0,1 2-10 15,0 0-15-15,2 3-11 0,-1-2-19 0,4 2-40 16,-6 0-62-16,4 2-76 0,-5-2-67 0,0 3-161 16,-1 0-347-16,2-1 153 0</inkml:trace>
  <inkml:trace contextRef="#ctx0" brushRef="#br0" timeOffset="-144555.91">16956 10612 207 0,'-10'-4'252'16,"10"4"-2"-16,-7-1-2 0,7 1-6 0,0 0-11 15,0 0-9-15,0 0-15 0,-8-4-15 0,8 4-15 16,0 0-18-16,0 0-7 0,0 0-21 0,20-4-28 16,-6 2-13-16,4 4-13 0,2-2-24 0,0 1-36 15,0 0-31-15,0 1-40 0,0-1-45 0,-3 2-43 16,2-3-47-16,-2 0-35 0,-3 1-158 0,-4 1-413 16,-2-2 183-16</inkml:trace>
  <inkml:trace contextRef="#ctx0" brushRef="#br0" timeOffset="-144397.52">17023 10662 39 0,'0'0'246'0,"-13"0"-25"0,6 2-14 0,7-2-9 15,-12 1-11-15,12-1-6 0,-8 0-10 0,8 0-14 0,0 0-8 16,0 0-11-16,0 0-16 0,0 0-14 0,0 0-16 16,19 12-26-16,-1-10-36 0,2 3-45 0,10 0-55 15,4-2-62-15,3-1-59 0,-1-2-127 0,1 5-344 16,-3-3 153-16</inkml:trace>
  <inkml:trace contextRef="#ctx0" brushRef="#br0" timeOffset="-140186.14">17900 10362 28 0,'0'0'259'0,"3"-6"-3"15,-3 6-2-15,0 0-6 0,2-8-12 0,-2 8-12 16,0 0-15-16,0 0-17 0,3-7-18 0,-3 7-13 16,0 0-15-16,0 0-14 0,0 0-15 0,0 0-11 15,0 0-10-15,0 0-9 0,0 0-10 0,0 0-10 0,0 0-8 16,-14 17 2-16,14-17-12 0,-3 9-5 15,3-9-8-15,-1 10 1 0,1-10-1 0,3 13-5 16,-2-7-3-16,1 2-4 0,1 2 0 0,1-2-3 16,0 0-2-16,2 1-2 0,0-2-2 0,-1 1 2 0,2 0 1 15,-1-1-2-15,3 2-5 0,-2-5 3 16,-1 5-3-16,2-3 2 0,-1-2-3 0,1 2 1 16,-3 0-1-16,2-1 0 0,-2-1-3 0,0 0-2 15,0-1-2-15,-5-3 0 0,5 6 1 0,-5-6 3 0,4 6-5 16,-4-6-3-16,0 0 4 0,2 8 3 0,-2-8-4 15,0 0-6-15,-7 9 6 0,7-9-11 0,-11 4-11 16,4-2-4-16,-1 1-12 0,0-1-13 0,1 0-18 16,-3-1-19-16,-1 2-25 0,0-3-22 0,-1 0-17 15,2 0-33-15,-1 0-16 0,-1-4-12 0,2 1-8 16,-3-3-157-16,3 2-407 0,1-1 180 0</inkml:trace>
  <inkml:trace contextRef="#ctx0" brushRef="#br0" timeOffset="-140052.48">17978 10333 46 0,'17'-9'142'0,"1"2"-12"16,-2 0-9-16,2 4-2 0,-1-4-12 0,-4 3-12 15,-3 3-13-15,2-3-7 0,-1 4-10 0,-2 0-18 16,2-1-30-16,-2 2-32 0,2 2-45 0,-4-1-103 16,-1 3-174-16,1 1 77 0</inkml:trace>
  <inkml:trace contextRef="#ctx0" brushRef="#br0" timeOffset="-139889.46">18201 10458 171 0,'0'0'238'0,"0"0"-4"0,0 0-3 0,0 0-12 16,0 0-13-16,0 0-21 0,0 0-13 0,6 1-26 16,-6-1-20-16,0 0-33 0,0 0-37 0,0 0-41 15,14 2-52-15,-14-2-48 0,9 2-38 0,-3-1-53 16,-6-1-103-16,13 5-301 0,-5-5 133 0</inkml:trace>
  <inkml:trace contextRef="#ctx0" brushRef="#br0" timeOffset="-139647.42">18493 10257 250 0,'0'0'273'0,"3"-8"-8"0,-3 8-9 0,0 0-9 0,1-9-19 16,-1 9-20-16,0 0-21 0,3-7-21 0,-3 7-14 15,0 0 1-15,0 0-3 0,0 0-6 0,0 24-5 16,-2-12-10-16,1 4-4 0,0-1-2 0,-3 3-20 16,1-1-4-16,1 1-8 0,1 1-10 0,-1-1-11 15,1-1 1-15,-3 1-13 0,3-1-5 0,0-1-10 16,-1 1-2-16,1-1 0 0,-2 0-19 0,3-1-32 16,-1-4-37-16,1 2-39 0,-1-4-41 15,0 3-49-15,1-2-49 0,0 0-49 0,-2-1-231 0,1 0-545 16,2-2 242-16</inkml:trace>
  <inkml:trace contextRef="#ctx0" brushRef="#br0" timeOffset="-139271.45">18858 10301 188 0,'0'0'250'0,"0"0"-13"0,0 0-14 0,-2-10-6 15,2 10-9-15,0 0-3 0,0 0-13 0,-14 16-10 16,8-9-10-16,-6 8-5 0,3 1-15 0,-1 0-10 16,-5 6-17-16,3-6-7 0,2 0-10 0,-2 1-10 15,3-2-13-15,1 1-10 0,1-1-4 0,1-5-7 16,1 2-8-16,2-1-2 0,2-1-6 0,1 1-8 16,1-2-3-16,2 1-2 0,2-2-6 0,0 1-9 15,-1-3-12-15,2-2-4 0,2 3-1 0,-1-2-2 16,1-2-4-16,1-1-1 0,-3 0-5 0,2 0 1 15,-8-2 0-15,17 0 4 0,-17 0-4 0,13-3 7 16,-8 1-2-16,0-2 2 0,-1 0-3 0,1-1 4 16,-5 5-5-16,3-12-1 0,-3 5 2 0,0 7 0 0,-1-10 4 15,1 10-2-15,-7-12-4 0,3 9 0 16,-3-1 0-16,7 4-7 0,-14-5-8 0,4 5-5 16,-1-2-21-16,0 4-19 0,0-1-23 0,-1 0-25 15,2 2-36-15,-1 0-45 0,3 1-38 0,-1 1-195 0,1-1-464 16,3-1 205-16</inkml:trace>
  <inkml:trace contextRef="#ctx0" brushRef="#br0" timeOffset="-136415.65">19168 10247 165 0,'0'0'178'16,"0"0"-4"-16,0-10-5 0,0 10 2 0,0 0-6 15,0 0-4-15,1-6-10 0,-1 6-13 0,0 0-11 16,0 0-9-16,0 0-9 0,0 0-12 0,0 0-7 16,0 0-9-16,0 0-9 0,0 0-6 0,0 0-5 15,0 0-10-15,0 0-2 0,0 0-7 0,0 0 0 16,0 0-5-16,0 0-5 0,0 0-1 0,0 0-2 15,0 0-5-15,0 0 0 0,0 0-5 0,0 0-1 16,0 0-1-16,0 0-3 0,0 0 0 0,0 0 1 16,0 0-2-16,0 0-4 0,0 0 3 0,0 0-1 15,0 0-1-15,0 0 1 0,0 0 4 0,0 0 6 16,0 0-2-16,0 0 10 0,0 0 4 0,0 0 3 16,0 0 0-16,0 0 0 0,0 0 4 0,0 0 0 15,0 0 1-15,0 0 1 0,0 0-4 0,0 0 1 16,0 0-7-16,0 0-1 0,0 0 1 0,0 0-2 15,0 0-3-15,0 0-5 0,0 0 6 0,0 0-7 0,0 0 2 16,10-3 2-16,-10 3 1 0,0 0 1 16,0 0 2-16,0 0 1 0,0 0-1 0,0 0-1 15,0 0-6-15,0 0 3 0,0 0-2 0,0 0 3 16,0 0-8-16,0 0 3 0,0 0-3 0,0 0 1 0,0 0 0 16,0 0 1-16,0 0 3 0,0 0-6 0,0 0-1 15,0 0 1-15,0 0 0 0,0 0 4 16,0 0-4-16,0 0-2 0,0 0 0 0,0 0-9 15,-23 12 7-15,23-12-6 0,-5 5 3 0,5-5-6 0,-5 5 6 16,5-5-7-16,-6 5 7 0,6-5-7 0,-5 7 1 16,5-7-1-16,-5 9 3 0,3-4-10 0,2-5 12 15,-5 7-5-15,5-7 2 0,-2 10 4 0,2-10-4 16,-3 7-1-16,3-7 1 0,-1 7-3 0,1-7 6 16,-3 7-6-16,3-7 1 0,0 0-4 0,0 9 12 15,0-9-7-15,0 0-3 0,0 0-10 0,-2 8 11 16,2-8 4-16,0 0-1 0,0 0-10 15,0 0 8-15,0 0 0 0,0 0 0 0,0 0 0 0,-3 8-1 16,3-8 4-16,0 0 0 0,0 0-4 0,0 0 6 16,0 0-9-16,0 0 2 0,0 0-3 0,0 0 16 15,0 0-14-15,0 0 0 0,0 0-3 0,0 0 6 16,0 0 10-16,0 0-8 0,0 0-6 0,0 0 2 16,0 0-7-16,0 0 14 0,0 0-8 0,0 0 5 15,0 0 1-15,0 0 2 0,0 0-10 0,0 0 3 16,0 0 1-16,0 0-3 0,0 0 1 0,0 0 5 15,0 0-7-15,0 0 4 0,0 0 2 0,0 0-4 16,0 0 8-16,0 0-5 0,0 0-7 0,0 0 0 16,0 0 6-16,0 0 2 0,0 0-7 0,0 0 7 15,0 0-2-15,0 0-3 0,0 0-1 0,0 0 5 16,0 0-1-16,0 0-2 0,0 0 0 0,0 0 3 16,0 0-3-16,0 0 3 0,0 0-3 0,0 0 2 15,0 0-1-15,0 0-3 0,0 0-2 0,0 0 7 16,0 0 1-16,0 0 1 0,0 0-6 0,0 0 1 15,0 0 1-15,0 0 1 0,0 0-3 0,0 0 0 0,0 0 0 16,0 0 16-16,0 0-17 0,0 0 3 16,0 0-7-16,0 0 4 0,0 0-7 0,0 0 7 15,0 0 1-15,0 0-5 0,0 0 3 0,0 0 1 16,0 0-8-16,0 0 10 0,0 0 2 0,0 0-7 16,0 0 9-16,0 0 1 0,0 0-5 0,0 0-5 15,0 0 4-15,0 0 3 0,0 0-10 0,0 0 9 16,0 0-3-16,0 0-6 0,0 0 4 0,0 0 4 15,0 0-2-15,0 0 2 0,0 0-6 0,0 0 4 0,0 0 8 16,0 0-9-16,0 0-6 0,0 0 1 0,0 0-2 16,0 0 2-16,0 0-2 0,5-26 1 0,-5 26 6 15,0 0-6-15,0 0-1 0,0 0-8 0,0 0 5 16,0 0-1-16,0 0 5 0,0 0-1 0,0 0 2 16,0 0-4-16,0 0 2 0,0 0 1 0,0 0 2 15,-2-8-2-15,2 8-1 0,0 0 2 0,0 0 4 16,0 0-3-16,0 0 1 0,0 0-3 0,0 0-2 15,0 0-1-15,0 0-1 0,0 0-2 0,0 0 7 16,0 0-3-16,0 0-4 0,1-9 9 0,-1 9-5 16,0 0-3-16,0 0 7 0,0 0-2 0,0 0-1 15,0 0 0-15,0 0 3 0,0 0 1 0,0 0-1 16,3-6 0-16,-3 6 0 0,0 0 4 0,0 0-6 16,0 0 7-16,0 0-4 0,0 0 6 0,0 0-3 15,0 0 1-15,0 0-2 0,0 0 4 0,0 0-2 16,1-8 4-16,-1 8-4 0,0 0-2 0,0 0 1 15,0 0 4-15,0 0 0 0,0 0 1 0,0 0 5 16,0 0-6-16,1-7-5 0,-1 7 4 0,0 0-1 16,0 0 0-16,0 0 4 0,0 0-5 0,0 0 4 15,0 0-2-15,0 0-4 0,0 0 3 0,0 0 1 16,0 0-3-16,0 0 0 0,0 0 1 0,1-7 0 16,-1 7 2-16,0 0 0 0,0 0 0 0,0 0-1 15,0 0-1-15,0 0 3 0,0 0 0 0,0 0-1 16,0 0-2-16,2-8 6 0,-2 8-5 0,0 0 0 15,0 0 3-15,0 0-4 0,0 0 0 0,0 0 4 0,0 0-5 16,1-8 0-16,-1 8 3 0,0 0 5 16,0 0-2-16,0 0 4 0,0 0-7 0,0 0-4 15,0 0 1-15,3-6 5 0,-3 6-1 0,0 0-3 16,0 0 1-16,0 0 3 0,0 0 1 0,0 0-3 0,0 0 4 16,2-7-5-16,-2 7 0 0,0 0 6 0,0 0-7 15,0 0 2-15,0 0-2 0,0 0 1 16,5-6 13-16,-5 6-19 0,0 0 4 0,0 0 2 15,0 0-1-15,0 0 2 0,0 0 0 0,0 0 0 0,0 0 0 16,0 0-5-16,0 0 7 0,0 0-4 0,0 0 0 16,0 0 1-16,0 0 1 0,0 0-6 15,0 0-8-15,0 0-10 0,0 0-13 0,0 0-13 0,0 0-17 16,0 0-12-16,0 0-16 0,0 0-12 0,0 0-14 16,0 0-6-16,0 0-6 0,0 0-18 0,0 0 5 15,0 0-5-15,0 0 8 0,0 0-3 0,0 0 11 16,0 0 4-16,0 0 5 0,0 0 19 0,0 0 12 15,0 0 8-15,0 0 5 0,0 0 8 0,-14 14 21 16,14-14 6-16,0 0 15 0,0 0 1 0,0 0 17 16,0 0 5-16,0 0 7 0,0 0 10 0,0 0 8 15,0 0 4-15,0 0 7 0,0 0-5 0,0 0 3 16,0 0 1-16,0 0 6 0,0 0 0 0,0 0 2 16,0 0 0-16,0 0 2 0,0 0 4 0,8-21 2 15,-8 21-1-15,0 0 0 0,0 0-6 0,4-8 7 16,-4 8-2-16,0 0 2 0,0 0-1 0,0 0-1 15,0 0 3-15,0-8-2 0,0 8 3 0,0 0 0 16,0 0 0-16,0 0 1 0,0 0 3 0,0 0-3 16,0 0 3-16,0 0-4 0,0-10 2 0,0 10-5 15,0 0 1-15,0 0-4 0,0 0 0 0,0 0-5 16,0 0 0-16,0 0-6 0,0 0 3 0,0 0-3 0,0 0-1 16,0 0-1-16,0 0 1 0,0 0-4 15,0 0 3-15,0 0-5 0,0 0 0 0,0 0 3 16,0 0-4-16,0 0-1 0,0 0 3 0,0 0-2 15,0 0 0-15,0 0 3 0,0 0 0 0,1-6-5 0,-1 6 3 16,0 0-3-16,0 0 4 0,0 0-4 0,0 0 0 16,0 0-1-16,0 0 5 0,0 0 0 15,0 0-2-15,0 0 5 0,0 0 0 0,0 0-4 16,0 0-1-16,0 0 1 0,0 0 2 0,1-11-2 16,-1 11-3-16,0 0-2 0,0 0 2 0,0 0-1 15,0 0-1-15,0 0 1 0,0 0-1 0,0 0-3 16,0 0 6-16,0 0-1 0,0 0 0 0,0 0-6 15,0 0 3-15,0 0-2 0,0 0-1 0,0 0 3 0,0 0-3 16,0 0-4-16,0 0 0 0,0 0 1 0,0 0-4 16,0 0 4-16,0 0 0 0,0 0-5 0,0 0 8 15,0 0-8-15,0 0 0 0,0 0-3 0,0 0 0 16,0 0-3-16,0 0 1 0,0 0-2 0,0 0 1 16,0 0-2-16,0 0-1 0,0 0 4 0,0 0 9 15,-2 26-11-15,2-26 6 0,-3 17 1 0,2-8 0 16,-2-1 3-16,2 2-3 0,-2 1-2 0,1-1 1 15,1-2 1-15,-1 3 2 0,1-1 7 0,0-1-6 16,-3 1 4-16,3 0-2 0,-1-1-2 0,2-2 3 16,0-7-3-16,-1 14 4 0,2-7-4 0,1-1 0 15,-2-6-1-15,2 12-5 0,1-5 3 0,-3-7-2 16,5 9 4-16,-4-5 10 0,-1-4-12 0,7 8-2 16,-2-4 5-16,-5-4-6 0,9 4 2 0,-3-2 3 15,-6-2-5-15,10 2 2 0,-3-2 0 0,-7 0 2 16,12-1 0-16,-12 1-1 0,13-4-5 0,-8 2 2 15,3-1-3-15,0-1 5 0,-2 0 2 0,3-2-10 16,-1 2 3-16,0-3 3 0,0-1 0 0,-1 1-4 16,2-1 3-16,-2 3 0 0,-2-1 1 0,2-2-1 15,-1 1-2-15,-2 1 5 0,0 1 0 0,-4 5-10 16,5-9 7-16,-3 5 3 0,-2 4-2 0,0 0 2 16,6-9-3-16,-6 9-2 0,0 0-2 0,2-5 3 15,-2 5-4-15,0 0-1 0,0 0 1 0,0 0 8 16,0 0-2-16,0 0 12 0,1 27 12 0,-3-17-1 15,-2 2-6-15,0 3 13 0,0 2 1 0,-2 0 2 16,1 0 2-16,1-1-2 0,-1 0-7 0,1-4 1 16,-1 4-1-16,-1 0-5 0,2-1 1 0,1 3 0 15,-1 0-2-15,2-5-7 0,2-1-42 0,-3 1-29 16,5-3-34-16,-4 3-30 0,1-2-41 0,-2 1-39 16,3-2-47-16,2-2-48 0,-5 2-204 0,3-2-543 0,1 0 240 15</inkml:trace>
  <inkml:trace contextRef="#ctx0" brushRef="#br0" timeOffset="-135353.64">19605 10433 114 0,'0'0'114'0,"0"0"1"16,0 0-4-16,0 0 3 0,0 0 5 0,0 0-2 15,0 0-7-15,0 0 0 0,0 0-3 0,5-5 0 16,-5 5-1-16,0 0 0 0,0 0-5 0,0 0-5 15,0 0-3-15,0 0-6 0,0 0-3 0,0 0-7 16,0 0-2-16,0 0-10 0,0 0-2 0,0 0-4 16,0 0-4-16,0 0-3 0,0 0-5 0,0 0-4 15,1-7-4-15,-1 7-3 0,0 0-5 0,0 0-2 16,0 0-2-16,0 0-1 0,0 0-6 0,0 0 1 16,0 0-2-16,0 0-3 0,0 0 3 0,0 0-4 15,0 0-1-15,0 0 0 0,0 0-1 0,0 0-3 16,0 0 1-16,0 0-1 0,0 0-3 0,0 0-2 15,0 0 1-15,0 0-1 0,0 0 0 0,0 0 0 16,0 0 0-16,0 0 0 0,0 0-1 0,0 0 0 16,0 0 2-16,0 0-3 0,0 0-1 0,4-6 1 0,-4 6 2 15,0 0-4-15,0 0 0 0,0 0-1 0,0 0 4 16,0 0 3-16,0 0-2 0,0 0 2 16,0-10 6-16,0 10-2 0,0 0 3 0,0 0 2 15,0 0 1-15,0 0-2 0,3-8 2 0,-3 8 0 0,0 0-1 16,0 0-5-16,1-10 3 0,-1 10 1 0,1-5-3 15,-1 5-2-15,0-9 2 0,0 9 2 0,0 0 6 16,2-11-3-16,-2 11 5 0,2-8 15 0,-2 8-10 16,0-8 2-16,0 8-1 0,3-7 6 0,-3 7-2 15,0 0 4-15,1-10 1 0,-1 10 0 0,0 0 4 16,0-7 1-16,0 7 2 0,0 0 1 0,0 0-7 16,3-7 3-16,-3 7-6 0,0 0-3 15,0 0-2-15,0 0-3 0,0 0-6 0,0 0-1 0,0 0-6 16,0 0-2-16,0 0-3 0,0 0 0 0,0 0-4 15,0 0 9-15,11 18 2 0,-8-8 0 0,-1 2 11 16,3 2 1-16,-1 4-2 0,-1-1 9 0,1 1 4 16,-1-1-15-16,1 0 1 0,-1 2 2 0,1 0-1 15,-2-2-2-15,2 1-1 0,0 2-3 0,0-4 12 16,-2-4-19-16,5 4-4 0,-4-6 2 0,1-1 0 16,0 1 1-16,1-3-1 0,-1 3-3 0,0-3 4 15,0-2-10-15,-2 0 8 0,-2-5-3 0,5 9-6 16,-5-9 4-16,4 6 6 0,-4-6-3 0,4 4 2 15,-4-4-1-15,0 0 2 0,0 0-1 0,0 0-7 16,0 0 5-16,17-10-5 0,-12 1 10 0,0 1 0 16,1-1-5-16,0-1-9 0,4-6 10 0,-3 2-5 15,4 0 3-15,-1-2-2 0,4-7-5 0,0-1 4 16,0 1-4-16,-2 1 1 0,1-1-3 0,0 1-2 16,1-1-2-16,-2-1 7 0,-2 0 2 0,1 9-2 15,-3-2 0-15,1 2-2 0,-2 5 4 0,-1 0-8 16,-2 2 5-16,1-2-4 0,-3 5-29 0,1-1-15 15,-3 6-22-15,5-8-39 0,-5 8-45 0,3-4-48 16,-3 4-63-16,0 0-41 0,0 0-263 0,0 0-614 0,0 0 272 16</inkml:trace>
  <inkml:trace contextRef="#ctx0" brushRef="#br0" timeOffset="-135191.48">20179 10345 50 0,'0'0'265'0,"6"-6"-18"0,-6 6-18 0,0 0-13 0,0 0-33 16,8-3-23-16,-8 3-41 0,0 0-56 0,0 0-51 15,0 0-75-15,0 0-67 0,0 0-96 0,-19 18-243 16,8-11 108-16</inkml:trace>
  <inkml:trace contextRef="#ctx0" brushRef="#br0" timeOffset="-135006.34">19484 10678 12 0,'-9'1'324'16,"9"-1"-19"-16,0 0-14 0,0 0-26 0,0 0-23 16,0 0-25-16,32-8-21 0,-13 4-21 0,9 1-32 15,3 1-48-15,2-2-45 0,4 0-43 0,4 3-57 16,10-4-57-16,1 2-47 0,-12-3-182 0,12 6-363 15,-15-3 162-15</inkml:trace>
  <inkml:trace contextRef="#ctx0" brushRef="#br0" timeOffset="-134864.66">20304 10571 50 0,'5'-9'316'16,"-5"9"-13"-16,4-4-7 0,-4 4 3 0,3-6-1 0,-3 6-1 15,0 0-38-15,0 0-22 0,2-7-29 16,-2 7-18-16,0 0-28 0,0 0-40 0,3-6-56 15,-3 6-70-15,0 0-91 0,0 0-111 0,0 0-261 0,0 0-505 16,0 0 223-16</inkml:trace>
  <inkml:trace contextRef="#ctx0" brushRef="#br0" timeOffset="-123775.29">11757 11990 135 0,'-5'-10'254'0,"-3"2"-8"16,0 0-11-16,1-1-7 0,-2 1-8 0,0 0-9 16,0 2-13-16,-1 1-12 0,-3 0-13 0,3 3-20 15,-1 2-6-15,-3 0-12 0,3 1-13 0,-5 3-7 16,-1 0-10-16,0 3-11 0,4 1-8 0,-3 3-10 15,3-1-4-15,-2 2-10 0,5 1-7 0,1 1-6 16,1-3-3-16,2 1-7 0,2 0-3 0,1 0-6 16,2 4-1-16,2-3-5 0,2 2 2 0,3 2-7 15,-1-1-3-15,4 1 3 0,1-1-2 0,2-1-2 16,1 0-6-16,0-2 0 0,0 1-3 0,2 0-3 16,0-1-1-16,-1 2-2 0,3-3 0 0,-4 1-1 15,-3-1 13-15,4-1-12 0,-8-3 5 0,4-1-4 0,-3 2-4 16,-4-3 4-16,1 0 0 0,-1-1-3 15,-3-5 14-15,4 10 10 0,-4-10 14 0,-5 12 1 16,-3-6 1-16,-3 1 3 0,-6-1-1 0,-3 1 7 16,-9 2-3-16,0-4 0 0,-3 0-2 0,-3 1 3 0,1-3-9 15,0 0-2-15,0-2 0 0,0 1-5 16,1-1-7-16,4 2-5 0,6-4-3 0,7 1-14 16,-4 0-35-16,8 0-34 0,0 0-49 0,6 1-63 15,6-1-69-15,-13-1-69 0,13 1-244 0,0 0-611 0,0 0 271 16</inkml:trace>
  <inkml:trace contextRef="#ctx0" brushRef="#br0" timeOffset="-123587.65">12285 12221 150 0,'12'-1'210'0,"0"1"1"0,-1-1 0 16,-3 2-9-16,5-2-19 0,-3 1-16 0,2 0-19 0,1 0-14 15,0 2-13-15,2-1-18 0,-2 0-29 0,1 1-31 16,-2-1-38-16,1 1-40 0,1 2-46 0,-5-3-40 16,-2 2-39-16,0-2-102 0,-2 5-282 0,-5-6 125 15</inkml:trace>
  <inkml:trace contextRef="#ctx0" brushRef="#br0" timeOffset="-123437.6">12353 12333 146 0,'-6'2'217'0,"-2"0"16"16,0 0 1-16,8-2 3 0,-9 2-5 0,3 2-8 15,6-4-16-15,0 0-12 0,-7 2-20 0,7-2-11 16,0 0-5-16,0 0-20 0,0 0-5 0,0 0-11 16,0 0-21-16,16 10-24 0,-4-9-33 0,5-1-37 15,3 1-43-15,3 0-57 0,-3-2-61 0,9 2-57 16,0-1-221-16,3-1-465 0,3 0 205 0</inkml:trace>
  <inkml:trace contextRef="#ctx0" brushRef="#br0" timeOffset="-122997.23">13459 12053 95 0,'2'-6'245'0,"0"-1"0"16,-2 7 2-16,4-10-2 0,-4 10-2 0,-2-9-14 15,2 9-24-15,0 0-16 0,2-8-26 0,-2 8-9 16,0 0-3-16,0 0 5 0,0 0 16 0,0 30-4 16,-2-13-10-16,-4 8-13 0,4 2 0 0,-3 1-3 15,-1 1-16-15,0 3-8 0,4-3-5 0,-4 0-8 16,1 2-12-16,3-3-9 0,-2 0-5 0,2-1-11 16,0 0-7-16,-1-1-6 0,0-2-5 0,1 1-3 15,0-5-16-15,-2-1-3 0,4-1-33 0,-1-3-35 16,-1 1-60-16,0-3-47 0,2 0-48 0,-2-3-69 0,2 0-61 15,-2-3-256-15,6-1-627 0,-4-6 278 0</inkml:trace>
  <inkml:trace contextRef="#ctx0" brushRef="#br0" timeOffset="-122791.18">13764 12297 201 0,'7'-2'263'0,"-7"2"-31"0,16-1-13 16,-5-2-3-16,0 3-10 0,5-1-13 0,-3 1-13 16,8 0-19-16,-1 1-17 0,10-1-14 0,1 0-10 15,-2-1-18-15,3 1-16 0,-6 1-24 0,3 2-28 16,-2-6-36-16,-4 3-43 0,0 0-41 0,-6-1-60 16,3 1-52-16,-7-1-148 0,-3-2-374 0,3 2 166 15</inkml:trace>
  <inkml:trace contextRef="#ctx0" brushRef="#br0" timeOffset="-122561.31">14089 12150 225 0,'0'0'242'0,"-6"-6"-3"0,6 6-5 0,-5-4-3 0,5 4-23 16,0 0-16-16,0 0-18 0,0 0-7 0,0 0 12 15,-12 8 3-15,10-1-3 0,-1 5-4 0,-2 3-12 16,3 1-9-16,-1 4-15 0,2-1-2 0,-4 5-8 15,1 1-7-15,2 0-19 0,-1-6-7 0,1 1-11 16,2-1-9-16,-2 1-2 0,2 1-10 0,-2-2-15 16,2 0 1-16,2-2-33 0,-2 2-36 0,2-2-33 15,0 1-43-15,1-1-60 0,-1-2-79 0,0-4-78 16,-2 0-225-16,2-2-581 0,0-1 257 0</inkml:trace>
  <inkml:trace contextRef="#ctx0" brushRef="#br0" timeOffset="-122305.77">14401 12181 2753 0,'6'-16'76'0,"-4"4"31"16,3 2-28-16,-4 0-24 0,0 4-17 0,3 0-16 16,-4 6-1-16,2-7 15 0,-2 7 19 0,0 0 24 15,0 0 19-15,0 0 15 0,0 0-2 0,-2 29 10 0,0-10-14 16,-2 5-5-16,1-6-7 0,-1 8 7 0,2 0-20 15,-2 0-7-15,-6-3-10 0,10 2-6 16,-3-5-4-16,1-2-6 0,-2 1-5 0,2-1-4 16,0 1-8-16,1-2-18 0,-3 0-31 0,0-2-40 15,4-3-46-15,0 1-41 0,-4-2-39 0,3 0-44 16,0-3-52-16,0 0-41 0,-2-3-240 0,3-5-606 16,0 0 269-16</inkml:trace>
  <inkml:trace contextRef="#ctx0" brushRef="#br0" timeOffset="-121936.15">14465 12045 14 0,'7'-15'233'0,"4"2"-11"16,-2 5-9-16,0-1 0 0,0 3-9 0,1 2-12 16,1 0-12-16,0 1-13 0,0 3-16 0,-2 2-12 0,2 0-9 15,2 3-15-15,-2 0-8 0,-1 2-5 16,-1 2-12-16,0-1-8 0,1 1-8 0,-5 0-7 15,1-1-9-15,-2 2-4 0,0 1-6 0,-2-2-3 0,-2 2-5 16,0-1-6-16,0 2 5 0,-2 0-9 0,-1-3-6 16,0 4-21-16,-3-3-18 0,2-1-16 15,0 3-16-15,1-2-14 0,-1-1-9 0,2-2-6 16,0 0-11-16,2-7-10 0,0 14-1 0,2-8 11 16,2-1 5-16,-2 1 6 0,2-1 8 0,1-2 6 0,1 3 7 15,-1-2 7-15,0 0 7 0,2-1 14 0,-3 2 15 16,2-1 10-16,-6-4 11 0,8 3 14 0,-3-1 19 15,-5-2 3-15,4 8 11 0,-4-8 8 0,0 6 2 16,0-6-4-16,0 0-4 0,0 0-10 0,-7 15 1 16,3-11-10-16,-3 1-3 0,0 1-19 0,0-2-20 15,-1 2-38-15,-2 1-47 0,4-3-65 0,-3 2-67 16,0-5-120-16,-3 4-368 0,6-2 163 0</inkml:trace>
  <inkml:trace contextRef="#ctx0" brushRef="#br0" timeOffset="-121756.3">15053 12314 160 0,'0'0'273'0,"11"-1"3"16,-6-1-6-16,-5 2-17 0,12-2-25 0,-4 1-24 16,-8 1-19-16,11 0-21 0,-3-1-18 0,2 2-36 15,0-1-48-15,-4 1-54 0,3 1-55 0,-4 1-49 16,1 0-59-16,1 3-37 0,-3-1-117 0,1 0-333 15,-5-5 147-15</inkml:trace>
  <inkml:trace contextRef="#ctx0" brushRef="#br0" timeOffset="-121605.64">15087 12430 220 0,'-6'3'221'0,"6"-3"2"0,0 0 4 0,-4 6 2 16,4-6-6-16,0 0-8 0,0 0-9 0,0 0-8 15,-5 4-16-15,5-4-15 0,0 0-18 0,0 0-13 16,17 5-22-16,-10-5-14 0,5-2-34 0,1 2-34 15,-2-2-43-15,8-1-50 0,0 1-61 0,1-1-53 16,1-2-64-16,-2 3-145 0,2-3-415 0,-1 0 184 16</inkml:trace>
  <inkml:trace contextRef="#ctx0" brushRef="#br0" timeOffset="-120432.27">16331 12140 169 0,'2'-9'258'0,"0"0"-7"0,-1 1-8 0,0 1-4 16,2-2-7-16,-3 9-8 0,1-11-15 0,0 6-17 0,-1 5-14 15,3-7-22-15,-3 7-18 0,0 0-11 0,2-7-17 16,-2 7 10-16,0 0 10 0,0 0 2 16,3 20-4-16,-2-10 0 0,1 6 2 0,-2 2-14 15,0 9-7-15,-2-1-8 0,0 2-13 0,-2 0-6 16,0 3 1-16,-2-4-12 0,3 0-6 0,1 0-13 15,-2-3 2-15,1 2-6 0,1-3-5 0,0-5-3 16,1 1-11-16,-2 0 3 0,1-1-1 0,-1 0-13 0,3-1-16 16,-2-5-34-16,-1 4-34 0,2-4-39 0,0-1-43 15,0 0-46-15,1-1-53 0,0-10-39 0,1 15-43 16,-2-9-197-16,1-6-568 0,1 7 251 16</inkml:trace>
  <inkml:trace contextRef="#ctx0" brushRef="#br0" timeOffset="-120104.47">16717 12143 25 0,'13'-2'212'0,"6"0"0"0,-3 3 4 0,2 0-3 16,-5 2-6-16,-2 2-16 0,4 4-12 0,-4-2-5 15,1 6-15-15,-3 0-14 0,-3 1-9 0,-1 4-9 16,-3 0-9-16,-2-2-13 0,-1 2-8 0,-5-2-6 15,0 2-10-15,-3-3-5 0,-3 2-6 16,-1-1-9-16,0-1-4 0,-2-1-4 0,1-2-3 0,3-3-7 16,-2-2 1-16,3 0-2 0,-2-2-5 0,7-2-2 15,-1 0-3-15,-1-2-4 0,7-1 1 0,-11 3-7 16,11-3 3-16,-8 1 1 0,8-1 3 0,0 0 2 16,0 0-2-16,0 0-3 0,0 0-1 0,0 0 5 15,0 0-15-15,0 0 11 0,0 0-17 0,0 0 7 16,0 0-8-16,24 6 1 0,-13-5-1 0,3 3-21 15,1 1-27-15,4-2-44 0,0 3-54 0,3-3-68 16,7-1-61-16,-2 0-222 0,-5 0-529 0,7-6 234 16</inkml:trace>
  <inkml:trace contextRef="#ctx0" brushRef="#br0" timeOffset="-119896.64">17286 12196 257 0,'2'-11'345'0,"1"1"-7"0,-3 3-5 0,1 1-10 16,-1 6-15-16,2-11-30 0,-2 11-22 0,0 0-1 16,0 0-6-16,0 0-24 0,-6 24-25 0,2 2-8 15,-2 1-25-15,-1 2-19 0,0 3-15 0,-3 0-15 16,4-1-11-16,1 2-14 0,1-1-2 0,2 1-18 16,-2-1-22-16,3-3-60 0,1-1-59 0,0 1-62 15,-4-2-60-15,3-1-76 0,0-1-71 0,-3-6-253 16,2 1-640-16,-2-4 284 0</inkml:trace>
  <inkml:trace contextRef="#ctx0" brushRef="#br0" timeOffset="-119719.83">16673 12839 3575 0,'-18'-2'209'0,"4"2"-94"15,4-4-73-15,2 3-12 0,1 1-14 0,7 0-6 16,0 0 12-16,0 0 10 0,0 0-1 0,24-4 0 15,9 1-9-15,21-1-26 0,4-2-31 0,32-4-51 16,1 3-53-16,1-1-58 0,5-3-70 0,4-2-62 16,-9 3-184-16,2-3-556 0,0-4 246 0</inkml:trace>
  <inkml:trace contextRef="#ctx0" brushRef="#br0" timeOffset="-119582.56">18208 12547 3353 0,'8'-7'186'0,"1"0"-82"16,-4 4-44-16,0-1-9 0,-5 4 22 0,9-5 16 15,-9 5 12-15,6-4-8 0,-6 4-9 0,4-6-4 16,-4 6-15-16,0 0-31 0,7-6-41 0,-7 6-41 16,0 0-53-16,0 0-67 0,0 0-111 0,0 0-350 15,-2-9-680-15,2 9 301 0</inkml:trace>
  <inkml:trace contextRef="#ctx0" brushRef="#br0" timeOffset="-114313.23">1609 11185 106 0,'-17'-3'129'16,"2"2"-1"-16,0-2-3 0,-2 2 4 0,2-1-8 16,2 0-2-16,2 0-3 0,-3 2 3 0,5-3-8 15,-2 0 1-15,-1 2 3 0,5-3-4 0,-3 2-1 16,5-1-8-16,5 3 3 0,-12-4-7 0,12 4-8 15,-10-2 1-15,10 2-3 0,-7-4-6 0,7 4 3 16,-9-4-6-16,9 4 1 0,-7-2-8 0,7 2-2 0,0 0-4 16,-7-4-1-16,7 4-2 0,0 0-8 15,0 0 1-15,0 0-4 0,0 0 2 0,0 0-11 16,0 0-3-16,0 0-6 0,0 0 0 0,0 0-6 16,0 0-3-16,19-7 1 0,-7 7-3 0,0-2-4 15,8 0-3-15,1-1 1 0,-1 0 0 0,8 2-3 16,-7 0 0-16,11-1-3 0,-1 2-1 0,1 0-1 15,-1 0 3-15,2 0-6 0,-1 0 3 0,0 2-1 16,1-2-3-16,-1 0 3 0,-1 2-8 0,-2-2 4 16,2 3 0-16,1-2-1 0,0 0-1 0,0 0 6 15,1 3-8-15,3-2 3 0,-2 1-2 0,1-1 6 16,17 0-2-16,-20 4 0 0,2-2-2 0,1 0 1 0,3-2-1 16,1 3 4-16,-1-3-3 0,13 5 1 15,-10-5-5-15,9 2 9 0,4 1-6 0,-2-2 0 16,-1-1-2-16,1 3 11 0,2-5-14 0,-3 2 5 15,2 2-1-15,0-2 4 0,0-1-7 0,3 3 5 16,-2-2 10-16,1 2-9 0,1-4-3 0,-4 3 6 16,5-1-2-16,1 0 1 0,0 1-1 0,2-1-1 15,-1 1-1-15,1-1 0 0,-2-2-1 0,1 2 5 16,1-2-2-16,2 1-2 0,-6 2 1 0,2-3-2 16,0 2-1-16,1-1 0 0,0 2 0 0,0-3 2 15,2 1-2-15,-1 1-1 0,0 0 0 0,0 0 6 16,1 0-5-16,-2-2 1 0,3 1-1 0,-4 1 0 15,4 0 3-15,-5-1 3 0,2 3-4 0,-4-1-1 16,6-2-1-16,3 2 3 0,-1-1-3 0,2-2 2 16,-4 0-1-16,3-2-3 0,-1 4 1 0,2-2 0 15,-4 1-4-15,3 1 5 0,26 0-1 0,-31-4 1 16,-3 0 0-16,5 2 1 0,2 0 1 0,-2 0-1 16,2 2-1-16,-1-1 1 0,1-1 0 0,0-3-2 15,-1 3 1-15,3 0-2 0,2-3 1 0,-2 3 1 16,0-2 4-16,-1 4 4 0,1-2-13 0,-2 0 7 15,0 0-4-15,-2 0 2 0,2 0-3 0,-2 2 4 16,0-2-1-16,-1 1 1 0,-2-1 0 0,-3 0-1 0,0 2-3 16,0-1 1-16,4 0 3 0,-3-1 0 15,-3 2-1-15,2-4-2 0,-1 1-1 0,1 0 4 16,-3-1-1-16,2 2-3 0,-4 0 2 0,-9 0-1 16,-2 0-1-16,1-3 0 0,12 3 2 0,-15-2 6 15,-1 2-3-15,-1-1 3 0,-1 0 4 0,-2-1 6 16,0 1-5-16,-1 0 2 0,-6 0-4 0,4 1 6 15,-9-3-3-15,-1 3-4 0,-1-1 13 0,-4 1-20 16,0-1 0-16,-14 1 3 0,23-2-1 0,-23 2-6 16,14 2-6-16,-14-2-13 0,13-2-23 0,-13 2-21 15,0 0-31-15,0 0-53 0,0 0-62 0,0 0-66 16,0 0-249-16,-49-19-568 0,16 16 252 0</inkml:trace>
  <inkml:trace contextRef="#ctx0" brushRef="#br0" timeOffset="-112417.9">1441 7078 52 0,'0'0'155'0,"0"-11"1"0,-1 3-10 0,1 8 4 0,0 0 1 15,0-14-4-15,0 14-6 0,2-8-1 0,-2 8-2 16,-1-9-1-16,1 9-6 0,0 0-2 0,-1-9-10 15,1 9-8-15,0 0-14 0,0 0-10 16,0 0-5-16,0 0-13 0,0 0-6 0,-2-7-9 0,2 7-11 16,0 0 3-16,0 0-8 0,0 0-5 0,0 0-2 15,0 0-1-15,2 26 2 0,-2-17-4 0,1 3 1 16,-1 0 3-16,0 4-5 0,-1 2-3 16,1 0-2-16,0 0 2 0,-2 1 4 0,2 1 9 15,0-1-2-15,2 6 2 0,-2-4-3 0,-2 2 1 0,2-2-4 16,0-2-1-16,0 10-6 0,0-3 3 15,2 1-7-15,-2 0 16 0,-2 0 2 0,4 1-3 0,-2 3-3 16,-2-5 3-16,0 0-5 0,0 6 1 0,-1-4-5 16,3 2-1-16,-2 0 0 0,-1 1 1 0,0 1-2 15,-2-2-1-15,0 1-6 0,4-5-2 16,-2 4 3-16,-1 1-2 0,-2-3 3 0,2 1 7 16,2-1-10-16,-4 1-5 0,1-2 6 0,0 0-3 15,1 2 1-15,-3-1-4 0,3-3 1 0,-1 0-2 0,0 2 6 16,1-1-4-16,-5 2 3 0,8-2-2 15,-1 1-4-15,-1-2-1 0,-2 0 1 0,3 1 4 0,1-1-7 16,-3 2 0-16,0 0-1 0,2-2 7 0,0 1-1 16,0 1-1-16,-2-7 0 0,0 6-2 15,2 0 1-15,0-1-1 0,-2 1-2 0,1 1 2 16,3-4-1-16,-4-2 3 0,4-1 1 0,-3-1 0 0,1 6-2 16,-2 1 3-16,4-7 0 0,-5 1-5 15,3 6 6-15,0-2-1 0,-1 1 5 0,1-6-3 16,0 5-5-16,0-3 7 0,-3 3-2 0,1 1 0 15,2-1 4-15,0 3-3 0,-2-4 3 0,2 3-1 16,-2 0-3-16,2-1-3 0,0 0 4 0,1 2-1 16,-3-4-1-16,0 4 4 0,2-2-6 0,-1 0 7 15,0 1-4-15,-3-1-1 0,4 1 2 0,-1 0-4 0,-1-2 0 16,-2 3 0-16,3-1-1 0,1 1-2 16,-2-1 3-16,-1-1-7 0,1-1 6 0,-1 3-1 15,2-2 4-15,1-5 7 0,-1 6 0 0,-2-2-15 16,2 2 1-16,0-1 0 0,-1 0-1 0,0-1 4 0,4-3 0 15,-2 6 1-15,0 1 7 0,-1-1-8 0,-1 0 9 16,-1 1 1-16,2 0-7 0,-3 2 0 0,4-3 7 16,0-1-3-16,-1 1-5 0,-1 2 5 15,2-3-8-15,0 1 2 0,0 0 0 0,0-1 8 16,0 0-10-16,-1 0 1 0,-2 0-3 0,1 0 3 16,1 0-5-16,3-1-3 0,-4 1 4 0,2-3 2 0,1 3-3 15,-1-5 3-15,-2 3-2 0,4 1-2 16,-2-5 2-16,0 0-4 0,2 6 3 0,-3 4 2 15,2-2-5-15,-1-2 6 0,0 1-12 0,-2-3 11 16,4 3-6-16,-2-2 3 0,0 2 5 0,-1-1-6 16,1 1 5-16,-2 0 4 0,2 1-3 0,-1 1 2 0,2-2 0 15,-5 1 7-15,4 0-7 0,-1 0 3 0,0 0-2 16,0 1 0-16,1-1 2 0,0 1-3 16,-2-2 0-16,4 2 7 0,-5-1-6 0,1-1 4 15,0 2-6-15,-2 0 4 0,2 6 4 0,1-6-3 16,-1 2 3-16,-2 0-6 0,2 0 4 0,0 1 0 15,0-1-1-15,-1 0-3 0,1 2 5 0,-2-1-3 0,5 1 2 16,-3-1-1-16,0 2 21 0,-2-1-2 0,2-4-1 16,0 3-2-16,-1 1-2 0,1-2-3 15,0-1 1-15,-1 1-4 0,0 4-1 0,1-4-3 16,0 0 2-16,-1 3-1 0,3-3-2 0,0 4 0 16,-3 0-5-16,-2 0 5 0,3-3 2 0,-1 0-2 15,-1 2 6-15,3 0-3 0,-1 1 1 0,-3 1-3 16,4-1 3-16,-3 1 4 0,1-1-5 0,1 0 0 15,-2 11-2-15,2-12 2 0,-2 1 2 0,2 1-1 16,-3 10 1-16,-1-12 0 0,0 13-1 0,4-11-5 16,-1 10 4-16,1-10-1 0,0 0 3 0,-1 12-1 15,-1-2-9-15,0 0 4 0,0-1 1 0,1-10-1 16,3 10-7-16,-2-9 7 0,2 9-4 0,0-9 2 16,-4 9-4-16,0-9 0 0,3-1 1 0,-1 10 6 15,2-10 3-15,-2 12 5 0,0-11-3 0,1 0 2 16,-4 13 1-16,5-15-4 0,0 0-1 0,-3 1-2 15,0 11-1-15,-1-11-16 0,2-2-2 0,2 2 1 16,-2 0 2-16,4-35 2 0,-2 61-5 0,2-28 3 16,-2-4-1-16,2-29-1 0,-6 58-1 15,6-58 2-15,-5 44-13 0,5-44-24 0,0 37-42 0,0-37-41 16,-10 40-47-16,10-40-57 0,-12 34-64 0,12-34-81 16,-16 18-96-16,16-18-325 0,-27 15-855 0,27-15 378 15</inkml:trace>
  <inkml:trace contextRef="#ctx0" brushRef="#br0" timeOffset="-111452.77">1027 11167 70 0,'0'0'121'15,"-9"-7"-2"-15,4 5-12 0,5 2 3 0,-10-5-12 16,10 5 7-16,-10-4 5 0,10 4-2 0,-9-4-7 16,3 2 4-16,6 2 22 0,-14-3-4 0,14 3-3 15,-7-4-2-15,7 4-2 0,-9-3-2 0,9 3-5 16,-11-1-4-16,11 1-9 0,-11-3-6 16,11 3-11-16,-13-3-5 0,7 1-8 0,6 2-2 0,-17-1-9 15,10 1-3-15,7 0-9 0,0 0 5 0,0 0-3 16,0 0 0-16,0 0 0 0,0 0 9 15,0 0-1-15,0 0-2 0,-74 3-4 0,74-3-3 0,0 0-1 16,0 0-4-16,0 0-3 0,0 0-1 16,0 0 1-16,0 0-3 0,-40 3 4 0,40-3-3 15,0 0 4-15,0 0-1 0,0 0 5 0,0 0-20 0,0 0 11 16,0 0 0-16,0 0-2 0,0 0 0 0,0 0 0 16,0 0-6-16,0 0 0 0,0 0 0 15,0 0 9-15,0 0 0 0,0 0-23 0,0 0 15 16,0 0-1-16,0 0 6 0,-4 3 4 0,4-3 1 15,62 0 11-15,-10-4-1 0,4 2-21 0,4-2 1 16,3 3 1-16,-2-2-1 0,0-1-5 0,-3 3-4 0,5-1-3 16,-7 1 5-16,1 0-3 0,-2 1-1 0,-5-2-2 15,-10 2 3-15,-2 0-3 0,0 0 3 0,-1 0-7 16,2 0-1-16,-4-2 6 0,0 0 1 16,-3 2 0-16,-5 0-3 0,-7-2 0 0,1 2 3 15,-3-1-25-15,-7 1 22 0,1 0-1 0,-5 0-4 16,-7 0 2-16,12 0 8 0,-12 0-4 0,9 0-4 0,-9 0 6 15,0 0-6-15,11-1-4 0,-11 1-4 16,0 0-13-16,0 0-26 0,8-2-35 0,-8 2-41 16,0 0-53-16,0 0-55 0,0 0-62 0,0 0-58 15,0 0-215-15,5 7-602 0,-5-7 266 0</inkml:trace>
  <inkml:trace contextRef="#ctx0" brushRef="#br0" timeOffset="-107643.08">1422 6599 34 0,'1'-10'87'0,"-1"10"-4"16,2-9-3-16,-2 9-4 0,2-10 6 0,-2 10-9 15,0-10 5-15,0 10-4 0,2-10-2 0,-2 10-7 16,2-10-3-16,-2 10 1 0,3-11-2 0,-3 11 4 16,2-8 3-16,-2 8 2 0,2-9-2 0,-2 9-9 15,3-10 1-15,-2 3 1 0,-1 7-1 16,3-9 2-16,-3 9 1 0,0-10 4 0,2 4-8 0,-2 6 4 16,3-10-6-16,-3 10 5 0,-1-10-8 0,3 5-8 15,-2 5-4-15,2-10-3 0,1 7-4 0,-3 3 0 16,2-11-10-16,-2 11 0 0,2-7-3 0,-2 7-1 15,0 0-5-15,0 0 2 0,0-8-5 0,0 8 1 16,0 0-4-16,0 0-2 0,0 0-8 0,0 0 1 16,0 0 1-16,0 0 3 0,0 0-3 15,0 0 1-15,0 0-3 0,0 0 6 0,9 15 1 0,-9-2 6 16,0-3 2-16,3 2 4 0,-3 5 2 0,2-1-2 16,-2 3 2-16,2-2-1 0,0 4 2 15,-4 3-2-15,2-5 6 0,-4 6 6 0,4-5 4 16,0 6 8-16,0-7 1 0,0 7 0 0,0-2-5 15,-3 1 3-15,1-1-3 0,2 3 1 0,0 3 7 16,0-4 2-16,-2 2 2 0,1 1-8 0,-1-5-5 16,0 3 5-16,0-1 0 0,2 1 3 0,2 0 3 15,-4-2 2-15,2 0 4 0,-3-7 5 0,2 1-6 16,-2-1-2-16,2 1-10 0,0 1 4 0,-3-3 6 16,4 0-16-16,-4 1 9 0,1-5-4 0,3 2-5 15,-2-2 0-15,0-2-1 0,-1 1-5 0,3 0 2 16,-2-1-6-16,2-1-6 0,-2 0-2 0,1-1 4 15,1 0-10-15,-1-2 0 0,1-7 2 0,-3 14 1 16,1-8-4-16,2-6-2 0,0 13-3 0,0-13 6 0,0 12-5 16,0-12-3-16,0 0-1 0,-2 16 2 15,2-16-1-15,0 0-2 0,0 11-7 0,0-6-22 16,0-5 2-16,0 0-15 0,0 10-17 0,0-10-14 16,0 0-23-16,2 9-27 0,-2-9-31 0,0 0-29 15,0 0-40-15,0 0-44 0,3 12-35 0,-3-12-161 16,0 0-497-16,0 0 219 0</inkml:trace>
  <inkml:trace contextRef="#ctx0" brushRef="#br0" timeOffset="-105527.35">1548 6654 107 0,'-2'-8'102'0,"2"8"-5"0,0 0 7 0,0 0-5 15,-1-11 7-15,1 11-26 0,0 0-4 0,-2-8 2 16,2 8-5-16,0 0-13 0,-1-8 8 0,1 8 5 16,0 0-2-16,-3-8 2 0,3 8-5 0,0 0 2 15,-4-6-5-15,4 6-5 0,0 0 2 0,-5-5-2 16,5 5-1-16,0 0 0 0,-7-7-5 0,7 7-3 16,0 0-2-16,-3-7 3 0,3 7 2 0,0 0 2 15,-3-7 0-15,3 7 2 0,-3-5 0 0,3 5-4 16,0 0 8-16,-4-7 2 0,4 7 0 0,0 0 3 15,0 0 0-15,0 0-6 0,2-12-1 0,-2 12 1 16,0 0-1-16,0 0 0 0,0 0 0 0,0 0-6 16,0 0-9-16,0 0 2 0,0 0-5 0,-2-7-1 15,2 7-10-15,0 0-1 0,0 0 2 0,0 0-7 16,0 0-6-16,0 0-1 0,0 0-4 0,0 0-5 16,0 0-7-16,0 0 12 0,0 0-3 0,0 0-4 15,0 0 2-15,0 0-1 0,13 21 0 0,-8-16-1 16,-1 1 13-16,1 0-4 0,0 0-2 0,1 2 7 15,2 1-14-15,-2 0 12 0,0-2 8 0,-1 2-4 16,4 0-4-16,-4 0-4 0,4 0 4 0,-3 0-5 16,1 0 3-16,-1 1-5 0,4 0 2 0,-2 0-1 15,1 0-1-15,0 0-3 0,0 0 4 0,-2 1-5 16,5 2-1-16,-2 0 15 0,-2-3-11 0,6 1-5 16,-4 2 5-16,-1 0-2 0,3 4-1 0,-1-3 5 15,-1-1-7-15,3 1 2 0,-5 0 1 0,3-2 5 16,-1 1-4-16,-2-2-11 0,-1-1 12 0,4 4 2 15,-1-2 1-15,0 2-15 0,-3-2 19 0,3 0-1 16,-1 1-4-16,1 0-6 0,0 0 5 0,-2-2-3 16,-2-1 0-16,2 0 4 0,2 1-1 0,2 2-1 15,-1 0 2-15,1 0-1 0,-2 0-1 0,3 2-2 16,-2-1 2-16,2 0 3 0,0 0-5 0,0 3 10 16,-3-4-14-16,4 4 5 0,-2-3 3 0,1 1 4 15,-1 0-5-15,2-2-1 0,-1 3-1 0,1-2 3 16,-1 2-2-16,1-3 3 0,0 3-1 0,-1 0-1 15,2-2 7-15,-1-1 2 0,0 3-8 0,-1-1 0 16,6 4-1-16,-1 0 0 0,4-2 5 0,-8-2-6 16,1 0-1-16,-2-1-1 0,7 3 2 0,-2 2 0 15,0 4-14-15,0 0 25 0,0-5-13 0,1 2 0 16,0-1-2-16,-5-4 1 0,7 3 4 0,-2 1-7 16,0 2 0-16,-1-1 1 0,0 0 2 15,3-1 7-15,-3-2-12 0,-2-1 7 0,3 6-3 16,1-2 1-16,1 0 4 0,-2 2-5 0,1-5 2 15,-1 5 0-15,1 0 7 0,1 0 0 0,2-3-2 0,-5 0-1 16,2 1 4-16,0-1-4 0,0 2-5 16,-2-1-3-16,0 1 8 0,0-2-1 0,4 0-1 0,-4 1-2 15,1-2-4-15,0-1 0 0,0 3 0 16,2 0-2-16,-3 0-13 0,1-1 18 0,0 1 0 16,0 2-5-16,3 0 5 0,-2-2-6 0,-2 0 5 15,-3-3-12-15,5 2 14 0,0 2-3 0,0-2-2 0,0 1 1 16,-2 0 2-16,2-1 3 0,1 4-13 15,-2-4 5-15,-1 2 3 0,1-2-2 0,0 2-3 16,0-2 4-16,0 0 4 0,0 0-5 0,1 0 6 16,-3 1-5-16,0 0 1 0,4-1 0 0,-9-5-1 15,9 5-7-15,-2 0 5 0,-1-2 2 0,-3-2 4 16,3 4-1-16,-3-3-3 0,0-2-7 0,4 5 9 16,-5-4 0-16,5 6-2 0,-6-6 0 0,2-2-1 15,4 6 3-15,-4 1-2 0,-2-7-3 0,1 1 8 16,3 5-6-16,-4-2-3 0,5 5-6 0,-1 1 11 15,0-3-2-15,-4-3-3 0,-2-1 7 0,9 3 0 16,-5 1-6-16,-1-3 2 0,-2-3 0 0,0 1 3 16,5 4 4-16,-3-4-5 0,4 5 4 0,-4-5-6 15,-1 0 3-15,1 1 5 0,-3 0-6 0,3 0 4 16,4 3-19-16,-8-3 16 0,3 0 0 0,3 3-7 16,-3-5 7-16,2 2 1 0,-1-1-5 0,-2 0 2 15,1-1 1-15,1 2-7 0,-1-1 4 0,1-3-1 16,0 3 2-16,1-1-1 0,-2 2-2 0,1-1 3 15,-1-2 1-15,1 2-1 0,0-1 2 0,5 4 2 16,-6-4-15-16,0-1 15 0,0 1 1 0,1 0-1 0,2 0 1 16,-3 0-2-16,1 2 3 0,0-2-1 15,0 1-3-15,2-1 3 0,-2 1-20 0,2 6 17 16,-4-5 3-16,6 3 1 0,-2 1-11 0,-4-4 8 16,-1-1 2-16,5 1-1 0,-3-3-4 0,-1 2 6 15,1 0-4-15,1 1 1 0,0-1-2 0,-1 2-3 16,-2-3 5-16,1 2-3 0,2 0 3 0,-2-1-3 15,-1 1 0-15,3-3 2 0,-1 3-3 0,0-2 1 16,-2 2-2-16,3-1 2 0,-2-1 2 0,2 1-16 16,0 0 11-16,-3-1 6 0,5-1-4 0,-5 2-2 15,2-2-2-15,0 3 2 0,-2-3 2 0,2 0-4 16,-2 0 2-16,1 1 0 0,1-1 2 0,-3 1 4 16,4 0-3-16,-4-3 1 0,1 1 1 0,1 1 0 15,-1 0-3-15,0 0 5 0,0-1 4 0,1 1-6 16,-2-1 1-16,0-1-2 0,1 1-3 0,0-1 0 15,1 2 1-15,-2 0 4 0,3 0-8 0,-3 0 7 16,0 0-3-16,3-1 7 0,-3 2 0 0,0-1-1 16,2-1 0-16,-1 1-5 0,-3-2 4 0,5 0-1 15,-3 3-4-15,-2-4 6 0,4 2 0 0,-3 2-1 16,0-4 3-16,3 2-3 0,-1 1-5 0,0 0 8 16,-1-3-5-16,1 2 2 0,1 0 0 0,-3-2 1 15,2 1-3-15,2 1-3 0,-4-3 5 0,1 2-5 16,-2-1 2-16,3 3-1 0,1 0-2 0,-3-5-6 15,2 5 10-15,0-1 1 0,1 1 3 0,-1-1-12 16,0 1 6-16,1-2-1 0,-1 2 4 0,-1-2-3 16,0-2-3-16,2 4 3 0,0-1 1 0,-1 1-3 15,-1-1 2-15,-1-2-1 0,4 1 1 0,0-1-1 16,-2 3-2-16,0-1 5 0,1-1-2 0,0 1 1 16,2-1-2-16,0 1 3 0,-1 1-4 0,-2-3 0 15,-1 0 0-15,3 0 1 0,2 1-1 0,-2 1 1 16,-4-4-5-16,4 4 3 0,0-2 2 15,0 3 0-15,-1-3 0 0,-1-2 6 0,1 4 1 0,1-1-1 16,0 0-5-16,-3 1 5 0,-1-4-4 0,4 3 1 16,-4-2-1-16,0 0-8 0,-9-9 7 0,19 17-1 15,-10-7 0-15,2 1 0 0,-3-1 3 16,4 2-8-16,-5-4 9 0,5 1-4 0,-5 1 1 0,2-2 0 16,0 0 0-16,-1 1 3 0,-2-2-7 15,2 1 0-15,1 0 5 0,-9-8-2 0,13 13 0 0,-4-6 2 16,-2 0-2-16,1-1-7 0,-8-6 8 0,12 12-1 15,-7-6 1-15,-5-6-3 0,10 10 2 0,-10-10-3 16,9 8 4-16,-9-8 0 0,8 6 0 0,-8-6 0 16,0 0 1-16,8 7 4 0,-8-7-9 0,0 0 4 15,9 5-1-15,-9-5 0 0,0 0 2 16,0 0-15-16,0 0-15 0,0 0-27 0,0 0-27 0,0 0-37 16,0 0-69-16,0 0-71 0,0 0-74 0,0 0-69 15,0 0-308-15,0 0-766 0,-42-20 340 0</inkml:trace>
  <inkml:trace contextRef="#ctx0" brushRef="#br0" timeOffset="-104189.61">1560 5931 15 0,'0'-8'51'16,"0"8"-8"-16,-1-8 2 0,1 8 12 0,0 0-3 15,0-10 0-15,0 10 12 0,0 0-6 0,-3-10 7 16,3 10-2-16,0-8-1 0,0 8-18 0,-4-8 4 16,4 8 5-16,-2-6-6 0,2 6-1 0,-4-10-2 15,4 10 1-15,-3-9-3 0,3 9 2 0,-4-8-5 16,0 3-1-16,4 5-4 0,0 0 0 0,-2-12 7 15,2 12 1-15,-3-8 1 0,3 8 3 0,-1-7 32 16,1 7-4-16,0 0 1 0,0 0 3 0,0 0-5 16,0-12 2-16,0 12-2 0,0 0-2 0,0 0 2 15,-2-7-6-15,2 7 0 0,0 0-6 0,0 0-4 16,0 0-6-16,0 0-4 0,0 0-10 0,0 0 3 16,0 0-14-16,0 0-2 0,0 0-3 0,0 0-2 15,0 0-5-15,0 0 8 0,0 0 10 0,-4 26 3 16,4-15 2-16,0 0 6 0,0 6-5 0,-2 0 5 15,4-1 2-15,-2 2-2 0,-2 2 2 0,0-3 2 16,0 2 1-16,2 5-4 0,0-5 2 0,1 0-3 16,-2 2 2-16,-1 8 5 0,5 1 2 15,-1-4-4-15,-3 2 1 0,2-2-6 0,0-2 1 0,-1 1-5 16,0-6 4-16,2 6 0 0,-2-8-7 16,4 2-21-16,-2-1 17 0,-2 0 2 0,0 1 4 0,0 0-6 15,1-1-1-15,1 0 3 0,-5 0 8 0,4 0-23 16,-2-3 20-16,1 2-3 0,0-3-6 0,0-3-2 15,1 3 2-15,-2-2-13 0,0 0 5 0,0 3 5 16,1-3 4-16,-4 1-1 0,2-3 1 16,2 3 1-16,-1-3-17 0,-1 1 22 0,-1 0-8 15,3-11 3-15,0 16-3 0,-3-7-17 0,1 1 18 0,2-10 0 16,-2 13-12-16,2-13 1 0,-2 12 0 0,2-12-4 16,-1 11 0-16,1-11-2 0,-1 10-7 0,1-10 1 15,-2 12 3-15,2-12 0 0,0 0-5 0,-1 10 3 16,1-10-2-16,0 0-2 0,0 0-1 0,0 0-1 15,0 17 2-15,0-17-12 0,0 0-1 0,0 11-26 16,0-11-23-16,0 0-18 0,0 0-23 16,0 0-24-16,-2 10-23 0,2-10-25 0,0 0-26 15,0 0-38-15,0 0-55 0,0 0-44 0,0 0-193 16,0 0-569-16,0 0 251 0</inkml:trace>
  <inkml:trace contextRef="#ctx0" brushRef="#br0" timeOffset="-103695.64">1542 5870 132 0,'0'0'143'16,"1"-13"-5"-16,-1 13-1 0,0 0 0 0,3-11 4 0,-3 11 0 15,0-8 1-15,0 8 2 0,0 0-4 0,0-7-2 16,0 7-8-16,0 0-10 0,0 0-8 16,0 0-10-16,0 0-8 0,0 0-11 0,0 0-8 15,0 0 7-15,0 0 5 0,0 0 4 0,-17 19-2 16,6-5-4-16,-3 9-7 0,-2-1-8 0,0 0-7 15,-1-3-7-15,2 3-8 0,-2-2-3 0,3-4-1 16,-2 1-5-16,7 1-5 0,-3-5-1 0,-3 1-31 0,7-1-30 16,-2-4-37-16,4 1-44 0,-1-2-43 15,2-3-56-15,5-5-26 0,-8 6-167 0,8-6-432 16,0 0 192-16</inkml:trace>
  <inkml:trace contextRef="#ctx0" brushRef="#br0" timeOffset="-103497.54">1611 5819 158 0,'8'-3'211'0,"-8"3"-27"0,6-2-12 15,-6 2-5-15,0 0-10 0,0 0 1 0,9-1-5 16,-9 1 0-16,0 0-4 0,9 5-13 0,-6 0-14 16,-3-5-12-16,8 11-7 0,0-4-12 0,-3-1-4 15,3 4-12-15,0-1-9 0,-1 0-32 0,1 1-32 16,-1 0-43-16,4-3-47 0,-2 2-66 15,1-2-57-15,-1 0-122 0,0-1-360 0,-9-6 160 0</inkml:trace>
  <inkml:trace contextRef="#ctx0" brushRef="#br0" timeOffset="-103261.1">1994 5384 216 0,'2'-7'296'0,"-2"7"-27"0,0-10-25 16,0 10-25-16,0-8-19 0,0 8-20 0,0 0-20 15,0 0-21-15,2-9-13 0,4 7-9 0,5 0-11 16,3 1-10-16,4-2-9 0,15 2-10 0,-6-3-29 16,1 4-40-16,-8 0-42 0,1 1-34 0,-2-2-42 15,-1 6-31-15,-5-1-9 0,-3 0-24 0,-2-1 0 16,-3 1 10-16,-5-4-99 0,10 9-284 0,-10-9 126 15</inkml:trace>
  <inkml:trace contextRef="#ctx0" brushRef="#br0" timeOffset="-102926.47">2259 5366 920 0,'0'0'-62'0,"-13"16"14"16,13-16 23-16,-10 2 20 0,10-2 29 0,-14 0 26 16,14 0 28-16,-14-1 17 0,14 1 15 0,0 0 17 15,-15-2 10-15,15 2 0 0,0 0-7 0,0 0-11 16,-12 1-9-16,12-1-13 0,0 0-14 0,0 0-9 16,-8 6-5-16,5 4 7 0,0 1 16 0,1 5 10 15,-1 2-7-15,-2 8 6 0,1 1-14 0,1-2-5 16,1 5-8-16,0-3-8 0,0-1-9 0,-1 1 3 15,1-8-8-15,-1 5-3 0,2-6-3 0,0-1-4 16,-2-4-8-16,2 1 0 0,0-4-4 0,-1 1-1 16,0-2-4-16,1-1 2 0,-2-2-5 0,0 0-3 15,3-6 5-15,-5 10-1 0,-1-7-4 16,6-3 3-16,-9 5-18 0,4-4 12 0,5-1 3 0,-10 1-18 16,10-1 15-16,0 0-4 0,-16-4 1 0,16 4 5 15,-9-1 4-15,9 1 5 0,-6-2 3 0,6 2-19 16,0 0 15-16,0 0-6 0,0 0-7 15,-10-6-3-15,10 6 0 0,0 0 1 0,0 0-4 0,0 0 2 16,0 0 2-16,25-2-3 0,-11 0-6 16,-1 2 2-16,8-2-3 0,-1 1-27 0,10-3-21 15,-1 1-30-15,-1-2-34 0,5 1-33 0,-1-3-33 0,3 0-40 16,-3-3-29-16,0 2-34 0,-3 1-155 16,-9-2-470-16,7 0 209 0</inkml:trace>
  <inkml:trace contextRef="#ctx0" brushRef="#br0" timeOffset="-102723.73">2623 5549 70 0,'-2'-15'241'0,"2"15"-6"16,-7-11-2-16,1 6-6 0,6 5-7 0,-17-3-5 15,17 3 0-15,-24 4-10 0,7 1-3 0,1 4-14 16,-2-1 2-16,3 4-15 0,0 2-15 0,0-2-6 16,2 4-13-16,2-2-15 0,3 0-10 0,4 1-6 15,0 3-29-15,3-2 6 0,1 0-11 0,7 2-10 16,2-4-9-16,6 0-28 0,7 2-5 0,3-3-24 15,3-1-34-15,2-1-45 0,0-5-43 0,4-1-46 16,-1 0-54-16,0-5-40 0,-2 2-231 0,-11-4-534 16,2 1 237-16</inkml:trace>
  <inkml:trace contextRef="#ctx0" brushRef="#br0" timeOffset="-101343.65">8171 11176 114 0,'-2'-5'140'0,"2"5"-12"0,-6-9-11 16,6 9 8-16,-5-8-6 0,1 5-15 0,4 3-3 15,-6-8 1-15,2 4 4 0,4 4-2 0,-6-6-8 16,6 6-1-16,-7-5-6 0,7 5-4 0,-5-6-4 16,5 6-1-16,-7-5-4 0,7 5-1 0,-8-3 1 15,8 3-6-15,-6-4 0 0,6 4-6 0,0 0-2 16,-8-3-3-16,8 3-8 0,0 0-1 0,-7-3-3 15,7 3-5-15,0 0-1 0,0 0-6 0,0 0-1 16,-10-3-1-16,10 3-5 0,0 0 1 0,0 0-4 16,0 0 3-16,0 0-2 0,0 0 20 0,0 0-1 15,0 0-10-15,0 0-3 0,0 0-2 0,0 0-2 16,-9 0-5-16,9 0-6 0,0 0 3 0,0 0-4 16,0 0-1-16,0 0-1 0,0 0 0 0,0 0-5 15,0 0 2-15,0 0 0 0,0 0-3 0,0 0-2 16,0 0-2-16,0 0 6 0,0 0-6 0,0 0 1 15,0 0-2-15,0 0-3 0,0 0 2 0,0 0 0 16,0 0-4-16,-6 6 0 0,6-6 1 0,0 0 1 16,0 0-3-16,12 12 4 0,-7-8-2 0,2-1 3 15,1 4-3-15,1-1 0 0,1 1 1 0,-1-1 0 16,1 1 2-16,-1 1-4 0,0-3 2 0,0 2 1 16,-1 1-3-16,2 0 2 0,-4 2 2 0,2-2-1 15,-3 1 1-15,4 0-6 0,-4 3 4 0,-1-4-1 16,0 3 2-16,-4 2-1 0,1 2 1 0,-3 2 1 15,-5-1-3-15,-2 3-11 0,-2 4-17 0,-3 0-21 16,-4 5-30-16,-1-1-34 0,-1-1-47 0,1-2-48 16,-2 1-217-16,-1 0-462 0,1-1 204 0</inkml:trace>
  <inkml:trace contextRef="#ctx0" brushRef="#br0" timeOffset="-100805.65">7968 11705 47 0,'0'0'240'16,"0"0"-3"-16,0 0-5 0,-2-8-8 0,2 8-14 15,0 0-8-15,0 0-21 0,0 0-19 0,0 0-14 16,0 0-16-16,0 0-19 0,0 0-11 0,0 0-13 16,0 0-7-16,0 0 0 0,0 0-1 0,10 19 4 15,-5-7-5-15,-1 3-8 0,2 2-7 0,0 0-4 16,1 0-7-16,-2 1-5 0,1 0-2 0,-1-2-2 15,3 1-9-15,-3 1 1 0,1-3-5 0,-2-3-4 16,1-1 0-16,-1 0-3 0,1-1-3 0,-1-1-1 16,0-3-6-16,2 2 1 0,-2-2-1 0,-1 0 2 15,-3-6-5-15,5 7 1 0,-5-7-1 0,6 5 9 16,-6-5 19-16,3 5 23 0,-3-5 11 0,0 0 12 16,0 0-7-16,0 0-5 0,0 0-8 0,18-12-8 15,-14 4-4-15,3-2-7 0,-2-2-15 0,4-2 1 16,-1-5 9-16,0 3-7 0,-1-3-6 0,4-4-5 15,-1 0-7-15,-3 4-15 0,4-4-10 0,-4 5-4 16,3 1-5-16,-3 1-5 0,-2 6-10 0,1-1-18 16,-2 2-17-16,0 1-28 0,-1 3-28 0,-3 5-39 0,5-6-31 15,-5 6-12-15,5-3-8 0,-5 3-4 0,0 0-17 16,14 6-7-16,-7 2-165 0,-1 1-441 16,0-2 195-16</inkml:trace>
  <inkml:trace contextRef="#ctx0" brushRef="#br0" timeOffset="-100580.31">8470 11810 21 0,'0'-7'254'15,"0"7"-1"-15,0 0-7 0,0 0-3 0,0 0-10 16,-14-13-8-16,14 13-8 0,-10-2-12 0,10 2-11 16,-9 0-17-16,9 0-15 0,-10 5-10 0,3-2-10 15,1 2-3-15,-2 2-13 0,2 2-10 0,-1 0-12 16,0 1-8-16,2 0-11 0,-2 0-5 0,1 2-12 15,1 1-2-15,1-3-6 0,1 2 2 0,2-1-28 16,1-2-22-16,0 3-34 0,3-3-39 0,2 1-42 0,1-1-44 16,1 0-49-16,2-3-53 0,4 1-45 0,-2-4-156 15,9 1-488-15,-3-2 216 0</inkml:trace>
  <inkml:trace contextRef="#ctx0" brushRef="#br0" timeOffset="-100214.04">8760 11803 250 0,'0'0'285'16,"-2"-13"-10"-16,-2 9-9 0,4 4-14 0,-8-7-12 16,8 7-12-16,-8-4-21 0,8 4-19 15,-10-2-20-15,10 2-15 0,0 0-10 0,-15 8-15 0,10-1-17 16,-2 1-7-16,1 1-11 0,1-1-15 0,0 2-3 16,1-1-9-16,1 2-8 0,3-1-14 15,2 0-18-15,-1 2-18 0,2-3-13 0,2-1-11 16,0 1-7-16,2 1-6 0,-3-4 3 0,3 0-4 15,-4-2 4-15,3 1 0 0,-2-1 1 0,-4-4 6 0,7 5 1 16,-7-5 9-16,4 6 13 0,-4-6 2 0,0 0 4 16,0 0 8-16,-11 8 9 0,3-6 6 0,-3 2 8 15,-1 0 11-15,-4 3 7 0,1-1 2 16,2-1 12-16,1 2-4 0,0-2 7 0,0 1-3 16,1 0-4-16,3 0-12 0,2-2-9 0,1 1-3 0,1 1 11 15,-1-1-19-15,5-5-1 0,-3 10-5 0,3-10-12 16,3 12 13-16,4-5-4 0,1 0-5 15,3-1 8-15,2-3-24 0,3 2-26 0,2-2-29 16,-2 0-27-16,4 2-48 0,-8-3-38 0,6 2-51 0,3-3-50 16,-7 1-48-16,-3-1-208 0,1 0-561 0,-12-1 249 15</inkml:trace>
  <inkml:trace contextRef="#ctx0" brushRef="#br0" timeOffset="-97051.4">3745 8939 112 0,'0'0'121'0,"0"0"-5"0,0 0-9 0,0 0-2 0,0 0-4 16,0 0 1-16,0 0-6 0,-6-7-1 0,6 7-1 15,0 0-6-15,0 0 2 0,0 0-10 0,0 0-5 16,0 0-2-16,0 0-2 0,0 0 0 0,-1-9-3 16,1 9-3-16,0 0-6 0,0 0-2 0,0 0-5 15,0 0-2-15,0 0-2 0,0 0 3 0,-5-5-5 16,5 5-2-16,0 0-8 0,0 0-3 0,0 0-7 15,0 0-1-15,0 0 0 0,0 0-8 0,0 0 3 16,0 0-3-16,0 0-2 0,0 0-1 0,-11 14-4 16,11-14-1-16,-2 5 0 0,2-5 1 0,0 0-2 15,-3 9-3-15,3-9 2 0,0 0-2 0,0 0-1 16,0 10 0-16,0-10 2 0,0 0-2 0,0 0 3 16,0 0 10-16,5 9-1 0,-5-9-1 0,5 3 1 15,-5-3 1-15,0 0-1 0,9 1-4 0,-9-1 6 16,0 0-1-16,11 2 4 0,-11-2 1 0,0 0-2 15,0 0 0-15,12-4 1 0,-12 4 2 0,0 0-2 16,7-3 4-16,-7 3-1 0,0 0 1 0,0 0-1 16,2-6-4-16,-2 6-1 0,0 0-7 0,0 0 5 15,-1-11-3-15,1 11-5 0,0 0 0 0,0 0-2 16,-6-11-1-16,6 11 2 0,0 0 1 0,-7-5 0 16,7 5-1-16,0 0 4 0,0 0-4 0,-15 8 0 15,9-5 4-15,-1 2-3 0,-1 3 7 0,0-2-8 16,1 2-1-16,1 1 1 0,1 0-3 0,-1-2-1 15,3-2-1-15,1 1-1 0,-1 0 3 0,3-6 0 16,-2 11-2-16,2-11 2 0,3 11 1 0,2-8 5 16,-5-3-1-16,10 6-1 0,-2-3 3 0,2-3 0 15,0 0-1-15,-1 0 1 0,3-2-1 0,-6 0 1 16,3-1 1-16,-1 0 1 0,-3 1 2 0,1-2 1 16,-1-1 2-16,-5 5-2 0,9-8 2 0,-6 5-1 15,-3 3 0-15,1-9-6 0,-1 9 1 0,0-11 4 16,0 11-3-16,-1-11-4 0,1 11 3 0,-6-9-3 15,0 3 7-15,1 2-6 0,-2-1 8 0,0 2-9 16,0 0-4-16,7 3 3 0,-13-2-1 0,5 1 0 16,8 1-4-16,-15 1-1 0,5 1 3 0,2 2-3 15,1 1-2-15,1-1-3 0,1 2 4 0,0 0-4 16,0-2 2-16,5-4-2 0,-4 9 1 0,1-5 0 16,3-4 2-16,0 0-2 0,0 11 3 0,0-11 0 15,0 0 0-15,4 10 1 0,-4-10 0 0,5 3-3 16,-5-3 0-16,8 4-3 0,-8-4 0 0,0 0-3 15,10-1 0-15,-10 1 4 0,0 0-3 0,9-5 2 16,-9 5 1-16,4-5 2 0,-4 5 1 0,0 0 3 16,3-7-5-16,-3 7 1 0,0 0-9 0,2-7-9 15,-2 7-13-15,0 0-17 0,0 0-23 0,-5-12-27 16,5 12-42-16,0 0-47 0,0 0-45 0,-8-3-220 16,8 3-489-16,-13 3 217 0</inkml:trace>
  <inkml:trace contextRef="#ctx0" brushRef="#br0" timeOffset="-95606.83">1350 8788 123 0,'-6'-7'144'0,"6"7"-3"0,0 0-4 16,-6-5-10-16,6 5-11 0,0 0-3 0,0 0-8 0,-8-3-2 16,8 3-8-16,0 0-10 0,0 0-6 0,0 0-6 15,0 0-11-15,0 0-8 0,-6-2-6 0,6 2-3 16,0 0-6-16,0 0-3 0,0 0-5 0,0 0-2 15,0 0-4-15,0 0 0 0,-11 0-4 0,11 0 1 16,0 0-6-16,0 0-1 0,0 0 1 0,0 0-1 16,0 0 1-16,0 0-7 0,0 0 1 0,-12 2 2 15,12-2-6-15,0 0 1 0,0 0-2 0,-9 1-2 16,9-1 5-16,0 0-6 0,0 0 5 0,-8 0 0 16,8 0 2-16,0 0-1 0,0 0 4 15,-10 2-1-15,10-2 0 0,0 0 6 0,0 0 2 0,0 0-2 16,-9 1 1-16,9-1-4 0,0 0 2 0,0 0-6 15,-8 2 3-15,8-2-2 0,0 0-2 0,0 0-2 16,0 0 3-16,0 0-6 0,-9 2 0 0,9-2 0 16,0 0 0-16,0 0 2 0,0 0-6 0,0 0 4 15,0 0-2-15,0 0 0 0,0 0-2 0,0 0 5 16,0 0-4-16,0 0 0 0,0 0-6 16,0 0-2-16,0 0-6 0,0 0-9 0,0 0-3 0,0 0-5 15,0 0-1-15,0 0 9 0,0 0-4 0,0 0 1 16,0 0-1-16,0 0 6 0,0 0 2 0,0 0 0 15,0 0 4-15,0 0 4 0,0 0-7 0,0 0 5 16,0 0 3-16,0 0 5 0,0 0-7 0,0 0 2 16,0 0 4-16,0 0 0 0,0 0-4 15,0 0 1-15,0 0 7 0,0 0 1 0,0 0-1 0,0 0-4 16,0 0 10-16,0 0-3 0,21 7-6 0,-16-5 5 16,4 1-3-16,-2-1 13 0,1-1-11 15,2 0-3-15,3 1 6 0,0-1 0 0,1 0-3 16,-3 1 0-16,3-2-17 0,-2 2-5 0,-2-1-18 15,4 0-14-15,-1 2-28 0,1-1-16 0,-1-1-16 16,-2 1-8-16,5 0-102 0,-1-1-241 0,-1 0 106 0</inkml:trace>
  <inkml:trace contextRef="#ctx0" brushRef="#br0" timeOffset="-95417.45">1789 8869 39 0,'15'-1'67'0,"-7"1"-10"0,0-1-6 0,2 1 0 15,1 1-12-15,2 0 3 0,0-2-7 0,-3 0-11 16,3 2-13-16,-2-2-14 0,0 2-13 0,0-1-8 16,3 0-7-16,-1 0-26 0,-1 0-62 0,0 1 27 15</inkml:trace>
  <inkml:trace contextRef="#ctx0" brushRef="#br0" timeOffset="-95296.65">2081 8875 17 0,'0'0'27'0,"9"0"-3"0,-9 0 5 16,9-1-8-16,-9 1 1 0,0 0-3 0,14 0-4 15,-14 0 2-15,11 0-2 0,-11 0-5 0,12-1 3 16,-4 1-5-16,-8 0-9 0,13-1-12 0,-5 1-6 16,0-1-15-16,-8 1-38 0,14 0 17 0</inkml:trace>
  <inkml:trace contextRef="#ctx0" brushRef="#br0" timeOffset="-95102.49">2262 8871 53 0,'15'2'63'0,"-15"-2"-5"16,0 0 4-16,0 0-8 0,0 0-4 0,0 0 5 15,10 1-7-15,-10-1-7 0,0 0 7 0,14 0-21 16,-14 0-1-16,13 1 16 0,-13-1-17 0,16 0-2 15,-16 0-12-15,19 0-5 0,-8-1-20 0,-1 0-10 16,-10 1-29-16,23-2-48 0,-13 2-108 0,-1-3 48 16</inkml:trace>
  <inkml:trace contextRef="#ctx0" brushRef="#br0" timeOffset="-94946.81">2590 8865 17 0,'13'2'82'0,"-13"-2"-12"16,0 0-9-16,15 0-10 0,-15 0-14 0,14 0-9 0,-5-2-37 15,-1 2-22-15,-8 0-20 0,19-2-56 0,-9 0 25 16</inkml:trace>
  <inkml:trace contextRef="#ctx0" brushRef="#br0" timeOffset="-94775.7">3037 8865 23 0,'9'2'2'0,"-9"-2"-7"0,0 0-4 0,19-2 2 16</inkml:trace>
  <inkml:trace contextRef="#ctx0" brushRef="#br0" timeOffset="-94612.67">3292 8863 41 0,'0'0'58'0,"13"0"-11"0,-13 0-8 15,0 0-22-15,0 0-12 0,15 0-13 0,-15 0-26 16,0 0-35-16,0 0 16 0</inkml:trace>
  <inkml:trace contextRef="#ctx0" brushRef="#br0" timeOffset="-94285.31">3620 8890 67 0,'12'-5'178'0,"-12"5"-11"16,0 0-18-16,0 0-21 0,10-3-26 0,-10 3-28 0,9-4-42 16,-9 4-43-16,0 0-56 0,13-5-70 0,-13 5-148 15,9-4 66-15</inkml:trace>
  <inkml:trace contextRef="#ctx0" brushRef="#br0" timeOffset="-94130.36">3721 8883 154 0,'0'0'238'0,"0"0"-3"0,0 0-4 0,0 0-12 16,1 3-19-16,-1-3-20 0,0 0-17 0,0 0-22 0,0 0-22 15,0 0-21-15,0 0-35 0,0 0-47 0,0 0-56 16,11 7-71-16,-11-7-55 0,6 4-124 15,-6-4-315-15,0 0 140 0</inkml:trace>
  <inkml:trace contextRef="#ctx0" brushRef="#br0" timeOffset="-93562.52">3694 9055 1 0,'0'0'54'0,"5"-4"-3"0,-5 4-13 16,0 0-2-16,7-2 2 0,-7 2-12 0,0 0 0 15,7-6-3-15,-7 6-1 0,0 0-6 0,5-4-1 16,-5 4 7-16,0 0-7 0,4-4 1 0,-4 4-6 0,0 0-1 16,0 0 0-16,4-7 3 0,-4 7-8 0,0 0-6 15,4-6-6-15,-4 6-12 0,0 0-15 16,0 0-28-16,0 0-69 0,0 0 30 0</inkml:trace>
  <inkml:trace contextRef="#ctx0" brushRef="#br0" timeOffset="-92663.43">3789 8985 1 0,'0'0'118'0,"0"0"-1"0,0 0-12 16,0 0-10-16,-3-12-16 0,3 12-2 15,0 0-9-15,0 0-11 0,0 0-14 0,0 0 2 16,0 0-11-16,0 0-5 0,0 0-2 0,0 0-8 15,0 0 1-15,0 0 1 0,5 24-1 0,-5-14-7 0,3 1-1 16,-2 2 5-16,1 2-8 0,-2 2 4 0,0 1-5 16,1 2-5-16,-2-1 5 0,1 0 1 15,-2 7-5-15,1-2 2 0,1-5 4 0,-1-1-4 0,2 1-7 16,-2-1 4-16,-1 0 5 0,1 0-2 16,2 0 0-16,-1 0 0 0,2-3-4 0,-2 2 5 0,-2-2-3 15,2-1 10-15,2 2-15 0,-2-4 8 0,-2 1 3 16,1-1 2-16,0-1 2 0,1 1-1 0,-1 0 1 15,-1-2 4-15,4 0-3 0,-4 1 0 0,2-1-7 16,2 1 7-16,-2-1-5 0,0 2 4 0,0-2 0 16,1 0-3-16,0-1-3 0,-1 1 4 0,3 0-4 15,-3 1-1-15,1-1-4 0,-1-1 4 0,0 1 7 16,0-2-8-16,1 2-2 0,1-1 5 0,-1 3-8 16,-1-3-5-16,0 3-17 0,0-2-5 0,-1 1-8 15,1 0-2-15,-2-1-9 0,2 1 0 0,-2 0-11 16,-1 1 5-16,1-1 6 0,-1 1-2 0,2 0-4 15,-1-2 1-15,-2 2 0 0,2 4-2 0,1-4 3 16,-3-2-3-16,1 2-6 0,2 1 6 0,0 2 1 16,-3 0 2-16,3-2 6 0,-2-1 6 0,1 1 0 15,0-2 6-15,0 0 6 0,-2 1 1 0,1-2 1 16,1 3 6-16,-2 1 5 0,1 2 5 0,2-3 6 16,0 2-1-16,-2-1 7 0,1 0-1 0,0-1 6 15,1 2 8-15,-1 1 2 0,-1 1-4 0,0-2 4 16,2 0 7-16,0 1 0 0,-2 0 1 0,2 0 4 15,-1 0 6-15,0 1-1 0,0-4-5 0,1 2-4 16,1 0-4-16,0-1 4 0,-2 3-6 0,2-5-4 16,-1 3 4-16,1-1-3 0,-1-2-4 0,2 3 3 15,-2-3-2-15,1 2 0 0,-2 0-4 0,2-2-1 16,-2 0 9-16,-1 1-15 0,3-1 3 16,-1-1 2-16,0 2-7 0,-1-1 4 0,0 0-2 0,0 0-1 15,1 4 2-15,-1-4 8 0,-2 3-7 0,1 4-17 16,1-4-3-16,1 2-6 0,-3-3 2 0,2 2-1 15,0 2 0-15,1-1-4 0,-1 0 0 0,1-2 2 16,0 2 6-16,-1-2-4 0,1 1 5 0,0 0-1 16,-2-3 4-16,3 1-6 0,-1-1 10 0,0 1 1 15,-2-3-5-15,2 2 5 0,0 0-2 0,1-1 0 16,-3 2-1-16,3-3 0 0,-1 1 2 0,1-1 3 16,-1-2 0-16,1-1 0 0,0-8 3 0,-2 14-2 15,2-5-1-15,-1-2-2 0,1-7 9 0,0 14-4 16,1-8 7-16,-1-6-1 0,-1 12 5 0,0-6 2 15,1-6 5-15,-3 10-4 0,2-2 0 0,1-8-4 16,-1 13 5-16,-1-5-3 0,0-1-4 0,0 1 4 16,1-1-4-16,-3 3 0 0,1 0 1 0,0-1-2 15,2 2 3-15,0-2 2 0,1 2-8 0,0 0 4 16,-2-1-6-16,2-2-4 0,-1 0-8 0,0 1-18 16,-1 2-12-16,2-4-18 0,-1 0-48 0,1 2-114 15,-1-1 50-15</inkml:trace>
  <inkml:trace contextRef="#ctx0" brushRef="#br0" timeOffset="-92534.39">3618 11430 36 0,'0'0'104'0,"-3"7"-10"0,3-7-8 0,0 0-15 16,-1 8-6-16,1-8-32 0,0 0-41 0,-4 6-73 15,4-6-86-15,0 0 38 0</inkml:trace>
  <inkml:trace contextRef="#ctx0" brushRef="#br0" timeOffset="-87971.31">3203 11600 115 0,'0'0'213'0,"-5"-9"-8"16,3 3-3-16,2 6-5 0,-3-10-7 0,3 10-3 0,0 0-7 15,0 0-11-15,0-10-12 0,0 10-13 0,0 0-13 16,-2-7-8-16,2 7-11 0,0 0-14 0,0 0-10 16,0 0-8-16,0 0-13 0,0 0-2 15,0 0-9-15,0 0 0 0,0 0 0 0,0 0-2 0,7 23-3 16,-4-14 2-16,1 2-7 0,0-1-2 0,1 2-2 16,4 4-6-16,-2 0 0 0,-3 0 19 0,3-2-2 15,-1 0-12-15,0 1 1 0,1-3-5 16,-3-3-2-16,-1 1-5 0,1-1 6 0,0 1-3 0,-1-5-12 15,-2 2-5-15,-1-7 1 0,7 10-5 0,-5-7 3 16,-2-3-3-16,4 6 4 0,-4-6 1 0,0 0-2 16,5 5 2-16,-5-5-1 0,0 0-4 15,0 0-4-15,11-15 5 0,-4 7-3 0,-4 0 0 16,4-3-2-16,-3-1-5 0,2-2-5 0,2-4 0 0,-2 1 0 16,2 1-7-16,0-2 2 0,-2 1-3 0,3 1 0 15,-4-3-4-15,1 4 3 0,-2 4-7 0,0 1-11 16,1-1-18-16,-1 5-14 0,-3-2-23 0,2 1-25 15,-1 3-25-15,-2 4-31 0,3-8-12 0,-3 8 7 16,0 0-16-16,0 0-7 0,0 0-19 0,0 0-156 16,6 22-396-16,-4-16 175 0</inkml:trace>
  <inkml:trace contextRef="#ctx0" brushRef="#br0" timeOffset="-87743.29">3549 11632 76 0,'0'0'227'0,"0"0"0"0,0 0 1 0,0 0-1 16,0 0-2-16,0 0-11 0,0 0-12 0,0 0-10 16,0 0-12-16,-29 7-12 0,23-1-6 0,-2 0-10 15,3 2-10-15,0 1-8 0,-2 1-12 0,1-1-11 16,1 1-10-16,0 0-10 0,1 2-4 0,-1-1-10 16,3 2-7-16,-1-3-5 0,2 1 0 0,1 0-12 15,0-1-14-15,1-1-21 0,0-2-30 0,3 2-44 16,2-1-43-16,-2-2-51 0,2 1-44 0,1 1-52 15,0-4-33-15,0-1-158 0,1 1-473 0,0-1 210 16</inkml:trace>
  <inkml:trace contextRef="#ctx0" brushRef="#br0" timeOffset="-87309.08">3684 11663 199 0,'-5'-5'262'0,"5"5"-3"0,0 0-1 0,0 0-10 16,-5-4-14-16,5 4-19 0,0 0-14 0,0 0-12 16,0 0-22-16,0 0-12 0,0 0-11 0,-16 7-11 15,16-7-13-15,-6 8-10 0,1-2-13 0,0 1-6 16,1-1-10-16,1 3-9 0,1-1-8 0,-1 0-14 16,1-3 2-16,0 3-3 0,2-8-9 0,-2 13 0 15,2-13-6-15,0 12-3 0,2-6-8 0,-2-6-12 16,3 11-5-16,0-6-2 0,-1 0-5 0,2 0-3 15,2-2-7-15,-6-3-2 0,9 5 0 0,-2-3-4 16,-7-2-4-16,10 1 2 0,-10-1 1 0,11 0-2 16,-11 0 2-16,9-1 2 0,-9 1 2 0,7-4 6 15,-7 4-3-15,0 0 3 0,6-4-1 0,-6 4 2 16,0 0 8-16,3-7 2 0,-3 7 6 0,0 0 8 16,0 0 8-16,0 0 7 0,0 0 0 0,-14-7-4 15,14 7 1-15,0 0 2 0,-16 2-4 0,9 2 5 16,7-4-1-16,-16 8 0 0,9-2 1 0,-1 1-5 15,2 2 1-15,-2-4-2 0,0 4-4 0,2-4-3 16,1 4-2-16,1-3 2 0,3-1 2 0,-2 2-10 16,3-7-6-16,-4 12-20 0,4-12-25 0,3 12-35 15,-3-12-36-15,5 9-40 0,0-5-45 0,2 0-54 16,1-2-38-16,1-1-186 0,-1 0-513 0,2-1 227 16</inkml:trace>
  <inkml:trace contextRef="#ctx0" brushRef="#br0" timeOffset="-87093.31">3860 11685 141 0,'0'0'265'0,"0"0"-4"0,-3-9-2 16,3 9-4-16,0 0-9 0,0 0-10 0,0 0-11 16,0 0-7-16,-20 12-25 0,14-6-12 0,1 1-20 15,1 6-10-15,-1-5-17 0,1 3-5 0,3-1-19 16,-3 1-6-16,3 2-13 0,1-4-5 0,1 2-20 15,0-1-28-15,2 0-35 0,-1-2-41 0,0 1-44 16,0 0-41-16,2 1-49 0,-1-7-55 0,0 2-33 16,1 0-183-16,-4-5-477 0,7 6 211 0</inkml:trace>
  <inkml:trace contextRef="#ctx0" brushRef="#br0" timeOffset="-86857.68">3880 11668 107 0,'2'-5'234'0,"2"0"-4"0,-4 5-10 16,9-3-1-16,-9 3-10 0,13 0 5 0,-13 0-6 15,14 3-2-15,-5 2 3 0,0 1-3 0,-3 3-16 16,0-2-7-16,2 2-14 0,-2 1-9 0,0 0-7 16,0-2-15-16,-2 3-10 0,1-1-17 0,1 1-7 0,-3-1-20 15,-1 1 10-15,-2-1-21 0,2 0-5 16,-2 2-6-16,-2-2-13 0,-2-1-32 0,2 1-41 15,-4 0-44-15,-1-1-46 0,-2-1-37 0,-1 2-77 16,0-4-49-16,0 1-254 0,-6 1-574 0,6-4 253 16</inkml:trace>
  <inkml:trace contextRef="#ctx0" brushRef="#br0" timeOffset="-86702.08">3845 11791 144 0,'4'-6'243'0,"0"2"-1"0,-4 4 0 0,9-4-3 0,-2 2-14 15,-7 2-13-15,12-3-20 0,-6 2-20 0,2-1-19 16,6 0-13-16,-2 0-16 0,0-1-27 0,1 3-47 16,1-2-62-16,-1 0-85 0,-2-1-90 15,2 3-177-15,-13 0-393 0,16-3 174 0</inkml:trace>
  <inkml:trace contextRef="#ctx0" brushRef="#br0" timeOffset="-85285.66">321 8677 39 0,'0'0'274'0,"0"0"1"16,0 0 4-16,0 0-5 0,-33-22-8 0,33 22-15 15,0 0-9-15,0 0-30 0,0 0-20 0,0 0-34 16,0 0 3-16,0 0-19 0,0 0-10 0,0 0-19 16,0 0 4-16,0 0-18 0,0 0-6 0,0 0-17 15,0 0-20-15,0 0-22 0,0 0-24 0,56-28-37 16,-56 28-29-16,0 0-27 0,43-9-27 0,-43 9-19 15,0 0-22-15,30-8-12 0,-30 8-3 0,0 0-6 16,0 0 4-16,0 0 13 0,0 0 22 0,0 0 18 16,35-4 17-16,-35 4 9 0,0 0 18 0,0 0 16 15,0 0 18-15,0 0 20 0,0 0 20 0,0 0 8 16,0 0 12-16,0 0 11 0,0 0 14 0,0 0 5 16,0 0 3-16,0 0-7 0,0 0-5 0,0 0 4 15,0 0 5-15,0 0 7 0,0 0 12 0,0 0 3 16,0 0 7-16,-76 43-1 0,76-43 0 0,-9 33-33 15,9-33 0-15,-7 36-5 0,7-36 1 0,-9 36-2 16,9-36-5-16,-5 33-3 0,5-33-3 0,0 0-3 16,-4 35-4-16,4-35 1 0,0 0-6 0,0 0-1 15,-4 33-2-15,4-33 2 0,0 0-3 0,0 0-1 16,0 0-2-16,0 0-4 0,-1 31-2 0,1-31-6 16,0 0 5-16,0 0-7 0,0 0-4 15,0 0-2-15,0 0 0 0,0 0 4 0,0 0-4 16,0 0 2-16,0 0 1 0,0 0 0 0,-35 6-2 15,35-6 4-15,0 0-1 0,0 0 4 0,0 0 5 16,0 0-4-16,0 0-2 0,0 0 0 0,0 0 0 16,0 0-1-16,0 0-3 0,0 0 2 0,0 0 0 0,0 0 0 15,0 0-5-15,0 0-15 0,0 0-14 0,0 0-20 16,0 0-26-16,0 0-23 0,0 0-32 16,0 0-12-16,0 0-36 0,98-23-16 0,-98 23-105 15,34-11-332-15,-34 11 147 0</inkml:trace>
  <inkml:trace contextRef="#ctx0" brushRef="#br0" timeOffset="-85085.75">598 8755 68 0,'0'0'148'0,"0"0"8"0,0 0 12 0,0 0 0 15,0 0-4-15,0 0-8 0,0 0-2 0,0 0-1 16,0 0-4-16,0 0-13 0,0 0-5 0,0 0-4 16,0 0 0-16,0 0-5 0,0 0-4 0,0 0-4 15,0 0-4-15,0 0 3 0,0 0-15 0,0 0-4 16,0 0-8-16,-78 33-11 0,78-33-5 0,0 0-10 15,-7 32-7-15,7-32-2 0,0 0-4 0,0 0-23 16,9 41-30-16,-9-41-35 0,0 0-47 0,23 25-45 16,-23-25-53-16,0 0-54 0,31 22-185 0,-31-22-459 15,34 11 203-15</inkml:trace>
  <inkml:trace contextRef="#ctx0" brushRef="#br0" timeOffset="-84781.12">802 8745 216 0,'0'0'257'0,"0"0"-1"16,0 0-8-16,0 0-9 0,0 0-10 0,0 0-14 16,0 0-12-16,0 0-17 0,0 0-19 0,0 0-12 0,-29-31-14 15,29 31-11-15,0 0-12 0,0 0-11 16,0 0-14-16,0 0-7 0,0 0-9 0,0 0-9 15,0 0-3-15,0 0-6 0,0 0 16 0,0 0-17 16,0 0 2-16,0 0 3 0,0 0-2 0,0 0 4 16,0 0-13-16,0 0-8 0,-15 67 1 0,15-67-3 15,0 0-6-15,-2 34-9 0,2-34 0 0,0 0-16 16,0 0-19-16,4 43-26 0,-4-43-23 0,0 0-37 16,0 0-39-16,11 38-51 0,-11-38-44 0,0 0-34 15,11 23-236-15,-11-23-538 0,0 0 239 0</inkml:trace>
  <inkml:trace contextRef="#ctx0" brushRef="#br0" timeOffset="-84539.12">848 8713 106 0,'4'-6'189'0,"1"3"-13"0,-1-1-8 0,-4 4 6 16,13-1 15-16,-13 1-4 0,12 6-6 0,-5-2-2 15,1 2 3-15,2 3-11 0,-4 0 0 0,1 0-18 0,-1 1-12 16,-1 1-4-16,0 0-7 0,0 1-11 0,-1-2-17 16,0 1-3-16,-4-1 2 0,0 1-15 0,0-11-16 15,-2 19-5-15,-1-8-5 0,-3-2-26 16,-1 1-33-16,-2-1-42 0,0 1-52 0,-5 0-48 16,1-1-55-16,13-9-54 0,0 0-182 0,-48 22-469 15,48-22 207-15</inkml:trace>
  <inkml:trace contextRef="#ctx0" brushRef="#br0" timeOffset="-84387.58">794 8846 104 0,'0'0'206'0,"8"-4"-1"0,-8 4 6 0,9-3-7 16,-9 3-11-16,12-2-5 0,-6 1-21 0,-6 1-13 16,14 3-14-16,-3-3-16 0,0 2-12 0,-2 2-15 15,5-2-30-15,-5 0-56 0,5 0-71 0,-4 1-90 16,-1 3-180-16,1-3-356 0,1-1 159 0</inkml:trace>
  <inkml:trace contextRef="#ctx0" brushRef="#br0" timeOffset="-84237.9">1077 8839 243 0,'0'0'322'0,"0"0"11"16,0 0-12-16,0 0 7 0,0 0-5 0,0 0-13 15,0 0-27-15,0-15-23 0,0 15-33 0,0 0-21 16,0 0-33-16,0 0-56 0,0 0-64 0,2-5-90 15,-2 5-94-15,0 0-99 0,0 0-288 0,0 0-559 16,0 0 248-16</inkml:trace>
  <inkml:trace contextRef="#ctx0" brushRef="#br0" timeOffset="-80701.15">4255 8646 192 0,'-6'-4'219'0,"6"4"-6"15,0 0-12-15,-9-3-3 0,9 3-8 0,0 0-7 16,-13 4-9-16,8 0-10 0,0 4-9 0,0 0-8 16,0 3-10-16,-3 0-1 0,0 3-17 0,3 3-5 15,-3 0-4-15,2 2-6 0,0 0-11 16,1 0-6-16,1-2-10 0,1 1-8 0,-1-1-4 0,3-1-8 15,1-3-7-15,0 2-1 0,1-4-4 0,1 1-12 16,0-1-23-16,2-2-25 0,0 3-37 0,-1-7-43 16,-1 7-44-16,3-9-44 0,1 3-32 0,0-2-43 15,-6-4-148-15,7 6-439 0,-7-6 193 0</inkml:trace>
  <inkml:trace contextRef="#ctx0" brushRef="#br0" timeOffset="-80446.65">4255 8652 7 0,'5'-9'218'0,"3"1"-14"0,0 1-2 15,-1 2-1-15,1 4-2 0,1 1 2 0,1 0-3 16,1 3 17-16,1 1 3 0,-2 4-11 0,6 1-18 16,-5 5 16-16,1 1-7 0,-1 0-19 0,0 1-2 15,-4 1-19-15,0-1-5 0,0 3-19 0,-3-3-5 16,-1 1-15-16,0-2-9 0,-3-2-5 0,0-1-10 15,-1 0-11-15,0 0-4 0,-3 0 2 0,0-2-13 16,-3 0-22-16,-1 4-25 0,-1-6-37 0,-5 2-37 0,1-1-43 16,-1 2-41-16,-4-5-45 0,-1 3-42 15,2-3-40-15,3-3-32 0,-2-1-210 0,0 2-551 16,4-2 244-16</inkml:trace>
  <inkml:trace contextRef="#ctx0" brushRef="#br0" timeOffset="-80297.32">4208 8861 153 0,'2'-3'231'0,"4"-1"-13"16,0 0-7-16,-6 4 3 0,10-4-1 0,-2 1-4 16,-8 3-11-16,14-1-14 0,-6 1-16 0,2 1-11 15,1 2-16-15,1-2-16 0,1 2-12 0,0 1-24 16,0-3-48-16,4 4-67 0,1-2-89 0,0-1-106 16,-4 0-164-16,5-1-415 0,-1-1 184 0</inkml:trace>
  <inkml:trace contextRef="#ctx0" brushRef="#br0" timeOffset="-80139.69">4669 8826 341 0,'4'-2'407'0,"-4"2"-34"15,0 0-8-15,5-6 0 0,-5 6-2 0,0 0-13 16,0 0-23-16,0 0-32 0,5-5-35 0,-5 5-23 0,0 0-39 16,0 0-49-16,0 0-52 0,0 0-84 15,0 0-83-15,0 0-82 0,0 0-108 0,0 0-90 16,0 0-202-16,0 0-597 0,0 0 264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28:03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3497 3197 70 0,'-1'-8'234'0,"1"8"-16"0,-2-11-4 16,2 11-10-16,-2-9-12 0,2 9-7 0,0 0-13 15,-2-10-16-15,2 10-16 0,0 0-11 0,0 0-14 16,0 0-9-16,0 0 1 0,-20 19-16 0,8 1-5 16,-5 5-4-16,-2 5-4 0,-3 17-12 0,-5-1-3 15,2 3-7-15,2-1-4 0,0 1-4 16,2 0-4-16,-3-3-7 0,5 3 2 0,2-3-8 16,3-1-1-16,7-10-1 0,3 10-3 0,4-10-4 0,-3-2-2 15,7 1 0-15,1-2-1 0,3-1-3 0,5-2-1 16,-1-2-3-16,5-4-3 0,1-3-2 0,2 1 2 15,2-6-6-15,1-2-2 0,3-4-5 0,0-4 0 16,3-3-1-16,1-4-8 0,4-3 4 16,0-5-5-16,1-2 1 0,-1-3-3 0,1-3 0 15,7-11 7-15,-4 0-10 0,-10 6 0 0,5-15-7 16,-4-2-8-16,-8 10-6 0,2-13 0 0,-6-1 2 16,-7 9-4-16,3-11 6 0,-4-2 4 0,-4 0 2 15,-4-1 9-15,-1 0-2 0,-4-1 4 0,-2 0 0 16,-2-1 6-16,-4 0-5 0,-1 1 5 0,-3 4 7 15,4 16 10-15,-2-3 4 0,0 1 8 0,-4 6 5 16,2 2-7-16,-3 5 3 0,6 5 6 0,-3 3-7 16,-2 2-1-16,-3 6-3 0,0 2-2 0,-9 5 0 15,1 6 2-15,-3 4 0 0,1 5-2 0,-10 12-2 16,2-2-3-16,13 0 4 0,3-1-2 0,4 2-2 16,2-1 1-16,3 0-3 0,4 2-2 0,2-4-3 15,7 3-4-15,4-5-2 0,6 4-4 0,3-1-11 16,3 0 2-16,4 0-1 0,2-2-4 0,4 0 4 15,12 5-3-15,-13-7 4 0,5 0-1 0,-2-3 3 16,-2 3 2-16,-4-3 1 0,1 2 1 0,-3 2 4 16,-2-3 0-16,-4-1 5 0,-3-3-2 0,-1 0-1 15,-3 0 6-15,0 2-4 0,-2 4 0 0,0-6 6 16,-2-2-4-16,-1 4-12 0,-2-4-28 0,-2 1-22 16,0-2-30-16,-1 2-17 0,2-5-48 15,-3 0-28-15,-4 1-122 0,0 3-337 0,-1-5 149 16</inkml:trace>
  <inkml:trace contextRef="#ctx0" brushRef="#br0" timeOffset="149.83">3416 4163 115 0,'53'-10'118'0,"-28"2"-21"0,4-4-15 16,7-2-30-16,10-3-27 0,1-3-39 0,3 2-66 15,1-1-86-15,-6-2 39 0</inkml:trace>
  <inkml:trace contextRef="#ctx0" brushRef="#br0" timeOffset="300.97">4291 3837 76 0,'0'0'278'0,"0"0"-25"0,15-3-20 0,-15 3-8 15,0 0-6-15,0 0-8 0,0 0-12 0,13-1-16 16,-13 1-22-16,0 0-14 0,0 0-16 0,0 0-17 15,0 0-27-15,0 0-40 0,0 0-51 0,0 0-55 0,0 0-47 16,19-3-76-16,-19 3-188 0,0 0-399 0,27-5 177 16</inkml:trace>
  <inkml:trace contextRef="#ctx0" brushRef="#br0" timeOffset="3960.21">10400 3399 86 0,'0'0'128'15,"0"0"-8"-15,-10-3-4 0,10 3-3 0,0 0-4 16,-8-1-2-16,8 1-3 0,0 0-4 0,0 0-8 15,0 0 4-15,0 0-10 0,-9-1-6 0,9 1-3 16,0 0-7-16,0 0-6 0,0 0-2 0,0 0-8 16,0 0-3-16,0 0-3 0,0 0-3 0,0 0-4 15,0 0 2-15,0 0-7 0,0 0 3 0,0 0-9 16,0 0-1-16,0 0-6 0,0 0 7 0,0 0-10 16,0 0 2-16,0 0-1 0,0 0-1 0,32 7 3 15,-19-6-4-15,6 1-2 0,1 0 0 0,7 1 3 16,4-2 1-16,1 0 0 0,4-1-3 0,1 0 2 15,-3 2-5-15,2-1 4 0,2-1-7 0,15 0 0 16,-17 1 0-16,2 0-2 0,1 2 4 0,13-2-6 16,0-1 2-16,-12 0 3 0,13-1-1 0,1 1 0 15,-2 0 0-15,5 0-1 0,-6-2-1 0,1 2-2 16,-14-1 3-16,2 0 1 0,12-1-8 0,-14 2 2 16,-1 0 1-16,3 0 3 0,-1 0-1 0,1-2 2 15,-2 1-2-15,1 0 1 0,11-2-2 0,-10 3 1 16,9-2 0-16,-9 4 1 0,10-3-2 0,-9 0-3 15,-1 1 3-15,-1 0 0 0,12 1 1 0,-14-2-3 16,15 0 2-16,-15 0-1 0,1-2 5 0,16 3-3 16,-16-1 1-16,0 1 0 0,3-2 0 15,10 3 0-15,-12-2 4 0,12 1-6 0,1-1 0 0,0 2 3 16,-14-3-2-16,14 2-3 0,1-5-1 0,1 3 4 16,-1 0-2-16,3 1 0 0,-7 1-1 0,-9-2 2 15,10 2-3-15,4 0-1 0,-16 0 3 0,14-4-3 16,-12 4 2-16,-2 0-1 0,14 0-2 0,-14 0 2 15,16 0-1-15,-16 0 1 0,14-1-2 0,-16-1 3 16,15 1-4-16,-13 0 0 0,14 1 1 0,-14 1-2 16,-2-1-1-16,4 1 3 0,-4-1-2 0,5 2 2 15,-5-2 0-15,2-2 0 0,-3 4-3 0,5-4 4 16,-2 2-4-16,-3 0 5 0,1 0-3 0,2 2 2 16,1-4-2-16,-3 2 1 0,0 0-3 15,-1 0 0-15,1 0-1 0,-4-1 3 0,4 1-2 16,-3 0 2-16,-3-1-1 0,2 1 1 0,1-3-1 15,-6 3 0-15,2 0-1 0,-2 0 2 0,-5 0-1 0,-1-1-2 16,6-2 2-16,0 5 1 0,1-4-2 0,0 2-3 16,-6 0 3-16,-2 0 0 0,2 0-3 15,6 2 8-15,-6-2-6 0,1 1 1 0,-1 0-1 0,-2-2 1 16,8 2 0-16,-10-2-4 0,-1 2 4 16,-3-1 0-16,-1 0 1 0,1 0 0 0,-1 0-2 15,-7-1 3-15,5 2-1 0,-11-1 0 0,15 0 3 16,-9 0 0-16,6 0 2 0,-12 0-2 0,17-1 3 0,-10 1-3 15,4-1-1-15,-11 1 3 0,14-2-2 0,-2 2 0 16,-5 0 2-16,1 0-3 0,-8 0 2 0,14 0-1 16,-8-1-1-16,-6 1 1 0,11-2-1 15,-11 2 0-15,9 0 3 0,-9 0-3 0,0 0-4 16,11 0 5-16,-11 0-2 0,0 0 2 0,0 0-5 16,9 0 1-16,-9 0 0 0,0 0 2 0,0 0-3 15,0 0-3-15,0 0-4 0,0 0-2 0,7-2 1 16,-7 2-2-16,0 0 2 0,0 0 2 0,0 0-2 15,0 0 2-15,0 0 1 0,0 0 1 0,0 0 2 16,0 0 0-16,0 0 1 0,0 0 1 0,0 0-1 16,0 0 0-16,0 0 5 0,0 0 4 0,0 0-2 15,0 0 8-15,0 0 0 0,0 0 0 0,0 0-1 16,0 0 7-16,0 0-4 0,0 0 1 0,0 0-1 16,0 0 0-16,0 0-2 0,0 0-1 0,0 0-2 15,0 0-6-15,-16-12 14 0,16 12-8 0,-9-2 1 16,9 2 0-16,0 0-1 0,0 0-6 0,-10 0 8 15,10 0-6-15,0 0-1 0,-12 2 0 0,12-2-1 16,-8 4 0-16,8-4 0 0,-8 7-4 0,2-2 0 16,0-1 7-16,3 1-6 0,-4 1 0 0,2 1-2 15,-1 0 0-15,1 1-7 0,-1 1 8 0,1 0-1 16,0 1 3-16,2-2-1 0,-1 0-1 0,0 2 1 16,2-2 0-16,1 2-1 0,0-3 2 0,1-7 0 15,2 16-1-15,2-8 2 0,-1 1-2 0,0-3 4 16,3-1 0-16,-1 1 4 0,-1-1 1 0,3 1 1 15,1-1 0-15,4 0 0 0,-2-1-4 0,0 2 5 16,1-4 1-16,2 0 2 0,-1-1-1 0,1 2-3 16,-2-3 3-16,3-3-2 0,-5 2-1 0,4-1 0 15,0-2 0-15,-3-1-2 0,1 0 1 0,-2-3-3 16,0 2 1-16,4-6-4 0,-4 2 3 0,-4 0-2 16,3-1-1-16,-3-4-3 0,4 0-7 0,-7 3 4 15,1-4-2-15,-3 0 3 0,1 1-4 0,-2 3 4 16,-3 0-3-16,1 1 6 0,-4 1-8 0,3 0 4 15,-5 2-10-15,3-3 14 0,-6 4-7 0,3 1-5 16,-4-1 1-16,0 3-10 0,-4 1-11 16,-1 0-17-16,1 1-23 0,5 2-25 0,-6 2-33 0,0 0-46 15,5 2-42-15,2 0-51 0,-7 1-137 0,6-3-435 16,12-2 192-16</inkml:trace>
  <inkml:trace contextRef="#ctx0" brushRef="#br0" timeOffset="4802.05">15839 3423 33 0,'0'0'232'16,"10"-7"-23"-16,-1 1-13 0,1 2-11 0,2 1-10 16,-1-1-9-16,2 2-5 0,5-1-15 0,-7 0-10 15,3 0-10-15,-3 3-11 0,4 3-13 0,-4-3-12 16,0 3-9-16,0 0-10 0,-2 3-7 0,0 0 1 16,-1 2-2-16,2 2 2 0,-6 1-3 0,-2 0-3 15,-3 2-3-15,0-1 1 0,-3-1-10 0,-1 4 9 16,-5-1-6-16,1 1 0 0,0-1-2 0,-4-2-2 15,-1 2-3-15,-4-2-8 0,1-2-3 0,-2-1-4 16,0-3-5-16,-1 1 3 0,2-3-6 0,0 2-1 16,5-2-5-16,3-3 3 0,2 1-1 0,-1 1-2 15,9-3-1-15,-9 3 3 0,9-3-7 0,-7 1 7 16,7-1-4-16,-8 2 1 0,8-2-2 0,0 0-2 16,0 0-2-16,0 0 1 0,0 0 2 0,0 0-3 15,0 0-5-15,24 2-1 0,-10-4 0 0,-1 4-3 16,6-1-1-16,3 1-11 0,-1-2-15 0,-1 2-27 15,9 1-22-15,1-2-24 0,-2-1-34 0,1 0-43 16,0-1-21-16,2 1-36 0,-12-2-165 0,3 1-432 16,-2-2 192-16</inkml:trace>
  <inkml:trace contextRef="#ctx0" brushRef="#br0" timeOffset="5115.93">16324 3523 157 0,'0'0'201'0,"0"0"-12"0,0-9-13 0,0 9-14 15,0 0-14-15,0 0-12 0,0 0-6 0,0 0-5 16,0 0-4-16,-21 17-8 0,14-7-12 0,0-2-8 16,-1 3-8-16,0-1-9 0,2 4-8 0,1-5-4 15,1 3-8-15,3-2-4 0,1 0-4 0,2 1 0 16,2-3 4-16,3 1 7 0,3-2-2 0,0-1-1 16,5 1-3-16,3-2-5 0,4-3 0 0,0 0-2 15,7-4-1-15,-1 1-7 0,-1-1 0 0,-5-2-1 16,-1-3 2-16,-4 2 2 0,0-3 2 0,-6 2 8 15,-1 1 9-15,-1-3 4 0,-2 1 8 0,-3-5-7 16,-2 0-27-16,1 1 22 0,-5-2-5 0,1 0-5 16,-1 0-4-16,-4 3-7 0,-3-4-4 0,-3 0-6 15,1 3-13-15,-2 2-5 0,1 1-14 0,-5 0-19 16,5 4-26-16,-6 0-38 0,-2 3-36 16,0 1-48-16,5 3-52 0,-4 0-51 0,6 2-193 0,1-1-504 15,2 0 222-15</inkml:trace>
  <inkml:trace contextRef="#ctx0" brushRef="#br0" timeOffset="5477.89">16631 3511 2199 0,'9'-5'121'0,"3"1"-25"0,-7 0-21 0,1 3-13 16,-6 1-5-16,8-5 10 0,-8 5 9 0,9-4 1 15,-9 4-1-15,6-3 2 0,-6 3 1 0,0 0-4 16,0 0-10-16,9 0-4 0,-9 0 0 0,0 0 2 15,7 12 5-15,-5-7-10 0,3 5 6 0,-2 1-8 16,2 4-4-16,0 0-2 0,-3 4-6 0,4-3-5 16,-4-4-1-16,2 3-7 0,0-3 2 0,0 0-3 15,-1-1-9-15,1-1 4 0,-2-1 1 0,1 0-11 16,3 0-1-16,-4-1 5 0,-2-8-1 0,6 9-2 16,-6-9 1-16,5 7-2 0,-5-7-1 0,0 0 18 15,6 9 22-15,-6-9 14 0,0 0 10 0,0 0-7 16,0 0-6-16,24-16-6 0,-11 5-9 0,-2-2-13 15,3-2 6-15,3-7-4 0,0 0-8 0,0-1-1 16,1-1-5-16,1-1-3 0,-2 1-3 0,2-1-4 16,-5 3-14-16,0 0-17 0,-2 5-13 0,-3 1-20 15,-3 6-23-15,1 1-29 0,-2 0-39 0,-1 3-49 16,-3 1-51-16,3 0-73 0,-4 5-51 0,0 0-200 16,0 0-609-16,0 0 271 0</inkml:trace>
  <inkml:trace contextRef="#ctx0" brushRef="#br0" timeOffset="10516.67">10489 3396 56 0,'0'0'98'0,"0"0"-15"0,0 0-2 0,0 0 0 15,0 0-4-15,0 0 1 0,-6-5-2 0,6 5-1 16,0 0-6-16,0 0-4 0,0 0-2 0,0 0-1 16,-8-4-9-16,8 4 5 0,0 0-7 15,0 0-4-15,-6-3-3 0,6 3-3 0,0 0-7 16,0 0 0-16,-10-4 0 0,10 4-2 0,-9-1-3 16,9 1 0-16,-8-2-1 0,8 2-5 0,-12-3 2 0,12 3-4 15,-15-1 0-15,8 1-2 0,-4 0-2 0,1 1-2 16,-1-1-1-16,-1 0 4 0,-2 0 0 15,2 1-5-15,-1-2 6 0,2 1 2 0,-4 0 0 16,2 0 3-16,3 0-1 0,-3-1 3 0,2 0-1 16,-2 1 0-16,0-2 3 0,3 1-3 0,-2 1-4 15,1 1 1-15,1-2-5 0,10 1 3 0,-21-1 3 16,11-1 2-16,-1 5-5 0,11-3 1 0,-15-1-6 16,9-1 6-16,-4 2 1 0,10 0-6 0,-13 0-4 15,13 0 4-15,-10-1-3 0,10 1-1 0,-12 0 0 16,12 0 0-16,-9-2 1 0,9 2-4 0,0 0 2 15,-9 0 0-15,9 0 5 0,0 0-1 0,-10-2 2 16,10 2 2-16,0 0 0 0,0 0-1 0,-10 2 1 16,10-2 2-16,0 0 0 0,0 0-1 0,0 0 1 15,0 0-2-15,0 0-2 0,0 0 0 0,0 0 2 16,0 0 2-16,0 0-8 0,0 0 3 0,0 0-3 16,0 0 6-16,-9 0-2 0,9 0 2 0,0 0-1 15,0 0 5-15,0 0-6 0,0 0 2 0,0 0 0 16,0 0-2-16,0 0-2 0,0 0-1 0,0 0-2 15,0 0 1-15,0 0-3 0,0 0 7 0,0 0-9 16,0 0 2-16,0 0-5 0,0 0 4 0,0 0-3 16,0 0 2-16,0 0-1 0,0 0 1 0,0 0-2 15,0 0 2-15,0 0-3 0,0 0 2 0,0 0-5 16,0 0 6-16,0 0-4 0,0 0 2 0,0 0-2 16,0 0-1-16,0 0 0 0,0 0-1 0,0 0-1 15,0 0 1-15,0 0 1 0,0 0-2 0,0 0 5 16,0 0-4-16,0 0-5 0,0 0 6 0,0 0-3 15,0 0 3-15,0 0-3 0,0 0-2 0,0 0 4 16,0 0-1-16,0 0-2 0,0 0 1 0,0 0 0 16,0 0 0-16,0 0 1 0,0 0-1 0,0 0 2 15,0 0-3-15,0 0 1 0,0 0-1 0,0 0 0 16,0 0-1-16,0 0 1 0,0 0-2 0,0 0-4 16,0 0 1-16,0 0 5 0,0 7-1 15,0-7 1-15,0 0-2 0,0 0 0 0,4 18 3 16,-4-10-1-16,0 1 2 0,0 2-2 0,0-2 3 0,2 4-1 15,-3-2-3-15,4 6 1 0,-3-5 2 0,1 3-4 16,0-2 6-16,-1-2-3 0,0 2 0 0,0 4 2 16,0-1-1-16,1-1-3 0,-1 0 4 15,4 1-5-15,-4 0 6 0,4 1 1 0,1 0-1 0,-3 1 1 16,1 0-1-16,-3 0 4 0,5 1-1 16,-3 5 4-16,-2-4 4 0,2 4-4 0,-2-5 13 15,3 0 0-15,-1 0 2 0,0 1-3 0,-1-2-1 0,3 0-1 16,-2 1-1-16,0-1-2 0,0 6 1 0,-3-7-2 15,1-1 3-15,4 0 0 0,-4 0-2 0,2 0 2 16,0-3 0-16,-1-2-3 0,0 5-9 16,0-2 12-16,-1-3 1 0,2 3 2 0,-2-1-4 15,0-1 1-15,1 0-2 0,-1-2 4 0,0-10-1 16,-1 21 1-16,-1-12-2 0,0 3 4 0,2-12-12 16,0 16 9-16,-1-5-2 0,1-11 1 0,0 19-1 15,-2-11 3-15,2-8-2 0,2 15 1 0,-4-5-3 16,2-10-3-16,-1 12 0 0,1-12-13 0,-1 13 15 15,1-13-4-15,4 11 2 0,-4-11-3 0,0 0 0 16,1 12-2-16,-1-12-7 0,0 0 8 0,0 0-3 16,-4 11 3-16,4-11-3 0,0 0-4 0,0 0 5 15,0 0 1-15,0 0-5 0,0 0 8 0,4 13-3 16,-4-13 5-16,0 0 0 0,0 0-3 0,0 0 1 16,0 0 2-16,0 0 8 0,0 0 7 0,0 0-12 15,0 0 6-15,0 0-1 0,0 0-24 0,0 0 23 16,0 0 6-16,0 0-10 0,0 0-4 0,0 0 12 15,6 4-12-15,-6-4-3 0,8 4 6 0,-8-4-4 16,0 0-1-16,16 3 1 0,-8-1-4 0,-8-2-7 16,12 4 2-16,-5 0 5 0,-7-4 0 0,13 5-3 15,-6-1-5-15,0-1 2 0,-7-3 0 0,16 8 4 16,-11-4-3-16,1 2 11 0,-6-6-14 0,11 9-8 16,-7-5 3-16,2 4-15 0,-6-8 19 0,7 10 5 15,-4-3-1-15,-3-7 0 0,7 15-1 0,-7-8-2 16,0-7-3-16,2 17 7 0,-2-17 10 0,-2 22-8 15,0-10-8-15,-2 2 0 0,-1-1 1 0,1 1 6 16,-1 1-5-16,-3-1 3 0,-1 1-2 0,0-1 2 16,0 1-2-16,-1-2 1 0,1 0-1 0,-1 0 10 15,0 0-6-15,2-1-4 0,-1-3-4 0,5 2 8 16,0 0-5-16,2-1 2 0,-4 1 1 0,4-2-8 16,0 4 8-16,3-1-21 0,0-2 28 0,3 7-8 15,4-3-4-15,-3 0 2 0,3 0-3 0,-3-3 1 16,5 2 0-16,-2-4-3 0,-2 3 3 0,1-2 4 15,3 0 0-15,-3-1-12 0,0 0 10 0,0-1 7 16,2-2-6-16,0 2-5 0,-4-3-4 0,-1 1 4 16,-4-6 0-16,8 11-8 0,-3-5 8 0,-5-6-1 15,5 8 8-15,-5-8-1 0,3 11-8 0,-3-11 3 16,-2 12 5-16,2-12 5 0,-7 14 0 0,-1-6-1 16,0 1 6-16,-3 1 7 0,-1 0-8 15,3-2-1-15,-6 2 3 0,1-1-5 0,0 3 7 16,3-4-12-16,0 0 8 0,-3 2-4 0,4-3 0 0,1 0-4 15,1-1-3-15,8-6-4 0,-11 13 11 0,11-13-24 16,-7 14-5-16,7-14 5 0,-2 14-5 0,2-14 4 16,1 19-4-16,-1-19-1 0,8 20-13 0,-3-12 9 15,3 3 4-15,2 0 1 0,-2 5 5 16,3-2 1-16,-3-6-3 0,1 4 0 0,1-3 4 16,-1 0-2-16,-3-1 5 0,1 0 1 0,-7-8-1 0,9 13-1 15,-9-13 0-15,6 10 5 0,-6-10-4 0,2 13 10 16,-2-13 2-16,0 0 13 0,-8 24-11 0,1-15 2 15,-1 1 1-15,1-1 6 0,-2 3-16 16,0-3 15-16,-3 2 3 0,6-1-5 0,-3 1-3 16,3-1 0-16,-3-1 0 0,1 1-1 0,0-3-16 15,3 4 16-15,0-2-1 0,-1 4 2 0,1-3 9 16,2 6-12-16,-2-1 1 0,1 0-5 0,3 2 9 16,0 0 0-16,-1-2-5 0,2 2 7 0,-1-2 10 0,1 2 1 15,1 0 5-15,2-1-2 0,0-1 5 16,-1 2-2-16,-2-5 4 0,3 5-1 0,-3-17-1 15,5 32 2-15,-4-14 0 0,-2-2 2 0,4 2 3 16,-3-2-13-16,0-16 5 0,3 32 5 0,-3-16 6 16,1 1-4-16,1 2 2 0,-2-2-8 0,1 7 1 0,-1-4 5 15,1-4-1-15,0 10 9 0,1-6-4 16,-1-1 1-16,3 6-13 0,-4-6 8 0,1 5 5 16,0 3 2-16,1-2-4 0,0-3 2 0,3 4-3 15,-5 0 1-15,3 0 1 0,-1-1 0 0,-3 1-1 16,2 1 2-16,-3-2 3 0,-1-2-2 0,5-3-2 15,-4 7 3-15,1-8-2 0,1 2-7 0,-4-2-6 0,3 6 9 16,-2-7-7-16,0 0-3 0,3 0 2 0,-2-3-2 16,2 2-5-16,-2 1-1 0,2-18 0 15,-3 29-5-15,1-16 0 0,2-13-1 0,-3 23 1 16,2-10 0-16,1-13-10 0,-5 22-14 0,5-22-14 16,-2 28-22-16,2-17-18 0,0-11-31 0,2 22-46 15,-2-22-46-15,5 20-45 0,-5-20-58 0,2 16-71 16,2-6-77-16,-4-10-231 0,5 12-724 0,-5-12 321 15</inkml:trace>
  <inkml:trace contextRef="#ctx0" brushRef="#br0" timeOffset="12477.88">10043 6829 6 0,'0'0'74'0,"0"0"-1"0,0 0-5 0,0 0 1 16,0 0-2-16,0 0 1 0,0 0-14 0,0 0 4 16,-4-14-7-16,4 14 2 0,0 0-10 15,0 0-1-15,0 0-5 0,0 0-12 0,0 0-18 16,0 0-11-16,0 0-20 0,0 0-31 0,4-5-64 0,-4 5-129 16,0 0 58-16</inkml:trace>
  <inkml:trace contextRef="#ctx0" brushRef="#br0" timeOffset="13202.05">10083 6781 67 0,'0'0'147'0,"0"-8"-5"0,0 8-6 0,0 0-3 16,0 0 0-16,0 0-11 0,0 0-5 0,0 0-9 0,0 0-19 15,0 0-5-15,0 0-11 0,0 0-10 0,0 0-5 16,0 0-10-16,0 0-6 0,0 0 9 0,0 0-4 15,0 0-6-15,4 20 1 0,-4-20-3 0,0 17 9 16,0-4-5-16,0 4 2 0,1-1-1 0,0 1 1 16,1-1-3-16,-2 4-2 0,1-4-8 0,0 3 1 15,0-2 6-15,-2 4-4 0,2 3-2 0,2-6 0 16,-2-2-5-16,-1-5-6 0,2 2 2 16,0 0-4-16,-2-2 2 0,1 1-2 0,1-2 5 0,-2 1-5 15,1-1-1-15,-2 0 1 0,5-4-1 0,-4 4-4 16,1-4-1-16,0 1-3 0,-1-7 3 0,3 10-3 15,-3-10 1-15,0 9-3 0,0-9 1 0,2 7-2 16,-2-7 1-16,4 7-4 0,-4-7 0 0,2 7 4 16,-2-7-3-16,4 5 2 0,-4-5-4 0,7 7 0 15,-3-4 7-15,0 0 5 0,-4-3 5 0,11 6-1 16,-5-4 4-16,1-1-2 0,-1 1 1 0,7 1 3 16,-2 0-4-16,2-2 0 0,5 0 3 0,2 2 1 15,1-3-4-15,1-3-5 0,7 6 23 0,2-6-6 16,-2 3-1-16,-1 0-7 0,2 0 2 0,-1-1-4 15,3 0-3-15,-3-3-2 0,-2 2-1 0,3-1-2 16,-1 1 2-16,0 0-5 0,3-1-3 0,2 1 0 0,-3 0 1 16,3 2 2-16,2-2-6 0,3 1 6 15,-2 0-4-15,3-1 1 0,12 1-3 0,-11 0-2 16,-2 1 1-16,13-2 0 0,-2 2 8 0,-12-1-3 16,-1 2 2-16,14-1-6 0,-14 0 2 0,3 0-1 15,0-1 0-15,-1 0 3 0,2 1-3 0,13-1 2 16,-4 1-2-16,-11-2 2 0,12-2-3 0,-11 4 2 15,11-1-1-15,1-1 1 0,0 1 1 0,0-1-4 16,-12 1-3-16,12 1 6 0,-12-3-4 0,12 0-2 0,-1 3 3 16,-1-3-2-16,-9 2-3 0,10-1 4 0,3 1-3 15,-3-2-3-15,-1 1 5 0,3-1 0 16,1-4-2-16,-2 7 2 0,1-1 0 0,-1-2-5 16,2 3 1-16,2-2 0 0,-3 0-1 0,1 2 2 15,-1-2-4-15,-2 1-3 0,-10 0 0 0,-3-1-5 0,16-2 0 16,-18 2-3-16,3 1 1 0,-3-2-6 0,5 1-5 15,-5-2-6-15,0 1-10 0,0 0-13 0,-3 0-11 16,1 2-8-16,-3-3-19 0,-2 0-11 16,-6 2-14-16,4-1-12 0,1-2-29 0,-1 2-18 0,-4-1-30 15,-4 1-173-15,2-1-408 0,8-3 182 0</inkml:trace>
  <inkml:trace contextRef="#ctx0" brushRef="#br0" timeOffset="16146.56">13605 6822 70 0,'0'0'200'16,"0"-9"0"-16,0 9-8 0,4-11-7 0,-4 11 1 16,0-10 5-16,0 3-7 0,0 7-4 0,-2-12-6 15,2 12-3-15,0-14-4 0,0 14-9 0,0-9-6 16,0 9-6-16,2-9-2 0,-2 9-4 0,0 0-4 15,-2-10-11-15,2 10-7 0,0 0-13 0,0 0-7 0,2-8-11 16,-2 8-14-16,0 0-11 0,0 0-8 0,0 0-16 16,0 0 3-16,0 0-11 0,0 0-8 15,0 0 9-15,2 33-3 0,-2-8-3 0,1 9 1 16,1 12 2-16,0 5-2 0,0 0-6 0,0 5-1 0,0-1 1 16,0-1 2-16,-3-1 3 0,3 1-8 15,-2-7-8-15,2 2 15 0,3 0 5 0,-3 2-3 16,1-3-6-16,1 2 0 0,-4-15-1 0,4 14 5 15,-2-5-9-15,1-6 2 0,-1-5 5 0,0 2-2 0,0-1-4 16,0-4-6-16,1 1 2 0,-3 1 7 0,3-4 5 16,-3-1 13-16,-3-1 3 0,3-4-4 0,0 0 2 15,-3-4-1-15,1 0-11 0,0-2 6 0,2-3-2 16,-4-2-12-16,1 1 5 0,3-2-1 0,0-4-4 16,0-6 4-16,-2 13-34 0,2-13-16 0,-2 7-29 15,2-7-25-15,0 0-28 0,0 0-33 0,2 8-45 16,-2-8-62-16,0 0-55 0,13-12-303 0,-5 0-659 15,5-4 292-15</inkml:trace>
  <inkml:trace contextRef="#ctx0" brushRef="#br0" timeOffset="18577.87">13661 7427 84 0,'0'0'192'0,"0"0"-1"0,0 0-2 15,0 0-1-15,0 0-9 0,0 0-7 0,0 0-2 16,0 0-20-16,0 0-9 0,0 0-10 0,0 0-12 16,0 0-12-16,0 0-7 0,0 0-15 0,0 0-6 15,0 0-8-15,0 0-3 0,0 0-7 0,0 0-7 16,0 0-9-16,0 0-5 0,0 0-2 0,14 0-6 15,-2 2-2-15,7 4 1 0,8 3-4 0,2-1 1 16,0 0-3-16,1-1-2 0,6 0-5 0,-3 2 0 16,3-2-2-16,-2-1 0 0,1 2-2 0,0-5-3 15,0 4-1-15,-5-2 0 0,1 1-3 0,-3 2 1 16,-2-5-1-16,-6 2-2 0,2-2-1 0,-4 0 3 16,0 3-3-16,-6-4 2 0,-1 0-2 0,0 2-2 15,-3-4-4-15,0 3 6 0,-1 0-4 0,0 0 3 16,-7-3-2-16,8 4 2 0,-8-4-3 0,10 0 0 15,-10 0 5-15,6 3-5 0,-6-3 1 0,0 0 3 0,7 2-4 16,-7-2-4-16,0 0 4 0,0 0 2 0,0 0 4 16,0 0 3-16,6 4 5 0,-6-4 3 15,0 0 3-15,0 0 8 0,3 7 3 0,-3-7 2 16,0 0 1-16,0 0 3 0,-13 11 0 0,6-7-5 0,-3 4 1 16,1 1 1-16,-1 0-4 0,-4 2 4 15,2 1-9-15,-4-1 1 0,1 2-2 0,-1-1 11 16,1 1-15-16,1-4 0 0,-1 3-4 0,3-1-5 15,-2 0 6-15,1 0-4 0,-1-3 0 0,4 2-3 16,1-3-23-16,0 1-18 0,0-1-23 0,4 1-25 0,-3-5-26 16,2 5-44-16,2-1-29 0,2-3-40 0,2-4-30 15,-3 10-189-15,-1-5-472 0,4-5 209 16</inkml:trace>
  <inkml:trace contextRef="#ctx0" brushRef="#br0" timeOffset="18795.64">14377 7531 133 0,'0'-15'259'0,"0"-1"-7"15,-3 5-11-15,-2-4 2 0,1 2-4 0,-2 1-13 16,-3-2-10-16,-1 1 5 0,-2-2-11 16,-1 1-10-16,-2 2-24 0,0-1-13 0,-3 2-21 15,3 1-10-15,-2-2-15 0,1 4-9 0,1 0-19 0,5 0-2 16,1 3-26-16,-3-1-33 0,5 2-35 0,-1 1-39 15,8 3-49-15,-10-4-49 0,6 2-58 0,4 2-53 16,-9-4-211-16,9 4-504 0,0 0 222 0</inkml:trace>
  <inkml:trace contextRef="#ctx0" brushRef="#br0" timeOffset="19716.28">13632 6859 46 0,'0'0'172'15,"0"0"-6"-15,0 0-8 0,0 0-3 0,0 0-13 16,0 0-6-16,0 0-5 0,0 0-7 0,0 0-3 16,0 0-8-16,0 0-7 0,0 0-4 0,0 0-6 15,0 0-3-15,0 0-7 0,0 0-1 0,0 0 2 16,0 0-2-16,0 0 0 0,0 0 2 0,0 0-1 0,0 0 0 15,0 0 2-15,2-9-10 0,-2 9-11 0,0 0-4 16,3-7-5-16,1 2-10 0,2-1-3 0,1 1-5 16,0-2-3-16,2 0-1 0,6-4 3 15,2 0-11-15,10-4 1 0,0 2-3 0,0-2 27 0,1-1-7 16,1 0 4-16,-2 0-2 0,1 1-1 0,0 0 7 16,0-1 0-16,-3 0-3 0,2-3-3 0,-3 2-4 15,0-1 4-15,1 1-6 0,0 0-4 0,-2-1 5 16,-1 0 3-16,0 3 2 0,-5 3 3 0,-4-1 0 15,0 0 4-15,1 4 1 0,-3 1 1 0,1 1-7 16,-6-1 4-16,3 0-4 0,1 3-3 0,-2-3 2 16,-2 5 2-16,-1-3-3 0,2 2-6 0,-3 1 0 15,-4 3 12-15,10-6-24 0,-6 4-2 0,-4 2-4 16,9-6-2-16,-5 2-3 0,-4 4-1 0,5-4-1 16,-5 4-3-16,5-6 2 0,-5 6-3 0,0 0-6 15,0 0 7-15,9-3-6 0,-9 3-1 0,0 0 3 16,0 0-3-16,0 0-1 0,0 0-1 15,3-4-3-15,-3 4 7 0,0 0 6 0,0 0-13 0,0 0 9 16,0 0-12-16,0 0-8 0,0 0-8 0,0 0-12 16,0 0-22-16,0 0-34 0,0 0-26 0,0 0-35 15,0 0-39-15,0 0-40 0,0 0-44 0,0 0-52 16,0 0-280-16,0 0-650 0,0 0 288 0</inkml:trace>
  <inkml:trace contextRef="#ctx0" brushRef="#br0" timeOffset="22507.82">14416 3421 13 0,'-5'-5'182'0,"5"5"2"0,0 0-4 0,0 0-3 15,-6-7-6-15,6 7 1 0,0 0-7 0,0 0-5 16,-3-5-10-16,3 5-5 0,0 0-11 0,0 0-2 15,0 0-5-15,0 0-9 0,0 0-11 0,0 0-6 16,0 0-11-16,0 0-6 0,0 0-8 0,0 0-9 16,-7-6-6-16,7 6-7 0,0 0-1 0,0 0-7 15,0 0-7-15,0 0-1 0,0 0-4 0,0 0-4 16,0 0-3-16,0 0-3 0,0 0-2 0,0 0-3 16,0 0 1-16,0 0 2 0,0 0-8 15,0 0 0-15,0 0 0 0,0 0 2 0,0 0 0 16,0 0 7-16,0 0-4 0,0 0 5 0,0 0 3 0,0 0 9 15,0 0-9-15,0 0 18 0,0 0 7 0,0 0 4 16,0 0 3-16,0 0-9 0,-4-4-6 0,4 4-2 16,0 0-4-16,0 0 3 0,0 0 7 0,0 0-2 15,0 0-5-15,-4-9 3 0,4 9-19 16,0 0 10-16,0 0-3 0,0 0-12 0,0 0 5 16,0 0-10-16,0 0 4 0,0 0-4 0,0 0-13 15,0 0 0-15,0 0 6 0,0 0-10 0,0 0-14 0,0 0 19 16,0 0 1-16,-1 29-3 0,-3-18 2 0,4 6 0 15,0 4 0-15,0 4 2 0,0-1-1 0,0 3 1 16,0 0-5-16,2-2 11 0,0 1-4 0,-1 3 9 16,0-2-10-16,-1 1 10 0,3 1-8 15,-1-3 9-15,0 0-20 0,4 1 16 0,-5-2 2 16,2 3-4-16,1-9-20 0,-4 0 23 0,2 5-6 16,0 1 6-16,-2-8-8 0,1 2 1 0,-2 0 5 15,1 0-1-15,0 5 4 0,-2 0-7 0,0-4-6 16,2-1 3-16,-2-1-7 0,0 0 5 0,2 1 3 15,-1-2 1-15,-2 2 0 0,3-1 3 0,0-3 2 16,-1 2 2-16,1-5-8 0,-3-1 5 0,3 0-5 16,-2 2 2-16,2-2-3 0,0-11 1 0,0 19 3 15,-2-8-1-15,2-11 1 0,-2 20-3 0,2-13-7 0,-1 3 4 16,1-10 0-16,0 17 0 0,0-17 1 16,0 0 2-16,-2 19-1 0,2-12 1 0,0-7-4 15,0 0 5-15,0 21-3 0,0-21-4 0,0 13-1 16,0-13 4-16,0 0 1 0,0 19 5 0,0-19-9 15,-1 13 2-15,1-13 2 0,0 0-22 0,-1 18 21 16,1-18 1-16,0 0 0 0,1 15-2 0,-1-15-5 16,0 0 7-16,0 0-1 0,-3 13 7 0,3-13 0 15,0 0-10-15,0 0-8 0,0 0 12 0,0 0-3 16,0 0-2-16,0 0 6 0,3 15 2 0,-3-15-3 16,0 0-2-16,0 0 9 0,0 0-4 0,0 0-3 15,0 0 5-15,0 0 0 0,0 0-2 0,0 0 3 16,0 0 1-16,8 7-8 0,-8-7 1 0,12 4-13 15,-12-4 21-15,0 0 1 0,20 3 0 0,-20-3-12 16,16 4 1-16,-10 0-5 0,-6-4 6 0,17 6-14 16,-7-2 16-16,-10-4 0 0,21 7-13 0,-11-4 11 15,-1 2 5-15,4-1-6 0,-5 1 2 0,3-2-1 16,-2 2 0-16,-9-5-3 0,13 8-6 0,-8-5 5 16,-5-3 1-16,12 9 4 0,-6-4-4 0,-1 0 0 15,-5-5 3-15,8 11-7 0,-7-5 7 0,-1-6-3 16,2 18-4-16,0-8 4 0,-6 0-3 0,3 1 3 15,-3 0 1-15,0 0-2 0,-1-2 8 0,-3 2-4 16,0 0 2-16,2 0-6 0,-3-2 6 0,3 1 0 16,-2 0-3-16,2-3 0 0,-1 0-4 0,1 1 5 15,1 1-5-15,-2-1 0 0,4 0 1 0,3-8 0 16,-7 13-2-16,5-8-9 0,2-5 15 0,-6 14 0 16,6-14-3-16,-2 13-1 0,2-13 0 0,-1 14-3 15,1-14-15-15,3 13-4 0,-3-13 1 0,6 16 1 16,-4-9 7-16,3 1-5 0,-1 0 3 0,2 1-2 15,-2 0 3-15,1 1 2 0,1-2 1 0,-1 1-16 16,-1-1 20-16,-2 0 2 0,0 1 0 0,-2-9-19 16,3 13 30-16,0-6-10 0,-3-7 4 0,0 13-5 15,0-13 5-15,-3 13 3 0,3-13-2 0,-5 16 11 16,1-7-11-16,-3-2 3 0,3 1-12 0,-3 0 7 16,0-1-4-16,7-7 10 0,-13 16-32 0,6-9 23 15,1 2 6-15,6-9 1 0,-10 10-5 0,5-2-4 16,5-8-6-16,-8 11-13 0,8-11-3 0,-5 10-5 15,5-10-3-15,-4 15 2 0,4-15 8 16,5 17-5-16,-5-17 6 0,4 15-6 0,-2-5-6 0,-2-10 5 16,6 15-8-16,-1-7 19 0,-1 2-2 0,-4-10 0 15,10 18 2-15,-6-8 2 0,-4-10 5 0,5 17-2 16,-4-5 1-16,-1-12 3 0,1 18-11 0,-1-18 16 16,-1 19-4-16,1-19 9 0,-4 19-13 15,0-8 12-15,1-1 0 0,-4 1 0 0,1-1 0 16,1-1 7-16,-3 2-5 0,4 0 1 0,-4-1-12 15,1 1 18-15,-1-1-2 0,3 2-4 0,-1-2-4 0,-1 3 6 16,4-1-3-16,1 1 3 0,2-13 1 0,-4 27-4 16,2-15-2-16,-1 6 6 0,1-1-3 0,2-1-13 15,0 1 17-15,0-1-1 0,2 1-11 0,0-2 20 16,-2 1-7-16,2 0 1 0,1-3-17 16,-3 1 14-16,4-2 4 0,-4-12-5 0,2 26 3 15,-1-15-13-15,1 5 15 0,-1-5-2 0,-1-11 0 16,2 22-2-16,-2-9-1 0,2-2 4 0,-2-11-3 0,2 19-1 15,2-8 5-15,-4-11-6 0,1 19 13 0,-1-19-15 16,3 18 0-16,-3-18 4 0,0 0 0 0,0 17 4 16,0-17 3-16,-1 13-1 0,1-13 4 15,0 0 2-15,-3 18-1 0,3-18-2 0,-4 10 3 16,4-10-3-16,0 0 6 0,0 14 0 0,0-14 1 16,0 0-2-16,0 0 1 0,0 0-2 0,-6 18 0 15,6-18 3-15,0 0-7 0,0 0 1 0,-6 13 14 16,6-13-13-16,0 0 1 0,0 0-8 0,0 0 6 15,0 0-5-15,0 0-3 0,-4 15 21 0,4-15-13 16,0 0-2-16,0 0-20 0,0 0 17 0,0 0 4 16,-2 17-2-16,2-17-4 0,0 0 14 0,0 0-14 15,0 0 2-15,0 0 2 0,0 0 12 0,0 0-10 16,2 21 1-16,-2-21-8 0,0 0 11 0,0 0-10 0,0 0 2 16,0 0-3-16,0 0 4 0,0 0 1 15,0 0-3-15,7 13 2 0,-7-13 1 0,0 0-3 16,0 0 0-16,0 0 6 0,0 0-9 0,5 13 8 15,-5-13-8-15,0 0-2 0,0 0 7 0,0 0-6 16,0 0 3-16,0 0-6 0,0 0 12 0,0 0-8 16,0 0-1-16,0 0-3 0,2 18 2 0,-2-18-4 15,0 0 6-15,0 0-16 0,0 0 14 0,0 0-3 16,0 0 10-16,0 0-10 0,0 0 4 0,0 0-4 16,-2 18-1-16,2-18 9 0,0 0-8 0,0 0 8 15,0 0-6-15,2 15 0 0,-2-15 4 0,0 0 2 16,0 0-9-16,0 0-9 0,0 0 23 0,0 0-8 15,0 0 0-15,0 0 0 0,-2 19-5 0,2-19 7 16,0 0-1-16,0 0-5 0,0 0-11 0,0 0 20 16,0 0-9-16,0 0 3 0,0 0-3 0,0 0 2 15,0 0 6-15,0 0-10 0,0 0-1 0,0 0 7 16,0 0 0-16,0 0-3 0,0 0 1 0,0 0-1 16,0 0 5-16,-2 17-11 0,2-17 3 0,0 0 0 15,0 0 6-15,0 0 0 0,0 0-2 0,0 0 4 16,0 0-1-16,0 0-2 0,0 0-27 0,0 0 28 15,0 0-5-15,0 0 8 0,0 0-3 0,0 0 3 16,0 0-2-16,0 0-8 0,0 0 7 0,0 0 0 16,0 0-4-16,0 0 2 0,0 0 1 0,0 0 9 15,0 0-11-15,0 0 1 0,0 0-1 0,0 0 4 16,0 0 0-16,0 0-3 0,0 0-5 0,0 0 0 16,0 0 8-16,0 0-21 0,0 0 19 0,0 0 2 15,0 0-6-15,0 0 0 0,0 0 4 0,0 0-2 16,0 0-1-16,0 0 4 0,0 0-6 15,0 0 5-15,0 0 1 0,0 0 3 0,0 0-10 0,0 0 8 16,0 0-1-16,0 19-2 0,0-19-4 0,0 0 7 16,0 0-23-16,0 0 22 0,0 0-3 15,0 0 3-15,0 0 2 0,0 0-6 0,0 0 5 0,0 0-23 16,0 0 20-16,0 0 3 0,0 0-2 16,0 0-2-16,-10 12-7 0,10-12-5 0,0 0-1 15,0 0-2-15,-13 5-3 0,13-5-4 0,0 0 2 0,0 0-8 16,-14 5 9-16,14-5-7 0,0 0-7 0,-11 3-1 15,11-3-4-15,0 0-3 0,0 0 0 0,0 0-2 16,-11 4 1-16,11-4-15 0,0 0 12 0,0 0-8 16,0 0-3-16,-17 3-3 0,17-3 6 15,0 0-5-15,0 0-3 0,-12 3-1 0,12-3-2 16,0 0-1-16,0 0-4 0,-14 4-10 0,14-4-8 16,0 0-9-16,0 0-13 0,0 0-16 0,0 0-15 15,0 0-17-15,-23 1-34 0,23-1-43 0,0 0-131 16,0 0-396-16,0 0 176 0</inkml:trace>
  <inkml:trace contextRef="#ctx0" brushRef="#br0" timeOffset="22683.15">14296 6321 70 0,'0'0'221'0,"0"0"-15"0,0 0-18 0,12 11-18 15,-12-11-16-15,0 0-26 0,0 0-41 0,0 0-44 16,0 0-49-16,0 0-47 0,0 0-47 0,0 0-85 16,0 0-201-16,0 0 90 0</inkml:trace>
  <inkml:trace contextRef="#ctx0" brushRef="#br0" timeOffset="22844.28">14315 6282 42 0,'0'0'152'0,"0"0"-23"16,0 0-3-16,0 0-23 0,0 0-6 0,0 0-12 15,0 0-19-15,0 0-40 0,0 0-44 0,0 0-45 16,0 0-62-16,0 0-134 0,0 0 60 0</inkml:trace>
  <inkml:trace contextRef="#ctx0" brushRef="#br0" timeOffset="24484.46">14416 6201 9 0,'0'0'148'0,"0"0"-12"0,0 0-6 16,0 0-18-16,0 0-11 0,0 0-4 0,0 0-14 15,0 0 3-15,0 0-5 0,0 0-14 0,0 0 6 16,0 0-11-16,0 0 16 0,0 0-12 0,-15 17-1 16,9-12-5-16,2 0-2 0,4-5 1 0,-7 12-6 15,1-5-3-15,3 1-7 0,-3-2-1 0,2 3-3 16,1-2-7-16,0-1-1 0,-1 0-3 0,4-6-3 16,-3 12-2-16,2-7-1 0,1-5-5 0,-2 12-3 15,2-12 3-15,0 7 6 0,0-7 8 0,3 10 9 16,0-7 4-16,-3-3 1 0,7 7 5 0,0-5 0 15,-1 2 16-15,1-1-1 0,-7-3 0 0,15 2-1 16,-7-1-3-16,-8-1-3 0,13 2-2 0,-7-4 1 16,-6 2 2-16,15-1-3 0,-9 0-3 0,-6 1-5 15,13-6-2-15,-6 3-1 0,-2-1-4 0,3-1-6 16,-4 2 4-16,1-3 1 0,1 2 1 0,-2-1-2 16,-4 5-3-16,4-11-1 0,0 5-9 0,-2 0 7 15,-2 6-10-15,1-13-1 0,-1 13-5 0,-1-13 1 16,0 6-3-16,1 7-2 0,-1-12 4 0,1 12 1 15,-4-9 0-15,0 5-6 0,4 4 1 0,-12-7-6 16,6 4-3-16,1 0 0 0,5 3-7 0,-19-1 5 16,11 0-9-16,-1 1-3 0,-4 2-1 0,6 1-8 15,-6 0-5-15,3 0-16 0,3 1-17 0,1 0-25 16,1 1-30-16,-1-1-39 0,0 2-51 0,0 2-32 16,2-1-26-16,2-1-148 0,2-6-441 0,2 13 195 15</inkml:trace>
  <inkml:trace contextRef="#ctx0" brushRef="#br0" timeOffset="26500.27">14378 7607 19 0,'0'0'145'0,"0"0"-5"15,-1-7-1-15,1 7 2 0,0 0-5 0,-4-7 2 16,4 7 0-16,0 0-8 0,0 0 0 0,-4-8-4 16,4 8-5-16,0 0-5 0,0 0-9 0,0 0-8 15,-4-4-7-15,4 4-10 0,0 0-9 0,0 0-8 16,0 0-5-16,0 0-6 0,0 0-8 0,0 0-6 15,0 0-2-15,0 0-6 0,0 0-7 0,0 0 0 16,0 0-1-16,0 0-3 0,0 0-3 0,-1 24-3 16,0-15 2-16,2 5-2 0,0 0 3 0,-1 3-2 15,0 2 4-15,0 0 0 0,0 6 7 0,0 0-6 0,1 3 4 16,2 0 6-16,-3 0 0 0,5 4-3 16,-6-2 0-16,-1 2 10 0,2 0-5 0,-2 0 0 15,6 1-4-15,-4-1 1 0,-2-1-1 0,0-1 0 16,2 0-2-16,-3-4 1 0,3 3-2 0,-1-3 2 0,0 1-3 15,0-3 1-15,0-4 2 0,1 5 2 0,-3-5-8 16,3 5 7-16,0-6-7 0,-2 1-5 16,2-2 2-16,0-1-4 0,0 2-1 0,-2-1 3 15,0-1-4-15,1 0-2 0,1 0-1 0,1 1-1 0,1-2 0 16,-2-1 3-16,0-3-3 0,-2 1 0 0,1-2 1 16,0 0-3-16,1 3-1 0,0-2 5 15,-1-2-3-15,1 3-1 0,0-2-2 0,0-1 5 16,-1 1-5-16,1-1-1 0,-3-1 3 0,3-9 0 0,0 14-3 15,0-8 9-15,0 1-10 0,0-7-2 0,-2 11 13 16,2-11-14-16,2 8 3 0,-2-8 0 0,0 0 1 16,-2 8 0-16,2-8 1 0,0 0 3 0,0 0-5 15,0 0 11-15,0 0 1 0,0 9 0 0,0-9-1 16,0 0 5-16,0 0-3 0,0 0-1 0,0 0 4 16,0 0-5-16,6 5-4 0,-6-5 1 0,7 3 0 15,-7-3-1-15,9 4 1 0,-4-1-8 0,2 0 5 16,-7-3-5-16,10 4 7 0,-3-1-4 0,-7-3-1 15,10 6 1-15,-4-3-3 0,-2 3-3 0,1-2 6 16,0 3-7-16,2 0 4 0,-3 0-1 0,2 1 0 16,-3 0-1-16,-1 2-8 0,3 1 8 0,-3 2-4 15,0-2 7-15,-3 4-2 0,1 1-2 0,-3 0-1 16,-2 1 2-16,1-2-2 0,-1 1-3 0,1 1 8 16,-5-2 7-16,0 1-2 0,2 1 3 0,-5-1 0 15,2-1 0-15,1 0-3 0,0 1-1 0,-1-2-2 16,2 1 0-16,-1-3 0 0,5-2 2 0,-4 0 1 15,4 1-4-15,2 1 1 0,0-1-8 0,1 0 4 16,-1 1-1-16,4-1 5 0,-1 2-4 0,3 1-3 16,2 3 4-16,0-3-5 0,0 1-2 0,2-1-6 15,-1 2 4-15,0-2-3 0,4 3 6 0,-4-3-1 16,0 1 0-16,3-1-4 0,-4 2-2 0,-2-6 3 0,1 7 4 16,1-2 1-16,-6 0-7 0,3-3 4 15,-3 5 2-15,-1-3 1 0,-1-1 3 0,-2-2-5 16,-1 4 5-16,-3 1 2 0,-2-1-1 0,2-1-3 15,-1-3 16-15,0 1-17 0,-5 0-1 0,1-1 3 0,1 1 8 16,1 0-7-16,0 2-5 0,3-5 5 0,-2-1 2 16,5 0-9-16,-1 2 0 0,-1-2-6 15,5 2-6-15,-1 0-8 0,-1 2 0 0,2-2 4 0,2 1-3 16,2 0 4-16,2 1 0 0,-1 1 7 16,1 0-1-16,-1 3-3 0,1-3 3 0,-2 0 5 0,3-2-5 15,-1 1 2-15,2 4 3 0,-3-3 0 16,-1-2 3-16,3 3 2 0,0-1-3 0,-1-3 4 0,0 3 1 15,-2-2-2-15,-1 0-2 0,1 1 6 0,-2 0-1 16,0 3 3-16,2-2-4 0,0 2 1 0,0 2 2 16,-2 1 0-16,3-1 2 0,-1 1 2 15,1 1 6-15,-1 0 2 0,2 5 3 0,2 1 4 0,-3-1 3 16,4 2 1-16,-4-2 11 0,5 3-5 0,-3 0 12 16,-1 1 1-16,2 0 5 0,-1 2-6 0,-3-2-2 15,3 1 0-15,-3 3 1 0,1 0-4 0,-1-2 18 16,-2 1 1-16,2 1-3 0,-2 0-5 0,-2-3 1 15,0 2 1-15,-1-2-2 0,3 0-4 0,0-3-2 16,-2 1 0-16,-3-3 2 0,5 2-10 0,0-8 1 16,-2-3-7-16,0 2 1 0,2-5-6 0,-1 0 3 15,-1 0-7-15,0-2 2 0,0-3-3 0,0 0-3 16,2-7-17-16,0 12-28 0,-2-5-35 0,2-7-30 16,-2 9-29-16,2-9-36 0,-1 8-47 0,1-8-57 15,-6 6-43-15,6-6-294 0,-12 4-651 0,12-4 288 16</inkml:trace>
  <inkml:trace contextRef="#ctx0" brushRef="#br0" timeOffset="29034.03">14214 11213 185 0,'0'0'204'0,"-8"1"-3"0,8-1-5 0,-8 3-5 16,8-3-13-16,0 0-6 0,-7 2-7 0,7-2-10 0,0 0-4 16,0 0 0-16,0 0-4 0,0 0-8 15,0 0-6-15,0 0-7 0,0 0-11 0,0 0-2 16,25 5-13-16,-9-3-7 0,12-2-6 0,-7 0-12 16,11-2-8-16,1 1-5 0,-1 0-5 0,3-1-3 15,-3 0-6-15,1 2-23 0,-4 0-27 0,-2-3-29 16,-8 3-35-16,0 2-40 0,-2-1-50 0,-2 0-24 15,-3 0-32-15,-1 3-23 0,-4-2-166 0,-3 2-433 16,0-1 191-16</inkml:trace>
  <inkml:trace contextRef="#ctx0" brushRef="#br0" timeOffset="29232.45">14378 11364 14 0,'-19'4'235'0,"2"-1"-8"0,5 1-6 0,3-3-9 16,-2 1-6-16,2-2-5 0,2 2-5 0,7-2-1 15,-8 2-3-15,8-2-7 0,0 0-3 0,0 0-8 16,0 0-13-16,20 6-9 0,-3-4-13 0,11-2-20 16,-1-2 1-16,4 0-16 0,-1-1-12 0,3 0-19 15,0-1-25-15,-5 3-36 0,1-2-46 0,-2 0-45 16,-7 3-46-16,-2 0-47 0,-5-1-39 16,1 0-39-16,-3 1-182 0,-3 1-467 0,-8-1 206 0</inkml:trace>
  <inkml:trace contextRef="#ctx0" brushRef="#br0" timeOffset="29385.36">14506 11430 150 0,'-7'0'233'0,"7"0"-6"0,-12 0-1 0,12 0 6 15,0 0-2-15,-11 2-1 0,11-2-8 0,0 0-17 16,-6 1-15-16,6-1-16 0,0 0-21 0,0 0-25 16,0 0-32-16,0 0-31 0,27 0-40 0,-16 0-44 15,1 0-56-15,2 0-61 0,-1-1-58 0,-1 1-197 16,1 0-423-16,0 1 187 0</inkml:trace>
  <inkml:trace contextRef="#ctx0" brushRef="#br0" timeOffset="32687.45">12015 7200 10 0,'0'0'178'0,"0"0"-6"0,0 0-11 0,0 0 0 15,0 0-10-15,0 0 0 0,0 0-18 0,0 0-12 16,0 0-9-16,0 0-11 0,0 0-9 0,0 0-8 15,0 0-11-15,0 0-6 0,0 0-10 0,-10 3-2 0,10-3-3 16,0 0 4-16,0 0 1 0,0 0-1 0,0 0-3 16,0 0-2-16,0 0-5 0,0 0-3 15,0 0-2-15,0 0-3 0,0 0 0 0,0 0 2 16,0 0-6-16,0 0 2 0,0 0 2 0,0 0-1 16,0 0 0-16,0 0-2 0,0 0-5 0,16-14 1 0,-16 14-5 15,2-7-1-15,-2 7 1 0,0 0 0 16,0-9-2-16,0 9-4 0,0 0 4 0,0-9-5 15,0 9-2-15,-4-8-2 0,4 8-3 0,0 0 9 16,0 0 0-16,0 0-7 0,-2-9 1 0,2 9 3 0,0 0-3 16,0 0-1-16,0 0-1 0,-13 2 2 0,13-2-6 15,0 0 0-15,-12 4-5 0,12-4 7 0,-6 6-5 16,6-6 0-16,-3 6-4 0,3-6 0 16,-6 5 2-16,6-5 0 0,-4 8-4 0,4-8 4 0,0 0 1 15,-1 6 1-15,1-6-5 0,0 0-4 0,0 0 9 16,0 0-9-16,5 11-3 0,-5-11-3 0,0 0-1 15,4 5-1-15,-4-5-1 0,0 0 4 0,0 0-2 16,0 0 1-16,0 0 1 0,0 0 4 0,0 0-7 16,0 0 6-16,0 0-4 0,0 0 0 0,0 0 1 15,6-17-4-15,-6 17 9 0,0 0-5 0,0 0-1 16,-4-16 1-16,4 16-7 0,-5-6 10 0,5 6-5 16,0 0 0-16,-8-4-2 0,8 4 2 0,0 0-1 15,0 0-1-15,-16 8-1 0,16-8 4 0,-7 8 3 16,1-4-2-16,2 0 0 0,0 2 2 0,4-6-2 15,-4 12 1-15,2-8 1 0,2-4 5 0,2 10-2 16,-2-10 2-16,2 9 2 0,-2-9 4 0,8 5 2 16,-8-5 3-16,9 2 3 0,-9-2 2 0,10 0-2 15,-10 0 1-15,12-4 0 0,-12 4 2 0,11-4-2 16,-9 0 3-16,-2 4-1 0,8-9-1 0,-5 4 1 16,2 1 1-16,-3-3-5 0,-2 7 2 0,1-14 3 15,-1 14-3-15,-1-14 3 0,-1 7 5 0,2 7 0 16,-5-11-5-16,1 5-2 0,4 6 0 0,-9-9-2 15,2 7-3-15,7 2-12 0,-14-1-10 0,14 1-11 16,-15 4-24-16,5 2-31 0,-2 1-42 0,2 1-37 16,2 3-48-16,-2 4-228 0,4-1-470 0,1 1 208 15</inkml:trace>
  <inkml:trace contextRef="#ctx0" brushRef="#br0" timeOffset="34466.28">11830 7447 166 0,'0'0'227'0,"0"0"-7"0,0 0-8 15,0 0-4-15,-4-6-24 0,4 6-15 0,0 0-13 0,0 0-19 16,0 0-14-16,0 0-14 0,0 0-12 0,0 0-7 16,0 0-9-16,0 0-6 0,0 0-10 15,0 0-6-15,13 19-10 0,-8-14 2 0,-4 4-8 0,2-1-8 16,2 1-1-16,-2 1 1 0,0 2-6 0,0-3-1 15,3 2-6-15,-3-3 5 0,4 2-8 0,-3-1-1 16,-1 1 0-16,3-2-3 0,-2-1-2 0,-4-1 2 16,4-2-3-16,2 1 2 0,-6-5 0 0,4 7 0 15,-4-7-5-15,4 7 16 0,-4-7 1 0,3 4 4 16,-3-4 12-16,0 0 7 0,0 0 10 0,0 0 1 16,0 0 0-16,9 0-4 0,-9 0-6 0,0 0-1 15,0 0-4-15,8-9-8 0,-5 3 4 0,0-5-5 16,-1 4-3-16,4-1-3 0,-3-4-7 0,3 2-5 15,-2-1-8-15,4 2-9 0,-4-4-9 0,0 1-19 16,1 2-17-16,-1 0-12 0,0 1-21 0,-1 0-14 16,2 4-23-16,-2-1-27 0,-3 6-26 0,2-9-12 15,-2 9-30-15,6-4 0 0,-6 4 8 0,0 0 3 16,0 0-128-16,13 9-352 0,-11-3 156 0</inkml:trace>
  <inkml:trace contextRef="#ctx0" brushRef="#br0" timeOffset="34688.23">12068 7583 106 0,'0'0'172'0,"0"0"2"15,1 7 1-15,-1-7 2 0,0 0-2 0,0 9-3 16,0-9-11-16,2 7-1 0,-2-7-8 0,0 0-2 16,-2 12-10-16,2-12-7 0,0 13-7 0,0-8-14 15,0-5-11-15,-1 18-7 0,-1-12-10 0,4 1-10 16,-2-7-7-16,-2 11-4 0,2-11-7 0,-1 12-4 15,1-3-11-15,-1-2-16 0,-1 0-33 0,2 4-31 16,-2-6-35-16,2-5-33 0,0 16-34 0,-5-10-32 16,5 1-34-16,0-7-159 0,-3 13-396 0,2-7 176 15</inkml:trace>
  <inkml:trace contextRef="#ctx0" brushRef="#br0" timeOffset="35056.15">12146 7568 78 0,'6'-7'215'0,"-4"1"-3"0,0 1-5 0,-2 5-7 16,7-8-10-16,-5 4-16 0,-2 4-15 0,0 0-12 15,5-7-19-15,-5 7-14 0,0 0-12 0,0 0-10 16,6-3-10-16,-6 3-9 0,0 0-5 16,0 0-6-16,0 0-8 0,14 11-5 0,-14-8 4 0,0-3-12 15,2 11-4-15,-2-11-4 0,2 10 0 0,-2-3-6 16,0-7-2-16,-2 12-2 0,0-7-15 0,2-5-7 15,-4 14-12-15,2-8-5 0,1 0-11 0,1-6-11 16,-2 12 6-16,2-4-14 0,0-8-1 16,-3 12-9-16,3-4 4 0,3-1 2 0,-3 1-5 0,0-8 12 15,3 14 14-15,-1-8-8 0,2 1 4 0,-4-7 1 16,4 11-2-16,-1-6 6 0,-1 2 4 0,0-1 0 16,-2-6 3-16,2 8 4 0,-2-8 2 15,0 9 4-15,0-9 5 0,2 8 7 0,-2-8 3 0,0 0 5 16,-2 10 3-16,2-10-3 0,0 0-1 0,-5 8 3 15,5-8-6-15,-6 6-14 0,6-6-21 0,-8 6-21 16,8-6-28-16,-8 2-36 0,8-2-43 0,-11 5-96 16,3-4-274-16,3 2 121 0</inkml:trace>
  <inkml:trace contextRef="#ctx0" brushRef="#br0" timeOffset="35613.81">11081 7034 73 0,'0'0'173'16,"0"0"10"-16,0 0-14 0,0 0-4 0,0 0-7 16,-5-3-6-16,5 3-9 0,0 0-12 0,0 0-17 15,0 0-16-15,0 0-2 0,0 0-14 0,0 0-6 16,0 0-13-16,0 0-5 0,0 0-6 0,0 0-3 16,32 4-10-16,-22-4-3 0,0 2-1 0,3-1-1 15,-4 2-9-15,1 0 0 0,2 0-5 0,-1 3-1 16,2-3-3-16,-3 4-2 0,-1-1-2 0,0 2 0 15,1 1-1-15,-2-2-7 0,-1 3 10 0,-1-1 1 16,0 4-3-16,-2-2 6 0,0 6 4 0,-4 1 1 16,0-2-3-16,-5 3 3 0,1 0-5 0,-5 8-3 15,-1-5 8-15,0 3-4 0,-6-3-2 0,5-5-15 0,-4 5-24 16,3-6-28-16,-5 4-31 0,2 1-41 16,5-5-39-16,-3-1-38 0,1 1-126 0,0-1-350 15,1 1 155-15</inkml:trace>
  <inkml:trace contextRef="#ctx0" brushRef="#br0" timeOffset="35833.42">10981 7644 146 0,'0'0'256'0,"0"0"-23"16,0 0-21-16,0 0-17 0,0 0-17 15,0 0-17-15,0 0-11 0,0 0-20 0,0 0-10 0,0 0-16 16,18 2-27-16,-11-2-34 0,-7 0-30 0,15 1-35 16,-15-1-30-16,22 2-27 0,-11 0-30 0,0 1-26 15,0-2-17-15,-3 1-94 0,-3 4-265 0,-5-6 119 16</inkml:trace>
  <inkml:trace contextRef="#ctx0" brushRef="#br0" timeOffset="36392.29">11067 7693 56 0,'0'0'204'0,"0"0"-13"0,0 0-13 16,0 0-14-16,0 0-17 0,0 0-14 0,0 0-1 16,0 0 5-16,-1 10-5 0,1-10-9 0,-1 10-9 15,-1-4-9-15,1 2-3 0,2 2-2 0,-2 0-10 16,1 0-8-16,-3 0-4 0,6 0-9 0,-3-1-10 16,0 1-3-16,0-3-5 0,1 2-6 15,-1 0-8-15,0-9 3 0,0 12-6 0,0-5 0 0,0-7-5 16,0 12-6-16,-1-6 2 0,1-6-3 0,0 13-2 15,-5-10-4-15,5-3-11 0,-4 12-7 0,-1-6-12 16,1-2-10-16,4-4-3 0,-9 9-1 0,4-6 3 16,-1 0 1-16,6-3 1 0,-9 4 6 0,9-4-3 15,-9 4 4-15,9-4 1 0,-8 3 8 0,8-3-3 16,0 0-1-16,-5 3 5 0,5-3 4 0,0 0 1 16,0 0 2-16,0 0-3 0,0 0 1 0,0 0-2 15,0 0 2-15,0 0 2 0,0 0-4 0,0 0 2 16,18 4 2-16,-8-5-12 0,2 1-11 0,1 0-15 15,-1 0-10-15,1-1-12 0,2 1-15 0,2-2-12 16,-3 1-6-16,4-2 2 0,-5 3-2 0,6-2 4 16,-7 1 8-16,1 0 2 0,1-3 9 0,-5 2 4 15,3-1 13-15,-6 1 19 0,1 1 13 0,-7 1 31 16,9-6 12-16,-7 2 6 0,-2 4 25 0,9-9 5 16,-7 5 13-16,-2 4 7 0,4-9 6 0,-1 5 2 15,-3 4 10-15,2-9 5 0,-2 9 11 0,3-6-3 16,-3 6 0-16,0 0-1 0,0 0-10 0,4-7-10 15,-4 7-5-15,0 0-14 0,0 0-9 0,0 0-4 16,0 0-4-16,0 0-2 0,0 0-1 0,0 0 1 16,4 22 0-16,-4-14-2 0,0 2-5 0,-3 2-2 15,1 4-6-15,0-2-5 0,2-1 0 0,-1 0-7 16,0-1 0-16,1 0-5 0,-2-1-2 0,2-1-22 16,0 1-23-16,-2-2-31 0,2 0-28 0,-3 0-30 15,1 0-33-15,0-2-23 0,2-7-20 0,-1 10-27 16,1-10-16-16,0 9-159 0,0-9-425 0,-3 4 188 15</inkml:trace>
  <inkml:trace contextRef="#ctx0" brushRef="#br0" timeOffset="36767.89">11303 7865 13 0,'8'-10'198'15,"4"1"-4"-15,-3 4-1 0,1-3-1 0,0 6-9 0,0-4-5 16,0 3-10-16,-1-1-6 0,-1 4-8 15,0-2-3-15,-8 2-6 0,16 2-7 0,-9-2-3 16,2 3-5-16,-4 0-6 0,0 0-5 0,0 2-6 16,-5-5-6-16,5 9-4 0,-3-4-12 0,0 3-4 0,-2-8-8 15,-7 17-7-15,5-9-7 0,-3 0-6 16,0 1-7-16,1 0-7 0,0-2-6 0,-1 0-4 16,1-1-9-16,0-2-11 0,-1 3-7 0,3-1-14 15,2-6-5-15,-4 9-12 0,4-9-11 0,-3 10-8 16,3-10 0-16,4 9-3 0,-1-5 2 0,2 3-1 15,1-2 4-15,-1 0 6 0,3 0 6 0,-1 3-1 0,0-1 3 16,-2 0 2-16,0-3 4 0,-1 1 3 0,2 0 7 16,-2 0-4-16,-1 0-1 0,-3-5 6 15,7 6 10-15,-7-6-2 0,2 8 7 0,-2-8 6 0,0 0 2 16,-5 11 0-16,5-11-3 0,-11 6 1 0,4-5-4 16,3 2 0-16,-6 0-6 0,-2-3-14 15,3 1-12-15,0 0-28 0,-3 0-28 0,3-2-37 16,-4 0-31-16,3 1-50 0,-1-1-215 0,-4-2-446 15,2 0 198-15</inkml:trace>
  <inkml:trace contextRef="#ctx0" brushRef="#br0" timeOffset="37655.04">8943 4851 109 0,'0'0'227'0,"-2"-12"-10"0,2 12-11 0,0 0-10 15,1-9-9-15,-1 9-15 0,0 0-17 0,0 0-17 16,0 0-13-16,0 0-15 0,0 0-11 0,0 0-15 15,0 0 11-15,0 0 3 0,0 0-5 0,6 33-2 16,-5-14-4-16,2 5-3 0,-3 1-11 0,-3 0 1 16,3-6-2-16,0 6-4 0,-1-6-4 0,-1-1 1 15,2 0-10-15,0-1-4 0,0 0-5 0,0-5-8 16,-2 4-1-16,1-5-1 0,1 0-5 0,-1 0-6 16,1-1 3-16,0-1-5 0,0 1-22 0,0-10-24 15,1 12-29-15,-1-12-20 0,0 14-26 0,0-14-22 16,1 13-34-16,-1-13-31 0,0 0-29 0,4 10-25 15,-4-10-129-15,0 0-398 0,0 0 177 0</inkml:trace>
  <inkml:trace contextRef="#ctx0" brushRef="#br0" timeOffset="38447.37">9021 4796 18 0,'0'0'112'0,"0"0"0"16,0 0-4-16,-4-4-2 0,4 4-1 0,0 0-7 16,0 0-2-16,0 0-10 0,0 0-6 0,-5-4 4 15,5 4-8-15,0 0 5 0,0 0-5 0,0 0 3 16,0 0-6-16,0 0-5 0,-6-5 1 0,6 5-9 15,0 0 0-15,0 0-4 0,0 0-4 0,0 0 3 16,0 0-3-16,0 0 0 0,0 0-2 0,0 0 2 16,0 0-4-16,0 0-1 0,0 0 1 0,0 0-3 15,0 0-3-15,0 0-1 0,0 0 2 0,0 0-2 16,0 0-5-16,0 0 1 0,0 0-1 0,0 0-5 16,0 0-3-16,0 0-4 0,0 0 0 0,16-10-7 15,-9 9 8-15,-7 1-9 0,14-5-6 0,-4 2-1 16,0 2-1-16,0-1 0 0,2 0-2 0,-6 2-3 15,-6 0 2-15,17 1-5 0,-8 0 11 0,-3 3-13 16,3 1 3-16,-3 0 0 0,1 4 4 0,-1-4-1 16,-1 6 9-16,-1-3-2 0,0 2 3 0,-1 0-1 15,-2 0 4-15,1 1-3 0,-7-1 1 0,3 0-4 16,-3 1-1-16,1-2 6 0,-3 3-3 0,0-3-2 16,-3 1 2-16,3-2-4 0,-2 1 5 0,0-4-11 15,0-1-2-15,3 1-1 0,0-2 2 0,-1 0-2 16,2 0 1-16,5-3-3 0,-13 6 0 0,8-4 2 15,5-2 3-15,-8 2-2 0,8-2 1 0,0 0-2 16,-8 3 1-16,8-3 2 0,0 0 0 0,0 0-2 16,-8 1-3-16,8-1 1 0,0 0 4 0,0 0-6 15,0 0 1-15,0 0-4 0,0 0 3 0,0 0-4 16,0 0 0-16,0 0-1 0,0 0 2 0,0 0 0 16,0 0-1-16,-4 5 2 0,4-5-3 0,0 0 0 15,0 0 5-15,10 14-2 0,-8-9 4 0,5-1-3 16,-3 1 1-16,0 0 2 0,0 1 0 0,1 3-1 15,-1-5 2-15,5 3 0 0,-4 0-11 0,2-2-21 16,-3 0-18-16,-4-5-26 0,12 11-31 0,-9-7-19 16,-3-4-24-16,9 12-28 0,-3-9-16 0,-1 3-124 15,-5-6-344-15,9 10 153 0</inkml:trace>
  <inkml:trace contextRef="#ctx0" brushRef="#br0" timeOffset="39789.85">9283 5012 201 0,'5'-8'201'0,"-5"8"-1"0,2-5-14 0,-2 5-14 16,0 0-17-16,4-6-19 0,-4 6-18 0,0 0-9 15,0 0-1-15,0 0 1 0,0 0-8 0,3 25 0 16,-3-12-10-16,-1 2-2 0,-3 3-7 0,2-1-7 15,0 1-6-15,-2 0-4 0,2-1-4 0,-1-1-10 16,1-3 0-16,-1-2 0 0,-1 2-10 0,0-3-5 16,3 1-1-16,0-1-4 0,1-10 3 0,-5 14-6 15,5-14 0-15,-3 10-3 0,3-10 1 0,0 0-3 16,-2 9 9-16,2-9 5 0,0 0 1 0,0 0 4 16,0 0-1-16,0 0-1 0,0 0-3 0,0 0-6 15,0 0 0-15,0 0-6 0,0 0-4 0,0 0-6 16,0 0-3-16,25-24-9 0,-14 18-1 0,1 0-4 15,0 0-2-15,4-1 2 0,-2 4-3 0,4 3 2 16,0-3-6-16,-6 2 1 0,2 1-1 0,-3 1 1 16,-1 2 4-16,1-1-3 0,-1-1 2 0,-3 3 1 15,1 0 4-15,-3 1-5 0,2-2-4 0,-2 0 3 16,-5-3 0-16,4 12-2 0,-4-12 4 0,1 13 2 16,-1-13 0-16,-4 13-1 0,4-13 4 0,-10 12 0 15,1-6 3-15,0 2-11 0,-1-4-4 0,-2 2-6 16,1-3-13-16,-2 1-18 0,1 0-25 0,12-4-25 15,-24 8-42-15,13-8-50 0,-3 1-50 0,-3 5-150 16,0-2-421-16,17-4 188 0</inkml:trace>
  <inkml:trace contextRef="#ctx0" brushRef="#br0" timeOffset="40539.72">8433 5557 148 0,'0'0'260'0,"0"0"-11"15,0 0-11-15,-5-7-12 0,5 7-10 0,0 0-15 16,0 0-18-16,-10 0-8 0,10 0-17 0,0 0-5 16,-16 9-10-16,10-1-11 0,-3-1-7 0,1 1-12 15,1 2-13-15,-2-2-6 0,1 3-11 0,2-1-7 16,1 0-11-16,-1-1-5 0,4 1-8 0,-2 0-1 16,0 0-10-16,3-1-1 0,-1 1-1 0,3 0-6 15,1-1-2-15,2 1-7 0,2 0 3 0,1 0-3 16,2-2-2-16,1 2-3 0,0-2-1 0,2 3-1 15,3-3-3-15,-3 1 1 0,0-2-3 0,-3-2-1 16,0 1-5-16,0 2 1 0,1-7 3 0,-4 4-5 16,0-1 1-16,0 1-4 0,-3-1 7 0,3 0-8 15,-6-4-1-15,7 6 3 0,-5-2 4 0,-2-4-3 16,4 6-4-16,-4-6 8 0,0 0-2 0,-8 13-1 16,2-8 2-16,-4-1-6 0,1 2-3 0,-1-2-4 15,-2-1-11-15,3 0-11 0,-5 1-11 0,1-1-11 16,3-1-16-16,-4-1-17 0,3 0-27 0,-7-1-35 15,4 0-35-15,8-2-42 0,-7 0-46 0,0-1-159 16,0-3-462-16,4-1 204 0</inkml:trace>
  <inkml:trace contextRef="#ctx0" brushRef="#br0" timeOffset="40699.98">8345 5625 28 0,'5'-4'207'0,"0"0"-20"15,4-1-16-15,0 0-24 0,3 0-9 0,0 1-15 0,0-1-12 16,-1 1-12-16,2 2-10 0,1 0-18 16,0-1-31-16,4 2-44 0,-1-1-49 0,1 1-43 15,-4 2-114-15,-3 1-227 0,3-2 100 0</inkml:trace>
  <inkml:trace contextRef="#ctx0" brushRef="#br0" timeOffset="40953.76">8740 5518 121 0,'0'0'250'0,"0"-9"-1"0,0 9-2 15,0 0-5-15,0 0-14 0,0 0-12 0,0-10-20 16,0 10-20-16,0 0-19 0,0 0-15 16,0 0-10-16,0 0 1 0,0 0-9 0,0 0-3 15,1 24 0-15,-1-12-6 0,-1 4-4 0,1 1-7 16,0 2-6-16,-2-2-2 0,1 2-15 0,-1-1-5 15,0 1-5-15,2-1-4 0,-1 0-13 0,1-1-3 0,0-3 0 16,-2 3-24-16,2-5-33 0,2 4-33 0,-2-5-42 16,1 3-50-16,-2-3-58 0,1-1-43 15,1 3-46-15,-1-4-206 0,0-9-524 0,0 20 232 16</inkml:trace>
  <inkml:trace contextRef="#ctx0" brushRef="#br0" timeOffset="41270">8861 5724 154 0,'0'0'203'15,"0"0"-14"-15,0 0-12 0,0 0-8 0,0 0-11 0,0 0-9 16,0 0-11-16,0 0-13 0,0 0-7 16,3 19-12-16,-1-13-10 0,-2-6-9 0,5 12-11 15,-1-6-5-15,3 1-7 0,-2-1-5 0,1-3 1 16,1 3 0-16,2-3 2 0,-1 0-1 0,1 1-1 15,-2-4-6-15,-7 0-1 0,13 3-3 0,-13-3 4 16,11 0 5-16,-11 0 7 0,8 0 4 0,-8 0-4 0,7-3-7 16,-7 3-2-16,8-6-4 0,-8 6-4 15,2-10-6-15,-2 4-4 0,0 6-3 0,-2-14-4 16,1 7 0-16,-4 0-5 0,2 0-12 0,3 7-5 16,-6-14-13-16,2 8-17 0,0 2-16 0,-1-3-19 15,5 7-21-15,-11-6-27 0,7 2-31 0,4 4-35 16,-12-1-24-16,12 1-49 0,0 0-148 0,-13 6-421 15,13-6 186-15</inkml:trace>
  <inkml:trace contextRef="#ctx0" brushRef="#br0" timeOffset="41524.06">9206 5593 172 0,'0'-6'287'0,"0"6"-7"0,3-10 1 0,-3 10-15 15,1-7-17-15,-1 7-19 0,0 0-21 0,1-7-21 16,-1 7-25-16,0 0-17 0,0 0 6 0,0 0-5 16,0 0 5-16,6 23-16 0,-6-11-6 0,1 4-10 15,-1-1-2-15,0 2-9 0,1 1-12 0,-1 0-11 16,-1 0-8-16,1-1-7 0,-1 0-6 0,1-1-5 16,-2 1-6-16,2-2-7 0,-1-2 4 0,0-3-47 15,1 3-26-15,-2-3-41 0,2 0-39 0,0-1-39 16,0-9-50-16,-2 21-40 0,-1-13-53 0,-1-1-235 15,4-7-563-15,-2 12 249 0</inkml:trace>
  <inkml:trace contextRef="#ctx0" brushRef="#br0" timeOffset="41767.87">9298 5682 116 0,'-1'-12'228'0,"1"12"-9"0,0 0-14 0,1-7-13 15,-1 7-15-15,0 0-17 0,0 0-10 0,0 0-7 16,0 0-5-16,0 0-5 0,-18 14-5 0,15-5-11 16,-4 1-4-16,2 0-6 0,1 1-4 0,0-3-7 15,-2 4-8-15,1-3-11 0,4 2-7 0,-1-1-6 16,0 0-8-16,2-1 0 0,-2 1-6 0,4-4-4 16,0 3-9-16,1-2-20 0,2 0-29 0,0-1-29 15,3 0-38-15,1-1-44 0,0 3-41 0,2-6-34 16,-1 3-36-16,2-2-139 0,-1-2-404 0,1 1 180 15</inkml:trace>
  <inkml:trace contextRef="#ctx0" brushRef="#br0" timeOffset="42411.53">9476 5834 112 0,'5'-3'209'0,"-5"3"3"0,0 0-8 16,0 0-5-16,0 0-7 0,0 0-11 0,0 0-10 15,0 0-4-15,0 0-14 0,0 0-5 0,0 0-19 16,0 0-9-16,1-8-4 0,-1 8-8 0,0 0-3 16,0 0-7-16,0 0-7 0,0 0-4 0,0 0-6 15,0 0-5-15,0 0-2 0,0 0-12 0,0 0 0 16,0 0-12-16,0 0 1 0,0 0-7 0,0 0 0 16,0 0-5-16,0 0-3 0,0 0-4 15,0 0-2-15,0 0-3 0,0 0-2 0,0 0-3 0,0 0 2 16,0 0-4-16,0 0 0 0,0 0 5 0,0 0 2 15,0 0-1-15,0 0-3 0,0 0 1 0,0 0 3 16,0 0-2-16,0 0-2 0,0 0-2 0,0 0-2 16,0 0-4-16,0 0 3 0,0 0-6 0,0 0-1 15,0 0-1-15,0 0 2 0,0 0-9 16,0 0 5-16,0 0-2 0,0 0 2 0,0 0 0 0,0 0-2 16,0 0 2-16,0 0-6 0,0 0 12 0,0 0-4 15,0 0 7-15,0 0-4 0,0 0 1 0,0 0-1 16,0 0-2-16,0 0-2 0,0 0 4 0,0 0-2 15,0 0 1-15,0 0-8 0,0 0 0 16,7-5 2-16,-7 5 3 0,0 0 0 0,0 0-5 0,0 0 0 16,0 0 1-16,0 0 6 0,4-4-6 15,-4 4-1-15,0 0 1 0,0 0 6 0,0 0-8 0,0 0 6 16,0 0-2-16,0 0-3 0,0 0 1 0,0 0-5 16,0 0 13-16,0 0-20 0,0 0 5 0,0 0 7 15,0 0-4-15,0 0-1 0,0 0 1 0,0 0-1 16,0 0 5-16,0 0-1 0,0 0 1 0,0 0 0 15,0 0-2-15,0 0-4 0,0 0 2 0,0 0 6 16,0 0 1-16,0 0-7 0,0 0 3 16,0 0-10-16,0 0 3 0,0 0 2 0,0 0 1 15,0 0 2-15,0 0 2 0,0 0-7 0,0 0-1 0,0 0 0 16,0 0 7-16,0 0-3 0,0 0-3 0,0 0 5 16,0 0-1-16,0 0-7 0,0 0-9 0,0 0-13 15,0 0-17-15,0 0-13 0,0 0-21 0,0 0-21 16,0 0-27-16,0 0-26 0,0 0-33 0,0 0-32 15,0 0-37-15,0 0-37 0,0 0-161 16,0 0-489-16,0 0 216 0</inkml:trace>
  <inkml:trace contextRef="#ctx0" brushRef="#br0" timeOffset="45373.54">9288 5570 67 0,'0'0'171'16,"0"0"-7"-16,0-11-6 0,0 11 4 16,0 0-2-16,-4-7-6 0,4 7-4 0,0 0-7 15,0 0-5-15,-2-10-3 0,2 10-7 0,0 0-5 0,0 0-3 16,0 0-8-16,0 0-10 0,0 0-5 0,0 0-4 15,0 0-14-15,0 0-6 0,0 0-4 0,0 0-9 16,0 0-7-16,0 0-4 0,0 0 2 0,0 0-1 16,0 0 1-16,0 0 1 0,0 0-3 15,0 0-6-15,-8 25 2 0,7-14-6 0,-1 2 6 0,0 2 0 16,1 4-1-16,-2 1-4 0,-3-1-1 0,3 0 0 16,-1 1-3-16,1 4-2 0,1-6-3 0,2 0 1 15,0 1-9-15,0-2 2 0,0 0-4 16,2-1-3-16,-2-3 2 0,0-1-2 0,0 0-4 0,-2 0 7 15,5 0-7-15,-1-3 3 0,-2 1-2 0,2-3-2 16,-2-7-4-16,2 12 5 0,-2-6-2 0,0-6-2 16,0 11-1-16,0-11-1 0,0 7 5 0,0-7-3 15,3 8-6-15,-3-8-10 0,0 0-16 0,0 0-22 16,1 9-20-16,-1-9-23 0,0 0-26 0,1 5-24 16,-1-5-34-16,0 0-26 0,0 0-27 0,0 0-14 15,0 0-184-15,0 0-457 0,0 0 202 0</inkml:trace>
  <inkml:trace contextRef="#ctx0" brushRef="#br0" timeOffset="45776.49">9472 5617 125 0,'0'0'207'16,"0"0"-4"-16,5-6-6 0,-5 6-6 0,0 0-10 15,0 0-12-15,0 0-10 0,4-5-9 0,-4 5-13 16,0 0-8-16,0 0-6 0,0 0-8 0,0 0-11 16,-19 25-8-16,11-18-8 0,-6 5-7 0,-1 2-6 15,-2-2-8-15,-3 4-8 0,-2-1-5 0,5-3-11 16,1-2-9-16,0 2 0 0,-1-3-5 0,1 0-5 16,6-2-5-16,-2-1-5 0,0-1 3 0,1 0-2 15,1-1-2-15,4-1-4 0,0 1 2 0,-1-2-4 16,7-2 4-16,-9 4-4 0,9-4 2 0,-5 3-3 15,5-3 0-15,0 0-3 0,-10 2-5 0,10-2-2 16,0 0 7-16,-4 4-9 0,4-4-2 0,0 0 5 16,0 0 1-16,15 7-1 0,-10-4 0 0,3 0-3 15,-1 0 3-15,4 2 0 0,-1 1-1 0,2-3 3 16,-1 2 2-16,2 1-6 0,0-1 3 0,-2 0 2 16,5 3 3-16,-4-4-1 0,5 3-1 0,-3-3-12 15,-4 1-20-15,4-1-25 0,-1 0-35 0,-3 0-36 16,3-1-33-16,-3 1-34 0,-1-1-24 0,1 0-130 15,-4-1-377-15,0-1 166 0</inkml:trace>
  <inkml:trace contextRef="#ctx0" brushRef="#br0" timeOffset="46069.5">9320 5557 189 0,'-5'-8'235'0,"5"8"-23"16,0 0-15-16,-1-8-19 0,1 8-15 0,0 0-6 16,0 0-2-16,0 0 1 0,-8 18-4 15,7-6-9-15,-1 5-4 0,0 2-14 0,1 1-12 0,-5 6-9 16,4-1-8-16,2-1-10 0,-3-4-12 0,3-1-4 15,-1 6-7-15,0-8-7 0,2 2-5 0,0 0-32 16,0-2-27-16,2 2-38 0,0 0-38 0,-2-3-46 16,0 1-49-16,3-1-44 0,-5 1-155 0,2-4-408 15,-2-1 180-15</inkml:trace>
  <inkml:trace contextRef="#ctx0" brushRef="#br0" timeOffset="48541.84">15086 4837 212 0,'0'0'221'0,"-6"-7"-10"0,6 7 2 16,-4-6-1-16,4 6-5 0,0 0-9 0,-9-6-20 15,9 6-12-15,0 0-15 0,-1-9-19 0,1 9-16 16,0 0-10-16,10-7-13 0,-10 7-12 0,16-2-8 15,-7 2-8-15,2 1-11 0,-2 1-1 0,2 1-8 16,2 1-2-16,-3 3-9 0,-2 1-1 0,2-1-6 16,-4 4 6-16,-1 1-3 0,1-1-1 0,-3 2 1 15,-1-1 1-15,-2 3-1 0,-2 2-5 0,-3-1 0 16,0-2 4-16,-3-1-6 0,-3-1 0 0,2-2-3 16,-3 2-6-16,-1-1 4 0,0-1 0 0,-3 0-4 15,1-4-2-15,-2 2-1 0,1-5-2 0,2 0 0 16,1-1 6-16,-1 1-6 0,1-2 2 0,3-1-2 15,0 0-3-15,10 0 3 0,-13-2-2 0,6 0-1 16,1-1-2-16,6 3 1 0,-10-5 7 0,10 5-13 16,-6-5 1-16,6 5-2 0,-3-6-5 0,3 6 1 15,0 0 3-15,0 0-5 0,10-10 4 0,-10 10-2 16,12-3 2-16,-2 5-2 0,-10-2 1 0,18 4 1 16,-9-2-2-16,0 2 1 0,2 0 2 0,1 4-2 15,-1-2 1-15,1 2 1 0,0 2-1 0,0 0 0 16,-1-1-34-16,0-2-27 0,3 4-33 0,-1-2-34 15,-4 0-37-15,4 1-32 0,0-1-32 0,-2-2-171 16,-3 0-438-16,1-1 193 0</inkml:trace>
  <inkml:trace contextRef="#ctx0" brushRef="#br0" timeOffset="48707.78">15331 5045 49 0,'2'-11'210'0,"-2"11"-8"0,0-9-5 0,0 9-13 0,1-7-17 16,-1 7-16-16,0 0-21 0,0 0-17 0,0 0-33 16,0 0-37-16,1-8-29 0,-1 8-33 0,0 0-49 15,0 0-34-15,0 0-124 0,0 0-243 0,18 14 108 16</inkml:trace>
  <inkml:trace contextRef="#ctx0" brushRef="#br0" timeOffset="49139.65">15470 4864 95 0,'0'0'217'0,"-2"-13"-6"0,2 13-7 0,-2-9-16 0,2 9-17 16,0-8-19-16,0 8-19 0,0 0-8 16,0 0-5-16,0 0-4 0,0 0-1 0,0 0-9 0,-2 29-1 15,2-15-17-15,2 2-6 0,2 0-6 0,-3 0-9 16,5 0-9-16,-1 0-2 0,2 0-5 0,0-4-5 15,0-1-3-15,2-1-7 0,0 1-1 0,1-3-6 16,0 0-4-16,2-3-4 0,-1-1-8 16,2 0-1-16,-2-3-8 0,1 2-3 0,-2-3 1 15,-1-2-4-15,4-1 3 0,-5-1-4 0,0 0 1 0,-1 0 2 16,2-2 7-16,-3-2 2 0,2 0 5 16,-4-1 3-16,0-1-1 0,-1-1 0 0,2 0 9 15,-2-2 5-15,-1 3 13 0,1 1 5 0,0 2 4 16,-2 0-4-16,-1 7 5 0,2-9-2 0,-2 9-5 15,3-9-2-15,-3 9-2 0,1-5-8 0,-1 5-5 0,0 0 4 16,0 0 4-16,0 0 3 0,0 0 4 0,2 22 2 16,-2-12-7-16,-2 3 2 0,0 1-4 0,-1 2 3 15,3 1-3-15,-2 1-3 0,2-2-3 16,-3 2 0-16,3-2-7 0,-1-3-7 0,1-1-13 16,1 5-20-16,0-6-29 0,-1 2-34 0,2-4-35 15,-1 0-30-15,0 1-37 0,2-1-37 0,-1 0-28 0,2-3-26 16,0 0-169-16,-4-6-476 0,10 7 210 0</inkml:trace>
  <inkml:trace contextRef="#ctx0" brushRef="#br0" timeOffset="49384.62">15935 4902 8 0,'2'-10'270'0,"-2"1"-2"15,3 3-3-15,-2-2-12 0,-1 8-5 0,0-9-31 16,0 9-16-16,0 0-18 0,1-9-10 15,-1 9-13-15,0 0-2 0,0 0-6 0,0 0-4 16,0 0-11-16,-2 34-13 0,3-18-4 0,-2 1-8 16,1-1-4-16,-4 2-19 0,4-1-7 0,-1 2-3 0,1-1-13 15,1-1 1-15,0-2-8 0,2 2-6 0,-2-5-9 16,0 2-16-16,1-3-23 0,-2 2-36 16,1-4-35-16,-1 2-37 0,1-2-39 0,-1-1-37 15,0-8-44-15,3 13-24 0,-2-7-36 0,-1-6-152 16,0 0-469-16,0 12 208 0</inkml:trace>
  <inkml:trace contextRef="#ctx0" brushRef="#br0" timeOffset="49657.75">16121 4899 231 0,'4'-4'216'0,"-4"4"-14"0,4-8-11 0,-4 8-14 15,4-5-6-15,-4 5-10 0,0 0-14 0,0 0-13 16,0 0-10-16,0 0-10 0,-22 17-11 0,16-11-7 15,-3 3-9-15,-1-3-7 0,2 2-7 0,0-2-7 16,0 1-9-16,2-2-2 0,0 0 0 0,2-3-12 16,4-2-7-16,-7 4-3 0,7-4-5 0,-3 7 0 15,3-7-9-15,-8 2 0 0,8-2-3 0,0 0-1 16,-4 5-3-16,4-5 0 0,-4 6-3 0,4-6 1 16,0 0-1-16,3 15 0 0,1-11-1 0,-2 2 2 15,6 2-2-15,-2 0 2 0,1 1-4 0,0-2-10 16,6 1-31-16,0 1-32 0,3 1-46 0,0-2-48 15,3-3-42-15,1 3-181 0,1-4-414 0,1-1 184 16</inkml:trace>
  <inkml:trace contextRef="#ctx0" brushRef="#br0" timeOffset="49798.82">16424 5143 51 0,'0'0'193'15,"0"0"-15"-15,0 0-30 0,0 0-38 0,0 0-65 16,0 0-56-16,0 0-108 0,0 0-130 0,0 0 58 16</inkml:trace>
  <inkml:trace contextRef="#ctx0" brushRef="#br0" timeOffset="56313">14207 4004 39 0,'0'0'150'15,"0"0"6"-15,-1-7 2 0,1 7-5 0,0 0-7 16,0 0-6-16,-4-10-1 0,4 10-5 0,0 0-12 15,0 0-5-15,-2-5-6 0,2 5-5 0,0 0-12 16,0 0-6-16,0 0-9 0,0 0-8 0,0 0-9 16,0 0-3-16,0 0-13 0,0 0-6 0,0 0-6 15,0 0-6-15,0 0-5 0,0 0 2 0,0 0-4 16,0 0-8-16,0 0 2 0,0 0-2 0,0 0 1 16,8 23 0-16,-5-12 1 0,2 3 0 0,-5 1-3 15,6 0 2-15,-3 1-2 0,1-1-1 0,-1-4 0 16,1 1-1-16,0-1 0 0,2-2-1 15,-2 2-1-15,0-3 0 0,1 1-2 0,-3-4-4 16,2 2 1-16,1 0 2 0,-3-3 1 0,-2-4-3 0,5 10 3 16,-1-7-2-16,1 1-2 0,-5-4 1 0,6 6-1 15,-6-6 6-15,7 5-5 0,-7-5 1 0,4 4-4 16,-4-4 7-16,10 2-3 0,-10-2 1 0,0 0 4 16,10-2 0-16,-10 2-1 0,9-8-1 15,1 2-1-15,0-4 0 0,1 2-1 0,1-4-5 0,1-1-12 16,-1-1 0-16,-3-1 0 0,2-2-19 0,-1 1-9 15,-2 3-11-15,1-4-25 0,0 0-13 0,0 1-12 16,-4 5-18-16,1 0-14 0,-2 0-23 0,3 1-16 16,-1 0-106-16,-2 3-300 0,0 0 133 0</inkml:trace>
  <inkml:trace contextRef="#ctx0" brushRef="#br0" timeOffset="57116.54">13542 4179 45 0,'0'0'135'15,"-10"2"-13"-15,10-2 3 0,0 0-3 0,0 0-22 16,0 0 3-16,0 0-15 0,0 0-16 0,0 0 2 15,0 0-9-15,23-12-8 0,-11 9-6 0,-1 1-3 16,0-2-2-16,1 1-29 0,1 2-22 0,-5 0-16 16,-8 1-22-16,12-2-10 0,-12 2-15 0,13 2 2 15,-13-2-4-15,7 1-2 0,-7-1 7 0,4 6-1 16,-4-6 0-16,0 0 1 0,-2 8 4 0,2-8-31 16,0 0-99-16,-13 8 327 0,9-4-169 0,4-4 15 15,-12 3 11-15,5 0 11 0,7-3 19 0,-11 1 8 16,11-1-9-16,-8 2 18 0,8-2-3 0,0 0 2 15,-6 2 4-15,6-2-7 0,0 0 5 0,0 0-3 16,-8 3-3-16,8-3-9 0,0 0-2 0,0 0-3 16,-5 6 0-16,5-6 1 0,0 7 8 0,0-7-4 15,-2 12 8-15,0-2 26 0,2 1 12 0,2 0-7 16,-4 1-2-16,2 3 3 0,0 1-8 0,0-1 1 16,2-3-6-16,-2 0-9 0,0 0-2 0,2 1-2 15,-2-2 0-15,0 1-5 0,0 0-1 0,0-2-5 16,2 0-2-16,-2 2 0 0,0-2-3 0,0-4 0 15,0-6-10-15,-2 14 3 0,2-6 3 0,0-8-4 16,-4 12-3-16,4-12 0 0,2 8 1 0,-2-8 0 16,-2 7-11-16,2-7 7 0,-2 8-1 0,2-8 1 15,-4 5 2-15,4-5 1 0,0 0-4 0,-3 5 2 16,3-5 1-16,0 0 3 0,0 0 4 0,-9 3-4 16,9-3 4-16,0 0-8 0,0 0 5 0,-9 0-2 15,9 0 10-15,0 0 1 0,0 0 5 0,0 0-4 16,0 0-12-16,0 0 6 0,0 0-4 0,-11-4-3 15,11 4 1-15,0 0 0 0,0 0-5 0,0 0 4 16,0 0 4-16,0 0 3 0,0 0 4 0,0 0-5 16,0 0-4-16,0 0-2 0,0 0-5 0,0 0-9 15,0 0-4-15,0 0-3 0,0 0-11 0,0 0-19 16,24-7-23-16,-10 5-29 0,3-3-12 0,4 2-36 16,6 0-21-16,-4 0-14 0,-1 1-104 0,0-1-299 15,-1-1 133-15</inkml:trace>
  <inkml:trace contextRef="#ctx0" brushRef="#br0" timeOffset="57336.61">13915 4404 16 0,'0'0'181'0,"0"0"-14"16,0 0-13-16,-9-6 2 0,9 6-7 0,0 0-6 16,0 0-6-16,-20 6 1 0,13 0 0 0,-5-1 0 15,2 7-8-15,-7-2-3 0,4 3-8 0,0 1-9 16,-1-3-5-16,3 3-12 0,-3-1-11 15,5 0-7-15,-1 0-10 0,4 0-5 0,2-4-8 0,2 2-5 16,0-2-5-16,2 3-3 0,0-12-15 0,6 16-14 16,4-6-22-16,3-4-27 0,5 0-33 0,9 1-42 15,3-3-42-15,1-3-45 0,2-1-150 16,-1-5-379-16,0-1 167 0</inkml:trace>
  <inkml:trace contextRef="#ctx0" brushRef="#br0" timeOffset="59607.2">14919 9241 59 0,'0'0'157'0,"0"0"-2"0,0 0-14 16,-5-5-10-16,5 5-7 0,0 0-10 0,0 0-4 16,0 0-3-16,0 0-4 0,-3-8-1 0,3 8-1 15,0 0 0-15,0 0-5 0,0 0-1 0,0 0-4 16,0 0-3-16,-3-9-7 0,3 9-2 0,0 0-8 15,0 0 0-15,0-10-3 0,0 10-1 0,0 0 3 16,0 0-1-16,0 0-2 0,2-10-4 0,-2 10-5 16,0 0-5-16,0 0 0 0,0 0-3 0,-2-8-2 15,2 8-4-15,0 0-6 0,0 0-4 0,0 0-6 16,0 0-3-16,0 0-5 0,0 0-2 0,0 0-3 16,0 0 6-16,0 0-2 0,0 0 1 0,2 28 3 15,-2-12 7-15,0 0-1 0,0 4 2 0,-2 5-1 16,0 0-4-16,1-6 6 0,-3 0-5 0,4 1-4 15,0 0 4-15,-2-4-9 0,4 2 5 0,-2-2-1 16,0 0-7-16,-2 1 1 0,2-5 0 0,0 1-4 0,2-2 2 16,-2-2-3-16,2 0 0 0,-2-3-5 15,0 2-3-15,0-8-5 0,2 11-24 0,-2-4-34 0,0-7-38 16,-2 10-39-16,2-10-37 0,3 7-34 16,-3-7-25-16,0 0-206 0,1 7-475 0,-1-7 209 0</inkml:trace>
  <inkml:trace contextRef="#ctx0" brushRef="#br0" timeOffset="59800.99">15078 9396 42 0,'0'0'249'0,"0"0"-30"0,0 0-17 16,0 0-13-16,0 0-10 0,5-5-9 0,-5 5-13 15,0 0-19-15,0 0-11 0,0 0-16 0,0 0-9 16,0 0-9-16,0 0-13 0,0 0-21 0,0 0-31 15,0 0-35-15,0 0-37 0,8 10-34 0,-8-10-41 16,0 0-32-16,3 9-140 0,-3-9-316 0,2 7 140 16</inkml:trace>
  <inkml:trace contextRef="#ctx0" brushRef="#br0" timeOffset="60105.83">15316 9288 26 0,'0'-7'249'0,"0"7"-13"0,0-8-5 16,0 8-1-16,0 0-16 0,0 0-14 0,0 0-14 16,0 0-17-16,0 0-10 0,0 0-14 0,0 0-10 15,0 0-15-15,0 0-11 0,0 0-11 0,0 0-8 16,-9 26-14-16,8-16-5 0,1-3-6 0,0 1-5 16,0 3-5-16,1 1-9 0,2-2-4 0,-1 0 0 15,2 0-8-15,0 1-3 0,1 0-1 0,0-1-3 16,-1 0-5-16,2 0-1 0,0 0-4 0,-1-1 2 0,1-1-2 15,-2-1-4-15,-2-2-3 0,3 1 2 16,-1-1-3-16,-1 1-1 0,0 0 0 0,-3-6 0 16,1 10-9-16,-1-10-1 0,2 7-13 0,-2-7-9 0,-5 9-22 15,5-9-19-15,-10 6-28 0,5-4-23 0,-7 1-32 16,3-2-27-16,-1-1-23 0,-1-1-25 16,0 0-150-16,1-1-403 0,0-3 179 0</inkml:trace>
  <inkml:trace contextRef="#ctx0" brushRef="#br0" timeOffset="60241.21">15325 9255 111 0,'10'-4'133'0,"2"-2"-9"16,0 3-5-16,3 0-11 0,-1 1-29 0,4-2-38 16,1-1-35-16,0 3-38 0,1-1-84 15,-1 2-123-15,3-1 54 0</inkml:trace>
  <inkml:trace contextRef="#ctx0" brushRef="#br0" timeOffset="60497.8">15759 9179 2 0,'0'0'284'16,"0"0"-4"-16,0 0-8 0,0 0-11 0,0 0-6 15,0 0-28-15,0 0-22 0,0-8-23 0,0 8-19 16,0 0-17-16,0 0 1 0,0 0 5 0,0 0-10 15,0 30 0-15,0-20-8 0,-2 7-11 0,2 0-1 16,-1-1-3-16,1 4-9 0,-2-4-5 0,2 3-10 16,0 0-9-16,0-5-8 0,0 2-8 0,0 1-3 15,0-4-16-15,0 2 0 0,-2-2-5 0,4-1-24 16,-2-1-33-16,0-1-33 0,0 1-45 0,-2-1-42 16,2 0-49-16,-1 0-41 0,1-10-44 0,-2 13-39 15,1-6-179-15,1-7-523 0,0 9 233 0</inkml:trace>
  <inkml:trace contextRef="#ctx0" brushRef="#br0" timeOffset="60787.81">15991 9241 112 0,'3'-6'282'0,"0"0"-14"0,1 0-16 0,-4 6-10 15,4-5-11-15,-4 5-16 0,0 0-13 0,0 0-17 16,0 0-15-16,0 0-18 0,-26 13-17 0,11-3-13 15,0 0-8-15,-2 2-12 0,0-1-10 0,0 1-11 0,-1-1-6 16,0-1-6-16,2-1-8 0,4-3-8 16,1 0-3-16,1-1-10 0,4-2 2 0,1 1-9 15,0-2-1-15,5-2-5 0,-8 5-2 0,8-5-5 16,-9 4-6-16,9-4-6 0,-5 3-4 0,5-3-4 0,0 0 4 16,-1 7-1-16,1-7-1 0,6 10-2 15,-1-7 3-15,0 2-3 0,3 3 6 0,1 0-2 16,1 0 1-16,3 3-11 0,1-1-28 0,2 2-42 15,-3-1-55-15,4-2-68 0,2 0-65 0,-1-1-208 0,2-2-510 16,2 0 226-16</inkml:trace>
  <inkml:trace contextRef="#ctx0" brushRef="#br0" timeOffset="60937.18">16251 9525 254 0,'8'-3'331'0,"-8"3"-21"16,0 0-3-16,0 0 9 0,0 0-21 0,5-4-17 15,-5 4-27-15,0 0-35 0,0 0-43 0,0 0-54 16,6-4-61-16,-6 4-68 0,0 0-84 0,0 0-99 16,0 0-243-16,0 0-471 0,0 0 209 0</inkml:trace>
  <inkml:trace contextRef="#ctx0" brushRef="#br0" timeOffset="64781.54">18538 2827 241 0,'-3'-7'284'0,"2"-2"-10"0,1 9-4 16,0-14-7-16,-1 8-12 0,1 6-13 0,1-13-10 15,-1 13-27-15,-1-12 4 0,1 12-16 0,0 0-19 16,0-9-21-16,0 9-15 0,0 0-18 0,0 0-13 0,0 0-15 16,0 0-7-16,0 0-2 0,0 0-11 15,-3 34-3-15,2-18-9 0,0 4-5 0,-6 5 2 16,4 1-9-16,-3-2-1 0,4-5-12 0,1 1 3 16,-2 5-6-16,0-4 3 0,2 3-7 0,0-5-13 15,1 0-20-15,-1 1-28 0,-1-1-32 0,2-1-33 16,-1-5-31-16,1 2-28 0,0-3-36 0,1 1-42 15,1-4-34-15,-4-1-208 0,1-1-521 0,1-7 232 16</inkml:trace>
  <inkml:trace contextRef="#ctx0" brushRef="#br0" timeOffset="65339.76">18474 2862 1824 0,'4'-17'65'0,"-3"4"-9"0,3 2-26 15,0 0-20-15,2 3-8 0,6 1 1 0,-3 1 7 16,11 2-2-16,-1 3 11 0,3 1 3 0,-2 1 11 16,8 6 4-16,1 0 0 0,-1 4 2 0,-3 2 0 15,-5-3-7-15,5 3 2 0,-9 0-4 0,-1 2-2 16,-2 0 0-16,1 7 0 0,-5-4-3 0,-3 1-1 16,-1 7-2-16,-5-8-4 0,-2 1-4 15,-7 6-15-15,0-9-10 0,-4 1-11 0,-1-1-4 0,-3-3-2 16,4 0-6-16,-7-4 7 0,-6 1 7 0,7-5-2 15,0 0 12-15,-1-3 8 0,7-1 9 0,0 1 9 16,-1-5 12-16,5 3 20 0,1-1 12 0,-3-1 16 16,11 2 5-16,-12-1 0 0,12 1-5 0,-6-3-9 15,6 3-8-15,0 0-7 0,0 0-6 0,0 0-9 16,0 0-5-16,0 0 1 0,0 0-7 16,0 0 2-16,27 4-5 0,-9-2-4 0,2 0 0 0,9 4 3 15,1-4-6-15,-1-2-2 0,4 0-6 0,2-2-2 16,-2 5-3-16,0-6-1 0,-1 0-4 0,2 0 5 15,-2-2-9-15,-2-1 4 0,-2-3-3 0,-6 7 0 16,-3-3 0-16,0 2 0 0,1-5 1 0,-9 4 2 16,-1-3 2-16,-1-2 6 0,-1 2-3 15,-2-3 1-15,1-2-1 0,0-1 4 0,-4 0 7 0,-1 0 9 16,1 3-2-16,-3-2 2 0,-3 0-1 0,0 1 12 16,-2 1 6-16,0 0 6 0,-2 3 4 15,2-2 8-15,-1 3-4 0,-3 0-2 0,1-1-9 16,0 7-4-16,-1-3-1 0,-2 5-6 0,2 1-8 15,-1-1 1-15,1 5-4 0,0-1 4 0,1 5-9 16,0 3-2-16,3-2-2 0,3 6 2 0,3-1-3 16,0 0-18-16,6 2-27 0,0-2-35 0,2-1-40 15,5-2-44-15,0 1-46 0,3-2-51 0,1-2-58 0,1 6-178 16,-1-7-525-16,0-3 232 0</inkml:trace>
  <inkml:trace contextRef="#ctx0" brushRef="#br0" timeOffset="65557.83">19361 2928 10 0,'2'-17'301'0,"-3"1"-4"15,1 3-2-15,0 5 7 0,0 2-6 0,0 6-18 16,0-11-19-16,0 11-31 0,-1-11-17 0,1 11-23 16,0 0-33-16,0 0-10 0,0 0-3 0,0 0 2 15,0 0-22-15,-1 32-2 0,-1-18-21 0,2 11-3 16,-1-6-14-16,-1 7-1 0,4 3-5 0,-1 0-2 15,-1-2-14-15,2-1-36 0,-4 0-43 0,4-6-55 16,-1-1-55-16,-2 5-64 0,2-5-77 0,-4-2-297 16,0 0-614-16,1 1 272 0</inkml:trace>
  <inkml:trace contextRef="#ctx0" brushRef="#br0" timeOffset="65723.05">19254 3044 87 0,'4'-6'218'0,"4"-2"-24"0,0 5-21 15,1-4-23-15,1 6-36 0,-10 1-45 0,23 0-54 16,-9 2-54-16,2 4-56 0,-7 3-53 0,6 1-160 16,-5 3 71-16</inkml:trace>
  <inkml:trace contextRef="#ctx0" brushRef="#br0" timeOffset="66218.1">19440 3270 94 0,'17'-3'199'15,"-10"2"8"-15,-1-3-9 0,4 1-5 0,-1-3-16 16,0 1-12-16,1-1-7 0,1-2-5 0,0 2-13 16,1-5-9-16,1 1-9 0,-4 1-4 0,1-1-3 15,1-2-2-15,-4 2 3 0,1 3-10 0,0-5-8 16,-3 3-15-16,1-6 14 0,-1 6 7 0,-2-2-7 15,-2 0-1-15,-1-6-11 0,0 8 5 0,0 9-7 16,-5-19-5-16,2 11-5 0,3 8-4 0,-6-11-9 16,0 8 0-16,6 3-7 0,-14-4-5 0,14 4 1 15,-21 6-8-15,7 4 1 0,2 0-8 0,-4 0 2 16,6 3-5-16,-2-1-6 0,3 3-2 0,4 1-5 16,0-1-6-16,0-3-1 0,4 0 4 0,1 1-7 15,1 0-1-15,3-3-2 0,1 0-5 0,6 3-13 16,0-5-1-16,1 2-1 0,0-3-16 0,1-2-1 15,3 2-5-15,1-2-5 0,2-1-2 0,-5-1 1 16,-1-1-7-16,1 0 4 0,-1-1-1 0,1-4 2 16,-1 3 7-16,-1-3 0 0,-1 0 3 0,-2-3 6 15,-2 1 6-15,2-3-1 0,-2 0 5 16,0-2 0-16,0 2 2 0,-1-3 4 0,2-4 0 0,-2 0 2 16,2 0 0-16,-3-2 11 0,1 0 10 0,1 2 1 15,-1 1 2-15,0 2 13 0,-2 2-1 0,1 2 5 16,-1 2-2-16,-1 1-2 0,1 0-6 15,-4 5-6-15,3-7 1 0,-3 7-5 0,0 0-2 16,0 0 2-16,0 0 3 0,14 21 1 0,-9-9-2 0,-3 0-1 16,0 2 8-16,0 2-8 0,-2 2-7 15,0-1-21-15,1-1-42 0,-1-3-54 0,1 2-73 0,1-3-82 16,-4 3-245-16,2-4-555 0,-1-1 246 16</inkml:trace>
  <inkml:trace contextRef="#ctx0" brushRef="#br0" timeOffset="67012.64">20018 3170 2443 0,'4'-6'222'0,"-3"1"-46"16,-1 5-71-16,1-7-40 0,-1 7-29 0,2-9-6 16,-2 9-17-16,0 0 2 0,0 0 7 0,0 0 7 15,0 0 10-15,0 0 2 0,0 0-5 0,-3 26 0 16,3-26-7-16,0 16 0 0,-1-6-6 0,-1-4 3 15,1 3-3-15,0-2-4 0,1-7 5 0,0 13-8 16,0-13-2-16,-1 8 0 0,1-8 8 0,0 0-2 16,0 10 11-16,0-10 14 0,0 0 15 0,0 0 10 15,-7 4-6-15,7-4-28 0,0 0 11 0,0 0-1 16,0 0-5-16,-10-23-12 0,10 23 4 0,-1-18 0 16,0 7-14-16,1-2 2 0,1-3 1 0,4 0-2 15,0-2-8-15,0 0-8 0,4 0-3 0,0 2 1 16,2-1 3-16,1 4-4 0,-2 0-4 0,0 4 3 15,-1 3-2-15,4 0-2 0,-3 4-1 0,2 0-2 16,-12 2 7-16,22 8-5 0,-11-1-12 0,2 5 13 16,0 1 3-16,-2 2-2 0,1 1-15 0,-5 1 18 15,0-1 6-15,-1 0-2 0,2 0 2 0,-6-4-6 16,0 1 2-16,1-4 1 0,0 1 2 0,-3-10 0 16,3 14 15-16,-1-10-7 0,-2-4 0 0,0 0-4 15,1 14 5-15,-1-14 0 0,0 0-3 0,0 0 1 16,0 0 1-16,0 0-6 0,0 0 3 0,0 0-5 15,0 0-18-15,0 0 15 0,0 0 1 0,0 0-8 16,0 0 1-16,-2-40-3 0,3 29 2 16,5 1-9-16,2-7-12 0,4 4-4 0,0-4 2 0,1 3-1 15,0 2 6-15,2-1-3 0,1-1-1 0,-4 2 1 16,-1 5 1-16,-2 1 4 0,-2 2 0 16,-7 4 1-16,16-1 0 0,-16 1 3 0,12 4 4 15,-5 0 0-15,-1 3-1 0,-1 3 5 0,-1 1 1 0,0 0-2 16,2 6 15-16,-3-5-6 0,-3-1-6 15,2 1 6-15,0 0-1 0,-1-2 5 0,2 1-2 16,-2 0 2-16,3-3-20 0,-3-2 23 0,4 0-1 0,-1 0 2 16,1-1 1-16,1-3-3 0,-6-2 4 0,11 5-1 15,-11-5-1-15,15-2 4 0,-6-1-10 0,0-1 7 16,1-2-6-16,-2-1 5 0,-2 1 1 16,1-2-5-16,-2-1 4 0,3-5 0 0,-2 3-1 15,0 0 8-15,1-8 2 0,-4 4-2 0,4-2 7 16,-5 3 11-16,1 3 10 0,2 0 8 0,-4 4 5 15,-1 7 15-15,3-14 6 0,-3 14-4 0,2-9-5 0,-2 9-3 16,0 0-4-16,3-10-7 0,-3 10-8 16,0 0 1-16,0 0 3 0,0 0 2 0,0 0 3 15,0 0-5-15,-10 38-1 0,6-22-6 0,0-2 0 16,0 2-9-16,0-5 2 0,2 4-10 0,-1 2-1 16,1-6-11-16,2 5-45 0,1-5-53 0,0-2-50 15,2 3-59-15,-1-2-64 0,5 0-75 0,0 1-75 16,1-3-223-16,0-1-681 0,-1-3 302 0</inkml:trace>
  <inkml:trace contextRef="#ctx0" brushRef="#br0" timeOffset="67176.17">20667 2876 257 0,'-1'-11'214'0,"1"11"-51"15,0 0-36-15,0 0-25 0,0 0-46 0,0 0-52 16,0 0-57-16,-7 36-92 0,5-10-158 0,2-1 70 16</inkml:trace>
  <inkml:trace contextRef="#ctx0" brushRef="#br0" timeOffset="67587.69">20735 3262 130 0,'0'0'244'0,"0"0"-10"0,0 0-2 15,0 0-2-15,0 0-7 0,0 0-7 0,0 0-14 16,0 0-14-16,6-17-15 0,-2 10-14 0,0-1-17 0,1-2-1 16,1 1-20-16,3 0-6 0,3 2-7 0,-3-1-5 15,0-1-14-15,1 4-12 0,-1-2-2 0,0 3-15 16,-3 2-3-16,3 1-7 0,-9 1-4 16,13 0-2-16,-13 0-8 0,13 5-1 0,-8 0-6 15,0 1-1-15,1 0-4 0,1 2 0 0,2 1 1 16,-3 0-5-16,0-2-3 0,2 2-12 0,0-1 17 15,1-1-3-15,-2 0-6 0,2 0-5 0,3-4 16 16,-1 1 0-16,3-3-2 0,0 1-5 0,4-4-2 0,-1-1 5 16,-3 2-11-16,-2-2 9 0,7-2-6 15,-3-1 5-15,1-2-3 0,-7 2-2 0,-2-1-1 16,2 0 8-16,0-1 4 0,-5-1 6 0,3-1-3 16,-4-1 6-16,2-1 1 0,-3 1 5 0,-3 11 0 15,2-23 18-15,0 17 4 0,-2 6 8 0,0 0 2 16,-2-15-3-16,2 15-3 0,-6-7-6 0,6 7 0 15,-23 0-2-15,3 2 3 0,2 5-6 0,-8 3-6 16,7-3-17-16,2 3 4 0,2-1-3 0,1 3-4 16,5-3-28-16,3 1-28 0,4 0-51 0,2 0-61 15,4 1-63-15,6 1-78 0,7-2-106 0,9 0-267 16,9-4-711-16,2-1 315 0</inkml:trace>
  <inkml:trace contextRef="#ctx0" brushRef="#br0" timeOffset="68024.03">21846 2946 120 0,'-7'-4'282'16,"2"1"2"-16,5 3-7 0,-10-3-17 0,10 3-15 15,-8-5-21-15,8 5-15 0,0 0-21 0,0 0-19 16,0 0-19-16,0 0-6 0,0 0-19 0,27-4-16 16,-4 1-15-16,5 0-7 0,3 3-20 0,3-1-23 15,-2 1-27-15,-4-1-46 0,-10 1-38 0,0-2-51 16,-4 4-44-16,-1-2-40 0,-3 0-29 0,-1 0-150 15,-9 0-413-15,9 2 182 0</inkml:trace>
  <inkml:trace contextRef="#ctx0" brushRef="#br0" timeOffset="68415.96">21946 2931 131 0,'0'0'190'0,"0"0"-20"15,0 0-11-15,-10 2-16 0,10-2-1 0,-1 9 21 16,0-2 6-16,-1 3-3 0,-2 5 0 0,3 2 7 15,-1 9-5-15,0-2 15 0,0-4-13 0,-1 6-13 16,2-2-11-16,1 2-11 0,-1-7-5 0,1 0-8 16,1 4-12-16,0-4-10 0,-1-2-6 0,0 2-4 15,1-3-17-15,2-1-1 0,-3-1-8 0,0-2-13 16,-3-1 3-16,3 0-9 0,2-1 0 0,-2-3-10 16,1 3 6-16,-1-10-12 0,0 11 1 0,0-11-6 15,-3 9 4-15,3-9-8 0,-3 5-3 0,3-5-1 16,-10 3 0-16,10-3-7 0,-13 0 2 0,13 0-7 15,-17-5-1-15,7 3-2 0,1-3 4 0,-1 2-4 16,2 0 5-16,3 0-1 0,-2 0-3 0,7 3 3 16,-11-6-2-16,6 4 2 0,5 2-21 0,-8-4 21 15,8 4 0-15,-6-4-1 0,6 4 0 0,0 0 0 16,0 0 1-16,-9-3-3 0,9 3-4 0,0 0-1 16,0 0 3-16,0 0 3 0,0 0 8 0,0 0 2 15,18 11-8-15,-9-9 3 0,2 1-5 0,2 0-24 16,7-1-4-16,0-1-31 0,8 2-43 0,-7 0-38 15,1-3-46-15,6-2-49 0,2 4-57 0,-5-1-229 16,-3-1-561-16,-3-1 248 0</inkml:trace>
  <inkml:trace contextRef="#ctx0" brushRef="#br0" timeOffset="68635.75">22336 3274 80 0,'3'-8'296'0,"-3"8"0"0,0 0-7 0,0 0-9 15,0 0-18-15,-7-10-25 0,7 10 6 0,-13-1-5 0,13 1-18 16,-22 7 2-16,13-2-18 0,-4 1 0 0,0 3-9 16,-2 1-7-16,2 1-19 0,4-1-13 0,-4 1-19 15,4-1-6-15,1 3-21 0,3 0-8 0,-1-1-9 16,4 0-7-16,-1 0-12 0,4-2-9 16,2 3-27-16,1-2-36 0,3-1-63 0,0-1-29 0,4 4-53 15,3-2-55-15,0-1-51 0,3-1-62 0,1-1-284 16,-5-2-643-16,3-1 285 0</inkml:trace>
  <inkml:trace contextRef="#ctx0" brushRef="#br0" timeOffset="68789.94">22532 3534 287 0,'6'3'317'16,"-6"-3"-18"-16,0 0-5 0,5 6 2 0,-5-6-5 15,0 0-18-15,-9 14-19 0,5-7-31 0,-2 0-22 0,0 0-21 16,1 2-23-16,-2-3-51 0,1 4-56 15,-3 0-77-15,1 1-94 0,0-3-129 0,-3-1-222 16,1 0-511-16,1 0 226 0</inkml:trace>
  <inkml:trace contextRef="#ctx0" brushRef="#br0" timeOffset="70413.74">23012 2943 106 0,'0'-9'255'0,"0"9"-10"0,0 0-7 16,-1-10 2-16,1 10-4 0,0 0-4 0,-3-10-9 15,3 10-8-15,0 0-7 0,0 0-11 0,0 0-17 16,3-7-22-16,-3 7-17 0,0 0-11 0,0 0-19 16,4-5-7-16,-4 5-17 0,0 0-11 0,0 0-6 15,0 0-8-15,0 0-8 0,0 0-6 0,7 17-21 16,0-2 1-16,-3-4 12 0,2 6-4 0,1 2-3 15,-4 0-4-15,5 0 5 0,-2 0-9 0,3 4-3 16,-3-4-3-16,0-2 4 0,0 1-6 0,-1-3-5 16,0 1 10-16,-1-3-5 0,1-2-5 0,0 0 1 15,0 0-1-15,1-2-3 0,-4-1-1 0,3-2 1 16,-2 0 2-16,0 1-6 0,-3-7 1 0,5 9-18 16,-5-9 25-16,3 6-11 0,-3-6 4 0,3 6 3 15,-3-6-2-15,4 4 5 0,-4-4-1 0,0 0 3 16,0 0 3-16,0 0-7 0,0 0-3 0,14-15 2 15,-9 6 7-15,3-1-9 0,-2-3-13 0,2-2 17 16,1-2 0-16,-2-1-3 0,5-4-8 0,-6 4 8 16,7-7 11-16,-3 0-10 0,-1 2-4 0,0 0-2 15,4 1-2-15,-4 3 4 0,1-4 2 16,-2 8-6-16,-1-5 6 0,0 6-1 0,-2 2-3 0,1 2-12 16,-1 3 10-16,-2 0 0 0,0 1-1 0,-3 6-3 15,3-9-22-15,-3 9-15 0,3-7-32 0,-3 7-31 16,1-7-32-16,-1 7-21 0,0 0-22 0,0 0-19 15,0 0-48-15,4 26-39 0,-5-16-194 0,1-10-517 16,-3 23 228-16</inkml:trace>
  <inkml:trace contextRef="#ctx0" brushRef="#br0" timeOffset="70902.03">23585 3070 136 0,'0'0'283'0,"0"0"-10"0,0 0-11 15,0 0-14-15,0 0-22 0,0 0-17 0,-18-11-17 16,18 11-20-16,0 0-14 0,0 0-18 0,-17 7-12 16,11-3-13-16,0 4-10 0,-2-1-13 0,4 4-7 15,-2-2-7-15,-1 2-10 0,5-2-7 0,-1 3-5 16,1-2-7-16,2 2-4 0,1-3-12 0,0 1-12 15,2-1-5-15,2-1-8 0,0-2-1 0,1 3-7 16,1-2-9-16,-1 0-1 0,2-3-3 0,-1 1-6 16,0-2 3-16,-1-1 0 0,-1 1 0 0,-5-3 5 15,10 5-3-15,-4-4 10 0,-6-1 0 0,6 2 3 16,-6-2 1-16,0 0 2 0,0 0 1 0,13-2 8 16,-13 2-4-16,0 0 1 0,0 0 4 0,0 0 1 15,0 0-4-15,-5-16 1 0,5 16 3 0,0 0 0 16,-14-4 0-16,7 2 4 0,7 2-1 0,-15 0 1 15,5 2 2-15,-3 1 1 0,3 1 0 0,-2 0 9 16,2 1-1-16,0 2-3 0,1-1-3 0,1 3 3 16,1-2-3-16,-1-1 2 0,3 3-2 0,1 2 0 15,0-3-6-15,1-1 2 0,2 0-4 0,-1 0 3 16,2-7 3-16,2 16-19 0,2-8 9 0,0 1 0 16,1-4 3-16,5 2-5 0,0-1-15 0,2-2-18 15,7 1-24-15,-1-1-30 0,2 0-30 0,-2-2-34 16,1-1-31-16,2-1-45 0,-3 0-35 0,2 1-187 15,-7 1-477-15,0-4 211 0</inkml:trace>
  <inkml:trace contextRef="#ctx0" brushRef="#br0" timeOffset="71153.28">23985 3337 115 0,'6'-1'304'0,"-6"1"-9"15,0 0-5-15,0 0-18 0,0 0-17 0,0 0-18 16,0 0-15-16,0 0-28 0,0 0-8 0,0 0-12 16,0 0-15-16,-5 16-16 0,0-8-10 0,-3 1-14 15,1 1-27-15,-1 5-33 0,1-7-39 0,0 3-51 16,-2-3-49-16,0 1-57 0,-5 3-68 0,2-1-68 15,-3 2-152-15,0-3-458 0,-1-1 203 0</inkml:trace>
  <inkml:trace contextRef="#ctx0" brushRef="#br0" timeOffset="72964.5">14388 8333 230 0,'0'0'231'16,"-2"-11"-9"-16,2 11-11 0,0 0-12 0,0 0-16 0,0 0-26 16,0 0-7-16,-13 1-13 0,13-1-9 0,0 0-13 15,-14 6-4-15,14-6-16 0,-7 9-8 0,5-5-8 16,-4-1-8-16,2 3-6 0,1 1-8 16,3-7-10-16,-7 10-1 0,5-4-4 0,2-6-4 0,0 0-2 15,2 13 0-15,-2-13-4 0,5 9 1 0,-3-5-2 16,-2-4 1-16,5 6-5 0,-5-6 2 0,8 4-1 15,-8-4 0-15,0 0 1 0,7 4-1 0,-7-4 4 16,7 0-3-16,-7 0-1 0,0 0 4 0,0 0-1 16,9-7 6-16,-9 7-11 0,4-7 0 0,-4 7-8 15,1-10 9-15,-1 10-4 0,0-11 2 0,0 11-2 16,-1-12-1-16,1 12-3 0,-3-14-2 0,0 8 3 16,3 6 3-16,-2-11-6 0,-2 6-1 0,4 5-4 15,-3-6 6-15,3 6-8 0,-7-5-7 0,7 5 6 16,0 0-2-16,-13 2 2 0,13-2-7 0,-12 7-1 15,8-3 0-15,1 1-4 0,-3-1 4 0,2 1-3 16,1-1 12-16,3-4-9 0,0 14-1 0,0-14-5 16,1 12 5-16,1-8-4 0,2 1-1 0,2-1 0 15,1-1 2-15,-7-3 2 0,12 4-5 0,-5-1-1 16,-1-2 6-16,-6-1-3 0,14-1-3 0,-14 1 3 16,11-1-2-16,-4-2 5 0,-7 3 0 0,10-6 1 15,-5 2 4-15,0-1-3 0,-5 5 2 0,6-7-4 16,-6 7 4-16,2-7-1 0,-2 7-6 0,1-9 6 0,-1 9 1 15,0 0 0-15,0 0 2 0,-5-12-4 0,5 12-5 16,0 0 1-16,-10-1-11 0,10 1-3 0,0 0-10 16,-17 5-13-16,11-2-17 0,2 2-29 15,-5-2-31-15,3 5-39 0,-2 0-33 0,6 1-26 0,-1 0-232 16,1-1-483-16,2 4 215 0</inkml:trace>
  <inkml:trace contextRef="#ctx0" brushRef="#br0" timeOffset="73430.17">14814 8316 103 0,'1'-12'289'0,"2"8"-7"16,-3 4-10-16,0-9-8 0,0 9-18 0,0 0-19 15,4-8-19-15,-4 8-24 0,0 0-24 0,0 0-22 16,0 0-10-16,0 0-12 0,0 0-13 0,0 0-6 16,12 18 4-16,-5-6-6 0,-2 3-7 0,-2 1-11 15,3-1-6-15,0 0-6 0,-1 1 2 0,-1-6-8 16,0 3-5-16,0-2-4 0,1 3-7 0,-1-2-4 16,1-1-1-16,-1-1-8 0,1 0-2 0,-3-4 0 15,2 0-5-15,0-2-1 0,-1 3-1 0,0-2-5 16,-3-5 3-16,5 5-2 0,-5-5-4 0,0 0 1 15,4 7-1-15,-4-7 4 0,0 0 0 0,11-2-5 16,-11 2-1-16,0 0 2 0,10-9 13 0,-4 6 10 16,0-7-9-16,-1 3 0 0,2-1 7 0,-1-3-13 15,3-5 8-15,-4 1-9 0,3-2 2 0,-1 1 3 0,3 2-5 16,-4-4-3-16,1 1 6 0,-1 0-4 16,-1-1-2-16,0 2 3 0,0 5-6 0,1-4 1 15,-4 2-1-15,2 3-6 0,-2 2-1 0,1 0-14 16,-3 2-18-16,0 6-18 0,4-7-30 0,-4 7-26 0,0 0-44 15,0 0-40-15,0 0-16 0,0 0-7 0,0 0-10 16,0 0-28-16,0 0-33 0,5 21-174 0,-5-21-488 16,2 20 215-16</inkml:trace>
  <inkml:trace contextRef="#ctx0" brushRef="#br0" timeOffset="73836.14">15324 8378 252 0,'4'-5'268'0,"-4"5"-1"15,0 0 2-15,3-6 0 0,-3 6-8 0,0 0-13 0,0 0-4 16,0 0-17-16,-17-8-18 0,17 8-15 0,-17 1-17 16,17-1-8-16,-15 7-14 0,2-3-15 0,0 0-14 15,2 2-10-15,-6 1-12 0,7-2-8 16,1 3-13-16,0 1-7 0,0 0-12 0,4 1-4 0,1-1-3 16,0 2-7-16,4-2-5 0,0-9-6 0,5 19-8 15,2-9-7-15,0-2-11 0,2 0-10 0,4-1-8 16,2-2 0-16,2 2-21 0,-3-3 3 0,3 1 5 15,-2-3-4-15,-2 0 0 0,1-1 2 0,-3 0 1 16,-3-1 8-16,-8 0 4 0,14-1-3 0,-14 1-1 16,9-3 14-16,-9 3-2 0,8-4 11 0,-8 4-1 15,0 0-2-15,0 0 4 0,0 0 3 0,0 0 5 16,-26-10 15-16,15 9-1 0,-2 1 1 0,-4 1 19 16,-3 1-29-16,2 4 23 0,-2-1 1 0,-1 0 4 15,4 3-8-15,1-3-2 0,2 5-2 0,-2-2-4 16,7-1-3-16,-1 0-1 0,5 0-8 0,2-1 1 15,-1 2-1-15,2-1-5 0,2 3-2 0,2-3 2 16,6 1-10-16,0-1-13 0,0 1-26 0,7 0-30 16,2-2-36-16,2-1-27 0,2 0-26 0,5-1-35 15,-4-3-35-15,-1 1-49 0,8-3-53 0,-9 2-268 16,-2-1-636-16,1-1 282 0</inkml:trace>
  <inkml:trace contextRef="#ctx0" brushRef="#br0" timeOffset="82253.67">24423 2988 196 0,'5'-7'231'16,"-5"7"-17"-16,0 0-19 0,2-7 10 0,-2 7-14 0,0 0-14 15,0 0-12-15,0 0-11 0,0 0-7 16,2-5-12-16,-2 5-18 0,0 0-12 0,0 0-9 0,0 0-14 16,0 0-8-16,0 0-8 0,0 0-8 15,0 0-11-15,0 0-5 0,0 0 0 0,0 0-6 16,5 16-6-16,-5-16 0 0,4 11-4 0,-3-1 0 16,2 1-4-16,-1 2 3 0,0-1 3 0,-2-1-3 15,1 5-1-15,2-3-3 0,0 4-3 0,0-6 0 16,0 6-3-16,-1-5 1 0,0 0-1 0,2-1 0 15,-1 2-4-15,-1-1-1 0,4-1-4 0,-5 1 5 16,4-1-4-16,-1-1 2 0,1-2-3 0,-4 2 4 16,3-4-1-16,0 1-2 0,-2-2 0 0,1 1-4 15,1 0 1-15,-4-6 0 0,6 9 1 0,-4-6 0 16,-2-3 0-16,3 5 4 0,-3-5-5 0,0 0 5 16,0 0-1-16,3 7 3 0,-3-7 11 0,0 0 14 15,0 0-1-15,0 0-5 0,0 0-18 0,13-12 17 16,-8 6-6-16,-1-2-2 0,5-7-3 0,-2 5 2 15,0-5-13-15,0 1 10 0,1-3-4 0,2-7-5 16,0 1-7-16,3 1 3 0,-4-2-2 0,1-2 1 16,-1 2 2-16,-1 7 1 0,1-1-3 0,-4 0 2 15,2 3-1-15,2-1-5 0,-5 2-5 0,3 2-2 16,-5 4-4-16,2-1-13 0,-1 4-18 0,1 1-32 16,-4 4-38-16,2-10-55 0,-2 10-42 0,0 0-9 15,0 0-17-15,0 0-181 0,14 21-450 0,-14-11 199 16</inkml:trace>
  <inkml:trace contextRef="#ctx0" brushRef="#br0" timeOffset="82517.14">24766 3247 17 0,'7'-11'295'0,"-7"11"-13"0,0 0-14 0,0 0-13 15,0 0-21-15,0 0-22 0,0 0-21 0,0 0-32 16,0 0-11-16,0 0-13 0,0 0-20 0,0 0-2 16,0 0-8-16,-2 17-5 0,1-6-7 0,-2-1-7 15,1 1-9-15,0 2-12 0,-3-1-4 16,1 3-2-16,0-3-5 0,-1 3-7 0,4-2-6 0,-3 2-1 16,2-3-4-16,-2 0-13 0,1-1-34 15,3-1-27-15,-2 2-34 0,-2-3-35 0,1 1-33 16,2 0-52-16,0-1-35 0,-1-1-194 0,-3 1-456 0,5-9 202 15</inkml:trace>
  <inkml:trace contextRef="#ctx0" brushRef="#br0" timeOffset="82899.92">24810 3201 186 0,'7'-6'186'0,"-2"-1"-9"0,1 4-15 15,1-1-16-15,2 1-15 0,-2 1-10 0,1 1-15 16,-8 1-7-16,16 1-2 0,-6 1-13 16,0 2-3-16,-1 2-5 0,-2-1-10 0,2 0-1 15,-4 1-9-15,4 1 7 0,-4-1-4 0,1 4-3 16,-4-3-4-16,-1 0-2 0,1 0-7 0,-2 1-1 16,-2 2-6-16,2-10-4 0,-3 15-4 0,-1-8-7 15,1 3-8-15,-1-3-11 0,2-2-13 0,-3 2-15 16,5-7-4-16,-5 8-9 0,3-3-3 0,2-5-1 15,-4 11 0-15,4-11 3 0,4 10-1 0,-2-4 1 16,1 0 1-16,-3-6 12 0,12 12 2 0,-11-7-3 16,3 0 5-16,1 1 2 0,-2-1 5 0,-1 1-1 15,-2-6 5-15,6 9 14 0,-4-4 7 0,-2-5 11 16,4 11 5-16,-3-6 7 0,-1-5 1 0,0 9 5 16,0-9-1-16,0 8 0 0,0-8 0 0,-5 8 0 15,1-2-6-15,4-6-17 0,-9 7-18 0,1-4-30 16,3 2-24-16,-2-2-49 0,0-1-50 0,-2 2-138 15,2-2-318-15,-1 1 141 0</inkml:trace>
  <inkml:trace contextRef="#ctx0" brushRef="#br0" timeOffset="83073.23">25244 3478 90 0,'9'0'256'0,"-9"0"-20"0,0 0-17 15,4 5-17-15,-4-5-17 0,0 0-17 0,0 0-19 16,0 0-12-16,-11 15-8 0,5-8-34 0,-2-1-44 16,2 0-57-16,-1 0-65 0,0 2-80 0,-5-1-131 15,4 0-305-15,-3 0 136 0</inkml:trace>
  <inkml:trace contextRef="#ctx0" brushRef="#br0" timeOffset="87048.04">14420 6322 149 0,'0'0'197'0,"0"0"-4"0,0 0-5 15,0 0-3-15,0 0-2 0,0 0-10 0,0 0-8 16,0 0-10-16,0 0-9 0,0 0-14 0,0 0-11 15,0 0-12-15,0 0-9 0,0 0-10 0,0 0-10 0,0 0-9 16,0 0-1-16,0 0-14 0,0 0-1 0,0 0-9 16,0 0-4-16,0 0-3 0,8-2 2 0,-8 2-9 15,0 0-5-15,0 0-3 0,0 0 2 0,0 0-1 16,0 0 10-16,0 0 0 0,0 0 4 0,0 0-5 16,0 0-4-16,0 0-5 0,2-7-2 0,-2 7-2 15,0 0-4-15,-2-11 2 0,2 11-4 0,0 0 1 16,0-10-3-16,0 10-1 0,0 0 5 0,0-8 0 15,0 8 0-15,0 0 0 0,0 0 0 0,0 0-4 16,0 0-3-16,0 0 0 0,0 0-3 0,0 0-2 16,0 0 3-16,0 0-4 0,0 0-1 0,0 0 0 15,0 0-2-15,0 0 0 0,0 0 2 0,-10 19-1 16,10-19 0-16,0 0-1 0,0 0 2 0,0 10-11 16,0-10 1-16,0 0-6 0,0 0 2 0,9 7 2 15,-4-6-1-15,-5-1 4 0,0 0 0 0,15-2 1 16,-15 2 1-16,14-5 2 0,-10 2 1 0,-4 3 1 15,9-5 2-15,-4 2-1 0,-5 3 0 0,6-7-1 16,-6 7 3-16,4-7-4 0,-4 7 1 0,3-11 1 16,-3 11 4-16,1-8 6 0,-1 8 2 0,0-7 2 15,0 7 3-15,0 0 6 0,-1-12 3 0,1 12-1 16,0 0-4-16,0 0-2 0,-9-6-2 0,9 6-6 16,0 0 0-16,0 0-5 0,0 0-1 0,0 0 1 15,0 0 0-15,-13 9-5 0,13-9 4 0,0 0-4 16,0 11-7-16,0-11-6 0,0 0 0 0,0 0-6 15,0 0 3-15,0 0-5 0,6 12-3 0,-6-12 1 16,0 0 4-16,11-1-3 0,-11 1 5 0,0 0 0 16,14-7 4-16,-14 7 0 0,7-6 3 0,-5 2-1 15,-2 4 9-15,4-9 10 0,-4 9 3 0,2-9 2 16,-2 9 6-16,-4-10 0 0,4 10 12 0,-6-12-4 16,1 8-5-16,1 0-3 0,4 4-1 0,-14-6-6 15,7 3 3-15,0 3 0 0,7 0-9 0,-14-3-5 0,14 3-8 16,-12 3-12-16,12-3-14 0,-11 2-23 15,6 1-35-15,5-3-24 0,-5 10-40 0,5-4-43 16,0-6-41-16,5 11-221 0,0-7-496 0,1 0 220 16</inkml:trace>
  <inkml:trace contextRef="#ctx0" brushRef="#br0" timeOffset="87452.24">14754 6064 280 0,'1'-7'286'16,"-1"1"6"-16,0 6 5 0,4-10-12 0,-4 10-12 16,4-12-15-16,-2 8-11 0,-2 4-29 15,0 0-20-15,0 0-20 0,3-7-23 0,-3 7-15 16,0 0-16-16,0 0-14 0,0 0-9 0,0 0-7 16,13 11 5-16,-10-4-23 0,4 3-6 0,-1 0 6 0,2 1-4 15,-2 4 0-15,2 0-17 0,-3-1-5 0,3-2-2 16,-2 3-7-16,1-3 2 0,-1-2-3 15,-1 0-11-15,0-2-4 0,1 2-3 0,-1-2 1 16,-1 0-3-16,2-3 5 0,-3-1 1 0,1 0-16 0,-4-4 0 16,9 6 3-16,-6-4 4 0,-3-2-7 15,10 0 1-15,-10 0-3 0,11-3-3 0,-11 3 6 16,12-9-2-16,-7 2-3 0,3-2 4 0,-2-1-2 16,0-2 4-16,-1 1-3 0,2-4-7 0,1-1 11 15,-3 1-8-15,0-4 5 0,-1 2-8 0,2-2-3 0,-1 1-2 16,-1 1-5-16,-1 0 6 0,-1 6-7 0,1-1-3 15,-1 0 0-15,1 3-12 0,2-1-17 0,-5 4-18 16,0 6-27-16,3-8-27 0,-3 8-39 16,0 0-46-16,0 0-43 0,0-9-20 0,0 9-17 0,0 0-33 15,0 0-159-15,0 0-509 0,0 0 225 0</inkml:trace>
  <inkml:trace contextRef="#ctx0" brushRef="#br0" timeOffset="87714.78">15303 5996 128 0,'0'0'269'0,"0"0"-1"0,0 0 1 15,0 0-6-15,0 0-10 0,0 0-6 0,0 0-12 16,-29 9-12-16,17-4-10 0,1 7-13 0,-3 3-13 16,0-2-8-16,1 1-17 0,-5 7-6 0,5-4-7 15,-2 4-10-15,5-4-13 0,1 0-13 0,0-1-10 16,4 0-5-16,2-3-33 0,2-2 11 15,0-1-14-15,1 1 1 0,4 0-28 0,-2-2 7 0,7 0-4 16,0-2-9-16,6 1-12 0,2-3-14 0,3 0-18 16,1-4-21-16,5 1-32 0,-8-1-38 0,-1-1-39 15,-3 0-49-15,-1-1-55 0,2-1-58 0,-4-1-242 16,0 0-594-16,0-3 263 0</inkml:trace>
  <inkml:trace contextRef="#ctx0" brushRef="#br0" timeOffset="88874.8">25653 3143 263 0,'-2'-4'288'16,"1"-2"-17"-16,1 6-14 0,-4-9-19 0,4 9-16 16,-2-7-19-16,2 7-16 0,0 0-33 0,-2-7-5 15,2 7-17-15,0 0-18 0,0 0-13 0,0 0-11 16,0 0-12-16,0 0 7 0,0 0-11 0,8 24-4 15,-5-9 1-15,3 4 1 0,-2 0-7 0,6 5-8 16,-6-4-5-16,1-2-5 0,1 6-3 0,1-6-17 16,0-1 13-16,-3-1-7 0,1-4-4 0,-1-2 2 15,1 0-7-15,1-1 0 0,0 0-5 0,-2-3 6 16,1 1-10-16,-3 0 0 0,2-2 0 16,0-1-4-16,-4-4 5 0,4 6-2 0,-4-6-5 0,5 4 7 15,-5-4-5-15,5 6 6 0,-5-6 13 0,0 0 5 16,0 0 10-16,0 0-15 0,0 0-5 0,18-17 2 15,-10 6-3-15,6-5-4 0,2-4-1 0,-2-5-5 16,3 3 5-16,-1-2-9 0,-1 0 2 0,1-2-3 16,-2 1-3-16,0 1-1 0,-1-1 0 15,-3 11 9-15,-2-2-16 0,-3 6-4 0,-1-1-1 0,0 4-20 16,-2 2-26-16,1 0-34 0,-3 5-45 0,5-7-36 16,-5 7-20-16,0 0-9 0,0 0-19 0,-2 22-49 15,-4-4-198-15,-5 4-501 0,1 4 221 0</inkml:trace>
  <inkml:trace contextRef="#ctx0" brushRef="#br0" timeOffset="89126.67">26027 3360 155 0,'5'-4'277'0,"-5"4"3"0,0 0-8 15,0 0-6-15,4-7-9 0,-4 7-13 0,0 0-14 16,0 0-18-16,0 0-28 0,0 0 4 0,0 0-20 15,0 0-11-15,-15 16-12 0,4-3-15 0,-5 1-11 16,3 0-10-16,-6 5-8 0,-1 2-11 0,9-5-13 16,-2-2-7-16,1 1-7 0,5-5-3 0,3 6-9 15,0-5-5-15,2 0 1 0,-1 0-22 0,6 1-13 0,-1-2-16 16,9 3-26-16,-2-6-22 0,7 4-37 16,1-4-31-16,12 4-30 0,0-4-46 0,7-2-43 15,-1-2-50-15,-6 2-189 0,2-7-517 0,1 0 228 16</inkml:trace>
  <inkml:trace contextRef="#ctx0" brushRef="#br0" timeOffset="92535.93">26913 3053 187 0,'-5'-4'231'0,"5"4"-18"15,-11-7-11-15,6 6 9 0,5 1-16 0,-13-5-18 16,7 6-18-16,6-1-13 0,-19 9-20 15,6-2-7-15,-1 5-10 0,1-2-12 0,-1 4-8 16,-1 7-8-16,-4-1-8 0,8-3-5 0,0-2-6 16,4 1-9-16,1 1-4 0,1-1-5 0,1-2-4 0,0-3-6 15,6 1 2-15,0-1-8 0,2-1-8 0,1-1-6 16,-1 1-8-16,3-4 2 0,0 1-4 16,2-1-1-16,-1-2-7 0,-1-2 1 0,5 0-3 15,-6-2 0-15,3 0 2 0,-9 0 0 0,16-4 2 16,-9 1 3-16,1-2 0 0,2-2-3 0,-1 0 6 15,-3-1-5-15,1-3 0 0,3 1 1 0,-4-2 0 16,3-3 1-16,-3-1-1 0,-1 6 5 0,2-5 0 0,-2 6 6 16,-1 1 9-16,0 2-2 0,0-1-5 15,-4 7-1-15,3-9-4 0,-3 9-6 0,4-4-2 16,-4 4 0-16,0 0 6 0,0 0 4 0,0 0 2 16,7 17 1-16,-7-8 1 0,-2 3-5 0,0-1 1 15,2 6-1-15,0 1 1 0,-3-1-18 0,3 2-14 16,-2-7-14-16,2 5-31 0,0-1-28 0,-2 0-38 15,4 0-44-15,0-3-42 0,1-3-163 0,-3 1-413 16,0-4 183-16</inkml:trace>
  <inkml:trace contextRef="#ctx0" brushRef="#br0" timeOffset="92895.05">27059 3255 78 0,'0'0'192'0,"0"0"-9"0,0 0-13 0,0 0 1 16,0 0-13-16,0 0-12 0,-8 29-9 0,6-19-16 16,-2-1-13-16,2 1-12 0,-1-2-8 0,1 3-8 15,2-2-6-15,0-3-7 0,0-6-8 0,0 12-7 16,0-12-1-16,0 7 5 0,0-7 15 0,0 0 10 16,0 0 20-16,-2 11 16 0,2-11 8 0,0 0-5 15,0 0-9-15,0 0-11 0,0 0-15 16,0 0-4-16,11-28-1 0,-5 20-9 0,-2-5-4 15,2-1-8-15,3 0-11 0,-1-2-7 0,2 1-6 0,1-2-4 16,0 1-4-16,3 3-1 0,-1 1-7 0,-1 5 1 16,-3-2-5-16,-3 2-7 0,-1 4 0 15,1 0-3-15,2 0 0 0,-8 3-2 0,12-1 1 0,-12 1-1 16,13 9-3-16,-3-4 4 0,-3 3 0 16,-1 2-3-16,4 3-1 0,-3 1-6 0,-1 1-8 15,1-3-30-15,-3 3-22 0,-2-3-35 0,6 3-40 16,-4 0-58-16,2 0-65 0,-3 0-208 0,1-5-510 0,2-1 225 15</inkml:trace>
  <inkml:trace contextRef="#ctx0" brushRef="#br0" timeOffset="93328.63">27585 3206 98 0,'0'0'307'0,"-8"-9"-29"0,6 3-10 0,-2 2-16 15,4 4-26-15,-11-4-14 0,11 4-21 0,-15 4-19 16,2 1-20-16,-3 3-12 0,3 2-17 0,-2 3-9 16,-1-2-8-16,5 4-15 0,-1 0-11 0,3-1-3 15,1 2-9-15,0-2-7 0,6-1-9 0,0 3-5 16,2-6-1-16,2 3-9 0,0-3-16 0,5 0-13 16,-2-3-17-16,3 1-11 0,1-4-7 0,1 2-4 15,-1-1-7-15,2-2-1 0,1-2-2 0,-2-1 3 16,1-3 5-16,-1-1-3 0,-1-1 3 0,0-3 6 15,0-4 3-15,-3 2 14 0,-1-7 7 0,2 1 6 16,-3-2 5-16,1-5 6 0,-3-3 11 0,-2 9 3 16,4-9 8-16,-3-5-1 0,-1 2-3 0,4 0 0 15,-4-1 14-15,0 0 13 0,2 1 1 0,-2 3 0 16,-2 2-3-16,4 7 1 0,0 6 15 0,-1 0 2 16,0 2-6-16,-1 3-7 0,0 6-9 0,3-11-8 15,-3 11-9-15,0 0-10 0,0 0-2 0,0 0 2 16,0 0 0-16,0 39 1 0,0-6 2 0,0-2 4 15,0 5-7-15,-3-2 2 0,5-1 0 0,-4 0-3 16,-2 1-3-16,2-2-24 0,2-2-21 0,0-1-36 16,0-2-42-16,0-2-52 0,0-5-59 15,2-3-85-15,-2 0-247 0,3-4-587 0,1-2 260 0</inkml:trace>
  <inkml:trace contextRef="#ctx0" brushRef="#br0" timeOffset="93907.8">28123 3097 3191 0,'-2'-12'140'0,"2"12"-62"16,-3-10-41-16,3 10-22 0,0-6-25 15,0 6-17-15,0-9 40 0,0 9-7 0,5-9 3 0,0 5-5 16,6 0-1-16,0-2-2 0,6-1-3 15,-4 4-2-15,5-3-14 0,1 4-23 0,-1-2-22 0,-2 6-21 16,-2-5-16-16,-3 2-13 0,2 1-9 0,-7-2-1 16,-6 2 0-16,13-1 7 0,-13 1 11 0,8 0 21 15,-8 0 15-15,9-3 22 0,-9 3 8 0,0 0 9 16,0 0 9-16,0 0 7 0,0 0 11 16,0 0 10-16,0 0 10 0,0-9 6 0,0 9 6 15,0 0 5-15,0 0-2 0,0 0-2 0,0 0-2 0,0 0-3 16,0 0-8-16,0 0 3 0,0 0 10 0,0 0 12 15,-14 25 12-15,6-9 6 0,5 4 5 0,-7 3 3 16,0 4 4-16,2-3-2 0,1-5-4 0,3 0-7 16,-4-1-5-16,6 2-6 0,-1-2-4 15,-1 1 2-15,3 0-5 0,-2-1-4 0,1 0-4 16,0-2-1-16,2-5-3 0,0 2-2 0,-1-3-1 0,0 0-4 16,2-5-13-16,-1 3 13 0,0-8-7 15,1 11 4-15,-1-11-3 0,2 9-3 0,-2-9 3 0,0 7-1 16,0-7 0-16,0 0-8 0,-4 6-9 15,4-6-2-15,-10 2-10 0,10-2-9 0,-13 0-10 16,13 0-1-16,-13-5-2 0,0 2-1 0,1-1 6 16,-6-1-1-16,6 1 2 0,1 1 3 0,2 0 3 15,4 0 6-15,-3-1 9 0,8 4 5 0,-10-5 5 0,10 5 2 16,-7-2-1-16,7 2-4 0,0 0 0 16,-5-5-4-16,5 5-4 0,0 0 1 0,0 0 1 15,0 0-2-15,31-4-2 0,-11 4-17 0,10-3-20 16,-2 0-23-16,-1 1-29 0,8-2-37 0,0 3-36 15,-1-3-38-15,2 1-187 0,-5-2-430 0,1 1 190 16</inkml:trace>
  <inkml:trace contextRef="#ctx0" brushRef="#br0" timeOffset="94111.97">28634 3246 70 0,'0'0'241'16,"2"-10"-6"-16,0 4 4 0,-2 6-5 0,0 0 5 15,-2-13 0-15,2 13-15 0,0 0-17 0,0 0-15 16,0 0-22-16,0 0-19 0,0 0-13 0,0 0-16 15,0 0-14-15,0 0-18 0,0 0 16 0,0 0-6 16,-5 32-8-16,3-15-6 0,2 2-12 0,-5-1-7 16,2 0-4-16,2 2-21 0,0-1 12 0,-1 0-7 15,2-1-5-15,0 0-9 0,0-1-27 0,0-2-38 16,2-2-43-16,-1 0-41 0,0-1-41 0,-1-2-48 16,1 1-52-16,1-2-222 0,-2-9-518 0,1 15 230 15</inkml:trace>
  <inkml:trace contextRef="#ctx0" brushRef="#br0" timeOffset="94497.81">28698 3214 106 0,'10'-14'271'16,"-2"6"-9"-16,4-3-4 0,3 1-12 0,-4 4-10 15,-2 1-16-15,3 2-16 0,7 1-6 16,-6 2-20-16,2 1-18 0,-2 2-10 0,1-2-16 15,-4 4-11-15,4 4-3 0,-4-1-5 0,-1-2-7 16,-2 1-7-16,0 0-6 0,-2 5-8 0,-2-5-7 16,2 3-8-16,-3-3-5 0,-2 4-10 0,-1-1-10 0,0-2-3 15,0 2-10-15,-1-2-5 0,0-2-13 0,-1 1-11 16,-2 1-16-16,4-3-10 0,1-5-18 0,-8 10-15 16,7-4-12-16,1-6-10 0,-3 10-7 15,2-5-8-15,1-5 5 0,3 10 1 0,-1-3 0 16,1-3 11-16,4 3 7 0,0 1 3 0,0-2 9 15,0-2 10-15,0 4-3 0,-1-1 4 0,-1-1 6 16,1 1 0-16,1 0 16 0,-4 0 14 0,1 2 13 16,0-3 6-16,-3 1 12 0,2 0 9 0,-3-7 2 15,-2 11-3-15,2-11 3 0,-6 12-4 0,-1-5-1 16,-1-1-2-16,-1 1-7 0,-4 2-21 0,-2-3-23 16,1 4-37-16,1-4-46 0,3-3-65 0,-3 3-73 15,1-1-137-15,1-2-414 0,11-3 184 0</inkml:trace>
  <inkml:trace contextRef="#ctx0" brushRef="#br0" timeOffset="94645.17">29201 3533 404 0,'7'-3'435'0,"-7"3"-41"0,11-1-33 0,-11 1-41 16,8-1-26-16,-8 1-31 0,0 0-29 0,9-3-21 15,-9 3-32-15,0 0-64 0,7-4-83 0,-7 4-108 16,0 0-154-16,0 0-264 0,0 0-532 0,0 0 236 15</inkml:trace>
  <inkml:trace contextRef="#ctx0" brushRef="#br0" timeOffset="125673.97">13017 7607 155 0,'0'0'175'15,"0"0"-21"-15,6-4-14 0,-6 4-13 0,0 0-7 16,0 0-12-16,0 0-12 0,0 0-16 0,0 0-10 15,0 0-8-15,0 0-1 0,0 0-12 0,0 0-4 16,0 0-5-16,0 0 1 0,7 15-6 0,-7-8-5 16,2 3-5-16,0 2 1 0,0 0-4 0,0 7 0 15,4-2-6-15,0 7 11 0,1 2-6 0,-1-2 0 16,1 3 5-16,0-1-3 0,-2-7 4 0,3 7 7 16,-1-7-9-16,1 3 2 0,0 3 6 0,-3-6 3 15,3 0-4-15,2 5-3 0,-6-4-1 0,3-3 1 16,1-1-2-16,-3 1-5 0,4 0 2 0,-2 1 0 15,0 0-2-15,5-1 4 0,-4 2-4 0,3-3-1 16,-2 2-3-16,2-3 4 0,7 8-4 0,-6-7 1 16,3-1-4-16,-1-1-5 0,-1 1 3 0,3 0-5 15,4 0-3-15,-4-3 0 0,-1 1-3 0,1-5-7 16,-2 2 4-16,6 0 4 0,-3-1 0 0,2 0-4 16,-1-3 3-16,0 1-2 0,4-4 4 0,-1 4-2 15,-4-3-2-15,2-1 4 0,0 2-3 0,2-3-1 16,-3-1 3-16,0 3 0 0,2-1-3 0,1-3 4 15,-2 3-3-15,2-2 2 0,-2-4-4 0,2 3 0 16,-1 0 1-16,-2-1-1 0,0 4 4 0,1-6-2 0,-2 3 3 16,1 0-1-16,-4 0-2 0,0 0 0 15,-1 0-2-15,0-1 3 0,-1 2-2 0,-2-1 0 16,-3 1-2-16,-7-1 2 0,14-1 0 0,-14 1 1 16,9-1-2-16,-9 1 2 0,8 1 4 0,-8-1-1 0,0 0 2 15,0 0 2-15,10 1 0 0,-10-1-1 16,0 0 8-16,0 0-5 0,0 0 3 0,0 0 3 15,8 2 2-15,-8-2-1 0,0 0 2 0,0 0-3 16,0 0 0-16,0 0-2 0,0 0 0 0,0 0 2 0,0 0 2 16,0 0 0-16,0 0 1 0,0 0-4 0,0 0 2 15,0 0 1-15,0 0 1 0,5 3 5 16,-5-3 0-16,0 0 5 0,-11 16-1 0,6-9 0 16,-4 3-1-16,2-3-1 0,-1 3 1 0,-4 1 0 0,1 2-4 15,3-4-2-15,-2 1-5 0,1-2 3 0,0 2-3 16,-1-1-3-16,-2 1 0 0,3 1-22 0,0-4-14 15,1 2-26-15,-2-1-35 0,1-1-34 0,3 2-49 16,-2-5-37-16,2 1-218 0,-1 2-457 0,3-3 203 16</inkml:trace>
  <inkml:trace contextRef="#ctx0" brushRef="#br0" timeOffset="125873.57">14005 8410 53 0,'-2'-13'253'0,"0"1"-19"0,-1 0 8 16,-2 0-6-16,0 2-12 0,-1 0-12 0,2-2-2 16,-5 2-15-16,4 0-17 0,0 2-21 0,-3-1-9 15,4 1-21-15,-1-1-11 0,0 2-4 0,-2-3-27 16,3 3-26-16,-3-2-21 0,1 0-24 0,1 1-33 16,-2 0-45-16,2 0-43 0,-1-2-45 0,2 1-41 15,-1-2-200-15,-1 3-426 0,-2-2 188 0</inkml:trace>
  <inkml:trace contextRef="#ctx0" brushRef="#br0" timeOffset="126480.86">12988 7596 109 0,'0'0'162'0,"0"0"0"0,0 0 2 0,2-6-4 16,-2 6-11-16,0 0-6 0,0 0-9 0,0 0-12 15,0 0-12-15,0 0-8 0,0 0-12 0,0 0-11 0,0 0 8 16,0 0 0-16,0 0 0 0,0 0-2 0,-14 20-5 15,9-8-1-15,-1-3-4 0,-5 6-7 0,-1 2-5 16,1-3-5-16,0 1-5 0,-3-1-5 16,3-1 0-16,-1 0-9 0,2 0-6 0,1-2-6 0,1-2-3 15,2 0-31-15,1-2-29 0,-1 0-30 0,2 1-34 16,1-2-25-16,-1-2-30 0,4-4-33 0,-5 12-154 16,5-12-370-16,-4 7 164 0</inkml:trace>
  <inkml:trace contextRef="#ctx0" brushRef="#br0" timeOffset="126654.33">12983 7622 8 0,'9'-7'179'0,"-3"2"-1"0,-1 1-9 0,1 1-7 16,-6 3-15-16,8-7-9 0,-8 7-13 0,9-3-12 16,-3 2-7-16,-6 1-8 0,12-1-11 0,-12 1-6 15,15 2-11-15,-6 6-20 0,5-3-24 0,-5 0-19 16,9 2-34-16,-7 0-36 0,5 3-47 0,1-3-22 15,-3 5-104-15,-1-2-254 0,-2-1 112 0</inkml:trace>
  <inkml:trace contextRef="#ctx0" brushRef="#br0" timeOffset="127119.61">12363 8244 244 0,'0'0'241'0,"-5"-6"-11"16,5 6-8-16,0 0-8 0,0 0-7 0,-4-6-20 0,4 6-18 15,0 0-20-15,0 0-18 0,0 0-13 0,0 0-9 16,0 0-8-16,0 0-7 0,0 0-5 0,16 25-3 16,-8-10-9-16,3 0 0 0,-1 1-10 15,1 1-4-15,-2-2-8 0,1 1-1 0,0 0-11 0,-3-6 0 16,3 5-5-16,2-3-2 0,-5-2-2 0,0-2-8 16,0 1 5-16,-3-4-4 0,-1 0-5 15,1-1 5-15,-4-4 13 0,6 6 13 0,-6-6 8 0,5 3 9 16,-5-3-1-16,0 0-2 0,0 0-7 15,16-16-5-15,-9 10-9 0,1-4-7 0,2-3 3 0,-6 1-7 16,5-3-4-16,-1-2-6 0,2 1 0 0,1-2 10 16,-4 1-21-16,1-1-10 0,6-7-9 0,-3 8 3 15,-1 1-16-15,-6 4-19 0,0 0-10 0,1 4-24 16,-3 1-30-16,1 1-43 0,-3 6-47 0,0 0-40 16,4-5-6-16,-4 5-9 0,0 0-20 0,0 0-149 15,-7 27-449-15,0-13 199 0</inkml:trace>
  <inkml:trace contextRef="#ctx0" brushRef="#br0" timeOffset="127346.2">12702 8360 33 0,'5'3'270'0,"-5"-3"-24"0,0 0-13 16,0 0-10-16,0 0-6 0,0 0-10 0,0 0-8 16,7 4-14-16,-7-4-13 0,0 0-22 0,0 0-10 15,4 4-11-15,-4-4-6 0,2 8-13 0,0-1-10 16,-2-7-6-16,4 17-10 0,-3-7-3 0,1-1-11 15,0 1-8-15,-2 1-5 0,0 1-5 0,0 0-3 16,0-2-9-16,5 1-4 0,-5-2-2 0,2 4-21 16,-2-4-11-16,2 1-38 0,-2 2-29 0,0-6-29 15,1 2-31-15,-1 2-27 0,0-1-24 0,1-2-16 16,2 1-26-16,-3-8-175 0,0 11-424 0,0-11 187 16</inkml:trace>
  <inkml:trace contextRef="#ctx0" brushRef="#br0" timeOffset="127680.17">12760 8368 137 0,'2'-12'172'15,"0"2"-6"-15,1 5-13 0,-3 5-13 0,3-12-9 16,-3 12-15-16,4-6-19 0,-4 6-4 0,4-1-4 16,-4 1-7-16,9-2-3 0,-9 2-11 0,0 0 2 15,14 5-8-15,-7-1-8 0,-1-2-4 0,-1 3-5 16,4 1 1-16,-2 1-5 0,-1-3-4 0,-2 2-6 15,1 3-3-15,1-3-7 0,0 2 3 0,-2 0-4 16,-4 1-8-16,2-2-2 0,0 1-11 0,-2-1-7 16,0-7-5-16,-2 12-5 0,0-4-8 0,2-8 0 0,-2 13-5 15,0-8-6-15,-1 1 9 0,3-6-1 0,-3 9-4 16,3-9 11-16,-4 10-1 0,4-10-2 16,0 9 6-16,0-9 0 0,0 8-1 0,0-8 4 15,0 0 7-15,0 11-1 0,0-11-1 0,0 6 11 0,0-6 3 16,0 0 0-16,0 10 4 0,0-10-7 0,0 0-6 15,-2 9-10-15,2-9-7 0,-2 8-25 0,2-8-19 16,0 0-20-16,-3 8-25 0,3-8-106 16,0 0-235-16,-2 8 104 0</inkml:trace>
  <inkml:trace contextRef="#ctx0" brushRef="#br0" timeOffset="128022.05">13055 8403 179 0,'0'0'251'0,"0"0"-12"0,-7-8-19 16,7 8-9-16,0 0-16 0,-14 2-17 0,14-2-16 15,0 0-17-15,-17 6-14 0,11 0-11 16,2-1-13-16,0 2-12 0,-1-3-13 0,5-4-9 0,-4 13-12 16,2-5-13-16,2 0-18 0,-2-2-11 0,2-6-17 15,2 11-8-15,0-5-8 0,-2-6-4 0,4 11-4 16,-2-6-6-16,-2-5 2 0,3 6 2 0,-3-6 2 15,0 8 3-15,0-8 2 0,0 0 0 0,0 11-2 16,0-11 19-16,0 0 4 0,-3 9 11 0,1-4 3 16,2-5 3-16,-8 9 7 0,5-4 0 0,1 0 4 15,-5 0 0-15,5 2-1 0,-3-2 0 16,5-5-4-16,-6 11-4 0,3-7-4 0,3-4 0 0,-4 9-5 16,4-9 2-16,0 7-4 0,0-7 0 0,0 0-5 15,3 10-8-15,-3-10-26 0,10 5-33 0,-3-5-46 16,5-1-54-16,1-1-60 0,-1-1-136 0,-1 1-385 15,1-1 171-15</inkml:trace>
  <inkml:trace contextRef="#ctx0" brushRef="#br0" timeOffset="128386.35">12580 7588 36 0,'0'0'204'0,"0"0"-5"0,-2-7-6 16,2 7-15-16,0 0-11 0,0 0-13 0,0 0-14 16,0 0-12-16,0 0-14 0,0 0-8 0,0 0-12 15,0 0-15-15,5-9-5 0,-5 9-6 16,7-2-12-16,-7 2-2 0,17-3-6 0,-3 0-9 0,-1 0-11 16,1 2-19-16,-1-2-25 0,2 3-29 0,-2-2-27 15,1 1-26-15,5-2-19 0,-3 0-23 0,-5 2-140 16,0-1-304-16,1-1 135 0</inkml:trace>
  <inkml:trace contextRef="#ctx0" brushRef="#br0" timeOffset="128580.56">12686 7450 136 0,'0'0'213'0,"-4"-3"-25"0,4 3-21 15,0 0-15-15,0 0-11 0,0 0-10 0,0 0-18 16,0 0-11-16,0 0-9 0,0 0-11 0,0 0-9 15,-10 10-7-15,10-10-6 0,0 15-4 0,0-2-1 16,5-2-7-16,-4 7-7 0,1-1-7 0,2 9-11 16,-2 4-35-16,1-2-32 0,1 4-26 0,-2 2-33 15,2-2-29-15,-4 5-138 0,-2 9-291 0,0-11 130 16</inkml:trace>
  <inkml:trace contextRef="#ctx0" brushRef="#br0" timeOffset="128897.8">13082 9315 343 0,'0'0'316'0,"0"0"-29"0,0 0-17 16,0 0-27-16,0 0-12 0,0 0-18 0,0 0-22 16,0 0-16-16,11-1-20 0,-11 1-8 0,16-4-46 15,-3 1-34-15,1 1-33 0,3 0-50 0,2 0-54 16,0 0-63-16,0-1-76 0,-1-1-183 0,1 0-422 15,0-1 186-15</inkml:trace>
  <inkml:trace contextRef="#ctx0" brushRef="#br0" timeOffset="131267.35">17781 4659 19 0,'-2'-10'211'0,"1"-1"1"0,1 3-3 0,-2-2-1 16,0 3-1-16,2 7-4 0,-2-14-3 0,1 10-15 16,1 4-11-16,-1-10-14 0,1 10-9 0,0 0-17 15,-1-8-14-15,1 8-11 0,0 0-13 0,0 0-13 16,0 0-5-16,2-9-6 0,-2 9-9 0,0 0-15 16,0 0-9-16,0 0-5 0,0 0-3 0,0 0-8 15,0 0 8-15,0 0-13 0,0 0 4 0,3 24-8 16,2-12 2-16,0 7 2 0,-1 0-4 0,3 5 1 15,-1 2-3-15,0 0 5 0,2-1-11 0,-1 1 1 16,1-3-3-16,1 2 4 0,-6-8-2 0,5 2 5 16,-3-2-5-16,2 1 2 0,-1-2 1 0,-1-4-4 15,4 4 0-15,-4-6 0 0,1 0 0 0,-1-1 3 16,0 0-5-16,0-2 0 0,-1-1 2 0,-1-1-1 16,0 2 1-16,-3-7-5 0,6 5 8 0,-6-5 0 15,0 0 6-15,3 7 9 0,-3-7 12 0,0 0 3 16,0 0 5-16,0 0-12 0,0 0-2 0,13-15-1 15,-9 2-1-15,2-2-8 0,2-2-3 0,-1-2 3 16,6-5-6-16,-4 0-4 0,1-1-6 0,2-3-7 16,1 4 2-16,-1 2-5 0,0-4 1 0,0 4 1 15,0-1-13-15,-3 6 0 0,0 0-5 0,1 1-2 16,-2 2 1-16,-3 5-9 0,0-1-13 0,-1 4-13 16,-1 0-10-16,2 0-31 0,-5 6-23 0,0 0-18 15,6-5-2-15,-6 5-3 0,0 0-27 0,9 14-15 16,-6-2-16-16,-2 3-158 0,0 3-390 0,-1-3 173 15</inkml:trace>
  <inkml:trace contextRef="#ctx0" brushRef="#br0" timeOffset="131538.97">18359 4861 23 0,'0'0'199'15,"0"0"-10"-15,0 0-6 0,-6-14-5 0,6 14-13 16,-8-4-13-16,2 2-3 0,6 2-5 0,-13-2-6 16,13 2-15-16,-18 2-10 0,10 0-1 0,-1 1-6 15,-1 1-7-15,-1-1-13 0,-1 5 0 0,2 0-3 16,0 0-12-16,-2 2-4 0,2-1-4 0,2 1-5 16,2 2-7-16,1-3-4 0,0 1-6 0,1 0-2 15,0 0-5-15,3-1-3 0,1 1-2 0,1 1-2 16,3 0-20-16,1-2-10 0,0 1-24 0,4 0-38 15,2-3-39-15,3 5-48 0,3-3-41 0,1 0-199 16,1-3-424-16,9 1 188 0</inkml:trace>
  <inkml:trace contextRef="#ctx0" brushRef="#br0" timeOffset="131779.9">18671 4878 132 0,'-12'-5'186'0,"7"4"-6"0,5 1-6 16,-18 2-10-16,8 2-1 0,-4 0-7 0,0 2 2 16,0 5-4-16,-1-2-5 0,-1 1-4 0,3 2-9 15,1-1-17-15,2-2-12 0,2 1-11 0,3-1-14 16,-2 0-3-16,1 2-10 0,1-1-5 0,4 1-7 16,-3-2-7-16,1 1-5 0,3-1-2 15,0 1-7-15,3-3-7 0,1 2-12 0,2-1-18 0,3 2-23 16,1-3-40-16,3 3-30 0,6-3-61 0,1-2-45 15,0 1-176-15,0-2-406 0,8 2 179 0</inkml:trace>
  <inkml:trace contextRef="#ctx0" brushRef="#br0" timeOffset="131964.94">19077 4928 149 0,'0'0'270'0,"0"0"-31"0,0 0-23 0,0 0-18 0,0 0-20 16,8-4-19-16,-8 4-15 0,0 0-18 0,13-3-11 16,-4 2-19-16,5-1-33 0,0 2-28 0,-2 0-48 15,1 0-51-15,0 2-48 0,0-2-39 0,-3 3-124 16,0 1-298-16,-3-1 133 0</inkml:trace>
  <inkml:trace contextRef="#ctx0" brushRef="#br0" timeOffset="132125.12">19067 5025 118 0,'-5'4'188'0,"5"-4"-7"0,0 0-7 0,0 0-2 0,0 0-9 15,-5 4-13-15,5-4-10 0,0 0-15 0,0 0-10 16,0 0-12-16,0 0-13 0,13 7-16 0,-13-7-21 16,19 1-44-16,-8-1-43 0,10 1-57 15,0-1-63-15,0-1-109 0,12-3-285 0,-1 0 127 0</inkml:trace>
  <inkml:trace contextRef="#ctx0" brushRef="#br0" timeOffset="132729.04">19854 4727 104 0,'-9'-3'287'0,"9"3"-22"15,0 0-17-15,-6-3-25 0,6 3-19 16,0 0-17-16,0 0-19 0,0 0-16 0,0 0-14 16,16-7-17-16,0 3-15 0,4 0-14 0,3 0-9 0,3 0-20 15,-4 2-27-15,-2 1-26 0,-2 1-27 0,-1-2-31 16,-5 2-30-16,-1 0-25 0,-4-1-13 0,1 0-20 16,-8 1 1-16,13-2 1 0,-13 2 4 15,0 0 22-15,0 0 2 0,0 0 22 0,0 0 6 16,0 0 11-16,0 0 9 0,0 0 19 0,0 0 25 15,0 0 2-15,-35 2 24 0,35-2 11 0,-10-3 24 0,10 3 3 16,-8-1 4-16,8 1-3 0,0 0 2 16,-10-2-4-16,10 2-2 0,0 0-5 0,0 0-5 15,-10 6-7-15,10-6 15 0,-5 7 8 0,0 2 2 16,-1 2 8-16,0 4 9 0,0-1 0 0,-1 2-3 16,1 0-2-16,1 1 1 0,1 0-6 0,-1 0-7 15,2 0-1-15,2 0-8 0,0-3-6 0,0 1 0 16,-1-3-4-16,4 1-3 0,-2 1-1 0,1-4-4 15,-1 1-1-15,2-1-3 0,0 1 7 0,1-3-4 16,-3-1-10-16,3 0 3 0,-2-1-7 0,-1-6 3 16,4 12-3-16,-3-8-2 0,-1-4-12 0,3 7-12 15,-3-7-13-15,1 8-12 0,-1-8-11 0,0 0-6 0,0 0-8 16,-6 9-14-16,6-9-6 0,-14 4-19 16,6-3 7-16,-1-1-19 0,-4 0 16 0,3-1 3 15,-1 0 18-15,-2 1 7 0,3-2 6 0,-1 0 6 16,3 1 15-16,8 1 14 0,-13-2 10 0,13 2 11 15,-12-1 2-15,12 1 5 0,-7-1 11 0,7 1 0 0,0 0 1 16,0 0-3-16,0 0 1 0,0 0 2 16,0 0 2-16,0 0-1 0,0 0 2 0,0 0-6 15,37 5 0-15,-16-3-9 0,6-2-23 0,4 0-20 16,0 0-22-16,0-2-24 0,3 2-24 0,-5-1-87 16,0-1-216-16,-2 1 97 0</inkml:trace>
  <inkml:trace contextRef="#ctx0" brushRef="#br0" timeOffset="132946.65">20281 4937 196 0,'0'0'206'0,"0"0"0"15,0 0-6-15,-4-10-15 0,4 10-10 0,0 0-17 16,0 0-20-16,0 0-14 0,0 0-16 0,0 0-9 0,0 0-9 16,0 0-2-16,0 0-3 0,0 0-4 15,-1 26-2-15,1-13-6 0,-1-2-5 0,-3 4-3 16,1 0-9-16,0 2-1 0,0-1-8 0,0 0-2 15,1-2-11-15,-1-3 5 0,2 6-6 0,0-6-1 16,-1 1-26-16,2 1-32 0,0-2-34 0,-2 0-38 16,1-1-37-16,1-10-29 0,0 20-38 0,0-9-146 15,0-11-377-15,0 13 167 0</inkml:trace>
  <inkml:trace contextRef="#ctx0" brushRef="#br0" timeOffset="133405.7">20344 4976 16 0,'0'0'90'0,"0"0"-2"0,0 0-9 0,0 0-10 15,0 0-10-15,0 0 0 0,0 0 1 0,0 0-3 16,0 0-8-16,0 0-3 0,0 0 2 0,0 0-3 16,0 0-5-16,0 0-7 0,0 0-2 0,0 0 2 15,0 0-9-15,0 0 9 0,0 0 0 0,0 0-5 16,0 0 2-16,0 0 2 0,0 0-5 0,0 0 1 15,0 0-14-15,0 0 3 0,0 0-6 0,0 0 6 16,0 0-2-16,0 0-4 0,0 0 3 0,0 0-7 16,0 0 1-16,0 0 5 0,0 0-7 0,0 0 2 15,0 0 0-15,0 0-8 0,0 0 6 0,0 0-2 16,0 0-12-16,0 0-25 0,0 0 16 0,0 0-5 16,0 0-3-16,0 0 3 0,0 19 0 0,0-19 5 15,0 0-5-15,0 0 3 0,0 0-6 0,0 0-4 16,-3 10-15-16,3-10-7 0,0 0-8 0,0 0-14 15,0 0-62-15,-4 9-146 0,4-9 65 0</inkml:trace>
  <inkml:trace contextRef="#ctx0" brushRef="#br0" timeOffset="134480.07">20279 5102 98 0,'0'0'116'0,"0"0"-9"0,0 0 1 0,0 0-4 16,0 0-2-16,0 0-1 0,0 0-4 0,0 0-5 0,0 0 1 16,0 0-6-16,0 0-10 0,0 0 10 15,0 0-5-15,0 0 2 0,0 0-5 0,0 0-1 16,0 0-1-16,0 0-2 0,0 0-3 0,0 0-2 15,0 0-5-15,0 0-1 0,0 0-2 0,0 0-5 16,0 0-5-16,0 0-4 0,0 0-5 0,0 0-3 16,0 0-2-16,0 0-7 0,0 0-4 0,0 0 0 0,0 0-1 15,0 0-5-15,0 0 3 0,0 0-2 0,0 0-4 16,0 0-2-16,0 0-1 0,0 0 4 16,0 0-3-16,0 0-5 0,0 0 1 0,0 0-1 15,0 0-1-15,0 0 1 0,0 0-2 0,0 0-2 16,0 0 2-16,0 0-3 0,0 0 3 0,0 0-5 0,0 0 3 15,0 0-2-15,0 0 0 0,0 0-3 0,0 0 2 16,0 0 6-16,0 0-9 0,0 0-1 0,0 0 1 16,0 0 4-16,0 0-2 0,0 0-1 15,0 0-3-15,0 0 3 0,0 0 1 0,0 0 0 16,0 0-2-16,0 0 1 0,0 0-3 0,0 0 2 16,0 0 0-16,0 0 0 0,0 0-2 0,0 0 2 15,0 0 2-15,0 0-3 0,0 0-1 0,0 0-1 0,0 0 2 16,0 0 0-16,0 0 4 0,0 0-5 15,0 0 5-15,0 0-5 0,0 0 3 0,0 0 1 16,0 0-1-16,0 0-4 0,0 0 4 0,0 0-4 16,0 0 11-16,0 0-5 0,0 0-7 0,0 0 1 0,0 0-2 15,0 0 6-15,0 0-5 0,0 0 0 16,0 0 0-16,0 0 3 0,0 0 3 0,0 0-2 16,0 0-2-16,0 0 4 0,0 0-6 0,0 0-1 15,0 0 4-15,0 0-2 0,0 0 0 0,0 0 3 16,0 0 1-16,0 0-2 0,0 0-1 0,0 0 2 0,0 0-1 15,0 0 1-15,0 0 0 0,0 0 0 0,0 0-2 16,0 0 2-16,0 0-3 0,0 0 1 16,0 0 4-16,0 0-2 0,0 0-2 0,0 0 3 15,0 0 0-15,0 0 2 0,0 0 5 0,0 0 3 16,0 0 2-16,0 0 2 0,0 0 15 0,0 0-9 16,0 0 2-16,0 0 3 0,0 0-3 0,0 0 0 0,0 0 3 15,0 0-1-15,0 0 5 0,0 0 1 16,0 0 1-16,0 0-2 0,0 0-6 0,0 0-2 15,0 0-4-15,0 0-5 0,21-13-1 0,-14 12 0 16,3-3-5-16,1 2-1 0,0-1 0 0,0 3-2 16,1-1-1-16,0 2-4 0,-1 1 2 0,-4-2-4 0,6 2 2 15,-4 0 1-15,-1-1 0 0,1 2 5 0,-2 1-11 16,1 4-1-16,-4-4 3 0,1 2-7 16,-1 1 3-16,0 0-5 0,-3 0-3 0,-1 0 1 15,0-7-4-15,-6 20-1 0,0-11 4 0,-3-2-2 16,2 3-5-16,-7 0-1 0,2-3 3 0,-4 2-1 15,5-2 2-15,-6-2 2 0,4-3-4 0,-5 1 6 0,4 0-4 16,1-1 5-16,-1-2 2 0,1 0-1 16,0-1 8-16,3 0 1 0,-1 1-3 0,4-3-3 15,7 3-8-15,-14-5-14 0,8 3-19 0,-1-1-23 16,7 3-23-16,-6-8-37 0,6 8-45 0,-1-9-41 16,1 9-136-16,0 0-385 0,9-14 171 0</inkml:trace>
  <inkml:trace contextRef="#ctx0" brushRef="#br0" timeOffset="134872.07">20672 4836 268 0,'0'0'266'0,"3"-9"-18"0,-3 9-16 16,4-6-18-16,-4 6-15 0,0 0-17 0,3-8-22 15,-3 8-15-15,0 0-15 0,0 0-6 0,0 0-5 16,0 0 1-16,3 21-10 0,-4-6-4 0,-1 2-11 15,1 2-6-15,-3 7-8 0,2 0-7 0,-1-6-6 16,-1 5-7-16,2-5-2 0,-1 3-8 0,1-3-2 16,0-1-4-16,0-1-4 0,-1 0-7 0,2-1-7 15,0-2-6-15,-2-2-15 0,3-1-20 0,-1-1-29 16,0 1-30-16,-2-1-23 0,1 0-34 0,2-3-21 16,-3 2-22-16,2-5-22 0,1-5-18 0,-3 12-13 15,3-12-126-15,-4 6-381 0,4-6 169 0</inkml:trace>
  <inkml:trace contextRef="#ctx0" brushRef="#br0" timeOffset="135197.75">20693 4860 149 0,'13'-14'178'0,"-1"2"-9"16,-3 5-3-16,1 0-15 0,1 1-18 0,-2 2-10 15,-2 2-10-15,1 1-9 0,-8 1 9 0,18 4 8 16,-9 0 3-16,0 2-6 0,-2 3-8 0,0-1-7 15,-2 3 2-15,-3 0-16 0,1-1-8 0,-3 2-5 16,-3 3-5-16,-2-1-8 0,-4 2-5 0,-1-3-8 16,-5 0-2-16,2 0-6 0,-1-3-8 0,1 2-4 15,-2-5-8-15,5 0-7 0,-2-2-1 0,1 0-2 16,4-3-1-16,-1 2 2 0,3 1-7 0,-1-3 3 16,6-2-2-16,-8 4-3 0,8-4 6 0,0 0-7 15,-6 4 0-15,6-4-2 0,0 0 2 0,0 0-2 16,0 0 0-16,0 0 0 0,15 9-2 0,-5-5 1 15,1 0 0-15,-1 1-1 0,4 0 0 0,1 0-2 16,3 2 0-16,-1-1-31 0,1 1-32 0,0 0-37 16,-2 1-35-16,1-2-36 0,-2-2-35 0,2 4-146 15,-7-3-383-15,0-1 170 0</inkml:trace>
  <inkml:trace contextRef="#ctx0" brushRef="#br0" timeOffset="135616.35">21012 5041 133 0,'4'-8'190'0,"-3"2"6"0,3 0 5 0,-4 6-1 0,4-7-8 16,-4 7-16-16,0 0-17 0,2-9-16 0,-2 9-21 15,0 0-7-15,0 0-7 0,0 0-4 0,0 0 2 16,3 22-2-16,-4-11-8 0,-3 6-3 0,4-2-3 16,-4 4-8-16,0-2-5 0,1-2-5 0,-1 1-6 15,2-3 0-15,0-2-6 0,-1-2-10 0,1 1 2 16,0-1-7-16,1-2-3 0,1-7-4 0,-3 9 1 15,3-9-1-15,-2 9-2 0,2-9 12 0,-1 6 8 16,1-6 6-16,0 0 9 0,-5 4 4 0,5-4-1 16,0 0-3-16,0 0-7 0,0 0-8 0,0 0-19 15,0 0-7-15,0 0-14 0,20-13-12 0,-7 8-3 16,0 1-2-16,2-1 0 0,2 0-1 0,0 2 0 16,-2 3 3-16,-3 2-5 0,2-1 7 15,-2 0-7-15,1 2-3 0,-3 2-3 0,0-1 0 0,-1 1 1 16,-1 3 1-16,-2-2-12 0,-2 2 0 0,-3-2 1 15,1 1 4-15,-2-7 5 0,0 0 4 0,-7 26 8 16,1-16 2-16,-2 0-2 0,-7-1 12 0,-1 0-5 16,1-1 1-16,0-2 1 0,-3-2 0 15,0 3 0-15,1-4-3 0,-1 1-4 0,6-3-10 0,-1 2-9 16,1-3-18-16,5 1-22 0,0 0-32 0,-2 0-47 16,9-1-73-16,0 0-70 0,-15-6-237 0,15 6-558 15,-3-10 247-15</inkml:trace>
  <inkml:trace contextRef="#ctx0" brushRef="#br0" timeOffset="135944.42">21582 5100 13 0,'7'1'260'0,"-7"-1"-12"0,0 0 0 16,0 0-6-16,0 0-6 0,0 0-14 0,0 0-7 16,0 0-19-16,0 0-8 0,0 0-10 0,0 0-14 15,0 0-23-15,0 0-12 0,0 0-8 0,0 0-6 16,0 0-13-16,0 0-4 0,0 0-8 0,0 0 4 16,7 1-11-16,-7-1-6 0,14-1-4 0,-4 0-6 15,6 0-19-15,-1 0 1 0,6 1 0 0,-3-2-9 16,3 1 0-16,1-1-1 0,6 0-6 0,-7 2-8 15,5 0 1-15,-4-2-18 0,-4 2-23 0,2-1-31 16,-1-1-23-16,-4 2-33 0,-4-1-43 16,-1 0-37-16,-10 1-46 0,15-1-45 0,-15 1-211 0,0 0-522 15,7-5 231-15</inkml:trace>
  <inkml:trace contextRef="#ctx0" brushRef="#br0" timeOffset="136143.97">21795 4987 256 0,'-5'-6'264'0,"5"6"7"0,0 0-4 16,-6-7-6-16,6 7-17 0,0 0-19 0,-4-6-19 16,4 6-26-16,0 0-20 0,0 0-19 0,0 0-17 15,0 0-10-15,0 0 3 0,-6 19-4 16,5-10-2-16,-1 4-8 0,0 2-10 0,0 2-6 16,0 2-4-16,2 0-12 0,-1 0-6 0,-2 1-6 15,-1-2-20-15,4 1-33 0,-1 1-45 0,0 0-63 0,-3 5-66 16,4-7-80-16,-3 1-270 0,-2 6-560 0,0-7 248 15</inkml:trace>
  <inkml:trace contextRef="#ctx0" brushRef="#br0" timeOffset="137787.84">22289 4902 81 0,'1'-7'223'0,"-1"7"-10"0,0 0-4 0,1-12-2 0,-1 12-4 15,0 0-3-15,2-9-9 0,-2 9-12 0,0 0-9 16,0 0-15-16,0 0-14 0,0 0-4 0,0-8-22 16,0 8-13-16,0 0-11 0,0 0-9 0,0 0-14 15,0 0-6-15,0 0-11 0,0 0-6 0,0 0-4 16,0 0-2-16,0 0 2 0,0 0-12 0,11 21-6 16,-6-9-4-16,2-1 4 0,0 2-4 0,0 3 0 15,-1-1 0-15,3 1-1 0,0-1-7 0,-1 0 2 16,-2-4 3-16,2 3-5 0,-1 1-1 0,1-2-1 15,-1-1 2-15,-1-2-7 0,3 4 6 0,-3-2-4 16,1-3 1-16,-1 1-2 0,2-1-4 0,-3 0 6 16,0-1-1-16,1 3-3 0,0-2 2 0,-3-1-4 15,4 0 4-15,-4-1 0 0,0-3-5 0,1 2 3 16,0-1-3-16,-4-5 2 0,6 9 0 0,-3-4 2 16,-3-5 0-16,6 6-2 0,-6-6 2 0,4 5 1 15,-4-5 2-15,0 0 0 0,2 5 1 0,-2-5 1 16,0 0 7-16,0 0-1 0,0 0 6 0,0 0-14 15,0 0 1-15,16-13 1 0,-14 6-1 0,5-3 2 16,-1 1-3-16,-1-3 2 0,3-3-5 0,-2-2 1 16,4 0 3-16,3-8-2 0,-1 4 2 0,-1-3-6 15,-3 6 0-15,3-7 2 0,1 0-7 0,-2 0 5 16,-2 6-3-16,-2 2 2 0,2 0-4 16,0 0 2-16,-2 1 0 0,0 4 0 0,-2 2-2 0,-1 0-7 15,1 3-12-15,-2 0-12 0,1 2-37 0,-3 5-38 16,4-6-35-16,-4 6-8 0,0 0-20 0,0 0-21 15,13 11-18-15,-7 1-25 0,-4 5-132 0,2-2-398 16,-3 4 177-16</inkml:trace>
  <inkml:trace contextRef="#ctx0" brushRef="#br0" timeOffset="138066.26">22773 5150 81 0,'0'0'248'0,"-7"-21"-15"0,7 21-10 0,0 0-13 0,0 0-17 16,0 0-14-16,0 0-15 0,0 0-15 0,0 0-21 15,0 0-12-15,0 0-14 0,0 0-7 0,0 0-14 16,0 0 7-16,0 0-15 0,-8 24-3 0,7-14-8 16,-1 0 1-16,1-1-9 0,0 2-10 15,-1-2-3-15,1 4-2 0,-1-1-2 0,0 1 0 0,2-2-8 16,-1 1-2-16,1-1-3 0,-2 1 1 0,2-3-6 15,-2 0-1-15,2-1-30 0,0-8-25 0,-1 17-31 16,1-17-31-16,-1 18-24 0,1-18-34 0,-1 12-24 16,1-2-33-16,0-10-130 0,-3 14-372 0,3-14 165 15</inkml:trace>
  <inkml:trace contextRef="#ctx0" brushRef="#br0" timeOffset="138570.51">22782 5144 42 0,'5'-7'166'0,"-2"2"-5"16,-3 5-1-16,6-8-3 0,-3 4-10 0,-3 4-11 15,9-7-10-15,-4 3-8 0,-1 1-15 16,-4 3-7-16,9-6-8 0,-9 6-9 0,9-4-8 15,-4 1-9-15,-5 3-3 0,9-1-10 0,-9 1-3 0,9-1-3 16,-9 1-6-16,0 0-5 0,15 4 0 0,-10-1-7 16,1 0 3-16,0 1 5 0,-6-4 8 0,10 9-6 15,-5-4-2-15,-1 0 1 0,-2 2 0 16,2-2-3-16,-1 1 3 0,-3-6-2 0,1 13-1 16,-2-5 0-16,1-8-2 0,-7 14-5 0,2-5-1 15,-1 0-4-15,-3-2-1 0,2 0-6 0,0 0 1 0,2-2-4 16,1-2-6-16,-2 1-9 0,6-4-4 0,-7 6-7 15,7-6-3-15,-4 7 0 0,4-7 5 0,-2 6-7 16,2-6 2-16,0 0-3 0,0 0 5 16,9 13 8-16,-4-7-7 0,-5-6 3 0,10 7 1 15,-5-4 2-15,-5-3-4 0,13 7 6 0,-4-1 1 0,-3 1 5 16,-1-1-5-16,-5-6-2 0,9 8-3 0,-9-8 7 16,8 7-2-16,-8-7 3 0,7 7 3 15,-7-7 6-15,4 8 8 0,-4-8 4 0,0 0 11 16,-5 15 0-16,5-15 4 0,-7 6-4 0,7-6 0 15,-13 7-4-15,6-3-3 0,-3-1-6 0,0 0-7 0,1 1-12 16,9-4-11-16,-20 5-19 0,12-3-24 0,8-2-37 16,-13 0-45-16,13 0-45 0,-13 3-140 15,13-3-354-15,0 0 157 0</inkml:trace>
  <inkml:trace contextRef="#ctx0" brushRef="#br0" timeOffset="140747.98">23370 5179 45 0,'0'0'147'0,"0"0"4"0,0 0-4 0,0 0 1 15,0 0 0-15,0 0-3 0,0 0-4 0,0 0-5 16,0 0-1-16,0 0-5 0,0 0-16 0,0 0-11 15,0 0-8-15,0 0-6 0,0 0-4 0,0 0-17 16,0 0-6-16,-24-4-5 0,24 4-4 0,-13 4-6 16,5-1-5-16,2 0 1 0,0 1-6 0,-1-1-1 15,1 0-5-15,-2 4 0 0,3-3-6 0,-3 3-2 16,3 1 0-16,1-2-4 0,2 0-2 0,-1 1-1 16,3-7-1-16,4 13-4 0,-3-6 3 15,3-1-2-15,-1 1-4 0,3 1 1 0,1-1-6 0,0 0-7 16,3-3 2-16,1 2-4 0,-2-2-2 0,3-2-1 15,-1 2 0-15,0-1 2 0,1-2-3 0,-5 1 2 16,1 0 0-16,-8-2 2 0,11 1 0 0,-4-1 1 16,-7 0-1-16,8 3 5 0,-8-3 0 0,0 0 0 15,10-2 1-15,-10 2 2 0,0 0 3 16,0 0 3-16,0 0 5 0,0 0-1 0,0 0-1 0,0 0-3 16,0 0-4-16,0 0 5 0,0 0-4 0,0 0 0 15,0 0 6-15,-37-1-2 0,25 8 7 0,1-4 2 16,-2 1 2-16,-1 4-3 0,1-1 2 0,-1 1 3 15,1 0 2-15,4-1-2 0,-1-1-3 0,4 1-3 16,-4 0 2-16,4 2-4 0,1-4-2 0,3 0-2 16,-2 1 2-16,4-6-4 0,-4 13 0 0,3-8 0 15,1-5 2-15,2 12-4 0,1-6 0 0,2-2-7 16,1 1-5-16,2 2-23 0,3-5-13 0,2 2-21 16,4 0-23-16,0-2-37 0,2-1-37 15,-1-1-39-15,1 0-178 0,1-1-409 0,1-2 180 0</inkml:trace>
  <inkml:trace contextRef="#ctx0" brushRef="#br0" timeOffset="141151.71">23973 5106 54 0,'0'0'217'15,"-6"-3"-7"-15,6 3-9 0,0 0-5 0,-10-2-8 16,10 2-2-16,0 0-22 0,0 0-12 0,-7-2-14 16,7 2-15-16,0 0-9 0,0 0-2 0,0 0-13 15,0 0-10-15,0 0-13 0,0 0-8 0,0 0-9 16,0 0-7-16,0 0-8 0,0 0 1 0,0 0 1 16,28 9-19-16,-15-9-1 0,9 1-15 0,-2-1-14 15,9 1-16-15,-3 0-27 0,-4 1-29 0,6-1-35 16,-9-1-35-16,3 0-23 0,-2 0-45 15,-3 0-107-15,-3-1-347 0,-2 1 154 0</inkml:trace>
  <inkml:trace contextRef="#ctx0" brushRef="#br0" timeOffset="141393.16">24161 5015 95 0,'-9'-1'228'0,"9"1"-18"0,0 0-9 15,0 0-15-15,0 0-14 0,0 0-21 0,-6-4-10 0,6 4-19 16,0 0-15-16,0 0-10 0,0 0 3 0,0 0-6 16,-1 18-1-16,-1-9-6 0,1 2 0 0,0 1-5 15,-1 0-3-15,1 1-6 0,-1 0 1 16,-1 2-5-16,2 1-4 0,-2 0-6 0,1 0-6 16,0-3-6-16,1-1-1 0,-1 4-7 0,2 0-6 0,-2-1-31 15,2-5-22-15,0 3-46 0,-1 0-45 0,1-3-39 16,0-10-43-16,0 23-199 0,-3-13-425 0,3-1 187 15</inkml:trace>
  <inkml:trace contextRef="#ctx0" brushRef="#br0" timeOffset="141674.1">24648 4973 164 0,'0'0'254'0,"0"0"-30"16,0 0-24-16,-6-7-23 0,6 7-19 0,0 0-16 15,0 0-12-15,18-7-18 0,-7 5-10 0,7 1-13 16,4-2-14-16,-3 1-26 0,1 1-25 0,1 1-32 15,0 0-31-15,-1 1-27 0,-4-2-32 0,0 0-25 16,-5 2-33-16,-2 0-79 0,-1-1-256 0,-8 0 114 16</inkml:trace>
  <inkml:trace contextRef="#ctx0" brushRef="#br0" timeOffset="142029.87">24781 4923 86 0,'-10'-2'157'0,"10"2"-24"0,0 0-5 0,0 0-12 15,0 0-8-15,-5 14-4 0,4-7 18 0,-1 3 9 16,2 2-8-16,-5 2-5 0,4 4-3 0,-1 0-8 16,1-1-2-16,-1 0-2 0,0 0-15 0,-4 1-4 15,5-1-5-15,-2-6-9 0,2 6-3 16,0-1-9-16,1-5-7 0,-2 2-3 0,2-3-3 0,0 1-6 16,0-3-4-16,-1 1-1 0,1 0-5 0,0-9 8 15,-1 12-14-15,-1-4-2 0,2-8 2 0,-1 11-6 16,1-11-1-16,-2 10-7 0,2-10-3 0,-2 4 0 15,2-4-4-15,-5 8-3 0,5-8-3 0,-6 2-2 16,6-2 1-16,0 0 2 0,-10 0-1 0,10 0 2 16,0 0 2-16,-12-4 0 0,12 4 3 0,0 0-5 15,-7-5 9-15,7 5 3 0,0 0 6 0,-8-4 6 16,8 4 1-16,0 0 2 0,0 0 0 0,0 0-2 16,0 0 0-16,0 0-9 0,0 0-8 15,0 0-12-15,0 0-2 0,0 0-5 0,0 0-14 0,0 0-24 16,25 0-24-16,-7 0-38 0,3-1-41 0,7 1-47 15,2-2-161-15,-1 1-390 0,1 0 173 0</inkml:trace>
  <inkml:trace contextRef="#ctx0" brushRef="#br0" timeOffset="142427.81">25173 5192 78 0,'0'0'229'0,"0"0"-7"16,-6-15-6-16,1 12-13 0,5 3-7 0,0 0-13 15,-14-1-15-15,14 1-11 0,-13 1-13 0,13-1-15 16,-14 5-7-16,6-2-10 0,-1 1-13 0,2 2-14 16,1-1-1-16,0 0-11 0,-1-1-13 0,2 3-5 15,1-2-8-15,4-5-3 0,-5 11-7 0,3-5-3 16,2-6 7-16,2 11-16 0,1-5-5 0,3-1-9 16,1 2-4-16,4 0-11 0,-2-1 2 15,1 0-3-15,2-3-3 0,-3-1 1 0,-2 1 2 0,0-1-2 16,2 0 5-16,-9-2-1 0,8 1 3 0,-8-1 8 15,9 0 15-15,-9 0 10 0,0 0-6 0,0 0 3 16,0 0 2-16,10-3-11 0,-10 3 0 0,0 0 3 16,0 0 9-16,0 0-3 0,0 0-5 0,0 0 2 15,0 0 0-15,-22-10-4 0,22 10-5 0,-14 2 9 16,4 1 0-16,0-2-4 0,1 5 4 0,-3-3-2 16,5 3 4-16,-1-1-7 0,-3 1 3 0,4 2-5 15,1 0-5-15,0-1-3 0,0 1 3 0,4-3-4 16,-1 1-1-16,3 4 1 0,0-10-15 0,3 16-23 15,2-7-27-15,3-1-30 0,3 0-35 0,3 2-40 16,1-3-45-16,3-1-41 0,0 0-196 16,4-2-477-16,-1-2 211 0</inkml:trace>
  <inkml:trace contextRef="#ctx0" brushRef="#br0" timeOffset="142687.79">25472 5163 149 0,'3'-10'272'0,"1"-1"10"0,-2 3 5 16,1 1 3-16,-1 1-2 0,-2 6-16 0,3-11-9 16,-3 11-27-16,2-5-22 0,-2 5-29 0,0 0-20 15,2-7-17-15,-2 7-19 0,0 0-8 0,0 0-6 16,0 0-11-16,0 0 2 0,1 29 0 16,-4-17-12-16,3 2-7 0,-2 2 12 0,-3 2-14 15,4 0-3-15,-2 1-17 0,2-2-3 0,-1 8-1 0,0-6-13 16,-2-4-13-16,3 4-6 0,1-1-25 15,0-2-26-15,0-3-41 0,0 0-36 0,0-1-28 0,0 2-34 16,-1-2-36-16,0-2-44 0,1-10-37 16,-2 19-26-16,0-8-195 0,-4-2-540 0,6-9 239 15</inkml:trace>
  <inkml:trace contextRef="#ctx0" brushRef="#br0" timeOffset="143020.19">25558 5029 94 0,'7'-8'201'0,"-1"1"-23"0,4 3-12 0,-2-1-15 15,-3 2-21-15,0 0-10 0,-5 3-16 0,14 1 7 16,-8 3-6-16,-1-1-1 0,3 4-4 16,-4 0 0-16,0 3-5 0,-3 0-8 0,0 2-8 15,-3-1-8-15,-2 4-8 0,0-3-8 0,-5 2-4 16,0-1-4-16,0-4-4 0,-2 0-12 0,2-2 1 0,-1 0-6 15,2 0-4-15,3-3-2 0,1 1 5 0,0-2-6 16,4-3-2-16,-10 6-1 0,10-6-2 0,-4 3 0 16,4-3 4-16,0 0 7 0,-9 4 8 15,9-4 0-15,0 0-1 0,0 0-3 0,-4 4-2 16,4-4-4-16,0 0-5 0,0 0 1 0,0 0-3 16,0 0 2-16,9 15-4 0,-3-11-3 0,0 1-1 15,2 3-4-15,1 2-23 0,1-1-36 0,2 3-46 16,1-4-46-16,2 3-49 0,2-2-193 0,-3 2-417 15,3-1 185-15</inkml:trace>
  <inkml:trace contextRef="#ctx0" brushRef="#br0" timeOffset="143421.1">26079 5250 96 0,'0'-9'275'16,"0"9"-18"-16,0 0-18 0,0 0-16 0,-8-10-20 15,0 8-13-15,8 2-13 0,-22 3-9 0,6 2-9 16,-2 0-7-16,3 0-16 0,-2 2-10 0,4 2-13 16,0-3-14-16,2 2-6 0,0-2-14 0,4 2-7 15,-2-1-4-15,6-1-2 0,-3 1-7 0,2 3-9 16,3-3 4-16,1 2-7 0,1 0-2 0,3-2-8 16,2 4-6-16,4-5-3 0,1 1-6 0,-2-1-2 15,2 0-9-15,2 1-4 0,-4-3-1 0,1-2-2 0,-4 2 3 16,1-2-2-16,-7-2 3 0,9 1 0 15,-9-1-1-15,7 2 8 0,-7-2 11 0,0 0 3 16,0 0 7-16,7 4-2 0,-7-4-3 0,0 0-4 16,0 0-4-16,0 0-3 0,0 0 5 0,-25 4-8 15,14 0 8-15,-7 1 4 0,5-1 0 0,1 2 8 0,-4 1-4 16,4-1 0-16,1 0-6 0,1 0 0 0,0 0-5 16,1 0-8-16,5 1 3 0,-2-3-3 15,3 2 6-15,-2 1-6 0,5-7 3 0,0 14-15 16,6-8 2-16,2 3-18 0,3-2-16 0,7 4-22 15,9 0-30-15,0 0-43 0,-1-1-43 0,2 0-52 16,-1-3-57-16,-7 0-244 0,3-3-565 0,-8 0 249 16</inkml:trace>
  <inkml:trace contextRef="#ctx0" brushRef="#br0" timeOffset="153007.76">15536 6654 109 0,'0'0'253'0,"0"-12"-18"0,0 12-27 16,0-10-17-16,0 10-19 0,0 0-12 0,4-8-15 15,-4 8-8-15,0 0-16 0,0 0-8 0,0 0-6 16,0 0-10-16,0 0-4 0,0 0-6 0,0 0-4 0,0 0-4 15,-5 30-6-15,2-14 1 0,1 0-7 0,-1 3-5 16,-1 7-3-16,0 0-9 0,-1-2-2 0,0 1-3 16,4 0-4-16,-4-2-3 0,2 2-6 15,2-5 1-15,-3-1-5 0,3 6-3 0,-1-8-2 0,1 1 0 16,0 0-9-16,0-3-14 0,1 1-12 0,-2-1-34 16,0 0-34-16,2 2-32 0,-2-1-28 15,1 0-25-15,-1 1-26 0,0-2-28 0,-3-2-141 16,-2 0-390-16,-1-3 172 0</inkml:trace>
  <inkml:trace contextRef="#ctx0" brushRef="#br0" timeOffset="153397.98">15596 6567 93 0,'6'-12'180'0,"-1"2"-20"0,1-1-13 15,0 1-15-15,0 3-8 0,1-1-8 0,-1 4-13 16,-1-2-5-16,0 3-13 0,2 0-12 0,-7 3-8 16,12-3-3-16,-12 3-8 0,13 3-3 15,-6-3-9-15,3 6-2 0,-2 1-3 0,-1 0 4 0,0 3-9 16,-1-2-2-16,-1 4-6 0,-2 0-3 0,-1 0 2 16,2 3-5-16,-3 0-5 0,-2 1-5 0,1-5-8 15,-1 0-12-15,0 0-14 0,-1-2-10 0,1-1-11 16,1-8 1-16,-1 14-3 0,1-9 9 0,0-5-10 15,1 11-1-15,0-5 2 0,-1-6 3 0,5 9 1 16,-2-6 4-16,2 1 7 0,-2 1 5 0,-3-5-4 16,8 7 17-16,-8-7-10 0,6 5 2 0,-2-2 12 15,-4-3 13-15,2 10 11 0,-2-10 16 16,0 12 7-16,0-12 7 0,-2 13 8 0,-1-7 1 0,-2 3-4 16,0-2 1-16,-3 2-6 0,2 1-4 0,-1-1-6 15,0-1 2-15,-2 2-20 0,1-2-11 0,3 0-33 16,-2-1-29-16,2 0-47 0,0-1-135 0,-1 2-260 15,1-2 116-15</inkml:trace>
  <inkml:trace contextRef="#ctx0" brushRef="#br0" timeOffset="153567.04">16011 6768 46 0,'9'-3'204'0,"-9"3"-33"15,8 0-25-15,-8 0-17 0,0 0-16 0,11-1-27 16,-11 1-30-16,0 0-42 0,13 1-28 0,-13-1-37 16,12 5-30-16,-9-1-56 0,-3-4-148 0,7 8 66 15</inkml:trace>
  <inkml:trace contextRef="#ctx0" brushRef="#br0" timeOffset="153715.09">15979 6912 171 0,'-5'6'223'0,"5"-6"-22"0,-4 4-17 0,4-4-14 0,0 0-6 16,0 0-8-16,-7 3-13 0,7-3-17 0,0 0-16 16,0 0-7-16,0 0-25 0,0 0-27 0,0 0-39 15,38-3-43-15,-19 0-54 0,8 0-53 0,1-4-135 16,-2-1-296-16,2 3 131 0</inkml:trace>
  <inkml:trace contextRef="#ctx0" brushRef="#br0" timeOffset="153959.62">16422 6606 31 0,'0'0'300'0,"2"-9"-26"0,-2 9-22 0,3-8-18 16,-3 8-13-16,0 0-17 0,0 0-19 0,0-7-17 16,0 7-19-16,0 0-18 0,0 0-1 0,0 0 0 15,0 0 6-15,2 23-9 0,-2-8-10 0,-1 2-1 16,1 2-13-16,-1 6-4 0,-1-4-8 0,2-2-10 15,-1 7-10-15,0-2 7 0,-2-3-21 0,3 4 0 16,3 3-7-16,-4-3-7 0,3-6-36 0,-3 2-35 16,2-4-38-16,-1 2-36 0,-1-2-47 0,2 1-43 15,2-7-39-15,-1 6-45 0,-2-8-157 0,3 1-470 16,-1-3 208-16</inkml:trace>
  <inkml:trace contextRef="#ctx0" brushRef="#br0" timeOffset="154499.57">16621 6797 175 0,'0'0'298'0,"0"0"-22"15,2-9-17-15,-2 9-16 0,0 0-15 0,0 0-8 16,0 0-14-16,0 0-3 0,0 0-9 0,0 0-14 16,0 0-9-16,0 0-12 0,-15 25-16 0,13-16-15 15,-1 4-12-15,0 2-5 0,3 0-15 0,-1-4-8 16,1 0-10-16,0 1-10 0,1-1-7 0,2-1-7 15,0 1-1-15,1-1-10 0,-1-2-9 0,2-2-10 16,2 2-4-16,0-1-7 0,-3-3-6 0,3 0-11 16,2 0-5-16,-3-3-2 0,2 1-3 0,-8-2 1 15,14 1 0-15,-14-1 2 0,11-3 3 0,-4 1-1 16,-7 2-1-16,11-11 3 0,-7 4-4 0,1-1 4 16,0-3-6-16,0 1-4 0,-1-6 4 0,1 1-2 15,0 7-5-15,0-5 1 0,-1 1-2 0,-1 2-2 16,2 1 1-16,-2 1-2 0,2 0-2 0,1-2-1 15,-4 7 0-15,2-4 1 0,2 3 2 0,0 2 3 16,0-1-3-16,-6 3 2 0,16 3 2 0,-10-1-1 16,7 2 2-16,-6 3 5 0,2 2 7 0,-1-2 2 15,0 3 1-15,-1 3 1 0,-1-4 0 0,0 3 2 16,0-2-1-16,-1 0-1 0,-2 0 2 0,3 0-1 16,-1-3 0-16,2 1 5 0,-1-3-2 0,1 0-1 15,0 2 7-15,2-2-7 0,0-3-1 0,1 0 3 16,2-1 0-16,-3-2-1 0,2-1-2 0,0 0-1 15,-5-2 4-15,5 2-1 0,-2-6 10 0,0 1 7 16,-1 0-2-16,-2-6-1 0,0 2 8 0,-4-7 2 16,-1 3-3-16,-1 4 3 0,-1-2 2 0,-1-2 4 15,-2-3 5-15,-1 3-2 0,-3 2 8 0,2 2-4 16,-5 0-5-16,4 1-10 0,-1 3-18 0,0-1-22 16,1 3-28-16,-4 0-42 0,-1 5-54 0,12 0-78 15,-31 9-74-15,6 1-202 0,-2 4-536 0,3 2 237 16</inkml:trace>
  <inkml:trace contextRef="#ctx0" brushRef="#br0" timeOffset="208215.99">19329 6138 4 0,'0'0'207'0,"0"0"-12"0,0 0-11 0,0 0-6 15,-14 3-9-15,14-3-6 0,0 0-14 0,0 0-12 16,0 0-6-16,-6 4-15 0,6-4-10 0,0 0-10 15,0 0-4-15,0 0-12 0,0 0-1 0,0 0-15 16,0 0-8-16,0 0-7 0,0 0-6 0,0 0-7 16,0 0-15-16,22 4-20 0,-11-3-17 0,5 1-26 15,-2-2-37-15,6-1-33 0,-1 1-30 0,1 0-33 16,-1 0-124-16,-1 1-323 0,-5 1 143 0</inkml:trace>
  <inkml:trace contextRef="#ctx0" brushRef="#br0" timeOffset="208393.3">19309 6303 127 0,'0'0'227'0,"-8"5"-24"0,8-5-20 0,-8 3-14 0,8-3-5 16,0 0-5-16,0 0 8 0,-5 3-15 16,5-3-14-16,0 0-19 0,0 0-12 0,0 0-16 15,0 0-25-15,19 4-30 0,-6-4-30 0,6 0-41 16,12-3-55-16,5-1-46 0,1 4-174 0,1-5-334 0,2 1 148 15</inkml:trace>
  <inkml:trace contextRef="#ctx0" brushRef="#br0" timeOffset="208902">20506 6043 19 0,'0'0'165'0,"0"0"-2"0,0 0 5 16,0 0-9-16,-9-1-7 0,9 1-4 0,0 0-7 15,0 0-9-15,0 0-9 0,0 0-15 16,0 0-10-16,0 0-7 0,0 0-12 0,0 0-5 0,0 0-9 16,0 0-5-16,35-1-12 0,-21-1-14 0,3 1-16 15,0 1-25-15,1-2-21 0,0 2-37 0,1 0-31 16,-2 0-21-16,-6-2-16 0,2 0-17 0,-2 1-92 15,-3-1-262-15,0 0 116 0</inkml:trace>
  <inkml:trace contextRef="#ctx0" brushRef="#br0" timeOffset="209258.08">20642 5996 126 0,'0'0'121'0,"0"0"-11"0,0 0-14 16,-6 12 4-16,5-2 1 0,0 0 7 0,-2 6 3 15,2 1 7-15,-2 2-2 0,2 0-4 0,0 0-2 16,-2 1-13-16,2-1-5 0,-3 5-6 16,3 1-1-16,0-6 9 0,0-1-11 0,-1 0-7 0,2-1-8 15,-1 1-3-15,0-3-9 0,-1-2-3 0,2 0-7 16,0-1-5-16,0-1-3 0,0-1-2 0,-1-1-5 16,1-2-3-16,0-7 1 0,-3 13-5 0,3-13-1 15,0 7-2-15,0-7 0 0,0 0-1 0,-2 8 1 16,2-8 3-16,0 0 8 0,0 0 1 0,-4 4 2 15,4-4 0-15,0 0-1 0,0 0-2 0,0 0 1 16,0 0 3-16,0 0 6 0,-16-8 4 0,16 8 0 16,0 0 4-16,0 0-3 0,-8-4-5 0,8 4 0 15,0 0-1-15,0 0-5 0,0 0-9 0,0 0-15 16,0 0-14-16,0 0-15 0,0 0-21 0,0 0-19 16,0 0-25-16,0 0-22 0,20-6-31 0,-8 5-24 15,7-1-32-15,0-2-18 0,3 2-174 0,1-2-414 16,4-1 183-16</inkml:trace>
  <inkml:trace contextRef="#ctx0" brushRef="#br0" timeOffset="209620.01">20937 6279 65 0,'2'-5'225'0,"-2"5"-11"0,7-7-17 0,-7 7-17 16,4-3-14-16,-4 3-17 0,0 0-14 0,0 0-20 16,5-4-10-16,-5 4-3 0,0 0 11 0,0 0 8 15,3 19 2-15,-3-9-8 0,-2 1-10 0,-1 2-7 16,2-1-4-16,0 5-8 0,0-5-4 0,-1 4-6 15,0-4-8-15,0-2-8 0,0 0 0 0,-1-3-9 16,3-7-3-16,-1 10-3 0,0-4-5 0,1-6-8 0,-2 9 3 16,2-9-2-16,0 0-4 0,-1 7 5 15,1-7 0-15,0 0 5 0,0 0-4 0,0 0-3 16,0 0-7-16,0 0-8 0,7 5-2 0,-7-5-12 16,0 0-9-16,24-11-8 0,-11 5-2 0,3 1 1 15,0 0-7-15,3 4-6 0,-1-3-3 0,2 4 7 16,0 2 0-16,-3 0 3 0,-5-1-1 0,0 1 6 15,0 4-4-15,-1-1 4 0,1 1 0 0,-4 1 1 16,0 0 7-16,-4-2-1 0,-1 5 4 0,-2-3 6 16,-3 1 3-16,2-8 2 0,-6 14 4 0,1-5-2 0,-3-1 3 15,-3-2-1-15,4 2 0 0,-6-4-2 16,3 3-7-16,-1-3-15 0,1-1-22 0,1 0-34 16,3 0-44-16,-1-2-55 0,7-1-60 0,-12 0-190 15,12 0-453-15,-9-4 200 0</inkml:trace>
  <inkml:trace contextRef="#ctx0" brushRef="#br0" timeOffset="209868.07">21374 6269 3036 0,'6'-12'215'0,"-1"3"-105"0,2-1-54 0,-4 3-13 16,0-1-15-16,1 3 0 0,-4 5-5 0,4-7-5 15,-4 7 0-15,0 0-3 0,2-6 10 0,-2 6 14 16,0 0 6-16,0 0 11 0,2 26-7 15,-5-9 7-15,1 2-20 0,-1 0 7 0,0 6-3 16,-1 0-2-16,2-6-4 0,-1 6 1 0,0-5-12 0,1 5 7 16,0-5 16-16,1-1-13 0,-1-1-23 15,1-1-23-15,1-2-27 0,1 2-34 0,1-5-30 16,-5-1-27-16,3-1-26 0,0 0-23 0,0 0-33 16,0-10-16-16,1 12-22 0,-1-12-12 0,2 7-167 0,-2-7-464 15,0 0 206-15</inkml:trace>
  <inkml:trace contextRef="#ctx0" brushRef="#br0" timeOffset="210166.11">21508 6179 26 0,'9'-12'193'0,"-4"1"-13"0,1 2-14 16,-2 3-19-16,2 2-16 0,0 1-6 0,-6 3 2 16,11 0-1-16,-11 0-7 0,14 8-4 15,-6 0-7-15,-3 2-5 0,2 2 3 0,-4-1-13 16,1 8-6-16,-4-2-6 0,-1 0-11 0,-4 2-11 15,-2-1-12-15,-2 0-22 0,-2-1-7 0,-1 0-1 0,-1-2-4 16,-3-4-3-16,2-1 1 0,4-3 2 0,1-1 2 16,-3-1 7-16,6-2 5 0,1 0 8 0,-2-2 4 15,7-1 9-15,-7 5 9 0,7-5 9 0,0 0-4 16,-9 2-4-16,9-2-7 0,0 0-9 0,-5 4-8 16,5-4 1-16,0 0-6 0,0 0-6 0,0 0-6 15,0 0 2-15,14 13-2 0,-9-8-3 0,6 1 5 16,0 2-23-16,1 0-26 0,4 0-27 15,0 1-40-15,0 1-43 0,3-3-38 0,0 1-35 0,-1-1-175 16,0-1-420-16,-1-3 186 0</inkml:trace>
  <inkml:trace contextRef="#ctx0" brushRef="#br0" timeOffset="210542.14">21842 6396 91 0,'2'-5'203'0,"2"-1"-2"0,1 3-1 16,-5 3-4-16,5-7-10 0,-5 7-13 0,5-5-15 15,-5 5-8-15,0 0-13 0,0 0 9 0,0 0 1 16,0 0 2-16,3 16-9 0,-4-5-7 0,-2 1-13 16,0 0-4-16,1 5-13 0,-1-5-3 0,1 2-13 15,-3-4-2-15,2 2-14 0,1-2-3 0,-1 2-7 16,-1-3-7-16,4-2-7 0,-1 0 4 0,1-7-3 16,0 9-11-16,0-9-4 0,-1 7-1 0,1-7-6 15,0 0 4-15,-4 6-2 0,4-6-9 16,0 0-7-16,0 0-1 0,0 0-9 0,0 0-4 0,0 0-6 15,0 0-5-15,9 6-3 0,-9-6 0 0,19-2-1 16,-8 2 3-16,3-2 1 0,-1 2 0 0,0 2 0 16,-2 0-1-16,1-1 0 0,-2 2 6 0,2-1-2 15,-6 0-1-15,1 1-1 0,-2 1 7 16,0 1-1-16,-1-1 6 0,-4-4 3 0,5 8 8 0,-5-8 11 16,-2 11 1-16,2-11 3 0,-5 9-1 0,0-3 4 15,-1 0-5-15,-1-4 2 0,0 5-7 0,-2-2-5 16,-5 0-16-16,3 0-19 0,-1-3-25 0,2 3-32 15,-1-4-50-15,0 1-63 0,4 0-69 0,7-2-231 16,-11 4-531-16,11-4 235 0</inkml:trace>
  <inkml:trace contextRef="#ctx0" brushRef="#br0" timeOffset="210745.12">22309 6449 338 0,'9'-4'309'16,"-9"4"-28"-16,0 0-22 0,10-3-17 0,-10 3-20 16,11-1-24-16,-4 0-16 0,4 2-20 0,0-2-11 15,3-1-18-15,4 6-12 0,0-2-11 0,2-1-16 16,0 0-32-16,-3 0-39 0,0 2-41 0,-4-3-47 16,-2 1-49-16,0-1-40 0,-1 0-42 0,-4 0-194 15,-6 0-423-15,11-6 187 0</inkml:trace>
  <inkml:trace contextRef="#ctx0" brushRef="#br0" timeOffset="210917.75">22514 6327 124 0,'0'0'251'15,"0"0"-21"-15,0 0-23 0,0 0-17 0,0 0-22 16,0 0-7-16,0 0-8 0,0 0 3 0,0 0 2 0,0 0-2 16,-5 23-7-16,2-7-8 0,0-4-10 15,2 5-20-15,-3-2-7 0,2 2-12 0,1 1-8 16,1 1-7-16,-2-1-7 0,4 0-10 0,-1-1-32 15,1-2-54-15,1-1-65 0,-2 1-78 0,4-3-71 16,-3-2-173-16,2 0-447 0,1-1 198 0</inkml:trace>
  <inkml:trace contextRef="#ctx0" brushRef="#br0" timeOffset="211284.04">23226 6349 3350 0,'6'-15'96'0,"-3"2"8"16,2 2 5-16,-4 2-27 0,1 4-19 0,0-2-7 16,-2 7-15-16,4-8-13 0,-4 8-4 0,2-9-1 15,-2 9-7-15,0 0 1 0,0 0 0 0,0 0 7 16,0 0 8-16,7 19-1 0,-6-5 3 0,2 1-14 16,0 5-3-16,1-3-3 0,2 3 1 0,-2-1-1 15,1-1-4-15,-1 0-1 0,-1-3 7 16,2 2-6-16,0-6 4 0,-2 0-2 0,-1-4-2 0,1 2-2 15,1-1 3-15,-2-4-1 0,1 1-3 0,-3-5 5 0,4 8 20 16,-4-8 15-16,2 4 14 0,-2-4 15 16,0 0 14-16,0 0-5 0,0 0-9 0,0 0 1 15,0 0-11-15,17-13-15 0,-12 3-9 0,3-5-19 16,0-3-9-16,3 0-17 0,0-4-25 0,2-3-3 0,2 1-14 16,2 2-26-16,0 1-2 0,-5 6-12 15,0 1-11-15,-6 6-15 0,3-2-26 0,-4 3-32 16,0 1-46-16,0 2-50 0,1 2-17 0,-6 2-10 15,11 0 6-15,-11 0-3 0,10 9-148 0,-6-4-472 16,0 3 209-16</inkml:trace>
  <inkml:trace contextRef="#ctx0" brushRef="#br0" timeOffset="211476.57">23587 6402 85 0,'0'0'204'16,"4"7"-15"-16,-4-7-11 0,0 0-12 0,0 0-11 15,3 6-7-15,-3-6 5 0,0 0 8 0,-2 9 5 0,2-9 1 16,-1 16 1-16,0-5-2 0,0 2-2 0,-2-2-13 15,2 4-10-15,-3 1-11 0,1 1-10 0,1 0-13 16,-1-2-7-16,2 0-14 0,0 1-8 16,-2-5-5-16,1 2-8 0,0 0-10 0,2-1-23 15,0 0-27-15,0 0-43 0,-1-1-39 0,1-1-44 0,0-1-49 16,3 2-35-16,-2-2-36 0,-1-2-187 0,0-7-461 16,0 0 204-16</inkml:trace>
  <inkml:trace contextRef="#ctx0" brushRef="#br0" timeOffset="211830.46">23742 6428 196 0,'12'-10'196'0,"-2"2"-1"0,-1 0-11 16,0 3-11-16,-3 1-17 0,2 2-15 0,-2 2-12 16,-6 0-13-16,13-2-2 0,-4 4 3 0,-3 0-11 0,3 5-8 15,-1-1-11-15,1 3 0 0,-3-1-6 16,-2 1-4-16,1 1-6 0,-2 0-7 0,-2-1-4 15,-1 3-10-15,-3-2-8 0,-1 0-8 0,2 2-11 16,-5-3-17-16,1 1-12 0,-3-2-10 0,3 1-22 0,-2 0-11 16,-1 0-21-16,3-1-18 0,1-5-26 0,2 4-4 15,1-1 1-15,2-6 6 0,-3 10 5 0,3-10 10 16,1 9 5-16,-1-9 17 0,4 8 12 0,-4-8 5 16,4 8 10-16,-4-8 16 0,4 5 0 15,-4-5 13-15,4 6 36 0,-4-6 15 0,1 7 23 0,-1-7 10 16,0 9 8-16,0-9 4 0,-5 9 1 0,1-6-1 15,-4 3-7-15,1 1-3 0,-3-1-1 0,-1-1-8 16,0 1-9-16,2-1-2 0,-3 0-6 0,3 0-19 16,-1-2-25-16,4 0-37 0,6-3-44 0,-11 3-47 15,11-3-49-15,-7 3-111 0,7-3-315 0,0 0 140 16</inkml:trace>
  <inkml:trace contextRef="#ctx0" brushRef="#br0" timeOffset="212186.18">24182 6508 172 0,'0'0'292'0,"0"0"-30"0,0 0-26 0,0 0-24 15,0 0-19-15,-34 11-14 0,23-3-16 0,-4 1-17 16,-1 0-14-16,2 0-19 0,5 0-9 0,0-2-11 16,2 3-8-16,2-1-12 0,1 1-11 0,2-1-10 15,1 2 0-15,4-3-18 0,1 2-9 0,1-1-2 16,5 0-9-16,-3-1-12 0,3-1-3 0,0 0-2 15,-1-4 0-15,-3 0 0 0,-1 1 2 0,0-2 2 16,-5-2 14-16,10 4 17 0,-10-4 20 0,7 3 17 16,-7-3 18-16,0 0 11 0,4 3 5 0,-4-3 0 15,0 0-7-15,0 0-16 0,0 0-3 0,0 0-2 16,0 0-11-16,0 0 1 0,-25 3-11 0,16-1 2 16,0 0-5-16,-1 2-5 0,1 2-5 0,2-3 0 15,1 0 5-15,0 2-24 0,0-1 9 0,-1 0-5 16,7-4 2-16,-7 7-7 0,3 1-1 0,0-4-7 15,3 3-14-15,1-7-3 0,2 10-26 0,2-3-41 16,4 0-52-16,2 0-60 0,3-3-84 0,6 2-68 16,1-3-200-16,2 2-579 0,5-2 256 0</inkml:trace>
  <inkml:trace contextRef="#ctx0" brushRef="#br0" timeOffset="212376.97">24496 6674 254 0,'0'0'309'0,"9"-5"-23"0,-9 5-14 0,0 0-18 16,8-4-20-16,-8 4-23 0,7-2-17 0,-7 2-23 15,16-2-17-15,-5 2-16 0,2-1-30 0,2 0-28 16,5 1-26-16,-4-2-38 0,-2 2-34 0,0-2-33 16,-2 2-42-16,-1-1-24 0,0-1-28 0,-1-3-23 15,-3 5-21-15,-2-4-137 0,-5 4-353 0,8-8 156 16</inkml:trace>
  <inkml:trace contextRef="#ctx0" brushRef="#br0" timeOffset="212535.76">24706 6609 810 0,'0'0'-31'0,"-6"-10"25"0,6 3 15 0,0 7 19 16,-9-9 25-16,6 5 26 0,3 4 20 0,-8-9 30 16,8 9 15-16,-5-6-1 0,5 6-7 0,0 0-12 15,-4-5-13-15,4 5-2 0,0 0 9 0,0 0 13 16,-9 11 10-16,1-1 9 0,2-3-4 0,2 5-11 16,-2-3 4-16,-1 7 0 0,0-2-4 0,0 2-14 15,2-1-11-15,1-1-7 0,-1 3-13 0,1 2-7 0,2-3-8 16,2-3-46-16,-2 2-44 0,-2 1-63 15,2 1-78-15,2-3-94 0,-1 1-298 0,1-15-593 16,-5 21 263-16</inkml:trace>
  <inkml:trace contextRef="#ctx0" brushRef="#br0" timeOffset="213335.56">25493 6373 11 0,'0'0'268'0,"0"0"-32"0,-10-3-22 16,10 3-16-16,0 0-19 0,0 0-15 0,0 0-10 15,0 0-30-15,0 0-4 0,0 0-14 0,0 0-9 16,0 0-9-16,33 7-17 0,-20-6-18 0,6 1-30 16,0 0-29-16,-1 0-33 0,-5-1-35 0,1 1-16 15,-2 0-24-15,0 0-16 0,-4-2-1 0,-2 1 3 16,-6-1 17-16,11 1 15 0,-11-1 7 0,0 0 14 15,0 0 11-15,0 0 28 0,0 0 16 0,0 0 14 16,0 0 17-16,0 0 24 0,0 0 31 0,-17-19 1 16,17 19 19-16,-8-4 6 0,8 4 11 0,-4-3-9 15,4 3-6-15,0 0-5 0,0 0-10 0,-9-3-10 0,9 3-5 16,0 0 8-16,-4 14 4 0,0-5 2 16,-1 6 22-16,-3 4-2 0,5 6-2 0,-2 0-3 15,0 1-2-15,-1 1-4 0,-2-1-2 0,4-2-8 16,2 2 2-16,0-7-8 0,-3 0-3 0,2 6-10 0,2-6 1 15,1-1-4-15,-2 0-6 0,0-5-2 0,2-2-6 16,0 1-4-16,-2 1-3 0,-1-4-4 0,3 1-9 16,-1-3-13-16,1-7-9 0,-4 13-6 0,0-9-8 15,-1 0-2-15,5-4-9 0,-13 3-4 16,4-1 0-16,9-2 2 0,-11-2 1 0,3-1 3 16,8 3 6-16,-14-8 7 0,9 4 13 0,1-1 9 0,4 5 3 15,-9-5-2-15,5 1 2 0,4 4 6 16,0 0-3-16,-6-9-4 0,6 9 3 0,0 0-1 15,-2-5-3-15,2 5-2 0,0 0-1 0,0 0 6 0,25 0-7 16,-11 2 1-16,5-1 0 0,0-1-14 0,10 2-16 16,-10 0-22-16,13 0-31 0,1 2-29 15,2 0-40-15,1-3-43 0,-2-2-40 0,-1 2-140 16,-4-2-401-16,-2-2 179 0</inkml:trace>
  <inkml:trace contextRef="#ctx0" brushRef="#br0" timeOffset="213497.2">25975 6699 25 0,'0'0'20'0,"0"0"-2"0,0 0-20 0,0 0-9 15,0 0-11-15,0 0 6 0</inkml:trace>
  <inkml:trace contextRef="#ctx0" brushRef="#br0" timeOffset="213851.87">25975 6699 32 0,'0'0'76'0,"0"0"12"16,0 0 11-16,0 0 15 0,0 0 14 0,0 0 12 16,0 0 8-16,0 0 6 0,0 0 1 0,0 0 1 15,0 0-7-15,1-7-4 0,-1 7-2 0,0 0-3 16,0 0-8-16,0 0-3 0,0 0-3 0,0 0-7 16,0 0-6-16,0 0-4 0,0 0-5 0,0 0-2 15,0 0-3-15,0 0-6 0,5-7 0 0,-5 7-3 16,0 0-2-16,0 0-5 0,0 0-7 15,0 0 0-15,0 0-6 0,0 0-8 0,0 0-5 16,0 0-5-16,0 0-9 0,0 0 1 0,0 0-5 0,0 0-9 16,0 0 5-16,0 0-11 0,0 0-4 0,0 0-9 15,0 0 3-15,0 0-1 0,0 0 0 0,0 0 0 16,0 0 13-16,0 0-14 0,0 23 12 0,0-23 5 16,0 12-4-16,-2-3 4 0,2 3 0 15,-3-2-2-15,0 3 6 0,5 2-4 0,-4 1-10 0,0 2 6 16,2 0 1-16,-2-1-4 0,0 0-5 0,-2 0-3 15,3-4 7-15,-1-2-5 0,0 1-4 0,2-3 3 16,0 2-6-16,-2-2-15 0,2-1-19 0,-2-2-25 16,2-6-20-16,0 11-21 0,0-11-24 0,0 10-19 15,0-10-30-15,-2 7-29 0,2-7-24 0,0 0-15 16,0 0-13-16,0 0-17 0,0 0-187 0,0 0-487 16,0 0 215-16</inkml:trace>
  <inkml:trace contextRef="#ctx0" brushRef="#br0" timeOffset="214227.98">26038 6731 140 0,'6'-11'186'0,"-2"0"0"0,1 1-15 0,-1 2-7 0,-2 3-1 15,4-1-15-15,0 2-10 0,-6 4-13 0,8-6-14 16,-1 1-10-16,-7 5-8 0,11-1-9 0,-11 1-11 16,14 1-8-16,-5 3-5 0,3-3-4 0,-2 5-6 15,-1-3 0-15,-4 1-13 0,4 0-4 0,-3 2-2 16,-1 0-3-16,-1 0-3 0,-1-1 0 0,1 3-3 15,0-1-5-15,-4 0 1 0,0-7 0 0,-2 15-9 16,0-8-2-16,-3 0-5 0,-1 0-11 0,-1-1-15 16,-2 1-9-16,4-1-10 0,-1-1-8 0,1 0-15 15,5-5-13-15,-6 12-5 0,6-12 6 0,-5 11 1 16,5-11 3-16,1 12 7 0,-1-12 3 0,8 15 10 16,-1-8 6-16,0 2 3 0,2-4 7 0,0 1 4 15,-3 1 4-15,1 0 5 0,-7-7 19 0,9 11 9 16,-6-7 20-16,1 0 16 0,0 3 15 0,-1-2 9 15,-3-5 12-15,2 10 7 0,-2-10 10 0,2 9 4 16,-2-9 9-16,0 0-1 0,-7 12-2 0,3-9-10 16,-5 1-11-16,4 0-8 0,-2 0-6 0,1 1-7 15,-1-2-14-15,-2-1-22 0,2 1-26 0,-1 0-32 16,1-1-42-16,7-2-70 0,-14 2-54 0,8 1-172 16,6-3-403-16,0 0 178 0</inkml:trace>
  <inkml:trace contextRef="#ctx0" brushRef="#br0" timeOffset="214446.29">26477 6752 56 0,'0'0'293'0,"4"-2"-27"15,-4 2-30-15,0 0-18 0,7-3-16 0,-7 3-19 16,9-2-16-16,-9 2-15 0,18-1-20 0,-7 2-10 0,1-4-14 15,1 3-11-15,7 0-15 0,-4-1-28 0,2-1-27 16,-5 4-25-16,1-2-40 0,-1-2-42 16,-1 1-37-16,1-2-33 0,-4 3-44 0,0-3-109 15,-2-1-329-15,-3 1 145 0</inkml:trace>
  <inkml:trace contextRef="#ctx0" brushRef="#br0" timeOffset="214628.11">26670 6654 73 0,'-4'-5'256'0,"4"5"-10"0,0 0-8 15,0 0-15-15,0 0-8 0,0 0-16 0,0 0-19 16,0 0-16-16,0 0-26 0,0 0-13 0,0 0-10 0,0 0-10 16,0 0 5-16,-9 18-5 0,4-8-4 0,2 2-6 15,3 3-12-15,-2 1-4 0,0-1-12 0,2 2-5 16,-2 1-1-16,2-3-10 0,0 2-3 16,-2 3-25-16,2-5-32 0,0 2-49 0,0 1-53 0,0-1-58 15,2-5-67-15,-2 1-195 0,0-3-464 0,0 1 205 16</inkml:trace>
  <inkml:trace contextRef="#ctx0" brushRef="#br0" timeOffset="-213939.23">26928 6552 143 0,'-7'-4'212'0,"7"4"-7"0,0 0-11 16,-6-3-2-16,6 3 2 0,0 0-13 0,0 0-13 15,-5-5-12-15,5 5-22 0,0 0-13 0,0 0-12 16,0 0-18-16,0 0-9 0,0 0-10 0,34 2-12 15,-21-2-10-15,5 1-24 0,-2 1-26 0,2-1-34 16,1 1-36-16,0 1-40 0,0-2-38 0,-6 1-23 0,1-1-139 16,-3 1-336-16,3-4 150 0</inkml:trace>
  <inkml:trace contextRef="#ctx0" brushRef="#br0" timeOffset="-213508.99">27052 6548 25 0,'0'0'219'0,"0"0"-24"0,-9 3-19 0,9-3-23 16,0 0-18-16,0 0-11 0,-3 8-14 0,3-8-9 15,-2 10 3-15,0-2 4 0,0 4-1 0,-2 1-1 16,1 3-4-16,0-2-5 0,-1 3-8 0,2-1 0 0,-1 1-1 16,3 1-6-16,-4 0-1 0,4-1-8 15,0-4-3-15,-4 4-5 0,4-1-2 0,0-1-3 0,0-4-10 16,0 2-3-16,0-4-4 0,0 4-4 15,0-5-2-15,-2-1-3 0,0 3-3 0,2-10-4 0,0 14-1 16,-1-9-6-16,1-5-2 0,0 0 0 0,-1 11-3 16,1-11 2-16,0 0-2 0,0 10-2 0,0-10-5 15,0 0-6-15,-3 5-4 0,3-5-4 0,0 0-1 16,0 0-8-16,0 0-5 0,0 0-3 0,0 0 1 16,0 0 0-16,0 0 2 0,-20-10 3 0,20 10 4 15,-5-6 3-15,5 6-3 0,-8-7 4 0,8 7 0 16,-8-4 4-16,8 4 2 0,-6-6 2 0,6 6 4 15,0 0 1-15,-5-5 1 0,5 5 6 0,0 0 5 16,0 0-5-16,0 0 2 0,0 0-5 0,0 0 0 16,0 0-7-16,0 0-6 0,0 0 0 0,0 0 5 15,0 0-7-15,0 0-6 0,0 0-11 0,25 13-19 16,-7-8-29-16,0 0-38 0,2-3-32 0,7 2-32 16,0-1-30-16,2 1-154 0,-7-4-387 15,8 2 170-15</inkml:trace>
  <inkml:trace contextRef="#ctx0" brushRef="#br0" timeOffset="-213302.65">27416 6853 2 0,'0'0'233'0,"0"0"-12"0,-9-11-2 16,9 11-5-16,-11-4-8 0,11 4-8 0,-14 0-12 0,5 0-9 16,2 5-12-16,-6-4-7 0,0 5-8 0,-2 1-7 15,0 3-18-15,1 2-11 0,4 1-10 0,-1 0-6 16,3 1-13-16,-3-1-8 0,5 1-9 15,1 1-5-15,1-3-4 0,4-2-10 0,2 4-19 0,0 2-18 16,3-4-24-16,-1-2-31 0,7 4-49 0,1-3-54 16,3 0-59-16,3-3-51 0,0 0-145 0,9 1-433 15,-9-5 191-15</inkml:trace>
  <inkml:trace contextRef="#ctx0" brushRef="#br0" timeOffset="-213064.86">27679 6592 44 0,'4'-5'268'0,"-4"5"-32"0,8-3-20 16,-8 3-23-16,12 2-16 0,-5 1-16 0,4 7-10 16,0 1-17-16,3 4-4 0,1 7-5 0,-1 3-7 15,-1 2-11-15,1 3-7 0,-3 0-8 0,-4 0-9 16,0 3-5-16,-3-1-7 0,-6 1-9 0,-3 0-4 15,-3-3-10-15,-8-3-33 0,-2 2-37 0,-3-1-36 16,-15 3-43-16,-2 0-47 0,-6-5-46 0,-3-2-164 16,-6-5-387-16,0-3 172 0</inkml:trace>
  <inkml:trace contextRef="#ctx0" brushRef="#br0" timeOffset="-212653.04">25569 6300 146 0,'-10'6'240'0,"-4"7"-26"0,-4 10-19 0,-5 1-22 0,-4 16-11 16,-2 4-20-16,1 3-12 0,1-1-11 15,1 3-11-15,6-3-11 0,5 1-9 0,3-1-5 16,6 2-7-16,5 2-8 0,3-5-2 0,1-9-6 16,6 11-3-16,3-1-9 0,4-2-9 0,3-2-18 0,0-10-22 15,12 6-33-15,5-1-45 0,6-8-58 0,4 1-55 16,2-5-124-16,9-6-340 0,6-4 151 16</inkml:trace>
  <inkml:trace contextRef="#ctx0" brushRef="#br0" timeOffset="-211940.8">28542 6685 210 0,'0'0'240'0,"-3"-9"7"0,3 9-2 16,0 0-4-16,-2-11-7 0,2 11-7 0,0 0-16 16,-4-5-14-16,4 5-9 0,0 0-14 0,0 0-20 15,0 0-8-15,0 0-16 0,0 0-7 0,0 0-14 16,0 0-9-16,0 0-9 0,-1-10-11 0,1 10-12 16,0 0 0-16,0 0-15 0,0 0 4 0,0 0-12 15,0 0-6-15,0 0-1 0,0 0-4 0,0 0-2 16,0 0-2-16,0 0-7 0,0 0 0 0,0 0-2 15,0 0-2-15,0 0-4 0,0 0-1 0,0 0-4 16,0 0 4-16,0 0 1 0,0 0-2 0,0 0-2 16,0 0-3-16,0 0-1 0,0 0 3 0,0 0-5 15,0 0 1-15,0 0 2 0,0 0-3 0,0 0 0 16,0 0 1-16,0 0-1 0,0 0-1 0,0 0 6 16,0 0-4-16,0 0 0 0,-2-8-6 0,2 8 4 15,0 0-3-15,0 0 2 0,0 0 0 0,0 0-3 16,0 0 0-16,0 0 3 0,0 0-2 0,0 0 7 15,0 0-8-15,0 0 0 0,0 0-1 0,0 0-3 16,0 0-4-16,0 0-3 0,0 0 4 0,0 0-11 16,0 0 6-16,0 0 3 0,2 30-1 0,-4-17-1 15,4 2 7-15,-2 5-2 0,-2 5-2 0,2 1 9 16,0-1-7-16,-5 3 1 0,3-2 4 0,-3-2-2 16,3-2 1-16,0 1 0 0,-2-5-3 0,4-1 7 15,-3-1-4-15,2-1 1 0,0-1 5 0,1-1-6 16,-4-3 4-16,3 2-4 0,1-2-26 0,-2-3-17 15,1-1-34-15,1-6-26 0,-2 14-32 0,2-14-32 16,-2 12-35-16,2-12-29 0,0 6-34 0,0-6-185 16,-4 10-487-16,4-10 215 0</inkml:trace>
  <inkml:trace contextRef="#ctx0" brushRef="#br0" timeOffset="-211544.15">28575 6645 22 0,'10'-7'191'0,"3"1"-16"0,-3-1-17 0,3 4-11 16,0-1-17-16,0 1-10 0,-1 3-13 0,-1 2-9 16,-1 0-14-16,2 2-6 0,-4 0-5 0,1 1-6 15,-1 1-8-15,1 1 0 0,-3 2 0 0,-2-2-2 0,-1 2 0 16,-1 0-5-16,-3-2 1 0,1-7-6 15,-8 14-3-15,2-3-1 0,-4-2-2 0,-3 2-6 16,-4-4-4-16,1 3-4 0,-1-4-7 0,0 1-2 16,5-3 0-16,-1 1-3 0,4-2-2 0,-3-2-2 0,7 1-1 15,-1-1-1-15,6-1 3 0,-9 4-4 0,9-4-1 16,-9 1 2-16,9-1-6 0,0 0 5 0,-6 4-3 16,6-4 1-16,0 0-7 0,0 0 5 15,-5 3-6-15,5-3 1 0,0 0 1 0,0 0 0 16,0 0 0-16,6 18 4 0,-3-11-4 0,1 1 4 0,2 1 1 15,-1 4 0-15,1-3 3 0,2 1-3 0,2 3 2 16,-1 2 1-16,3-2-3 0,2-1 0 0,-2 2-33 16,2-3-33-16,1 0-41 0,1-1-36 15,-1-1-44-15,-3 0-124 0,6-3-330 0,-2 0 146 0</inkml:trace>
  <inkml:trace contextRef="#ctx0" brushRef="#br0" timeOffset="-211057.19">29049 6922 222 0,'-6'-8'259'0,"6"8"-8"0,-8-5-14 0,3 2-13 0,5 3-14 16,-13-5-20-16,13 5-14 0,-15 4-16 16,2 0-19-16,4 1-10 0,-1-1-12 0,0 2-12 0,0 1-12 15,-1 0-7-15,2 1-9 0,2 1-11 0,2-1-4 16,-3 1-8-16,3 0-2 0,0 0-6 0,2 0-4 15,2 2-1-15,1-2-4 0,4 3 1 0,-2-5-9 16,3 4-4-16,0-4-1 0,-1 1-6 16,4-2 0-16,0 2-4 0,2-3-2 0,-2 0-3 0,1 0-4 15,-2-1 3-15,-1-2-1 0,-6-2-5 0,11 3-1 16,-6-2 5-16,-5-1 0 0,11 2-2 0,-11-2 6 16,7 1-6-16,-7-1 1 0,0 0 1 15,0 0 5-15,9 0 2 0,-9 0 3 0,0 0 4 16,0 0 8-16,0 0-4 0,6 2 4 0,-6-2 5 0,0 0 10 15,0 0-5-15,0 0-4 0,0 0-8 0,0 0 7 16,0 0-8-16,0 0-3 0,0 0-6 0,0 0 0 16,-29 4 4-16,17 1-7 0,1-1-2 15,-3 0-3-15,-2 3 8 0,-2 2 0 0,6 0 3 0,-2-2-1 16,1 1-5-16,1 0-1 0,2-2-4 0,1 1-4 16,1 0 5-16,2 0-8 0,0-1 4 0,1 3 9 15,1-1-9-15,2-3 0 0,2-5-7 16,0 15 4-16,4-8-4 0,-1-2-4 0,3 1-5 0,4 4-16 15,1-3-13-15,5 1-20 0,1-1-23 0,3-1-26 16,0-1-33-16,-1 0-38 0,1-1-41 0,1-3-34 16,-1 2-38-16,-2-2-158 0,0-1-487 0,-3-1 216 15</inkml:trace>
  <inkml:trace contextRef="#ctx0" brushRef="#br0" timeOffset="-201786.07">20040 7483 44 0,'-12'0'260'0,"4"-1"-25"0,8 1-23 16,-11 0-15-16,11 0-11 0,-10 0-15 0,10 0-9 15,0 0-8-15,-9-3-16 0,9 3-13 0,0 0-6 0,0 0-16 16,0 0-6-16,0 0-11 0,37 3-12 0,-18-3-16 16,1 1-24-16,1-1-37 0,-1 3-38 15,2-1-46-15,-5 0-49 0,0-1-36 0,-4 4-164 16,-4-1-364-16,1 0 161 0</inkml:trace>
  <inkml:trace contextRef="#ctx0" brushRef="#br0" timeOffset="-201622.18">19928 7642 260 0,'0'0'244'0,"0"0"-28"0,-9 2-19 0,9-2-14 15,-3 5-16-15,3-5-14 0,0 0-19 0,0 0-9 16,0 0-19-16,0 0-10 0,24-7-20 0,-7 5-32 16,4 0-38-16,7-3-42 0,6 3-53 0,1-7-43 15,4 5-160-15,0-2-316 0,12 0 140 0</inkml:trace>
  <inkml:trace contextRef="#ctx0" brushRef="#br0" timeOffset="-201401.71">20684 7413 100 0,'-8'-3'295'0,"8"3"-30"16,0 0-25-16,-5-5-25 0,5 5-11 0,0 0-14 15,0 0-16-15,0 0-13 0,0 0-22 0,0 0-12 16,0 0-12-16,16-5-18 0,-4 5-20 0,7-3-16 16,0 3-25-16,4-1-33 0,4 0-32 0,-5-1-38 15,-3 2-26-15,3 3-27 0,-3-4-29 0,-6 2-12 16,0-2-13-16,-3 2-111 0,-4-1-308 0,-6 0 137 16</inkml:trace>
  <inkml:trace contextRef="#ctx0" brushRef="#br0" timeOffset="-201064.68">20846 7373 116 0,'0'0'125'0,"0"0"-12"0,-10 0-14 0,10 0-13 0,0 0-3 16,-8 7-3-16,7-1 24 0,-4 1 14 15,1 5 11-15,-3 5 7 0,2 0-7 0,-1 7-11 16,1 1-9-16,0-6-13 0,1 9-5 0,1-10-4 16,-1 8-14-16,2-6-1 0,1-3-6 0,-1 3-7 15,2-1-12-15,-2-2 2 0,2 1-4 0,0-5-5 16,0-3-4-16,-1 1-4 0,2-3 0 0,-1 2-7 15,0-10 0-15,0 11-5 0,0-5-4 0,0-6-11 16,-3 10-5-16,3-10-2 0,-1 9-5 0,1-9 0 0,0 0-1 16,-9 3-5-16,9-3 3 0,-9-1 0 0,9 1 1 15,0 0 4-15,-18-5 2 0,12 3-4 0,6 2 9 16,-9-5 16-16,9 5 6 0,-9-5 1 16,9 5 9-16,-6-4-2 0,6 4 6 0,0 0-1 0,-6-3 0 15,6 3-1-15,0 0-6 0,0 0-4 0,0 0-3 16,0 0-6-16,0 0 3 0,0 0-15 0,26-5-8 15,-16 7-16-15,8-2-24 0,1 0-27 0,2-2-40 16,7 2-37-16,0-1-21 0,1 1-38 0,-7-1-131 16,5-3-364-16,-5 0 162 0</inkml:trace>
  <inkml:trace contextRef="#ctx0" brushRef="#br0" timeOffset="-200680.7">21058 7622 55 0,'0'0'170'0,"0"0"-18"0,-2-7-18 0,2 7-15 0,0 0-9 16,0 0-4-16,0 0 1 0,0 0 7 0,0 0 15 16,0 0-9-16,-2 27 0 0,4-16-5 0,-1 0-8 15,-2-1-8-15,-1-2-10 0,2 3-6 0,0-1-4 16,-1-4-5-16,1-6-8 0,0 13-10 0,1-6 2 16,-1-7-3-16,-1 11-2 0,1-11-3 0,-1 7-1 15,1-7-3-15,0 0 0 0,1 9-6 0,-1-9 0 16,0 0-4-16,0 0-2 0,0 0 3 0,0 7 9 15,0-7-10-15,0 0-3 0,0 0-7 0,0 0-2 16,0 0-6-16,10 1-4 0,-10-1-1 0,19-3 0 16,-4 2-4-16,-3-1 0 0,6 1-5 0,-5 1 1 15,6-1-3-15,-6 2-1 0,0 0 0 0,-2-1-2 16,1 2 1-16,-2 2-2 0,-2-1-1 0,-1-1 2 16,0 0-2-16,-2 4 10 0,-5-6-5 0,6 5 7 15,-6-5 3-15,1 8 11 0,-1-8-3 0,-7 10-1 16,0-4 4-16,-3-1-2 0,0 0-4 0,-2 1 4 0,-5-3-6 15,0 4-5-15,4-6-10 0,-1 4-13 16,1-3-23-16,0 0-28 0,0 2-38 0,0 0-36 0,2-4-45 16,1 1-31-16,0 2-194 0,10-3-440 15,-10-2 196-15</inkml:trace>
  <inkml:trace contextRef="#ctx0" brushRef="#br0" timeOffset="-200024.68">21100 7725 47 0,'0'0'141'0,"0"0"-6"0,0 0-8 0,0 0-4 16,0 0-9-16,0 0-5 0,0 0-10 0,0 0-4 15,0 0-7-15,23-3-1 0,-23 3-13 0,9-6 2 16,-9 6-3-16,8-3-2 0,-8 3-2 0,10-3 0 16,-10 3-5-16,9-4-2 0,-6 1 5 0,-3 3 1 15,5-7-10-15,-5 7 1 0,4-10-5 0,-1 2-5 16,-1 3 7-16,-2 5 2 0,3-14 0 0,-1 9-7 15,0-4-4-15,-2 9-2 0,-1-10-2 0,1 10-6 16,-1-13 0-16,1 13-2 0,-2-9-4 0,2 9-2 16,-5-10-14-16,5 10-11 0,-7-7-7 0,0 4-20 15,7 3-12-15,-14-1-24 0,14 1-27 0,-20 3-33 16,10-2-32-16,-2 3-37 0,2-1-139 0,0 3-354 0,2-4 157 16</inkml:trace>
  <inkml:trace contextRef="#ctx0" brushRef="#br0" timeOffset="-199612.95">21617 7590 46 0,'-3'-8'266'0,"3"8"-6"0,-3-9-7 15,3 9 0-15,-2-8-5 0,2 8-5 0,0 0-7 16,-4-6-19-16,4 6-15 0,0 0-20 0,0 0-18 15,0 0-21-15,0 0-21 0,0 0-9 0,0 0-20 16,0 0-5-16,0 0-2 0,-9 19-1 0,5-7-7 16,-1 5-5-16,0 1-10 0,-1 7 1 0,-2-1-5 15,3-6-11-15,0 1-6 0,1-1-2 0,-1 3 1 0,1-2-12 16,0-1 2-16,1-2-31 0,0 2-28 16,0-4-22-16,1-3-29 0,-1 1-36 0,2 1-39 15,-2-2-53-15,5-1-26 0,-4-5-24 0,2 4-201 16,-2-2-496-16,2-7 220 0</inkml:trace>
  <inkml:trace contextRef="#ctx0" brushRef="#br0" timeOffset="-199282.82">21641 7565 133 0,'4'-4'162'0,"0"0"-16"16,-4 4-11-16,6-4-19 0,-6 4-3 0,8-3-3 15,-8 3-10-15,0 0-2 0,14 5 2 0,-14-5-7 16,7 8-2-16,-4-3-11 0,1 4-3 0,-2-1-4 0,0 2-8 16,-4-2-5-16,1 1-9 0,-3 1-4 0,-1 0-9 15,0 0-11-15,-1 1-5 0,-1-1-8 0,2-1-4 16,-1 0 1-16,-1-4-3 0,1-1 1 0,-3 3-1 16,4-4-1-16,0 0 2 0,5-3 0 0,-9 4 1 15,9-4-1-15,-5 5-10 0,5-5 4 0,-7 6-3 16,7-6 5-16,0 0-5 0,0 0 1 0,-5 6-6 15,5-6 6-15,0 0 0 0,0 0 0 0,5 13 4 16,-5-13 1-16,9 7 0 0,-2-2-1 0,0 0-9 16,2 0-10-16,3 0-16 0,-2 0-18 0,7 3-23 15,-1-4-29-15,3-2-30 0,-2 1-24 0,1 1-99 16,-5-2-275-16,6-1 122 0</inkml:trace>
  <inkml:trace contextRef="#ctx0" brushRef="#br0" timeOffset="-198886">21953 7688 196 0,'1'-5'197'0,"-1"5"-1"0,4-8 0 0,-4 8-8 15,1-7-12-15,-1 7-16 0,0 0-19 0,3-5-15 16,-3 5-10-16,0 0-13 0,0 0 6 0,0 0-2 16,0 0 2-16,1 27-6 0,0-11-6 0,-2 0-10 15,-2 2-6-15,2 1-9 0,-3-1-4 0,2 0-7 16,-2-1-6-16,1-1-7 0,2-2 0 0,1-2-6 15,-1-2-5-15,-2 0-3 0,3-4-3 0,-1 1-4 16,1-7 0-16,-4 12-2 0,4-12-2 0,-1 6-2 16,1-6 0-16,0 0-9 0,0 8-2 0,0-8-4 15,0 0-5-15,0 0-4 0,5 5-5 0,-5-5-3 16,0 0-1-16,19-9 0 0,-7 6-2 0,-1-1-3 16,1 1 2-16,2 0-4 0,-3 0 3 0,1 2-2 15,2-1 1-15,-4 2 2 0,-2 0-1 0,1 2 3 16,-2-1-1-16,1 1 2 0,-3 2 6 0,1 0 4 15,-2 1 1-15,-4-5 4 0,5 9 7 0,-3-5-3 16,-2-4 8-16,-3 11 1 0,3-11 4 0,-4 11-2 16,0-5-2-16,-3-1 3 0,-1 2-5 0,-3-1 0 15,-2 1-5-15,1-3-14 0,-4 2-17 0,3-3-17 0,-1 1-19 16,2 0-35-16,0 0-20 0,-1-3-45 16,5-1-56-16,-2 2-183 0,0-4-428 0,10 2 190 15</inkml:trace>
  <inkml:trace contextRef="#ctx0" brushRef="#br0" timeOffset="-198662.43">22541 7750 5 0,'0'0'296'16,"9"-1"-29"-16,-9 1-30 0,6-2-19 0,-6 2-11 0,9-1-21 15,-9 1-18-15,17 1-18 0,-5 1-7 0,1-4-22 16,0 6-12-16,1-4-13 0,4 0-24 0,-5 2-31 16,1-4-35-16,0 5-26 0,-3-3-45 0,3 3-32 15,-3-4-36-15,-4 2-40 0,-7-1-133 0,13-3-331 16,-13 3 146-16</inkml:trace>
  <inkml:trace contextRef="#ctx0" brushRef="#br0" timeOffset="-198488.96">22689 7667 112 0,'-5'-10'245'0,"5"10"-5"0,-4-7-5 16,4 7-18-16,0 0-10 0,0 0-22 0,-5-5-17 16,5 5-20-16,0 0-8 0,0 0 4 0,0 0 4 15,-7 19-9-15,5-9-13 0,1 6-14 0,-1 0-6 16,1 3-13-16,0-2-9 0,1 1-12 0,-2 2-3 16,2-1-9-16,0 0-22 0,2 0-55 0,-1-1-47 15,0 3-62-15,2-4-69 0,-2 2-68 0,2-4-142 16,1 0-437-16,-2-3 195 0</inkml:trace>
  <inkml:trace contextRef="#ctx0" brushRef="#br0" timeOffset="-198058.99">23292 7600 152 0,'-2'-7'315'0,"-1"2"-31"0,3 5-16 0,-3-10-17 16,3 10-6-16,-1-8-3 0,1 8-16 15,0 0-15-15,-4-9-18 0,4 9-15 0,0 0-17 0,0 0-18 16,0 0-16-16,0 0-18 0,0 0-12 0,0 0-8 16,0 0-1-16,0 0-23 0,9 35-6 15,-4-17-1-15,3 6 4 0,-4-5-8 0,1 10-12 0,0-4 2 16,0 2-4-16,-1-7-10 0,2 8 1 0,1-2-10 15,-2-2 4-15,-1-8 1 0,0 3-7 0,0-4-10 16,-2-2 14-16,3-3-6 0,-1 2-5 0,0-2 2 16,-2-2-2-16,1-1 3 0,-1-3-7 0,-2-4 16 15,4 8 25-15,-4-8 16 0,6 3 9 0,-6-3 1 16,0 0-10-16,0 0-7 0,16-13 3 0,-8 3-2 16,-2 0-9-16,7-4-6 0,-3-1-3 0,0-1-11 15,3-7-3-15,1 0-13 0,3-1-12 0,-2-1-13 16,4-2-7-16,0 1-5 0,-3 0-18 0,2 5-15 15,-6 6-7-15,0-1-20 0,-2 4-25 0,-3 3-28 16,-2 5-43-16,0 0-55 0,0-2-42 0,-5 6-25 16,10 0-7-16,-10 0-187 0,4 10-536 0,-3-4 239 15</inkml:trace>
  <inkml:trace contextRef="#ctx0" brushRef="#br0" timeOffset="-197849.01">23647 7863 128 0,'0'0'284'0,"0"0"-32"0,0 0-25 0,2 8-13 16,-2-8-7-16,0 0-2 0,-2 9-1 0,0-2-2 16,-2 3-4-16,-1-1-13 0,1 4-26 0,-2 3-9 15,1 0-9-15,-1 3-18 0,0-3-14 0,0 1-7 0,1-1-11 16,-2 0-19-16,3 1 14 0,-1-2-19 16,1 1-16-16,3-4-21 0,0-2-24 0,-2-1-32 15,2-1-26-15,0 1-38 0,1-9-41 0,-1 12-32 16,1-12-27-16,2 11-23 0,-2-11-41 0,5 3-142 0,-5-3-429 15,0 0 190-15</inkml:trace>
  <inkml:trace contextRef="#ctx0" brushRef="#br0" timeOffset="-197510.74">23752 7847 14 0,'15'-7'166'0,"-4"-1"3"15,0 1-12-15,2 4-2 0,-4-1-8 0,-1 2-5 16,-1 2-5-16,-7 0-2 0,14 0-10 0,-7 2-5 15,-1 1 0-15,0 0-4 0,-2 1-6 0,0 1 0 16,0 0-4-16,-1 3-4 0,-1 0-6 0,0-1-4 16,-5 3-5-16,0-1-7 0,-2 3 1 0,-1-4-13 15,-4 5-8-15,1-2-7 0,-2 0 0 0,1-3-9 16,0 0-19-16,1-1-13 0,1 2-9 0,1-3-16 16,0-1-13-16,5 1-10 0,-3-1-7 0,5-5-7 15,-3 10 8-15,3-10-1 0,3 11 0 0,-1-6 5 16,1 2 5-16,2-2-2 0,0 0 4 0,3 0 0 15,-5 0 5-15,4 0 6 0,-3 2 9 0,0-1 12 16,-2-2 13-16,1 2 18 0,-3-6 8 0,2 10 4 16,-2-4 1-16,0-6 0 0,-5 10-5 0,1-5-2 15,0 0-9-15,4-5 1 0,-10 10 1 0,5-7-15 16,-1 0-20-16,1 1-37 0,-1 1-38 0,6-5-51 16,-6 4-43-16,6-4-218 0,0 0-423 0,0 0 188 15</inkml:trace>
  <inkml:trace contextRef="#ctx0" brushRef="#br0" timeOffset="-197193.55">24133 7937 17 0,'0'0'271'0,"3"-8"-29"16,-3 8-17-16,0 0-12 0,0 0-12 16,0 0-12-16,0 0-14 0,-27 8-16 0,18-3-18 15,-3 1-14-15,2 0-11 0,-3 1-12 0,6-1-10 16,-2 0-12-16,1 1-7 0,3-1-11 0,0 1-20 0,1 0-19 15,3 1-19-15,1-8-11 0,0 14-15 0,0-14-8 16,6 9-10-16,-2-5-3 0,3 0 4 0,-1-1-2 16,0 0 8-16,-1 0 2 0,-5-3 2 0,10 4 29 15,-10-4 13-15,4 4 15 0,-4-4 8 16,0 0 8-16,5 5 10 0,-5-5 4 0,0 7 10 0,0-7 7 16,0 0 7-16,-7 14 3 0,2-9 2 15,0 1-7-15,1-2-3 0,4-4-7 0,-5 12-4 16,1-7-9-16,0 0-9 0,2 1 1 0,2-6-11 15,-2 11-4-15,2-11-8 0,1 10-25 0,-1-10-41 0,5 11-54 16,1-7-68-16,5-2-90 0,-1 2-244 0,8-3-533 16,3-1 237-16</inkml:trace>
  <inkml:trace contextRef="#ctx0" brushRef="#br0" timeOffset="-197006.96">24536 7989 194 0,'0'0'298'0,"7"-7"-23"16,-7 7-15-16,7-4-14 0,-1 0-16 0,2 4-25 16,3-3-9-16,1 3-30 0,2-1-18 0,2-1-13 15,4 4-21-15,0-1-36 0,-7-1-43 0,5-1-39 16,-2 2-38-16,-3-1-37 0,-3 0-33 16,1 0-22-16,-4-1-33 0,1-2-29 0,-8 3-112 0,10-4-334 15,-10 4 149-15</inkml:trace>
  <inkml:trace contextRef="#ctx0" brushRef="#br0" timeOffset="-196850.66">24768 7950 706 0,'-2'-11'-11'0,"2"11"36"0,-3-11 37 0,3 11 22 15,-6-10 12-15,3 5 22 0,1-2 18 0,2 7 14 16,-7-6 13-16,7 6-2 0,0 0-3 0,-4-5-16 16,4 5-10-16,0 0-1 0,0 0 17 0,0 0 22 15,-7 13 4-15,4-6 6 0,-1 3 4 0,-2 1-9 16,2 1-10-16,-2-2-18 0,1 6-13 0,-1 0-12 16,4 0-13-16,-2 1-11 0,3-1-9 0,-3 1-27 15,4-5-38-15,-1 1-49 0,1-1-56 0,-1-1-60 16,1 0-77-16,1-1-88 0,-1 0-272 0,0-2-625 15,0-8 277-15</inkml:trace>
  <inkml:trace contextRef="#ctx0" brushRef="#br0" timeOffset="-196157.04">25592 7761 94 0,'-5'-4'281'0,"5"4"-28"0,0 0-20 0,0 0-19 16,0 0-25-16,0 0-20 0,0 0-12 0,0 0-20 16,18-6-17-16,-4 6-9 0,3 0-8 0,1 0-20 15,1 0-27-15,-2 2-22 0,0-1-30 0,-4 1-30 16,1-2-33-16,-6 0-28 0,1 1-20 0,-9-1-14 15,12 0 4-15,-7 1 6 0,-5-1 1 0,0 0 6 16,0 0 11-16,8-4 21 0,-8 4 16 0,0 0 14 16,0 0 13-16,0 0 27 0,0 0 12 0,-16-14 21 15,16 14 9-15,-5-5 5 0,5 5 7 0,0 0 3 16,-6-3-7-16,6 3 4 0,0 0 2 0,0 0 20 16,-9 12-2-16,5-5 14 0,-3 5 5 0,2 4 0 15,-1 2-3-15,-1-1 9 0,3 4 0 0,-1 2-2 16,-2 2-4-16,0 1-4 0,3-7-6 0,-1 1-9 15,1 5-2-15,2-6-10 0,2-1 3 0,-5 0-17 16,5 0 1-16,-3-3-7 0,0 0 0 0,3-2-5 16,-3-1-8-16,3-2-2 0,-2 1-12 0,-1-2-17 15,0-1-12-15,2-1-23 0,-3-2-13 0,4-5-14 16,-9 8-9-16,4-6-2 0,-1 0-6 0,6-2 0 16,-13 1-3-16,13-1 11 0,-14-3 7 0,9-1 6 0,0 1 11 15,-1-3 15-15,6 6 17 0,-7-10 10 0,3 7 16 16,4 3 10-16,-5-6 5 0,5 6-4 15,-6-5 7-15,6 5-7 0,0 0-1 0,0 0 2 16,0 0-2-16,0 0 0 0,0 0-3 0,15-4 3 0,-15 4 1 16,24 4-2-16,-10-2-20 0,4 0-26 0,3 2-19 15,1-1-31-15,8 0-30 0,3-3-41 0,1 3-182 16,-3-5-360-16,-1 4 160 0</inkml:trace>
  <inkml:trace contextRef="#ctx0" brushRef="#br0" timeOffset="-195879.3">26079 8022 17 0,'2'-7'236'0,"-2"7"3"0,0 0-2 0,3-9-1 16,-3 9-17-16,0 0-16 0,2-6-21 0,-2 6-16 16,0 0-18-16,0 0-13 0,0 0-14 0,0 0-15 15,0 0-11-15,0 0-2 0,0 0 1 0,0 0-3 16,0 0-1-16,0 27-3 0,-2-16-3 0,0 2 1 15,-1 3 6-15,1 2-6 0,-2 0-4 0,2-1-11 16,-4 1-2-16,4 1-6 0,-4-2-12 0,-1 0-1 16,3 1-5-16,2-5-1 0,-2 1-6 0,2-1-10 15,0-3-15-15,-2 2-18 0,4-1-19 0,0-2-30 16,0-9-31-16,0 13-26 0,0-7-23 0,0 1-32 16,0-7-21-16,2 11-24 0,-2-11-14 0,2 8-187 15,-2-8-445-15,2 6 198 0</inkml:trace>
  <inkml:trace contextRef="#ctx0" brushRef="#br0" timeOffset="-195475.68">26095 8041 236 0,'2'-10'251'0,"-2"10"-12"0,0-12-11 15,0 6-18-15,0 6-17 0,5-10-22 0,-1 7-16 16,5-2-13-16,-2 3-15 0,5 2-13 0,1 0-1 15,0 0-18-15,-2 2-10 0,2 2-9 0,2-1-7 16,-2 1-3-16,1 0-9 0,-5 1-8 0,1 2-3 16,-1-4-9-16,1 5-1 0,-4 0 1 0,-1-1 11 0,-1 3-6 15,-4-1-2-15,0 0-3 0,0 1 2 0,-5-1-3 16,-1 1-3-16,-5 2-7 0,2-3 2 16,0 0-5-16,2-1-4 0,-5 0-10 0,1-1-7 15,3-2-9-15,3 0-8 0,-2 1-4 0,1-1-4 0,3-1-11 16,3-4-6-16,-4 8-8 0,4-8-1 0,2 9 0 15,-2-9 4-15,4 10 0 0,1-7 4 16,2 2 6-16,2-1 4 0,0 2 2 0,-5-3 2 0,6 1 4 16,-4 0 3-16,1 3-1 0,-1-3 7 0,1 0-4 15,-2-1 6-15,-1 3 13 0,-4-6 6 0,3 7 10 16,-3-7 10-16,0 0 1 0,-2 8 5 0,2-8-7 16,-8 10 8-16,4-6-11 0,-3 0-2 15,3 1-10-15,-5-3-20 0,-1 1-29 0,0 0-46 0,-1-1-39 16,-1 0-53-16,1-2-43 0,-5 1-139 0,3-2-389 15,-1-2 172-15</inkml:trace>
  <inkml:trace contextRef="#ctx0" brushRef="#br0" timeOffset="-194381.31">26419 8123 101 0,'0'0'275'15,"0"0"-14"-15,-7-4-17 0,7 4-9 0,0 0-14 16,0 0-20-16,0 0-11 0,0 0-19 0,0 0-12 16,0 0-18-16,24-3-15 0,-10 4-10 0,7-1-11 15,0 2-27-15,2-1-26 0,-2 1-27 0,0-2-30 16,0 1-36-16,-1-1-38 0,-7 2-27 0,6-1-29 16,-8-1-21-16,0-1-27 0,-2 1-150 0,-9 0-361 15,11-1 160-15</inkml:trace>
  <inkml:trace contextRef="#ctx0" brushRef="#br0" timeOffset="-194194.79">26598 8042 157 0,'-4'-5'211'0,"4"5"-5"0,-7-9-1 15,7 9-7-15,0 0-5 0,-7-4-12 0,7 4-14 16,0 0-18-16,0 0-13 0,-4-4-15 0,4 4-9 16,0 0-12-16,0 0 5 0,-5 17 0 0,3-8-2 15,0 1-10-15,0 2-5 0,2 2-10 0,-3 3-7 16,1 0-8-16,2 2-2 0,-1 0-3 0,1-2-7 15,0 2-15-15,0-3-31 0,1 0-46 0,1 1-54 16,1-3-63-16,1-4-66 0,-2 1-199 0,3 1-457 16,-1-6 202-16</inkml:trace>
  <inkml:trace contextRef="#ctx0" brushRef="#br0" timeOffset="-193866.73">27139 7974 160 0,'0'0'264'0,"-8"-3"-10"0,8 3 0 16,0 0-2-16,-5-6 0 0,5 6-10 0,0 0-16 15,-6-5-22-15,6 5-18 0,0 0-20 0,0 0-16 16,0 0-18-16,0 0-13 0,0 0-8 0,0 0-2 15,-8 14-9-15,6-2-9 0,0 2 0 0,-1 6-5 16,-3 5-12-16,0 0 2 0,-2 0-16 0,4 0 13 16,-3 2-15-16,3 0 1 0,0-4-11 0,-1 2-6 15,1-6-3-15,-4 5-7 0,6-3 1 0,0-1-2 16,2-3-14-16,-2-2-20 0,-1 3-26 0,-1-1-35 16,0 0-32-16,2-6-33 0,-4 2-40 0,4-2-40 15,-2 0-41-15,1-1-31 0,-1 1-197 0,-2 0-516 16,3-6 229-16</inkml:trace>
  <inkml:trace contextRef="#ctx0" brushRef="#br0" timeOffset="-193506.53">27214 7941 126 0,'9'-14'211'0,"-5"4"-10"0,2 1-7 0,-3 0-9 16,6 3-14-16,-6 0-18 0,1 2-18 15,-4 4-8-15,9-6-15 0,-3 5-11 0,-6 1-15 0,12 0-7 16,-3 3-7-16,-1 1-8 0,2 0-5 0,1 2-11 16,-4 0-16-16,1 1-12 0,-1 2-16 0,-4-3-12 15,1 2-10-15,-2 2-21 0,-4 1-1 0,2-3-19 16,0 4-14-16,-4-4-16 0,0 0-7 0,-2-1 1 16,2 3-6-16,1-3-6 0,-1 1-6 0,0-1 4 15,1 3 7-15,-1-3 7 0,4 1 9 0,0-8 10 16,0 13 8-16,2-8 13 0,0 4 16 0,-1 0 12 15,3-2 17-15,-4-1 7 0,0-6 15 0,2 12 8 16,0-6 6-16,-1 0 17 0,-1-6 23 0,-3 12-7 16,3-12 9-16,-4 11 8 0,1-6 2 0,-3-1-7 15,-1 1-9-15,2-2-3 0,-4 2-7 0,1 0-4 16,2-1-8-16,-2 1-20 0,3-2-24 0,-1 2-25 16,6-5-39-16,-9 2-48 0,9-2-94 0,-7 4-226 15,7-4 100-15</inkml:trace>
  <inkml:trace contextRef="#ctx0" brushRef="#br0" timeOffset="-193027.16">27624 7974 36 0,'5'-3'194'15,"4"0"-24"-15,0 0-15 0,-2 1-15 0,4-1-16 16,2 0-14-16,-2 1-12 0,1 1-36 0,1-1-32 15,-2 2-18-15,1-1-28 0,-3 0-18 0,-2 0-17 0,-7 1-6 16,13-1 7-16,-13 1 9 0,5-2 11 0,-5 2 3 16,0 0 21-16,0 0 16 0,0 0 16 15,0 0 11-15,0 0 11 0,0 0 8 0,0 0 7 16,0 0 5-16,0 0-2 0,0 0 10 0,0 0-2 0,0 0 1 16,0 0 13-16,-29 8 7 0,24 1 0 15,-2-1 5-15,0 7-10 0,0 2 0 0,1 0 0 16,0 1-11-16,2-2 0 0,-2 3 3 0,4-2-1 15,-3 3-7-15,-1-2-6 0,3 0-4 0,2 0-6 0,1 0-8 16,-2-1-4-16,2-6-5 0,0 7 1 0,0-4-6 16,2-3-5-16,-2-1 0 0,0-2-24 0,0-2-20 15,0-6-15-15,1 10-11 0,-1-10-7 0,0 10-12 16,0-10-5-16,0 0-7 0,-6 7-16 0,6-7-7 16,0 0 1-16,0 0-4 0,0 0 18 0,-18-11 8 15,18 11 10-15,-6-7 12 0,3 2 13 0,3 5 5 16,-5-8 9-16,5 8 12 0,-2-10 9 0,2 10 4 15,0 0 1-15,0 0 4 0,0 0 4 0,7-9 3 16,-7 9 0-16,11-1 0 0,0 1-1 0,1 0 1 16,0 0-5-16,7 1-4 0,-1 0-13 0,4 2-23 15,-1 2-17-15,0-5-30 0,0 0-25 0,6 0-20 16,-6 0-11-16,-2 0-122 0,-3 0-273 0,-1-2 122 16</inkml:trace>
  <inkml:trace contextRef="#ctx0" brushRef="#br0" timeOffset="-192840.78">27977 8241 96 0,'5'-5'103'0,"0"1"21"16,-5 4 18-16,4-10 6 0,0 5-4 0,-2-2 6 15,1 2 8-15,-3 5 4 0,3-10 9 0,-3 10 2 16,1-10 1-16,-1 10-10 0,0-8-5 0,0 8-13 16,0 0-17-16,2-6-12 0,-2 6-11 0,0 0-12 15,0 0-5-15,0 0-3 0,0 0 24 0,0 0-21 16,-2 25-4-16,1-14-8 0,-3 4-4 0,-2 1-7 16,1 1-6-16,-1 0-1 0,0 1-10 0,2-1-7 15,-4-1-3-15,4-1-22 0,-1 3-28 0,3-3-35 16,0-5-36-16,-1 2-48 0,1 4-43 0,-1-7-37 15,3 1-39-15,-2-5-201 0,2-5-488 0,0 0 216 0</inkml:trace>
  <inkml:trace contextRef="#ctx0" brushRef="#br0" timeOffset="-192498.54">28064 8174 207 0,'7'-6'200'0,"1"-2"-8"0,-2 3-9 15,1 2-10-15,-3 0-18 0,2 1-10 0,-6 2-11 16,12 0-11-16,-12 0-11 0,13 5-8 0,-8-2-9 0,6 3-12 16,-4 1-7-16,-4-1-6 0,3 1-8 0,-2 2-6 15,0-4-5-15,-1 1-13 0,-1 3-7 0,-1-2-1 16,-1-7-13-16,-4 16-6 0,1-10-11 0,-2 2-17 16,0-1-15-16,1-2-12 0,0 0-15 0,0 2-25 15,2 0 0-15,2-7-1 0,-3 10 3 0,3-10-2 16,1 11 18-16,-1-11-5 0,4 8 9 0,0-1 2 15,0-4 16-15,1 2 0 0,-1 1 21 0,1-1 3 16,-1 0 21-16,-2 1 8 0,-2-6 21 0,6 7 20 16,-6-7 5-16,-3 10 7 0,3-10 5 0,-4 10 0 15,-1-3-3-15,-2-4-2 0,1 2-7 0,-1-1-5 16,-2-1-2-16,-1 3-6 0,1-4-9 0,-1 4-13 16,3-3-30-16,0 2-38 0,2-3-48 0,5-2-48 15,-9 5-157-15,9-5-326 0,0 0 145 0</inkml:trace>
  <inkml:trace contextRef="#ctx0" brushRef="#br0" timeOffset="-192213.6">28587 7938 42 0,'1'-6'273'0,"-1"-1"-21"0,0 7-15 16,2-10-25-16,-2 10-17 0,3-6-18 0,-3 6-13 16,0 0-7-16,0 0-9 0,22 22-6 0,-6-1-4 15,-5 7-7-15,0 5-8 0,3-1-10 0,-1 13-10 16,-7-11-11-16,0 2-10 0,0 10-5 0,-8-11-2 16,0-2-14-16,-1 0-1 0,-8-2-5 0,-2 2-6 15,-1-1-3-15,-6-6-20 0,-5 0-18 0,-2 1-22 16,-4-5-29-16,-9 7-34 0,-6-4-30 0,10-8-35 15,-10 3-61-15,-6-4-25 0,5 0-176 0,9-8-438 16,-13 3 193-16</inkml:trace>
  <inkml:trace contextRef="#ctx0" brushRef="#br0" timeOffset="-191839.76">25816 7618 188 0,'-29'13'255'0,"7"1"-21"0,-5 9-23 15,-14 9-19-15,1 1-8 0,-5 7-15 0,4-3-11 16,5 3-12-16,-2 0-13 0,7-2-13 0,4 1-13 16,8-6-6-16,2 11-12 0,8-1-7 0,4-7-10 15,9 11-5-15,6 0-8 0,11 0-8 0,11 0-6 16,12-3-31-16,27 14-42 0,9-12-52 0,11-12-68 15,6-5-64-15,6-3-157 0,5-7-398 0,2-7 176 16</inkml:trace>
  <inkml:trace contextRef="#ctx0" brushRef="#br0" timeOffset="-191405.62">29125 7999 65 0,'2'-9'320'0,"-1"1"-18"0,2 3-14 0,0-1-16 0,-3 6-3 16,2-11-14-16,-2 11-13 0,4-6-17 0,-4 6-32 16,3-5-14-16,-3 5-18 0,0 0-26 0,0 0-9 15,0 0-3-15,0 0 1 0,-2 31-2 16,-2-11-4-16,-6 5-11 0,4 4-13 0,-2-1-4 15,0 0-7-15,-2 0-9 0,4 1-9 0,-2-4-6 0,2 1-10 16,2-2-7-16,-1-5 2 0,1-2-4 0,0 0-29 16,-1-1-28-16,3 1-31 0,0 1-30 15,1-1-38-15,-4-5-48 0,4-2-44 0,-1 1-38 16,2-7-37-16,0-4-237 0,0 0-563 0,-5 14 249 0</inkml:trace>
  <inkml:trace contextRef="#ctx0" brushRef="#br0" timeOffset="-191132.74">29125 8029 8 0,'12'-9'185'0,"-1"2"-7"0,-1 2-6 0,0 0-12 16,-1 4-10-16,0-1-1 0,-9 2-8 0,14 3-6 16,-9 2 3-16,3 0 0 0,-4 1-12 0,1 3 17 15,-3 1-12-15,-3 0-5 0,0 2-8 0,-3-2-13 16,-4 1-8-16,-2 3-2 0,-2 0-6 0,1-3-5 15,-2 2-6-15,0-4-5 0,2 0-4 0,3-1-4 16,1 0-8-16,-2-1 0 0,4-2-7 0,-2-1-3 16,3 3-6-16,-1-2-7 0,1 1-2 0,4-6-1 15,-5 9-5-15,5-1 2 0,0-8-8 0,9 11-15 16,0-4-23-16,8-1-39 0,-1 1-47 0,6-3-48 16,5-1-53-16,5 0-33 0,-3 1-197 0,-8-4-470 15,10 0 207-15</inkml:trace>
  <inkml:trace contextRef="#ctx0" brushRef="#br0" timeOffset="-190793.19">29526 8214 143 0,'2'-9'234'0,"-2"9"-9"0,-1-9-7 0,1 9-8 15,0 0-1-15,-15-6-3 0,5 7-1 0,-1-1-2 16,-1 2-10-16,0 4-10 0,-4 0-5 0,1 1-6 16,0 0-16-16,4 0-19 0,0 2 11 0,0-2-42 15,5 1-7-15,-4 0 1 0,7 2-13 0,3 0-11 16,0 0-5-16,2 2-17 0,5-2-7 0,2 2-28 15,3 1-23-15,4-4-4 0,0-2-7 0,0 2-3 16,-2-4-10-16,-4-1-1 0,0 2-6 0,3-3 4 16,-5 0 5-16,-1-1 6 0,0 0 1 0,-7-2 11 15,0 0 2-15,0 0 8 0,0 0 7 0,0 0 6 16,0 0 10-16,0 0 3 0,-25 3 16 0,6-1 5 0,-1 3 14 16,1 0 1-16,-3 1 1 0,-7 5 16 15,3-3 4-15,0 3 9 0,10-2-7 0,1 0-4 16,3-4 2-16,2 3-21 0,-2-1-3 0,5 0-6 15,3 2 9-15,2-3-30 0,0 4 5 0,1-1-7 0,4 1-24 16,5-2-35-16,2 0-34 0,6 1-45 0,3-1-42 16,-1-3-46-16,1 0-57 0,-1-2-49 15,1 1-54-15,-7-1-185 0,-1-2-581 0,0-1 257 16</inkml:trace>
  <inkml:trace contextRef="#ctx0" brushRef="#br0" timeOffset="-190286.38">20165 9309 331 0,'0'0'372'0,"-9"2"-39"0,9-2-29 0,0 0-32 15,-8 3-24-15,8-3-20 0,0 0-19 0,0 0-24 0,0 0-15 16,0 0-16-16,0 0-19 0,25 1-24 0,-11-1-27 16,6 1-32-16,0 0-41 0,1 0-54 0,7 2-56 15,-6 0-64-15,-1-1-54 0,-3 3-230 0,-4-1-483 16,-2-1 215-16</inkml:trace>
  <inkml:trace contextRef="#ctx0" brushRef="#br0" timeOffset="-190133.68">20144 9506 103 0,'-10'2'287'16,"0"1"-30"-16,2-1-23 0,2 0-20 0,6-2-4 16,-9 4-10-16,9-4-14 0,-5 3-11 0,5-3-14 15,0 0-9-15,0 0-19 0,19 11-20 0,0-8-16 16,2 0-40-16,14 0-54 0,4 0-64 0,-1-1-78 16,20-3-77-16,-1-1-145 0,-1-1-392 0,-1-1 174 15</inkml:trace>
  <inkml:trace contextRef="#ctx0" brushRef="#br0" timeOffset="-189102.83">21353 9193 326 0,'0'0'369'0,"0"-8"-23"15,0 8-13-15,0 0-10 0,0-10-9 0,0 10-24 0,0 0-26 16,0 0-22-16,3-8-28 0,-3 8-21 15,14-2-21-15,-2 2-27 0,5 0-19 0,1-1-24 16,12 5-31-16,0-7-38 0,-3 2-20 0,-5 1-32 0,0-1-23 16,-6-1-21-16,3 4-24 0,-7-2-18 0,-1 1-9 15,-3-1-5-15,-8 0 3 0,12-1 5 0,-12 1 18 16,10 1 16-16,-10-1 6 0,0 0 7 0,0 0 6 16,0 0 7-16,0 0 7 0,0 0 15 0,-18-14 12 15,18 14 6-15,-10-2 9 0,10 2 5 0,-13-2 6 16,13 2-4-16,0 0 0 0,-12 2 5 0,12-2 3 15,-7 6 6-15,0 3 24 0,4-1 9 0,-1 4 10 16,0 5 3-16,-1 0-6 0,0 2 4 0,1 6 8 16,-1-8-9-16,2 4-6 0,1 4 10 0,0-6-7 15,0 7 0-15,2-7-6 0,-2 6 0 0,2-7-11 16,0 1-5-16,2-2 1 0,-1-1-5 0,0-3-3 16,1-1-3-16,-1-1-2 0,0-1-4 0,1-2-3 15,-2 0-7-15,0-1-6 0,0-7-27 0,-4 11-11 16,0-5-16-16,-3-2-16 0,1-2-9 0,6-2-2 0,-17 3-2 15,10-3 1-15,-2 0 3 0,9 0 5 16,-17-4 10-16,9 1 3 0,2 0 7 0,0-1 11 16,6 4 14-16,-11-3 10 0,11 3 5 0,-6-3 2 15,6 3 2-15,0 0-2 0,0 0 1 0,0 0 4 16,0 0 2-16,0 0 2 0,0 0-1 0,32 3 1 16,-15-1-1-16,3 0-3 0,0 2-22 0,9-2-13 15,-1 0-29-15,-1-1-18 0,1-2-22 0,0-1-29 16,-1 2 0-16,-6-2-15 0,1 1-8 0,-1-3 3 0,-2 1 12 15,-3 0 13-15,2-3 18 0,-5 3 22 0,-2-2 22 16,-2 0 30-16,1-2 24 0,-3 0 29 0,-3 0 13 16,1-2 23-16,-2 3 29 0,-2-1 8 15,0-2-1-15,2 1 9 0,-3 8 15 0,-2-14 6 0,4 7 5 16,-2 7 3-16,1-7-7 0,-1 7-12 0,0 0-11 16,0-10-9-16,0 10-7 0,0 0 4 15,0 0 8-15,0 0 2 0,0 0-3 0,0 28-1 16,1-12-5-16,-2 0-5 0,0 1-8 0,1 1-8 0,0 1-7 15,-3 0-3-15,2-3-2 0,1 3-8 0,-1-2-10 16,2-2 4-16,-1-3-21 0,2-1-12 0,1-1-26 16,-2-2-26-16,1 0-26 0,-1-3-26 0,1 1-22 15,-2-6-17-15,2 9-17 0,-2-9-6 0,0 0-8 16,0 0 4-16,0 0 14 0,0 0 7 0,0 0 11 16,0 0 28-16,7-20 10 0,-4 11 18 0,-2-1 17 15,0-3 10-15,1-3 15 0,2 0 12 0,1 0 2 16,-1-4 12-16,3 4 6 0,1-3 1 0,3-4 5 15,-2 6 7-15,4 2 10 0,0 0 6 0,1 3 10 16,-5 4 5-16,-1 1 2 0,3 0-1 0,-5 4-9 16,1 1 12-16,-1-1 9 0,-6 3 0 0,0 0 2 15,17 6 0-15,-13 0 4 0,1 0-8 0,-1 4 2 16,-2-2 2-16,-1 4-7 0,1 0-4 0,0-1 0 16,-4 0-8-16,2 1-3 0,-2 0-5 0,0 0 1 15,-1-2-4-15,2 0 1 0,-4-1-9 0,2-2-15 16,3 0-14-16,0-7-9 0,-1 13-17 0,0-8-11 15,1-5-6-15,2 13-14 0,1-9-4 0,1-1 1 16,1 1 4-16,1 0 8 0,4-2 3 0,1 1 3 16,-4 0 7-16,1-1 8 0,-3 0 8 0,0 3 13 15,-5-5 12-15,9 5 19 0,-9-5 16 0,3 6 9 0,-3-6 6 16,0 0 2-16,-7 15-1 0,2-11-5 0,0 2 2 16,-5 0-9-16,5-2-2 0,-4 2-1 15,2-1-25-15,0 0-21 0,-1 1-31 0,2-2-42 16,-1-1-38-16,2 0-42 0,5-3-134 0,-9 4-328 0,9-4 145 15</inkml:trace>
  <inkml:trace contextRef="#ctx0" brushRef="#br0" timeOffset="-188850.47">22487 9360 48 0,'1'-10'298'0,"1"2"-5"0,-1 2-20 15,-1 6-23-15,1-10-24 0,-1 10-15 0,0 0 2 16,0 0 7-16,0 0-3 0,0 0-10 0,-1 28-25 16,-2-11-4-16,2 2-8 0,-2 6-20 0,0 2-14 15,1-1-18-15,-2-1-7 0,3-5-15 0,0-1-3 16,0 0-11-16,1-1-6 0,0-1-2 0,1 0-38 16,0-3-19-16,0-2-24 0,1-2-31 0,0 1-31 15,0-3-35-15,-2-1-35 0,1 2-39 0,-1-9-40 16,0 10-21-16,0-10-23 0,0 7-192 0,0-7-492 15,0 0 219-15</inkml:trace>
  <inkml:trace contextRef="#ctx0" brushRef="#br0" timeOffset="-188595.71">22587 9333 101 0,'10'-4'177'0,"-1"3"-2"16,0 1-8-16,1 0-3 0,-10 0-11 0,10 4-11 15,-5-1 1-15,1 1-14 0,0 3-8 0,-2-1-13 16,-1 3-9-16,-1-2-7 0,-4 2-9 0,2 1-7 16,-3-1-5-16,-1 2-9 0,-2-1 0 0,2 1-2 15,-3-3-3-15,3-1-4 0,-1 1-3 0,1-1-7 0,-2 0 1 16,2 0-4-16,0 2 8 0,2-3-9 16,-1 0-1-16,2 4-5 0,-2-3-4 0,3-7 1 15,3 15-4-15,0-7-5 0,2 1-16 0,1-1-28 16,3 1-37-16,0-1-40 0,3-2-58 0,1-1-47 15,3 2-162-15,3-2-395 0,-2-3 175 0</inkml:trace>
  <inkml:trace contextRef="#ctx0" brushRef="#br0" timeOffset="-188236.41">22922 9518 88 0,'2'-5'224'0,"-2"5"-18"0,6-6-5 15,-6 6-10-15,4-4-3 0,-4 4 10 16,0 0 13-16,0 0 2 0,3 15-2 0,-3-5-20 15,0 1-7-15,-3 6-10 0,1 0-15 0,-3 0 6 0,0 0-20 16,-1 2-24-16,3 0 4 0,-1-4-6 0,1-1-14 16,-1-1-15-16,2-1-7 0,-1-1-7 0,1-2 9 15,-2 0-22-15,4-2-5 0,0-7-4 16,-1 8-10-16,1-8-4 0,-2 7-9 0,2-7 3 0,0 0-3 16,0 0-2-16,-1 8-13 0,1-8 1 0,0 0-9 15,0 0-5-15,18-4-3 0,-18 4 2 0,19-5-7 16,-5 1-1-16,-2 0-3 0,2 2-4 0,0 0 4 15,1 1-3-15,-3 1 4 0,-1 0 0 0,0 1 3 16,0 1-2-16,-5 1 2 0,-1 1 0 0,0 0 11 16,-1 0 4-16,-1 2 9 0,-3-6 5 0,-3 13 12 15,-1-5-7-15,-2 0 17 0,-3-1-16 0,0 0 0 16,-1 1-11-16,-2 3 2 0,0-4 0 0,-2 3-14 16,1-7-37-16,0 2-27 0,-2 3-44 0,2-5-50 15,3 0-60-15,-3-1-67 0,-1-2-68 0,4 0-191 16,10 0-580-16,0 0 258 0</inkml:trace>
  <inkml:trace contextRef="#ctx0" brushRef="#br0" timeOffset="-188089.91">23001 9751 73 0,'0'0'267'0,"4"-3"-13"16,-4 3-13-16,0 0-12 0,3-5-13 0,-3 5-19 15,0 0-14-15,0 0-26 0,0 0-24 0,0 0-34 16,0 0-43-16,0 0-45 0,0 0-53 0,0 0-47 15,0 0-50-15,0 0-169 0,0 0-334 0,-19-4 149 0</inkml:trace>
  <inkml:trace contextRef="#ctx0" brushRef="#br0" timeOffset="-185536.62">8751 5596 16 0,'0'0'101'16,"2"-7"-3"-16,-2 7-7 0,0 0-7 0,0 0 3 15,0 0-4-15,0 0 5 0,0 0-5 0,0 0-4 16,0-8-3-16,0 8 0 0,0 0 1 0,0 0 1 15,0 0-6-15,0 0 0 0,0 0 5 0,0 0-9 16,0 0-5-16,0 0 8 0,0 0-1 0,0 0 0 16,0-10 1-16,0 10 4 0,0 0-3 0,0 0-2 15,0 0 0-15,0 0-5 0,0 0 1 0,0 0-3 16,0 0 8-16,-3-8-1 0,3 8 1 0,0 0-3 16,0 0 4-16,0 0-10 0,0 0-5 0,0 0-3 15,0 0 0-15,0 0-11 0,0 0-5 0,0 0-6 16,0 0 2-16,0 0 6 0,0 0 4 0,1 32-1 15,-1-15 0-15,-2 8 2 0,-1-1 1 0,2 3 1 16,0-7-3-16,-2 4-5 0,0-3 2 0,2-2-5 16,-1 1 5-16,-1 4-3 0,-2-5 0 0,4 0 3 15,-2 0 10-15,1-1-13 0,-1 0 6 0,-1 0 0 16,2-2-8-16,-2 0 16 0,1-1-15 0,1 2-7 16,-3-6-7-16,2 2 5 0,-1-3 1 0,3-1-2 15,-3-2 4-15,3-1-4 0,0 2-9 0,1-8-1 16,-4 12 6-16,2-6-9 0,2-6 2 0,-2 9-4 15,2-9 0-15,-2 7-2 0,2-7-4 0,0 0-13 16,0 10-15-16,0-10-10 0,0 0-26 0,0 0-26 16,0 0-25-16,-1 7-30 0,1-7-36 0,0 0-41 15,0 0-45-15,0 0-39 0,0 0-168 0,0 0-507 16,0 0 224-16</inkml:trace>
  <inkml:trace contextRef="#ctx0" brushRef="#br0" timeOffset="-184600.5">8921 5691 13 0,'0'0'204'0,"0"0"-2"0,4-5-4 0,-4 5-5 16,0 0-7-16,0 0-11 0,0 0-12 0,0 0-12 16,0 0-11-16,0 0-11 0,0 0-11 0,0 0-7 15,0 0-10-15,0 0-4 0,0 0-9 0,0 0-4 16,0 0-4-16,0 0-5 0,0 0 2 0,0 0-1 16,0 0 8-16,0 0-6 0,0 0-1 0,0 0-7 15,-11 22 1-15,7-17-6 0,0 1-7 0,0 0-6 16,0 3-2-16,2-1 11 0,-2 1-8 0,0 1-1 15,-1-1 1-15,2 1-5 0,1-1-9 0,-1-2-1 16,2 1-5-16,-2-1-3 0,3-7 5 0,-1 13-9 16,1-5-3-16,0-8 1 0,0 11-9 0,1-3 1 15,2-2-1-15,0-2 1 0,0 2-2 0,1-2-3 16,1 1-3-16,0-2 5 0,2 0-3 0,1 0 7 16,0-1-5-16,1-1-4 0,-1-1 3 0,2-1-8 15,0 1 4-15,-1-1-1 0,-1 0-1 0,1-2-1 16,-1-1 2-16,-2 2-3 0,3-3 0 0,-1 2 2 15,-3 1 2-15,0-4-1 0,1-1-5 0,1 0 2 16,-1-1 3-16,-2-1 1 0,-2 1-8 0,2 0 2 16,-2-3 2-16,-1 1-1 0,0-2 2 0,2 0-2 15,-3-1-5-15,1 2 2 0,-2-1 6 0,-1 2-5 16,2-1-1-16,0 1 0 0,0 10-1 0,-2-15-2 16,2 7 1-16,0 8 3 0,-3-11-2 0,1 4-2 15,2 7-3-15,-4-10 6 0,4 10-4 0,-3-7 3 16,3 7 1-16,-5-7 1 0,5 7 0 0,-5-5-3 15,5 5 3-15,0 0-3 0,-9-2 1 0,9 2-4 16,0 0 0-16,-18 5 4 0,12-1 1 0,-2 0-3 16,0 1 4-16,-2 1-1 0,3 0-3 0,-1 2 11 15,-1-2-14-15,0 3 4 0,3-2 0 0,1 0 0 16,-2 2-4-16,1-3 3 0,2 3-3 0,-1 0 7 16,1 0 1-16,0 0-2 0,2 0-3 0,-1 1-1 15,0-2 0-15,2 0 2 0,1 1 1 0,-1-1 0 16,2-1-1-16,-1 2 4 0,1-3 0 0,-1 5-1 15,2-5-2-15,0-1 12 0,0 3-10 0,0-2-1 16,-2-6-1-16,7 11-6 0,-3-6 17 0,-1-1-5 16,4 0-1-16,-7-4-6 0,9 6 0 0,-4-4-3 15,0 1-3-15,3-2-5 0,-8-1 0 0,14 3 1 16,-7-3 0-16,-7 0 4 0,14-1-1 0,-7-1-1 16,-7 2 2-16,11-4-1 0,-4 1 3 0,0-1 0 15,-2 0-4-15,2 0 4 0,-7 4 1 0,9-8 0 16,-3-1 2-16,-2 1 0 0,0 1 4 0,0-2-3 15,-3-1 2-15,-1 1 1 0,1-3 6 0,2-1-7 16,-3 4-3-16,-2-3 3 0,1 0-1 0,0 1-3 16,-2 0 2-16,1 1 5 0,-2 0 0 0,0-2 6 15,-1 3-7-15,0 5 5 0,1-1-1 0,0 0 1 16,4 5-2-16,-9-6 2 0,2 3-8 0,7 3 8 16,-14 0-9-16,4 0 0 0,-1 3-14 0,1 0-19 15,0 2-25-15,0 0-25 0,-1 1-39 0,2 1-38 16,-2 1-53-16,2 0-48 0,0 2-205 0,0-1-507 15,1-1 225-15</inkml:trace>
  <inkml:trace contextRef="#ctx0" brushRef="#br0" timeOffset="-182306.63">23497 9647 12 0,'0'0'118'0,"0"0"-9"15,0 0 3-15,0 0-6 0,0 0-7 0,0 0-1 16,0 0 1-16,0 0-10 0,0 0 1 16,0 0-13-16,0 0 3 0,0 0 1 0,0 0-4 0,0 0-12 15,0 0 2-15,0 0-2 0,0 0-1 0,0 0-10 16,0 0-1-16,0 0-2 0,0 0 0 0,0 0-2 16,0 0-1-16,0 0-3 0,0 0 4 0,-11-10-4 15,11 10-5-15,0 0 2 0,0 0-1 0,-11-1 1 16,11 1 2-16,0 0 3 0,0 0 1 0,-9 0 3 15,9 0-6-15,0 0 3 0,0 0-6 0,0 0 1 16,-8-1-7-16,8 1-1 0,0 0-2 0,0 0-2 16,0 0-3-16,0 0 0 0,0 0-2 0,0 0 1 15,0 0-4-15,0 0 3 0,0 0-7 0,0 0 0 16,0 0-4-16,0 0 5 0,0 0-6 0,0 0-2 16,0 0 0-16,0 0 2 0,0 0-7 0,0 0 3 15,0 0-4-15,0 0 3 0,0 0-3 0,0 0 8 16,0 0-4-16,0 0 3 0,0 0-8 0,0 0 5 15,0 0 0-15,0 0-1 0,0 0 2 0,0 0-3 16,0 0 2-16,0 0 0 0,-10-2-5 0,10 2 3 16,0 0-4-16,0 0 0 0,0 0 2 0,0 0-2 15,0 0 2-15,0 0-1 0,0 0-2 0,0 0 0 16,0 0-1-16,0 0 1 0,0 0 0 0,0 0 3 16,0 0-2-16,0 0 0 0,0 0 0 0,0 0 1 15,0 0 3-15,0 0 6 0,0 0-3 0,0 0 3 0,0 0-1 16,0 0-1-16,0 0 0 0,0 0 4 15,0 0-4-15,0 0 5 0,0 0-3 0,0 0-5 16,0 0 4-16,0 0-2 0,0 0-1 0,0 0 1 0,0 0-3 16,0 0 1-16,0 0 1 0,0 0-6 0,0 0 3 15,0 0 6-15,0 0 1 0,0 0 0 0,0 0-4 16,0 0 1-16,0 0-3 0,0 0 1 16,0 0-2-16,0 0 1 0,38 3 0 0,-20-3-1 0,3 0 3 15,8-1-4-15,2 2-2 0,3-2-2 0,0 1-4 16,-1-2 1-16,-4 1-9 0,-7 1-11 0,-2-1-6 15,-1 2-16-15,-1-1-21 0,-6 0-25 0,-3 0-32 16,0 0-25-16,-2 3-20 0,-7-3-29 0,12 0-11 16,-7 1-9-16,-5-1-151 0,0 0-395 0,0 0 175 15</inkml:trace>
  <inkml:trace contextRef="#ctx0" brushRef="#br0" timeOffset="-182016.66">23746 9556 187 0,'-4'-7'207'0,"4"7"-5"16,-3-7-3-16,3 7-8 0,0 0-3 0,-4-5-10 15,4 5-12-15,0 0-16 0,0 0-13 0,-2-8-19 16,2 8-9-16,0 0-11 0,0 0-17 0,0 0-6 15,0 0-8-15,0 0-4 0,0 0 1 0,-11 21-11 0,9-13-4 16,1 3-7-16,-3 1 1 0,-1 0-6 0,1 5-5 16,-1-3 1-16,-1 3-4 0,1 1-5 15,2-1-14-15,-2 1-27 0,2 0-25 0,-1 1-41 16,-1 0-41-16,2-1-19 0,1 1-31 0,0 1-26 0,-1-1-142 16,2-1-370-16,0-4 164 0</inkml:trace>
  <inkml:trace contextRef="#ctx0" brushRef="#br0" timeOffset="-176764.06">22452 9026 38 0,'0'0'101'0,"6"-5"-8"0,-6 5-9 0,5-6 8 16,-5 6-4-16,6-8-3 0,-6 8 1 0,4-7 6 0,-4 7-3 16,2-6 11-16,-2 6-8 0,4-4 1 15,-4 4-2-15,0 0-3 0,5-8-2 0,-5 8-1 16,3-4-3-16,-3 4 3 0,0 0-4 0,0 0 4 15,0 0-3-15,3-7-2 0,-3 7-5 0,0 0-2 0,0 0-6 16,0 0-5-16,0 0-11 0,0 0 0 0,0 0-7 16,0 0-1-16,0 0-5 0,0 0 0 0,0 0 3 15,0 0-7-15,0 0-1 0,-15 15 2 0,4-4 0 16,-2 3 2-16,0 1-5 0,-6 5-4 0,-1 5 1 16,1 1-2-16,-2-1-4 0,1 4 0 0,-1 13 0 15,2-12 3-15,-4 12-3 0,4 3-3 0,1-1-2 16,1 1 0-16,2-1-1 0,6-9 0 0,-2 9-4 15,6-10 1-15,-1 0-1 0,3-3-2 0,0 0 0 16,3 1-4-16,4-2 2 0,4 1-1 0,4-2-1 16,5 0 0-16,6-1-11 0,5-4-1 0,14 7-20 15,3-4-31-15,5-5-17 0,2-3-26 0,2-1-30 16,3-2-25-16,0-7-22 0,-5 3-26 0,0-3-21 16,1-3-113-16,-14-1-363 0,-3-3 160 0</inkml:trace>
  <inkml:trace contextRef="#ctx0" brushRef="#br0" timeOffset="-174998.78">26059 8254 25 0,'0'0'74'0,"0"0"-13"0,-7 2-7 16,7-2-1-16,0 0-2 0,0 0-14 0,0 0-15 16,0 0-13-16,0 0-15 0,0 0-24 15,0 0-29-15,0 0-63 0,0 0 28 0</inkml:trace>
  <inkml:trace contextRef="#ctx0" brushRef="#br0" timeOffset="-173532.13">24179 9387 59 0,'-3'-10'214'16,"3"10"2"-16,-2-9-5 0,2 9-13 0,-3-9-1 15,3 9-17-15,-1-9 0 0,1 9-15 0,-2-10-10 16,2 10-9-16,-3-8-9 0,3 8-5 0,0 0-9 16,-3-9-9-16,3 9-7 0,0 0-12 0,0 0-7 15,0 0-10-15,0 0-8 0,-3-7-6 0,3 7-12 16,0 0 0-16,0 0-9 0,0 0 7 0,0 0 2 0,0 0-1 15,-2 25 4-15,1-9 1 0,-3 3-4 16,2 8-3-16,-2 1 1 0,1 2 1 0,-1-2 0 16,-1 0 4-16,0-3-9 0,0 2 2 0,0-3-4 0,2-4 4 15,-2-2-5-15,3 0-4 0,-1-3-8 16,1-1 0-16,0 2 8 0,1-3-12 0,1-3-6 16,0-1-1-16,0 1-4 0,-1 0 3 0,-2-3-6 15,6 0 2-15,-3-7 4 0,-3 11-12 0,3-11 0 0,0 10 7 16,0-10 1-16,4 6 9 0,-4-6-17 0,0 0-2 15,0 0 0-15,1 10 4 0,-1-10-6 0,0 0-16 16,0 0-8-16,0 0-10 0,0 0-18 0,0 0-19 16,0 0-21-16,0 0-21 0,0 0-26 0,0 0-36 15,0 0-43-15,0 0-39 0,0 0-35 0,0 0-181 16,0 0-508-16,0 0 225 0</inkml:trace>
  <inkml:trace contextRef="#ctx0" brushRef="#br0" timeOffset="-172468.29">24446 9558 50 0,'0'0'103'0,"0"0"-3"16,0 0 0-16,0 0-9 0,0 0 2 15,0 0-4-15,0 0-3 0,0 0 0 0,0 0 3 16,0 0-9-16,0 0 2 0,0 0-4 0,0 0-1 0,0 0-4 16,0 0 0-16,0 0-2 0,0 0-2 0,0 0-2 15,0 0-4-15,0 0 3 0,0 0-1 0,0 0-3 16,0 0-6-16,0 0 6 0,0 0-8 16,0 0 2-16,0 0-7 0,0 0 3 0,0 0-2 0,0 0-4 15,0 0 3-15,0 0-5 0,3-7-5 0,-3 7 4 16,0 0-3-16,0 0 0 0,0 0-5 0,0 0 1 15,0 0-1-15,0 0-4 0,0 0 0 0,0 0 2 16,0 0-3-16,0 0-2 0,0 0-4 0,0 0 3 16,0 0-5-16,0 0 3 0,0 0-1 0,0 0-1 15,0 0 7-15,0 0-7 0,0 0 0 0,0 0-1 16,0 0 3-16,0 0-4 0,0 0-2 0,0 0 4 16,0 0-1-16,0 0-7 0,0 0-1 0,0 0 3 15,0 0 0-15,0 0 1 0,0 0-4 0,0 0 4 16,0 0-1-16,0 0 0 0,0 0-2 0,0 0 1 15,0 0-7-15,0 0 4 0,0 0-2 0,0 0-1 16,0 0 3-16,0 0-6 0,0 0 3 0,0 0-2 16,0 0 1-16,0 0-4 0,0 0-1 0,0 0 1 15,0 0 1-15,0 0-1 0,0 0-2 0,0 0 1 16,0 0-1-16,0 0 2 0,0 0-5 0,0 0 13 16,5-5-11-16,-5 5-3 0,12 0-1 0,-12 0-1 15,17-2 5-15,-6 2-2 0,2-2 8 0,2 2-8 16,0 0-1-16,2-3 0 0,2 3 2 0,1 0-3 15,-3-2-2-15,2 1 2 0,-6 0 2 0,7-1 4 16,-8 2-5-16,2-2 0 0,-2 2 0 0,-1-3 1 16,0 4-2-16,1-2 2 0,-2 1-3 0,0 1 5 15,-10-1-2-15,13-1 1 0,-13 1-2 0,13-1 3 16,-13 1-5-16,7 0 8 0,-7 0-15 0,0 0-5 16,9 0-10-16,-9 0-14 0,0 0-12 0,0 0-9 15,0 0-21-15,0 0-19 0,9 1-24 0,-9-1-13 16,0 0-23-16,0 0-15 0,0 0-8 0,0 0-16 15,0 0-146-15,-24 5-373 0,24-5 165 0</inkml:trace>
  <inkml:trace contextRef="#ctx0" brushRef="#br0" timeOffset="-172158.52">24635 9429 130 0,'0'0'183'0,"0"-9"6"15,0 9 0-15,0 0-7 0,0-10-2 0,0 10-8 16,0 0-12-16,0 0-18 0,0-7-3 0,0 7-20 16,0 0-14-16,0 0-6 0,0 0-6 0,0 0 7 15,0 0 6-15,0 0-3 0,0 0 4 0,0 28 4 16,0-16-4-16,-2 0-4 0,2 4 0 0,-2 0-10 16,2 1 2-16,0-4-8 0,-2 3-5 0,-1 0-2 15,3-4-10-15,-1 1-4 0,-3-1-10 0,4-1-1 16,0 1-4-16,-2 0-3 0,0-1-6 0,1-2-1 15,1 1-8-15,0-1 0 0,0-9-6 0,0 14-6 16,-1-7-14-16,1 2-29 0,0 0-27 0,0-9-28 16,-1 10-26-16,1-10-31 0,0 9-40 0,0-9-15 15,2 8-26-15,-2-8-22 0,5 9-24 0,-5-9-147 16,8 4-442-16,-2-4 195 0</inkml:trace>
  <inkml:trace contextRef="#ctx0" brushRef="#br0" timeOffset="-171849.02">25001 9426 21 0,'2'-7'240'0,"-2"7"-6"16,2-9-6-16,-2 9-3 0,2-5-8 0,-2 5-11 16,0 0-12-16,0 0-22 0,3-8-15 0,-3 8-14 15,0 0-7-15,0 0 2 0,0 0 4 0,0 0 1 0,-2 31-6 16,2-20-5-16,-1 6-10 0,-1 1-4 15,0 0 1-15,0 1-11 0,0-1 7 0,-3 2-8 16,2-2-11-16,-1 1 1 0,2-2-7 0,0-2-17 0,-2 2 9 16,2-2-19-16,0-3-4 0,-1 0-9 0,1 0-11 15,-1-3 1-15,2 3-3 0,1-2-1 16,-1-1-9-16,1-2 0 0,0-7-25 0,-1 13-17 16,1-13-20-16,0 10-23 0,0-10-18 0,1 9-29 0,-1-9-22 15,0 0-29-15,-1 12-23 0,1-12-29 0,0 0-14 16,0 0-13-16,0 0-13 0,0 0-204 0,0 0-488 15,0 0 216-15</inkml:trace>
  <inkml:trace contextRef="#ctx0" brushRef="#br0" timeOffset="-171442.37">25073 9413 108 0,'2'-10'199'0,"2"0"-17"0,-2 4-9 16,4 0-2-16,0 1 1 0,-1 0-3 0,1 2-13 15,-6 3-11-15,7-8-6 0,-7 8-12 0,10-5-10 16,-10 5-10-16,10 0-8 0,-10 0-9 0,12 3-7 16,-12-3-10-16,14 1-5 0,-8 1-10 0,-6-2-5 15,10 4-3-15,-2-1-7 0,-8-3-6 0,9 4-3 16,-9-4-3-16,4 6-1 0,-3-2 0 0,-1-4-4 16,0 8-3-16,0-8-1 0,-1 11-4 0,1-11 1 15,-7 9-8-15,3-1-10 0,2-3-13 0,-3 1-7 16,5-6-4-16,-5 10-4 0,2-4-5 0,2-1 1 15,-3 3 2-15,2-1 1 0,2-7 0 0,0 16-3 16,1-10 4-16,-1-6-1 0,5 12 4 0,-1-7-6 16,1 2 5-16,0-1 4 0,0-1 1 0,-1 0 1 15,2 0-1-15,1 0 5 0,-3 0 2 0,2-2 4 16,-6-3-2-16,8 7 2 0,-5-3 3 0,-3-4 9 16,8 7 10-16,-8-7 9 0,4 8 3 0,-4-8 4 15,-1 7 0-15,1-7 0 0,0 0 2 0,-7 15-2 16,3-11-4-16,-1 2-4 0,1-2 3 0,-1 2-7 15,0-3-20-15,-2 2-17 0,3 0-25 0,-4-2-30 16,1 3-36-16,-1-4-34 0,0 1-48 0,-1 0-146 16,3 0-367-16,-2-2 162 0</inkml:trace>
  <inkml:trace contextRef="#ctx0" brushRef="#br0" timeOffset="-167466.87">24031 9183 52 0,'-4'-5'147'0,"4"5"-2"0,0 0 2 0,0 0-6 0,-13 9 3 15,7-3-3-15,-3 4 0 0,1 0-4 0,-2 3-7 16,-1 3-8-16,-5 5-7 0,2 2-6 0,1 5 2 16,3 0-1-16,-4 4-5 0,4 1-2 0,-3 13-7 15,7-13-3-15,-1 3-12 0,3-4-2 0,2 1-6 16,-2-3-11-16,4 0-4 0,2-1 1 0,0 2-15 16,3-5-4-16,0 1 0 0,3-2-5 0,3-2-1 15,1-2-16-15,3 4-20 0,-2-8-22 0,5 3-34 16,-2-1-43-16,6-3-44 0,0 1-35 0,1-2-41 15,-5-2-143-15,0-5-394 0,2 1 174 0</inkml:trace>
  <inkml:trace contextRef="#ctx0" brushRef="#br0" timeOffset="-166841.99">25665 9185 6 0,'0'0'210'0,"-6"-11"-5"0,6 6-7 16,0 5-4-16,-6-6-8 0,6 6-9 0,-3-5-8 0,3 5-13 16,0 0-6-16,-4-8-19 0,4 8-12 0,0 0-11 15,0 0-4-15,0 0-17 0,0 0-8 16,0 0-7-16,0 0-5 0,0 0-2 0,0 0-8 0,0 0-2 15,4 31 0-15,-3-20 1 0,3 8-13 0,4 9 4 16,0-2 0-16,-4 3-2 0,3 6 7 0,-3 1 12 16,1 9-15-16,1-8-5 0,-1-2-2 0,-2 0-6 15,-3-2 0-15,1-1-1 0,-3 0-4 0,2-1-7 16,-2-5-1-16,-3-1 0 0,-1-6-4 0,1 5 2 16,-6-1 2-16,4-7-7 0,-2 2-5 0,-2-3-1 15,-5 0-19-15,3-2-27 0,-8 4-24 0,4-4-31 16,-1-2-21-16,-9 3-35 0,2-1-36 0,-2-2-39 15,3 0-210-15,-5-1-467 0,10-7 208 0</inkml:trace>
  <inkml:trace contextRef="#ctx0" brushRef="#br0" timeOffset="-165291.7">26052 9453 57 0,'0'0'157'0,"0"0"-1"16,0 0-10-16,0 0 1 0,-2-10-5 0,2 10-1 16,0 0-3-16,0 0-12 0,0 0-1 0,0 0-4 15,2-8-8-15,-2 8-5 0,0 0-4 0,0 0-1 16,0 0-4-16,0 0-2 0,0 0-6 0,0 0-3 16,0 0-4-16,0 0-3 0,0 0-16 0,2-7-2 15,-2 7-8-15,0 0-5 0,0 0-6 0,0 0-7 0,0 0-5 16,0 0-2-16,0 0 6 0,0 0 12 15,0 0 4-15,0 26 5 0,-1-15 5 0,0 7 5 16,-1-1-1-16,-2-2-7 0,2 11 5 0,-1-9-7 16,0 3-2-16,-1-2-5 0,2 1-2 0,0-1-2 0,-1-1-8 15,3 1 11-15,-4-3-12 0,2 1-4 16,-2-3-4-16,2-2-1 0,1 1-2 0,1-1-1 16,0-2-10-16,-2-2 4 0,2-7 11 0,-2 13-17 15,2-6 1-15,0-7 7 0,0 12-10 0,0-12-2 0,-3 9 1 16,3-9-5-16,0 7 0 0,0-7 1 0,0 0-12 15,-2 8-8-15,2-8-7 0,0 0-13 0,0 0-13 16,0 0-18-16,0 0-19 0,0 0-18 0,0 0-30 16,0 0-26-16,0 0-23 0,0 0-18 0,0 0-25 15,0 0-17-15,-5-21-173 0,5 21-448 0,0-16 198 16</inkml:trace>
  <inkml:trace contextRef="#ctx0" brushRef="#br0" timeOffset="-164914.7">26099 9443 105 0,'10'-10'143'0,"-1"3"-4"0,3 0-11 0,0 1-2 15,1 2-4-15,3-2-14 0,-4 4-2 0,2 0-7 16,-1 2-7-16,0 1-5 0,3 2-3 0,-7 1-5 16,4-1-9-16,-4 4-1 0,0-1 4 0,-2 0 2 15,-2 2-3-15,-1 1-4 0,0-1-2 0,-1 2-8 16,-6-2 2-16,1 2-6 0,0 0-3 0,-4 1-6 15,-6 0-1-15,1-3-9 0,-3 1 2 0,5-1-7 16,-6-1-4-16,1-1-3 0,3-3 2 0,-1 1-9 0,1 1 1 16,1-1-2-16,0-1-2 0,3-1-1 15,1 0-1-15,6-2 1 0,-11 3-5 0,11-3 2 16,-12 0 0-16,12 0 0 0,0 0-1 0,-9 2-5 16,9-2 3-16,0 0-4 0,0 0 5 0,-9 0-6 15,9 0 2-15,0 0-2 0,0 0 1 0,-4 7 0 16,4-7 3-16,0 0 5 0,4 13 2 0,-1-6-5 15,1 1 10-15,-2 0-4 0,1 1 4 0,1 0-4 0,2 2 0 16,-2-2 1-16,2 1-2 0,0-2-8 0,1 1-17 16,-1-1-32-16,4 0-31 0,-3-2-36 0,3 1-42 15,2-2-27-15,-1-1-173 0,2 1-383 16,4-1 170-16</inkml:trace>
  <inkml:trace contextRef="#ctx0" brushRef="#br0" timeOffset="-164513.2">26534 9613 136 0,'0'0'214'0,"0"0"6"0,-6-16-5 0,2 12-8 15,4 4-12-15,-9-3-8 0,9 3-13 0,-13 0-7 16,13 0-11-16,-16 6-3 0,7-2-9 0,-3 3-7 16,3 0-15-16,1 1-13 0,1 1-10 0,-2-1-10 15,4 0-12-15,-3 3-6 0,3-2-4 0,1 1-5 16,1-1-7-16,1 0-5 0,4 1 4 0,-2-10-16 15,3 13-9-15,1-5-3 0,-1-3-6 0,1 0-9 16,4 2-4-16,-5-2-4 0,6-2-3 0,-4 0-3 16,-5-3-3-16,8 6 1 0,-3-4 2 0,-5-2-2 15,6 3 2-15,-6-3 7 0,0 0-5 0,8 2-2 16,-8-2 5-16,0 0 6 0,0 0 1 0,0 0-1 16,0 0 1-16,0 0 8 0,0 0 6 0,0 0 0 15,0 0 8-15,0 0-5 0,0 0 1 0,-32 1 4 16,21 3 4-16,2 2 5 0,-2 0 0 0,3 0-3 15,2 1-4-15,-3-1 6 0,-1 2-7 0,4 0-7 0,2-2 0 16,-1 1 3-16,1 1-5 0,2-1-9 0,0 1 7 16,2-8-1-16,2 14-13 0,0-6-16 15,2-3-7-15,1 1-21 0,1 0-25 0,-2-1-31 16,6 3-44-16,-1-4-34 0,-2 1-40 0,4 0-27 0,0-3-38 16,-2 1-166-16,3-1-480 0,1-2 213 0</inkml:trace>
  <inkml:trace contextRef="#ctx0" brushRef="#br0" timeOffset="-161979.72">25495 10595 16 0,'0'0'191'0,"0"0"-17"0,0 0-18 0,0 0-13 15,0 0-27-15,0 0-22 0,0 0-51 0,0 0-37 0,18 4-58 16,-18-4-97-16,14 0-159 0,-14 0 71 15</inkml:trace>
  <inkml:trace contextRef="#ctx0" brushRef="#br0" timeOffset="-161070.79">26638 9303 104 0,'-4'-6'233'0,"4"6"-1"0,-4-10-5 0,2 4-8 0,2 6-10 15,-3-7-10-15,3 7-15 0,-3-7-15 0,3 7-17 16,0 0-10-16,0 0-12 0,0 0-13 0,10-6-14 15,-10 6-9-15,18 10-12 0,-2 0-6 0,-3 3-6 16,7 9-2-16,-1 2-5 0,-2 4 0 0,1 4-2 16,0 14 3-16,-2 1 6 0,-5 2 1 0,1-1-4 15,-4 1-2-15,-5-2-10 0,-1-11-7 0,-2 9-4 16,-2-9 0-16,-1 0-2 0,-3-2 11 0,-2 0-11 16,0-1-7-16,-1-1 3 0,-1 0-5 0,1-4 2 15,-4 1-2-15,-3-4-6 0,-1 0 1 0,-2 0-2 16,-5-3-6-16,2 0-18 0,-3 1-21 0,-2-3-21 15,0-3-29-15,2 2-35 0,0-6-35 0,-1 5-52 16,1-8-46-16,7 0-62 0,-9-2-175 0,9-2-513 0,0-3 228 16</inkml:trace>
  <inkml:trace contextRef="#ctx0" brushRef="#br0" timeOffset="-160785.7">27369 9732 154 0,'-8'-6'316'0,"8"6"-31"15,-4-7-27-15,4 7-30 0,-4-5-17 0,4 5-10 16,0 0-11-16,0 0-17 0,0 0-9 0,-2-7-14 15,2 7-9-15,0 0-13 0,0 0-12 0,25 0-8 16,-8 0-16-16,3-2 0 0,1 2-41 0,-1 2-21 16,0-4-30-16,2 2-38 0,-4-1-39 0,0 1-39 15,-1 0-38-15,-4-1-36 0,-3-1-34 0,-2 2-158 16,-8 0-414-16,7-1 184 0</inkml:trace>
  <inkml:trace contextRef="#ctx0" brushRef="#br0" timeOffset="-160623.16">27393 9772 116 0,'-9'1'267'0,"1"1"-22"16,1 1-15-16,-1 0-13 0,8-3-9 0,-9 3 1 0,3-1-6 16,6-2-10-16,0 0-11 0,-7 1-6 0,7-1-18 15,0 0-14-15,0 0-10 0,0 0-15 0,0 0-17 16,14 10-18-16,0-7-30 0,3-2-39 16,10 1-42-16,0-1-51 0,7 2-55 0,1-6-48 0,1 2-55 15,1-1-165-15,1 1-433 0,0-5 192 0</inkml:trace>
  <inkml:trace contextRef="#ctx0" brushRef="#br0" timeOffset="-154725.89">20340 9160 19 0,'-3'-5'206'0,"3"5"-12"16,0 0-11-16,-2-8-13 0,2 8-10 0,0 0-10 15,-3-6-13-15,3 6-13 0,0 0-16 16,0 0-9-16,0 0-11 0,0 0-11 0,0 0-8 0,0 0-7 16,0 0-5-16,0 0-5 0,23 5-4 0,-10-3-5 15,5 5-5-15,2-1-2 0,0 2-3 0,8 2-1 16,-1 1-5-16,-2 0-4 0,1-1 0 0,-5 4-6 15,4-2-2-15,-2 1-1 0,-7 0-2 0,1 1-6 16,-3-1 1-16,1 2-1 0,-2 2 0 0,1 3 1 16,-6-1-1-16,-2 1 1 0,-2-1 2 0,1 7 3 15,-6 2 2-15,-4-4 1 0,-2 2 3 0,-4 2 2 16,-4-2-6-16,-4-1 2 0,-1 1-2 0,-5 1 0 16,-11 6-4-16,-5-2-2 0,0 0 2 0,-1-2-6 15,-7 0-18-15,5-1-20 0,-4 0-28 0,5 0-29 16,1 3-26-16,11-9-55 0,1-1-170 0,0 3-370 15,3-1 164-15</inkml:trace>
  <inkml:trace contextRef="#ctx0" brushRef="#br0" timeOffset="-149191.45">28215 9610 77 0,'0'0'190'0,"0"-10"-9"16,0 10-2-16,0 0-7 0,0-14-2 15,0 14-1-15,0-8-4 0,0 8-10 0,0-7-11 0,0 7-9 16,0 0-9-16,0-12-12 0,0 12-15 0,0 0-9 16,0 0-8-16,0 0-8 0,0-7-9 0,0 7-10 15,0 0-3-15,0 0-4 0,0 0-8 16,0 0-1-16,0 0-8 0,0 0-4 0,0 0 1 0,16 13 12 15,-11-4-8-15,2 0-4 0,1 2-5 0,0 4 4 16,0 0-1-16,1 0 1 0,-1 1-3 0,2 3-2 16,-1-2 0-16,2 1-1 0,0-1-2 0,-2 2-2 15,-2-4 0-15,3 0-3 0,-1 0-6 0,-1-2 4 16,-1-3-1-16,0-1-3 0,1 1 2 0,-5-2 0 16,4-2-3-16,-3 0 0 0,0 0 7 0,1 0-7 15,-1-2-1-15,-4-4 1 0,5 7-3 0,-5-7 6 16,5 6-3-16,-5-6 1 0,4 4-1 0,-4-4 7 15,6 1 11-15,-6-1 4 0,0 0 9 0,10-8-8 16,-10 8 3-16,11-11 0 0,-6 2-3 0,1-3 2 16,4-2-8-16,-2 1-2 0,2-3-4 0,3-6-4 15,-2 3 8-15,3-4-4 0,-1 1-7 0,-2-1 0 16,2 0 0-16,-1 2-4 0,-4 4 1 0,1 0-4 16,-3 2-2-16,2 0 0 0,-3 0-4 0,0 3-3 15,-1 4-3-15,0-1-3 0,-1 4-8 0,0-1-8 16,0 1-18-16,-3 5-17 0,3-7-25 0,-3 7-32 15,0 0-18-15,0 0-1 0,0 0-17 0,0 0-7 16,8 13-19-16,-3-3-13 0,-1 0-23 0,-2 6-130 16,1-1-375-16,5-1 166 0</inkml:trace>
  <inkml:trace contextRef="#ctx0" brushRef="#br0" timeOffset="-148942.39">28927 9728 22 0,'0'0'193'16,"0"0"-5"-16,0 0-3 0,0 0-8 0,-13-13-16 16,13 13-5-16,-9-1-5 0,9 1-9 15,-19 4-4-15,7 0-9 0,0 0-5 0,1 2-6 16,-5 3-9-16,3 0-5 0,-2 1-9 0,2 2-2 0,1 0-13 16,0 0-7-16,1 0-2 0,3-1-9 15,2-1-6-15,1 3-3 0,0-3-9 0,2 1-4 16,2 1-6-16,1 0 1 0,5 2-14 0,-2-2-2 15,6 1-18-15,0-3-23 0,3 1-43 0,5 1-35 16,-2-2-36-16,12-1-36 0,1-1-45 0,-1-4-144 0,1-1-390 16,2-3 173-16</inkml:trace>
  <inkml:trace contextRef="#ctx0" brushRef="#br0" timeOffset="-148719.95">29261 9762 170 0,'-7'-4'198'0,"-1"2"-2"16,-3 1-3-16,0 1-3 0,-3 1-3 0,1 1-6 16,-2 5-5-16,-3 2-7 0,-1 1-7 0,2 0-13 15,1 0-6-15,0 3-11 0,3-2-12 0,-1 3-13 16,4 0-9-16,2 1-10 0,2-1-7 0,3 1-10 16,1 2-5-16,1-5-7 0,4 1-4 0,0-2-12 15,3 1-16-15,6 0-30 0,1-1-37 0,4 0-46 16,-1-1-49-16,10-1-48 0,2-3-51 0,0-1-163 15,1 1-430-15,1-5 191 0</inkml:trace>
  <inkml:trace contextRef="#ctx0" brushRef="#br0" timeOffset="-148539.1">29452 9819 137 0,'0'0'278'15,"-4"-4"-28"-15,4 4-26 0,0 0-22 0,0 0-21 16,0 0-19-16,14-8-17 0,-2 7-15 0,0-1-17 16,9 1-26-16,0 1-31 0,9 0-46 0,-3-2-51 15,3 2-58-15,1 2-49 0,-2-4-134 0,1 1-304 16,-4-2 134-16</inkml:trace>
  <inkml:trace contextRef="#ctx0" brushRef="#br0" timeOffset="-148160.14">29906 9643 146 0,'0'0'243'15,"-3"-8"-10"-15,3 8-16 0,0 0-12 0,-1-12-21 16,1 12-15-16,0 0-15 0,0 0-12 0,0 0-6 0,0 0 3 16,0 0 1-16,0 0 10 0,20 22-15 15,-12-8-2-15,-2 1-16 0,3 1-7 0,-1 1-8 16,1-1 5-16,-3 0-17 0,3-2-9 0,0 1-3 15,-1 0-9-15,-2 2-7 0,-1-7-6 0,5 3-2 0,-3-3-7 16,-2-1-5-16,0 0-8 0,0-1-4 16,0-3 3-16,-1 2 1 0,1-3-4 0,-2 1 2 15,1 0 8-15,-4-5 8 0,6 3 1 0,-6-3 8 16,0 0-4-16,13-1-7 0,-13 1-2 0,10-10 3 0,-5 1-7 16,3 0-5-16,1-1 16 0,-2-4-24 15,2-1-3-15,3-2 0 0,-1-7-11 0,3 3 6 0,0-4-6 16,-2 2-2-16,2-3-10 0,-1 1 9 15,1 2-20-15,-4 6-11 0,-1 2-10 0,4 1-2 0,-4 1-27 16,-3 4 1-16,-2 0-23 0,0 5-41 0,0-1-40 16,-4 5-40-16,6-4-20 0,-6 4 29 0,0 0-42 15,0 0-10-15,6 13-14 0,-4-3-147 0,-2-1-442 16,2 3 196-16</inkml:trace>
  <inkml:trace contextRef="#ctx0" brushRef="#br0" timeOffset="-147950.43">30403 9729 128 0,'0'0'234'0,"0"0"-19"16,4 4-16-16,-4-4-10 0,0 0 3 0,1 8 7 16,-1-8-1-16,0 0-4 0,-3 14-2 0,2-7-10 15,0 4-17-15,-1-1-8 0,1 1-12 0,-3 1-9 16,3 4-17-16,-2 1-5 0,2-6-16 0,0 0-5 16,-2 8-10-16,2-2-9 0,0 1-10 0,2-2-2 15,-4 0-8-15,5-4-1 0,-1 0-14 0,0-2-22 16,2-1-24-16,-3 1-36 0,0-3-32 0,1 0-34 15,-1-7-37-15,1 14-34 0,1-10-36 0,-2-4-27 16,2 11-187-16,-2-11-465 0,4 5 206 0</inkml:trace>
  <inkml:trace contextRef="#ctx0" brushRef="#br0" timeOffset="-147574.73">30501 9714 45 0,'14'-9'166'0,"-2"3"3"0,0 2 0 0,1-1-6 16,-3 2-5-16,3 2-7 0,0-2-12 0,-2 4 0 16,0 1-8-16,-1 0-10 0,1 0-6 0,0 3-9 15,-2 0-9-15,-3-1-9 0,4 2-5 0,-5-3-5 16,-1 2-1-16,1 0-2 0,-2 1-2 0,-1-2-3 16,-2-4-3-16,2 13-5 0,-2-13-4 0,-4 10-5 15,0-4-5-15,0 0-3 0,0-1-5 0,4-5-7 16,-9 11-10-16,7-6-10 0,-3 0-8 0,1 1-11 15,0-2-9-15,4-4-3 0,-5 10-2 0,5-4-8 16,0-6-1-16,0 11 2 0,2-5-3 0,-2-6 5 16,4 10 1-16,-1-3 1 0,2 0 4 0,0 0-1 15,0 2-2-15,-2-3 6 0,1-1 3 0,-2 1 8 16,1 0 9-16,-3-6 10 0,2 10 7 0,-2-4 7 0,0-6 4 16,-1 12 2-16,1-12 0 0,-6 11 3 15,0-5-6-15,0-1-2 0,0-1-3 0,-2 1-1 16,2 0-5-16,-2-2-1 0,0 1-19 0,1-1-19 15,0 0-16-15,2 1-46 0,5-4-37 0,0 0-48 16,-16 6-41-16,13-3-168 0,3-3-406 0,0 0 180 0</inkml:trace>
  <inkml:trace contextRef="#ctx0" brushRef="#br0" timeOffset="-147189.08">31052 9743 229 0,'0'0'255'0,"3"-6"-15"16,-3 6-13-16,0 0-6 0,0 0-7 0,0 0-7 16,0 0-8-16,0 0-13 0,-32 11-10 0,20-4-16 15,3 2-13-15,-2-1-17 0,0 2-10 0,2-2-14 0,-6 5-12 16,9-3-9-16,-1-1-8 0,3 0-8 16,-1 0-10-16,3 0-1 0,1 1-4 0,1-2-4 15,1 2-6-15,1 0-13 0,3-1-3 0,0-5-11 16,2 3-9-16,-1-3-2 0,0 0-9 0,1-1-5 15,-2 0 0-15,0 0 5 0,-5-3-6 0,11 2 3 0,-11-2 0 16,7 3 5-16,-7-3 8 0,6 2 10 16,-6-2 11-16,0 0 6 0,0 0 2 0,0 0 9 15,0 0 10-15,0 0 9 0,0 0 4 0,-26 4 0 16,14 0 8-16,1 0 8 0,0 3-7 0,-1 0 3 0,0-2-2 16,2 4 7-16,0-2-8 0,1 1-7 15,2-3-17-15,1 3-6 0,1 0-4 0,0 0-4 0,4 0 0 16,2 0-1-16,0 0-12 0,7 1-1 15,-1-2-25-15,4 2-31 0,8-1-49 0,0-2-52 16,9 0-45-16,4 1-53 0,4-2-61 0,0 2-56 0,-3-4-241 16,-3 0-636-16,-1-2 282 0</inkml:trace>
  <inkml:trace contextRef="#ctx0" brushRef="#br0" timeOffset="-145028.55">20713 10991 109 0,'0'0'221'0,"-9"-2"-19"0,9 2-7 0,0 0-7 15,0 0 0-15,0 0-6 0,0 0-12 0,-6-4-13 16,6 4-7-16,0 0-8 0,0 0-3 0,29-1-12 15,-8 1-8-15,7-2-12 0,-1-1-8 0,6-1-14 0,-3 2-7 16,2 0-8-16,-2-1-8 0,-3 0-23 0,1 2-21 16,-8-1-22-16,1 0-22 0,-5 1-31 15,-3 1-30-15,-3-1-35 0,-2 1-35 0,1-3-21 16,-9 3-22-16,14 1-136 0,-14-1-364 0,0 0 161 0</inkml:trace>
  <inkml:trace contextRef="#ctx0" brushRef="#br0" timeOffset="-144474.6">20958 10958 38 0,'0'0'166'16,"-15"1"-13"-16,7 0-14 0,8-1-9 0,-12 5 13 0,5 2 15 16,0 3-1-16,0-1 0 0,0 7 8 15,0 0-2-15,2 3-6 0,1-2 0 0,0 7-21 0,2-4-6 16,-1 5 1-16,2-4-13 0,0-2-2 0,-1 6-8 16,2-6-7-16,3 0-10 0,-2-2-8 0,0 0-12 15,-1 0-5-15,2-5-3 0,0 3-5 0,0-3-8 16,0 0-5-16,-2-2-4 0,0-4-5 0,2 1-3 15,-2-7-5-15,2 13 1 0,-2-7-7 0,0-6-4 16,0 0-3-16,-2 11 1 0,2-11-14 0,-6 2 9 16,6-2-16-16,0 0-5 0,-16-1 3 0,16 1 1 15,-12-5-3-15,5-2 6 0,-2 5-1 0,2-2 7 16,7 4-8-16,-10-6 3 0,10 6 0 0,-8-5-1 16,8 5 1-16,-7-4-1 0,7 4 3 0,-5-4-5 15,5 4-4-15,0 0 1 0,0 0-4 0,0 0-5 16,0 0 3-16,0 0-15 0,19-3-15 0,-9 3-16 15,3 3-19-15,3 0-18 0,2-3-12 0,2 2-16 16,0 1-3-16,0-3-6 0,1 0 0 0,2 0-7 16,-2-2-5-16,8 1 6 0,-11-3 5 0,1 2 12 15,0-2 10-15,0 2 18 0,-2-2-1 0,-5-2 18 0,0 1 23 16,1-2 24-16,-6 0 17 0,1 1 21 0,0-2 22 16,-3-1 11-16,-1-1 24 0,1 0 21 15,-3 1 6-15,1 0 1 0,-2 2 4 0,-1 7 10 16,3-13 3-16,-3 13 4 0,1-9-8 0,-1 9-10 0,3-6-6 15,-3 6-13-15,0 0 2 0,0 0 15 0,0 0 6 16,0 0 10-16,3 21 6 0,-3-10-2 0,-1 4-4 16,-3 2-9-16,3-2 2 0,-1 2-15 15,-1 1-10-15,-2 1-6 0,4-2-5 0,-3 0-7 0,2 1-5 16,0-3 0-16,0 0-27 0,0-2-27 0,1-1-25 16,-1-1-35-16,2-1-32 0,-2 1-24 15,1 0-27-15,2-4-22 0,-1 0-30 0,0-7-14 16,0 9-11-16,0-9 8 0,2 8-3 0,-2-8-157 0,0 0-403 15,0 0 178-15</inkml:trace>
  <inkml:trace contextRef="#ctx0" brushRef="#br0" timeOffset="-144149.14">21214 11318 47 0,'10'-14'129'0,"-1"1"3"0,3 1-8 0,-3 4-6 16,3 2-2-16,-1 1 0 0,0-1-4 0,1 3 5 15,-1 2-2-15,2 1-8 0,0 1 5 0,-2 1-5 16,3 1-4-16,-2 1-10 0,-1 1-11 0,1 1-8 15,-2 0-8-15,-3 1-5 0,1 1-4 0,-1 0-6 16,-2 0-4-16,-4 2-5 0,2-2 3 0,-2 2 1 16,-2-2-4-16,-3 2-5 0,0-1 1 0,0 1-5 15,-1-2-3-15,-1 1-6 0,1-2-1 0,0-1-12 16,-2 1-7-16,4-3-4 0,0 3-4 0,3-7 0 16,-8 9-5-16,8-9-1 0,-1 7 2 0,1-7 1 15,0 0-1-15,4 13 1 0,-4-13 2 0,6 8-4 0,-4-4 3 16,-2-4-1-16,6 7 3 0,-4-4 0 15,-2-3 5-15,5 6 11 0,-5-6 6 0,3 7 0 16,-3-7 8-16,0 0 2 0,-3 11 5 0,3-11-5 16,-7 9-3-16,1-4-1 0,1 0-2 0,-3 2-12 0,2-3-17 15,1 0-24-15,0 1-35 0,0-1-38 0,5-4-47 16,-9 6-52-16,4-3-139 0,5-3-371 16,-5 5 164-16</inkml:trace>
  <inkml:trace contextRef="#ctx0" brushRef="#br0" timeOffset="-143973.36">21897 11375 143 0,'0'0'130'0,"12"0"-7"0,-12 0-21 15,13 1-25-15,-8 1-33 0,-5-2-18 16,9 4-23-16,-6 0-28 0,-3-4-31 0,2 11-39 0,-2-11-102 15,-6 12 45-15</inkml:trace>
  <inkml:trace contextRef="#ctx0" brushRef="#br0" timeOffset="-143849.2">21833 11486 163 0,'-6'5'185'0,"6"-5"-9"16,0 0-3-16,-5 5-6 0,5-5 4 0,0 0-4 16,0 0-7-16,0 0-8 0,0 0-15 0,0 0-12 15,16 5-20-15,-7-3-31 0,5-2-33 0,-3-2-54 16,10 4-64-16,7-8-67 0,0 2-150 0,5-2-318 15,-4 0 141-15</inkml:trace>
  <inkml:trace contextRef="#ctx0" brushRef="#br0" timeOffset="-143313.39">23403 10997 2483 0,'0'-29'4'0,"0"0"40"0,0 3 50 0,0 8-3 0,0 0-20 15,0 3-1-15,2 2-14 0,-1 1-15 0,-1 5-10 16,2 1-2-16,-2 6-6 0,6-6-6 16,-6 6 3-16,15 8-7 0,-7 1 10 0,3 8-5 15,7 6-2-15,-3 6 11 0,2 2-1 0,1 1 2 0,-4-3 0 16,0 3-6-16,1-1 14 0,-3-2-11 0,0-3-2 15,-1 1 1-15,0-3-4 0,-3-6 8 0,2-1-14 16,-1-3 1-16,0-4-1 0,-4 1-3 0,2-3 1 16,-4-3 11-16,0 1 28 0,0-2 24 0,-3-4 0 15,8 4-2-15,-8-4 1 0,12-8 0 0,-6 0-7 16,-1 1-8-16,3-5-2 0,0-3 6 0,-1-2-8 16,0-2-2-16,0 0-12 0,0-5-3 0,-2-2-4 15,3-3-10-15,1 2 2 0,1-1-11 0,-4 5-14 16,1-2-2-16,-3 6-16 0,3 4-9 0,-4 3-18 15,-2 3-23-15,1 2-40 0,0 2-46 0,-2 5-51 0,4-4-46 16,-4 4 1-16,0 0-10 0,0 0-28 16,-3 29-182-16,0-11-508 0,3 2 226 0</inkml:trace>
  <inkml:trace contextRef="#ctx0" brushRef="#br0" timeOffset="-143105.49">24004 11165 242 0,'-1'-10'264'0,"1"10"-6"0,0 0-9 0,-8-9-2 16,8 9-7-16,-6-3-12 0,6 3-11 0,-9-2-19 16,9 2-12-16,-13 4-12 0,8 1-14 0,-3 0-6 15,0 5 1-15,1-2-32 0,-1 4-11 0,0-3-16 16,1 5-5-16,-1-2-11 0,3-1-10 0,1 4 2 16,3-2-24-16,1-3-21 0,0 3-27 0,1-1-39 15,2-2-44-15,2 3-48 0,4-4-53 0,1 0-52 16,5-1-40-16,2-1-181 0,2 1-496 0,2-5 220 15</inkml:trace>
  <inkml:trace contextRef="#ctx0" brushRef="#br0" timeOffset="-142899.02">24330 11164 103 0,'0'0'209'0,"-4"-10"-6"15,4 10-14-15,-8-2-1 0,8 2 0 0,-12 0-4 16,12 0 2-16,-18 10 0 0,4 0-11 0,-1 3-6 15,0-2-3-15,1 3-9 0,-1-1-14 0,2 0-14 16,0 0-14-16,3 0-11 0,4-2-15 0,-1 0-8 16,5 1-7-16,-1-1-4 0,4 1-18 0,2-3-17 15,1 2-13-15,3-3-44 0,4 4-55 0,1-4-58 16,4-3-67-16,3 1-65 0,-2-2-152 0,3 0-455 16,-1-4 202-16</inkml:trace>
  <inkml:trace contextRef="#ctx0" brushRef="#br0" timeOffset="-142747.89">24502 11198 81 0,'3'-7'232'0,"-3"7"-22"0,5-4-18 16,-5 4-16-16,8-5-25 0,-8 5-14 0,15-1-16 16,-3-1-39-16,-1 4-44 0,4-2-68 0,1-2-54 15,2 5-134-15,-4-3-236 0,5-1 104 0</inkml:trace>
  <inkml:trace contextRef="#ctx0" brushRef="#br0" timeOffset="-142410.67">24895 11003 36 0,'0'-9'288'16,"0"9"-7"-16,0-12-6 0,0 12-11 0,0-7-20 15,0 7-25-15,0 0-21 0,0 0-20 0,0 0 9 16,0 0-15-16,0 0-3 0,12 17-3 0,-6 2-13 15,1-1-11-15,2 9-1 0,1-2-12 0,1-1-24 16,-1 0 4-16,-4-4-22 0,2-2-8 0,-2-2-2 16,2 1-8-16,1-2-11 0,-1-1-6 0,-3-3-3 15,1-2-3-15,2 0-7 0,-2-2 6 0,-3-1-9 16,1 0-8-16,-1-1 8 0,-3-5 16 0,6 4 17 16,-6-4 10-16,7 4 6 0,-7-4-5 0,0 0-6 15,17-8-9-15,-9 3-10 0,-1-3-4 0,1-1 4 0,3-5-11 16,2 1-5-16,-3-3-6 0,3-1-12 15,3-6-8-15,-1 0-8 0,1 1-13 0,-3-5-5 16,6 3-29-16,-5 1-18 0,0 2-7 0,-2 4-11 16,-6 1-13-16,2 6-26 0,-2 0-28 0,-1 1-38 0,-2 5-46 15,0-2-41-15,-3 6-48 0,5-3-242 16,-5 3-605-16,0 0 267 0</inkml:trace>
  <inkml:trace contextRef="#ctx0" brushRef="#br0" timeOffset="-142195.06">25363 11171 160 0,'0'0'245'0,"0"0"-10"0,6 4-4 0,-6-4 3 0,0 0 3 15,3 7-3-15,-3-7-3 0,0 11-6 0,0-4-11 16,0-7-25-16,-5 18-12 0,4-7-12 0,0 1-28 16,1 0 8-16,-2-1-27 0,-1 6-9 0,1-4 2 15,0 1-28-15,0-1-3 0,0 2-17 0,1-2-20 16,-1-4-23-16,0 4-27 0,0-3-23 0,0 0-35 15,2 0-36-15,0-10-25 0,-1 13-36 0,0-6-38 16,1-7-12-16,0 12-20 0,0-12-194 0,-2 8-460 16,2-8 203-16</inkml:trace>
  <inkml:trace contextRef="#ctx0" brushRef="#br0" timeOffset="-141814.72">25441 11155 193 0,'3'-5'217'0,"3"-4"-7"0,-1 4-5 16,-3 1-17-16,-2 4-9 0,9-6-17 0,-9 6-11 0,9-3-12 16,-9 3-13-16,16 3-16 0,-12-1-8 15,5 2-14-15,-3 0-7 0,2 3-8 0,-1-1-6 16,-1 0-9-16,-2 1-5 0,1-4-5 0,-3 4-6 16,0-1-3-16,-2-6 0 0,0 13-2 0,0-6-6 0,0-7-3 15,-4 14-3-15,2-7-4 0,-1 0-8 16,3-7-10-16,-2 13-5 0,0-7-8 0,2-6-11 15,0 11-22-15,0-5-2 0,0-6-9 0,0 13 1 0,0-13-11 16,3 10 4-16,-2-4 1 0,2-1 6 0,1 0 2 16,-1 2 5-16,1-2 4 0,-1 1 8 15,1-2-3-15,-4-4 8 0,5 10 8 0,-3-4 14 0,-2-6 14 16,2 8 8-16,-2-8 11 0,-3 11 7 0,3-11 3 16,-4 7 5-16,-2-1-3 0,6-6 1 0,-8 4-2 15,8-4 3-15,-9 6 1 0,9-6-2 0,-6 4-3 16,6-4 1-16,-4 5-4 0,4-5-5 0,0 0-2 15,0 0-5-15,-7 2-16 0,7-2-19 0,0 0-23 16,0 0-46-16,0 0-53 0,0 0-70 0,0 0-145 16,0 0-378-16,0 0 167 0</inkml:trace>
  <inkml:trace contextRef="#ctx0" brushRef="#br0" timeOffset="-141450.67">25938 11145 88 0,'0'0'275'0,"0"0"-12"16,0 0-8-16,-15-6-8 0,15 6-8 0,-15 2-14 16,6 0-15-16,-1 2-22 0,0 3-13 0,-1 1-20 15,0-1-17-15,0 1-10 0,4 2-18 0,0-1-8 16,1 2-12-16,6 0-16 0,0 2-12 0,2-1-9 16,2-1-1-16,3-3-23 0,1 2-18 0,3 0-8 15,2 0-14-15,-3-2-7 0,4-4 0 0,-5 2-6 16,0-2 0-16,1 0-3 0,-4-2 3 0,0 0 4 15,-6-2 5-15,9 0-5 0,-9 0 10 0,0 0-2 0,0 0 8 16,0 0 5-16,0 0 0 0,0 0 13 0,0 0 6 16,0 0 8-16,-33-4 12 0,20 6 5 15,1 0 3-15,-4 1 7 0,-2 2 7 0,0 1-3 16,0-2 9-16,1 3-1 0,1 0 5 0,2 1-2 0,5-3-4 16,-2 0-3-16,3 1-11 0,1 1-5 0,0-1 14 15,4 0-21-15,1 0-9 0,2-6-2 0,0 11-2 16,5-3-8-16,2 0-17 0,4-3-35 15,0 0-39-15,2 0-46 0,7 0-51 0,-2-1-48 0,3 1-53 16,-3 0-256-16,0-2-570 0,-7-2 253 0</inkml:trace>
  <inkml:trace contextRef="#ctx0" brushRef="#br0" timeOffset="-141055.49">23660 11569 117 0,'-13'0'245'16,"4"6"-22"-16,6-2-12 0,3-4-11 0,10 13-8 15,15-2-11-15,9-3-5 0,23 3-4 0,36 4-6 16,12-5-8-16,17-3-5 0,8 0-9 0,17-3-11 16,-3-1-13-16,8 1-14 0,9-1-8 0,-9 0-6 15,-1 5-9-15,-5-2-1 0,-7 1-8 0,-11 1-5 16,-4-1-7-16,-9 3-1 0,-2-4-8 0,-7 1-3 16,-9 1-3-16,-5-3-7 0,-27 0-2 0,0-2-2 15,-4 1-4-15,-1 1-1 0,-5-3-4 0,-3 2-8 16,-17 0 3-16,-1-2-7 0,-5 0 5 0,-11-1-2 15,-4 0-6-15,-4 1-9 0,-1-1-12 0,-1-1-15 0,-8 0-19 16,8-3-41-16,-8 3-48 0,0 0-54 0,0 0-54 16,-38-5-50-16,1 3-173 0,0 1-500 15,-14-3 221-15</inkml:trace>
  <inkml:trace contextRef="#ctx0" brushRef="#br0" timeOffset="-140550.22">23293 12245 2307 0,'2'-18'38'15,"-1"0"3"-15,-2 1 1 0,2 4 20 0,0 2 8 16,2 1 9-16,-3 2-1 0,0 8-10 0,0-11-7 16,0 11 0-16,0-9-3 0,0 9-2 0,0 0-8 15,2-6-4-15,-2 6 5 0,0 0 12 0,0 0 4 16,0 0 8-16,3 29 0 0,-3-11 9 0,0 1 3 16,-1 6-6-16,-1-5-3 0,1 6-12 0,-3 2 9 15,3-4-27-15,-2 2-4 0,3-6 2 0,-1-2-5 16,-1 3-8-16,2-4 14 0,-2 1-23 0,1-1-12 15,0-5-24-15,1 5-32 0,0-6-34 0,0 0-8 0,-2 1-29 16,2-3-37-16,0-1-34 0,-1-1-33 16,1-7-15-16,0 12-13 0,0-12-11 0,3 7-161 15,-3-7-454-15,0 0 201 0</inkml:trace>
  <inkml:trace contextRef="#ctx0" brushRef="#br0" timeOffset="-140249.05">23394 12165 56 0,'11'-7'149'0,"-1"0"-8"0,4 2-6 0,-3 2-4 0,3 3-11 16,-1 0-7-16,-1 1-8 0,-1 1-2 0,1 2-13 15,-2 2-6-15,-1 0-7 0,-4 0-8 0,1 3-6 16,-2 0-6-16,0 1-7 0,-4 1 7 0,-1 1 0 16,-2-1-4-16,-3-2-6 0,1 1 0 0,-3-2-1 15,-1 1-3-15,0-2 2 0,-1-2-3 0,0-1-6 16,-1 0 2-16,2 0-3 0,-2-2 1 0,1 0 3 15,2-1 2-15,8-1 0 0,-11 2-1 0,11-2-2 16,-11 1-6-16,11-1-4 0,-7 2-3 0,7-2-8 16,0 0 1-16,-7 3-3 0,7-3 4 0,0 0-1 15,0 10 3-15,0-10-2 0,5 10 0 0,1 0 2 16,1 0-7-16,5 2-1 0,-2 1-20 0,0-2-25 16,4 0-30-16,2 2-41 0,-1-6-37 0,2 1-46 15,-1 0-160-15,2-2-375 0,1-2 167 0</inkml:trace>
  <inkml:trace contextRef="#ctx0" brushRef="#br0" timeOffset="-139875.22">23831 12294 83 0,'0'0'203'16,"3"-7"-16"-16,-3 7-5 0,0 0 18 0,0 0 15 15,0 0 14-15,0 0-8 0,4 17-14 0,-5-7-12 16,-2 2-6-16,-1 3-17 0,0 1-20 0,-2 2-17 15,3-3-7-15,0 2-10 0,0-6-12 0,-1 1-5 16,2 1-10-16,-1-3-7 0,2-1-11 0,-1-2-4 16,0-1-4-16,-1 1-9 0,3-7-6 0,-1 9-3 15,1-9-4-15,-4 7 3 0,4-7-9 0,0 0 1 16,0 0 9-16,0 0-10 0,0 0-8 0,0 0-2 16,9 6-9-16,-9-6-10 0,13-3-8 0,0 0-3 15,-3 0 0-15,2 2-8 0,0-1-1 0,0 2-1 16,-2 2 3-16,3-1-1 0,-4 0 1 0,0 1-1 15,0 1-1-15,-3 0 4 0,-1 1 3 0,-5-4 3 16,5 9 9-16,-5-9 6 0,-1 9-4 0,1-9 9 16,-8 11-5-16,1-3 4 0,-5 0 6 0,-2 0-12 15,1-1 2-15,-2 0 1 0,-3-2-7 0,1 4-16 16,0-4-8-16,4-1-23 0,-1-1-30 0,1 1-36 16,3-1-34-16,0 0-48 0,3 0-55 0,7-3-54 15,-9 0-172-15,9 0-508 0,0 0 225 0</inkml:trace>
  <inkml:trace contextRef="#ctx0" brushRef="#br0" timeOffset="-139690.09">24201 12439 76 0,'5'-3'238'0,"-5"3"-18"0,11-3-1 0,-2 3-2 15,0-2-8-15,2 1-14 0,0 0-14 0,1 1-16 16,7 1-13-16,-4 0-17 0,5 0-16 15,-2-2-7-15,2 1-19 0,-1 0-31 0,-1 1-28 16,-4 0-51-16,0 1-46 0,-3-4-60 0,2 2-37 0,-4 0-184 16,-1 0-373-16,-8 0 164 0</inkml:trace>
  <inkml:trace contextRef="#ctx0" brushRef="#br0" timeOffset="-139500.6">24423 12332 198 0,'0'0'263'0,"-2"-6"-15"0,2 6-17 0,0 0-5 16,0 0-1-16,0 0 0 0,0 0 7 0,0 0-2 16,-13 19-14-16,9-10-20 0,1 2-28 0,0 0-8 15,-1 6-13-15,0-2-10 0,2 1-18 0,0 0-18 16,-2 0-8-16,3 1-33 0,2-1-55 16,-3-1-56-16,0 1-73 0,2 0-88 0,2-5-80 15,-2 1-176-15,0 0-505 0,1-3 225 0</inkml:trace>
  <inkml:trace contextRef="#ctx0" brushRef="#br0" timeOffset="-138605.03">24730 12223 19 0,'0'0'266'0,"2"-6"-21"0,-2 6-19 0,4-6-11 16,-4 6-14-16,0 0-10 0,0 0-5 0,0 0 3 15,0 0 2-15,0 0-1 0,0 0-6 0,8 19-4 16,-8-8 11-16,0 2-24 0,0 4 2 0,0-2-10 16,0 4-20-16,0-2-6 0,-1-2-15 0,-2 2-6 15,3 1-4-15,-1-1-22 0,0-1-3 0,-3 1-11 16,2-2-12-16,2-3 1 0,0 1-10 0,-1 0-5 16,2-3-10-16,-1 1-38 0,0 0-39 0,2-1-37 15,-1-1-45-15,0 1-44 0,1-3-52 0,0 0-47 16,1-1-38-16,2 1-209 0,-3-2-555 0,3-1 246 15</inkml:trace>
  <inkml:trace contextRef="#ctx0" brushRef="#br0" timeOffset="-138434.81">24972 12430 37 0,'6'-3'207'0,"2"2"-17"15,3-1-22-15,-2 0-4 0,3 2-1 0,1 0-8 0,4-1-10 16,1 1-10-16,-1-2-18 0,0 2-5 15,1 0-18-15,0 0-10 0,0 3-25 0,0-1-26 16,0 0-36-16,-5 1-44 0,-1-2-44 0,-4 0-32 16,1 1-36-16,-5 0-81 0,-4-2-260 0,11 0 115 0</inkml:trace>
  <inkml:trace contextRef="#ctx0" brushRef="#br0" timeOffset="-138241.6">25194 12341 51 0,'-7'-8'223'0,"7"8"-8"0,0 0-6 0,-2-7-12 15,2 7-17-15,0 0-17 0,0 0 6 0,0 0 17 16,0 0-3-16,0 0-3 0,-14 20-5 16,10-8-6-16,0 3-6 0,2-2-12 0,-1 5-12 15,-1-3-15-15,2 3-6 0,-2-1-11 0,0 1-9 0,2 0-9 16,0 0-18-16,0-1-4 0,0-1-3 0,1 1-19 16,2 0-35-16,-1-2-18 0,2-4-53 0,0 4-53 15,1-4-74-15,2-1-68 0,-1 3-231 0,2-6-527 16,-1 1 233-16</inkml:trace>
  <inkml:trace contextRef="#ctx0" brushRef="#br0" timeOffset="-137991.58">25594 12368 2621 0,'2'-18'82'0,"0"1"55"0,0 1-29 0,0 7-14 15,-1 1-15-15,-1 2-3 0,0 6-10 0,2-8-6 16,-2 8 7-16,0 0 23 0,0 0 20 0,0 0 25 15,0 0 3-15,0 0-12 0,-2 32-1 0,2-15-2 16,-1 10-13-16,-1-8-6 0,2 1-12 0,-2 5-8 16,0 2-4-16,2-8-21 0,0 1 3 0,0-1-6 15,-2 6-3-15,2-5-5 0,0-1-7 0,-2-2-10 16,0-1-28-16,2-1-35 0,0-2-35 0,0-2-46 16,-1-1-36-16,1-1-37 0,-2 1-41 0,1-1-44 15,1-9-41-15,0 13-30 0,0-13-219 0,-3 9-606 16,3-9 268-16</inkml:trace>
  <inkml:trace contextRef="#ctx0" brushRef="#br0" timeOffset="-137632.64">25679 12276 21 0,'7'-10'220'0,"2"2"-9"0,0 1-4 0,-2 1-5 16,2 2-5-16,3 0-5 0,-1 3-17 0,1 1-14 15,1 1-14-15,-1-1-13 0,0 4-12 0,-1 1-13 16,-2 3-11-16,0-1-9 0,0-2-10 0,-4 4-8 16,1-1-6-16,-4 0-6 0,-2-1-8 0,0 0-2 15,0 2-6-15,-4 3-6 0,0-5-7 0,-1 1-7 16,-1 1-12-16,1-2-8 0,-2 1-12 0,2-4-15 16,1 2-13-16,0-2-16 0,4-4-6 0,-5 10-8 15,5-10 5-15,-2 7-8 0,2-7-2 0,0 0 5 0,7 11 3 16,-7-11 3-16,7 5 11 0,-3-3 5 15,-4-2 4-15,10 4 2 0,-4-1 9 0,-6-3 5 16,7 5 12-16,-5-1 17 0,-2-4 14 0,0 0 15 16,4 9 11-16,-4-9 4 0,0 7 8 0,0-7-3 0,-5 10-2 15,3-4-4-15,-2-1-5 0,0 0-6 0,4-5-8 16,-12 10-23-16,9-7-29 0,-3 2-47 0,2-1-49 16,4-4-58-16,-10 7-154 0,6-3-360 15,4-4 160-15</inkml:trace>
  <inkml:trace contextRef="#ctx0" brushRef="#br0" timeOffset="-137422.68">26126 12236 6 0,'7'-3'241'0,"-7"3"5"0,11 4-2 0,-4 3 5 15,-2 2-10-15,2 2-15 0,-3 6-16 16,-2 2-7-16,0 8-17 0,-4-1-22 0,-2-1-8 15,-4 2-22-15,4-1-9 0,-7 1-16 0,1-3-22 0,-3 1-18 16,-1-2-32-16,-3-2-43 0,-3 1-38 0,-2-1-37 16,-5-2-44-16,0-2-44 0,-5 0-76 0,-1-2-125 15,-3-2-401-15,-3 0 179 0</inkml:trace>
  <inkml:trace contextRef="#ctx0" brushRef="#br0" timeOffset="-137092.27">24740 11999 47 0,'-17'2'263'0,"-3"6"-6"0,-4 1-11 15,1 9-11-15,-3 5 0 0,4 1-15 0,0 7-12 16,2 11-14-16,1 0-16 0,8 6-12 0,0-2-11 16,9-1-20-16,2 3-14 0,4-3-11 0,10 0-12 15,-3-12-9-15,15 9-5 0,-6-11-37 0,10 6-39 16,2 0-41-16,-4-11-58 0,1-3-66 0,11 5-56 15,-5-9-221-15,-1-3-470 0,3-2 208 0</inkml:trace>
  <inkml:trace contextRef="#ctx0" brushRef="#br0" timeOffset="-136710.39">26643 12287 200 0,'2'-5'280'0,"0"-5"-9"0,0 3-9 0,1 1-6 15,-3 6-4-15,5-12-4 0,-5 8-16 0,0 4-18 16,4-8-19-16,-4 8-21 0,0 0-22 0,0 0-9 16,0 0-11-16,0 0 5 0,0 0-5 0,-4 27-8 15,1-11-6-15,1 1-5 0,-3 2-20 0,3 2-11 16,-4-3-1-16,6 2-8 0,-5 5-3 0,1-6-11 16,2 0-9-16,0-1-6 0,1 0 1 0,-2 0-21 15,1-1-30-15,0-1-19 0,0 0-16 0,2-4-40 16,-2 0-41-16,0 0-38 0,1-4-41 0,1 3-44 15,-2-5-22-15,0 1-29 0,0 0-173 0,2-7-508 16,-2 7 225-16</inkml:trace>
  <inkml:trace contextRef="#ctx0" brushRef="#br0" timeOffset="-136406.89">26753 12201 13 0,'11'-5'200'0,"-2"0"-9"0,3 3-3 0,-3 0-2 16,-3 4-10-16,-6-2-7 0,16 5-7 0,-7-1-9 16,-3 1-15-16,-1 3-11 0,2 0-11 0,-4 1-10 15,-1 4-10-15,-4-1-6 0,-1-1-6 0,-4 5-8 16,0-1-8-16,-4 1-5 0,-3-4-7 0,1 1-6 16,-5 0-3-16,7-3-4 0,-2 0-6 0,-1-3-2 15,5-1-3-15,1-2-6 0,0 0-3 0,2-1 1 16,1 0-4-16,5-3-7 0,-8 7 0 0,8-7 2 15,0 7-3-15,0-7 2 0,0 0-4 0,6 16-3 16,0-11 2-16,-1 4 0 0,5-3-1 0,-2 3 3 16,1 1-4-16,5 0-1 0,-1 1-2 0,-2 1-25 15,5-2-45-15,-1 0-60 0,1-2-62 0,2 1-63 16,-2-3-130-16,3 0-411 0,-6-2 182 0</inkml:trace>
  <inkml:trace contextRef="#ctx0" brushRef="#br0" timeOffset="-136036.83">27206 12411 214 0,'-6'-13'278'15,"4"10"-2"-15,2 3-2 0,-7-5-2 0,7 5-8 16,-14 1-11-16,14-1-9 0,-17 7-5 0,6 2-16 0,-3-1-21 16,1 3-17-16,-3 2-18 0,7-2-19 15,0 4-11-15,1-5-12 0,2 1-10 0,2 1-15 0,4 1-6 16,0 1-6-16,0-2-14 0,6 2-11 15,-1 1-8-15,2-3-1 0,2 0-26 0,2-5-10 0,0 1-5 16,0 0-11-16,-2-4-8 0,3 0-2 0,-3-1-9 16,0 0 6-16,-3 0-2 0,2-2 5 0,-8-1-3 15,8 2 3-15,-8-2 1 0,0 0 4 0,0 0-5 16,0 0-2-16,0 0 4 0,0 0 11 16,0 0 0-16,0 0 21 0,-38-2-7 0,18 6 19 0,3 1 16 15,-2 0 1-15,3 0 4 0,-2 2 6 0,2 0 5 16,3-2-2-16,1 1-9 0,1 1-6 0,3-1-4 15,1 0-3-15,0 1-8 0,2-1-4 0,3 0-1 16,0 2-14-16,2-8 13 0,4 12-16 0,1-2-12 16,8-4-35-16,-2 0-71 0,6 1-53 0,2-1-74 15,8 1-87-15,7-3-68 0,-3 1-237 0,3-4-671 16,-5 1 298-16</inkml:trace>
  <inkml:trace contextRef="#ctx0" brushRef="#br0" timeOffset="-135360.95">27853 11662 164 0,'-6'-3'289'0,"6"3"-19"0,-9-3-22 0,9 3-7 0,-8-5-12 16,8 5-9-16,-6-4-29 0,6 4-16 0,0 0-10 15,0 0-18-15,29-2-17 0,-8 1-6 0,10 2-10 16,3-1-11-16,3 0-17 0,1-1-14 0,-1 2-23 16,-3-1-31-16,-3 5-34 0,-3-4-42 0,-9 3-46 15,-1-1-50-15,-1-2-38 0,-4 3-36 0,-3 1-153 16,-1-2-412-16,-4-1 182 0</inkml:trace>
  <inkml:trace contextRef="#ctx0" brushRef="#br0" timeOffset="-135194.7">27951 11778 157 0,'-14'1'222'0,"3"1"-16"0,1 0-16 16,2 0-3-16,-1-1-6 0,9-1-6 0,-11 2-10 15,11-2-7-15,-5 3-10 0,5-3-9 0,0 0-5 16,0 0-17-16,18 13-13 0,3-9-10 0,5 1-16 15,3 0-27-15,2-1-34 0,4 0-45 0,-4 1-43 16,1 0-56-16,-1-2-51 0,-2 1-176 0,-1-4-382 16,-7 3 169-16</inkml:trace>
  <inkml:trace contextRef="#ctx0" brushRef="#br0" timeOffset="-134657.74">28183 11410 106 0,'-4'-3'231'0,"4"3"-2"16,-6-8-4-16,6 8-9 0,-3-5-27 0,3 5-21 15,0 0-17-15,0 0-13 0,0 0-17 0,0 0-12 16,0 0-8-16,0 0-10 0,32 13-8 0,-17-6-6 16,6 3-9-16,3 5-5 0,-1-1-8 0,1 4-2 15,1-3-7-15,-4 3-7 0,0 4-1 0,-2-2-5 16,-1 5-2-16,-4 1-4 0,-6 3 0 0,-5 4 12 15,-3 3 9-15,-5 12 5 0,-10-3 15 0,-6-1-7 16,-4-1 0-16,-6 1-12 0,1-5-3 0,-6-2-5 16,-1-2-7-16,3 0-23 0,-1-2-24 0,8-7-29 15,1-2-43-15,1 0-56 0,1 0-65 0,4 0-66 16,2-3-140-16,5-5-445 0,5 0 197 0</inkml:trace>
  <inkml:trace contextRef="#ctx0" brushRef="#br0" timeOffset="-124195.22">29283 11462 5 0,'3'-5'182'0,"-3"5"-14"16,0 0 2-16,1-8 0 0,-1 8 0 0,0 0-3 15,-1-12-8-15,1 12-9 0,0 0-10 0,-3-7-15 0,3 7-14 16,0 0-7-16,0 0-9 0,-6-8-4 0,6 8-4 16,-9-5-3-16,9 5-4 0,-7-1-5 15,7 1-4-15,-11 0 0 0,11 0-1 0,-15 3-2 16,6 0 1-16,-3 1-3 0,1 0-3 0,0-1-2 0,0 4-4 16,-4 3 0-16,0 2 1 0,-1-3 7 15,2 1-14-15,-2 4-5 0,1-1-7 0,1 2 1 16,1-2-8-16,1 1-2 0,1 1-3 0,1 2 2 0,0-3-6 15,3 1 3-15,1 2-9 0,1-1 5 0,1-1-5 16,0 2-6-16,3-5 15 0,5 5-13 0,-2-1-3 16,3-1 0-16,1-4-2 0,0 0 4 0,0 0 2 15,7 1-3-15,-4-4 3 0,6 1 6 0,1 0-6 16,-1-3 5-16,2 0-4 0,2-2-2 0,0-1-4 16,2-3 8-16,-1 0-7 0,-1 0 3 0,2-3-7 15,-2-2-2-15,-1 0 3 0,1-1-2 0,-4 0 3 16,3-4-4-16,-3 1 1 0,-1-1 3 0,-5 0-3 15,5 0-1-15,-3-2 2 0,-2-4-2 0,-2 3 2 16,1-3-4-16,-2-1-3 0,-2 1 2 0,-3-3-2 16,2 2 3-16,-2-2-1 0,-1 1-1 0,-1-2 3 15,-3 4 2-15,2-2-2 0,-4 1-7 0,0 2 3 16,0-1 1-16,-1 5-3 0,1 0 4 0,-3 3 1 16,-1-6-2-16,0 7-9 0,2 1 10 0,-4 0-2 15,1 1-4-15,-1 2 0 0,0 1-1 0,-1 1-10 16,-1-1-18-16,1 2-18 0,1 2-14 0,0-1-15 15,1 4-20-15,4-1-20 0,-3 3-23 0,2-1-22 16,4 3-39-16,-1 0-40 0,2 4-188 0,1-4-467 16,-1 2 207-16</inkml:trace>
  <inkml:trace contextRef="#ctx0" brushRef="#br0" timeOffset="-123968.09">29645 11644 22 0,'0'0'307'0,"0"0"-14"0,0 0-9 0,0 0 1 15,0 0 0-15,0 0-14 0,0 0-25 0,0 0 2 16,0 0-36-16,0 0-18 0,0 0-22 0,0 0 1 16,0 0-32-16,0 0-19 0,0 0-15 0,0 0-26 15,-5-12-25-15,5 12-30 0,0 0-29 0,0 0-35 0,0 0-45 16,0 0-61-16,0 0-58 0,0 0-52 15,0 0-214-15,0 0-505 0,0 0 225 0</inkml:trace>
  <inkml:trace contextRef="#ctx0" brushRef="#br0" timeOffset="-122013.9">30040 11455 126 0,'0'0'147'0,"0"0"-1"0,0 0-5 0,0 0-20 0,0-8 1 16,0 8-5-16,0 0 0 0,0 0-11 0,0 0 4 15,0 0-3-15,0 0-6 0,0 0-5 0,0 0-7 16,0 0-4-16,0 0-6 0,0 0-8 0,0 0-2 16,-8-6-4-16,8 6-10 0,0 0 0 0,0 0-4 15,-9-1-2-15,9 1 1 0,0 0-6 0,-14 6 0 16,14-6 1-16,-10 6-4 0,3-5 7 0,1 4-3 16,-3 1 2-16,1-1-1 0,1 3-7 0,0-2 7 15,-3 2-11-15,5 1-1 0,0-1-2 0,-2 1 0 16,1 0-4-16,-1-2 0 0,3 3-5 0,0-2 1 15,-1 1-1-15,2 0-3 0,-1 1-1 0,3-3-4 16,0 1 1-16,-1 3 3 0,-1 1-4 0,3-2 2 16,0 2-2-16,2 0-1 0,-1-2-2 0,2 0-2 15,-1-1-3-15,1 1 2 0,1-1 0 0,0 1 21 16,1-1-4-16,0 0-2 0,3-1-1 0,-1 0 0 16,1-1 3-16,0-2-7 0,1 2-4 0,1-2-1 15,0 0-3-15,0-1 0 0,2-1 1 0,-4 0-1 16,3 1-1-16,-1-2 0 0,-1 0-4 0,3-2 1 15,-3 1 5-15,1-1-1 0,1 0 1 0,-11 0 4 16,18-2-2-16,-6-1 1 0,-2-1 4 0,-1-1-2 16,1-1-4-16,-1-3 2 0,0 2 2 0,0-1-6 0,1-4 0 15,-1 3-3-15,-1-1-1 0,-1-1 2 0,2-3-2 16,-3 3 2-16,0-4-1 0,-1 0-5 16,0 4 3-16,-1-2 3 0,1 1-5 0,-4-1 0 15,2-3-1-15,-3 0-1 0,1 6-1 0,-2-1 1 0,1 0 3 16,0 0-6-16,-1-1 5 0,-2 5-2 0,-1-3-3 15,3 4 1-15,-3 0-1 0,0-1 4 0,-1 2-3 16,-2 0-3-16,-1-1 4 0,-2 2-4 0,3 0 3 16,-2 2-3-16,-2 0-11 0,-1-1-10 15,2 2-12-15,1 0-15 0,9 1-21 0,-19 0-21 0,12 1-24 16,0 2-31-16,-2-2-29 0,4 2-30 0,5-3-28 16,-9 6-190-16,9-6-461 0,-3 5 205 15</inkml:trace>
  <inkml:trace contextRef="#ctx0" brushRef="#br0" timeOffset="-121427.85">30651 11433 21 0,'0'-9'294'16,"0"9"-13"-16,1-7-19 0,-1 7-18 0,5-7-21 15,0 4-18-15,-5 3-16 0,10-6-18 0,1 4-9 16,0 0-13-16,1 2-13 0,0 0-10 0,2 0-10 16,-3 2-13-16,3 2-12 0,-3 0-7 0,1 3-10 15,0 0-2-15,1 2 3 0,-3-2-2 0,-3 3 2 16,3 5 7-16,-3 1-9 0,-1-5 3 0,-1 5-2 16,-4-4 5-16,-1 0 6 0,0 0-1 0,-4 0-1 15,-2-1-3-15,0 0-2 0,-2-2-4 0,-4 1-12 16,-3 1-1-16,1-1-4 0,-3-2-6 0,1 1-6 15,-3-2-6-15,2-1-11 0,2 0-11 0,1-1 6 16,2-2 2-16,2 0-8 0,-4 0 0 0,5 0-3 16,2 0-3-16,1-1-3 0,6-2-13 0,-10 2 16 15,10-2-3-15,-8 0 1 0,8 0-9 0,0 0-8 16,-6 3-4-16,6-3-13 0,0 0 9 0,0 0 7 16,0 0-7-16,0 0 6 0,24 2 2 0,-24-2 5 15,14 0-3-15,-6 1 1 0,3 0 2 0,1 2 5 16,-1 0 2-16,1 0 0 0,-1 1 3 0,2-2-5 15,0 4 2-15,5-2-5 0,-2 3 7 0,1-3-4 16,0 1-33-16,2 2-22 0,-1-4-36 0,2-1-41 16,-2 0-47-16,1 2-60 0,2-2-69 0,-1 1-274 15,-1 0-628-15,2-2 278 0</inkml:trace>
  <inkml:trace contextRef="#ctx0" brushRef="#br0" timeOffset="-120930.74">31438 11440 146 0,'-12'-13'261'0,"1"0"-2"0,-2 2 1 16,-4 2-1-16,1 0-7 0,-1 2-9 0,-1 2-12 16,2 3-15-16,-2 0-5 0,-1 2-29 0,2 4-15 15,-1 4-7-15,-1 2-21 0,1-1-10 0,4 5-15 0,-1 2-10 16,3-3-10-16,3 3 23 0,0 2-46 15,3 0-4-15,2-3-5 0,3 1-5 0,-1 1-8 16,6-1-4-16,2-4-5 0,-3-1-4 0,9 1-5 16,-5-3-11-16,4-1-1 0,4 0-6 0,-3-4-9 15,-1 1 2-15,2-3 0 0,5 1-5 0,-6-1-1 0,4-4 0 16,-6 2-8-16,0-3 6 0,3 0 8 16,-3-2-3-16,1 1-2 0,-3-1 0 0,0-3 4 15,1 1-4-15,-1-1-10 0,-2 0 5 0,0-2 7 16,2 0 6-16,-3 2-12 0,2-3 3 0,-1 0 14 0,-1 2 5 15,0 0-4-15,2 2 10 0,-7 7 5 0,5-13 13 16,-5 13 11-16,4-9-4 0,-4 9 8 0,0 0-6 16,5-9-5-16,-5 9-8 0,0 0-6 15,5-7-6-15,-5 7 6 0,0 0 0 0,0 0 20 0,0 0 6 16,0 0-11-16,-5 32 11 0,3-19-4 0,-3 3-2 16,0 0-2-16,3 2 3 0,-2 0-7 15,-6 7-6-15,2-2-2 0,3-3-7 0,2-2 2 16,-1 2-6-16,1 5-2 0,-1-6-2 0,2 4-3 0,0-5-2 15,-1-1-29-15,2 0-32 0,1-2-37 0,-1-2-55 16,1-2-48-16,0 3-47 0,-3-2-53 0,2-2-50 16,1 0-38-16,-1 1-252 0,1-11-674 0,-3 17 299 15</inkml:trace>
  <inkml:trace contextRef="#ctx0" brushRef="#br0" timeOffset="-120249.06">31775 11482 42 0,'0'-13'261'0,"0"13"10"0,3-10-13 15,-3 10-1-15,0-12-12 0,1 8-21 0,-1 4-20 16,8-10-18-16,-3 7-14 0,0-1-17 0,4 1-15 15,-9 3-10-15,14-1-12 0,-3 3-20 0,-3 1-4 16,1 2-5-16,-2 3 0 0,5 5-6 0,-7-4-1 16,2 2-3-16,-3 1-3 0,-3-1 6 0,0 1-1 15,-2 4-13-15,-3 1-3 0,-1-2 2 0,-4 0-6 16,-1-1 0-16,-2 1-9 0,-1-1-1 0,1-2-3 16,-4 1-8-16,2-3-4 0,3-1-10 0,-1-3-2 15,1 2-3-15,2-2-3 0,2-3-1 0,0-1-4 16,0 2 2-16,7-4-3 0,-7 5-2 0,7-5 5 15,-8 3 6-15,8-3-16 0,-5 4 7 0,5-4 3 16,0 0-6-16,0 0-1 0,0 0 1 0,11 8-6 16,-4-4 3-16,1-4 10 0,3 3 1 0,2-1-3 15,1 1-15-15,1 1-26 0,4 1 3 0,-1-3 0 16,4 1-13-16,0 0-23 0,3 1-36 0,-4-1-33 16,-1 1-41-16,-1-1-43 0,3-2-61 15,-2 1-52-15,-7-1-173 0,6 0-540 0,-2-1 240 0</inkml:trace>
  <inkml:trace contextRef="#ctx0" brushRef="#br0" timeOffset="-119642.33">32316 11575 154 0,'0'0'243'0,"4"-6"-6"0,-4 6-16 15,5-5-17-15,-5 5-7 0,0 0 5 0,0 0-8 16,0 0-5-16,0 0-5 0,-7 27-12 0,5-17-15 15,1 2-13-15,-2 0-15 0,3 0-7 0,-3 0-4 16,1 1-12-16,1-2-10 0,-1-3-10 0,1-1-7 16,-2-1-8-16,3-6-3 0,-1 13 3 0,0-9-3 15,1-4 10-15,0 0 9 0,0 10 17 0,0-10 5 16,0 0 4-16,0 0-8 0,0 0-9 0,0 0-15 16,0 0-5-16,0 0-5 0,0 0-10 15,-10-21-4-15,10 21-10 0,0-14 3 0,-1 4-8 0,2 1 0 16,4 0-6-16,-4-4-12 0,3 3 2 0,-2-3-6 15,5 1-5-15,-1-2-3 0,1 2-5 0,0 1-6 16,1 3 3-16,4-2-2 0,-4 3-2 0,-1 2-3 16,-2 1 1-16,0 0-3 0,2 1-1 15,-7 3 1-15,13 1 3 0,-6 2 1 0,1 4-2 0,0-1 4 16,-1 1-5-16,-2 2-1 0,0 1 4 0,-1 0-5 16,-1-1 2-16,-1 2-8 0,4-1 6 0,-2 1 1 15,-1-1 9-15,-5-2-7 0,4-1 5 0,-2-7-8 16,1 13 10-16,0-8 9 0,-1-5-6 0,0 9 2 15,0-9 4-15,0 0 3 0,0 8 6 0,0-8 1 16,0 0-6-16,0 0 0 0,0 0 1 0,0 0-1 16,0 0 1-16,0 0-11 0,0 0 5 0,-5-23 1 15,5 23-6-15,1-17 2 0,3 10 5 0,2-6-8 16,0-2-16-16,4 1 1 0,2-1 5 0,-1 2-1 16,3 2-6-16,-2-2 0 0,2-1-1 0,-5 9-15 15,0 1 16-15,1 0-4 0,-3-1 0 0,1 2 4 16,-8 3-2-16,12 0 2 0,-12 0 4 0,11 9-3 15,-7-2 2-15,0-1-2 0,1 7-11 0,-2-3 14 16,-1 0 1-16,-2 2 5 0,3 3 1 0,-2-3-3 16,1 1 1-16,0-2 2 0,-2 3-5 0,-2-3-20 15,2 0-37-15,-2 1-31 0,1-2-42 0,-2 1-18 16,3-1-48-16,-4 0-62 0,4 0-61 0,0-1-271 16,0-9-644-16,2 11 285 0</inkml:trace>
  <inkml:trace contextRef="#ctx0" brushRef="#br0" timeOffset="-119176.95">32826 11658 204 0,'0'0'296'0,"0"0"-2"0,0 0-10 0,0 0-15 16,0 0-23-16,0 0-18 0,0 0-2 0,0 0-8 16,0 0-14-16,0 0-11 0,0 0-11 15,0 0-9-15,0 0-9 0,0 0-19 0,0 0-10 0,0 0-9 16,0 0-20-16,15 63-6 0,-15-63-10 0,0 0-5 15,0 0-10-15,0 0-5 0,0 0 6 0,0 0-10 16,0 0-5-16,-4 37 16 0,4-37 6 0,0 0 8 16,0 0 10-16,0 0-5 0,0 0-12 0,0 0-9 15,0 0-6-15,0 0-4 0,0 0-9 0,0 0-10 16,0 0 1-16,0 0-4 0,0 0-7 0,0 0-4 16,0 0-5-16,13-103-9 0,-13 103 0 0,13-33-5 15,-13 33-6-15,18-35-3 0,-9 19-5 0,-9 16-2 16,24-40-5-16,-15 22 3 0,-9 18-7 0,20-31-8 15,-20 31 3-15,16-18 3 0,-16 18 8 0,0 0-8 16,17-18 1-16,-17 18 2 0,0 0-6 0,0 0 8 16,0 0-3-16,0 0 2 0,0 0 1 0,0 0-1 15,0 0 3-15,40 59 4 0,-40-59-2 0,1 38 12 16,-1-38-6-16,0 43 14 0,0-43 3 0,-1 37 0 16,1-37-3-16,-2 38 1 0,2-38-2 0,-3 34 1 15,3-34 0-15,0 0-8 0,-1 46 6 0,1-46-4 16,0 0 2-16,0 35-4 0,0-35-1 0,0 0 0 15,0 0-11-15,1 35-23 0,-1-35-26 0,0 0-36 16,0 0-45-16,0 0-44 0,0 0-40 0,0 0-42 16,0 0-26-16,0 0-62 0,0 0-282 0,0 0-683 15,0 0 301-15</inkml:trace>
  <inkml:trace contextRef="#ctx0" brushRef="#br0" timeOffset="-119024.59">32882 11727 39 0,'0'0'331'0,"0"0"-14"0,0 0-2 0,0 0-6 0,0 0-4 16,0 0-30-16,0 0-22 0,0 0-28 0,0 0-22 16,0 0-22-16,0 0-17 0,23-51-26 15,-23 51-42-15,41-3-58 0,-41 3-55 0,43-1-70 0,-43 1-82 16,50 1-63-16,-50-1-216 0,55 9-484 0,-55-9 214 16</inkml:trace>
  <inkml:trace contextRef="#ctx0" brushRef="#br0" timeOffset="-118849.08">33328 11779 115 0,'0'0'374'0,"0"0"-4"16,0 0-16-16,0 0-22 0,0 0-33 0,0 0-34 15,0 0-31-15,0 0-40 0,0 0-69 0,0 0-84 16,0 0-112-16,0 0-135 0,0 0-199 0,0 0-438 15,0 0 194-15</inkml:trace>
  <inkml:trace contextRef="#ctx0" brushRef="#br0" timeOffset="-110765.79">20511 13034 166 0,'-11'2'270'0,"3"-1"-14"16,2 1-5-16,6-2-10 0,-12 1-1 0,7 2-20 15,5-3-15-15,0 0-10 0,0 0-14 0,0 0-15 16,0 0-10-16,0 0-14 0,0 0-14 0,0 0-13 16,28 3-6-16,-15-1-31 0,5-2-14 0,0 2-26 15,1-1-30-15,0 2-27 0,-5 0-33 0,-1-2-43 16,1 1-43-16,-3 0-32 0,0-1-42 0,-1 3-6 16,-4 0-170-16,-1 0-420 0,-5-4 186 15</inkml:trace>
  <inkml:trace contextRef="#ctx0" brushRef="#br0" timeOffset="-110600.59">20497 13159 47 0,'-14'4'231'0,"1"-3"-5"0,2 1-12 0,1 0-6 0,3-1-6 15,7-1-9-15,-11 3-5 0,11-3-8 0,-8 1-17 16,8-1-8-16,-6 2-10 0,6-2-5 0,0 0-15 16,0 0-12-16,20 12-14 0,-7-8-27 0,5-1-25 15,4 0-22-15,7-1-43 0,3-1-46 0,2-1-47 16,5-1-41-16,-1 1-44 0,2-2-176 0,-2-1-403 15,1 0 178-15</inkml:trace>
  <inkml:trace contextRef="#ctx0" brushRef="#br0" timeOffset="-110341.08">21388 12923 176 0,'4'-9'328'16,"-1"0"-7"-16,-1 2 11 0,-2 0-14 0,0 7 6 15,2-11-9-15,-2 11-23 0,2-7-27 0,-2 7-26 16,1-7-25-16,-1 7-22 0,0 0-23 0,0 0-12 16,0 0-18-16,0 0-1 0,-1 26-12 0,1-10-15 15,0 2 4-15,-2 1-9 0,1 5-9 0,1 3-7 16,0 0-12-16,0-1-8 0,0 0-7 0,3 0-4 16,-2-9-8-16,3 8-4 0,-2-7-12 0,1 0 0 15,-2-2-25-15,1 1-29 0,0 1-33 0,-1-5-55 16,3-2-46-16,-3 3-51 0,-1-3-54 0,3-1-56 15,-1-1-49-15,-2 2-228 0,3-5-640 0,0 1 285 0</inkml:trace>
  <inkml:trace contextRef="#ctx0" brushRef="#br0" timeOffset="-109913.77">21950 13013 2480 0,'8'-15'143'0,"-6"-1"-32"0,0 3 14 0,-1 2-21 15,-4 2-20-15,1-1 5 0,-3 2 6 0,-3 1 8 16,-1 1 7-16,0 0 5 0,-4 5-2 0,-1-2-1 16,1 4-16-16,-7 2-2 0,2 2-13 0,0 1-7 0,1 4-9 15,0 0-20-15,3 4 11 0,-2-2-10 0,4 6-1 16,1-4-1-16,4 2-10 0,2-2-7 16,3-1-13-16,4 0-22 0,1 2-7 0,3-3-20 15,-1-2-14-15,4-3-3 0,2 0-13 0,1-1-4 0,2 0 0 16,2-4-2-16,-2-4 3 0,0 2 10 0,-1-2-2 15,1-2 12-15,2-3 3 0,-5-2 8 0,-1 1 0 16,4-1 8-16,-3-5 18 0,-2 2 9 0,-2 1 7 16,1-2 1-16,-2 3 8 0,-2-3 10 15,0 3 9-15,-1-2 14 0,-1 3 9 0,1 1 8 0,-1 1 8 16,-2 7 1-16,-1-12-3 0,1 12-5 0,5-7-5 16,-5 7-26-16,0 0 15 0,0 0-3 15,0 0 15-15,0 0 10 0,0 0 7 0,0 0-7 0,-8 38-6 16,5-19-3-16,-4 5-5 0,2 2-7 0,0-1 0 15,0 1-10-15,-1 0-2 0,-1 0-6 0,3-3-3 16,-1-4-15-16,4 0 10 0,-3 6-23 0,-2-6-19 16,4 0-52-16,0-1-61 0,1-1-44 0,-1 0-53 15,-2-2-61-15,3-2-57 0,1-2-302 0,-2 0-700 16,0 0 311-16</inkml:trace>
  <inkml:trace contextRef="#ctx0" brushRef="#br0" timeOffset="-109715.81">22184 13178 166 0,'3'-3'359'0,"-3"3"-18"0,5-9-16 16,-5 9-10-16,0 0-14 0,0 0-16 0,2-7-32 16,-2 7-28-16,0 0-24 0,0 0-21 0,0 0-23 15,0 0-14-15,0 0-41 0,0 0-56 0,0 0-49 16,0 0-56-16,0 0-63 0,3 22-88 0,-2-17-72 15,-1-5-173-15,0 0-490 0,-3 14 216 0</inkml:trace>
  <inkml:trace contextRef="#ctx0" brushRef="#br0" timeOffset="-109312.77">22406 13043 1960 0,'20'-20'141'0,"-5"6"-40"16,-1 1-18-16,0 0-1 0,0 2 6 0,1 1 16 15,1 1 5-15,-5 3 0 0,2 2 0 0,0 0 3 16,1 0-13-16,-3 2-3 0,0 2-9 0,0 2 3 16,1 0-11-16,-3 4-2 0,-1-2-5 0,0 2-5 15,-4 0-4-15,1 1 7 0,-1 4-22 0,0 0-3 16,-4 1 0-16,0-1 9 0,-4 0-4 0,-1 0-5 16,-3 4-1-16,0-1 2 0,0-4-3 0,3 0-10 15,-4-1-1-15,0 0-3 0,1-2-11 0,0 0-9 16,2-3-15-16,1 0-2 0,1 1-20 0,4-5-11 15,-8 7-4-15,5-4-12 0,3-3-5 0,-2 8-2 16,2-8 7-16,0 0-1 0,12 11 7 0,-6-8 6 16,3 2 0-16,0-1 8 0,1 3 0 0,0-3 4 15,-2-1 6-15,1 4-3 0,-1-2 4 0,2 1 2 16,-6-1 4-16,2 1 8 0,-2 0 10 0,-2 0 12 16,-2-6 7-16,3 12 11 0,-3-4 11 0,0-8-2 15,-3 11-1-15,-2-5 6 0,0 0 0 0,-1 0 2 16,-1-2-10-16,4 1 0 0,-6 1 7 0,-1-2-10 15,-2 1-5-15,-1-1-19 0,2 0-17 0,-1-1-37 16,-6 1-39-16,5-1-51 0,-4 1-66 0,4-1-91 16,-8 1-258-16,2 0-596 0,3-1 265 0</inkml:trace>
  <inkml:trace contextRef="#ctx0" brushRef="#br0" timeOffset="-108790.64">21369 13621 2 0,'-30'-7'268'0,"3"0"-9"0,5 2-7 0,3 1-2 16,6 2-1-16,2-1-11 0,4 1-7 0,-2 1-24 15,9 1-18-15,0 0-14 0,0 0-6 0,0 0-6 16,30 8-7-16,20-1-6 0,17 0-22 0,40 2-10 16,9 0 1-16,6-2-19 0,11-1-19 0,3-6 2 15,9 4 2-15,2-3-24 0,-5 1-2 0,-2 3 0 16,-4 0-3-16,-8-3 15 0,-11 2-7 0,-3-2-1 16,-15-1-1-16,-4-2 0 0,-35 1-4 0,0 1 7 0,-8 1-4 15,-12-2-3-15,-3 0-3 0,-5 0 5 0,-4 0-5 16,-9 2-7-16,-6-2 1 0,0 0-1 0,-3-1-3 15,-2 1-12-15,-8 0-1 0,13 0-2 0,-13 0-4 16,9 0-13-16,-9 0-14 0,0 0-25 0,0 0-33 16,0 0-45-16,0 0-50 0,0 0-58 0,-35 7-69 15,15-4-66-15,-12 2-284 0,0 5-682 0,-4-6 302 16</inkml:trace>
  <inkml:trace contextRef="#ctx0" brushRef="#br0" timeOffset="-106934.68">21398 13962 63 0,'0'0'265'0,"-6"-8"-10"16,6 8-9-16,-5-4-17 0,5 4-12 0,-8-2-17 16,8 2-13-16,-14 5-10 0,5 2-4 0,-5 2-9 15,-3 4-10-15,-1 4-9 0,-2 4-17 0,3-1-6 0,-4 3-11 16,4 3-7-16,4-4-12 0,2 0-6 16,1 0-11-16,2-5-7 0,1 1-8 0,5 0-6 15,-3 0-3-15,-2 1-6 0,7-4-8 0,0 1 2 16,-1-4-2-16,5-1-6 0,0 2-3 0,-1-4-3 15,4 0-4-15,-1 1 4 0,1-3-1 0,-1-3-4 0,2-1-3 16,-3 2 1-16,5-2-2 0,-2-2-3 16,-1-1-2-16,-7 0 3 0,16-3 1 0,-9 0-3 15,-2 0 1-15,3-4-4 0,-3 1 1 0,1 1 1 16,-4-4 0-16,3 0 0 0,-4 0 1 0,-1-1-6 16,0 10 1-16,-7-17 0 0,3 10 2 0,1 0-7 0,-3 1 0 15,1 3-2-15,5 3 1 0,-13-5-2 0,4 4-1 16,9 1-2-16,-14 1 4 0,3 4-3 15,4-2-8-15,-1 2-17 0,-3 1-21 0,7 0-29 16,-6 1-34-16,1 2-38 0,0-1-46 0,7 0-41 0,-4-1-42 16,3 2-194-16,1-2-512 0,2-7 227 15</inkml:trace>
  <inkml:trace contextRef="#ctx0" brushRef="#br0" timeOffset="-106563.08">21681 14092 98 0,'3'-12'300'0,"1"3"-3"0,-2-1-1 16,-1 3-1-16,-1 7-16 0,0-11-13 15,0 11-27-15,-4-6-21 0,4 6-19 0,0 0-12 16,-19 12-5-16,5 0-12 0,-3 7-17 0,-2 1-7 0,0 3-19 16,1 2-14-16,1-1-10 0,2-1-7 15,1 0-11-15,1 0-30 0,7-5 9 0,-1 0-4 16,4-1-8-16,1 0-4 0,2-2-2 0,2-1-4 15,0 0 1-15,3-2-14 0,1-2-7 0,1 0-10 16,1-2-3-16,-1 0-9 0,5-3 1 0,-2 0 1 0,1-4-3 16,1 1-2-16,0-2-3 0,-1-1-4 0,-1-1-5 15,-1-1 11-15,1-2 7 0,-2-1-6 0,-3 1-2 16,-1 0 3-16,1-4 2 0,-4 2-1 16,1-2-4-16,-4 0 1 0,2 9-30 0,-6-13 3 15,1 6 4-15,0 1 6 0,-3 1 1 0,-2 0 0 0,1 3 3 16,-3-1-4-16,1 3-1 0,1 2-17 0,-1-1-12 15,0 1-25-15,1 1-24 0,-2 1-31 0,2 1-34 16,0 1-44-16,2-2-33 0,2 3-36 0,1 0-185 16,0 0-501-16,2-2 222 0</inkml:trace>
  <inkml:trace contextRef="#ctx0" brushRef="#br0" timeOffset="-106321.2">21914 14080 163 0,'3'-5'326'16,"1"-2"-7"-16,-2 1-12 0,1 0-24 0,-3 6-17 15,4-7-28-15,-4 7-8 0,0 0-13 0,0 0 6 16,0 0-8-16,5 15-14 0,-4-2-25 16,-3 2 4-16,0 1-21 0,1 2-16 0,0-1-11 15,-1 2-15-15,0-2-19 0,2 2-1 0,0-1-6 0,0 1-8 16,1-1-17-16,-1-1-11 0,1 1-38 0,-1-2-41 15,0 0-51-15,0 1-57 0,-1-5-50 0,1 1-54 16,-1-2-63-16,0 2-277 0,-1-2-624 16,2-11 276-16</inkml:trace>
  <inkml:trace contextRef="#ctx0" brushRef="#br0" timeOffset="-106153.71">22051 14334 267 0,'0'0'262'0,"3"-9"-8"15,-3 9 2-15,2-7-12 0,-2 7-19 16,4-5-20-16,-4 5-25 0,0 0-18 0,0 0-31 0,3-8-37 16,-3 8-37-16,0 0-47 0,0 0-49 0,0 0-38 15,0 0-52-15,10 0-53 0,-10 0-138 16,0 0-347-16,11 4 153 0</inkml:trace>
  <inkml:trace contextRef="#ctx0" brushRef="#br0" timeOffset="-105826.25">22350 14160 225 0,'4'-8'258'0,"-4"8"-4"15,1-5-14-15,-1 5-16 0,0 0-19 0,0 0-17 16,0 0-23-16,0 0-13 0,0 0-15 0,0 0-9 0,0 0-7 16,0 0-14-16,-15 19-2 0,11-12-16 0,2 3-4 15,0 1-9-15,0 0-8 0,2 1-9 0,-2-2-3 16,2 2-7-16,2-1-4 0,0 0-4 15,1 1-5-15,1-3-1 0,3 7-7 0,-2-6 5 0,2 0-1 16,2-2-5-16,-3 2 7 0,3-2-10 0,-2-1-2 16,-1 2-6-16,-1 0 4 0,-1-5-6 15,2 0-3-15,-3 1 2 0,2 1 0 0,-5-6-1 16,5 5-4-16,-1-1 3 0,-4-4 8 0,0 0-2 0,4 6 7 16,-4-6 0-16,0 0-3 0,0 0-3 0,-13 10 1 15,6-8 0-15,0-1-14 0,7-1-16 0,-12 2-18 16,12-2-24-16,-11 0-25 0,2 0-35 0,9 0-37 15,-14-2-43-15,7-1-32 0,1-1-29 0,6 4-167 16,-18-9-457-16,13 4 202 0</inkml:trace>
  <inkml:trace contextRef="#ctx0" brushRef="#br0" timeOffset="-105689.64">22391 14193 164 0,'7'-7'197'0,"1"-2"-12"0,3 4-5 0,-1-1-4 0,0-1-14 16,0 1-10-16,2 2-17 0,2 2-12 15,3-4-15-15,-1 1-10 0,2 3-12 0,1-1-18 0,0 5-41 16,-1-4-52-16,5 1-67 0,-2 1-63 0,-5 3-111 16,5-2-286-16,-8 0 127 0</inkml:trace>
  <inkml:trace contextRef="#ctx0" brushRef="#br0" timeOffset="-105342.35">23016 14117 118 0,'0'0'291'0,"0"0"-1"0,0 0-4 0,1-9-7 16,-1 9-17-16,0 0-18 0,0 0-19 15,0 0-23-15,0 0-19 0,0 0-18 0,0 0-21 16,0 0-6-16,0 0-18 0,0 0 1 0,0 0 6 0,14 15-4 16,-7-5-7-16,-1 1-8 0,1-1-17 0,0 2-4 15,2 3-11-15,-1-2-6 0,1 1-6 0,1 1-9 16,-5-4-4-16,3 3-1 0,-1-3-9 16,2 2-4-16,-2-3-4 0,-2 0-21 0,1-1-9 15,1-1-40-15,-2 0-35 0,-1 0-35 0,-1-3-34 0,-1 1-46 16,-1-1-39-16,-1-5-36 0,3 8-26 15,-3-8-194-15,0 8-523 0,0-8 232 0</inkml:trace>
  <inkml:trace contextRef="#ctx0" brushRef="#br0" timeOffset="-105116.8">23208 14147 80 0,'2'-11'257'0,"-2"2"2"16,2 3-5-16,-2 6 2 0,1-10-11 15,-1 10-11-15,0 0-22 0,0-10-22 0,0 10-9 16,0 0-4-16,0 0 0 0,0 0-9 0,-26 19-9 0,16-8-15 16,-5 5-13-16,2-4-10 0,-1 1-2 15,-4 7-23-15,4-7-4 0,1 4 0 0,-1-2-21 16,1-1-8-16,-1 1 8 0,3-1-31 0,-1 0-41 16,2-5-33-16,0 4-41 0,3-4-42 0,1 2-59 15,0-3-55-15,3-2-51 0,1 4-214 0,-1-4-537 16,3-6 238-16</inkml:trace>
  <inkml:trace contextRef="#ctx0" brushRef="#br0" timeOffset="-104820.15">23488 14063 5 0,'2'-6'298'0,"1"2"-6"15,-3 4 0-15,2-10 0 0,-2 10-9 16,4-6-19-16,-4 6-26 0,4-4-28 0,-4 4-15 0,0 0-19 16,0 0-11-16,0 0-3 0,0 0-1 0,0 0 5 15,1 24-11-15,-2-12-10 0,-2 0-8 16,1 6-21-16,1 1-11 0,-3-1-1 0,1 0-10 0,-1 0-8 16,2 2-11-16,-1-1-9 0,2-3-5 15,1 2-9-15,-4-3-1 0,4 1-4 0,-1-4-10 0,0-1-24 16,1 2-34-16,-2-3-33 0,1 2-37 15,0-5-40-15,1 1-40 0,-2-1-45 0,2-7-30 16,-1 13-31-16,1-13-35 0,0 10-192 0,0-10-546 16,-2 7 241-16</inkml:trace>
  <inkml:trace contextRef="#ctx0" brushRef="#br0" timeOffset="-104505.42">23608 14255 42 0,'0'0'225'15,"5"-4"-8"-15,-5 4-2 0,0 0-7 0,0 0 2 0,0 0-16 16,0 0-9-16,0 0-15 0,11 10-12 0,-11-10-16 16,4 8-12-16,0-2-13 0,0-2 1 0,2 1-7 15,2 0-4-15,0-2-7 0,1 1 1 16,1-2-12-16,0 1-9 0,-2-3-9 0,3 1-4 16,-4-1-7-16,3-1-4 0,-10 1-3 0,15-3-1 0,-10 3-1 15,2-6-4-15,-7 6 2 0,11-6-4 0,-7-1 2 16,0 1 2-16,-2-1-3 0,0 0-1 0,-1-4-5 15,-2 2-2-15,1-1-3 0,-3 0-1 0,0-2-7 16,1 1-4-16,-2 1-3 0,-2 0 3 16,1 1-7-16,-2 0 1 0,1 1-2 0,-6 3-4 0,5 1-4 15,-2 0 2-15,-4 2-6 0,3 1-16 0,-3 2-22 16,0 1-21-16,-4 2-48 0,0 3-41 16,3 0-53-16,1 0-50 0,-1 3-61 0,2-3-170 15,5 0-516-15,0-1 228 0</inkml:trace>
  <inkml:trace contextRef="#ctx0" brushRef="#br0" timeOffset="-104057.08">23950 13934 28 0,'5'-3'245'0,"3"-3"-4"0,-1 2-10 16,0 0-8-16,-1 1-17 0,1 1-12 16,-7 2-14-16,11-3-13 0,-3 3-15 0,-8 0-15 0,13 5-10 15,-7-2-8-15,1-1-12 0,-7-2-4 0,11 7-13 16,-6-2-9-16,0 0-3 0,-1 0-7 0,0 0-1 16,-4-5 5-16,5 9-10 0,-4-2 0 0,-1-7-8 15,-1 10 2-15,1-10-9 0,-7 10-2 0,3-3 0 16,0-1-9-16,-1-2-2 0,-2 1-7 0,1-1-10 15,2 3-5-15,4-7-13 0,-8 7-11 0,6-2-10 16,2-5-6-16,-3 10-10 0,3-10 0 0,0 11-6 16,0-11 0-16,4 9 0 0,-1-4 2 0,-3-5 3 15,7 7 3-15,-4-3 3 0,-3-4 5 16,9 6-1-16,-5-3 4 0,-4-3 0 0,6 7 6 0,-6-7 8 16,3 5 9-16,-3-5 8 0,4 5 11 0,-4-5 9 15,0 0 10-15,2 9 5 0,-2-9 5 16,0 0-2-16,-6 8-4 0,6-8 4 0,-8 6-5 0,3-2-10 15,0 0-3-15,5-4-2 0,-13 5-2 0,5-3-19 16,2 1-27-16,-4 1-45 0,2-3-53 0,-1 2-66 16,9-3-74-16,-19 2-207 0,11-2-506 0,0 2 224 15</inkml:trace>
  <inkml:trace contextRef="#ctx0" brushRef="#br0" timeOffset="-103896.24">24133 14104 249 0,'5'-4'302'16,"-5"4"4"-16,7-2 4 0,-7 2-13 0,0 0-23 16,7-5-26-16,-7 5-29 0,0 0-25 0,7-3-26 15,-7 3-41-15,0 0-42 0,0 0-50 16,0 0-67-16,0 0-65 0,0 0-79 0,0 0-243 0,0 0-453 16,0 0 201-16</inkml:trace>
  <inkml:trace contextRef="#ctx0" brushRef="#br0" timeOffset="-98574.95">5518 13557 115 0,'0'0'139'0,"0"0"-9"16,0 0-8-16,0 0 2 0,0 0-6 16,25-3-4-16,-12 3-10 0,9-1-5 0,0 1-9 0,4-3-9 15,3 2-11-15,-1-1-10 0,-3 0-5 0,5 0-4 16,-1 2-9-16,-2-2-12 0,-5 2-28 0,-3 2-21 15,1-4-23-15,-1 4-27 0,-1-2-27 0,-4 0-28 16,-1 1-76-16,-1-1-215 0,-5 0 95 0</inkml:trace>
  <inkml:trace contextRef="#ctx0" brushRef="#br0" timeOffset="-98176.77">5781 13526 149 0,'-10'1'154'0,"10"-1"3"0,-9 6 5 0,5 0-1 0,-1 2 7 16,1 2-3-16,2 5-9 0,2 1 5 0,-4 3-3 16,3 8 12-16,-3-2-11 0,3 2-7 0,-1 4-14 15,1-3 4-15,2-1-8 0,-2 0-12 16,2 0-10-16,-1-1-14 0,0 1-7 0,3-1-7 16,-2-7-11-16,-2 0-3 0,3-2-11 0,-2 2-2 15,2-4 0-15,-2 0-13 0,0-3 0 0,-2 1-10 0,2-3 2 16,-1 1-4-16,0-2-2 0,-3 2-2 0,3-4 7 15,-3 1-12-15,0-3-6 0,-1 1 3 0,-3 0-1 16,3-2-5-16,-4-3-2 0,-2 3-6 0,2-3 4 16,0-1-3-16,-3 0-1 0,1-1 0 15,-1-3-2-15,3 1 3 0,-1 1 0 0,2-1-1 0,-1-1-1 16,3 2-2-16,6 2 0 0,-11-5 3 0,11 5 5 16,-9-2-4-16,9 2 13 0,0 0-11 15,-9-2-6-15,9 2 4 0,0 0-2 0,0 0-2 0,0 0 0 16,0 0 2-16,0 0-3 0,33 2 3 15,-20-1-1-15,6 0 2 0,-1 1-13 0,2 1-8 0,3-3-30 16,5 0-24-16,0 2-35 0,2-2-44 0,-2 1-42 16,4-2-46-16,-1 0-40 0,-2 0-187 0,0 2-500 15,0-5 221-15</inkml:trace>
  <inkml:trace contextRef="#ctx0" brushRef="#br0" timeOffset="-97944.83">6179 13971 56 0,'-7'-8'241'0,"7"8"9"16,-7-5-2-16,3 1-7 0,4 4-9 0,-9-1-12 16,9 1-17-16,0 0-10 0,-17 2-3 15,11 2-9-15,-1 3-1 0,-3 3-2 0,1 1 0 16,-1 4-8-16,1 1-18 0,0 0-13 0,1-1-10 0,2 2-13 16,0 0-11-16,1 0-1 0,1 1-20 15,1-2-7-15,2 0-20 0,2 0 3 0,1 1-10 16,0-5-13-16,2 4-27 0,2-5-11 0,2-2-35 15,1 1-39-15,1-1-33 0,0 0-49 0,3-2-48 16,5-1-54-16,0-2-42 0,1 0-190 0,1 0-529 16,1-2 234-16</inkml:trace>
  <inkml:trace contextRef="#ctx0" brushRef="#br0" timeOffset="-97760.08">6607 13972 174 0,'5'-1'194'0,"-5"1"-7"0,10-2-13 16,-10 2-18-16,14 2-16 0,-2 0-13 15,-1 2-15-15,1 0-11 0,0-3-18 0,6 2-37 16,-5-1-23-16,0 2-34 0,1-1-41 0,-2-1-33 16,-1 1-21-16,0 0-105 0,-4 0-228 0,-1 0 101 15</inkml:trace>
  <inkml:trace contextRef="#ctx0" brushRef="#br0" timeOffset="-97599.77">6754 14069 35 0,'-9'4'192'0,"0"2"8"0,-3-3-1 0,5-2 5 16,0 2-1-16,1 1 0 0,-2-1-8 0,-1 2-7 15,4-2-10-15,-1 1-12 0,2 0-16 0,4-4-18 16,-8 5 1-16,8-5-5 0,-3 4-2 0,3-4-10 16,0 0-12-16,0 0-12 0,5 12-12 0,-5-12-24 15,12 5-34-15,-1-3-41 0,1 0-52 0,1-2-55 16,5 0-50-16,1-2-58 0,4 2-179 0,5 0-448 15,2-1 199-15</inkml:trace>
  <inkml:trace contextRef="#ctx0" brushRef="#br0" timeOffset="-97212.83">7806 13726 132 0,'-3'-11'284'0,"-2"0"-1"0,1 2 10 16,0 0 1-16,3 2-12 0,-2 1-16 0,3 6-11 15,-1-10-34-15,1 10-23 0,0 0-27 0,-3-5-20 16,3 5-7-16,0 0-13 0,0 0 0 0,3 24 0 16,0-5 2-16,2 7-11 0,-3 1-11 0,1 1 3 15,0 4-18-15,-2-2-13 0,3-2-6 0,-4 1-8 16,5 0-9-16,-5 1-2 0,0-3-7 0,1 3-4 16,-1-4-3-16,1 0-3 0,-1 0-9 0,0 0-6 15,1-7-17-15,-1 0-27 0,0-1-33 0,0-1-48 16,-1-6-36-16,0 3-45 0,-2 2-44 0,0-4-50 15,0-1-39-15,-2 0-228 0,1-1-587 0,0 1 260 16</inkml:trace>
  <inkml:trace contextRef="#ctx0" brushRef="#br0" timeOffset="-96810.52">7887 13640 179 0,'17'-11'204'0,"-2"3"-6"16,1 1-14-16,-1 2-15 0,-1 1-19 0,-2 4-14 15,0-1-14-15,1 2-9 0,-3 1-12 0,1 0-10 16,0 1-11-16,-2 2-10 0,-3 0-3 0,1-1-11 16,-2 4-8-16,-1 2 1 0,-4 1-3 0,1 0-5 15,-4 2-7-15,1-3-2 0,-2 2-3 0,-2 4-1 16,1-6-5-16,-1 6-6 0,3-5 0 0,0 1-15 15,-1-2-3-15,3 1-10 0,2 0 3 0,0-2-4 16,1 1-5-16,2 0 1 0,-1-1-3 0,3 0 2 16,-1-1-6-16,2 1 6 0,0-2 0 0,-1 0 8 15,-1-1-10-15,0 1 7 0,2-2 3 0,-2 1-1 16,0-1 7-16,-1 3 7 0,-2-3 10 0,2 1 16 16,-1 0 6-16,-3-6 11 0,0 11 10 0,0-11 4 15,-3 12 8-15,-1-3-1 0,0-4-1 0,-1 1-8 16,-1 2-3-16,-2-3-4 0,1 3-2 15,-1-4-12-15,0 2-5 0,1-1-6 0,2 1-23 0,-2-3-24 16,1-1-29-16,6-2-44 0,-10 6-59 0,10-6-64 16,-8 0-169-16,8 0-417 0,0 0 185 0</inkml:trace>
  <inkml:trace contextRef="#ctx0" brushRef="#br0" timeOffset="-96262.52">8390 13657 154 0,'10'-6'195'0,"-4"4"-2"15,2 0-14-15,3-1-10 0,2 0-15 0,4 1-19 16,1 0-10-16,2-1-16 0,-1 1-10 16,3 1-16-16,0-3-20 0,-3 3-30 0,-2 0-35 0,-3 0-26 15,0 0-32-15,-4 1-20 0,-2 0-23 0,0-1-9 16,-8 1 3-16,13 0 9 0,-13 0 2 0,0 0 6 15,0 0 10-15,0 0 22 0,0 0 13 16,0 0 16-16,0 0 16 0,0 0 18 0,-28-9 17 0,28 9 11 16,-13-2 14-16,13 2 9 0,-11-2 16 15,11 2 9-15,-9-2-3 0,9 2 0 0,-9-2 5 0,9 2-3 16,0 0 11-16,-9 6 10 0,5-2 10 0,0 6 9 16,1 1 3-16,0 4 12 0,0-3-9 15,0 7-1-15,0 0 3 0,0 7 3 0,1-6-3 16,1 6-12-16,-1-6-17 0,1 4-4 0,-3-5-4 15,3 0-12-15,1 1-3 0,-1-1-5 0,1-1-9 0,-2 2-10 16,2-4 0-16,0 1-4 0,-1-5-7 0,1 0-2 16,0 0-5-16,-1-2 4 0,0 0-23 0,-2-1-17 15,0 0-8-15,1-4-14 0,-1 2-6 16,3-7-7-16,-6 7-5 0,3-2-4 0,3-5 0 16,-10 3-1-16,10-3 2 0,0 0 1 0,-14-5-3 15,14 5 9-15,-6-8 0 0,2 3 7 0,4 5 5 0,-8-8 9 16,8 8 9-16,-4-6 9 0,4 6 3 0,0 0-3 15,-3-6 3-15,3 6-4 0,0 0 0 0,0 0 2 16,0 0 3-16,0 0 4 0,0 0 3 16,0 0-4-16,0 0 2 0,20 9 3 0,-11-6-3 15,1 1-4-15,3-1 0 0,-2-2-29 0,2 1-28 0,3 1-32 16,3-3-44-16,-1 1-40 0,1-2-27 0,-1-1-32 16,3 1-125-16,0-2-383 0,-4 0 169 15</inkml:trace>
  <inkml:trace contextRef="#ctx0" brushRef="#br0" timeOffset="-96042.95">8837 13936 169 0,'1'-6'185'0,"-1"6"8"0,1-12 15 16,-1 12 3-16,0-9 5 0,0 9-10 0,2-8-6 15,-2 8-20-15,0 0-19 0,0 0-10 0,0 0 9 16,0 0 11-16,0 0 6 0,0 0-2 16,0 0-3-16,-2 29 9 0,1-16-12 0,0-1-6 15,0 6-17-15,-2 0-10 0,0 2-11 0,1-3-7 16,-2 8-14-16,-1-7-9 0,3 0-7 0,-2 0-8 0,1-2-14 15,1 4-6-15,-4-5-3 0,4 0-8 0,-1-2-28 16,1-1-39-16,-2-1-33 0,3-1-43 0,-1 0-40 16,1-2-42-16,0-1-42 0,0-1-55 15,1-6-39-15,0 11-242 0,0-11-598 0,-2 7 265 16</inkml:trace>
  <inkml:trace contextRef="#ctx0" brushRef="#br0" timeOffset="-95664.72">8893 13871 79 0,'7'-6'209'15,"0"-5"-8"-15,3 4 2 0,1 1-10 0,-2 2-14 0,2 1-10 16,-2 2-12-16,1-1-13 0,-2 1-10 16,-8 1-11-16,19 3-7 0,-12 0-1 0,-1 0-6 15,4 2-2-15,-5 0-14 0,0-1-2 0,1 1-12 16,-1 3 1-16,-2-1-6 0,0 2-5 0,-2-2-6 15,-2 2 1-15,-2 2-7 0,-2-2-4 0,0 3-6 16,0-2-5-16,-3-1-8 0,2 2-6 0,-3 0-6 0,1-3-9 16,2 3-15-16,1-2-9 0,0 0-12 15,-2 0-9-15,5-2-12 0,-1-1-11 0,3-6-7 16,-1 13-7-16,4-6-4 0,-2 0 0 0,3-1 2 16,2 2-1-16,0-2 4 0,1 3 17 0,1-2-11 15,-2 0 13-15,3 1 13 0,0-4 4 0,-1 4 8 0,-1-2 8 16,-1 1 16-16,-2-1 19 0,0-1 15 15,-1 1 7-15,-3-6 8 0,0 13 6 0,-4-4 5 16,0 0-11-16,-2-1-6 0,-6 1-1 0,3 0-10 16,-7 3-11-16,2 0-20 0,-4 0-33 0,0-2-46 15,-7 3-56-15,6-3-68 0,-6 3-169 0,0-3-401 0,0-1 177 16</inkml:trace>
  <inkml:trace contextRef="#ctx0" brushRef="#br0" timeOffset="-92064.77">5413 14983 152 0,'0'0'238'0,"3"-10"-9"15,-3 10-6-15,0 0-15 0,0 0-13 0,0 0-19 16,0 0-15-16,0 0-17 0,0 0-14 0,0 0-14 16,0 0-12-16,0 0-13 0,0 0-7 15,0 0-2-15,0 0 0 0,0 0-1 0,13 25 2 16,-7-10 4-16,0 3 2 0,2-1-5 0,2 5-8 0,-1-3-5 15,-1 0-5-15,-1 0 1 0,4 6 4 0,0-2-7 16,-3-4-11-16,0-1-1 0,0-2-3 16,0 3 0-16,2 5-12 0,3 1 2 0,-7-8-5 15,2-1-2-15,0 2-8 0,2-4-3 0,-4 0-12 16,1 1 15-16,-2-6-6 0,0 1 2 0,0-1-7 16,1-5 0-16,-3 3 2 0,1-1-1 0,0-2-2 15,-2 1 1-15,-2-5-2 0,4 7 3 0,-4-7 0 0,3 6 3 16,-3-6-2-16,4 5 27 0,-4-5 8 15,0 0 3-15,0 0-7 0,0 0 1 0,0 0-5 16,0 0 2-16,10-27-8 0,-5 16-11 0,-1-1 8 16,1-6-4-16,0-1-6 0,4-6 8 0,-1 1-12 15,1-2-6-15,4 2-6 0,-2 0-9 0,0 2-1 16,1-3-2-16,-2 2-4 0,-2 3-6 0,6-2 18 16,-4-1-15-16,-1 8-7 0,0-2 6 0,0 2-7 15,0 2-4-15,-2 3-4 0,-2 1 1 0,1 5-19 16,-3-3-15-16,1 2-19 0,-4 5-21 0,4-9-19 15,-4 9-13-15,9-2-8 0,-9 2-19 0,0 0-21 16,0 0-23-16,9 10-20 0,-6-1-35 0,-1-1-162 16,-2-8-455-16,-1 22 202 0</inkml:trace>
  <inkml:trace contextRef="#ctx0" brushRef="#br0" timeOffset="-91726.93">6180 15197 36 0,'0'0'266'0,"-9"-12"-1"0,5 9 1 0,-2 0-7 16,6 3-3-16,-11-6-17 0,6 4-7 0,5 2-4 0,-14-2-22 15,8 0-14-15,6 2-14 0,-18 2-8 0,8 0-5 16,0 2-14-16,-3 1-5 0,-1 3-12 0,1-1-27 15,0 2 18-15,4 0-16 0,-1 0-11 0,2 2-6 16,-1 3-5-16,3-3-4 0,0 6-8 0,-3-2-10 16,6 0-7-16,-1-2-5 0,4-2-14 0,0 1 4 15,0 1-1-15,3-1-5 0,1-3-1 0,0 2-6 16,-1-3-5-16,5 0-6 0,-2 1-11 0,2-2-9 16,2-1-40-16,0-1-19 0,2 1-42 15,0-2-36-15,0 0-32 0,0-3-37 0,2 2-34 16,3-3-27-16,-2-2-30 0,2 1-218 0,-4-2-559 15,-1-1 247-15</inkml:trace>
  <inkml:trace contextRef="#ctx0" brushRef="#br0" timeOffset="-90718.28">6915 15119 32 0,'0'0'292'0,"0"0"0"16,0 0-10-16,0 0-15 0,0 0-15 0,0 0-25 0,0 0-22 16,0 0-19-16,0 0-17 0,0 0-15 15,6-3-13-15,-6 3-11 0,0 0-14 0,9-3-9 16,-9 3-9-16,10-2-5 0,-1 2-17 0,0 0-7 16,-9 0-8-16,17-2-4 0,-6 1-7 0,-3 1-22 15,1-1-25-15,-9 1-33 0,15 0-38 0,-10 1-45 16,-5-1-39-16,12 0-45 0,-12 0-24 0,7 1-20 15,-7-1-154-15,0 0-427 0,0 0 190 0</inkml:trace>
  <inkml:trace contextRef="#ctx0" brushRef="#br0" timeOffset="-90521.09">6879 15217 56 0,'-8'5'223'0,"8"-5"-7"16,-4 4-9-16,4-4-7 0,0 0-10 0,-6 2-2 15,6-2-10-15,0 0-3 0,0 0-15 0,0 0-16 16,0 0-10-16,0 0-9 0,0 0-11 0,13 9-14 16,-13-9-13-16,11 4-18 0,-3-5-21 0,-8 1-21 15,15 0-33-15,-6 0-31 0,-9 0-36 0,17 0-39 16,-7 0-41-16,-1 0-38 0,-1 0-155 0,-8 0-373 16,14-5 166-16</inkml:trace>
  <inkml:trace contextRef="#ctx0" brushRef="#br0" timeOffset="-89841.05">7702 14958 64 0,'-3'-10'268'0,"3"10"-9"0,0 0-3 16,-2-8-9-16,2 8-12 0,0 0-24 0,0 0-14 15,0-9-13-15,0 9-21 0,0 0-15 0,0 0-15 16,0 0-23-16,0 0 7 0,0 0 5 0,12 17 5 15,-7-6-1-15,0-1-5 0,1 9-3 0,0-4-13 16,2 0-2-16,0 4-10 0,-1 6 1 0,-3-7-9 16,1-1-12-16,1-1 1 0,0 0-14 0,3 2-2 15,-3-3 0-15,-1 0-18 0,1-4 7 0,-1 1-7 16,2-3-6-16,-2 1-9 0,0-2 0 0,1-1 0 16,-3-4-6-16,0 4 0 0,2-1 1 15,-5-6-1-15,5 7-1 0,-5-7-3 0,4 5 8 0,-4-5 14 16,4 4 14-16,-4-4-7 0,0 0 4 0,0 0-2 15,14-10 2-15,-5 4-4 0,-3-3-4 0,2-1 5 16,2-4-4-16,-1-1 1 0,3-1-4 0,-2-1-7 16,1-5 5-16,2 1-11 0,1-1 4 0,-2 0-8 15,-2-2-3-15,3 0-1 0,-2 1-8 0,1 0-4 16,-2-1-5-16,-1 8 3 0,-3 0-4 0,2 5-14 16,-3-1-5-16,0 5-13 0,-2 1-24 0,1 0-32 15,-2 2-45-15,-2 4-22 0,0 0-14 0,0 0-15 16,0 0-28-16,6 15-33 0,-8-3-41 0,-1 7-53 15,-4-1-185-15,2 1-569 0,2 1 251 0</inkml:trace>
  <inkml:trace contextRef="#ctx0" brushRef="#br0" timeOffset="-89597.06">8289 15126 231 0,'0'0'273'0,"0"0"8"15,0 0 2-15,0 0-8 0,0 0-14 0,-17-9-10 16,17 9-4-16,-13 4-10 0,13-4-4 0,-13 8-9 16,6-3-8-16,-5 4-13 0,3-2-9 0,-1 5-1 0,-3 1-14 15,4 0-16-15,-2 1-17 0,3 1-16 0,2-1-9 16,1 0-8-16,1 0-12 0,0 3-11 16,-1 0-11-16,2-2-16 0,3-2-30 0,2-3-31 15,-1 2-37-15,4-2-47 0,-1 0-50 0,2-1-51 16,1-4-47-16,0 1-50 0,6 0-41 0,-3-2-273 15,3-2-642-15,0-1 284 0</inkml:trace>
  <inkml:trace contextRef="#ctx0" brushRef="#br0" timeOffset="-89372.51">8496 15186 140 0,'0'0'279'0,"-4"-7"-6"0,4 7 3 16,-5-4-9-16,5 4-2 0,0 0-2 0,0 0-16 15,-21 2 4-15,21-2-8 0,-16 12-10 0,9-4-8 16,1-1-9-16,-3 4-16 0,1-2-22 0,5 1-13 16,-3 1-19-16,2 0-15 0,2-1-6 0,-1 3-15 15,1 2-13-15,-1-7-6 0,2 5-9 0,1-13-21 16,4 16-39-16,-2-8-2 0,3-2-55 0,2 1-56 16,-1-2-52-16,4-1-55 0,2 0-65 0,2-3-69 15,-1-1-259-15,2 0-640 0,6-4 283 0</inkml:trace>
  <inkml:trace contextRef="#ctx0" brushRef="#br0" timeOffset="-89183.73">8820 15121 145 0,'8'-5'299'0,"-8"5"0"0,6-3 5 15,-6 3 3-15,0 0-16 0,13-1-36 0,-13 1 0 16,14 0-29-16,-6 3-24 0,2-3-20 15,-10 0-20-15,22 1-24 0,-11-1-23 0,2 0-49 0,0 0-52 16,1 0-62-16,-14 0-71 0,24-1-77 0,-5-2-83 16,-7 0-158-16,2 1-472 0,3-3 209 0</inkml:trace>
  <inkml:trace contextRef="#ctx0" brushRef="#br0" timeOffset="-88561.4">9835 14753 85 0,'-13'-1'244'0,"3"-1"-22"0,0 1-14 16,2 0-13-16,8 1-10 0,-10 2-12 0,10-2-7 15,0 0-9-15,0 0-10 0,0 0-4 0,0 0-12 16,0 0-11-16,33 5-9 0,-21-6-11 0,7 1-12 16,-1 1-13-16,2-2-14 0,-2 0-17 0,-1 1-22 15,-3-1-25-15,-3-1-22 0,2 2-21 0,-4-2-21 16,-9 2-14-16,14-4-9 0,-14 4 3 0,9-1-4 16,-9 1 1-16,0 0 7 0,0 0 6 0,0 0 4 15,6-8 9-15,-6 8 4 0,0 0 2 0,0 0 23 16,0 0 5-16,-21-4-2 0,21 4 5 0,0 0 13 15,-17 2 4-15,17-2 4 0,-12 4 15 0,7-1 3 16,0 2 14-16,-1 0 8 0,2 2 21 0,0 3 17 16,-3 4 17-16,0 0 9 0,3 5 6 0,-2-2 8 15,0 7 16-15,0-4 1 0,3 4 0 0,-1 2-6 16,0-1-6-16,0 0-9 0,-1-6-8 0,4 0-4 16,-2 5-9-16,3-7-3 0,-1 1-11 0,0-2-6 15,1 1 2-15,-2-1-17 0,2-5-5 0,0 2-3 16,0-1-1-16,0-3-7 0,-1 1-6 0,1-3-1 15,-1 0-5-15,1-7 5 0,-3 10-5 0,1-5 0 16,2-5-9-16,-6 10-1 0,1-7-6 0,5-3-5 16,-10 3-3-16,10-3 3 0,-11 0-6 0,11 0 1 15,-14-4 4-15,9-1-1 0,-2 1 2 0,7 4 0 16,-8-6 4-16,5 1-6 0,3 5 0 0,-4-9-1 16,4 9 3-16,0 0-1 0,-7-6 1 0,7 6-6 15,0 0 3-15,0 0-3 0,0 0 4 0,0 0-4 16,0 0 4-16,14-5-5 0,-14 5-10 0,15 4 6 15,-5-3-14-15,0 0-17 0,4 0-29 0,-1 0-38 16,0 0-45-16,1 2-52 0,0-3-55 0,3 0-43 16,-4-1-152-16,10-2-490 0,-1 1 217 0</inkml:trace>
  <inkml:trace contextRef="#ctx0" brushRef="#br0" timeOffset="-88344.72">10234 15086 202 0,'-5'-13'217'0,"5"13"3"0,-8-4 8 0,8 4-1 0,-13-3-6 16,13 3 7-16,-20 6-3 0,8-3 4 0,1 4-4 16,-1-1 3-16,0 1-5 0,-3 3-16 0,-1 1-1 15,8-1-13-15,-5 1-21 0,3 4-14 0,4-4-13 16,-2 5-14-16,4-5-12 0,2 1-12 16,-1-1-7-16,3-11-11 0,1 22-20 0,3-10-29 0,1-2-26 15,0-1-45-15,3 0-54 0,5-1-52 0,1 2-38 16,2-4-50-16,4-3-43 0,1 2-49 0,6-4-215 15,-4 0-574-15,3-3 254 0</inkml:trace>
  <inkml:trace contextRef="#ctx0" brushRef="#br0" timeOffset="-88097.31">10570 14962 53 0,'1'-9'311'0,"-1"0"10"0,0 9 7 0,2-12-12 15,-2 12-27-15,0 0-19 0,1-14-26 0,-1 14-20 16,0 0-10-16,0 0-3 0,0 0-3 0,0 0-7 16,0 0-13-16,-1 44-21 0,-1-26-10 0,0 1-30 15,-1-1 3-15,-1 1-14 0,0 2-12 0,0-3-7 16,2 1-11-16,-4-1-13 0,3 0-17 0,-1-1 6 16,0-2-11-16,3-1-27 0,0-2-18 0,0-1-42 15,1-1-40-15,-3-1-38 0,2 1-39 0,1-10-39 16,-4 19-45-16,2-12-48 0,2-7-49 0,-6 13-201 15,6-13-579-15,-7 4 256 0</inkml:trace>
  <inkml:trace contextRef="#ctx0" brushRef="#br0" timeOffset="-87794.98">10626 14858 38 0,'7'-8'232'0,"3"3"-10"0,-4 5 1 0,0-1-7 15,-6 1-6-15,17 1-5 0,-11 3-4 0,2 4-14 16,-1-1-10-16,-2 2-12 0,0 3-16 0,0-1-5 16,-4 1-13-16,0 3-10 0,-2 2-9 0,-1-6-6 15,-2 1-9-15,-3-2-4 0,4 0-8 0,-1-1-5 16,-3 1-8-16,2-1-11 0,1-2 10 0,1 0-8 16,-1-2-10-16,0-1-4 0,4-4-4 0,-7 9-4 15,7-9-6-15,-2 7-6 0,2-7 1 0,-3 7-2 16,3-7-5-16,-2 9-2 0,2-9 2 0,0 10-4 15,0-10-3-15,1 12-1 0,2-6 4 0,-3-6-10 16,6 11 1-16,-2-5-13 0,2-2-40 0,2 0-40 16,0 3-52-16,-1-4-53 0,6 0-52 0,0 2-56 15,-3-5-194-15,-10 0-530 0,32 0 234 0</inkml:trace>
  <inkml:trace contextRef="#ctx0" brushRef="#br0" timeOffset="-87555.31">11031 15058 261 0,'0'0'285'0,"0"0"5"16,0 0 4-16,-39 6-17 0,30 0 12 0,-1 1-5 0,-3 2 2 15,-1 3-13-15,0 1-18 0,2-1-11 0,-1-1-14 16,3 2-13-16,-1 1-18 0,6-3-13 16,-3 2-21-16,1-1-8 0,3-1-16 0,1 2-14 15,3-1-14-15,0-2-10 0,0-10-5 0,6 14-13 16,2-5-10-16,1-2-15 0,3-3-17 0,1 0-11 15,8-1-36-15,0 0-14 0,5-4-32 0,-4 0-33 0,-1-1-39 16,-1-2-37-16,0 2-39 0,-1 1-41 0,-6-3-46 16,0 2-59-16,-4-2-251 0,-2-3-644 15,-7 7 285-15</inkml:trace>
  <inkml:trace contextRef="#ctx0" brushRef="#br0" timeOffset="-81014.03">6539 15605 33 0,'0'0'45'0,"-1"-9"0"0,1 9 0 16,0 0-6-16,1-8-3 0,-1 8-4 0,1-8-3 16,-1 8 0-16,0 0-4 0,0 0 6 0,5-10-7 15,-5 10 5-15,0 0-8 0,0-7 2 0,0 7-5 16,0 0 1-16,0 0 1 0,0 0-5 0,0 0-2 15,3-8 5-15,-3 8-11 0,0 0 1 0,0 0-11 16,0 0 1-16,0 0-1 0,0 0-6 0,0 0-1 16,0 0-3-16,0 0-4 0,0 0-2 0,0 0-3 15,0 0 5-15,0 0-2 0,0 0 3 0,6-2-4 16,-6 2-6-16,0 0 1 0,0 0-4 0,0 0-1 16,0 0-24-16,0 0-59 0,0 0 26 15</inkml:trace>
  <inkml:trace contextRef="#ctx0" brushRef="#br0" timeOffset="-74529.12">12689 13017 36 0,'0'0'237'16,"0"0"-19"-16,0-8-17 0,0 8-15 0,0 0-16 15,0 0-12-15,0 0-19 0,0 0-13 0,0 0-12 16,0 0-10-16,0 0-8 0,20 20-10 0,-13-6-12 16,3 2 1-16,0 1-10 0,-4-1-3 0,1 3-8 15,2 6 5-15,-3-7 6 0,0-1-3 0,4 6 5 0,-3-5-4 16,0 0-3-16,0-3-2 0,0 0-4 15,1 1-1-15,-1-2-8 0,0-3-2 0,0 0-4 16,-3 0-3-16,1-2-5 0,1-1-3 0,-2 0-4 16,2-2 4-16,-2-1-3 0,-2-2-1 0,-2-3 4 15,9 7 4-15,-5-4 2 0,-4-3 4 0,12 1 4 0,-12-1-1 16,9-2 2-16,-9 2 4 0,13-9 1 0,-5 2 2 16,0-1-5-16,-1-3-2 0,1-2 2 15,2-2 6-15,1-2-5 0,-2 1 5 0,2-9 1 16,0 5 2-16,-2 2-11 0,1-5 0 0,-1 0 5 15,3 0-23-15,-4 3-2 0,-2 1 0 0,1 2-9 0,0 2-3 16,-1 0-14-16,2 1-20 0,-2 3-18 0,-2 2-23 16,-1 4-31-16,-1 0-40 0,-2 5-24 15,0 0-11-15,0 0-18 0,14-2-15 0,-14 2-18 16,13 10-17-16,-7-2-187 0,2 6-459 0,1 0 204 16</inkml:trace>
  <inkml:trace contextRef="#ctx0" brushRef="#br0" timeOffset="-74114.19">13417 13179 16 0,'0'-6'248'0,"0"6"-2"0,0 0 3 15,-15-7-2-15,15 7 1 0,-13-2-2 0,2 1-12 16,0 1-13-16,0 1-10 0,-1 3-9 0,-3 3-11 16,1 1-10-16,-1 3-15 0,3-4-20 15,-1 6 2-15,2 1-29 0,-1 1-17 0,5-3-12 16,-1 4 0-16,3 0-6 0,5 0-11 0,2-1-11 0,1-2-10 15,3-1-16-15,1 3-2 0,7-2-4 0,1 0-11 16,1-1-17-16,2-4-9 0,2-1-5 16,-1 0-6-16,2-3-6 0,0-1-3 0,-1-2 1 15,-2 0-4-15,0-1 1 0,-5-2 6 0,1-1 2 16,-3 1 1-16,-2-1 6 0,-3 0 0 0,0 0 11 0,-6 3 10 16,4-7 3-16,-4 7 16 0,0 0-7 15,0 0 6-15,-23-6 4 0,12 6 4 0,-3 1 14 16,-5 3 3-16,-2 2 5 0,1 3-10 0,-5 0 12 15,1 1 2-15,1 3 3 0,3-2 3 0,4 0-1 16,2-1 12-16,1 2-12 0,2 1-13 0,0-1-1 0,4-1 1 16,0-2-11-16,5 2 2 0,-2 1-8 0,1-2 2 15,6 1-10-15,-1-1 1 0,2-2-4 0,1 3-7 16,3-1-13-16,4-2-7 0,1 1-20 16,3-2-31-16,6-2-39 0,-1-1-39 0,10 0-47 15,-4-1-57-15,1-3-54 0,5-3-52 0,-4 2-250 0,-5-6-643 16,5 2 285-16</inkml:trace>
  <inkml:trace contextRef="#ctx0" brushRef="#br0" timeOffset="-73941.55">13973 13307 96 0,'3'-4'275'0,"1"-3"-5"0,-4 7-5 15,6-8-14-15,-3 5-23 0,-3 3-23 0,6-8-19 16,-6 8-24-16,10-5-14 0,-6 2-28 15,3 2-38-15,-7 1-39 0,16-2-45 0,-16 2-58 16,0 0-52-16,24 3-38 0,-16-1-50 0,-2 0-102 0,-2 1-326 16,-4-3 145-16</inkml:trace>
  <inkml:trace contextRef="#ctx0" brushRef="#br0" timeOffset="-73797.38">13991 13375 194 0,'-7'6'235'0,"3"-5"1"0,4-1-3 0,-6 5-5 16,6-5-11-16,0 0-14 0,-5 5-24 0,5-5-3 15,0 0-5-15,0 0-15 0,-3 7-17 0,3-7-22 16,0 0-25-16,12 8-22 0,-8-6-42 0,7 0-46 16,1-2-57-16,1 0-71 0,8 0-65 0,-4 0-160 15,3-2-402-15,9 0 179 0</inkml:trace>
  <inkml:trace contextRef="#ctx0" brushRef="#br0" timeOffset="-73142.62">14629 13066 102 0,'-8'-4'309'0,"1"1"-21"0,1-1-24 15,6 4-27-15,-4-7-18 0,4 7-22 0,0 0-16 16,19-15-19-16,-2 9-15 0,10 0-18 0,0-2-13 16,5 4-27-16,-4 0-20 0,0 2-22 15,-5 0-26-15,-4 2-25 0,-1-3-26 0,-5 3-19 0,-1 0-16 16,-3 0-15-16,-1 0-14 0,-8 0 3 0,13 0 4 16,-13 0 8-16,6 0 8 0,-6 0 14 15,0 0 5-15,0 0 4 0,0 0 5 0,0 0 13 16,0 0 9-16,-24 11 15 0,17-8 6 0,0-2 14 0,7-1 11 15,-13 4 7-15,7-4 3 0,6 0 2 0,-12 2 5 16,6 2 2-16,0-1-1 0,2 3 5 0,-1-1 7 16,-1 2 6-16,1 4 6 0,-2 0 7 0,4 2-1 15,1 0-3-15,-2 0-4 0,2 3 3 0,0 2 3 16,2-1-8-16,0 0-3 0,2-1-3 0,0-1-3 16,-2 0 3-16,2 1-9 0,0-2-4 0,-1-4-5 15,1 0-3-15,-2 2-2 0,2 0-5 0,-2-2 0 16,2 0-6-16,1-1 0 0,-3-2-2 15,0-7 0-15,0 14-4 0,1-8-1 0,-1-6-6 0,1 13 5 16,-1-7-4-16,0-6-4 0,-1 9-5 0,1-9-9 16,-1 7-10-16,1-7-5 0,0 0-1 0,-5 8 3 15,5-8-4-15,0 0 3 0,0 0 4 0,-7 2-1 16,7-2 2-16,0 0 2 0,0 0 1 0,-15-9 3 16,10 6-2-16,5 3 5 0,-9-9 0 0,9 9-1 15,-7-4 3-15,7 4 5 0,-6-4 7 0,6 4 1 16,-5-3 1-16,5 3 0 0,0 0 4 0,0 0 1 15,-7-5 1-15,7 5 4 0,0 0 3 0,0 0 3 16,0 0-4-16,0 0 2 0,0 0 1 0,20 12-1 16,-15-8 1-16,7 0 1 0,-1 0-7 0,4-1-8 15,3-1-19-15,1-1-27 0,2 3-34 0,-2-3-41 16,4-2-43-16,6-1-45 0,-2 2-36 0,-6-2-202 16,7 2-472-16,-8-2 209 0</inkml:trace>
  <inkml:trace contextRef="#ctx0" brushRef="#br0" timeOffset="-72760.98">15278 13235 209 0,'-4'-2'238'15,"4"2"-1"-15,-11-3 3 0,4 1-6 0,7 2-13 16,-15 2-11-16,4-1-11 0,0 4-14 0,-1 2-10 16,5-1-14-16,-5 0-11 0,3 5-15 0,0-2-16 15,0 2-8-15,4-2-16 0,0 1-6 0,4 2-9 16,-3 0-9-16,6-1-9 0,0-2-7 0,3 0-6 15,1 0-10-15,2-1-5 0,0-1-9 0,1 0-5 16,0-2-11-16,0 0-4 0,0 0-5 0,-3-1 0 16,2-1-4-16,-1 0-4 0,0 0 1 0,-7-3 1 15,10 4 3-15,-10-4 4 0,6 2 0 0,-6-2 0 16,0 0 1-16,0 0 2 0,0 0 8 0,0 0 3 16,0 0-1-16,0 0 3 0,0 0 6 0,0 0 1 15,0 0 6-15,-29 0-3 0,23 2 2 0,-3 0 8 16,1 1-2-16,-2 3 5 0,1-2-3 0,1 3 7 15,0-1 0-15,-1-1-8 0,3 3 4 0,-1-2-9 16,2 1-5-16,2 0 3 0,-3-1-1 0,4 0-2 16,0 4-9-16,0-2 20 0,2 2-20 0,3-5-17 15,-2 3-18-15,5-2-22 0,-1-1-27 0,3 3-35 16,0-2-38-16,5-1-40 0,-2-1-34 0,6 2-38 16,1-4-31-16,1-1-194 0,-7 0-515 0,6-2 228 15</inkml:trace>
  <inkml:trace contextRef="#ctx0" brushRef="#br0" timeOffset="-72479.65">15682 13207 13 0,'5'-12'280'0,"0"3"1"0,-1-1 0 0,-1 3-1 15,-1 2-12-15,2-1-19 0,-4 6-23 0,5-7-25 16,-5 7-19-16,2-5-18 0,-2 5-8 0,0 0 6 15,0 0 0-15,0 0-6 0,4 23-5 0,-4-10-4 16,0 3-7-16,-1 2-4 0,0-1-6 0,1 2-8 16,-3 1-17-16,0-2-8 0,1 1-21 0,1-1 7 15,-2-1-4-15,0-1-14 0,1 0-4 0,-1-1-9 16,3-1 0-16,-5-1-18 0,3-3-19 0,1 1-28 16,-3-1-33-16,2-2-30 0,0 1-27 0,0-2-31 15,1 0-38-15,1-7-43 0,-4 11-28 0,3-5-37 16,1-6-31-16,-3 11-192 0,3-11-544 0,-5 6 241 15</inkml:trace>
  <inkml:trace contextRef="#ctx0" brushRef="#br0" timeOffset="-72104.48">15831 13046 28 0,'5'-3'202'15,"-5"3"-8"-15,12-11-10 0,-6 10-2 0,-6 1-7 16,14 1-6-16,-14-1-10 0,14 5-15 0,-7-1-12 16,-1 1-9-16,2 3-6 0,-3-3-8 0,1 3-6 15,-1 2-7-15,-2-3-7 0,-2 1-2 0,-1 3-10 16,0-1-3-16,-4 0-7 0,-1 0-9 0,-1 1-3 16,-3-2-10-16,0-1-5 0,0 0-5 0,-5 3-6 15,4-4-9-15,-3 0 0 0,3-2-10 0,-1 1-2 16,1 0 0-16,3-3 0 0,0-1-3 0,7-2 2 15,-11 5-3-15,4-3 0 0,7-2 2 0,-9 4 1 16,9-4-4-16,-5 3 0 0,5-3 1 0,0 0-2 16,-8 0-2-16,8 0 4 0,0 0 5 0,0 0 8 15,3 13 7-15,-3-13 3 0,8 7 4 0,-4-2 1 16,0 2 8-16,3 0-5 0,-1 3-4 0,0-1-2 16,-1 1-2-16,1-1-3 0,4 1-3 0,-2-1-18 15,1 1-31-15,2 3-42 0,1-2-44 0,-3-4-59 16,4 1-56-16,-2-1-210 0,-2-2-475 0,4 0 209 15</inkml:trace>
  <inkml:trace contextRef="#ctx0" brushRef="#br0" timeOffset="-71699.15">16231 13253 180 0,'0'0'285'0,"-4"-10"-3"0,4 10-10 16,-5-8-22-16,0 6-13 0,5 2-17 0,-14 0-14 15,4 4-10-15,-2 2-4 0,1 1-15 0,-3 2-5 16,0 3-7-16,1 0-21 0,0 3-14 0,2-2-14 16,3 2-12-16,2-2-9 0,2-2-9 0,1 1-11 15,1 1-2-15,2-1-13 0,0-1-1 0,2-2-15 16,1 1 7-16,1-4-23 0,2 3-3 0,-2-4-5 16,1 2-2-16,1-4-3 0,1 1-11 0,0 0 11 0,0-2-16 15,-7-2-1-15,10 5 1 0,-5-5 1 16,-5 0 3-16,0 0-3 0,13-1-3 0,-13 1 3 15,0 0 9-15,0 0 3 0,0 0 8 0,0 0-6 16,0 0 5-16,0 0 5 0,0 0 4 0,-30-7 17 0,19 9-2 16,11-2 8-16,-21 7 11 0,9-1-2 15,-1 0 9-15,-2 1 5 0,3 1-4 0,2-1-2 16,-2 1-5-16,5-1-10 0,-2 2-14 0,1-2 10 16,2 1-7-16,3 0-4 0,1-2-4 0,-1 4-2 15,3-10 1-15,3 13-5 0,-3-13-8 0,7 13-15 0,1-8-11 16,1 2-22-16,2-3-35 0,1 1-43 0,6-1-39 15,0-1-38-15,-2 1-48 0,3-3-54 16,1 1-50-16,-2 0-284 0,1-2-672 0,-3 1 298 16</inkml:trace>
  <inkml:trace contextRef="#ctx0" brushRef="#br0" timeOffset="-70044.03">14364 8304 33 0,'0'0'116'0,"0"0"3"0,-9-1-7 15,9 1-8-15,0 0-16 0,0 0-8 0,0 0-7 16,0 0-14-16,0 0-20 0,0 0-16 0,0 0-21 16,0 0-14-16,0 0-26 0,0 0-10 0,-9 8-1 15,9-8-69-15,0 9-126 0,0-9 56 0</inkml:trace>
  <inkml:trace contextRef="#ctx0" brushRef="#br0" timeOffset="-69905.95">14377 8399 40 0,'0'0'116'0,"0"0"-15"15,0 0-8-15,0 0-25 0,0 0-30 0,0 0-37 16,0 0-78-16,0 0-82 0,5 2 37 0</inkml:trace>
  <inkml:trace contextRef="#ctx0" brushRef="#br0" timeOffset="-59309.06">9996 13786 148 0,'0'0'167'0,"13"-15"5"0,-13 15-5 0,15-3-7 15,-3-1-6-15,-2 1-5 0,3 0-10 0,1 1-11 0,4 0-11 16,-2-1-7-16,3 1-15 0,-1 2-7 0,4-2 7 15,-2 2-9-15,1 0-25 0,-1 0-26 16,-2 0-33-16,0 0-37 0,0 0-36 0,-1 3-47 0,-3 0-39 16,-3-1-125-16,-1 1-306 0,1-2 135 15</inkml:trace>
  <inkml:trace contextRef="#ctx0" brushRef="#br0" timeOffset="-59070.45">10496 13607 7 0,'1'-6'262'0,"-1"-1"1"0,0 7-4 0,3-11 3 16,-3 11 4-16,0-10-8 0,0 10-10 15,1-7-17-15,-1 7-24 0,0 0 4 0,0 0-14 0,1-9-32 16,-1 9-22-16,0 0-15 0,0 0-4 16,0 0-6-16,0 0-10 0,0 0-3 0,7 29-13 0,-7-20-11 15,1 3-11-15,0-1-6 0,2 2-5 0,-2 2-6 16,0 1-26-16,-1-5-35 0,3 1-39 0,0 6-42 15,-1-6-31-15,0-1-29 0,0 4-41 0,0-2-50 16,1-1-42-16,-2-2-199 0,0 3-521 16,2-7 232-16</inkml:trace>
  <inkml:trace contextRef="#ctx0" brushRef="#br0" timeOffset="-58859.99">10705 13660 2 0,'0'0'265'15,"3"-10"-1"-15,-3 10-2 0,1-7-8 0,-1 7-14 0,4-7-21 16,-4 7-17-16,0 0-24 0,0 0 3 0,0 0 7 16,0 0 0-16,0 0-14 0,10 18-16 0,-7-9-10 15,2 4-11-15,-4-3-13 0,4 5-12 16,-1 4-14-16,-3-2 5 0,1 1-17 0,-4-1-12 16,2 1-13-16,2-1-33 0,-4-2-41 0,0-3-40 0,0 4-54 15,-1-4-52-15,-2-1-60 0,2-1-64 16,-2 1-203-16,0-3-526 0,-3-1 233 0</inkml:trace>
  <inkml:trace contextRef="#ctx0" brushRef="#br0" timeOffset="-58591.04">10778 13528 148 0,'7'-1'226'16,"-7"1"3"-16,14 1 4 0,-8 2-4 0,0 1-8 0,2 2-1 16,3 2-9-16,-1 1-13 0,-4 2-9 0,3 5-7 15,-2 0-13-15,0 1-17 0,-1 1-15 0,0 6-8 16,-1 0-9-16,-2 3-3 0,-8-2 1 16,3 0-13-16,-2 1-15 0,-3-2-14 0,1 1-17 15,0-8-21-15,-2 1-22 0,0 0-25 0,1-2-27 0,-5 0-37 16,-1-1-38-16,1-1-30 0,-4-1-56 0,1-1-36 15,-8 0-236-15,-3 0-508 0,1-3 225 0</inkml:trace>
  <inkml:trace contextRef="#ctx0" brushRef="#br0" timeOffset="-58384.79">10245 13608 239 0,'-21'0'254'0,"-8"4"-6"0,8 1-7 16,1 2-11-16,3 5 8 0,-5 3-18 0,8 2-10 0,1 4-32 16,-1 3-13-16,4 2-16 0,3 3-13 0,4-2-13 15,3-1-13-15,3 0-10 0,2-2-10 16,4 3-28-16,3-3-36 0,2-7-42 0,4 1-50 16,4-3-66-16,3-3-69 0,5-1-233 0,2-4-471 15,-1-4 209-15</inkml:trace>
  <inkml:trace contextRef="#ctx0" brushRef="#br0" timeOffset="-58201.11">10616 13282 112 0,'-3'-13'307'0,"1"4"-28"0,-1 2-32 0,2 1-26 0,1 6-36 16,-3-10-24-16,3 10-21 0,0 0-27 15,0 0-33-15,0 0-40 0,13 34-56 0,-6-10-49 16,3 4-64-16,0 6-151 0,0-2-302 0,-1 1 134 0</inkml:trace>
  <inkml:trace contextRef="#ctx0" brushRef="#br0" timeOffset="-57865.77">11187 14853 197 0,'0'0'222'0,"0"0"-20"0,0 0-13 15,0 0-11-15,13-8-8 0,-3 6-10 0,2 0-15 16,3 2-15-16,3-2-17 0,2-1-3 0,10 3-19 16,-1-2-19-16,1 1-32 0,-2-1-32 0,-7 2-45 15,0-1-59-15,-2 1-49 0,-2 0-147 0,-3 1-316 16,-3-2 140-16</inkml:trace>
  <inkml:trace contextRef="#ctx0" brushRef="#br0" timeOffset="-57626.83">11622 14677 159 0,'-5'-4'216'0,"5"4"10"0,0 0-5 0,0 0-5 0,-4-8-8 16,4 8-18-16,0 0-17 0,0 0-9 0,0 0 11 15,0 0 0-15,0 0 7 0,-5 21-19 0,3-9-4 16,2 4-14-16,2 1-4 0,-4 2-22 0,4 7-6 16,-4 0-11-16,2-3-13 0,2 2-10 0,-1 2-6 15,0-9-8-15,0 2 0 0,2-1-18 0,-2 0-9 16,1 0-28-16,0-5-38 0,-2 2-40 0,0-5-50 16,2 3-48-16,-2-3-61 0,1 1-50 0,-2-2-195 15,1 0-511-15,0-10 226 0</inkml:trace>
  <inkml:trace contextRef="#ctx0" brushRef="#br0" timeOffset="-57363.76">11635 14528 35 0,'0'0'105'15,"0"0"-30"-15,0 0-39 0,11 9-41 0,-11-9-36 0,-2 15-45 16,2-8 19-16</inkml:trace>
  <inkml:trace contextRef="#ctx0" brushRef="#br0" timeOffset="-57106.64">11792 14670 299 0,'0'0'286'16,"0"0"-7"-16,0 0 5 0,0 0 18 0,-11 20-22 16,9-11-14-16,1 3-26 0,-1 4-5 0,2 2-22 15,-2 0-19-15,2 8-20 0,0-10-14 0,-3 5-18 16,6-2-10-16,-1 5-17 0,0-3-14 16,1-2-14-16,1-1-33 0,-4-1-41 0,3 0-64 0,-1-1-39 15,1-4-48-15,-1-2-51 0,2 0-64 0,-4-1-39 16,2-1-183-16,-2-2-512 0,0-6 227 0</inkml:trace>
  <inkml:trace contextRef="#ctx0" brushRef="#br0" timeOffset="-56890.79">11958 14755 19 0,'0'0'249'0,"2"-8"-5"0,-2 8-13 16,0 0-8-16,0 0 6 0,0 0 9 15,0 0 3-15,0 0-4 0,0 0-17 0,10 22-11 0,-7-12-21 16,-2 3-16-16,2 2-16 0,-3 1-19 0,1 0-8 16,2 2-17-16,-3-3-11 0,0 2-10 0,0-4-20 15,-3 3-31-15,6-5-41 0,-7 1-45 0,3 0-55 16,-1-3-56-16,1-2-57 0,1-7-65 16,-5 14-178-16,1-9-495 0,4-5 220 0</inkml:trace>
  <inkml:trace contextRef="#ctx0" brushRef="#br0" timeOffset="-56689.1">12174 14718 267 0,'14'5'283'0,"-12"2"2"0,5 0-8 16,-5 4-13-16,4 4-11 0,1 1-16 15,-2 3-17-15,-2 6-31 0,-2-4-14 0,2-2-24 16,-1 7-4-16,-3-7-16 0,-2 2-11 0,1-3-25 15,-3 1-27-15,-3-1-35 0,0 0-47 0,-1-3-43 16,-5-1-49-16,-6 5-40 0,-2-3-51 0,3-7-63 16,-7 1-143-16,-1-4-436 0,5 1 193 0</inkml:trace>
  <inkml:trace contextRef="#ctx0" brushRef="#br0" timeOffset="-56468.78">11532 14720 11 0,'-20'2'264'0,"-7"3"-6"0,0 5-3 16,2 3-3-16,0 5-3 0,1 4-7 15,1 2-3-15,4 3-6 0,0 1-4 0,3 5-32 16,5 0-19-16,3 1-18 0,4-6-19 0,6 2-12 16,4-3-13-16,3 1-7 0,2-3-10 0,9-3-12 15,0-1-14-15,4-5-27 0,3 0-40 0,4-5-36 16,3-4-56-16,3 1-57 0,-3-7-74 0,4-2-59 15,-2-4-195-15,1 0-509 0,-1-4 226 0</inkml:trace>
  <inkml:trace contextRef="#ctx0" brushRef="#br0" timeOffset="-56275.4">11826 14305 3041 0,'-16'-21'48'0,"7"5"25"0,1 6 4 16,3-1-38-16,1 3-11 0,-4-1-14 0,6 4-4 16,2 5-3-16,0 0-2 0,0 0 0 0,0 0-15 15,0 0-28-15,0 0-35 0,25 18-31 0,-9-8-52 16,0 1-65-16,6 4-237 0,3-2-496 0,-1 0 220 16</inkml:trace>
  <inkml:trace contextRef="#ctx0" brushRef="#br0" timeOffset="-55613.44">17070 13223 224 0,'-4'-9'260'0,"4"9"-5"16,0 0 7-16,-5-9-16 0,5 9-14 0,0 0-16 16,-2-7-17-16,2 7-18 0,0 0-15 0,0 0-15 15,0 0-15-15,0 0-11 0,12-7-14 0,2 6-9 0,5-2-10 16,12 5-11-16,6-6-17 0,1 0-28 0,0-1-27 16,2 2-37-16,12 1-35 0,-16 0-41 15,0 1-46-15,-4-1-34 0,-1 2-38 0,-10 0-178 16,0-3-433-16,-3 2 192 0</inkml:trace>
  <inkml:trace contextRef="#ctx0" brushRef="#br0" timeOffset="-55352.33">17645 12993 180 0,'1'-8'220'0,"-1"8"-4"16,0 0-13-16,4-8-15 0,-4 8-22 0,0 0-19 0,0 0-4 15,4-4-10-15,-4 4-1 0,0 0-5 0,0 0 1 16,0 0-5-16,7 18-2 0,-8-6-7 0,2-1-10 16,3 1-6-16,-4 1-11 0,0-1-7 0,0-1-9 15,0 2-6-15,3 3-8 0,-3 0-4 0,-2-5-2 16,2 7-10-16,0-7-3 0,0 1 6 16,0 5-10-16,-1-2-9 0,1 1-10 0,0-4-20 0,-1 0-23 15,1 4-30-15,-3-4-29 0,-1 4-39 0,3-3-38 16,0-1-41-16,-4 3-218 0,0-4-456 0,-1 0 202 15</inkml:trace>
  <inkml:trace contextRef="#ctx0" brushRef="#br0" timeOffset="-55169.69">17687 12773 157 0,'0'0'169'0,"-1"-10"-28"0,1 10-19 0,0 0-19 16,0 0-32-16,0 0-45 0,0 0-27 0,0 0-44 15,0 0-80-15,0 0-133 0,8 29 60 0</inkml:trace>
  <inkml:trace contextRef="#ctx0" brushRef="#br0" timeOffset="-54785.85">17813 13073 149 0,'0'0'164'0,"9"8"-9"0,-5-4-1 15,-1 1-8-15,2 1-4 0,1-1-8 0,-1 3-2 16,4 0-7-16,-2-2-11 0,0 1-11 0,2-1 3 16,-1-1-7-16,0 3 2 0,1-3-4 0,-3-2-4 15,1-1 0-15,1 0-9 0,0-1-11 0,-8-1 5 16,16-3-17-16,-8 2-5 0,1-3-4 0,1 0-10 0,1-2-21 15,-4-1-20-15,1-2-17 0,2 1-16 16,-2-1-23-16,0-1-9 0,2-2-12 0,-3-1-10 16,2-1 2-16,-1 3-5 0,2-1 2 0,-1-2 10 0,0 1 12 15,1-3 6-15,1 2 2 0,-2 3-2 0,2 0 2 16,-2 1 22-16,-1 3 15 0,-1-1 8 16,0 3 4-16,-2 1-1 0,-1 0-6 0,-4 4 16 15,10-3 15-15,-10 3 11 0,0 0 4 0,15 9 16 0,-10-2 24 16,-1 1 8-16,0 4-1 0,-1 5 4 0,-1 1-3 15,-2 9 0-15,-2-1-9 0,-2 3-5 0,0-1-6 16,-3 0 14-16,0 1-8 0,-3-1-6 16,-1 1-6-16,-3-4-6 0,0 2-18 0,-2-2-36 15,-4-1-48-15,-3-2-48 0,1-4-70 0,-2 2-209 0,-3-5-412 16,1-1 183-16</inkml:trace>
  <inkml:trace contextRef="#ctx0" brushRef="#br0" timeOffset="-54570.35">17602 13009 2225 0,'-7'-11'23'0,"0"3"2"0,-2 4-2 0,2 3 11 0,-6 2 17 16,0 3 2-16,-3 10-10 0,-5 7-4 0,1 0-7 15,1 5-4-15,1 3 0 0,1 2-5 0,3 3-1 16,5-1-4-16,-2 13-5 0,5-12-19 0,1-1-33 15,5 2-27-15,3-3-31 0,1 0-35 0,1 0-34 16,4-4-29-16,-2-1-136 0,-2-8-356 16,1 0 158-16</inkml:trace>
  <inkml:trace contextRef="#ctx0" brushRef="#br0" timeOffset="-51286.7">13974 14861 195 0,'0'0'234'0,"-5"-14"-4"0,0 7 3 16,5 1-4-16,0 6-10 0,-4-13 1 0,1 7-8 15,3 6-13-15,-2-10-13 0,2 10-21 0,-2-7-14 16,2 7-15-16,0 0-25 0,-2-9-6 0,2 9-13 16,0 0-8-16,0 0-12 0,0 0-3 0,0 0-14 15,13 18-3-15,-4-3-1 0,0 2-3 0,2 6-3 16,1-2-7-16,-1 3-1 0,0-2 3 0,1 2 5 16,-4-2-6-16,1-5-17 0,1 2 1 0,-2-3-2 15,1 0 1-15,0-1-3 0,-4-4-6 0,1 2 2 16,1-5-6-16,-1 3 5 0,2-1-6 0,-2 0 1 15,-1-2 2-15,2 0-2 0,-3-4-4 0,3 3 2 16,-2-2 5-16,-1 0-5 0,1-1 0 0,-1-1 6 16,-4-3-5-16,8 4 0 0,-8-4 1 0,0 0 5 15,14-7 3-15,-9 2 0 0,-1 0 5 0,2-6-1 16,2 1-1-16,1-5-7 0,0-2 2 0,2-7-2 16,-2 0 9-16,4-4-10 0,1-1-2 0,1 1-6 15,-1 0 1-15,2-1 1 0,-2-1-1 0,-2 2-2 16,-1 3-2-16,-3 1-3 0,-1 7 3 0,1 1 1 15,-3 5-5-15,-1 2-5 0,-2 3-4 0,2 0-29 16,-4 6-26-16,4-9-27 0,-4 9-12 0,0 0-2 16,0 0-16-16,0 0-21 0,-10 25-33 0,6-6-30 15,-1 0-26-15,-1 7-31 0,-1 0-151 0,-2-2-450 16,8-3 200-16</inkml:trace>
  <inkml:trace contextRef="#ctx0" brushRef="#br0" timeOffset="-51045.7">14514 14980 177 0,'0'-8'236'0,"0"8"-1"0,0 0 1 0,3-9-12 0,-3 9-24 16,0 0-19-16,0 0-11 0,0 0-22 0,0 0-10 16,0 0 0-16,0 0-2 0,0 0-4 0,0 0-6 15,5 23-2-15,-7-12-17 0,2 0-8 0,2 2-10 16,-2 2-11-16,-3 2-6 0,3-1-4 0,-3 0-8 15,1 1-9-15,0-1-1 0,0 0-9 0,-1 0-16 16,1-4-16-16,0 5-23 0,0-7-37 0,2 1-32 16,0 1-33-16,-2-2-39 0,2-1-45 0,2-3-34 15,-2 4-183-15,0-3-450 0,0-7 199 0</inkml:trace>
  <inkml:trace contextRef="#ctx0" brushRef="#br0" timeOffset="-50625.03">14629 14888 86 0,'6'-6'172'0,"-1"3"-3"16,6-4-8-16,-2 3 2 0,-2 3-13 16,5 1-9-16,-4 0-15 0,-8 0-5 0,16 0-8 15,-5 2-12-15,-2 2-5 0,0 2-9 0,1 1-8 0,-2 0-9 16,-3-2-5-16,2 2-6 0,-4 1-6 0,1 1-4 15,-4 1-7-15,2-1-2 0,-4 4-4 0,1-3-2 16,-5 1-2-16,1 0-8 0,-1 0-10 0,1 0-6 16,-1-3-3-16,-2 3-5 0,6 0-10 15,-2-1-1-15,1 0-9 0,1-2-1 0,2-2-6 16,0-6-1-16,0 12 4 0,3-7 0 0,1 1 7 0,0 1-2 16,1-1 4-16,0-1-2 0,2-1 6 0,-1 0-2 15,2 2 0-15,-2-3 7 0,0 1 2 16,0 0 8-16,-1-1 10 0,1 3 4 0,-1-3 4 15,0 3 9-15,-5-6 3 0,5 7 11 0,-1 0-2 16,-4-7 5-16,0 11 2 0,0-11 1 0,-2 9-3 16,-3-2 0-16,1-2-4 0,-4 2-4 0,2 2-2 0,-1 0-7 15,-1-2 0-15,1 0-6 0,-2-1 2 0,0 1-13 16,4-3-19-16,-4 3-22 0,3-2-29 0,6-5-33 16,-12 9-39-16,8-5-45 0,-3 0-37 15,7-4-129-15,0 0-368 0,-13 4 163 0</inkml:trace>
  <inkml:trace contextRef="#ctx0" brushRef="#br0" timeOffset="-50310.55">15018 15035 126 0,'9'-4'180'0,"0"-1"-2"0,-3 2-6 15,6-2-12-15,0 3-19 0,0-1-16 0,-1 3-6 16,-4-1-14-16,5-2-16 0,-12 3-14 0,18 0-25 15,-18 0-19-15,16 2-31 0,-16-2-42 0,13 2-23 16,-13-2-4-16,8 6-8 0,-8-6-2 0,2 11 4 16,-2-11 17-16,0 0-3 0,-6 15 18 0,6-15 22 15,-9 11 21-15,2-7 23 0,-4 2 11 0,7 0 17 16,-3-1 13-16,-1 2 5 0,3-5 12 0,1 3 7 16,-2-1 3-16,6-4-3 0,-12 7 0 0,7-5-3 15,5-2-5-15,-4 5-5 0,4-5 11 0,-5 6 13 16,5-6-6-16,0 0-6 0,0 0-6 0,11 6-6 15,-11-6-8-15,18 0-14 0,-5-2-25 0,0 1-33 16,6-2-45-16,2 0-50 0,9-2-54 0,1 0-54 16,0 2-131-16,6-2-367 0,-3 0 164 0</inkml:trace>
  <inkml:trace contextRef="#ctx0" brushRef="#br0" timeOffset="-37268.15">16704 14704 196 0,'-5'-8'199'0,"5"8"-6"0,-4-6 1 15,4 6-5-15,-2-8-7 0,2 8-4 0,-3-7 0 16,3 7-12-16,0 0 0 0,-3-9-5 0,3 9-6 15,0 0-3-15,0 0-4 0,-2-9-12 0,2 9-12 16,0 0-8-16,0 0-1 0,0 0-22 0,0 0-6 16,0 0-16-16,0 0-8 0,0 0-8 0,0 0-5 15,0 0-8-15,0 0-2 0,0 0-1 0,0 0 2 16,0 0-3-16,4 37-1 0,0-24-34 0,-2 3 1 16,1 4 4-16,-1-1-4 0,6 5 2 0,-6-5-3 15,2 0 2-15,-3 0-2 0,3-3 2 0,0 4-1 16,0-4-1-16,-1 1-3 0,2 0 5 0,0-2-2 15,-1 1-1-15,-1-3-1 0,1-1 2 0,0-2-7 16,0 0 6-16,0 1 0 0,1-2-1 0,-1-3-4 16,-3-2 3-16,1 2 4 0,-2-6 0 0,3 7 0 15,-3-7-2-15,4 6 6 0,-4-6 15 0,0 0 12 16,0 0 5-16,0 0-3 0,0 0-7 0,0 0-1 16,0 0-5-16,0 0-3 0,10-19-2 0,-7 9 12 15,1-2-19-15,-2-8 4 0,3 4 1 0,2-3-1 16,-1-8-5-16,-1 1 5 0,4-2-13 0,-5 1-1 15,4 2-10-15,-3 1-6 0,4-4 5 0,-1 4-6 16,0 6 3-16,-3 4-7 0,2-3-12 0,0 7-8 16,-3 1-6-16,-1 4-26 0,1-2-24 0,-4 7-37 15,3-7-9-15,-3 7-8 0,0 0-7 0,0 0-11 16,12 19-31-16,-7-6-10 0,-1 4-17 0,-2 2-164 16,1 1-422-16,2 3 186 0</inkml:trace>
  <inkml:trace contextRef="#ctx0" brushRef="#br0" timeOffset="-37032.33">17141 14911 95 0,'0'0'218'0,"-10"-13"9"16,3 9-2-16,1-1-3 0,0 2-6 0,-3-3-6 16,1 5-10-16,0-1-14 0,8 2-17 0,-19-2-6 15,9 4-12-15,-3 1-3 0,0 7-8 0,-1-2-16 16,0 3-5-16,1 2-14 0,1 0-5 0,2 0 1 15,3-2-19-15,-3 2-10 0,2 0-9 0,3 1-5 16,3-1-9-16,-2 2-4 0,2-5-8 0,4 3-6 16,0-1-28-16,3-1-35 0,3 2-27 0,1 2-41 15,3-4-50-15,0-1-46 0,5-3-53 0,2-2-214 16,-1 1-500-16,4-5 221 0</inkml:trace>
  <inkml:trace contextRef="#ctx0" brushRef="#br0" timeOffset="-36799.21">17448 14880 214 0,'0'0'247'0,"-12"-7"1"0,5 7-7 0,-5 2-5 16,2 0-10-16,0 3-8 0,-3 2-5 0,1 3-8 16,0 3-9-16,-2 0-8 0,3 3-16 0,0 0-7 15,-1 0-13-15,6 0-10 0,-3 0-13 0,1 1-16 16,3-1-10-16,1 2-6 0,3-1-13 0,1-2-13 15,1 0-3-15,2-5-21 0,2 3-13 16,1-5-28-16,2 3-26 0,1-3-35 0,4 2-42 0,2-1-42 16,-3-2-51-16,4-2-47 0,1-1-40 0,2-3-190 15,-5 0-506-15,1-2 225 0</inkml:trace>
  <inkml:trace contextRef="#ctx0" brushRef="#br0" timeOffset="-36617.75">17726 14963 42 0,'4'-6'249'0,"-4"6"-7"0,4-4-6 0,-4 4-17 15,5-5-15-15,-5 5-14 0,8-5-26 0,1 2-16 16,2 1-12-16,5-1-22 0,-2-1-20 0,4 0-32 16,2-1-39-16,3 1-45 0,5 1-52 0,1-5-59 15,0 3-47-15,-9 1-106 0,8-6-309 16,0 1 136-16</inkml:trace>
  <inkml:trace contextRef="#ctx0" brushRef="#br0" timeOffset="-36112.79">18180 14637 129 0,'0'0'238'15,"0"0"-17"-15,0-14-15 0,0 14-19 0,8-6-18 16,-8 6-16-16,13-6-17 0,-3 3-13 0,1-1-10 15,2 2-10-15,1 0-9 0,-4 1-15 0,3-2-5 16,0 1-10-16,-13 2-16 0,14-1-11 0,-14 1-12 16,14 0-2-16,-14 0-4 0,9-3-4 0,-9 3-2 15,0 0 3-15,0 0-1 0,9-4-6 0,-9 4 7 16,0 0-10-16,0 0 4 0,0 0 0 0,0 0-2 16,0 0 1-16,0 0 2 0,0 0 1 0,0 0-4 15,0 0-1-15,-36 3 2 0,32 2 10 0,0 3 9 16,1 1 6-16,0 3 4 0,-3 2 2 0,4 3 17 15,0 2 0-15,-1 2 3 0,2-3-1 0,0 9 0 16,-2 1 6-16,2-3-6 0,1 0-2 0,-1-7-3 16,-1 1-7-16,2 0-2 0,2 2-3 0,-4-3-8 15,1-1-1-15,0-2-4 0,-1-2-1 0,0-4-7 16,1 4-1-16,-2-3 0 0,-1-1-1 0,2-2 1 16,-2 1-4-16,0-2 1 0,-1 0-1 0,2-1-5 15,3-5 5-15,-11 5-5 0,7-2 0 0,4-3 9 16,-9 0-10-16,9 0-7 0,0 0 5 0,-13-4 2 15,13 4-3-15,-10-5-3 0,6 2 7 0,4 3-9 16,-5-10 3-16,1 7-3 0,4 3 2 0,0 0-4 16,-5-8 3-16,5 8-3 0,0 0 0 0,-4-6-3 15,4 6 0-15,0 0 4 0,0 0-2 0,0 0-2 16,14-4 3-16,-14 4-5 0,17 0-14 0,-5 2-14 16,0-4-30-16,2 4-30 0,3-1-36 0,1-1-47 15,1-1-24-15,2-1-29 0,-1 0-28 0,-1 0-149 16,-2 0-440-16,2-2 196 0</inkml:trace>
  <inkml:trace contextRef="#ctx0" brushRef="#br0" timeOffset="-35892.62">18540 14867 118 0,'-1'-10'242'0,"1"10"6"0,-5-10-2 0,1 7-1 16,4 3-12-16,-10-7-18 0,10 7-3 0,-11 3-6 15,11-3 10-15,-17 8-21 0,8-2 7 0,-1 3-7 16,-4 1-9-16,6 2-13 0,-2 1-5 0,0 1-20 15,2-1-16-15,2 2-13 0,-1-1-11 0,3-2-7 16,2-1-12-16,2 2-15 0,1-2 1 0,0 1-15 16,4-2-15-16,1 1-20 0,3-2-31 0,2-2-34 15,3 2-33-15,3-2-34 0,1-1-46 0,-1-1-38 16,4 1-34-16,-2-5-41 0,3 1-41 0,-4-2-178 16,1 0-526-16,0-1 234 0</inkml:trace>
  <inkml:trace contextRef="#ctx0" brushRef="#br0" timeOffset="-35639.08">18911 14665 195 0,'1'-8'311'0,"-1"8"-4"0,3-10-19 0,-3 10-18 16,3-8-31-16,-3 8-20 0,0 0 8 0,0 0 3 15,0 0-5-15,0 0-2 0,0 33-9 0,-2-16-17 16,0 1-17-16,-1 6-17 0,1 2-9 15,-1-2-15-15,0 0-18 0,1-4-8 0,1 4-14 0,-1-4-6 16,2-1-7-16,0-2-10 0,0 4-14 0,2-3 7 16,-2-2-24-16,1 1-32 0,0-6-30 0,2-1-36 15,-2 1-32-15,2-2-36 0,-2 2-37 0,0-5-31 16,-1 4-44-16,0-10-29 0,3 9-25 16,-3-9-18-16,0 0-170 0,0 0-514 0,0 0 227 0</inkml:trace>
  <inkml:trace contextRef="#ctx0" brushRef="#br0" timeOffset="-35332.69">18988 14634 91 0,'11'-13'214'16,"-2"-1"-4"-16,1 7-10 0,-2 0-12 0,2 4-15 16,-1 2-11-16,-9 1-2 0,22 4-4 0,-13-1-12 0,4 3-12 15,-3 0-11-15,-2 3-9 0,1 1-12 0,-3 4-6 16,0 1-12-16,-3 2-7 0,-3-3-2 15,-1 3-1-15,-6 0-2 0,-3-1-13 0,-1 1-8 16,-2-2-7-16,-1-1-4 0,-2-2-4 0,2-2-5 16,-1 1-1-16,0-2-5 0,6-3-2 0,0 0-1 0,2-2-6 15,0 0-3-15,2-1 2 0,-2 0-3 16,7-3-2-16,-4 7-3 0,4-7 7 0,0 0 10 16,4 11 4-16,-4-11-2 0,11 10 3 0,-1-6 1 15,-1-1-8-15,3 1 1 0,6 4-4 0,0-4 1 16,1-1-1-16,9 3-11 0,-1-1-24 0,-4-3-37 15,-3-2-44-15,0 3-55 0,9-3-50 0,-7 0-253 0,-5 0-495 16,3-1 220-16</inkml:trace>
  <inkml:trace contextRef="#ctx0" brushRef="#br0" timeOffset="-35072.96">19343 14859 102 0,'1'-8'316'15,"-1"8"6"-15,0 0 4 0,0 0-11 0,0 0-20 16,0 0-12-16,3-11-31 0,-3 11-28 0,0 0-20 16,0 0 2-16,0 0-5 0,0 0-7 0,0 0-4 15,-1 35-19-15,-1-20-14 0,1 0-10 0,0 2-20 16,0 1-15-16,1-3-6 0,-2 2-15 0,2-1-6 16,2 0-6-16,-2-1-7 0,0 0-8 0,1-4-7 15,-1 0-14-15,1-1-26 0,-1 0-37 0,3 0-23 16,-3-1-32-16,0-2-31 0,0-7-31 0,1 11-29 15,-1-11-33-15,0 0-32 0,0 16-34 0,0-16-16 16,-1 5-16-16,1-5-193 0,0 0-530 0,-12 7 234 16</inkml:trace>
  <inkml:trace contextRef="#ctx0" brushRef="#br0" timeOffset="-34699.38">19376 14867 152 0,'7'-14'208'0,"-2"4"7"0,0-2-5 15,3 4 1-15,-1 0-15 0,0 1-11 0,-1 3-11 16,-6 4-6-16,14-6-12 0,-7 4-8 0,0 1-8 16,-7 1-7-16,14 0-8 0,-7 3-11 0,-1 0-3 15,2 0-9-15,-2 0-7 0,0 2-13 0,-2-1 4 16,1 2 2-16,-1-1-8 0,1 2-7 0,-3 0 2 16,0 0-8-16,-2 0-1 0,0-7-11 0,-4 15 0 15,-1-3-7-15,1-3-16 0,-1 2-5 0,-2-1-11 16,0-1-12-16,-2 1-10 0,3-1-8 0,2 0-15 15,0-1-6-15,2-2-11 0,-1 0 4 0,3 4-17 16,0-1-2-16,0-9 1 0,1 15 6 0,2-7 0 16,1-3 12-16,2 2-2 0,2 2 7 0,-3-5 0 15,0 3 6-15,1 0 3 0,0-1 0 0,-1-2 4 16,1 2 3-16,-2-3-2 0,-4-3 12 0,8 7 4 16,-8-7 8-16,1 8 9 0,-1-8 14 15,4 6-7-15,-4-6 0 0,-7 11 0 0,2-8-3 0,5-3 3 16,-14 8-3-16,6-2-6 0,-1-2-8 0,-3 0-29 15,-1 0-34-15,1-2-45 0,-2 3-53 0,3-2-55 16,-4-2-195-16,2 1-446 0,-1 2 197 0</inkml:trace>
  <inkml:trace contextRef="#ctx0" brushRef="#br0" timeOffset="-34554.39">19425 15117 66 0,'0'0'159'0,"5"-6"-27"0,-5 6-33 0,0 0-42 0,0 0-36 16,0 0-39-16,0 0-68 0,0 0-94 15,0 0 42-15</inkml:trace>
  <inkml:trace contextRef="#ctx0" brushRef="#br0" timeOffset="-33462.81">15541 16463 198 0,'-13'-1'290'0,"13"1"-14"15,-7-1-5-15,7 1-16 0,0 0-18 0,0 0-16 16,0 0-16-16,0 0-19 0,0 0-11 0,0 0-15 16,24-8-13-16,-8 2-10 0,11 0-17 0,3 1-11 15,-2-1-33-15,0 0-34 0,0 4-35 0,0-3-45 16,-7 3-46-16,-1 0-44 0,-1 0-40 0,-1 2-35 15,-4 1-26-15,-2 0-148 0,-3 3-409 0,-9-4 180 16</inkml:trace>
  <inkml:trace contextRef="#ctx0" brushRef="#br0" timeOffset="-33320.14">15770 16571 158 0,'-13'9'167'0,"3"-2"2"0,0 0-4 16,1 0 0-16,2-4 7 0,1 1 3 0,1-1-3 15,5-3-1-15,-7 7-13 0,7-7-17 0,0 0-9 16,0 0-16-16,0 0-10 0,39-15-29 0,-9 5-25 15,1 0-42-15,1-2-41 0,3 2-49 0,0 0-57 16,2-2-54-16,-7 3-121 0,2-2-337 0,0-1 150 16</inkml:trace>
  <inkml:trace contextRef="#ctx0" brushRef="#br0" timeOffset="-28405.6">17351 16141 106 0,'2'-7'203'16,"-2"7"-9"-16,3-8-2 0,-3 8-5 0,2-5-7 15,-2 5-12-15,0 0-6 0,0-10-11 0,0 10-11 16,0 0-10-16,0 0-10 0,0 0-8 0,0 0-7 16,0 0-7-16,0 0-8 0,-1-11-10 0,1 11-5 15,0 0-10-15,0 0-2 0,0 0-8 0,0 0-7 16,0 0-3-16,0 0-7 0,0 0-2 0,0 0-5 16,0 0-7-16,0 0 3 0,0 0-1 0,0 0-7 15,0 0-2-15,0 0 2 0,0 0-4 0,0 0-1 16,0 0-3-16,0 0-1 0,0 0 2 0,0 0-6 15,0 0 5-15,0 0-6 0,0 0-1 0,0 0-4 16,0 0 6-16,0 0-5 0,0 0 2 0,0 0 0 16,0 0 0-16,0 0-1 0,0 0-2 0,0 0-4 15,0 0 7-15,0 0-3 0,0 0 1 0,0 0-2 16,0 0 5-16,0 0-4 0,0 0-1 0,0 0-2 16,0 0 6-16,0 0-4 0,0 0 2 0,0 0 0 15,0 0-2-15,0 0-2 0,0 0-7 0,0 0 1 16,0 0-3-16,0 0-2 0,0 0 3 0,0 0 2 15,0 0 1-15,0 0-2 0,0 0-3 0,0 0 2 16,0 0-1-16,0 0 2 0,0 0-2 0,0 0 3 16,0 0 2-16,0 0-1 0,0 0-2 0,0 0 6 15,0 0-4-15,0 0 1 0,0 0 0 0,0 0 2 16,0 0 2-16,0 0 1 0,0 0-2 16,0 0-1-16,0 0 5 0,0 0-5 0,0 0 2 0,0 0-3 15,0 0 3-15,0 0 1 0,0 0 1 0,0 0-1 16,0 0 0-16,0 0 1 0,0 0-3 0,0 0-1 15,0 0 3-15,0 0 0 0,0 0 1 0,0 0 1 16,0 0 0-16,0 0-1 0,0 0-1 0,0 0 4 16,0 0 1-16,0 0-5 0,0 0 2 15,0 0 1-15,0 0 1 0,0 0-2 0,0 0 4 0,0 0-4 16,0 0 4-16,0 0-3 0,0 0 8 0,0 0-8 16,0 0 1-16,0 0 5 0,0 0 3 15,0 0 1-15,0 0 1 0,0 0 0 0,0 0 5 0,0 0-6 16,0 0 3-16,0 0-2 0,0 0 2 15,0 0 0-15,0 0 0 0,0 0-4 0,0 0 6 16,0 0-9-16,0 0-1 0,0 0 4 0,-15 18-1 16,15-18 0-16,-7 4-3 0,7-4 2 0,-7 7-2 0,3-5 0 15,-1 3 3-15,5-5 7 0,-8 11 1 0,3-6 2 16,1 2-4-16,-1 3 5 0,0-2-7 16,1 1 2-16,2 0 1 0,-1-1 3 0,0 0-1 15,2-1-3-15,0 0 2 0,2 2-3 0,-2 1-4 16,2 0 7-16,0-2-6 0,3 0-1 0,0-1-9 15,2 3-24-15,2-2 1 0,0 1 3 0,0-2 3 16,2 2 7-16,0-2-6 0,3 4 5 0,-2-2-2 16,-2-3 6-16,3 2-2 0,-1-2 3 0,3 3 0 15,-2-2 0-15,-1-1 0 0,-2-1 0 0,3 3 0 16,-5-5 1-16,0 3 2 0,-2-2 0 0,0 2-2 16,1-5 4-16,-2 4 1 0,-4-5 11 0,7 11 11 15,-6-8 1-15,-1-3 2 0,-1 12-2 0,-2-5-1 16,-2-1-2-16,-4 1 1 0,0 0-5 0,0-1 3 15,-1-1-5-15,-3 0 3 0,1 1-6 0,1-1-3 16,-6 0-10-16,6-2 1 0,1-2-22 0,-2-1-8 16,1 2-19-16,11-2-21 0,-21-2-23 0,9 1-33 15,12 1-24-15,-16-8-30 0,11 3-8 0,-4-2-42 16,4-2-160-16,-1 0-421 0,-1-6 186 0</inkml:trace>
  <inkml:trace contextRef="#ctx0" brushRef="#br0" timeOffset="-28244.71">17395 15999 61 0,'0'0'166'0,"12"-12"-1"0,-4 6 1 15,0 0-8-15,-8 6-12 0,16-5-9 0,-16 5-10 16,19-4-5-16,-6 1-12 0,6 1-15 0,0 2-8 16,-2 1-14-16,3 0-39 0,-2 1-44 0,4 1-66 15,-3 1-55-15,-2 3-108 0,0-3-258 0,1 3 114 16</inkml:trace>
  <inkml:trace contextRef="#ctx0" brushRef="#br0" timeOffset="-28065.92">17861 16157 141 0,'7'6'235'0,"-7"-6"12"0,0 0 1 16,0 0-3-16,0 0-9 0,0 0-20 0,0 0-21 15,0 0-17-15,0 0-29 0,0 0-12 0,0 0-29 16,9 7-36-16,-9-7-41 0,0 0-41 0,0 0-42 15,0 0-18-15,0 0-42 0,0 0-20 0,10 7-20 16,-10-7-13-16,0 0-4 0,0 0-94 16,16 0-285-16,-16 0 127 0</inkml:trace>
  <inkml:trace contextRef="#ctx0" brushRef="#br0" timeOffset="-27864.38">17981 16130 115 0,'6'-9'19'0,"-6"9"21"0,8-19 7 16,-4 10 33-16,-4 9 12 0,5-14 19 0,-5 14 15 15,2-17 10-15,-2 17 3 0,1-11 10 0,-1 11 7 16,0 0 4-16,2-14 1 0,-2 14 2 0,0 0-14 15,0 0-13-15,1-15-15 0,-1 15-9 0,0 0-5 16,0 0 27-16,0 0-2 0,0 0 3 0,0 0-12 16,10 34-7-16,-7-19-8 0,-2 3-10 0,2-2-11 15,-2 4-9-15,-1-1-5 0,1 0-5 0,-2 7-11 16,2-7-15-16,-1 2-13 0,-1-3-27 0,2 1-24 16,-1-1-41-16,-1 0-27 0,1-1-39 0,0-1-42 15,0-4-46-15,0 4-55 0,-2-3-168 0,2-13-476 16,-6 19 211-16</inkml:trace>
  <inkml:trace contextRef="#ctx0" brushRef="#br0" timeOffset="-27570.65">18337 16067 30 0,'0'0'219'0,"16"-3"-6"0,-16 3 0 15,0 0-2-15,23 5-13 0,-23-5-11 0,12 7-13 16,-12-7-13-16,11 14-9 0,-5-4-7 0,-4 1-7 16,-2-11-16-16,2 20-9 0,-2-20-9 0,-7 22-8 15,1-10-13-15,2-2-13 0,-1 1-6 0,1-3-7 16,-1 0-3-16,5-8-6 0,-5 10-4 0,-1-3-4 16,6-7-6-16,-5 11-6 0,5-11 1 0,-3 11-7 15,3-11 0-15,1 13-5 0,-1-13 2 0,3 12-4 16,-3-12-1-16,6 9 0 0,-6-9-22 0,13 6-22 15,-3-3-32-15,-10-3-34 0,26 5-46 0,-7-5-55 16,-1-2-41-16,1 1-159 0,-19 1-428 0,32-7 189 16</inkml:trace>
  <inkml:trace contextRef="#ctx0" brushRef="#br0" timeOffset="-27276.83">18695 16061 20 0,'1'-16'224'16,"-1"16"-17"-16,0 0-14 0,0 0 19 0,0 0 4 16,0 0-2-16,0 0-5 0,0 0-8 0,26 31-3 0,-21-15-15 15,2 1-14-15,0 1-14 0,-3 0-13 0,1 0-16 16,-1 2-8-16,1-1-11 0,3 5-11 16,-2-9-9-16,0 0-12 0,2-1-5 0,-3-3-8 15,2-2-6-15,0 0-9 0,0-2 3 0,-1 0-3 16,3 2 0-16,0-4 1 0,0-2 5 0,-1 0-10 15,-8-3-4-15,17 0 6 0,-17 0-15 0,20-5 1 16,-10 0-3-16,0 0-7 0,0-4 3 0,4-2-3 16,-1-3-2-16,1-2-28 0,2-5-24 0,-1-1-24 15,2-1-30-15,-1 0-51 0,-2 1-49 0,3-4-59 16,-3 0-55-16,-4 4-179 0,2 0-519 0,-5 5 231 16</inkml:trace>
  <inkml:trace contextRef="#ctx0" brushRef="#br0" timeOffset="-27110.21">19338 16062 2053 0,'8'4'168'0,"-3"-4"-115"0,-5 0-33 0,11 3 5 16,-7-1-11-16,-4-2 10 0,8 2 17 16,-8-2-9-16,6 3-7 0,-6-3-1 0,5 4-6 0,-5-4-24 15,0 0-47-15,0 0-65 0,5 9-88 0,-5-9-147 16,0 0-381-16,0 0 168 0</inkml:trace>
  <inkml:trace contextRef="#ctx0" brushRef="#br0" timeOffset="-26800.84">19964 16102 136 0,'0'0'242'0,"0"0"-18"16,0 0-12-16,22-3-10 0,-13 3-9 0,4 1-21 15,3 1-15-15,3-2-15 0,1 0-15 0,0 0-24 16,-1 1-31-16,8-1-34 0,-8 2-39 16,-4-4-47-16,2 4-42 0,-3-4-64 0,-2 2-135 15,-12 0-311-15,15 0 138 0</inkml:trace>
  <inkml:trace contextRef="#ctx0" brushRef="#br0" timeOffset="-26417.04">20432 15926 53 0,'0'0'270'0,"4"-10"22"0,-4 10-8 0,0 0-26 15,0-8-10-15,0 8-25 0,0 0-22 0,0 0-3 0,0 0 2 16,0 0-13-16,0 0-14 0,-5 26-20 0,3-15-12 16,4 1-15-16,-4 1-11 0,5 0-11 15,1 3-5-15,0-2-14 0,-1 0-4 0,4 3-13 16,-2-7 2-16,6 5-14 0,-3-5-6 0,2-5-7 15,-1 3-5-15,1-2-3 0,1-2-4 0,-1-4 0 16,1 0-6-16,-2 0-4 0,0-3-5 0,1-3 2 0,0-1 3 16,-3 2-3-16,0-3 2 0,0-1-3 15,-2 2-23-15,0-5 16 0,1 5 3 0,-2-3-28 16,-1 0 31-16,2 3 2 0,-2 1 4 0,-1 0 7 16,2 1 10-16,-4 5 0 0,3-9-4 0,-3 9 6 15,2-5-13-15,-2 5-7 0,0 0 4 0,0 0 6 16,0 0 1-16,0 0 14 0,4 19-1 0,-4-12 0 15,-1 9 1-15,-2 2-6 0,1 0-8 0,-1 1-4 16,1 0-2-16,-1 0-12 0,-1-1-23 0,2 6-35 16,-2-8-49-16,3 0-55 0,-3 0-61 0,1-5-74 15,1 2-72-15,-3-3-250 0,2 2-656 0,-1-5 291 16</inkml:trace>
  <inkml:trace contextRef="#ctx0" brushRef="#br0" timeOffset="-26196.94">20781 16041 1911 0,'10'-13'192'0,"-3"3"-66"0,0 1-44 15,-3 4-37-15,1 3-5 0,-5 2 22 0,9-3 21 16,-9 3 3-16,0 0-1 0,10 12 4 0,-6-1-3 16,-1 0 3-16,-2 4-20 0,-2 3 5 0,-1 0-5 15,-3 0-6-15,3 2-10 0,-2-2-1 0,0-1-18 16,0-2-17-16,-1 1-22 0,1-6-19 0,0 0-18 15,-2-2-35-15,1 1-37 0,-1-3-43 0,-4 1-50 16,0-5-67-16,-2 2-145 0,-1-3-451 0,-6 1 199 16</inkml:trace>
  <inkml:trace contextRef="#ctx0" brushRef="#br0" timeOffset="-26004.73">20257 15977 119 0,'-14'3'280'0,"0"7"2"0,-3 0-5 0,3 5-13 0,-4 4-24 16,4 3-7-16,1 3-4 0,4-3-20 15,4 6-21-15,1-4-20 0,4 1-17 0,3 0-13 16,2-5-18-16,7 3-15 0,0-7-51 0,8 4-54 16,4-3-56-16,0-5-63 0,7 0-74 0,-1-3-256 15,4-4-485-15,-4-4 215 0</inkml:trace>
  <inkml:trace contextRef="#ctx0" brushRef="#br0" timeOffset="-25830.37">20768 15708 2937 0,'3'-19'9'0,"0"3"-2"0,0 4-16 0,-2 2-78 16,0 2-30-16,2 2 8 0,-3 6-2 0,0 0-10 15,4-3-20-15,-4 3-23 0,0 0-31 0,0 0-122 16,0 0-343-16,0 0 152 0</inkml:trace>
  <inkml:trace contextRef="#ctx0" brushRef="#br0" timeOffset="-25124.93">20282 16052 45 0,'-5'-5'180'0,"5"5"-6"0,-3-6-7 0,3 6-3 16,0 0-19-16,0 0-18 0,5-12-9 15,1 9-7-15,3-3-4 0,6-2-7 0,6 1 2 0,6 0-9 16,-2-1-6-16,3-1 14 0,-1 3-7 0,-1 1-10 16,1 0-5-16,-7 1-13 0,0 0-3 0,-4 1-9 15,-2 2-4-15,-4-2-5 0,0 2-20 16,2 0-22-16,-6 0-28 0,-6 1-34 0,10-2-39 16,-10 2-29-16,9 2-6 0,-9-2-8 0,0 0-10 15,8 4-124-15,-8-4-299 0,0 0 133 0</inkml:trace>
  <inkml:trace contextRef="#ctx0" brushRef="#br0" timeOffset="-24672.67">20477 15981 19 0,'0'0'143'15,"0"0"-4"-15,0 0-11 0,0 0-11 0,0 0-10 16,0 0-8-16,0 0-4 0,-9 3 9 0,9-3 2 15,-8 5 8-15,4-2-11 0,4-3-6 0,-10 12-7 16,7-4-1-16,0-2 5 0,-1 4-10 0,-5 0-2 16,5-3-4-16,0 6 5 0,-1 2 0 0,0-4-6 15,1 0-3-15,-1-1-9 0,1 0-5 0,2-1-4 16,-1 0-8-16,2-3 2 0,-2 0 1 0,3-6-2 16,-2 12-4-16,2-12-2 0,-4 8-5 0,1-3-1 15,3-5-5-15,0 0-1 0,-1 10-1 0,1-10-6 16,0 0-2-16,0 0-1 0,0 0-1 0,-1 8-3 15,1-8-2-15,0 0-1 0,0 0 0 0,0 0 1 16,14-2-4-16,-4 2 1 0,3-3 1 0,3 1-5 16,5 1 3-16,0-2-3 0,0 2-2 0,10 0 0 15,-10 1 0-15,8 0-1 0,-9 1-1 0,-1-1 1 16,2 3-3-16,-9 1 1 0,5 3-3 0,-4-3 1 16,3 4-3-16,-7-2 3 0,-1 2 0 0,0 2 3 15,-5-1 3-15,1 4 2 0,-2-3 1 0,-4 0-24 16,-2 2 12-16,-1-2 3 0,-2 3 1 0,-4-1-2 15,-1 0 3-15,-2-1 0 0,-2-1-3 0,0 1 3 16,-1-3-6-16,-2 1-18 0,0-1-21 0,1-2-34 16,0 3-28-16,1-6-45 0,3-3-58 0,3 0-215 15,-4-2-456-15,4-1 202 0</inkml:trace>
  <inkml:trace contextRef="#ctx0" brushRef="#br0" timeOffset="-24522.09">20712 15928 28 0,'11'-1'97'16,"2"1"-46"-16,2 1-50 0,-2 0-31 0,-13-1-32 16,25 6 15-16</inkml:trace>
  <inkml:trace contextRef="#ctx0" brushRef="#br0" timeOffset="-24341.67">21056 16022 205 0,'5'8'225'0,"-3"3"-8"0,2 1-14 16,-4 5-17-16,-1 2-18 0,-2 0-15 0,-2 6-24 15,-6 0-1-15,-1-4-18 0,-2 2-16 0,-5 0-35 16,-3-1-38-16,0-2-40 0,-3-3-64 0,-5 0-58 15,-2 1-136-15,-6-6-298 0,3 2 132 0</inkml:trace>
  <inkml:trace contextRef="#ctx0" brushRef="#br0" timeOffset="-24166.78">20092 16175 1739 0,'-4'-10'197'0,"4"10"-74"0,-5-15-74 0,5 15-18 15,0 0-10-15,0 0 20 0,0 0 13 0,0 0-6 16,7 39-2-16,-4-9-2 0,5 4-2 0,3 11-7 16,1 2-15-16,2-4-47 0,-1-9-46 0,7 9-68 15,7-3-57-15,-3 2-145 0,1-16-369 0,12 10 164 16</inkml:trace>
  <inkml:trace contextRef="#ctx0" brushRef="#br0" timeOffset="-24010.81">21049 16665 1962 0,'7'-8'176'0,"-4"3"-21"16,0 0-38-16,-3 5-36 0,4-9-16 15,-3 4-15-15,-1 5-18 0,4-5-10 0,-4 5-10 0,0 0-18 16,8-3-33-16,-8 3-30 0,0 0-54 0,0 0-78 16,20 4-172-16,-10-3-403 0,-10-1 179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35:18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3643 3287 142 0,'-5'-12'178'0,"0"3"0"0,0-1 8 0,-2 2-16 16,1-1 0-16,0 1 4 0,-1 1 2 0,7 7-5 15,-10-10-12-15,4 5-17 0,-2-2-14 16,8 7-13-16,-12-4-9 0,12 4-10 0,-16 4-10 0,2 6-7 16,0 2-4-16,-3 10-8 0,-1 3-5 0,-1 5-5 15,-4 12 0-15,1 2-4 0,4 4-6 0,-2-1 4 16,5 4-9-16,3 0-1 0,-2 2-5 16,3-5-2-16,5 1-3 0,1-2-5 0,5-3 1 15,3 2-4-15,-1-14 1 0,4-2-2 0,0 0-3 16,4-1 0-16,-3-3-1 0,4-2 5 0,4 0 1 15,-4-7-1-15,4-2 4 0,-2-1 0 0,2-3-4 16,2 0 1-16,0-5-4 0,3-3 4 0,1 0-6 16,8-3 0-16,-1-5-6 0,-3-5 1 0,3-1-1 15,-1-3-1-15,4-3-1 0,-2-4-5 0,-1-4 3 16,4-9-3-16,-1-5-7 0,-3 1 2 0,-9 7-2 16,5-13 0-16,-7 1-5 0,0-1-1 0,-6-3-4 15,5-1 3-15,-9 3-3 0,1-4-1 0,-4 2 1 16,-5 1-1-16,-1 0 9 0,0 11-3 0,-5-11-5 15,-2-1 7-15,-1 16-2 0,1 1-3 0,-1 4 5 16,-5 1-1-16,0 4 0 0,2 8 2 0,-2 0 0 16,-2 5-2-16,-3 6 0 0,-1 0-5 0,-10 5 8 15,0 6-8-15,-2 4 4 0,0 4-1 16,1 3 3-16,-11 9 0 0,3 2 0 0,3 2-4 16,14-7 7-16,2-1-4 0,2-1 1 0,1 0 1 15,7 0-1-15,3-2 3 0,1-3 0 0,5 1-1 0,1-1 1 16,6-3 0-16,5 3 1 0,3 2 0 0,6 0 2 15,2-1-2-15,3 1 0 0,0-1 3 0,2 0-5 16,-2 0 3-16,-1 0-3 0,1-1-2 16,-2 1 7-16,-3 1-3 0,2-4 1 0,-4 5-2 15,-1-3 3-15,-5-2-1 0,5 2 0 0,-7-2-8 16,1-2-5-16,-1 0-17 0,-1 0-12 0,-2 0-19 16,0-3-14-16,-2 2-26 0,0-2-33 0,-1 0-36 15,-1-1-23-15,-2-11-32 0,4 22-156 0,-4-12-411 16,0-10 183-16</inkml:trace>
  <inkml:trace contextRef="#ctx0" brushRef="#br0" timeOffset="170.26">3597 4145 40 0,'0'0'157'0,"0"0"-19"0,0 0-4 16,0 0-17-16,0 0-5 0,0 0-12 0,0 0-9 15,0 0-18-15,35 5-25 0,-16-9-38 0,9-4-35 16,5-1-46-16,-1-1-83 0,-1 0-168 16,2-1 75-16</inkml:trace>
  <inkml:trace contextRef="#ctx0" brushRef="#br0" timeOffset="329.44">4209 3919 156 0,'9'-6'225'0,"-9"6"-12"0,0 0-13 15,0 0-11-15,11-6-10 0,-11 6-11 0,0 0-9 16,0 0-18-16,0 0-9 0,0 0-16 0,8-6-19 16,-8 6-31-16,0 0-35 0,0 0-44 0,0 0-40 15,0 0-58-15,18-12-56 0,-11 11-121 0,-7 1-312 16,16-7 138-16</inkml:trace>
  <inkml:trace contextRef="#ctx0" brushRef="#br0" timeOffset="81453.74">25334 3814 40 0,'0'-10'216'0,"0"10"-11"0,0 0-8 0,0-11-11 16,0 11-6-16,0 0-11 0,0 0-11 0,0 0-7 15,-2-8-14-15,2 8-8 0,0 0-14 0,0 0-13 16,0 0-9-16,0 0-9 0,-8-6-9 0,8 6-11 16,0 0-8-16,0 0-3 0,0 0-8 0,-15 14-4 15,7-6 2-15,-5 5-2 0,2 0-11 0,-2 2 1 16,-4 6 6-16,0 3-9 0,2 0-5 0,-1 1 2 15,3 2 0-15,-1-3-3 0,1 3-3 0,2-3 2 16,1 0 0-16,3 1-4 0,5-7 2 0,0 1 0 16,0 7-2-16,0-7 4 0,4-1 0 0,3 0 3 15,-1-2 2-15,2 0 6 0,3 0-10 0,1-1-1 16,-1-1 0-16,4-3 3 0,1 0-4 0,1-2 3 16,2-1-2-16,3-2 4 0,1-1-3 15,6-2-4-15,2 0-1 0,-6-2-2 0,4-3 5 16,0-1-2-16,1-1-8 0,-9-2 3 0,2 2-1 0,-1-3 2 15,-3-2 2-15,2 1-3 0,-4-3-3 0,3 0-1 16,-4 0 1-16,1-5-5 0,-2 3 7 0,-1-4 1 16,0-4 0-16,-2 3-3 0,-3-5-1 0,2-1 2 15,0-1 2-15,-4 0-4 0,-1 4 0 0,-1-5 5 16,-1 1-4-16,-2-1-7 0,-5 6 1 0,1-5 1 16,-1 1 1-16,0 5 5 0,-1 2 0 0,-1-1 7 15,0 3-8-15,-3-1-1 0,0 1-3 0,-4-1-1 16,1 3 4-16,-1 2-8 0,-1 0-2 0,-1 0 1 15,-1 2 0-15,0 3-7 0,-2 1-6 0,2 1-9 16,5 3-10-16,-7-1-15 0,2 4-16 16,-1 1-25-16,1 0-19 0,2 3-25 0,1 1-23 0,-1 6-30 15,4-4-23-15,-3 11-20 0,5-2-171 0,-5 6-432 16,8-6 193-16</inkml:trace>
  <inkml:trace contextRef="#ctx0" brushRef="#br0" timeOffset="82056.31">25320 4311 92 0,'0'0'233'0,"0"0"-6"0,0 0-1 0,2-9-8 0,-2 9-9 16,0 0-12-16,0 0-12 0,0 0-4 15,0 0-24-15,0 0-18 0,0 0-13 0,0 0-13 16,0 0-15-16,0 0-8 0,0 0-12 0,0 0 2 15,0 0-3-15,4 21 7 0,-4-9-1 0,-2 8-9 0,4 4-3 16,-1 6-4-16,-2-1-7 0,-1 5-4 0,2 0 2 16,0 2-1-16,0-3 2 0,0 15-3 0,-2-14-5 15,0 2 4-15,2 9-3 0,0 2 1 0,0-11 1 16,0 11-4-16,-2-13 2 0,0 13 10 16,0-11 12-16,2-2 5 0,1 2-4 0,-1 10 0 15,-1-13-1-15,0 3-1 0,-1-1-4 0,0-2 0 0,0 15-1 16,2-16 8-16,-2 1 1 0,-1 2-2 0,3-3-8 15,-3-3-4-15,3 6 2 0,-4-4-6 0,4-2-1 16,-4 2-8-16,1-2-2 0,2-4-3 0,1-1-2 16,-1-3-1-16,1-2-1 0,-4-1-1 0,4-2-7 15,-3 2 1-15,3-2-1 0,0-5-2 0,0 1-3 16,-1 1-4-16,1-6 2 0,1 4-5 0,-2-5-6 16,0 2 3-16,1-8 2 0,1 11-11 0,-1-11 7 15,0 9-1-15,0-9-6 0,0 7 7 16,0-7-3-16,0 0 1 0,0 0-2 0,0 0-10 15,0 9-13-15,0-9-22 0,0 0-32 0,0 0-48 0,0 0-43 16,0 0-61-16,0 0-54 0,0 0-58 0,0 0-68 16,0 0-300-16,0 0-756 0,0 0 335 0</inkml:trace>
  <inkml:trace contextRef="#ctx0" brushRef="#br0" timeOffset="85831.45">25301 5934 36 0,'0'0'62'0,"0"0"4"16,0 0-2-16,0 0-1 0,0 0 8 0,0 0-2 16,0 0-2-16,0 0-4 0,0 0-16 0,-6-11 17 15,6 11 4-15,0 0-6 0,0 0-1 0,0 0-1 0,0 0-3 16,0 0-6-16,0 0 3 0,0 0-4 15,-8-4-1-15,8 4-3 0,0 0-8 0,0 0-1 16,-8-5 3-16,8 5 0 0,-5-3-8 0,5 3 1 16,0 0-11-16,-12-2 15 0,12 2-3 0,-9-3 8 0,9 3 8 15,-7-2-1-15,7 2-2 0,-10-2 3 0,10 2-7 16,0 0-7-16,-9-2 0 0,9 2-7 0,0 0 4 16,0 0-1-16,0 0-5 0,0 0-3 15,0 0 1-15,0 0-2 0,0 0-1 0,0 0 3 16,15 14-5-16,-7-7-2 0,1 0 1 0,3-1-1 0,-1 1 0 15,2-1-4-15,-3 1 0 0,1-1 1 0,-1 1-5 16,0 0 1-16,1 1-1 0,0-4-2 0,-3 3 0 16,0 0-1-16,1-1 1 0,-3-2-4 15,-1 3-3-15,2-4 2 0,-2 2-1 0,-3-1-1 0,-2-4 2 16,6 9 0-16,-4-3-2 0,-2-6 3 0,0 12 8 16,0-12 5-16,-4 14 9 0,-1-4 4 0,1-1 1 15,-5 1 2-15,0 4 0 0,-2 1 5 16,-3-3 2-16,5 0-5 0,-4 2-2 0,-1-1-3 15,1 0 1-15,-1 0-6 0,3 3-1 0,-2-3 0 0,-1 0-3 16,4 0-2-16,-3 1-2 0,1-2-1 0,2 2-2 16,1-3-1-16,4 0 0 0,0 1-6 0,0-1 2 15,2 0-1-15,1 1-2 0,2 4-1 16,1-1 1-16,3 1 1 0,0 1 4 0,2-2-5 0,1-1 4 16,3 3-6-16,0-3 1 0,3-1 1 0,-3 0-2 15,-1-3-1-15,-3 0 0 0,6 3 2 0,-3-4 0 16,0 0 0-16,-3-1 1 0,0-1-3 0,-2 1-1 15,5 0-4-15,-5-3 2 0,-1-1 0 0,2 2 1 16,-3-1-2-16,-2-5 2 0,4 9-4 0,-3-2 3 16,-1-7 6-16,-1 10 0 0,1-10 1 0,-4 13 3 15,-1-9 0-15,2 3 1 0,-3 0-3 0,0-1 1 16,1 0-1-16,0 2 0 0,-2-1 1 0,-2 0 2 16,3 0-3-16,-3 0 2 0,0 1-6 0,4 1 2 15,-3-1-3-15,3-2 0 0,1 2 2 0,-3 1 1 16,4 0 2-16,-2 0-7 0,1-1-4 0,3 3-2 15,1-2 0-15,2 1-4 0,2 1-5 0,1 3-5 16,4 2 3-16,0-3 2 0,4 0-2 0,1-2 4 16,1 1-1-16,1 0 2 0,-1-1 0 0,2 1-2 15,0-2 5-15,-1-1-3 0,-3 0 6 0,-1-5-4 16,-4 2-2-16,-1-2 3 0,3 1-2 0,-5 0 2 16,0 0 0-16,-2-1 0 0,-3-4 2 0,6 9 2 15,-6-9 7-15,-2 10-3 0,2-10 6 0,-8 11 5 16,1-2 4-16,-5-4 0 0,-3 5 3 0,3-4 7 15,-1 3-3-15,-3-1-3 0,0 0-1 0,0 1-1 16,1-1-3-16,1 0 1 0,-1 2-7 0,-2 0 0 16,7-4-1-16,1 4 0 0,-1-1-1 0,1 0-2 15,1-1-1-15,2 4-5 0,3-5 0 0,0 6-4 16,1-3 3-16,-4 7-2 0,3-7-2 0,3 2-5 16,-1 0-3-16,4 1 3 0,-3-2-2 0,2 0-3 15,1 1 3-15,-3 0 1 0,2 1 0 0,3-2 4 16,-1 0-2-16,1-2 3 0,-2 1 1 0,-2 1 1 15,2-2 0-15,-2-2-2 0,0-2 2 0,-1-5 2 16,4 13 0-16,-4-7 1 0,0-6-5 0,1 10 10 16,-1-10-4-16,0 7-3 0,0-7 4 0,-1 12-1 15,-3-7 6-15,4-5 1 0,-2 10-2 0,2-10 2 16,-3 11-2-16,1-5 1 0,-2-1 1 0,2 3-1 16,2-8 1-16,-6 10-4 0,2-3 4 0,2-3-2 15,2-4 1-15,-5 12-2 0,2-4 3 0,2 0-3 16,-1-1-1-16,0 4 0 0,2-1 1 0,0 1 4 15,2-1 1-15,0 2 0 0,0-2-2 0,1 2 3 16,3 1 0-16,-2-3 2 0,2 1-3 0,1 1-3 0,-2-1 5 16,1-2 0-16,1 0-6 0,-1 1 1 15,-2-1 0-15,-1-2 4 0,3 0-4 0,-6-1 2 16,3 0-5-16,-1 1 0 0,-2-7 1 0,4 9 1 16,-1-5 3-16,-3-4 1 0,0 0 4 0,-6 16 1 15,4-10 5-15,1 0 3 0,-2 1 4 0,-1 3 0 0,-2 0 3 16,-1 3 2-16,-3 2-3 0,2-2 2 15,-1 1-1-15,1 3 0 0,0-2 4 0,1 2 0 16,-3-1-4-16,4-1 5 0,-3 4 11 0,3-3-2 16,-5 10 6-16,3-3 30 0,-2 0-15 0,5-4-13 0,-2 7 3 15,-2-1 15-15,4 0-16 0,1-7-9 0,0 6 6 16,1-6-3-16,2 1-9 0,-2 1 13 16,1 5 6-16,0 0-4 0,2 3 3 0,-2-4-3 15,-2 3 7-15,4 1 0 0,0-1 2 0,0 0 2 16,-1-1-6-16,0 2-2 0,0-1-1 0,0 0-1 0,-1-2-3 15,2 1 6-15,-2 0-3 0,0-8-3 0,1 9-2 16,-2 0 1-16,0-8 1 0,1 6-5 0,-1-6 2 16,3 0-6-16,-1 1 11 0,0 0 3 15,0-2-1-15,1 7-3 0,-3-7 1 0,0-1-5 0,1-1-4 16,2-3-1-16,0-1-1 0,-4 1 0 0,6 0-11 16,-2-3 6-16,0-10-7 0,0 19 0 15,-2-10-2-15,2-9-3 0,0 13-2 0,0-13 1 0,0 0-6 16,0 11 2-16,0-11 0 0,0 0-4 0,0 0-1 15,0 12-3-15,0-12-2 0,0 0 3 0,0 0-13 16,0 0-16-16,0 0-30 0,0 0-32 0,0 0-19 16,-16 0-55-16,16 0-34 0,0 0-20 0,-21-9-42 15,13 2-54-15,8 7-57 0,-16-11-39 16,7 3-282-16,9 8-737 0,-7-17 327 0</inkml:trace>
  <inkml:trace contextRef="#ctx0" brushRef="#br0" timeOffset="86678.07">24999 9139 8 0,'0'0'93'0,"0"0"-2"0,0 0-4 15,-5-10-3-15,5 10 2 0,0 0 0 0,0 0-2 16,-1-9 6-16,1 9-7 0,0 0-3 0,0 0-8 0,0 0-7 15,0 0-10-15,0-8-4 0,0 8-17 0,0 0-1 16,6-7-10-16,-6 7 4 0,7-2-11 0,-7 2 3 16,8-6-4-16,-8 6 1 0,7-4-5 0,-7 4 5 15,5-3-11-15,-5 3 8 0,5-3-4 0,-5 3 1 16,0 0-7-16,8-6 1 0,-8 6 6 0,3-4 15 16,-3 4-5-16,0 0 13 0,6-6 5 0,-6 6 8 15,0 0 7-15,0 0 9 0,0 0 2 0,0 0 1 16,5-3-3-16,-5 3-2 0,0 0-1 0,0 0-3 15,0 0 4-15,0 0 3 0,0 0 7 0,-14 18 8 16,1-8 6-16,-7 8 8 0,-1 1-1 0,-2 4 1 16,-3 0 1-16,-3 1-10 0,-12 6-2 0,3 0-3 15,0 3 0-15,0-3-3 0,8-7-1 0,-9 6-6 16,12-7-1-16,-3 2 5 0,-8 6-10 0,12-10-3 16,-2 2-18-16,3-1-7 0,0-1 0 0,0-2-6 15,6-2 1-15,1-4-6 0,4 1-4 0,-2-2 1 16,4-2-4-16,0-2-14 0,3-1-19 0,1 0-21 15,-2 0-13-15,5-2-23 0,1 0-23 0,4-4-22 0,-7 3-20 16,7-3-37-16,0 0-55 0,0 0-28 16,0 0-173-16,0 0-467 0,0 0 208 0</inkml:trace>
  <inkml:trace contextRef="#ctx0" brushRef="#br0" timeOffset="87185.21">24374 9069 108 0,'-2'-6'219'0,"2"6"1"0,-4-9-2 0,3 1-1 0,1 8 0 16,-3-7-2-16,3 7-8 0,0 0-18 0,-1-8-16 15,1 8-14-15,0 0-15 0,0 0-16 0,0 0-13 16,0 0-12-16,0 0-10 0,0 0-11 0,0 0-5 16,0 0 6-16,0 0-4 0,0 23 12 0,0-6 5 15,0 7-8-15,0 3 1 0,3 1-4 0,-3 4 11 16,2-1-7-16,2 16 0 0,2-2 1 0,-2 4-2 15,2-2 3-15,1 2-7 0,-6 0 1 0,2-2-10 16,-1 1 3-16,-2-1-8 0,-2 3 15 0,1 4 2 16,-2-5-3-16,2 3-3 0,-2 2-1 0,2-2-8 15,0 1-5-15,1-2 0 0,-1 0-1 0,1-3-7 16,1-2 0-16,-1 0-8 0,1-14 2 0,-2-1-9 16,1 2-4-16,2-1-3 0,-2-4-3 0,0-4 0 15,1-5-2-15,-3-2-10 0,3-2 2 0,-1-2-9 0,0-1 4 16,-2-2-22-16,2-4-20 0,-1 1-26 15,1-7-19-15,0 13-29 0,0-13-20 0,0 10-29 0,0-10-18 16,0 0-52-16,0 0-45 0,0 0-47 0,0 0-24 16,0 0-28-16,0 0-223 0,2-28-633 15,2 18 280-15</inkml:trace>
  <inkml:trace contextRef="#ctx0" brushRef="#br0" timeOffset="87825.8">24464 10007 154 0,'0'0'209'0,"-4"-11"-1"16,4 11 2-16,-1-6 0 0,1 6 0 0,-4-7-1 15,4 7-10-15,-4-7-2 0,4 7-11 0,0 0-12 16,-4-7-13-16,4 7-9 0,0 0-25 0,0 0-7 16,0 0-10-16,0 0-15 0,0 0-4 0,0 0-13 15,0 0 6-15,28 8 2 0,-9 0-13 0,6 1-7 16,6 2-1-16,-1 1-10 0,2 0-1 0,4 0-5 15,-5-2-3-15,3 1-5 0,-2 0-9 0,4-1 4 16,-4 1-6-16,1-2-1 0,1-2-8 0,1 3 8 16,0-2-9-16,-2-1 2 0,0 0-3 0,-1 1-1 15,-5-2-4-15,2-1-2 0,-4 3-4 0,-5-2 5 16,-2-3-4-16,2 2-2 0,-2-1 4 0,-2 1-4 16,-4-3 1-16,1 1 5 0,-4 0 1 0,0 0-3 15,0-1 9-15,-3 0 7 0,1 0-1 0,-7-2 5 16,11 4-5-16,-11-4 0 0,8-2 6 0,-8 2 1 15,6 3-1-15,-6-3 9 0,0 0 2 0,0 0-3 16,9 1-3-16,-9-1 2 0,0 0 4 0,0 0-10 0,0 0 1 16,0 0-3-16,0 0-4 0,0 0 0 15,0 0-3-15,-23 9 2 0,13-5 7 0,1 1 2 16,-4 2 0-16,3 0 0 0,-5 1-2 0,-2 2 5 16,-1 2 2-16,-4 4 1 0,0 1-2 0,-5-1-1 0,3 3-3 15,-1-3-8-15,-1 4 5 0,2-4-5 16,-3 1-6-16,5-1 2 0,6-4-6 0,-2 1-2 15,3-4-4-15,1 2 7 0,4-4-8 0,1 1-8 16,0-2-25-16,4-2-32 0,0 1-27 0,0-3-42 0,0 4-29 16,5-6-32-16,0 0-30 0,-3 6-38 0,3-6-39 15,0 0-45-15,0 0-278 0,0 0-666 16,24-9 296-16</inkml:trace>
  <inkml:trace contextRef="#ctx0" brushRef="#br0" timeOffset="88045.8">25221 10207 12 0,'3'-16'294'0,"1"0"-6"0,0 4-29 0,-4-1-1 16,0 2-16-16,-2-2-10 0,0 2-7 0,0 0-3 15,-1-1 0-15,-1 1-10 0,0-2-14 0,-1 3-10 16,-2 0-15-16,2-1-8 0,-1 0-13 0,-1 0-12 16,1 3-13-16,-2-2 2 0,2 4-10 0,-1-2-1 15,1 1-19-15,-2 0-6 0,4 3-12 0,-1-2-9 16,-3-1-10-16,3 1-15 0,1 1-25 0,4 5-27 15,-7-8-33-15,4 3-43 0,3 5-50 0,-4-9-50 16,4 9-54-16,0-12-61 0,0 12-285 0,2-10-630 16,-2 10 280-16</inkml:trace>
  <inkml:trace contextRef="#ctx0" brushRef="#br0" timeOffset="90997.44">26163 3776 166 0,'-3'-7'195'0,"3"7"4"16,0-13 7-16,0 6-9 0,0 7 0 0,0-12-7 16,0 12-4-16,-3-9-13 0,3 9-13 0,0 0-14 0,0 0-15 15,0-12-14-15,0 12-15 0,0 0-12 0,0 0-10 16,0 0-11-16,0 0-6 0,0 0-9 15,0 0-5-15,0 0-4 0,3 27-5 0,0-11 2 16,-1 0-8-16,2 2 5 0,-2 0-13 0,3-1-1 16,-1 1-3-16,-2 0-3 0,3-1-1 0,-1-2-1 0,2 0-3 15,-2-3 0-15,0-2 0 0,1 1 0 0,-1-2-5 16,2 1 0-16,-3-5-2 0,2 1 5 16,-1 0-4-16,-2-1-2 0,-2-5 3 0,5 7 3 15,-1-3-5-15,-4-4 3 0,0 0 2 0,5 6 8 16,-5-6 7-16,0 0 7 0,0 0-10 0,0 0 1 0,0 0-4 15,14-17-6-15,-8 6-3 0,0 0-1 0,1-2 2 16,3-3-6-16,-6 1 2 0,3-3 0 16,-1 1-2-16,-4-1-8 0,6 0 4 0,-4 0-3 15,3-1-12-15,-1 3 0 0,-2-1-5 0,1 7-2 16,-3 1-12-16,1-1-9 0,-1 3-25 0,-2 7-25 16,0-12-36-16,0 12-36 0,3-6-33 0,-3 6-18 0,0 0 8 15,0 0 2-15,0 0-147 0,0 0-380 0,0 0 169 16</inkml:trace>
  <inkml:trace contextRef="#ctx0" brushRef="#br0" timeOffset="91255.36">26549 3867 9 0,'0'0'213'0,"0"0"1"15,2-7-9-15,-2 7 3 0,0 0-7 0,0 0-7 16,0 0-14-16,0 0-8 0,0 0-10 0,0 0-12 15,-9-10-11-15,9 10-7 0,0 0-16 0,0 0-2 16,-18 6-9-16,9 1-7 0,-2-1-11 0,-1 4-7 16,-1 0-2-16,1 3-6 0,1-2-11 0,1 1-6 15,2-1-3-15,2-3-5 0,1 3-7 0,1 0 5 16,0 1-11-16,2-2-17 0,2 1-20 0,2 0-18 16,0-1-25-16,4 2-33 0,-1-3-29 0,4 1-29 15,2 2-13-15,0-5-44 0,5-1-20 0,2-1-7 16,4-1-131-16,-3-4-380 0,2 0 168 0</inkml:trace>
  <inkml:trace contextRef="#ctx0" brushRef="#br0" timeOffset="91467.17">26785 3939 73 0,'4'-11'155'0,"1"0"3"16,-3 2 10-16,2 2 4 0,-4 1 3 0,0 6 2 0,2-14-5 16,-2 14-9-16,0-9-11 0,0 9-9 15,0 0-3-15,-6-9-15 0,6 9-9 0,-11 0-6 16,11 0-7-16,-16 6-4 0,7-3-10 0,0 4 1 15,-3 1-8-15,4 0-5 0,-3-1-10 0,3 2-4 16,0 0-11-16,-1 1-1 0,7-1-5 0,-3 3-7 16,-2-2-6-16,9 2-9 0,-4-2-15 0,4 3-20 0,3-5-20 15,2 2-32-15,-1 0-37 0,1-1-36 16,9 0-45-16,-1 0-42 0,4-1-174 0,-4-4-429 16,6 1 190-16</inkml:trace>
  <inkml:trace contextRef="#ctx0" brushRef="#br0" timeOffset="92431.03">27153 3817 10 0,'0'0'86'0,"0"0"6"16,0 0-5-16,0 0-2 0,0 0-6 0,0 0-9 15,0 0 3-15,0 0-2 0,0 0 0 0,0 0 14 16,0 0-13-16,0 0-2 0,0 0 1 0,0 0-7 16,0 0 1-16,0 0-2 0,0 0-13 0,0 0 8 15,0 0-15-15,0 0 10 0,0 0-6 0,0 0-3 16,0 0-2-16,0 0-3 0,0 0 1 0,0 0-2 16,0 0 3-16,0 0-9 0,0 0 0 0,0 0 8 15,0 0-4-15,0 0-3 0,0 0 3 0,0 0-1 16,0 0-1-16,0 0 1 0,0 0 1 0,0 0 2 15,0 0-4-15,0 0 0 0,0 0 3 0,0 0-5 16,0 0 4-16,0 0 3 0,0 0 1 0,0 0-1 16,-14-3-2-16,14 3-1 0,0 0 1 0,0 0 0 15,0 0 0-15,0 0-1 0,0 0-5 0,0 0-3 16,0 0 0-16,0 0-2 0,0 0-1 0,0 0 3 0,0 0-3 16,0 0-2-16,0 0 1 0,0 0-8 15,0 0-2-15,0 0-4 0,0 0-6 0,0 0-3 16,0 0 0-16,0 0 0 0,0 0-4 0,0 0-7 15,0 0-6-15,32 6-20 0,-21-6-15 0,-2 1-23 16,0 1-21-16,1-1-23 0,-10-1-34 0,15 0-14 0,-9 0-24 16,-6 0-141-16,10 4-357 0,-6-2 158 0</inkml:trace>
  <inkml:trace contextRef="#ctx0" brushRef="#br0" timeOffset="92617.23">27118 3917 152 0,'0'0'162'0,"0"0"-15"0,0 0-13 16,0 0-9-16,0 0-20 0,0 0-17 0,23 0-5 16,-11 0-24-16,-1 0-41 0,0-2-30 0,7 2-49 15,-1 2-106-15,-4 0-181 0,9-4 81 0</inkml:trace>
  <inkml:trace contextRef="#ctx0" brushRef="#br0" timeOffset="93027.56">27602 3702 177 0,'18'-4'180'0,"-5"3"-9"0,1-1-9 0,-1 0-13 0,-1 2-13 16,-1 2-17-16,-2 0-8 0,2 2-12 0,-2 0 7 15,0 4 11-15,-1-3-3 0,0 2-3 0,-2 3-3 16,1 0-4-16,-4 0-2 0,-1 1-6 0,-2-1 8 16,-3 2-15-16,-1 0-9 0,-4 3-7 0,-4 1-3 15,-1-1-7-15,-10 3-9 0,8-7-1 0,-4 1-9 16,-4 1-6-16,6-4-5 0,-1-1-3 0,0-1-9 15,2-1-4-15,5-2-4 0,0-1 1 0,-1 1-5 16,6-2 5-16,6-2-5 0,-10 3 0 0,10-3 2 16,-9 1-2-16,9-1 3 0,-8 2 6 0,8-2 3 15,0 0 3-15,0 0-1 0,-9 1 0 0,9-1-2 16,0 0 2-16,0 0-9 0,0 0 3 0,0 0 1 16,0 0-8-16,0 0 5 0,32-1-10 15,-20 1-2-15,7 1 2 0,-4 2-16 0,4-3-18 0,0 3-24 16,2 1-26-16,-3-1-34 0,4 0-38 0,-2-1-43 15,8 3-40-15,-8 0-168 0,-3-3-434 0,0-2 192 16</inkml:trace>
  <inkml:trace contextRef="#ctx0" brushRef="#br0" timeOffset="93465.69">27946 3771 50 0,'0'-5'245'0,"0"5"-12"0,4-9-7 0,-4 9-11 0,0 0-22 16,1-7-15-16,-1 7-18 0,0 0-19 0,0 0-11 16,0 0-5-16,0 0-12 0,0 0-6 0,0 0-13 15,0 0-7-15,-6 23-10 0,7-13-5 0,-1 0-7 16,0 1-6-16,0-1-7 0,2 4-2 0,3-4-7 16,-3 0-4-16,3-1-1 0,-1 1-14 0,0-2-2 15,3 1-11-15,-2-1-1 0,0-2-11 16,0-2-2-16,0 1 0 0,1-4 0 0,-1 2 0 15,-5-3 3-15,10 2 5 0,-10-2 0 0,0 0 1 0,15-7-3 16,-10 3 1-16,2-3-3 0,-3 1 7 0,4-2 5 16,-3-2-1-16,2 1-1 0,-5-3 0 0,6 0-1 15,-6 3 15-15,4-1 6 0,-2 2 6 0,-2 2 5 16,1 1 4-16,-3 5-4 0,4-8 0 16,-4 8-6-16,4-7-9 0,-4 7-1 0,3-7-1 15,-3 7-10-15,0 0 0 0,0 0 6 0,0 0 15 0,0 0 7 16,0 0 11-16,2 22-9 0,-2-22-10 0,0 17 8 15,-1 0-1-15,0-4-3 0,2 0-8 0,-5 2 11 16,3 2-16-16,1-3-9 0,0 1 10 16,0-3-9-16,0 5-18 0,4-4-33 0,-4-2-31 15,1 0-32-15,0 2-36 0,2-1-25 0,-1-1-43 0,2 0-39 16,-2-3-25-16,3 3-183 0,-1-2-484 0,-1-3 216 16</inkml:trace>
  <inkml:trace contextRef="#ctx0" brushRef="#br0" timeOffset="93814.94">28271 3798 118 0,'4'-9'236'0,"-3"3"4"0,3 1-15 16,-4 5-17-16,4-9-16 0,-4 9-18 0,1-7-19 16,-1 7-11-16,0 0-20 0,7-3-9 15,-7 3 3-15,0 0-2 0,0 0-8 0,10 20-1 16,-7-8-3-16,3-2-6 0,-3 3-6 0,4 2-5 15,-2 2-10-15,3-4-1 0,-3 2-2 0,-1 0-11 0,1-3-6 16,0 0 30-16,-1-2-7 0,2 1-12 0,-2-1-7 16,1-1-8-16,-1-3-5 0,-1 1 0 15,4-1-1-15,-3-1-7 0,1 0-1 0,-3-2-5 16,-2-3-3-16,7 7 17 0,-7-7 17 0,2 5 5 16,-2-5 17-16,8 2 7 0,-8-2-12 0,0 0 2 15,0 0-14-15,14-10-1 0,-7 3-4 0,1-1-15 16,0-1-3-16,1-5-8 0,0 1-10 0,2-2-6 15,0-1-9-15,0 0-21 0,2-5-26 0,-3 4-9 16,2 1-12-16,-1 0-15 0,0 0-32 0,0 3-47 16,-6 2-55-16,4-1-50 0,0-1-67 0,-4 2-255 15,-1 0-624-15,1 1 277 0</inkml:trace>
  <inkml:trace contextRef="#ctx0" brushRef="#br0" timeOffset="93969">28658 3742 273 0,'4'4'276'16,"-4"-4"-31"-16,2 5-23 0,-2-5-19 0,0 0-21 15,0 0-25-15,0 0-33 0,0 0-44 0,0 0-51 16,0 0-59-16,0 0-81 0,0 0-164 0,0 0-299 16,0 0 133-16</inkml:trace>
  <inkml:trace contextRef="#ctx0" brushRef="#br0" timeOffset="99285.54">25414 4945 19 0,'0'0'86'0,"0"0"-1"0,0 0-5 0,0 0 10 0,0 0 1 15,0 0-8-15,0 0-6 0,0 0 0 0,0 0-10 16,0 0 3-16,0 0-3 0,0 0 1 0,0 0-5 16,0 0 1-16,0 0-3 0,0 0-4 0,0 0 0 15,0 0-4-15,0 0-2 0,-9-8-6 0,9 8-3 16,0 0 0-16,0 0-4 0,0 0 0 0,0 0-5 16,0 0-5-16,0 0-5 0,0 0 0 0,0 0-6 15,0 0-2-15,0 0 2 0,0 0-6 0,-8-2 5 16,8 2-2-16,0 0-7 0,0 0 2 0,-10-2-3 15,10 2 5-15,0 0-5 0,-8-2 0 0,8 2 2 16,-9-1 6-16,9 1-10 0,-12-2 6 0,12 2-1 16,-11-1-3-16,11 1 8 0,-15 0-4 0,7-2 2 15,8 2 2-15,-20-2 0 0,7 0 2 0,4 2-1 16,-2-1 8-16,-3-1-2 0,-1 0-1 0,1 2 4 16,-4-2-2-16,2-2 0 0,-5 3-5 0,4 0 3 15,-5-2 1-15,4 3-4 0,-4-1-1 0,1-2 3 16,-6 1-2-16,0 0-3 0,5 0-2 0,-5 0-1 15,-5 0-3-15,3-1 1 0,-3 0 2 0,-1 0-2 16,1 1-3-16,-1 0 2 0,-2-1 1 0,2 1 2 16,-2-2 1-16,-3 1-2 0,3 1 0 0,-3 1 3 15,1-1 0-15,0 0-5 0,-3 2 4 0,4-4-7 16,-4 2 3-16,1 2 2 0,1-3-2 0,-1 3 1 16,1-1-1-16,4-1-1 0,1 1 0 0,-1 1 0 15,2 0-3-15,0 0 3 0,2-2 0 0,-1 1 10 16,2 1-10-16,-1 0-1 0,1-1 1 0,0 0 1 15,-1-1 6-15,1 1-5 0,-3 0-1 0,2 0-1 16,3 1 3-16,-1-4-2 0,5 3-2 0,-5 0-1 16,-1-2 2-16,1 1 0 0,-3 2-4 0,3-2 3 15,0 2-4-15,1-2 2 0,5 1 2 0,-6 0-1 16,1-1-2-16,-1-1 3 0,7 2 0 0,-9-1-4 16,1 0 3-16,-1 0-1 0,1 1-3 0,1-2 2 15,1 3-4-15,-1-1 3 0,0 0-1 0,0 0 4 16,1 0-4-16,-1 1 9 0,6-1-10 0,-4 1 0 15,3-3 0-15,-5 4 3 0,-1 1-8 0,-2-5 7 16,-1 3-1-16,3 0 2 0,-1 0-1 0,1 0 2 16,0 0-5-16,-1-2 9 0,2 2-8 0,0 0-1 15,7 0 2-15,-5 2 0 0,4-4 1 0,0 1 1 16,2 2-3-16,-2-1 2 0,3 0 1 0,0 2-3 16,0-2 0-16,1-2 2 0,-1 5 1 0,-1-3-2 15,4 2-1-15,2-4 1 0,0 2-2 0,-3 0 1 16,3 0 3-16,2 2 0 0,-2-2-7 0,4 1 4 15,-3-2 1-15,2 1 0 0,-1 1-3 0,1-2 5 16,1 1-1-16,1 0 2 0,9 0 2 0,-17 0 2 16,9-2 3-16,-1-1-3 0,-2 3 1 0,11 0 1 15,-14 0 1-15,4-1-1 0,10 1-4 0,-17-1 0 16,6 1 1-16,2-2-3 0,-3 2 3 0,1-1 6 16,0-1-8-16,2 2 2 0,-2-1-3 0,1 1 1 15,-1 0 0-15,0-3-3 0,1 2 0 0,-2-2 3 16,3 3 1-16,-1-3 5 0,0 2-1 0,0-1 3 15,10 2-4-15,-16-2 3 0,10 2-4 0,-3-1 1 16,9 1 1-16,-15-2-4 0,7 1-2 0,-1 0 5 16,9 1-4-16,-15-1 0 0,6 1-1 0,0-1-5 15,9 1 4-15,-14-3 1 0,7 2-5 0,7 1 4 16,-15-2-1-16,9 0 1 0,6 2-2 0,-14 1 3 16,14-1 0-16,-11-3 0 0,11 3 0 0,-13 0 3 15,13 0 0-15,-8 0 4 0,8 0-1 0,0 0-3 16,-13-2 0-16,13 2 8 0,-9 0-9 0,9 0 0 15,0 0-1-15,-12-1 3 0,12 1 0 0,0 0 0 16,-12 0-6-16,12 0 5 0,0 0-1 0,-11 0 5 16,11 0-7-16,0 0 0 0,-10-2 1 0,10 2-2 15,0 0-2-15,0 0 3 0,-11 0-7 0,11 0 6 16,0 0-1-16,-9-1 0 0,9 1-1 0,0 0-1 16,0 0-1-16,-12 0 1 0,12 0 1 0,0 0 0 15,-9-2 1-15,9 2-3 0,-7-2 1 0,7 2 0 16,-12 0 0-16,12 0 4 0,-11 2-3 0,11-2 1 15,-11 0-3-15,11 0 0 0,-14-2 0 0,14 2 2 16,-10 2-1-16,10-2 7 0,-11 0-9 0,11 0-1 16,-13 0 3-16,5 0-2 0,-2 1-2 0,0 0 3 15,-2 0 0-15,-2 1 2 0,3-2-5 0,-1 0 4 16,-2 3-3-16,1-3 5 0,-1 0-2 0,1 0 1 16,1 2-2-16,-1-1 0 0,0 0 4 0,0 1-2 15,0-2-1-15,1 0-1 0,-1 0 0 0,-1 0 3 16,2-2-1-16,2 2 3 0,-1 0-3 0,3-1 3 15,8 1-4-15,-14 0 0 0,4 0 10 0,10 0-12 16,-13-1 6-16,5-1 1 0,8 2 2 0,-15 0-1 16,15 0 1-16,-10 0 0 0,10 0 1 0,-8-2 2 15,8 2-1-15,0 0-1 0,0 0 2 0,-11 0 4 16,11 0-3-16,0 0 3 0,0 0-2 0,0 0 2 16,0 0 0-16,-9-1-2 0,9 1-2 0,0 0 2 15,0 0-3-15,0 0 2 0,0 0 0 0,0 0 0 16,0 0-2-16,0 0 3 0,0 0-5 0,0 0 2 15,0 0-1-15,-7-3 0 0,7 3-4 0,0 0 4 16,0 0-2-16,0 0-3 0,0 0 4 0,0 0-4 16,0 0 1-16,0 0 2 0,0 0-4 0,0 0 6 15,0 0-2-15,0 0-1 0,0 0-5 0,0 0 7 16,0 0-4-16,0 0 2 0,0 0-9 0,0 0 0 16,0 0 3-16,0 0 0 0,0 0-2 0,0 0-1 15,0 0 0-15,0 0 6 0,0 0-9 0,0 0 1 16,0 0-5-16,0 0 5 0,0 0 3 0,4 17 2 15,-4-17-3-15,1 11 0 0,-1-1 5 0,0 0 0 16,2 1-1-16,-1 1-1 0,0 0 2 0,0 4 1 16,2 1-2-16,-2-2-3 0,1 0 6 0,-4 2-5 15,5 1 4-15,-2-1-2 0,-1 1 7 0,0 1-9 16,3-1 5-16,-3 1-3 0,0-1 1 0,0 0 3 16,0 0-2-16,1 0 2 0,0-1 0 0,2 2-4 15,-2-1 2-15,-2 0-2 0,1 1 3 0,-3 0 0 16,3 0 5-16,0-1-9 0,0 1 0 0,3 6 1 15,-7-5 1-15,3 1 3 0,0 3 1 0,1-6 1 16,0 3-1-16,0-2-2 0,0 7 1 0,0-6-4 16,0-1 2-16,0 0 2 0,0 7 3 0,1-1-3 15,-2-6 4-15,-2 7 1 0,4-2 0 0,-1-5 2 16,2 0-5-16,-2-1-1 0,0-1 3 0,0 0-3 16,0-7 1-16,0 3-2 0,1-1 1 0,-1-1 6 15,0 0-5-15,1-1-1 0,-1-3 2 0,0 2 0 16,1-2 1-16,-1-7-2 0,0 13 0 0,0-7 8 15,0-6-8-15,-1 10-2 0,1-10 0 0,0 7 0 16,0-7-3-16,1 8 3 0,-1-8-1 0,0 0 0 16,0 0 0-16,0 8 2 0,0-8-5 0,0 0 14 15,0 0-15-15,0 0 3 0,0 0 0 0,0 0-1 16,0 0-3-16,-1 10 3 0,1-10-3 0,0 0 2 16,0 0 0-16,0 0-1 0,0 0 3 0,0 0-4 15,0 0 4-15,0 0-1 0,0 0 1 0,0 0 0 16,0 0-4-16,0 0 5 0,0 0-7 0,0 0-2 15,0 0 7-15,1 6-1 0,-1-6-5 0,0 0 7 16,0 0-4-16,0 0 6 0,4 7-3 0,-4-7 0 16,0 0 0-16,5 6 1 0,-5-6-3 0,4 7 4 15,0-3-1-15,-4-4-3 0,4 7 0 0,0-3 1 16,-4-4 3-16,6 7-1 0,0-4-3 0,-2 1 2 16,-4-4 0-16,9 8-4 0,-5-3 5 0,1-1-4 15,0 0 12-15,0 0-11 0,-1 1-1 0,-4-5-3 16,9 9 8-16,-4-6-4 0,-1 2 1 0,2 1 2 15,-6-6-7-15,7 8 4 0,-5-5 3 0,3 0-4 16,-5-3 4-16,6 9-2 0,-3-5 1 0,-3-4-1 16,4 11 1-16,-4-11-3 0,4 11 4 0,-4-11-3 15,3 12 2-15,-3-12 0 0,1 14 0 0,-1-3 2 16,0-11-1-16,-3 18 0 0,1-7-2 16,-3 0 10-16,0 1-9 0,-1-3-1 0,-3 8-5 0,3-6 3 15,0 2-1-15,-1-3 2 0,3 3 2 0,-2-5-1 16,2 3 3-16,0-3-1 0,-2 4 1 0,4-2 1 15,-1 2-7-15,0-3 3 0,1 1-2 0,1 0 3 16,1-10 2-16,1 18 0 0,3-7-5 0,0-1 2 16,-1-1-7-16,4 1 3 0,-1-1-2 0,-1 0-2 15,0-1-5-15,2 1 0 0,0-2 4 0,-2 1-2 16,-1-2 2-16,1 3 0 0,1-3 1 0,-3-2 3 16,-3-4-3-16,8 9 2 0,-5-3 0 0,-1 0-4 15,1-2 5-15,-2 3 4 0,-1-7-3 0,1 15 3 16,-2-5-1-16,-3-1 0 0,2 3 2 0,-5-1-1 15,1 0 6-15,-1 1-8 0,0 1 5 16,-1-2-2-16,1 3 2 0,-1-4-5 0,1 0 5 0,2-3 0 16,-2 3 0-16,4-1 0 0,-1 1-6 0,0-1-2 15,1 1 4-15,3-10-7 0,-2 17-8 0,2-9-8 16,0-8-4-16,3 18 1 0,-2-10-2 0,-1-8 3 16,7 16-4-16,-2-6 5 0,-2-5 0 0,0 5 1 15,-1-1 4-15,-2-9-1 0,6 13-2 16,-4-4 6-16,1 0-2 0,-3-9 6 0,2 17 2 0,-3-8 0 15,0 3 1-15,1-12 2 0,-9 23-3 0,5-14 3 16,-4 2 3-16,3 1-2 0,-1-2 4 0,1 1 0 16,-2 1-2-16,0-1 2 0,2 1 1 0,-2-1 2 15,3-2-2-15,0 1-2 0,-1 0 4 0,3-2 5 16,2-8-20-16,-4 14 1 0,4-2-3 0,-1-2 0 16,1-10 1-16,1 22 1 0,4-11 2 0,-4 0 2 15,3 0 9-15,3 5-9 0,-1-2 3 0,-1-4-2 16,1 5 2-16,-2-2-1 0,1 4 4 0,-1-2-1 15,0-2 2-15,0 1-3 0,-3 2 2 0,1-4 2 16,-4 0 2-16,4 5 1 0,-4-1-4 0,1 1 3 16,-2-1 6-16,0 0 5 0,-3 0 2 0,2 0 4 15,1 1 1-15,-2-2-3 0,-2 1 0 0,3-6 2 16,1 3-5-16,-1-1 0 0,1-1 0 0,2-2 0 16,-3 1-3-16,4 0 2 0,0-10 1 0,-4 19 8 15,4-19-11-15,-2 21-5 0,2-21 1 0,2 21-4 16,2-10-6-16,-1-1-21 0,-3-10-35 0,9 17-37 15,-3-8-37-15,-1 0-48 0,4-3-34 0,-3 2-184 16,-6-8-436-16,15 15 194 0</inkml:trace>
  <inkml:trace contextRef="#ctx0" brushRef="#br0" timeOffset="107653.6">21283 7513 74 0,'0'0'120'0,"-4"-6"3"0,4 6-6 0,0 0 7 16,-5-6 6-16,5 6 5 0,0 0 1 0,-6-6-3 15,6 6-12-15,0 0 3 0,0 0-11 0,0 0 4 16,0 0-6-16,0 0-4 0,0 0-11 0,0 0-9 16,0 0-11-16,0 0-8 0,0 0-7 0,0 0-11 15,0 0-1-15,0 0-4 0,-8 14-3 0,8-14-3 16,-2 11-5-16,0-3-3 0,1-1-3 0,0 3-2 15,-1 2-1-15,1 4-2 0,0 1-1 0,0 0-1 16,-1 1-2-16,1 1-3 0,-3 1 1 0,4 4-1 16,-2 1-2-16,-1 0 0 0,2 4 2 0,-2-3 0 15,2-1-2-15,0 3 3 0,2-1 4 0,-1-3-5 16,0 3-6-16,1-1 0 0,2-2 2 0,-3 2-1 16,0-1-1-16,0 1-1 0,1-6-2 0,0 5 0 15,2 1-2-15,-2-1 4 0,2 1-3 0,-1-2 2 16,-2 1-4-16,3 0 6 0,-2 0-5 0,3-1 0 15,-1 3-1-15,-1 0 1 0,1 2 2 0,2-5-1 16,-3 5-3-16,-1-1 3 0,1 2 0 0,0-2-2 0,1 1-1 16,-2-3 5-16,2 4-3 0,1-2 5 15,-3 1-3-15,0 1 1 0,-1-11 1 0,2 10 1 16,-4-4 0-16,1 2 2 0,2 0 0 0,1-2-2 0,-4-4-1 16,2-3 0-16,0 1 3 0,-1-1-5 15,1 1 2-15,0 5-3 0,1-4 3 0,-2 6 1 0,1-7-7 16,0-2 4-16,-1 4-1 0,-1-2-3 15,5 1 3-15,-3 5-1 0,0-6 2 0,0-1 0 0,0-1-4 16,1 1 0-16,-1-1 7 0,0-2-5 0,2 0-2 16,-2 3 2-16,1 0-2 0,-1-1 10 0,0 1-7 15,0 0-3-15,-1-2 3 0,2 1 4 0,0 1-3 16,-1 0 3-16,3-1-4 0,-3 0 2 0,0-1 5 16,-2 2 0-16,4-2-4 0,-2-1 2 0,0 3-3 15,0-5 4-15,0 2-1 0,0-2 0 0,2 2 0 16,-2-1 5-16,1-2-3 0,-1 1 12 0,0-2-3 15,0 1 4-15,2-1-6 0,-2-1 6 0,-2 1-5 16,2-1-4-16,2-1 2 0,-4 1 1 0,2-1-8 16,2-1 5-16,-2 0 4 0,0 2 6 0,1 0-2 0,0-1 0 15,-1-2-4-15,0 3 1 0,1 0 0 16,-2 2 2-16,2-3-2 0,-1 1 5 0,0-1 2 16,-2 0-8-16,2-1 0 0,0-8-1 0,0 17 2 15,-3-12 6-15,5 5-12 0,-1-3-2 0,-1-7-4 0,0 10 6 16,0-10-10-16,0 9 2 0,0-9 16 15,0 10-16-15,0-10-5 0,-1 9 1 0,1-9 0 16,0 0-1-16,0 8 1 0,0-8-3 0,1 8 8 0,-1-8-8 16,0 0 1-16,0 0 3 0,0 8-1 0,0-8-8 15,0 0 4-15,1 7 4 0,-1-7 14 0,0 0-19 16,0 0 6-16,0 0-3 0,0 0-2 16,0 0 6-16,0 0 4 0,0 0 5 0,0 0-1 0,0 0 0 15,0 0 1-15,0 0 2 0,3 6 6 0,-3-6-11 16,0 0 3-16,0 0-2 0,0 0 3 0,0 0 0 15,9 4-7-15,-9-4 2 0,6 0 1 0,-6 0-6 16,12 0 1-16,-6 1 0 0,-6-1-1 0,12-1 3 16,-5 2 3-16,-7-1-1 0,17 0-4 0,-7 0-13 15,0-3 12-15,1 3 5 0,0 0-3 0,2-1 10 16,0-1-11-16,1 1 0 0,1-3-5 0,4 2 9 16,-2 0-2-16,2 1-1 0,0-2-4 0,0 1-8 15,3 0 5-15,7 0 6 0,-7 2 7 0,9 0-14 16,-4-2 2-16,1-1-2 0,-1 3-5 0,-7-2 2 15,3 4 9-15,-4-4-6 0,11 2 5 0,-9 0-2 16,0 2 0-16,-1-4-2 0,2 2-4 0,6-3-6 16,1 2 7-16,-1 2-2 0,-1-2 2 0,0 1-4 15,-4-1 7-15,-1 1-3 0,0 0-3 0,-2-2 5 0,2 2 2 16,1-3-3-16,4 1-8 0,-7 1 4 16,7-2 4-16,-5 2-1 0,-1-1 3 0,6 0-2 15,-5 0 3-15,0 0-10 0,-1-2 7 0,0 4-1 16,-1-3-4-16,1 3 7 0,-1-2-1 0,1 0 3 0,-5 0-7 15,3 0 3-15,1-1-3 0,-2 1-4 0,1-1 5 16,-1 2-1-16,2-1 3 0,-1-2 3 0,2 2-5 16,-2 1-4-16,2-2 4 0,8 1 0 0,-13 0-1 15,3 0 0-15,-6 1 6 0,5 1-10 0,-4 0 4 16,7-2-2-16,-10 2 3 0,3-2-8 0,3 0 3 16,1 2 3-16,-2-2 7 0,1-1-7 0,1 3-1 15,-2 0 9-15,-3 0-5 0,6 0 0 0,-5 0 3 16,3-1-4-16,1 0-1 0,-1 0-3 0,-3 1-2 15,2 0 4-15,2-2 0 0,-4 2 2 0,4 0-4 16,-5 0 6-16,6 0-6 0,-1 0 1 0,0-2 6 16,0 4-2-16,0-4-2 0,-6 2 2 0,6-1 1 15,0 1-3-15,-6 0 3 0,5 0-3 0,-2 0 3 16,-1 0-2-16,2 0-1 0,-3-2 3 0,1 2-1 16,4 0 14-16,-5 0-14 0,0 0 0 0,1-2 4 15,-3 0-5-15,7 2 0 0,-6-1-7 0,2 1 3 16,-2-1 7-16,2-1-6 0,-1 1 1 0,-1 1 17 15,-1 0-13-15,-1-1 1 0,1-1-6 0,0 2 4 16,-1-2 0-16,-1 1-4 0,-9 1-3 0,18 0 12 0,-6 0-6 16,-2 0-3-16,0 0 3 0,-2 0-2 15,5-2 7-15,-4 2 0 0,1-1-5 0,-10 1 6 16,19 0-7-16,-11-1 14 0,3 1-13 0,-1 0 2 0,1 0 1 16,-5-3 3-16,-6 3 0 0,18-1-3 0,-10 1-1 15,3-1-1-15,-11 1 4 0,14-2-4 16,-6 2 3-16,3 0 0 0,1 2-1 0,-2-4-3 15,0 2-3-15,0-1 5 0,2 0 3 0,1 0-2 0,-4 0 5 16,3 0-2-16,-3 2-4 0,3-2 3 0,-1 1-1 16,0 0-4-16,0 0 1 0,1 0 3 0,-2 1 3 15,0-2-1-15,1 1-6 0,0 1 1 0,0-2-4 16,2-1 3-16,-3 2 2 0,2 2 18 0,-1-2-23 16,0 0 4-16,3 1 10 0,-4-2-13 0,-1 2 1 15,2-1-1-15,-1-1 2 0,1 1 1 0,0 0 0 16,-1 0 2-16,1-2-6 0,1 2 9 0,0 0-1 15,1 0 14-15,-3 0-14 0,0 2-8 0,0-2 5 16,2 0 2-16,-6 0-6 0,-6 0 16 0,17 0-15 16,-9 0 5-16,-1 0-3 0,-7 0 2 0,17 0 0 15,-11 0-2-15,-6 0-5 0,15 0 5 0,-9 0 1 16,-6 0 3-16,10 0-4 0,-10 0 0 0,12 0-5 16,-12 0 8-16,10 1-2 0,-10-1 1 0,0 0 3 15,10-1-5-15,-10 1-1 0,9 0 4 0,-9 0-11 0,9-2 16 16,-9 2-13-16,0 0 11 0,13 0-4 15,-13 0 8-15,9 0-4 0,-9 0-1 0,10-1-4 16,-10 1 4-16,9-2-3 0,-9 2 3 0,10-1-2 16,-10 1 1-16,0 0 3 0,11 1-2 0,-11-1 3 0,9-1 4 15,-9 1-3-15,12-1 1 0,-12 1-2 0,10-2-3 16,-10 2 5-16,10-3-2 0,-10 3 4 0,7 0 4 16,-7 0-12-16,0 0-7 0,7-3 8 15,-7 3-2-15,0 0 0 0,0 0 1 0,9-1-12 0,-9 1-27 16,0 0-42-16,0 0-46 0,0 0-50 0,0 0-65 15,0 0-55-15,0 0-276 0,-23-9-618 0,18 6 273 16</inkml:trace>
  <inkml:trace contextRef="#ctx0" brushRef="#br0" timeOffset="109728.94">20534 6240 112 0,'-4'-9'258'0,"2"3"-13"0,2 6-13 16,0 0-9-16,-5-10-7 0,5 10-16 0,0 0-18 16,-4-5-18-16,4 5-17 0,0 0-15 0,0 0-13 15,0 0-20-15,0 0-4 0,0 0-9 0,0 0-7 16,-3 28-2-16,3-12 22 0,-2 0-8 0,0 3-5 15,1 2-4-15,0-4-13 0,-2 1-9 0,2 7 1 16,0-6-9-16,-1-2-7 0,2 2-2 0,0-3-6 16,0 0-2-16,3 1-3 0,-4-2-1 0,1-2-7 15,0 2-11-15,2-4-18 0,0-1-28 0,-2 0-26 16,1-1-34-16,-1 1-37 0,0-3-45 0,0-7-45 16,1 12-35-16,-1-12-171 0,0 9-462 0,0-9 204 15</inkml:trace>
  <inkml:trace contextRef="#ctx0" brushRef="#br0" timeOffset="110088.45">20604 6124 3 0,'16'-8'176'0,"0"5"-6"15,-3 1-11-15,3 2-14 0,-6 3-11 0,2-2-1 16,-1 5 3-16,-2 1-9 0,1 3-3 0,-5-2-3 15,0 3-2-15,0 0-9 0,-2-1-5 0,-4 3-5 16,-3 3-3-16,0 0-9 0,-4-1-8 0,-2 0-6 16,0 1-7-16,1-3-5 0,1-4-4 0,-2 1-5 15,2-3-2-15,-1 0-5 0,0-2-2 0,2 0 1 16,0 1 0-16,0-3 0 0,-1 0 0 0,3 0 6 16,5-3 3-16,-8 4 6 0,8-4-6 0,-9 1 4 15,9-1-4-15,-5 2 0 0,5-2-6 0,0 0-6 16,-6 4-2-16,6-4-4 0,0 0-7 0,0 0-4 15,0 0-7-15,-5 5-5 0,5-5-2 0,0 0 1 16,0 0 2-16,6 16 3 0,-3-10-6 0,3 2-3 16,0 1-6-16,2-2-9 0,1 1-21 0,1 1-29 15,-1 1-36-15,4 1-42 0,-2-2-39 0,-2-1-40 16,7 2-34-16,-2-2-172 0,-4-1-454 0,1-2 200 16</inkml:trace>
  <inkml:trace contextRef="#ctx0" brushRef="#br0" timeOffset="110279.6">20860 6438 109 0,'0'0'313'0,"1"-9"-3"0,-1 9 2 0,2-8-8 15,-2 8-14-15,0 0-11 0,1-6-9 0,-1 6-38 16,0 0-19-16,0 0-22 0,0 0-16 0,0 0-6 16,0 0-14-16,0 0-17 0,0 0 6 0,-6 30-25 15,3-18-19-15,0 1-2 0,2 3-16 0,-1 0-12 16,2 0-35-16,0 1-53 0,0-1-56 0,3 2-64 15,-1-3-65-15,3 1-63 0,0 2-303 0,1-2-615 16,-2-1 273-16</inkml:trace>
  <inkml:trace contextRef="#ctx0" brushRef="#br0" timeOffset="111335.28">25949 6693 152 0,'-5'-8'168'0,"5"8"0"0,0 0 2 16,0 0-4-16,2-8-8 0,-2 8-1 0,0 0-8 15,0 0-2-15,0 0-6 0,0 0-5 0,-2-10-4 16,2 10 11-16,0 0-5 0,0 0-11 16,0 0-11-16,0 0-6 0,0 0-9 0,0 0-10 0,0 0-12 15,0 0-4-15,0 0-16 0,2-8-1 0,-2 8-11 16,0 0-4-16,0 0-3 0,0 0-9 0,0 0-2 15,0 0-4-15,0 0-6 0,0 0-2 0,0 0-2 16,-2 26-1-16,2-18 3 0,0 1-5 16,-4 7-2-16,4-1 3 0,0 2 0 0,-2-2-2 0,0-3 1 15,2 2 2-15,0 1-3 0,2 2 0 0,-4 0 1 16,2 0-1-16,-1-2-1 0,1 1 2 0,0-1-4 16,0 0 0-16,-2-4-1 0,2 1 1 15,2-2 0-15,-2 0 3 0,0-1-5 0,0 0 0 0,0-2 2 16,0-7-2-16,0 13-3 0,0-6 3 0,0-7-1 15,0 9-1-15,0-9 0 0,0 7 5 0,0-7-7 16,0 0 4-16,0 9-3 0,0-9-9 0,0 0-12 16,0 0-9-16,0 0-21 0,0 0-16 0,-2 7-27 15,2-7-30-15,0 0-32 0,0 0-43 0,0 0-37 16,0 0-193-16,-15-3-460 0,15 3 203 0</inkml:trace>
  <inkml:trace contextRef="#ctx0" brushRef="#br0" timeOffset="111850.1">25963 6672 99 0,'0'0'233'16,"0"0"-4"-16,0-9-8 0,0 9-15 0,1-9-9 16,-1 9-13-16,0 0-13 0,3-9-16 0,-3 9-16 15,4-9-12-15,-4 9-16 0,4-9-11 0,2 6-10 16,-6 3-9-16,6-5-6 0,-6 5-4 0,9-2-16 16,-9 2-3-16,14 0-8 0,-14 0-6 0,13 3-3 15,-8 0-5-15,1-1 0 0,0 5-5 0,2-1-2 16,-3 2-2-16,1 1 0 0,-2 0 0 0,0 1-1 15,0 1 1-15,-4-1-1 0,0 0-1 0,0 0-4 16,-3 2 4-16,0-4 0 0,1 1-1 0,-2-1-10 16,0-3-3-16,1 2-3 0,-3-1 3 0,-4 0-3 15,6-3 1-15,-3 0-1 0,-1 1 5 0,3-2-5 16,5-2 6-16,-10 5-7 0,10-5 5 0,-8 2-1 16,8-2-2-16,0 0 3 0,-7 2 0 0,7-2 5 15,0 0 3-15,0 0-4 0,0 0 1 0,-11 0-4 16,11 0-1-16,0 0-4 0,0 0-2 0,0 0-3 15,0 0 3-15,0 0 0 0,0 0-2 0,0 0-3 16,0 0 2-16,11 17 3 0,-8-11-1 0,3-2 0 16,-2 1-1-16,3 3 1 0,1-1 0 0,0 0 1 15,1 3-1-15,0 1-22 0,0-2-19 0,-2-1-41 16,1 2-45-16,4 0-29 0,-1-3-40 0,-2 1-51 16,1-1-131-16,3-1-409 0,-1-2 181 0</inkml:trace>
  <inkml:trace contextRef="#ctx0" brushRef="#br0" timeOffset="112143.2">26534 6788 11 0,'0'0'254'0,"0"0"-15"0,-8-9-18 0,8 9-12 16,-11-2-15-16,11 2-8 0,-11 2-11 0,1 1-12 15,0 2-4-15,-1 0-11 0,-3 5-12 0,1-3-9 16,-1 4-6-16,1 0-12 0,-2 3-3 0,5-2-13 16,1 3-10-16,-3 0-3 0,6-5-13 0,-1 2-6 15,1-3-2-15,1 2-11 0,0-1-5 0,0 1-3 16,3 0-2-16,0-2-4 0,2 2-1 0,0-2-6 16,2 0 3-16,0 1-6 0,5-3-6 0,1 2-9 15,0 0-15-15,1-5-28 0,5 3-39 0,1 2-41 16,2-6-48-16,2 3-49 0,1-4-61 0,-3 0-141 15,0-1-446-15,2-1 198 0</inkml:trace>
  <inkml:trace contextRef="#ctx0" brushRef="#br0" timeOffset="112346.94">26869 6815 16 0,'0'0'290'0,"10"0"-31"0,-10 0-29 0,0 0-23 16,9-1-23-16,-9 1-24 0,11-3-24 0,-2 3-25 0,2-1-36 15,0 2-32-15,1-1-43 0,-3 2-34 0,5-1-30 16,-4 0-31-16,-1 3-25 0,0-1-113 16,0-1-253-16,-4 1 111 0</inkml:trace>
  <inkml:trace contextRef="#ctx0" brushRef="#br0" timeOffset="112499.07">26919 6902 165 0,'0'0'173'0,"0"0"3"0,-6 4-3 15,6-4-5-15,0 0-10 0,0 0-14 16,0 0-15-16,0 0-20 0,0 0-16 0,0 0-17 0,0 0-21 16,20 3-32-16,-13-2-36 0,4-1-39 0,3 0-46 15,3-1-38-15,-1 1-89 0,2-2-242 0,0-2 108 16</inkml:trace>
  <inkml:trace contextRef="#ctx0" brushRef="#br0" timeOffset="112827.61">27301 6728 11 0,'5'-6'246'0,"-5"6"-14"0,2-6-15 0,-2 6-12 15,0 0-10-15,6-6-21 0,-6 6-15 0,0 0-17 16,0 0-16-16,0 0-9 0,0 0-7 0,0 0-4 15,0 0-7-15,0 0-8 0,0 0-10 0,-4 25-5 16,4-25-10-16,0 16-2 0,0-10-8 0,-2 4-9 16,2-1-1-16,2 2-6 0,0-2-5 0,1 1-2 15,1-1-3-15,-2 3-1 0,2-1-1 0,1 1-2 16,0-1 2-16,-1 1 7 0,1-2 2 0,-1-1 3 16,0 1 1-16,-1 0 2 0,3-2-4 15,-2-1 3-15,-2 1-4 0,0-2-1 0,0-1 4 0,-2-5 1 16,2 11 1-16,1-5 5 0,-3-6-3 0,-1 10-3 15,1-10-3-15,-4 9-5 0,4-9-6 0,-4 7-1 16,-2-5-7-16,6-2-12 0,-13 2-19 0,13-2-13 16,-11 0-21-16,11 0-32 0,-14-3-35 0,6 2-41 15,1-5-50-15,-1 1-37 0,-2-3-231 0,-1 1-508 16,5-3 225-16</inkml:trace>
  <inkml:trace contextRef="#ctx0" brushRef="#br0" timeOffset="112967.72">27315 6705 71 0,'8'-5'161'0,"-3"2"-7"16,6-1-4-16,1 0-16 0,-2 2-8 0,5 0-16 15,2 2-11-15,-3-2-14 0,3 0-19 0,4 2-43 16,1 0-52-16,-1 0-57 0,-1 0-92 0,3-1-192 16,-1 0 86-16</inkml:trace>
  <inkml:trace contextRef="#ctx0" brushRef="#br0" timeOffset="113197.23">27751 6628 16 0,'0'0'276'15,"4"-5"-5"-15,-4 5-7 0,0 0-4 0,0 0-11 16,0 0-22-16,4-5-20 0,-4 5-21 0,0 0-18 16,0 0-18-16,0 0-12 0,0 0 3 0,0 0 8 15,-3 20-1-15,3-11 22 0,0 4-31 0,-3 3-8 16,2-1-7-16,-1 3-13 0,-2 0-21 0,1-3 6 15,-1 0-7-15,2 2-11 0,-3 0-9 0,3-1-18 16,0 2 9-16,-1 0-20 0,1-4-41 0,0-1-45 0,0-2-51 16,2-3-51-16,-4 4-55 0,4-3-64 15,-3-1-49-15,1-1-188 0,2-7-545 0,-4 12 241 16</inkml:trace>
  <inkml:trace contextRef="#ctx0" brushRef="#br0" timeOffset="113459.84">27903 6711 183 0,'2'-5'297'15,"-2"5"-18"-15,2-10-14 0,-2 10-12 0,0 0-14 0,1-9-24 16,-1 9-17-16,0 0-13 0,0 0-11 16,0 0-10-16,0 0-10 0,-23 8-5 0,14-3-10 15,3 3-10-15,-3-1-7 0,-1 0-12 0,-1 6-9 16,5-6-7-16,-1 3-15 0,0-1-3 0,2 0-13 15,-2 0-8-15,3 1 0 0,0-2-8 0,2 0-6 0,2 0-2 16,0-8-8-16,4 18-11 0,0-9-15 16,1 1-41-16,3 0-29 0,4-3-42 0,-3 2-40 15,5 1-44-15,3-4-36 0,0 2-22 0,3-1-21 16,0 0-176-16,-5-1-481 0,4-1 214 0</inkml:trace>
  <inkml:trace contextRef="#ctx0" brushRef="#br0" timeOffset="113809.53">28127 6953 154 0,'0'0'220'0,"10"-6"2"0,-10 6 10 0,5-5 12 16,-5 5 1-16,4-7-13 0,-4-1-12 0,4-1-10 0,-4 0-6 15,0-1-5-15,0-1-17 0,2 1-12 0,-2-1-13 16,1 0-16-16,1 0-12 0,0-6-13 16,-3 4-3-16,1 2-9 0,1-1-11 0,1 1-7 15,0 0 0-15,0-2-25 0,1 4 1 0,2-1-27 16,-3 0 9-16,0 3-7 0,3-1-5 0,-2 3-3 0,2-1-4 15,-5 6-7-15,10-6 2 0,-6 3-14 0,-4 3 1 16,9-4-3-16,-9 4-2 0,10 3 5 0,-10-3-9 16,12 7 3-16,-9-1 0 0,3 5 0 15,-3 0 0-15,0-3-1 0,0 4 4 0,-1-2-1 0,-2 0-3 16,0-1 4-16,0 1 1 0,0 0-4 0,-2-1 0 16,2 1 3-16,-2 0 15 0,1 0-4 0,-2 1-12 15,2-1 1-15,2-3 3 0,-1-7-5 0,0 11 2 16,0-11-8-16,2 11-1 0,0-7-4 15,0 2-15-15,6-2-7 0,0 2-21 0,5-2-17 0,6-1-11 16,3 0-35-16,-2-4-30 0,3-1-38 0,-3 0-41 16,10-6-42-16,-9 5-238 0,-4-4-545 0,0 1 242 15</inkml:trace>
  <inkml:trace contextRef="#ctx0" brushRef="#br0" timeOffset="114693.2">25145 5340 112 0,'0'-9'217'16,"0"9"0"-16,0 0-7 0,3-8-4 0,-3 8-9 16,0 0-13-16,0 0-20 0,0 0-13 0,1-9-18 15,-1 9-15-15,0 0-16 0,0 0-11 0,0 0-10 16,0 0-11-16,0 0-9 0,0 0-3 0,13 14 5 15,-10-8 1-15,2 6-6 0,4 2 6 0,-2 0-4 16,1 3-5-16,1 0-4 0,2-1-4 0,-2-1-6 16,0 1 0-16,-1-5-7 0,-1 3 2 0,5 1-10 0,-7-6 0 15,4 2-2-15,-3-2-3 0,1 0-2 0,-2-1-2 16,1 0 1-16,1-3-1 0,-4 0-4 16,1-1-1-16,3 1 2 0,-1-2 0 0,-3 1 7 15,4-2 8-15,-7-2 10 0,11 2-5 0,-5-2 6 16,7-2-1-16,-7-1-7 0,3-2-1 0,1-4-4 0,6 0-7 15,-5-2-9-15,3-4-17 0,-2 0-25 0,6-4-19 16,-3-2-15-16,1 0-38 0,-3 0-39 0,3-2-26 16,-2 1-24-16,1 2-30 0,3 0-9 15,-4 5-156-15,-1 1-419 0,0 2 185 0</inkml:trace>
  <inkml:trace contextRef="#ctx0" brushRef="#br0" timeOffset="115968">26106 5307 73 0,'0'0'195'16,"-4"-5"-2"-16,4 5 1 0,0 0-11 0,0 0-7 16,0 0-14-16,0 0-16 0,0 0-9 0,0 0-6 15,0 0-7-15,0 0-9 0,0 0-16 0,0 0-9 16,0 0-8-16,0 0-6 0,0 0-8 0,0 0-8 15,0 0-8-15,26-2-5 0,-12 1-10 0,-1 2-5 16,3-2-13-16,2 1-12 0,0 0-20 0,-5 1-21 0,4-2-19 16,-6 1-25-16,2-1-34 0,-6 1-10 15,-7 0-18-15,13 1-3 0,-5-1 0 0,-8 0 0 16,10-1 8-16,-10 1 1 0,0 0-74 0,5-3-226 16,-5 3 100-16</inkml:trace>
  <inkml:trace contextRef="#ctx0" brushRef="#br0" timeOffset="116313.71">26304 5295 529 0,'0'0'-25'0,"-18"-9"16"0,18 9 12 0,-7-3 17 16,7 3 11-16,-9-4 8 0,9 4 6 15,0 0 6-15,-9-2 9 0,9 2-7 0,0 0 3 16,-11 0-7-16,11 0-3 0,0 0-5 0,0 0 17 16,-7 9 10-16,7-9-3 0,-4 10 11 0,0 1 11 15,3 0 8-15,-1 5-4 0,-2 1-4 0,2 1-2 0,2-1-2 16,-3 0-6-16,1 0-7 0,1 0-2 0,1-1-5 16,0 1-1-16,3-1-6 0,-3-3-4 15,0-3-4-15,0 0-6 0,3 2-2 0,-3-3-3 16,-5 1-4-16,7-3-2 0,-5 0-2 0,3-7-3 0,-2 12-2 15,0-6 0-15,2-6-3 0,-4 11-12 0,4-11-10 16,-7 7-1-16,1-3-3 0,1 1 4 16,5-5-13-16,-11 5 1 0,6-5-1 0,5 0-1 15,-13 1 6-15,13-1 0 0,-14-1-6 0,14 1 1 16,-9-3 0-16,9 3 4 0,-8-5-1 0,8 5 4 0,-6-4 2 16,6 4 3-16,-8-3 4 0,8 3-1 0,0 0 5 15,0 0 0-15,-7-4 2 0,7 4 0 0,0 0-2 16,0 0-1-16,0 0-4 0,0 0 1 15,0 0 0-15,0 0 2 0,0 0-3 0,0 0 0 0,27 3-4 16,-16-5-16-16,3 2-26 0,-1-1-35 0,6 1-47 16,0-3-28-16,4 2-25 0,-5-2-134 0,4 0-339 15,-2-3 151-15</inkml:trace>
  <inkml:trace contextRef="#ctx0" brushRef="#br0" timeOffset="116540.02">26620 5443 39 0,'0'0'221'0,"0"0"-10"0,-4-11-8 16,4 11-9-16,0 0-7 0,-13-3-9 15,13 3-11-15,-14 5-5 0,5 0-9 0,-2 1 2 0,1 2-10 16,-5 5-8-16,4-2-14 0,-3-1-11 0,6 2-11 16,-1-3-11-16,1 1-9 0,2 1-7 15,-1-2-7-15,5 4-5 0,0-3-5 0,2 2-6 16,0-2-8-16,0 2-6 0,2-2-7 0,5 0-20 0,-3 0-30 15,3-1-38-15,7 2-44 0,-3-5-58 0,7 2-49 16,1-3-215-16,0 1-459 0,1-6 203 0</inkml:trace>
  <inkml:trace contextRef="#ctx0" brushRef="#br0" timeOffset="116705.73">26894 5479 189 0,'0'0'207'0,"12"-5"-21"0,-7 4-22 16,3-2-29-16,1 3-38 0,5-1-40 15,-14 1-53-15,25-3-42 0,-14 5-38 0,0-1-79 0,-2 0-167 16,-9-1 75-16</inkml:trace>
  <inkml:trace contextRef="#ctx0" brushRef="#br0" timeOffset="116846.83">26924 5571 6 0,'0'0'173'16,"0"0"-9"-16,0 0 2 0,0 0-19 0,0 0-14 15,0 0-12-15,0 0-21 0,0 0-22 0,0 0-36 16,11 7-41-16,-11-7-57 0,20-1-124 0,-10 0-194 16,-10 1 87-16</inkml:trace>
  <inkml:trace contextRef="#ctx0" brushRef="#br0" timeOffset="117158.36">27263 5337 20 0,'12'-1'216'0,"-4"-1"-3"16,1 5-9-16,-3 0-7 0,6-2-8 0,-3 4-19 15,-3-1-5-15,4-1-12 0,-3 5-8 16,-1-2-14-16,1 3-9 0,-1-1-11 0,0-3-10 15,-4 6 1-15,-2 0-7 0,-2 2-6 0,-4 1-7 0,-3-1-3 16,-3 4-8-16,-5 1-9 0,0-5-3 0,1 1-6 16,0-6-8-16,-4 5 0 0,4-5-9 0,5 0-1 15,-2-1 0-15,1-1-7 0,1-1-3 0,5-2-3 16,-2 1-1-16,4-2 0 0,4-2-6 16,-9 6-2-16,9-6-3 0,-6 4 0 0,6-4-5 0,-3 4-3 15,3-4-2-15,0 0-1 0,0 0-4 0,11 8-9 16,-2-3-18-16,5-3-27 0,3 2-36 0,4-2-48 15,0 0-47-15,6 3-42 0,-1-3-173 0,-3 0-438 16,5-4 194-16</inkml:trace>
  <inkml:trace contextRef="#ctx0" brushRef="#br0" timeOffset="117723.59">27577 5524 220 0,'8'-5'267'0,"-8"5"-10"15,0 0-16-15,0 0-20 0,4-4-22 0,-4 4-19 0,0 0-22 16,0 0-12-16,0 0-14 0,0 0-2 0,0 0-30 16,0 0-8-16,0 0-6 0,0 22-7 0,0-22-9 15,-2 12 2-15,1-5-17 0,1-7-4 0,-4 13-1 16,4-8-4-16,0-5-4 0,-5 8-3 16,5-8 1-16,0 7 5 0,0-7 13 0,-4 6 10 0,4-6 3 15,0 0 13-15,0 0 6 0,0 0 4 0,0 0-7 16,0 0-2-16,0 0-4 0,0 0-13 0,0 0 1 15,0 0-5-15,0 0-8 0,0 0-6 0,0 0-4 16,0-26-4-16,2 16-15 0,0 1-3 0,6-1-11 16,0-5-8-16,-1 3-1 0,4-2-7 0,-2 0-1 15,2 2 2-15,-2 3-4 0,-2 1 1 0,0-1-2 16,0 5-3-16,-1-1 2 0,1 4-1 0,-7 1 0 16,11-1 1-16,-11 1 0 0,11 5-6 15,-3 0 11-15,-2 2-3 0,0 3-5 0,-3 0 7 0,3 0 4 16,-2 2 11-16,-1-2-10 0,0 1-6 0,-1 0 7 15,-2 0-3-15,0-3-3 0,0-1 9 0,0-7-3 16,0 10 3-16,0-10-2 0,0 10 3 0,0-10 6 16,0 6 3-16,0-6-4 0,0 0 5 0,0 0-3 15,0 0-3-15,0 0 0 0,0 0-14 0,0 0-7 16,0 0-3-16,0 0 2 0,-10-23-2 0,8 12-8 16,5 1-1-16,1-1-7 0,1-4-5 0,2 5 15 15,1-6-16-15,1 3 8 0,3 3 3 0,-5-1 0 16,1 4 0-16,2-1 8 0,-1-1-4 0,-5 8 4 15,2-3-3-15,-6 4 2 0,12-2 1 0,-12 2 2 16,9 5 3-16,-3-1-1 0,-1 5 3 0,0 0 1 16,2 2 2-16,-3-1 1 0,1 3 1 0,-2-1-3 15,0-1 3-15,1 0-15 0,-3-1-20 0,1 2-27 16,-1-2-57-16,-1 1-48 0,1-3-69 0,2 3-262 16,-6-1-542-16,3-10 239 0</inkml:trace>
  <inkml:trace contextRef="#ctx0" brushRef="#br0" timeOffset="118187.86">28020 5482 176 0,'0'0'288'0,"3"-7"-10"0,-3 7-22 0,0 0-18 16,0 0-25-16,4-6-22 0,-4 6-16 0,0 0-8 15,0 0-8-15,0 0-14 0,0 0-8 0,2 24-14 16,-2-15-5-16,-1 3-10 0,-1-5-13 0,-1 6-5 15,2-2-9-15,-1-2-9 0,0 1-4 0,2-3-8 16,-2-1-9-16,2-6-1 0,-2 11-11 0,2-11-1 16,0 10-2-16,0-10 9 0,0 0 5 0,0 0 7 15,-1 8 17-15,1-8 12 0,0 0-7 0,0 0 9 16,0 0-18-16,0 0-13 0,0 0-5 0,0 0 1 16,0 0-7-16,-2-30-5 0,4 22-9 0,1-3-1 15,-1-1-10-15,-2-6-7 0,6 0-4 16,1-8-1-16,-1 9-5 0,7-8-5 0,-5-1-1 0,1 9 4 15,5-8-8-15,-3 9 0 0,-2 2 3 0,0 0 1 16,1 0-7-16,-1 4 4 0,-1 1-4 0,-2 2 3 16,-1 3-2-16,-1-2-3 0,-4 6 1 0,9-2 2 15,-9 2-2-15,0 0 2 0,14 10 13 0,-9-2 7 16,-1 3 6-16,3 4-3 0,-5 4 4 16,3-2 1-16,-3 4 12 0,0-1 1 0,0 5 9 0,-2-5-15 15,2-2 5-15,-2 1 0 0,1 0-4 0,0 0-3 16,-2-3-3-16,2 0 4 0,-1 0-8 0,0-5 0 15,0 1 1-15,-1-1-13 0,1 0-31 0,1-1-36 16,1-2-41-16,-2 1-36 0,0-1-47 0,0-8-49 16,-3 13-49-16,3-13-35 0,-1 11-244 0,-3-8-610 15,-4 1 270-15</inkml:trace>
  <inkml:trace contextRef="#ctx0" brushRef="#br0" timeOffset="118347.62">28064 5524 22 0,'-4'-5'251'0,"4"5"-23"0,0 0-14 16,0 0-15-16,0 0-14 0,0 0-21 0,7-6-14 15,-7 6-18-15,18-3-20 0,-2 1-38 0,6-1-44 16,5 0-64-16,4 0-55 0,-1-1-74 0,-3 1-84 16,2 0-265-16,-2-1 118 0</inkml:trace>
  <inkml:trace contextRef="#ctx0" brushRef="#br0" timeOffset="121575.91">25102 8177 178 0,'0'0'208'0,"0"0"-7"16,0 0-7-16,0 0-10 0,0 0-12 0,0 0-12 16,0 0-9-16,0 0-15 0,-11-1-11 0,11 1-13 15,0 0-10-15,-8 6-5 0,3-1-9 0,0-1-7 16,-2 1-3-16,0 2-7 0,0 2-5 0,-2-2-10 16,3 2-2-16,-1-2-5 0,1 2-7 0,0 0-6 15,3-3 2-15,0 5-7 0,1-4-3 0,0 0-5 16,1 0 4-16,1 2 2 0,3-2 5 0,2 2-1 15,1-3 0-15,3 0-3 0,3 1 1 0,-1-4-2 16,2 1 1-16,6 1-4 0,-2-1 1 0,1 0-3 0,-2-3 3 16,0-4-2-16,-1 3 2 0,0-2 8 15,-3 0-6-15,1-1 6 0,-1 1 2 0,-4-1 1 16,1-3 14-16,1 0-14 0,-3 0 5 0,0-1 5 16,-2-2 8-16,-2 5-7 0,2-8-9 0,-3 3-5 15,0-3-2-15,-2-1 3 0,-3 3-5 0,2-2-6 16,-1 1 0-16,-6-1-7 0,4 1 2 0,-2 0-3 15,-1 2-2-15,1 1-3 0,-2-1-14 0,0 4 4 16,1 0-13-16,0 0-21 0,0 3-17 0,7 2-17 0,-18-2-21 16,12 2-29-16,-6 1-31 0,4 1-39 0,1 2-34 15,-2 1-38-15,1-1-207 0,3 3-504 0,2-2 223 16</inkml:trace>
  <inkml:trace contextRef="#ctx0" brushRef="#br0" timeOffset="121881.49">25707 8190 241 0,'0'0'305'0,"4"-7"-12"0,-4 7-9 0,2-7-14 16,-2 7-1-16,0 0-37 0,0 0-15 0,-7-12-20 15,7 12-15-15,-11 3-16 0,11-3-10 0,-17 4-13 16,7 1-3-16,-3 2-15 0,2 0-12 0,-5 2-7 15,3 1-13-15,3-2-10 0,-5 3-7 0,8-3-6 16,-3 3-14-16,4-3 1 0,0 2-9 0,3-1-6 16,-1 3 1-16,4-2 3 0,0-2-17 0,4 2-7 15,-1-1 0-15,3-1-5 0,2 2-5 0,7-1-3 16,0-1-8-16,3-2-3 0,-5-2-13 0,1-1-18 16,-3 1-14-16,1-1-20 0,-1-3-19 0,0 3-23 15,-1-2-31-15,-4 0-36 0,-6-1-44 0,13 0-36 16,-8 2-247-16,-5-2-544 0,0 0 241 0</inkml:trace>
  <inkml:trace contextRef="#ctx0" brushRef="#br0" timeOffset="122895.78">25320 10324 25 0,'0'0'206'0,"4"-6"-4"16,-4 6 2-16,3-8 2 0,-3 8-5 0,0 0-1 16,5-5-7-16,-5 5-11 0,0 0-6 0,4-6-12 15,-4 6-13-15,0 0-11 0,0 0-15 0,0 0-14 16,0 0-7-16,0 0-12 0,0 0-12 15,0 0-6-15,0 0-8 0,0 0 5 0,0 0 14 0,-2 30-2 16,0-16-3-16,-4 5 5 0,0 5-7 0,2 3-10 16,1-1-4-16,-3 3-2 0,4 0 1 0,-2 4-5 15,0 2 1-15,2-5-1 0,-2 4-7 0,1 2-3 16,2-1-3-16,0 0 7 0,-1-1-9 0,0 0 3 16,-2-1 17-16,0 2-22 0,4-2-1 0,-1 0 0 15,-1-1-5-15,-4 0 0 0,1-1 9 0,4-2-13 16,1 1-11-16,-4-2 12 0,0 0-7 0,2-4 1 15,-1 0-3-15,-1-5 5 0,4-2-8 0,-5 1-15 16,3-2 17-16,0 1-2 0,2-5 5 0,-1 5-13 16,1-6 10-16,-4-1-12 0,4 1 6 0,-1-1-8 0,-2-1 3 15,3 1-5-15,-1-4-1 0,1-6 4 0,0 16-2 16,0-11 11-16,0-5-12 0,-2 11-6 0,2-11-6 16,0 9-15-16,0-9-28 0,-2 11-21 15,2-11-24-15,0 6-25 0,0-6-23 0,-4 7-30 0,4-7-25 16,-3 8-35-16,3-8-37 0,-7 4-39 0,1-1-214 15,6-3-564-15,-12 4 249 0</inkml:trace>
  <inkml:trace contextRef="#ctx0" brushRef="#br0" timeOffset="123368">25255 11394 180 0,'0'0'207'0,"0"0"0"0,0 0-13 0,-13 16-3 16,7-10-3-16,2 2-4 0,-2 1-4 0,-1 1-8 16,0-1-10-16,2 1-13 0,-3 4-9 0,1 0-11 15,0 3-11-15,3-7-14 0,-1 0 1 0,5 2-3 16,-4-1-2-16,5 1 1 0,2-1-2 0,0-2-4 16,0 1-2-16,2-2-6 0,3-1-9 0,0-3-3 15,3 2-3-15,-1-4 2 0,3 0-10 0,7-4-1 16,-6 2-9-16,1-2-11 0,3-4 10 0,-2 2-13 15,-2 0 0-15,1-5 0 0,-4 2-10 0,1-1-3 16,-4 0-1-16,1-1-1 0,-4-3-3 0,4-3 0 0,-4 3 0 16,-1-4-9-16,-1 4 2 0,-3 0-1 0,-1 0 4 15,-1 1-23-15,0 1-12 0,-3-1-7 16,-1 0-19-16,1 2-13 0,-2 4-17 0,-2-4-32 16,0 5-27-16,-4 2-26 0,0 0-50 0,-1 2-35 0,-4 3-31 15,0 2-207-15,2 0-519 0,-2 2 230 0</inkml:trace>
  <inkml:trace contextRef="#ctx0" brushRef="#br0" timeOffset="123831.45">26041 11300 112 0,'0'0'300'15,"0"-11"-21"-15,0 11-11 0,-5-8-18 0,5 8-17 16,-8-4-16-16,8 4-18 0,-14 2-10 0,3 1-13 0,0 1-20 16,0 1-12-16,-3 2-14 0,3 0-14 15,-1 5-13-15,3-4-9 0,1 2-10 0,3 0-5 16,1 1-13-16,-1 0-8 0,5-2-2 0,5 2-12 15,-1-1-8-15,1 7-2 0,3-9-9 0,-1 2 0 0,5-3-10 16,-4-1 2-16,1-1-8 0,3-1-1 0,-1-1 0 16,-3 2 0-16,0-3 0 0,-8-2-1 15,9 0-1-15,-1 1 0 0,-8-1 0 0,0 0 9 16,9-1 5-16,-9 1 0 0,0 0 8 0,0 0 0 0,0 0-5 16,0 0 3-16,0 0 17 0,0 0-15 0,-34-2 1 15,22 4 3-15,-2 2 5 0,-2 3 6 16,0 0-6-16,3 0-5 0,-3 1 1 0,3 2-4 0,2-2 8 15,-1 1-17-15,3-1 5 0,1 3-2 0,3-4-4 16,0 2-14-16,5 1-5 0,0-1-13 0,3 0-9 16,0 0-24-16,5 0-25 0,1-1-36 0,2-1-35 15,5 3-47-15,0-3-41 0,1 0-37 0,2 0-253 16,-9 0-562-16,2-1 248 0</inkml:trace>
  <inkml:trace contextRef="#ctx0" brushRef="#br0" timeOffset="128280.25">25334 15327 5 0,'0'0'25'15,"0"0"-8"-15,5 2-13 0,-5-2-13 0,0 0-9 16,0 0 4-16</inkml:trace>
  <inkml:trace contextRef="#ctx0" brushRef="#br0" timeOffset="128887.23">25291 15381 109 0,'0'0'104'0,"0"0"-1"16,0 0-8-16,0 0 9 0,0 0-14 0,0 0 11 15,0 0 2-15,0 0-10 0,0 0-4 0,0 0-1 16,0 0-5-16,0 0-3 0,0 0-4 0,0 0-2 0,0 0-2 16,0 0-5-16,0 0-1 0,0 0-5 15,0 0-6-15,0 0-1 0,0 0-5 0,0 0 5 16,0 0-1-16,0 0-3 0,0 0-2 0,0 0-3 15,0 0-1-15,0 0-5 0,0 0-1 0,0 0 2 16,0 0-3-16,0 0 0 0,0 0-1 0,0 0-3 0,0 0 2 16,-13-2 3-16,13 2-1 0,0 0-2 15,0 0 1-15,0 0 5 0,0 0 0 0,0 0 2 16,0 0 1-16,0 0 3 0,0 0-4 0,0 0 2 16,0 0 2-16,0 0 1 0,0 0-4 0,0 0 1 15,-5 2-2-15,5-2 0 0,0 0-1 0,0 0-1 0,0 0 2 16,0 0 2-16,0 0-2 0,0 0-4 15,0 0-2-15,0 0 2 0,24 2-6 0,-12-5-4 16,8 2 0-16,2-1-4 0,9 1-2 0,-1-3-2 16,1 0 4-16,1-1-7 0,-5 3 2 0,2-3-9 15,-8 3-2-15,-1-2 3 0,2 2-2 0,-3-1-3 16,-2 1-5-16,-3-2-2 0,3-1-15 0,-5 4-16 16,-6-2-14-16,1 3-21 0,-7 0-25 0,11-2-28 15,-11 2-30-15,9 0-23 0,-9 0-32 0,0 0-20 16,0 0-14-16,0 0-158 0,0 0-429 0,0 0 190 15</inkml:trace>
  <inkml:trace contextRef="#ctx0" brushRef="#br0" timeOffset="129119.39">25403 15444 37 0,'-4'1'176'0,"4"-1"4"0,-12 3-13 15,12-3-12-15,-10 4-3 0,10-4-7 16,-5 2-3-16,5-2-5 0,0 0-8 0,0 0-3 16,-7 4-6-16,7-4-10 0,0 0-8 0,0 0-9 15,0 0-7-15,28 3-9 0,-16-3-5 0,-2 0-12 0,4-2-16 16,-1 1-17-16,1-3-19 0,-4 2-25 0,4 2-29 16,-1-3-34-16,-2-1-38 0,3 3-22 15,-5 1-52-15,-3-3-100 0,1 1-317 0,-7 2 140 16</inkml:trace>
  <inkml:trace contextRef="#ctx0" brushRef="#br0" timeOffset="133459.92">21426 9995 22 0,'0'0'58'0,"0"0"-8"0,-2-7 2 0,2 7-6 16,0 0-6-16,-2-7 0 0,2 7-2 0,0 0-4 16,0 0-2-16,0-10 5 0,0 10 3 0,0 0 5 15,0-10 1-15,0 10 5 0,0 0 7 0,-2-9 5 16,2 9 0-16,-4-7-6 0,4 7 8 0,0 0-9 16,-2-9 2-16,2 9-9 0,0 0-4 0,-7-7-3 15,7 7-4-15,-4-5-8 0,4 5 1 0,0 0-11 16,-5-6-3-16,5 6-8 0,0 0-5 0,0 0-7 15,-5-3-2-15,5 3 1 0,0 0-3 0,0 0-3 16,0 0 3-16,0 0 0 0,0 0 0 0,0 0 2 16,0 0-2-16,0 0 1 0,0 0 1 0,0 0 3 15,-13 1-4-15,13-1-2 0,0 0 3 0,0 0 0 16,0 0 9-16,0 0 8 0,0 0 4 0,0 0 4 16,0 0 8-16,0 0-5 0,0 0-6 0,0 0 2 15,0 0 7-15,-7-2-4 0,7 2 11 0,0 0 2 16,0 0 3-16,-8-5 5 0,8 5 5 0,0 0 8 15,0 0-3-15,-3-6 2 0,3 6 2 0,0 0-2 16,0 0-2-16,0 0 4 0,0 0-7 0,0 0 3 16,0 0-6-16,0 0 4 0,-6-6 2 0,6 6 0 0,0 0 0 15,0 0-3-15,0 0-2 0,0 0 2 16,0 0-7-16,0 0 0 0,0 0-6 0,0 0-3 0,0 0-8 16,0 0-2-16,0 0-5 0,0 0-3 15,0 0 2-15,0 0-3 0,0 0-6 0,0 0 10 0,0 0-3 16,-4 19-1-16,4-11-4 0,0 1 6 0,-1 1 3 15,1 2-1-15,0-2 1 0,1 6-8 16,-2-1 0-16,1 1 6 0,0 1-2 0,0 0 0 16,0 1-2-16,0 0 1 0,1-1 1 0,0 1-1 0,-1-3 5 15,3 4 5-15,-2 1 0 0,-1-4-3 0,4 2-1 16,-1 3 1-16,-2-5 2 0,1 3 7 0,-2 2 2 16,3-2-9-16,0 0 0 0,-2 0 2 0,1 0 1 15,0 0-3-15,2-2 7 0,-2 2-14 0,-1-2 0 16,2-1-1-16,-1 1 0 0,0 2 5 0,0-2 7 15,1 0 3-15,-3-1 0 0,1-1-5 0,-2-3-2 16,2 0 0-16,-1 5-3 0,-1-8-2 0,1 4 0 16,0-3 0-16,1 2-4 0,-1 5 1 0,0-6 1 15,0 2-3-15,1 3-2 0,-1 0-1 0,0-2-1 16,0 2 2-16,0-1-3 0,0-2-3 0,2 2 2 16,-2-2-2-16,0-1 5 0,0 1-6 0,0-1-4 15,2 0 9-15,0 1-7 0,-2-1 1 0,1 0-2 16,0 1 4-16,0-2-2 0,-1 1 2 0,2 1-1 15,-2-2-3-15,1 1 0 0,-1-1 1 0,1 0-6 16,-2 1 11-16,1-1-2 0,1 0-5 0,-2-1 7 16,1 3-7-16,1-2 1 0,1 0 0 0,-2-2-2 15,0 4-4-15,0-4 6 0,0 4-3 0,-2-3 4 16,2 2 0-16,0-2 4 0,-1 4 3 0,1-2-3 16,0 0-1-16,-1-1 3 0,1 0-3 0,0-1-3 0,0 2 15 15,0 0-16-15,0-2 1 0,0 1 14 0,0-1-15 16,0 1-2-16,-2-2 0 0,2 2-4 15,0-1 8-15,0 1-1 0,2 0-3 0,-4-2 2 0,2 3 2 16,0-2 1-16,-1 3-4 0,1-4-2 0,0-1 1 16,0-8 0-16,-1 17 3 0,1-9-3 0,0 2-3 15,-1-1 3-15,1 0-1 0,0 3 4 16,-2 0-1-16,1 0-1 0,0-1 2 0,1 0 4 0,-3-1-4 16,3-1-3-16,-3 1-3 0,3 1 4 0,-2-2-2 15,2-1 1-15,-1 3 3 0,1-1 2 0,-2 1-4 16,2 0 9-16,-3 0-3 0,3 0-3 0,-2 0-4 15,1 0 9-15,1-1-3 0,-1 1 1 0,1 0-3 16,0 0 1-16,0-2-2 0,1 3 1 0,0-3 0 16,1 1 0-16,-2-2-2 0,0-1 4 0,1 1 0 15,-1-8-6-15,2 11 3 0,0-5 13 0,-2-6-4 16,2 12 0-16,1-8 5 0,-3-4 2 0,2 12 8 16,0-7-14-16,-2-5 0 0,4 9 1 0,-2-4-8 15,-2-5 1-15,4 8 0 0,-3-3-3 0,-1-5 6 16,4 9-3-16,0-5 0 0,-4-4 1 0,2 6 1 15,-2-6 0-15,4 8 0 0,-4-8-3 0,4 5-10 16,-4-5 23-16,0 0-22 0,3 5 7 0,-3-5-4 16,0 0-1-16,0 0-4 0,0 0 2 0,1 8 11 15,-1-8-5-15,0 0-7 0,0 0 2 0,0 0 7 0,0 0-5 16,0 0 4-16,2 7-1 0,-2-7-12 16,0 0 14-16,0 0-8 0,2 7 18 0,-2-7-20 15,0 0 9-15,0 0-5 0,1 10 4 0,-1-10 2 16,1 5-6-16,-1-5-4 0,3 7 6 0,-3-7 8 0,5 6-8 15,-5-6 5-15,8 7-3 0,-5-5 3 0,3 2 6 16,-1 0-5-16,0-1-10 0,2 2 6 0,0-3 3 16,-2 3-3-16,5 0-3 0,0-1 2 0,1-1 0 15,-2 3-1-15,1-2 2 0,-3 0-3 16,2 1-2-16,-1-2-3 0,0 3 8 0,-2-3-5 0,-1 2 3 16,0 1 0-16,1-1-2 0,-4-1 0 0,3 2 1 15,-5-6 2-15,3 12-3 0,-3-12-2 0,-5 13 4 16,3-6 1-16,-3 1 1 0,-1 1-5 0,-2 1 0 15,-3 1-2-15,-2 0 3 0,1 1-2 0,-2-1 5 16,1-1-7-16,2-1 11 0,2-1-5 0,-1 0 15 16,0-2-13-16,2 3-6 0,2-1 2 0,-1 0-2 15,3-2 1-15,-1-1-4 0,1 4-3 0,3-2 8 16,1-7-1-16,0 11-6 0,0-11 0 0,8 12-9 16,-2-3 7-16,1-2-2 0,0 2 11 0,3 0-10 15,-1 0 6-15,2 0-7 0,3 1 2 0,-7-1 10 16,2 0-15-16,0-1 12 0,0 1-5 0,-4-1 0 15,3 1 5-15,-4-1 3 0,-2-1 3 0,1 3-6 16,-3-1 9-16,2 1-9 0,-5 0 3 0,-2-1-6 16,-1 1 2-16,0 0 6 0,0-2 1 0,-3 3-4 15,1-2 3-15,-1 0-7 0,0 1 1 0,2-4 1 16,0 2 2-16,-1-2-1 0,4 1 0 0,-1 1 2 16,2-4-5-16,-1 3 3 0,3 0-1 0,1-7 2 15,-2 10-9-15,2-10-2 0,3 11 1 0,-1-3 1 0,3 1 3 16,-1 0-6-16,1 1 5 0,2 0 2 15,-1-1-3-15,3-2 18 0,-3 5-16 0,2-4 0 16,-3 1 3-16,2 1 1 0,-1 0-2 0,2-1 5 0,-3 1 0 16,0 0 0-16,-1 1-3 0,1-1-3 15,1 1 5-15,-2-1-3 0,0-1 6 0,1 0 0 0,-1-2-4 16,-1 0 7-16,-1-1-9 0,1 0 1 16,-1 0-1-16,-2-6 2 0,3 11 1 0,-2-4 0 0,-1-7-4 15,-3 12 1-15,0-6 1 0,0 0 0 0,3-6 0 16,-6 12 6-16,1-4-3 0,-1-1 3 0,0 3-1 15,-2-2 0-15,2 2 2 0,-2-2-5 0,-1 2 2 16,-2-2-1-16,2 2 4 0,-4 0 4 0,4 0-7 16,0-1 0-16,1 1-4 0,1 0 1 0,1 0-4 15,-1 2 5-15,1 3 10 0,1-2 6 16,2-4-9-16,-1 4-1 0,3-2-2 0,1 1 4 0,0 0-1 16,1-1-2-16,3-1-1 0,-3 0 5 0,3 0-10 15,0 2 8-15,2-2 3 0,2 4-5 0,-2-5-4 16,2 2 2-16,-1 0-2 0,-1 0 5 0,0-1 5 15,2-1-12-15,-2 1-5 0,1-1 9 0,-3-2 1 16,1 2 0-16,0-3 11 0,-3 0-11 0,2-2-8 16,-1 1 3-16,-1 1 16 0,-2-6-17 0,3 9-1 15,-2-3 3-15,-1-6-5 0,0 12 11 0,0-12-4 16,-4 11-1-16,3-4-4 0,-3 1 5 0,0-2-2 16,2 0 1-16,-3 0 3 0,1 0-2 0,0 0-6 15,-1-2 3-15,5-4-3 0,-7 11 4 0,2-7 11 16,0 0-15-16,2 1 6 0,-1 0 5 0,0 0-8 15,4-5-2-15,-5 6-9 0,5-6-10 0,-6 7-17 0,6-7-11 16,0 0-5-16,-1 7-9 0,1-7-10 0,0 0-11 16,0 0-15-16,0 0-2 0,0 0-22 15,9 4-30-15,-9-4-33 0,0 0-39 0,0 0-37 16,19-7-199-16,-14 4-501 0,2-2 222 0</inkml:trace>
  <inkml:trace contextRef="#ctx0" brushRef="#br0" timeOffset="134242.95">21434 13480 53 0,'2'-7'74'0,"-2"7"-12"0,0 0 0 0,0 0-9 0,0 0-5 16,3-7-9-16,-3 7 4 0,0 0-2 16,0 0 4-16,3-8-2 0,-3 8-1 0,0 0-8 15,0 0-6-15,3-5 3 0,-3 5-1 0,0 0-7 16,8-6-3-16,-8 6-12 0,5-4-6 0,-5 4-15 0,7-4-7 16,-7 4-11-16,0 0-1 0,10-2-14 15,-10 2-8-15,9 0-44 0,-9 0-106 0,10 0 47 16</inkml:trace>
  <inkml:trace contextRef="#ctx0" brushRef="#br0" timeOffset="134537.29">21557 13437 1 0,'0'0'119'0,"0"0"-12"0,0 0 7 0,0 0 0 16,0 0 2-16,0 0 5 0,0 0 4 15,0 0-1-15,0 0 1 0,0 0 0 0,0 0-2 0,0 0-2 16,0 0-2-16,0 0-4 0,0 0 0 0,0 0-4 15,0 0-2-15,0 0-7 0,0 0-7 0,0 0-5 16,0 0-11-16,0 0-11 0,0 0-6 0,0 0-8 16,0 0-6-16,0 0-4 0,0 0-4 15,0 0 4-15,5 8-5 0,-3-2 2 0,2 4 8 0,0 1 1 16,2-3 5-16,-1 3-15 0,1-1-3 0,4 3-1 16,0 3-5-16,0-3 0 0,1-1-3 0,0 1-2 15,-3-4-5-15,4 5-3 0,1-3 0 16,-3-1 1-16,-1-1-11 0,4 2-25 0,-5-2-29 0,0 0-35 15,0 0-49-15,-1 0-55 0,0-1-47 0,-3 0-199 16,-1-1-468-16,-3-7 208 0</inkml:trace>
  <inkml:trace contextRef="#ctx0" brushRef="#br0" timeOffset="136129.07">21619 13458 26 0,'0'0'84'0,"0"0"-6"0,-6-4-5 0,6 4 3 16,0 0-11-16,-5-5-6 0,5 5 4 0,0 0-15 15,-8-5 1-15,8 5-5 0,0 0-3 0,-6-4-1 16,6 4-5-16,0 0 1 0,0 0 6 0,0 0-2 16,-8-3-1-16,8 3 3 0,0 0 0 0,0 0-9 15,0 0-3-15,0 0 1 0,0 0-1 0,-5-4-8 16,5 4 6-16,0 0-9 0,0 0-1 0,0 0 0 16,0 0 2-16,0 0-8 0,0 0 5 0,0 0-5 15,0 0-1-15,0 0 3 0,0 0-3 0,0 0-2 16,0 0-1-16,0 0-4 0,0 0 3 0,0 0-6 15,0 0 3-15,0 0 3 0,0 0 14 0,-7 16-3 16,4-11 6-16,0 0 1 0,3-5 4 0,-5 17 5 16,2-8-2-16,1 1-1 0,-1 0 2 0,2 2-4 15,-2 1 8-15,1-3-14 0,1 2 16 0,-1 0-12 16,1 3 1-16,0 1-5 0,-2 0-5 0,6-1 0 16,-6 2 2-16,3 0 0 0,-1 2 3 0,1-1-8 15,1-1 9-15,2 8 7 0,-1-8-16 16,0 2 2-16,1 0-2 0,3 5 1 0,-3-5 5 0,4 6-3 15,-2 1-1-15,2-1 3 0,0-1-1 0,-1 1-2 16,0-8 2-16,1 8-1 0,-2-2-17 0,-1 4 7 16,0-1 2-16,0-7 4 0,1 7 2 0,-1-6-1 15,1-1 0-15,-4 2 4 0,0 3-2 0,1-3 6 16,-1-2-1-16,-1 7 1 0,0-3-2 0,0-3 0 16,-1 5 0-16,1-6 2 0,0-1-3 0,0 0 0 15,-4-1-1-15,1 2-2 0,2-3-2 0,1 3-1 16,-1 0 1-16,0-2 0 0,1 1-2 15,0 0 1-15,0-1-1 0,1-2 0 0,-1 1-2 0,0-3-3 16,-1-2-1-16,1-1 3 0,1 1-3 0,-1-2-2 16,1-2 4-16,0 2-4 0,2-1-2 0,-1 1 0 15,0-3-8-15,-1 1-8 0,0 0-11 0,-1-7-6 16,3 12-12-16,-3-6-9 0,0-6-23 0,2 11-15 16,0-6-3-16,-1 2-22 0,-1-7-8 0,2 8 1 15,-2-8-11-15,3 9-9 0,0-4-16 0,-3-5-100 16,1 9-279-16,-1-9 124 0</inkml:trace>
  <inkml:trace contextRef="#ctx0" brushRef="#br0" timeOffset="136599.4">21622 14523 73 0,'0'0'161'0,"0"0"-18"0,-4-6-8 16,4 6-3-16,0 0-21 0,0 0-4 0,0 0-12 0,0 0-11 15,0 0-2-15,0 0 6 0,0 0-1 0,0 0 0 16,0 0-1-16,-7 17 0 0,7-10 1 0,-2 4-3 15,2 0 5-15,-1 2-3 0,-2 2-3 0,-2 5-1 16,4 3-5-16,0 2-4 0,-1-5-3 16,1-1-7-16,0 8-7 0,-1-2 0 0,1 0-4 15,2-6-1-15,-1 5-5 0,3-3-7 0,-2-2 2 0,1-4-5 16,-2 3 2-16,1-2-2 0,-1 0 2 0,2-3-2 16,-2-1-1-16,2-1-2 0,1-1-4 0,0 0 2 15,-1 1-3-15,-2-4-4 0,2-1-3 16,0 0-2-16,-2-6-2 0,3 10-3 0,-2-4 0 15,-1-6-2-15,1 7 0 0,-1-7 4 0,3 6-4 16,-3-6-9-16,0 0-6 0,3 9-14 0,-3-9-9 0,0 0-16 16,0 0-14-16,0 0-18 0,2 6-18 15,-2-6-15-15,0 0-17 0,0 0-18 0,0 0-21 0,0 0-7 16,0 0-4-16,0 0 3 0,0 0-6 16,0 0-100-16,0 0-299 0,0 0 133 0</inkml:trace>
  <inkml:trace contextRef="#ctx0" brushRef="#br0" timeOffset="137878.34">21661 14999 32 0,'0'0'35'0,"0"0"-1"0,0 0 0 0,-14-2 15 15,14 2-5-15,0 0 1 0,0 0-2 0,-10-3 0 16,10 3 14-16,0 0-3 0,0 0-5 0,-15 0 9 15,15 0-11-15,0 0 3 0,-13-2 0 0,13 2 12 16,-9-1 2-16,9 1-1 0,0 0 7 0,-10-3 2 16,10 3-7-16,-7-3-7 0,7 3 8 0,0 0-7 15,-9 0-1-15,9 0 2 0,0 0-3 16,-10-3-4-16,10 3 4 0,0 0-8 0,0 0 0 0,0 0-1 16,0 0-2-16,0 0-5 0,0 0 1 0,0 0-3 15,0 0-4-15,0 0-1 0,-9 0-1 0,9 0 1 16,0 0 3-16,0 0 1 0,0 0-2 0,0 0 0 15,24 4 2-15,-13-2 5 0,2-1-1 0,1-2-3 16,6 1-4-16,-1-3 1 0,12 3-5 0,-3-1 8 16,3-1-11-16,1 0 0 0,0 1-5 0,1-3-2 15,6 1 2-15,-2 0-4 0,3-4 0 0,11 4-4 16,-15-1-2-16,1 2-1 0,2-1 1 0,12 1-5 16,-16 1 2-16,5-2-2 0,0 0-3 15,-2 2 2-15,0-1 4 0,13-2-6 0,2 0 1 16,-15 1-4-16,12-2 1 0,4 1 0 0,-2 1 0 0,3-1 1 15,-2 1-3-15,-2 3 5 0,0-1-4 0,-12-1 2 16,12-1-1-16,-1 3 0 0,-13-1 5 0,3-2-7 16,-3 1-2-16,0 2 1 0,14-3 2 0,-15 3-3 15,1 0 1-15,-1 0 0 0,0-3-1 16,2 3 4-16,-2 0 0 0,-2 0-1 0,-1-1-3 16,5 0 2-16,-5-1 2 0,0 2-3 0,1 2 2 0,-3-1-1 15,1-4 4-15,-5 3-5 0,4-3 1 0,-3 2 0 16,1-2 0-16,-1 0 2 0,-6 0-2 0,1 2 0 15,4-4 0-15,-7 4-1 0,3-2 3 0,-4-1-1 16,-2 3-4-16,1-2 2 0,-1-1-5 16,-4 3 6-16,-1 0-3 0,2-1 1 0,3 0 2 15,-3 2 1-15,-1-2-1 0,-1 2-6 0,2-4 5 0,-2 4-1 16,2-2 1-16,-3 1 6 0,2 1-6 0,1-2-1 16,-2 2 2-16,3-1 1 0,-5-2-1 0,1 3 0 15,1-3-2-15,1 2 1 0,0 1 0 0,5-1-1 16,-4 0 1-16,3 0 2 0,-2 0-3 15,2 0 3-15,-4-2-2 0,6 2 1 0,-8-2-3 16,8 1 3-16,-5 2 0 0,4-1-1 0,-4-2 0 0,4 0 2 16,1 3-1-16,3-1 4 0,-2 2-2 0,9-4 3 15,-7 3-4-15,0 0 1 0,8 0 0 16,-11-3-3-16,8 5 5 0,-8-2-1 0,0 1 1 16,0-2-8-16,0-1 6 0,0 1-6 0,-1 2 0 15,-1 1-2-15,-3-2 2 0,4 0-2 0,-4 0-3 16,0 1 4-16,0-2 1 0,-2-1-2 0,2 2 1 0,-3 0-3 15,-2 0 5-15,5 0-2 0,-4 0 2 0,1 0 1 16,0 0 2-16,-3 2-6 0,3-4 2 0,-11 2-1 16,14 0 1-16,-6 2-5 0,0-1 2 15,-8-1-11-15,19-4-4 0,-9 4-2 0,1 0-11 16,-11 0 2-16,22 3-7 0,-10-5-1 0,-1 2-2 16,-11 0 2-16,23 0 4 0,-11 0 4 0,2 0 3 15,-3 0-2-15,-11 0 6 0,25 0 1 0,-14 2-1 16,-1-2 5-16,-10 0-1 0,21 0 3 0,-11-2-2 15,3 1 9-15,-13 1 1 0,21 1-11 0,-12-2 8 16,-9 1 3-16,22 1 2 0,-11-1-1 0,-11 0 3 16,20 0-1-16,-10 0 6 0,0 0-1 0,-10 0-1 15,16 2 3-15,-16-2-3 0,14 1-2 0,-14-1 5 0,15 0-6 16,-15 0 13-16,10 2-7 0,-10-2-5 16,0 0-11-16,14-2-10 0,-14 2-24 0,0 0-32 15,0 0-28-15,0 0-29 0,0 0-23 0,0 0-93 16,0 0-274-16,0 0 121 0</inkml:trace>
  <inkml:trace contextRef="#ctx0" brushRef="#br0" timeOffset="141483.51">22118 12382 95 0,'0'0'271'0,"0"0"-20"0,2-11-18 16,-2 11-10-16,3-5-13 0,-3 5-17 0,0 0-5 16,0 0-3-16,0 0-4 0,0 0-12 0,4 20-5 15,-4-10-10-15,0 6-10 0,2-1-19 0,-4 4-6 16,2 0-18-16,-2-2-6 0,1 2-8 0,1 0-6 15,-1 0-11-15,0-2-5 0,2 2-12 0,-1-4 4 16,0 2-10-16,1-3-2 0,-1-2-2 0,1 0-7 16,1 0-5-16,0-1-20 0,-1-2-19 0,1 0-20 15,-1 0-22-15,1 0-24 0,0-4-19 0,-1 1-26 16,-1-6-25-16,0 11-21 0,0-11-20 0,0 8-13 16,0-8-21-16,0 0-21 0,0 0-128 0,-4 7-397 15,4-7 175-15</inkml:trace>
  <inkml:trace contextRef="#ctx0" brushRef="#br0" timeOffset="141821.93">22193 12407 145 0,'10'-17'183'16,"2"0"-4"-16,0 4-2 0,3 0-4 0,-1 3 0 0,-4 3-5 16,0 0-6-16,0 3-16 0,-1 1-8 15,0 1-12-15,-1 1 2 0,-8 1 3 0,15 4-12 16,-7-2-12-16,1 6-4 0,-5-2-2 0,-1 0-7 15,0 2-6-15,0-2-7 0,-5 5-4 0,1 0 4 0,-4 0-6 16,0-1-6-16,-4 1-4 0,-1 0-3 0,-1 2-6 16,-3-1-3-16,4-4 0 0,-4 3-6 15,1-1 0-15,2-3 0 0,-1 0-14 0,2-1-1 16,2 0-3-16,0-3-2 0,0 3-2 0,3-2-4 0,-1 0-2 16,6-4-3-16,-8 6-1 0,5-2 5 0,3-4-5 15,-5 10-1-15,5-10 3 0,-4 9-7 16,3-4 1-16,1-5-1 0,1 10-3 0,-1-10-1 15,5 12 2-15,-1-8 3 0,2 2-4 0,5-1-25 0,-2 1-21 16,0 0-29-16,1-1-29 0,1-1-40 0,2 0-29 16,-1-1-25-16,-1 0-23 0,2-1-20 0,-2 2-13 15,1-1-153-15,-3-2-432 0,1 2 191 16</inkml:trace>
  <inkml:trace contextRef="#ctx0" brushRef="#br0" timeOffset="142049.9">22458 12614 95 0,'11'0'178'0,"-11"0"-7"0,13-1-1 0,-8-1 2 15,-5 2 3-15,11 2 5 0,-11-2-3 0,8 4 4 16,-8-4 5-16,8 7 10 0,-7-3-11 0,-1-4 4 16,3 11-9-16,-3-11 0 0,-2 11-3 0,1-3-7 15,0-1-1-15,-3 1-11 0,1 0 0 0,1-1-21 16,-2 1-8-16,1 3-13 0,0-6-10 0,1 2-10 16,2-7-9-16,-1 12-11 0,1-12-1 0,3 12-12 15,2-7-4-15,-2 1 0 0,7-1-5 0,-1-2-11 16,1 1-2-16,2-1-16 0,1 0-19 0,8-2-25 15,0 1-29-15,-1-2-39 0,3-2-35 0,3 0-43 16,-5 0-53-16,-3 1-57 0,0-4-51 0,-7 4-235 16,3-3-606-16,-2-1 269 0</inkml:trace>
  <inkml:trace contextRef="#ctx0" brushRef="#br0" timeOffset="143495.5">25791 13572 96 0,'-2'-10'297'0,"2"10"-6"15,2-8-15-15,-2 8-8 0,1-7-18 0,-1 7-10 16,0 0-10-16,0 0-22 0,0-10-18 0,0 10-22 16,0 0-13-16,0 0-19 0,0 0-11 0,0 0-12 15,0 0 8-15,0 0 3 0,0 0-8 0,4 23-14 16,-4-11 1-16,-2 1-5 0,0 3-1 0,-1-4-20 15,1 6 12-15,0-1-26 0,-1 1-9 0,-1 0 1 16,0-1-5-16,2 0-5 0,-1-1-4 0,-1 1-1 16,4-5-6-16,-5 4-6 0,2-4-1 0,2-1-6 15,0 1-6-15,0-3-16 0,0 2-21 0,-1-4-14 16,2-1-28-16,-2 1-24 0,2-7-32 0,0 11-25 16,0-11-30-16,-2 8-28 0,2-8-34 0,-2 9-21 15,2-9-27-15,0 0-184 0,0 8-506 0,0-8 224 16</inkml:trace>
  <inkml:trace contextRef="#ctx0" brushRef="#br0" timeOffset="143838">25830 13497 131 0,'4'-11'202'0,"3"0"-9"0,-1 2-7 15,4 1-10-15,-1 0-9 0,-3 3-6 0,3 1-6 16,1 0-11-16,-2 4-11 0,1-1-10 0,-9 1-9 15,19 3-4-15,-11 3-8 0,1 0-8 0,-3-1-9 16,2 2-5-16,-4 2-8 0,1-1-5 0,-3 2 3 16,-4 0-6-16,-2-1-4 0,1 0-3 0,-3 3-5 15,1-3-4-15,-6 1 2 0,4-2 0 0,-2 1-12 16,-1-3 0-16,2 1-5 0,1-1-4 0,1-3 0 16,-1 0-5-16,4 2 1 0,3-5-5 0,-9 5-2 15,9-5-2-15,-4 4-1 0,4-4-7 0,0 0 1 16,-4 7-4-16,4-7 4 0,0 0 0 0,-2 9-4 0,2-9 4 15,8 8-5-15,-3-3 3 0,3 0-1 16,4 2-1-16,-3-2-3 0,9 2 3 0,-5-2-8 16,-2 1-8-16,7 1-10 0,1-1-24 0,-2-1-27 15,2 0-30-15,-2 0-36 0,2-1-34 0,1-4-32 16,0 2-24-16,-8-1-159 0,7 0-419 0,-1 1 187 16</inkml:trace>
  <inkml:trace contextRef="#ctx0" brushRef="#br0" timeOffset="144213.67">26358 13621 157 0,'2'-8'231'0,"-2"8"2"16,-2-11-1-16,2 11-3 0,-4-9-6 0,-4 4-4 0,8 5-9 15,-11-5-10-15,0 4-8 0,0 2-9 16,2 1-16-16,0 2-3 0,-3 2-11 0,1 0-21 16,0 0-16-16,2 1-9 0,2 2-10 0,1 2-11 15,1-2-6-15,1 2-9 0,2-2-6 0,0 1-11 16,2-10-13-16,4 22-9 0,0-13-9 0,3 1-10 15,2-2-11-15,0-2-11 0,2 2-9 0,-4-3-8 16,5 1-1-16,-2-3-9 0,-5 1 2 0,3-1-1 16,0-1 7-16,-2 2 3 0,-1-1 2 0,-5-3 2 15,0 0 4-15,0 0 2 0,8 2 5 0,-8-2 6 0,0 0 10 16,0 0 8-16,0 0 5 0,0 0 7 0,-27 5 9 16,17-3 16-16,-3 3-2 0,-4 0 7 15,2 0 0-15,-3 2 10 0,5 0-3 0,-3 0 4 16,2 3 1-16,1-3-5 0,4-1-6 0,-2 1-6 15,3 1 3-15,0-2-18 0,1 4 1 0,3-3 1 0,2 0-3 16,2-7-18-16,0 12-2 0,0-12-20 16,6 13-17-16,1-6-34 0,2-3-32 0,4 2-36 15,-2-3-39-15,3 0-42 0,2 0-37 0,4-2-28 16,-2 0-41-16,0 1-169 0,-5 0-519 0,1-4 229 16</inkml:trace>
  <inkml:trace contextRef="#ctx0" brushRef="#br0" timeOffset="155150.85">25322 11585 54 0,'-7'-3'152'0,"7"3"-17"16,0 0-6-16,-8-4-4 0,8 4 0 0,0 0-1 16,-5-3-9-16,5 3-5 0,0 0-5 0,0 0-7 15,0 0-3-15,0 0-9 0,0 0-2 0,0 0-9 16,-7-3-12-16,7 3-6 0,0 0-2 0,0 0-7 16,0 0 0-16,0 0 7 0,-7 13 7 0,6-7-8 15,1-6-2-15,-1 17 8 0,1-5 1 0,-2 1-3 16,0-1-4-16,2 6 6 0,0 1-8 0,0 0-5 15,0 2-5-15,0 3 5 0,0 2 4 0,-3 0-1 16,3 2-4-16,-1-4-3 0,1 3-2 0,1-3-4 16,-1 2 1-16,3 1-3 0,-6-8 3 0,6 8 11 15,-3 0-10-15,2 0-5 0,0-2 11 0,-1 3-8 16,-1-9-9-16,1 4 2 0,1-3-1 0,-2 5-4 16,3 0-3-16,-3-7 2 0,2 0-2 0,-2-1-4 15,2-4-2-15,-2 5 0 0,0-7-3 0,0 1 2 16,0-1-2-16,2-1-4 0,0 0 4 0,-1-3-5 15,-1-2-2-15,0-5 2 0,0 12-1 0,0-12-5 0,3 9 2 16,-3-9 0-16,0 8 2 0,0-8-3 16,0 0 11-16,2 9 4 0,-2-9 6 0,0 0-2 0,0 6 4 15,0-6 7-15,0 0-7 0,0 0 11 16,0 0 2-16,0 0-4 0,0 0-5 0,4 8-2 0,-4-8 3 16,0 0-8-16,0 0-2 0,0 0-5 15,0 0-3-15,0 0 4 0,0 0-6 0,0 0 1 16,0 0-3-16,0 0 0 0,4 5 4 0,-4-5 0 15,7 3-4-15,-7-3-1 0,7 3 0 0,2 1 10 0,-6 0-12 16,-3-4-4-16,11 6-5 0,-3-4 3 0,-2 3 6 16,0-2-5-16,0 0-2 0,3 3 4 0,-5-2-2 15,2 0-7-15,0 0 11 0,-2 1-2 0,1-1-4 16,-3 2 3-16,2 0 1 0,-1-1-10 0,2 1 7 16,-3 2 0-16,-1-2-2 0,1 1 13 0,0 3-5 15,-4-1-3-15,1 1-2 0,-3 2 2 16,-2-1-5-16,0 1-1 0,-3 2 2 0,-3-1 2 0,1-1 1 15,-2 1 1-15,2-1-1 0,0-1 13 0,-2 2-15 16,-1 0 3-16,-1-1-7 0,1-2 9 0,5-2-5 16,-2-1 2-16,0 1-8 0,2 0 2 0,2 0 4 15,-1-1-1-15,2 3-2 0,-1-2 3 0,3 0 3 16,0 1 0-16,2-3-15 0,2 1 7 0,0 2-8 16,0-9-9-16,6 17 1 0,-1-9-2 0,3 1 2 15,0-1 2-15,2-1 0 0,0 2 2 0,4 2-4 16,0-3 0-16,3-1 1 0,-2 0 2 0,3 0 2 15,-9-1 1-15,2 0-4 0,-3-3 5 0,3 3 2 16,-3-2-2-16,-4 0 4 0,1 1 0 0,0-2 0 16,-5-3 0-16,0 14 8 0,0-14-1 0,-8 13 9 0,2-6 5 15,-5 7 3-15,1-6 0 0,-5 3 3 16,0-1-5-16,1 1 2 0,-1-1 0 0,0-1 0 16,4-2-3-16,-4 3 4 0,4-5-4 0,-5 3-3 15,6-2 1-15,-2 0-1 0,2 1-4 0,1 0 3 0,-1-2-3 16,3 2 1-16,-1 0-10 0,4 1 18 0,-1 0-25 15,2-3-7-15,3-5-13 0,-2 14-8 16,2-8 21-16,0-6-7 0,5 12 0 0,0-5-1 0,-1 1 1 16,1-2 1-16,0 2 7 0,1 0 1 0,2 1-1 15,0-2 5-15,-1 0 1 0,2 1 4 16,-4 0-4-16,1-2-1 0,-3-1 5 0,1 1-1 0,1 0 4 16,-1-1-4-16,-3 1 3 0,-1-6 3 15,2 11 5-15,-2-11-1 0,-3 12 9 0,1-5 6 16,0-1-4-16,-3 1 2 0,3 0-4 0,-1 0 0 0,3-7 1 15,-5 11 5-15,2-4-2 0,1-1-8 0,1 0-1 16,1-6 1-16,-2 14-8 0,5-4-2 0,-1-1 2 16,2 1 1-16,0 3 3 0,4-2-1 0,-1 3-1 15,3 0 3-15,1-1-8 0,-1 0 0 0,3 0 3 16,-2 1-2-16,0 1 2 0,0-3 0 0,3-1 1 16,-7-1-2-16,3 2-1 0,-2-2 1 0,-4 0 2 15,3 0 0-15,-3 1 0 0,-2-1 0 16,1-1 0-16,-3 1-1 0,-1-2 3 0,-2 1 2 0,0-1-2 15,-1 1 2-15,-2 0 3 0,0-3 4 0,1 1-3 16,-1-2 5-16,0 3 0 0,1 1-1 0,-5 1 1 16,4-2-3-16,0 2-3 0,1-4 5 0,-1 3-8 15,2-1 2-15,-2 0-3 0,2-1 0 0,1 0 3 16,1 0-2-16,2 3-2 0,-4 6 11 0,1-5 16 16,3 5 3-16,-1-1-25 0,1 2 19 0,4-2 5 15,-2 2 1-15,0 1 4 0,0-1 2 0,1 0-1 16,1 0 1-16,2-1-2 0,-3 0 0 0,0 4-6 0,1-1 2 15,-4-1-1-15,3 1-2 0,-1-1-5 16,0 1 10-16,0 0-4 0,0 1-1 0,0-4-3 16,-2 1 9-16,3 1-25 0,-3-3 19 0,2 1 0 15,-2-5-9-15,5 2 6 0,-5-1 4 0,2-1-5 16,0 1 0-16,-2-1-1 0,1 0 4 0,-2-1-3 16,2 0-5-16,-1 3 1 0,-1-3 4 0,1 2 5 15,0-4 1-15,3 3-7 0,-3-2 3 0,-2 0-3 16,1-1 2-16,1-8-4 0,-2 13 0 0,2-9 1 15,0-4-11-15,-2 12 4 0,2-12-1 0,2 6-2 0,-2-6-5 16,0 0 4-16,0 11-2 0,0-11-7 0,2 6 7 16,-2-6 0-16,0 0-4 0,-2 10-10 15,2-10-20-15,0 9-23 0,-2-2-27 0,2-7-30 16,-6 9-26-16,4-2-30 0,-4 0-24 0,4-1-27 0,-3 3-33 16,1 0-21-16,0-1-16 0,1 2 4 15,2-2-10-15,-1 2-174 0,0-2-499 0,2 3 221 16,2 0 1873-16,1 1-1233 0,2 6 12 0,1-9 14 15,-3 3 8-15,5-5 2 0,-6-1 8 0,-1 1 1 16,0-2 31-16,-1-5 13 0,4 10 28 0,-4-10 15 0,2 4 14 16,-2-4 21-16,0 0 19 0,4 10 10 0,-4-10 7 15,0 0 3-15,0 0 0 0,-2 7 0 0,2-7-1 16,0 0-9-16,0 0-9 0,0 0-9 16,0 0-7-16,2 8-9 0,-2-8-11 0,0 0-15 0,0 0-20 15,0 0-20-15,0 0-22 0,0 0-24 0,0 0-21 16,0 0-30-16,0 0-23 0,0 0-30 0,0 7-19 15,0-7-138-15,0 0-336 0,0 0 149 0</inkml:trace>
  <inkml:trace contextRef="#ctx0" brushRef="#br0" timeOffset="155459.82">25401 14469 208 0,'0'0'292'0,"0"0"-5"16,2-7-6-16,-2 7-9 0,0 0-13 0,0 0-14 15,0 0-28-15,0 0-8 0,0 0-13 0,0 0 13 16,0 0-7-16,0 0-15 0,0 29-9 0,0-12-8 16,3 1-22-16,-4-3-9 0,-1 4-12 0,4-2-10 15,-4 1-29-15,2 2 3 0,-4-1-8 16,2-3 0-16,-1 2-26 0,2 0 5 0,-3-2-4 0,2 0-5 15,0 0-6-15,0-5-2 0,2-1-7 0,-1 1-21 16,1-4 4-16,-3-1-16 0,3-6-17 0,0 12-24 16,0-12-32-16,-1 10-33 0,1-10-27 0,0 0-37 15,-1 7-31-15,1-7-34 0,0 0-39 0,0 0-40 16,-5 6-221-16,5-6-574 0,0 0 254 0</inkml:trace>
  <inkml:trace contextRef="#ctx0" brushRef="#br0" timeOffset="156223.57">25349 14698 33 0,'3'-7'120'15,"-1"1"-9"-15,2 0-11 0,3 2-7 0,-7 4-8 0,7-10-4 16,-3 6-9-16,-4 4-4 0,4-7-8 0,-4 7-7 16,7-7-6-16,-7 7-2 0,2-3 4 15,-2 3 3-15,0 0 2 0,5-5 10 0,-5 5 3 16,0 0-1-16,0 0 2 0,5-3 6 0,-5 3-1 16,0 0-1-16,0 0 6 0,0 0 0 0,0 0 0 0,0 0 15 15,0 0-11-15,0 0-1 0,0 0-3 0,0 0-2 16,0 0-7-16,0 0-6 0,0 0 11 15,0 0 11-15,0 0 5 0,2 18 8 0,-4-9 10 16,2 4 6-16,-5 2 4 0,5 3-1 0,-1 3-2 0,-1 3 2 16,2 5 3-16,-2 3 3 0,2-2-13 0,0 0-8 15,0 0 2-15,0 3-6 0,0-2-6 0,4 1-3 16,-3 1 6-16,2-3-14 0,-1 1-4 16,-2-1-5-16,2-1 0 0,0 0 4 0,3 0-3 0,-3-1-7 15,0-1-1-15,2 1 6 0,-4-2-17 0,2-8-3 16,-1 1-2-16,1-2-5 0,3 0-2 0,-5-7-2 15,0 3-4-15,0 0-2 0,-2-4-7 0,-2 2 1 16,4-4-1-16,0-7-5 0,0 12 1 0,0-12-7 16,0 10-2-16,0-10-22 0,-1 9-19 0,1-9-32 15,0 0-32-15,0 0-41 0,0 0-80 0,-3 5-46 16,3-5-47-16,0 0-45 0,0 0-31 0,0 0-235 16,0 0-665-16,0 0 295 0</inkml:trace>
  <inkml:trace contextRef="#ctx0" brushRef="#br0" timeOffset="156442.79">25320 15333 49 0,'0'0'214'0,"0"0"-9"0,0 0-9 16,0 0-5-16,0 0-15 0,0 0-10 0,0 0-17 15,0 0-17-15,0 0-11 0,0 0-14 0,32-7-9 16,-18 5-22-16,-1-2-29 0,5 2-37 0,-1-1-44 16,0-3-49-16,2 2-33 0,-1 1-33 0,-6-1-111 15,1 2-281-15,-2 0 125 0</inkml:trace>
  <inkml:trace contextRef="#ctx0" brushRef="#br0" timeOffset="156610.91">25329 15444 67 0,'0'0'183'0,"-2"8"0"0,2-8-3 0,0 0-11 15,0 0-9-15,7 10-19 0,-7-10-15 0,13 2-12 16,-2-2-13-16,5 0-27 0,-7-1-32 0,5 0-48 16,7-3-50-16,-5 1-44 0,5 0-130 0,-10 0-249 15,6-1 110-15</inkml:trace>
  <inkml:trace contextRef="#ctx0" brushRef="#br0" timeOffset="156777.88">25307 15618 215 0,'-10'7'238'0,"4"0"0"16,1-3-2-16,1 1-1 0,4 2-5 0,0-7-8 16,0 0-14-16,4 10-21 0,-4-10-17 0,19 0-16 15,2-2-21-15,5 0-15 0,7-3-26 0,1-3-32 16,3 2-43-16,-2-2-42 0,1 2-41 0,-1-2-65 15,1 0-96-15,-4-4-157 0,0 2-416 16,-2 3 184-16</inkml:trace>
  <inkml:trace contextRef="#ctx0" brushRef="#br0" timeOffset="172282.77">6229 3498 38 0,'0'0'57'0,"0"-10"2"0,0 10-2 16,1-10 13-16,-1 10 5 0,1-10 5 0,-1 4 2 15,0 6 5-15,0-16 6 0,0 16-6 0,-1-16 9 16,0 7-3-16,2-1 14 0,-1 3 8 0,-3-1 3 16,3 8-4-16,-2-14 2 0,0 6 8 0,2 8 5 15,-3-9-1-15,3 9 0 0,-3-9-2 0,3 9-22 16,-1-7-4-16,1 7-14 0,0 0-10 0,0 0-11 15,0 0-6-15,0 0-5 0,0 0 2 0,-22 26-3 16,9-3 0-16,-3 0-6 0,1 3-1 0,-1 2-6 16,0-1-3-16,1 0-4 0,0-1-4 0,2-3-3 15,2 0-3-15,-2 0-1 0,4-6 1 0,0-3-2 16,2 1-4-16,-1 0 8 0,1-4-11 0,2 0 1 16,1-1 0-16,0 1-2 0,2-4-2 15,2-7 0-15,-8 12 3 0,8-12-3 0,-4 9-2 0,4-9-1 16,0 0 2-16,-5 6 0 0,5-6 1 15,0 0 1-15,0 0 0 0,0 0-5 0,0 0-4 0,0 0-7 16,0 0 1-16,0 0-1 0,8-30-2 0,0 16 3 16,-1-2-8-16,2-2-3 0,3 0 0 0,4-6-7 15,2-3 4-15,0 3-4 0,5-5 0 16,-1 0-6-16,1 1 4 0,1-1-3 0,-1 0 0 0,0 1 2 16,-1-2 5-16,-2 7-3 0,-1-2 3 15,-2 3 2-15,-3 8 1 0,-1 0 0 0,-4 5 1 0,0 1 1 16,-3 1 0-16,-1 2-2 0,-1 2 2 0,1 0 0 15,-5 3 4-15,0 0-5 0,14 6 7 16,-9 3 9-16,1 7 16 0,-3 2 6 0,0 1 2 16,3 4 3-16,-3 3 3 0,-2 0 3 0,0-1 1 15,-1-7-1-15,0 8 1 0,2-9-1 0,-2 2-2 16,0-3-4-16,1 1 1 0,-1-1-2 0,1-3-2 16,-2-1-4-16,4 1 0 0,-2-3-4 0,1 2 1 15,0-2-5-15,-1 1-13 0,0-1-23 0,2 1-27 16,-1-1-33-16,-2-10-42 0,4 15-29 0,-1-8-39 15,-3-7-27-15,2 14-27 0,-2-14-154 0,-1 10-432 16,1-10 192-16</inkml:trace>
  <inkml:trace contextRef="#ctx0" brushRef="#br0" timeOffset="172445.78">6066 3517 179 0,'-4'-3'197'0,"-1"0"-28"15,5 3-21-15,0 0-19 0,0 0-15 0,0 0-9 16,12-9-5-16,6 8-14 0,7-2-12 0,10 3-14 16,15-1-31-16,3 1-24 0,3-2-63 0,3 0-51 15,-1 2-96-15,-3 0-222 0,0-2 99 0</inkml:trace>
  <inkml:trace contextRef="#ctx0" brushRef="#br0" timeOffset="172794.76">7362 3262 48 0,'0'0'212'0,"-1"-10"-12"0,1 10 0 16,-4-9-15-16,4 9-1 0,-9-1-7 16,9 1-2-16,-18 4-6 0,7-1-14 0,-1 1-12 15,-2 5-9-15,-1 0-16 0,2-1-13 0,-1 2-12 16,2 2-3-16,3-3-15 0,2 2-4 0,-1 0-8 15,2 0-7-15,3 1-5 0,1 1-5 16,0-2-16-16,2 2-6 0,2-1-11 0,3 3-6 0,0-4 1 16,4 4 0-16,0-3-10 0,4 2 2 0,-3-3 2 15,0 2-1-15,-4-4-2 0,2 1 2 0,0-1 0 16,-2-1-1-16,-1 2 0 0,2-2-1 0,-5 0 3 16,-1 0 3-16,-1-1 6 0,0 2-2 0,0-9 0 15,-5 17 2-15,-1-9-2 0,-2 1-2 0,-3-1 0 16,1-1-4-16,-6 1-7 0,1 1-15 0,-3 0-17 15,1-2-15-15,0-1-26 0,4-2-26 0,0 2-31 16,3-3-29-16,1-1-36 0,2 2-156 0,7-4-384 16,0 0 169-16</inkml:trace>
  <inkml:trace contextRef="#ctx0" brushRef="#br0" timeOffset="173010.4">7547 3475 48 0,'4'-2'219'0,"-4"2"-12"0,7-4-5 0,-7 4-14 16,0 0-5-16,0 0-10 0,0 0-2 15,0 0-11-15,0 0-9 0,6 13-10 0,-6-6-8 16,0-7-12-16,-4 17-9 0,4-17-13 0,-2 22-9 0,0-11-8 16,0 5-8-16,-1 0-7 0,2-3-32 15,-2 1-36-15,2 3-29 0,-3-5-46 0,0 3-54 16,3 0-48-16,0-3-196 0,-3-1-405 0,0 1 180 15</inkml:trace>
  <inkml:trace contextRef="#ctx0" brushRef="#br0" timeOffset="173179.91">7532 3319 36 0,'1'-9'104'16,"-1"9"-28"-16,7-3-19 0,-7 3-44 0,10 0-30 16,-1 6-29-16,1-2-48 0,0 2 22 0</inkml:trace>
  <inkml:trace contextRef="#ctx0" brushRef="#br0" timeOffset="173447.07">8033 3284 2117 0,'8'-9'8'0,"-3"-1"24"0,-3 0-10 0,2 1 9 16,1 0 8-16,-4 3 4 0,2 2 6 0,-3 4 5 15,4-10-3-15,-4 10 7 0,4-3 1 0,-4 3 2 16,0 0-6-16,0 0-4 0,2-7 9 0,-2 7 16 16,0 0 0-16,3 24 6 0,-3-8 4 15,0 10-5-15,0 2-5 0,-1 3-6 0,-1 0-8 0,1-2-7 16,-1 2-1-16,0 1-5 0,2-5-5 0,-2 2-3 15,-2-2-5-15,2 0 0 0,1-1-7 0,-1-2-11 16,-1-5-26-16,2 0-34 0,-3 0-31 16,3-2-40-16,0 1-36 0,-3 0-50 0,2-1-36 15,1-2-38-15,-1 1-173 0,-2-7-481 0,0-3 214 16</inkml:trace>
  <inkml:trace contextRef="#ctx0" brushRef="#br0" timeOffset="174087.09">7949 3517 41 0,'5'-3'147'0,"5"-1"-9"0,0 1-19 0,1 1-8 16,2 1-4-16,0-1-8 0,1 4-3 0,3-2-8 16,-3 2 4-16,-1 1-4 0,0 0-7 0,2 4-2 15,2 1 6-15,-1 2-6 0,2 2-5 0,-4-1-8 16,0 2-1-16,3 1-7 0,-4-3 1 0,1 2-7 15,-4 0 2-15,3-1-5 0,-7-2-2 0,0-1 3 16,5 1 1-16,-6-2 0 0,-2-2-8 0,-1 0-3 16,0 1 0-16,0-1-1 0,-2-6-3 0,1 8-3 15,-1-8-7-15,0 0 0 0,-4 9-6 0,4-9 0 16,-10 1-4-16,10-1 0 0,0 0-3 0,0 0-10 16,-18-7-8-16,14 3-10 0,4 4-4 0,-1-9-18 15,1 9-11-15,2-14-5 0,5 6-6 0,-1-3-4 16,8-2 8-16,-1 0-8 0,7-4-1 0,1 0 6 15,1 2-3-15,-1 0-6 0,-4 2 8 0,2 3 0 16,3-6 5-16,-5 5 8 0,-2 0 4 0,-1 0 6 16,-4 3 14-16,-1 0 1 0,0 2 16 0,-1 2 16 15,-2-1 9-15,-1 3 4 0,-5 2 7 16,5-5 4-16,-5 5 15 0,0 0-1 0,0 0 12 16,0 0 3-16,-15 16 11 0,2-4 6 0,2-1-1 0,-2 4-1 15,1-1-1-15,1 1 1 0,2 1-6 0,-1-4-6 16,0 3-6-16,3-1-6 0,2-3-5 0,0 0-4 15,2 0-4-15,1-1-4 0,3-1-5 0,0 2 0 16,1-7-12-16,3 5-10 0,3-3-17 0,2 1-6 16,2-2-4-16,4-4-7 0,2 2-11 15,2-5-3-15,-1 0-4 0,2 0 0 0,-2-5-3 16,-4 1 6-16,3-1 3 0,-5-2 2 0,2-1 5 0,-3 0 1 16,-3 1 4-16,-2-1 4 0,0-2 4 15,-2-3 6-15,-3 4 8 0,2 1 9 0,-2 1-3 0,0-1 10 16,-1 3 7-16,1 1 1 0,-2 6 2 0,0-10-5 15,0 10-5-15,2-7-2 0,-2 7 7 16,0 0 3-16,0 0 2 0,0 0-2 0,0 0-1 16,0 0-2-16,-10 27 1 0,6-17 2 0,2 2-7 15,-2 0-23-15,2 0-30 0,1 4-44 0,0-5-45 16,2 5-64-16,-2 1-186 0,1-6-405 0,0 0 180 16</inkml:trace>
  <inkml:trace contextRef="#ctx0" brushRef="#br0" timeOffset="175017.78">8887 3666 177 0,'0'0'208'0,"0"0"-15"16,0 0 3-16,5-3-2 0,-5 3-5 0,0 0-4 15,0 0-4-15,0 0-4 0,0 0-2 0,0 0-5 16,0 0-7-16,0 0-3 0,0 0-12 0,0 0-6 15,0 0-21-15,5-8-9 0,-5 8-14 0,0-8-9 16,0 8-14-16,1-8-4 0,-1 8-14 0,3-12-7 16,-1 5-2-16,1 1-9 0,-2-1-5 0,3-2-6 15,2-2-6-15,1-4-7 0,-2 6 3 16,0-4-8-16,3 4-6 0,-1 1-2 0,0-1 2 16,0 2-11-16,-1 2 4 0,-1 0-2 0,1 2 4 0,-6 3-7 15,10-4-2-15,-5 2 4 0,-5 2-4 0,12 4 3 16,-3 3-3-16,-3-2 4 0,3 1 5 0,1 3-8 15,-3 0 7-15,-1 1-2 0,2 1-2 0,-3-3 6 16,1 2-4-16,2 0 1 0,-2-4 2 0,0 3 3 16,-1-3 7-16,5 0-7 0,-3-1-6 15,4 1-8-15,-1-3-10 0,-2-1-2 0,1-2-3 16,3 0-4-16,-1-2-4 0,0 1-1 0,0-2 2 0,-1 0 9 16,-1-1-2-16,-3 1 3 0,3-4-1 0,-4 1 4 15,3-2 3-15,-4 0 2 0,-1 0 1 0,1-2 2 16,-3 0 1-16,-1 1 0 0,2-2 3 15,-2 3 2-15,0-4 0 0,0 4 1 0,0-3-2 16,0 11 0-16,-2-10 4 0,2 10-3 0,-1-10-1 16,1 10-1-16,0 0-2 0,0 0 0 0,0 0 2 15,0 0 2-15,0 0 4 0,0 0 4 0,-2 31 3 0,-2-17 7 16,0 4-3-16,3 0 3 0,-3-2 1 16,2 2-2-16,1-2-2 0,-1 0-2 0,-2-5 2 15,4-1 2-15,-2-1-7 0,6 1 3 0,-4-10 4 16,2 13-4-16,0-9 2 0,2 2-3 0,-4-6 2 15,9 7-4-15,-1-7-3 0,2 0-2 0,3-3-2 16,-1 0 1-16,5-1 6 0,-3 1-12 0,3-5 0 16,-1 0 0-16,1-1-1 0,-2 1-3 0,-4 3 6 15,5-3-4-15,-7-1 1 0,0 2 0 0,0 0 7 16,-3-1-5-16,1-1 2 0,-2 1-2 0,-1-2-1 16,-2 3 1-16,2-2 4 0,-4 2 0 0,0 7-2 15,3-9 0-15,-3 9 5 0,1-8-8 0,-1 8 4 16,0 0-5-16,0 0 8 0,0 0 7 0,0 0 7 15,0 0-1-15,0 0 3 0,-8 22 3 0,6-13-2 16,-2-1 1-16,3 3 1 0,-1-3-3 0,2 3 0 16,2-3-3-16,0 0-3 0,2-1 4 0,2 4 0 15,1-3-5-15,2-2 4 0,-2-1-3 0,3 0 1 16,2-4-2-16,0 2-5 0,0-2-5 0,1-2 0 16,2 1-2-16,-4-4-2 0,3 2 0 0,-4-2 1 15,0 0 0-15,2 2 1 0,-5-5-2 0,2 3 2 16,-2-4-3-16,0 4 5 0,-3-1 0 0,1-1 5 15,-1 0-7-15,-4 6 2 0,7-11-1 0,-5 5 11 16,-1 1-11-16,-1 5 0 0,7-8-2 0,-7 8 4 16,0 0-4-16,2-6 3 0,-2 6-1 0,0 0 8 15,0 0 2-15,0 0 17 0,0 0-3 0,0 0 7 16,0 0-1-16,0 0 4 0,0 0-1 0,-6 29-1 16,3-18-2-16,0-1-1 0,-1 1-3 15,0 1-5-15,1-2-21 0,-1 0-23 0,-1 2-30 16,0-3-41-16,2 1-51 0,-1-2-73 0,0 0-232 15,4-8-491-15,-11 13 218 0</inkml:trace>
  <inkml:trace contextRef="#ctx0" brushRef="#br0" timeOffset="175186.28">9379 3368 47 0,'0'0'88'16,"0"0"-36"-16,0 0-40 0,15-2-46 0,-15 2-35 15,23 7 16-15</inkml:trace>
  <inkml:trace contextRef="#ctx0" brushRef="#br0" timeOffset="175425.84">9872 3305 73 0,'5'-4'252'16,"-1"-2"-10"-16,-4 6-14 0,5-8-4 0,-5 8-3 16,4-6 11-16,-4 6-13 0,4-8-11 0,-4 8-22 15,0 0-14-15,6-3-22 0,-6 3-13 0,0 0 5 16,0 0 5-16,6 21-22 0,-3-2 17 0,-2-1-3 16,1 9-6-16,-1 2-11 0,-2 2-12 0,-1-3-4 15,1 2-19-15,0-3-4 0,-1 3-6 0,0-5-3 16,-2 1-16-16,3-7 7 0,0 0-22 0,-1 0-39 15,-1-1-38-15,-1-1-48 0,0 1-45 0,0-3-47 16,0 0-46-16,3-4-48 0,-2-1-43 0,-2-1-187 16,5-9-539-16,-5 9 239 0</inkml:trace>
  <inkml:trace contextRef="#ctx0" brushRef="#br0" timeOffset="175744.76">9876 3504 118 0,'4'-4'127'0,"-4"4"-12"0,10-5-8 0,-5 3-13 0,-5 2-7 16,13 2-3-16,-13-2 3 0,14 6 5 0,-6 0 0 15,0 1 0-15,0 3-2 0,0 0-4 0,-2 1-7 16,4 0 2-16,-3 2-6 0,1 0-4 0,-3-3-8 16,2-1-7-16,0 0-4 0,0 0-7 15,-1-1 0-15,4-1-7 0,-1 0 2 0,1-2 5 16,1 2 3-16,0-5 3 0,1 0 2 0,1 0 0 15,-3-2-5-15,1-2 4 0,0 0-1 0,1-2 5 0,-3 0-2 16,1 1 2-16,-3-3 6 0,0-2-6 0,1 1-2 16,-2-2 11-16,-1 1-6 0,-2 0-8 15,-2-3-10-15,0-1 3 0,-2 1-6 0,0 0-7 16,-3-1-17-16,-4-2-21 0,2 4-23 0,-2 2-23 16,-1 0-34-16,-7 2-35 0,3 3-34 0,-6 2-31 15,1 2-41-15,-4 4-127 0,-6 3-384 0,2 2 169 16</inkml:trace>
  <inkml:trace contextRef="#ctx0" brushRef="#br0" timeOffset="176144.81">10188 3762 171 0,'16'-6'195'0,"-2"1"-4"0,4-1-5 15,-1-1-3-15,0 1-1 0,-5 1-10 0,-1-1-15 16,4-4-9-16,-2 1-17 0,-4 2-12 0,3-6-12 15,-1 5-8-15,-2-5-12 0,-2 3-12 0,0 0-9 16,-4-3-5-16,1-4-4 0,-2 2-8 0,0 1-8 16,-3-3-4-16,-2 5-7 0,-3-4-1 0,-1 6 0 15,2-2 4-15,-2 4-2 0,2-1 7 0,1 4-3 16,0 0-3-16,4 5-2 0,-7-7-4 0,4 4-4 16,3 3-2-16,-7-5-5 0,7 5 0 0,0 0-2 15,0 0-3-15,-6-4 2 0,6 4-4 0,0 0 0 16,0 0-9-16,0 0-3 0,22 16-7 0,-12-10-6 15,8-2-4-15,-2 1-1 0,5 1 1 0,-1-1 2 16,2-2-2-16,-3 0 1 0,2 3 4 0,-6-1-2 16,-1 1 4-16,-4-1 0 0,-1 2 3 0,-1 0 4 15,-1 5 10-15,-3-3 4 0,0 2 6 0,-1 0 4 16,-3 1 5-16,0 1 0 0,-3-1 8 16,2 1-2-16,-2 2-3 0,-2 1 3 0,3-5-2 15,-2 0-1-15,1 1-4 0,2-2-5 0,0 3-11 0,1-4-32 16,0-9-41-16,4 23-54 0,1-15-81 0,1 1-228 15,3-4-466-15,3-1 207 0</inkml:trace>
  <inkml:trace contextRef="#ctx0" brushRef="#br0" timeOffset="177081.56">11941 3399 67 0,'-4'-12'291'0,"2"2"2"0,-2-1-4 0,0 1-10 16,0 0-9-16,1 5-31 0,3 5-7 0,-2-11-14 15,2 11-26-15,-4-7-20 0,4 7-24 0,0 0-14 16,0 0-10-16,0 0-2 0,0 0-5 0,-6 16-1 16,3 2-7-16,-3 10-4 0,2 0-13 0,-2 0-29 15,1 0 15-15,3 0-7 0,-2-2-4 0,-3 0-6 16,7-5-9-16,-3-2-2 0,1 5-2 0,2-5-3 15,-2 0-5-15,0-1 9 0,-2-2-21 0,4 3 5 16,-1-2-5-16,2 1-14 0,-1-2-18 0,-1 0-29 16,0 1-27-16,0 0-38 0,-4-2-40 0,3-4-32 15,-1 1-40-15,2-2-52 0,-2 2-44 0,-3-2-204 16,6-10-551-16,-9 18 244 0</inkml:trace>
  <inkml:trace contextRef="#ctx0" brushRef="#br0" timeOffset="177483.4">11963 3310 64 0,'22'-19'211'0,"3"2"-22"0,0 0-10 0,0 5-9 16,1 1-6-16,-1 2-15 0,4 3-8 0,-12 2-10 15,-4 3-17-15,0-2-13 0,-2 1-5 16,0 2-9-16,-1 1-11 0,-3 0-7 0,1 2-9 15,-4 0-4-15,3 1 1 0,0 4-3 0,-2 1 0 0,-1 3-7 16,-2 0 3-16,-2 4-3 0,-2-3-6 0,-2 2-7 16,-2-1-2-16,0-2 1 0,1 3-6 0,-1 1-4 15,1-5 0-15,-1-1-19 0,0 0-5 0,0 0-3 16,4 0-21-16,0 0-8 0,-2-1-12 16,4 0-9-16,0-2 3 0,4 1-1 0,-2 1-2 15,3-1 5-15,2 0 11 0,-3-2-4 0,5 1 7 16,-4 0 1-16,6 2 4 0,0-3 4 0,-2 1 3 0,-3-1 1 15,0 0 5-15,2 0 0 0,-3 0 6 0,-1-1 4 16,0-1 12-16,2 1 4 0,-6-5 15 0,4 9 3 16,-4-9 6-16,0 8 5 0,0-8 0 0,-7 12-2 15,2-8-3-15,-3 3-9 0,1-1-5 16,0-3-12-16,-2 1-14 0,0 1-26 0,1 0-36 16,3-2-40-16,-4 1-55 0,4-2-140 0,5-2-330 15,-11 3 146-15</inkml:trace>
  <inkml:trace contextRef="#ctx0" brushRef="#br0" timeOffset="177645.06">12659 3502 81 0,'9'-1'193'0,"1"1"-15"0,-10 0-18 0,19-1-25 15,-11 1-27-15,0 1-32 0,1 0-35 0,-4 2-22 16,4 1-27-16,-4-1-31 0,1 2-26 0,-2 2-82 15,-4-7-158-15,0 14 69 0</inkml:trace>
  <inkml:trace contextRef="#ctx0" brushRef="#br0" timeOffset="177776.73">12646 3644 15 0,'0'0'142'0,"0"0"-4"0,0 0-6 16,-5 6-10-16,5-6-1 0,0 0-3 0,0 0-4 15,0 0-1-15,0 0-9 0,0 0-5 0,11 9-3 16,-4-8-29-16,-7-1-22 0,27 1-38 0,-4-1-56 15,6-4-57-15,3 2-107 0,3-3-231 0,1-1 102 16</inkml:trace>
  <inkml:trace contextRef="#ctx0" brushRef="#br0" timeOffset="178601.44">13917 3227 33 0,'0'0'265'0,"5"-10"-5"0,-5 10-1 16,1-6-10-16,-1 6-15 0,0 0-20 0,1-7-20 15,-1 7-24-15,0 0-17 0,0 0-16 0,0 0-6 0,0 0 3 16,0 0 0-16,0 0-15 0,2 30 5 16,-2-14 2-16,-4 8-5 0,3-4-14 0,-3 6 8 15,0 0-18-15,2 0-7 0,-1-1-5 0,-2-1-10 16,3-5-5-16,0 0-3 0,-2 0-8 0,3-2-18 15,-3 2 3-15,4-4 10 0,-2 1-10 0,0-5 0 16,2 2-8-16,0 2-5 0,-2-3 0 0,2 0-1 16,-1 0 0-16,-1-2-7 0,4 2-18 0,-2-1-19 15,0-4-26-15,1-1-43 0,1 3-37 0,-4 0-29 16,2-9-27-16,0 15-45 0,2-9-47 0,-2-6-37 16,0 12-172-16,0-12-516 0,0 0 228 0</inkml:trace>
  <inkml:trace contextRef="#ctx0" brushRef="#br0" timeOffset="178997.85">14254 3392 207 0,'0'0'206'0,"0"0"-10"0,0 0-3 0,0 0 0 15,0 0-3-15,0 0-5 0,-22 15-7 16,15-6-8-16,0 2-11 0,-4 2-12 0,2-1-6 15,0 2-14-15,0 2-9 0,0-3-16 0,4 2-14 0,-1-1-5 16,4-2-4-16,-2 0-10 0,3 0-3 0,1 0-6 16,3-2-8-16,-2-1-8 0,2 1 3 0,1-2-13 15,2 3 5-15,3-4-7 0,1-1 1 0,-1 0-5 16,4-1-4-16,-2-2 0 0,-2 1-5 16,5-2 1-16,-3-2-6 0,3 0 2 0,-3-2-1 15,0 0-4-15,0-1 4 0,-1-1-4 0,0-2 1 0,-1-2-5 16,1 0 1-16,-2-2 1 0,-3 1 3 0,2-1-4 15,-3-2-3-15,-1-1-2 0,2-4-3 0,-4 2 3 16,4-2 1-16,-7 0-11 0,2 2 11 0,-1 0 1 16,1 4-1-16,-6-6-13 0,4 7 14 15,-3-1-1-15,0 3-2 0,1-1-3 0,-1 2-1 16,-3-2 0-16,1 5-2 0,0 0-15 0,-2 1-13 16,1 1-26-16,0 0-28 0,-1 2-35 0,9 0-50 15,-20 5-49-15,9-1-52 0,2 2-149 0,1 0-457 0,8-6 202 16</inkml:trace>
  <inkml:trace contextRef="#ctx0" brushRef="#br0" timeOffset="179399.58">14741 3398 77 0,'0'0'230'0,"0"0"-13"16,0 0-12-16,5 3-9 0,-5-3-12 0,0 0-8 15,0 0-6-15,0 0-7 0,-16 20-9 0,12-11-13 16,-1 1-13-16,-3 1-4 0,0 2-8 0,-1 1-10 16,2 0-10-16,1-2-6 0,-1 1-13 0,2-2-7 15,1-1-6-15,4 2-5 0,-3-2-7 0,3 0-2 16,1-3-6-16,1 4-3 0,3-1-2 0,0 0 0 16,1-1 1-16,3-2-7 0,0-1 10 0,3 2-6 15,-1-3-1-15,6-1 2 0,-4 0-4 0,1-2 4 16,-1-2-19-16,-1 0 16 0,1-2 1 0,0 0 3 15,0-1 3-15,-3-1-5 0,0-2-5 0,1 0 4 16,0-1-4-16,-3-2 0 0,-3-2 0 0,4 1-3 16,-4-1-8-16,0 0 13 0,0-5-2 0,-2 2 0 15,-1 1-9-15,-1-4-2 0,-2 1-3 0,1-1-4 16,-2 2-2-16,-1 3 0 0,-1 0-1 0,-2 0-2 16,2 1 0-16,-4 2-20 0,1 3 5 0,-4-1-13 15,1 0-12-15,-4 2-11 0,1 2-24 0,-5 2-26 16,2 2-37-16,-5 4-40 0,1 2-51 0,3 0-66 15,-6 8-212-15,5-7-539 0,3 3 239 0</inkml:trace>
  <inkml:trace contextRef="#ctx0" brushRef="#br0" timeOffset="189591.69">5458 4369 249 0,'0'0'271'0,"0"0"-3"0,0 0-22 15,0 0-16-15,0 0-14 0,0 0-15 0,0 0-18 16,-4-10-11-16,4 10-15 0,0 0-9 0,0 0-10 16,0 0-10-16,-23 9-7 0,13-3-6 0,-1 1-6 15,-5 4-12-15,-6 6-1 0,3 2-7 0,0-1-7 16,0 2-6-16,0 3-8 0,1-1-6 0,1 5-4 16,1-4-6-16,0-1-7 0,5 3-1 0,0-3-4 15,4-5-2-15,0 2-9 0,1 0 6 0,2 0 3 16,3-2-17-16,0 2 1 0,3-2 1 0,1 0-7 15,3 0 2-15,0-1-5 0,3-2-4 0,2 1-4 16,3-1-14-16,0-3-10 0,4 1-11 0,-2-3-21 16,2 0-22-16,1-1-22 0,-1-2-22 0,0-1-26 15,1 0-26-15,-2 1-32 0,1-4-26 0,-4-2-12 16,-1-2-22-16,-2 2-138 0,-1-3-433 0,-2-2 191 16</inkml:trace>
  <inkml:trace contextRef="#ctx0" brushRef="#br0" timeOffset="189861.45">5509 4489 2 0,'1'-7'204'16,"-1"7"-7"-16,-1-12-15 0,1 12-16 0,4-10-16 16,0 7-12-16,-4 3-9 0,10-4-10 0,-3 4 2 0,-7 0 0 15,22 7-3-15,-10 0 2 0,2 5 13 16,2 2-10-16,-3 2-7 0,1 0-3 0,2 5-4 0,-1 2-5 15,-6-7-7-15,1 9-7 0,-1-7-12 16,-3 0-2-16,0 2-1 0,-3-3 1 0,1 1-13 16,-2-1-6-16,-1 1-6 0,-1-1-4 0,-1 0-2 15,1 2-5-15,-4-3-1 0,0 0-25 0,-1-1-8 0,-2 0-24 16,-3-2-23-16,0 1-28 0,0-3-35 16,-6 2-30-16,3-4-52 0,-2 1-31 0,-1-3-208 15,-4 0-461-15,1-3 203 0</inkml:trace>
  <inkml:trace contextRef="#ctx0" brushRef="#br0" timeOffset="190022.13">5321 4778 70 0,'0'0'214'0,"3"-8"-18"0,-3 8-20 0,5-4-10 16,-5 4-14-16,10-5-9 0,1 5-7 0,0-1-15 15,4 1-15-15,3 0-2 0,5 0-15 0,5 3-6 16,3-1-23-16,1 2-51 0,-2 0-61 0,5 0-66 15,-3 1-159-15,0 2-298 0,1 0 132 0</inkml:trace>
  <inkml:trace contextRef="#ctx0" brushRef="#br0" timeOffset="190351.79">6300 4717 256 0,'0'-12'318'0,"-1"2"-13"0,1-2-8 0,-3 2-2 15,3 3-7-15,0 7-9 0,0-11-25 0,0 11-17 16,0 0-23-16,0-10-26 0,0 10-19 0,0 0-26 16,0 0-10-16,0 0-2 0,0 0-19 0,0 0-8 15,0 0-8-15,0 43-5 0,-2-17-6 0,-1 0-13 16,1 1-6-16,-1 1 1 0,0-2 3 0,1-1-18 15,1-5-2-15,-2 3-7 0,0-3-4 0,2-2-10 16,0 0 6-16,1-2-9 0,-1 1 5 0,2 0-12 16,-2-6-29-16,2 1-24 0,-1 1-23 0,0-4-32 15,1 1-24-15,-1 0-34 0,1-3-25 0,-1 1-26 16,0-8-30-16,2 14-34 0,-2-10-18 0,0-4-14 16,-2 10-158-16,2-10-490 0,-3 5 218 0</inkml:trace>
  <inkml:trace contextRef="#ctx0" brushRef="#br0" timeOffset="190586.23">6309 4625 13 0,'12'-14'167'0,"-1"-1"-4"0,-1 4-14 0,-1 3-11 16,3 3-8-16,-5-1-15 0,1 4-4 0,0 2 0 15,2 2 2-15,0 5 6 0,-1 0-1 0,1 0-3 16,-2 3-8-16,0 1-7 0,-3-1-4 0,0 6-5 15,0 1 0-15,-4-2-5 0,-1 2 1 0,-4 1-5 16,-3 0-5-16,-1 0-4 0,-2-2-7 0,-2 1-10 16,1-1-6-16,-3-1-17 0,-2-2-27 0,0 0-28 15,2-2-38-15,-3-2-41 0,2 0-42 0,5-2-49 16,-2-2-166-16,1 1-388 0,3-3 173 0</inkml:trace>
  <inkml:trace contextRef="#ctx0" brushRef="#br0" timeOffset="190880.32">6438 4783 106 0,'5'3'175'0,"-5"-3"0"0,8 3-4 16,-3 0-4-16,-5-3-8 0,8 6-10 0,-2-3-7 16,1 1-5-16,0-1 2 0,2 0-11 0,0 1 0 15,1-1-7-15,4-1-1 0,-2-2-9 16,0 1-4-16,0-2-3 0,0 1-5 0,0-3-3 15,-1 1-12-15,-1-2-5 0,-1 1 5 0,-3 1-4 16,2-4-5-16,-8 6-1 0,11-9 1 0,-8 3-2 0,-3 6-2 16,2-13-4-16,-2 4-6 0,0 9-19 0,-1-20 1 15,-4 11-2-15,0 0-8 0,-1-1-5 16,6 10-11-16,-9-11-14 0,1 3-7 0,-2 4-23 0,3 0-15 16,1 1-20-16,-2 3-24 0,8 0-32 15,-22 0-38-15,12 4-36 0,0 0-30 0,1 1-40 16,-1 2-138-16,1-1-431 0,9-6 191 0</inkml:trace>
  <inkml:trace contextRef="#ctx0" brushRef="#br0" timeOffset="191091.21">6805 4659 26 0,'6'-3'278'0,"-2"-2"-3"0,1 0-1 0,0 1-12 15,-5 4-9-15,0 0-12 0,0 0-17 0,11-8-17 0,-11 8-20 16,0 0-20-16,0 0-13 0,0 0-3 15,0 0-13-15,6 18-8 0,-5-7-13 0,-2 4-6 0,-2 2-15 16,1 2-9-16,-1 1-7 0,-1-1-10 16,4 1-4-16,2-1-14 0,-4-1-27 0,2 2-41 15,-3-4-41-15,1 1-37 0,1 0-42 0,1-1-52 16,-1-4-53-16,-2-2-35 0,1 4-169 0,-1-5-480 16,2 1 213-16</inkml:trace>
  <inkml:trace contextRef="#ctx0" brushRef="#br0" timeOffset="191477.84">6993 4808 71 0,'2'-7'244'0,"3"-2"3"15,-1 0-2-15,3-2-11 0,-1 3-4 0,2-3-15 16,-3 4-12-16,4-2-16 0,-2 3-14 0,1-1-12 15,0 1-23-15,-1 2-9 0,0 2-19 0,-1 1-10 16,-6 1-13-16,14 0-9 0,-4 3-8 0,-1 0-8 16,0 4-4-16,-1 0-6 0,0 3-4 0,-2-1-6 15,2 5-6-15,-4-3-13 0,4 3-18 0,-5 3-24 16,1-3-48-16,-4 0-59 0,1 1-48 0,0-3-66 16,-2 2-197-16,1-4-474 0,0-10 209 0</inkml:trace>
  <inkml:trace contextRef="#ctx0" brushRef="#br0" timeOffset="191715.08">7409 4443 247 0,'2'-10'317'0,"-2"1"-16"15,1 2-18-15,-1 7-12 0,2-8-32 0,-2 8-14 16,0 0-12-16,0 0-6 0,0 0-8 0,0 0-21 0,-2 33-9 15,1-8 1-15,-1 1-30 0,2 4-18 0,-3 0-3 16,3-1-22-16,0 0-6 0,0 2-5 0,0-2-9 16,0-2-5-16,-2 0-21 0,1-1-31 0,1-2-37 15,0-4-46-15,0-1-46 0,-1-2-54 16,-3 1-57-16,4-6-72 0,-4 0-213 0,3-2-548 16,1-10 243-16</inkml:trace>
  <inkml:trace contextRef="#ctx0" brushRef="#br0" timeOffset="191873.86">7299 4663 118 0,'0'0'249'0,"0"0"-27"0,2-8-23 16,-2 8-19-16,0 0-15 0,10-6-20 0,-1 4-18 0,-9 2-16 16,29-2-27-16,-8 2-42 0,8 0-52 15,6-2-69-15,0 1-70 0,-1 2-85 0,1 1-254 16,1-2 112-16</inkml:trace>
  <inkml:trace contextRef="#ctx0" brushRef="#br0" timeOffset="192285.23">8255 4618 62 0,'2'-10'320'0,"-2"3"-25"0,0 7-18 16,-3-12-18-16,3 12-15 0,-5-7-11 0,5 7-26 16,-10-2-8-16,10 2-12 0,-18 5-15 0,6 3-5 15,-3 5-6-15,-8 8-8 0,1 2-14 0,1 1-16 16,0 0-12-16,4 1-13 0,2 0-7 0,5 0-5 16,1 0-17-16,3-6-2 0,2 0-6 0,3 0-9 15,2 1-17-15,4-2-22 0,4-1-16 0,1-2-32 16,2 0-30-16,4-2-38 0,3-2-36 0,-1-2-41 15,8 3-43-15,-5-9-27 0,8 0-19 0,-4-2-167 16,-3-4-472-16,0-1 209 0</inkml:trace>
  <inkml:trace contextRef="#ctx0" brushRef="#br0" timeOffset="192565.04">8432 4814 19 0,'0'-9'166'0,"0"0"12"0,0 2 8 0,0 7 3 15,-3-8-12-15,3 8-14 0,0 0-14 0,-2-9-16 16,2 9-11-16,0 0 0 0,0 0-1 0,-17 16-10 15,12-8-9-15,-2 3-15 0,0 0-4 0,3-2-6 16,2 3-10-16,0-2-8 0,2 4-5 0,0-4-4 16,3 0-1-16,1 0 7 0,2 1 1 0,0 0-5 15,2-5 5-15,1 1-4 0,4-2 1 0,0-1-7 16,1-2-1-16,2-1 1 0,-2 0-1 0,-1-2 1 16,-1 0-5-16,0-3-1 0,0 0 0 0,-3-3-2 15,0 1 2-15,-3-3-5 0,-2-1-8 0,0-1-8 16,-2 1 0-16,-2-2 0 0,-2-1-14 0,-5-3-25 15,1 0-25-15,-2 2-13 0,-1 5-13 0,0-4-20 16,2 3-11-16,-1 4-17 0,-2-2-26 0,2 0-23 16,-2 5-16-16,-3 4-10 0,3 1-3 0,0 4-134 15,-4 5-357-15,2 1 158 0</inkml:trace>
  <inkml:trace contextRef="#ctx0" brushRef="#br0" timeOffset="193681.42">8662 5043 190 0,'15'-9'195'0,"-2"-1"5"15,1 0-3-15,-5 0-9 0,0-3-11 0,-3 1-11 16,3-1-17-16,-2-2-6 0,-5-2-15 0,3 1-10 16,-2 0-4-16,-2-4-12 0,-1 2-10 0,-1 0-9 15,-3-1-9-15,0 0-3 0,-1 0-2 16,0 2 3-16,-4 0 4 0,3 7-2 0,-3-4-2 0,1 4 1 15,-1 3-1-15,0 0-5 0,1 1-4 0,2 1-5 16,0 2-9-16,-1-1-7 0,7 4-6 0,-11-4-3 16,11 4-9-16,-8-4-8 0,8 4-13 0,0 0-3 15,0 0-2-15,0 0 1 0,0 0-11 16,0 0-4-16,24 15-7 0,-10-11 4 0,4-2 3 16,4 2 7-16,-2 0-6 0,0-2-1 0,-2 0 5 0,-6-1-4 15,4 2 0-15,-5-2 7 0,2 1-6 0,-4 1 3 16,-1 0 2-16,2 3 6 0,-5-2 10 0,0 2 8 15,-1 1 5-15,0 0 9 0,-3 1 7 0,2 2 0 16,-2 0 2-16,0 1 0 0,-1 0-1 0,0 1-3 16,0-1-2-16,0 0-2 0,0-1 1 15,1 2-3-15,-2-1-5 0,2 0-6 0,1 0 3 0,3-2-1 16,-3 1-3-16,3-2-3 0,1 3 6 0,1-4-13 16,3-1-2-16,1 0 3 0,-1-2-1 15,1 2-5-15,1-3-4 0,1-1-3 0,1-1-8 16,-1-2-4-16,-1 1-3 0,0-2-4 0,1-4 0 15,-1 2-2-15,-3-3-2 0,-1-1-1 0,1 0-5 16,-3-4-2-16,2-1 1 0,-4-3 6 0,1 1-1 0,-1-2 11 16,-4-1-2-16,-4-1 0 0,1-1-1 0,-3 5 6 15,1-3 11-15,-2 4 16 0,2 3 13 0,-1 0-3 16,0 1-3-16,0 3 0 0,4 1 0 0,-1 1 0 16,3 5-4-16,-4-8-2 0,4 8-1 15,-3-6-5-15,3 6-7 0,0 0 5 0,0 0-12 16,-2-9-6-16,2 9 2 0,0 0 2 0,13-1-1 0,-13 1 4 15,21 5 2-15,-10-1 1 0,1 0-3 0,-2-1 0 16,0 4-2-16,0-1 13 0,2 1-12 16,-3 2 8-16,0 0 10 0,-3 2-3 0,2 2 14 15,-4-3 0-15,1 8 3 0,-3-3 0 0,1 1 10 16,-3-1-7-16,-1 2 1 0,-2-2-1 0,2-1-4 16,2-3 1-16,2 2-6 0,-3-2-3 0,0 1 3 0,1-1 0 15,-1-11-1-15,4 16-1 0,-3-9-1 16,-1-7-7-16,9 13 3 0,-3-9-2 0,2 3 3 15,1-5 1-15,2 3-6 0,0-4 0 0,4-1-3 16,-4-1 4-16,7-3-1 0,-1 1-1 0,2-1-2 16,-3-2-4-16,-3-1 0 0,3-4-1 0,-1 1-4 15,1-2 1-15,-6 4 1 0,1-5 1 0,-3-2-3 0,-2-1 3 16,3 1 0-16,-2 0 1 0,-2-2 6 16,-3 1-11-16,1-3 1 0,-2 7 3 0,0 0-1 15,-1 1 4-15,0 1-2 0,0 4 5 0,0 6 0 16,0-12 7-16,0 12 0 0,2-7-4 0,-2 7-1 15,0 0 3-15,0 0-2 0,0 0 0 0,-28 16 2 16,13-4 6-16,0 2-7 0,2-1 1 0,3 3-1 0,-1 0-1 16,2 0 14-16,1-3-20 0,3 0 0 15,1 1 4-15,-1-3 0 0,5 1-3 0,0-3 5 16,3 3 7-16,3-5-8 0,0 2-1 0,5-3-3 16,0-1-1-16,7 0 2 0,-4-3 0 0,4-2-3 15,0 0 5-15,2-1-4 0,2-1 3 0,-4-2-4 0,1-2-6 16,-2 1 8-16,-3-4-3 0,-2 2 1 15,3-2-1-15,-5 1 1 0,0-5-2 0,0 0 0 16,0 1 0-16,-2-4-11 0,0 1-1 0,1 0 0 16,-3-1-3-16,-1 4 6 0,-1 2 1 0,0 0 8 15,-2 2-2-15,2 3-6 0,-1-1 2 0,-3 6-3 16,1-8 0-16,-1 8 0 0,0 0 4 0,0 0 4 0,0 0 11 16,0 0 6-16,0 0 1 0,-9 30 5 15,7-19 1-15,-5 5 0 0,0-1 3 0,-1 3 14 16,1 0-19-16,0-2 4 0,0 3-9 0,-1-2 0 15,1 1 3-15,2-1-4 0,0-2-21 0,2-4-26 16,-2 1-33-16,3-2-41 0,-1 0-54 0,1 0-57 16,3-3-48-16,-1-7-227 0,0 0-537 0,1 17 237 15</inkml:trace>
  <inkml:trace contextRef="#ctx0" brushRef="#br0" timeOffset="193942.35">9880 4606 199 0,'4'-17'281'16,"-2"6"5"-16,1-1 2 0,-2 3-2 0,-1 9-7 15,6-11-26-15,-6 11-23 0,3-10-24 0,-3 10-23 16,0 0-25-16,0 0 4 0,0 0-6 0,10 21-2 16,-5 4-4-16,-2 6-5 0,-1 1 0 15,-2 2-21-15,0 12-8 0,-1-11-11 0,-1 12-8 0,0-12-5 16,0-2-13-16,0 1-7 0,0-1 0 0,2-1-11 15,-4-4-8-15,0 1-31 0,0-4-38 0,1-4-29 16,1-2-40-16,0-4-42 0,-1 3-27 0,2-5-48 16,1 5-40-16,-3-9-32 0,1 2-29 0,-1-2-198 15,3-9-543-15,0 0 240 0</inkml:trace>
  <inkml:trace contextRef="#ctx0" brushRef="#br0" timeOffset="194164.72">9944 4763 17 0,'14'-10'183'0,"0"0"-3"0,-1 4-8 0,-2 3-10 0,2 3-10 15,-3 0-7-15,-10 0 3 0,22 6-2 0,-12 0-3 16,0 1-6-16,0 5 1 0,-2-4-6 0,-3 4-9 16,0-1 2-16,-2 0-8 0,-1 2 1 0,-3-1-10 15,0 0-2-15,-2 0-12 0,-3 0-10 0,1 0-4 16,0-1-16-16,-3-3-19 0,5 1-35 0,-7 1-42 15,4-3-45-15,-3-1-54 0,9-6-55 0,-10 7-60 16,2-4-131-16,8-3-407 0,-11 1 181 0</inkml:trace>
  <inkml:trace contextRef="#ctx0" brushRef="#br0" timeOffset="194700.83">10152 4815 5 0,'0'0'183'0,"0"0"3"15,0 0-3-15,0 0-11 0,0 0-7 0,-8 24-12 16,5-14-12-16,1 0-15 0,2 0-9 0,0 0-16 16,0-1-1-16,2 2-13 0,-1-1-8 0,3-1-7 15,3 3 5-15,1-4-14 0,1 0-1 16,-1 0-3-16,3-1-3 0,-2-2-2 0,1 0-3 16,3-2-4-16,-1-1-10 0,-1-2 0 0,-1 0-6 15,-2-1-9-15,0 0 1 0,2-4-4 0,-3 0 0 0,-1-2-1 16,-1 0-1-16,2-3-6 0,-3 0 3 0,-3-2 0 15,2 0-7-15,-2 1 2 0,-2-5-1 0,2 0-1 16,1 6 0-16,-1-4-2 0,-2 2-3 16,1 0 6-16,1 2 4 0,1 1 2 0,0-1-2 15,-1 3 2-15,-1 7 0 0,3-10-6 0,-1 6 1 0,-2 4-4 16,10-1 1-16,-10 1-2 0,14 6 3 0,-5 1-1 16,3 0-4-16,-3 2 2 0,-2 3 7 0,4 2 4 15,-4-3 6-15,2 3 2 0,-2 1 10 16,0-1 5-16,-3-4-4 0,1 2-2 0,-2-5 2 15,-1 1 0-15,1-2 0 0,-2-1 7 0,-1-5 2 16,3 9 0-16,-3-9 2 0,2 7 4 0,-2-7 9 0,0 0 1 16,0 0-6-16,0 0-2 0,0 0-9 0,0 0-5 15,0 0-3-15,0 0 0 0,8-19-6 0,-3 10-3 16,0-1-6-16,4-1-1 0,3-3-4 16,-1 0-7-16,8-4 3 0,-5 4-5 0,2 0 2 15,0 1 2-15,2 1-7 0,-2 2-3 0,-6 1 8 16,0 4 3-16,-2 1-5 0,1 0 1 0,-3 2-2 0,-6 2-3 15,11 1 0-15,-11-1 1 0,11 7 0 0,-7-3-1 16,-1 3-1-16,0 3 1 0,-1 1 1 16,-2 0-8-16,-1 1-16 0,1 0-41 0,-4 5-47 15,-1-1-78-15,2-4-93 0,-4-2-250 0,2 6-575 16,2-6 254-16</inkml:trace>
  <inkml:trace contextRef="#ctx0" brushRef="#br0" timeOffset="195443.32">11034 4756 2474 0,'-1'-11'186'0,"-2"4"-90"0,-1 2-27 0,4 5-24 16,-8-10 3-16,2 6 10 0,6 4 1 0,-14 2 3 16,2 2 7-16,0 2 2 0,-2 4 2 0,-3 0 7 15,-2 8-4-15,4-4-10 0,0 4 0 0,2-1-8 16,1-1-3-16,-2 0-6 0,9 0-4 0,-2 0-12 15,4 1 5-15,-1-1-6 0,4-6-1 0,0 3 1 16,1-4-4-16,0 0 2 0,3 1-6 0,3-2 0 16,3-3 1-16,0 1 4 0,2-3-10 0,1-2 1 0,0-2-1 15,3 0-5-15,-5-3 0 0,2 2 3 16,0-4-5-16,-3-3-8 0,3-3 6 0,-3-1-2 16,-2-1-4-16,2-3 6 0,-4-1-1 0,-2-1-1 15,0-5-3-15,1-1-4 0,-1 0 4 0,-1-4-3 16,4 2-3-16,-5-2 6 0,4 2 5 0,-2-1-3 15,-1 0-1-15,3-2 10 0,-3 3 3 0,0 8 5 16,2 1 7-16,-1 1 2 0,-2 5 6 0,-2 0-2 16,2 2 2-16,-1 5 3 0,0-2-10 0,-1 7-8 15,1-8-8-15,-1 8 0 0,0 0-5 0,0 0-3 16,0 0-3-16,0 0 7 0,-1 29 7 0,-4-4 0 16,0 6-3-16,-3 0 4 0,2 2 0 0,1-1 4 15,-2-1-3-15,3 0 4 0,3-2-8 0,-4-1 0 16,4-1-6-16,1-1 2 0,1 1 2 0,2-10-3 15,0 2-2-15,0-2 3 0,0-6-6 0,2 0 7 16,0 1-1-16,0-4-6 0,4 2 1 0,0-4 0 16,2-2 1-16,2 1-5 0,5-2 3 0,-1-3-3 15,-1 1-9-15,5-5-1 0,-2-1-2 0,-2 0-6 16,0-5-3-16,1-1-1 0,-1 0 1 0,-2-2-6 16,-1-1 4-16,-1-1-3 0,0-7-10 0,-3 6 0 15,-2-1-8-15,1 1 10 0,-4 5 1 0,0 0 10 16,-2-1 1-16,-1 2-2 0,1 3-2 0,-2 2 13 0,-1 5 1 15,4-10-6-15,-4 10-2 0,0 0 2 16,-5-9-13-16,5 9 5 0,0 0-3 0,-18 12 8 16,6-5-7-16,2 7 3 0,-3 0 3 0,3-1 2 15,2 1 2-15,1 3-8 0,0-2-2 0,5 2-4 16,-2-2-8-16,4 2-2 0,1 0-8 0,2 0 3 16,-1-2 7-16,3 2 2 0,0-1 5 0,2-1-1 15,-2-3 5-15,0-1 2 0,0-1-8 0,2 0 11 16,-2 0-1-16,-1-1 5 0,-2-4 1 0,0 1-17 15,0 0 1-15,-2-6-3 0,3 10 7 0,-3-10-2 16,-3 9 8-16,3-9-19 0,-9 6-20 0,-1-2-27 16,0-1-32-16,-3 0-36 0,-5-4-32 0,5 1-60 0,0-1-232 15,1 0-520-15,-1-2 231 0</inkml:trace>
  <inkml:trace contextRef="#ctx0" brushRef="#br0" timeOffset="195744.89">11912 4465 275 0,'6'-6'282'0,"-2"0"-16"0,0 3-3 0,-4 3-4 16,7-5-14-16,-7 5-11 0,0 0 3 0,0 0-15 15,0 0-8-15,6 19 1 0,-6 6 1 0,0 5-3 16,-3 1-15-16,-2 1-7 0,-1 4-14 0,-1-4-13 15,1 3-5-15,-1-2-10 0,-1-3-11 0,2 0-13 16,0 0-10-16,-1-2-12 0,2-3-11 0,2-1-5 16,1-5-13-16,0-2-4 0,0-1-5 0,0-1-10 15,1-1-6-15,1-4-19 0,0-1-26 0,1 2-32 16,-1-3-41-16,4-2-31 0,-2-1-35 0,-2-5-34 16,5 8-34-16,0-4-32 0,-5-4-35 0,11 1-45 15,-11-1-36-15,16-4-202 0,-11 1-597 0,3-4 265 16</inkml:trace>
  <inkml:trace contextRef="#ctx0" brushRef="#br0" timeOffset="196176.43">11818 4761 154 0,'-3'-4'259'0,"3"4"-22"0,-10-4-6 0,10 4-3 16,-6-3-14-16,6 3-4 0,0 0-20 0,0 0-16 15,0 0-18-15,0 0-12 0,0 0-4 0,27-4-20 16,-7 5-13-16,10 0-13 0,2 1-8 0,3-2-9 15,-1 1-8-15,2-1-6 0,-1 0-9 0,-6-1-6 16,-3 1-2-16,-4 0-1 0,-9 0-1 0,1 0-15 16,-5 0-4-16,1-2 2 0,-3 4-3 0,-7-2 3 15,12 0 1-15,-12 0 3 0,5 1-7 0,-5-1 7 16,0 0 6-16,-1 10-1 0,1-10 2 0,-10 17 1 16,2-7 3-16,1 1-1 0,-2 1-5 0,1-2-5 15,0 5-1-15,2-2 3 0,1-2 3 0,1 1-11 16,0-2-3-16,4 0-2 0,0 0 5 0,0 1-11 15,2-3 7-15,1 2 3 0,3-3 5 0,1-2 8 16,4 2 2-16,0-3-7 0,0-1 3 0,3 0-2 16,3-3-5-16,-4 0 1 0,6-3-2 0,-3 2-1 15,-3-3-5-15,3-2-2 0,-2-3 1 0,0-3-5 16,-4 5-1-16,-1-3-3 0,-1-3 13 0,0-2-18 16,-4-1 0-16,-1-2 3 0,-1 0-1 0,0 1-3 15,-4 1 3-15,-1-2-1 0,-1 1-4 0,0 2-1 16,-4-1-3-16,-1 1-2 0,1 6 4 0,-3-4-11 15,-3 6-21-15,-3 0-17 0,-2 4-35 0,-10-1-42 16,0 4-40-16,-1 4-61 0,2 0-79 0,0 5-276 16,6-2-629-16,4-1 279 0</inkml:trace>
  <inkml:trace contextRef="#ctx0" brushRef="#br0" timeOffset="197703.68">13818 4564 183 0,'-2'-5'244'0,"2"5"-18"16,-5-12-1-16,1 7-4 0,4 5-3 0,0-11-4 15,0 11-8-15,0 0-16 0,-3-8-15 0,3 8-13 16,0 0-28-16,0 0-18 0,0 0-11 0,0 0-17 16,0 0-5-16,0 0-10 0,0 0-7 0,0 0-4 15,10 20-6-15,-3-8-8 0,-1 6-4 0,1 7-2 16,5-2-7-16,-4-4-2 0,-1 4-3 0,-1-4-4 16,4-1-3-16,-1 7 2 0,0 0-6 0,-5-8 0 15,5 0-2-15,-2-1 1 0,-1-2-2 0,-1-1-6 16,-1-3 9-16,1 0-10 0,0 0 2 0,-1-1-2 15,1-2-4-15,-3-1 4 0,0-2 0 0,0 2 1 16,-2-6-4-16,7 8 4 0,-7-8 1 0,0 5 2 16,0-5 9-16,0 0 8 0,4 4 15 0,-4-4 11 15,0 0 16-15,0 0 12 0,0 0-6 0,0 0-15 16,12-13-3-16,-6 5-4 0,-1-4-8 0,4-4-4 16,-2 0-6-16,2-4-4 0,1-2-5 0,0-4 3 15,-3 3-13-15,3 0 4 0,-3-2-4 0,3 1-1 16,1 1-5-16,-5 3 2 0,1 3-13 0,-2 0 2 15,-1 1-3-15,1 0-5 0,-3 6-1 0,0 0-8 16,2 4-19-16,-3 1-31 0,-1 5-32 0,4-10-34 16,-4 10-38-16,0 0-36 0,0 0-18 0,0 0-20 15,0 0-18-15,3 19-30 0,-6-2-171 0,3 1-498 16,0-3 220-16</inkml:trace>
  <inkml:trace contextRef="#ctx0" brushRef="#br0" timeOffset="197937.39">14384 4711 53 0,'0'0'240'0,"-13"-5"3"16,7 3-5-16,6 2-7 0,-10-3-9 0,10 3-15 16,-17 5-14-16,5-2-5 0,1 2-13 0,-4 5-14 15,2 0-12-15,0 2-3 0,2 1-14 0,-2 1-7 16,1 1-15-16,3-1-11 0,2 2-10 15,1 0-6-15,-3 3-7 0,6-4-9 0,1 2-9 16,0 0-21-16,4-1-23 0,2-1-34 0,-2-3-44 0,6 2-53 16,1 1-59-16,4-4-66 0,3-1-212 0,0-3-490 15,1-2 217-15</inkml:trace>
  <inkml:trace contextRef="#ctx0" brushRef="#br0" timeOffset="198322.67">14708 4772 189 0,'0'0'218'0,"-5"-9"-15"16,5 9-15-16,-13 1-7 0,13-1-15 0,-18 8-4 15,8-1-14-15,-1 0-9 0,-4 6-10 0,2-2-13 16,1 0-12-16,3 2-11 0,4-1-4 0,-3-2-10 16,5 2-8-16,-2-1-9 0,3-1-6 15,0 0-9-15,4 1-14 0,0-1-12 0,2-2-13 0,0 1-7 16,4-3-9-16,-1 2-5 0,0-5-10 0,0 0 0 15,0 0 2-15,-1 0-1 0,-6-3 9 0,11 3 1 16,-4-1 0-16,-7-2 1 0,0 0 9 0,0 0 5 16,11-7 2-16,-11 7 12 0,0 0 10 15,0 0 16-15,2-5 10 0,-2 5-7 0,0 0 4 0,0 0-5 16,0 0 6-16,-22-5 2 0,22 5 0 0,-13 3-4 16,13-3 7-16,-15 3-2 0,5 1 7 0,2 1-3 15,-1-1 10-15,-1 2-2 0,1 1-7 16,1 1-3-16,0 0 3 0,4 0-17 0,0-1-2 15,-1 2-9-15,5-1 4 0,-3-2-2 0,3-6-3 16,3 16-12-16,2-6-1 0,1-3-21 0,4 1-29 0,0-3-34 16,6 3-35-16,0-3-50 0,5 0-48 0,7-1-40 15,0-3-231-15,-7 0-509 0,8-1 225 0</inkml:trace>
  <inkml:trace contextRef="#ctx0" brushRef="#br0" timeOffset="198486.32">15063 4834 129 0,'4'-4'239'15,"-4"4"-25"-15,0 0-28 0,9-3-18 0,-9 3-15 16,0 0-18-16,11 0-12 0,-11 0-16 0,16 0-38 16,-9 3-38-16,4 1-63 0,-1-2-58 0,0 1-149 0,-5 1-259 15,-5-4 115-15</inkml:trace>
  <inkml:trace contextRef="#ctx0" brushRef="#br0" timeOffset="198628.56">15042 4960 95 0,'-2'6'227'16,"2"-6"-9"-16,0 0-22 0,0 0-19 0,0 0-15 0,0 0-19 16,0 0-21-16,32-6-30 0,-19 3-47 15,1 3-44-15,6-4-60 0,2 3-53 0,6-1-107 16,-1-3-235-16,1-1 104 0</inkml:trace>
  <inkml:trace contextRef="#ctx0" brushRef="#br0" timeOffset="198877.74">15678 4613 88 0,'0'-11'320'15,"0"6"-2"-15,0 5-8 0,2-12-9 0,-2 12-17 16,0-7-14-16,0 7-26 0,0 0-17 0,3-6-31 15,-3 6-20-15,0 0-16 0,0 0-8 0,0 0-5 16,3 21-11-16,-3-6-5 0,2 1-13 0,-2 3-6 16,1 2-4-16,2 4-4 0,-1 0-13 0,0 2-7 15,-1-1-11-15,-2-2-7 0,1-4 1 0,1 5-13 16,-1-6-5-16,1 1 1 0,-1 4-2 0,1-5-19 16,-2-2-36-16,2 0-49 0,-2-1-42 0,2 1-50 15,-1 0-47-15,0-5-66 0,0-2-55 0,2 0-256 16,-2 2-620-16,0-5 274 0</inkml:trace>
  <inkml:trace contextRef="#ctx0" brushRef="#br0" timeOffset="199213.66">15959 4670 183 0,'10'-7'261'16,"-1"1"-17"-16,0 2-10 0,-1 2-13 0,1 1-18 15,-2 0-19-15,4 2-5 0,-5 2-8 0,5 1-2 16,-3 5 1-16,1-2-19 0,-1 2-8 0,-2 0-6 16,-1 1-11-16,-2 1-13 0,-1-2-4 0,-3 4-16 15,0-1-3-15,-4-2-17 0,-4 4-4 0,-3-1-9 16,-1-1-13-16,-1-1-9 0,0-2-4 0,-1 0 0 16,2-3-15-16,0 0 7 0,-1-1-6 0,3-3-7 15,-1-1 1-15,2 1-1 0,-1-1 0 0,2 1-1 16,2-1 5-16,7-1-2 0,-11 0 7 0,11 0 1 15,-8 3 1-15,8-3-3 0,0 0 3 0,0 0 1 16,-11 0-4-16,11 0 1 0,0 0-12 0,0 0 3 16,0 0-1-16,0 0 3 0,0 0-15 0,21 15-19 15,-4-10-21-15,2 0-36 0,3-1-50 0,10-1-58 16,0 0-68-16,1 0-288 0,-1 1-583 0,2-3 259 16</inkml:trace>
  <inkml:trace contextRef="#ctx0" brushRef="#br0" timeOffset="199577.29">16395 4698 106 0,'0'-6'325'0,"0"6"0"16,0-13 0-16,0 13-13 0,-1-8-12 0,1 8-27 16,1-10-23-16,-1 10-25 0,0 0-28 0,0 0-23 15,0 0-14-15,0 0-17 0,0 0-13 0,0 0-17 16,18 24-6-16,-15-13-13 0,5 7-7 0,0-1-8 15,-1 0-7-15,0 2-5 0,1-1-5 0,-2 0-3 16,1 2-1-16,1-2-9 0,-1 0 0 0,0-3-9 16,1-1 8-16,-3-3-11 0,-1-1 1 0,1-1-1 15,-1 0-7-15,-1-3 0 0,-1-2-7 0,-2-4 1 16,6 9-7-16,-4-4 8 0,-2-5 19 0,2 5 4 16,-2-5 27-16,0 0 6 0,0 0 11 0,9 1-8 15,-9-1-9-15,12-10-12 0,-2 2-4 0,-1-1-8 16,6-5-5-16,-1 0-9 0,5-5-5 0,1 0-19 15,1-1-12-15,1 0-12 0,-3-2-18 0,3 2-13 16,0-2-15-16,-10 7-13 0,6-6-20 0,-4 1-23 16,-1 4-25-16,-1 3-31 0,-2-1-36 0,-1 9-46 15,-3-6-67-15,2 3-54 0,-6 2-199 0,-2 6-620 16,0 0 275-16</inkml:trace>
  <inkml:trace contextRef="#ctx0" brushRef="#br0" timeOffset="201325.54">14198 5640 2 0,'0'0'232'0,"-5"-6"-2"0,5 6 4 0,-8-3-11 16,8 3-4-16,-8-3-8 0,8 3-7 0,0 0-11 16,-9-5-13-16,9 5-12 0,0 0-2 0,0 0-9 15,0 0-14-15,0 0-10 0,0 0-12 0,0 0-18 16,0 0-7-16,0 0-6 0,0 0-21 0,28-2-6 0,-8 2-6 15,9-3-9-15,0 2-16 0,0-1-19 16,0 2-22-16,-2-1-28 0,-4-1-26 0,-4 2-31 16,-6-1-33-16,-2 1-25 0,-2-1-31 0,-1 1-11 0,-8 0-5 15,12-3-7-15,-12 3-149 0,7-3-382 0,-7 3 169 16</inkml:trace>
  <inkml:trace contextRef="#ctx0" brushRef="#br0" timeOffset="201662.46">14378 5588 70 0,'0'0'137'0,"-9"1"-12"0,9-1-22 15,-6 4 5-15,6-4 7 0,-4 7 20 0,0 0 7 16,2 3-2-16,-1 0 1 0,-1 1 0 0,0 4 5 16,0 4 1-16,3-2-5 0,-4 0 0 0,3 1-10 15,2 0-11-15,-4 0-13 0,4-1-6 16,-2 1-8-16,2-4-4 0,0 2-8 0,0-3-6 0,2 0 0 16,-2-1-10-16,0-1-10 0,0-2-3 0,0 3-8 15,0-3-5-15,2 0 1 0,0-3-6 16,-2-6-9-16,0 12-11 0,2-7-10 0,-2-5-9 15,0 0-9-15,-6 12-8 0,2-7 1 0,-1-1-8 0,5-4-1 16,-14 2 7-16,9-1-5 0,-3 2 5 0,8-3 1 16,-13-2 5-16,13 2 1 0,-14-1-2 0,14 1 7 15,-9-3 10-15,9 3 12 0,0 0 15 0,-12 0 8 16,12 0 0-16,0 0 5 0,0 0 1 0,0 0 0 16,-7 0-7-16,7 0-2 0,0 0-1 0,0 0-2 15,0 0-7-15,0 0 10 0,0 0-14 0,0 0-5 16,35 3-11-16,-20-2-28 0,-1 1-26 0,6-2-35 15,1 2-49-15,5-3-44 0,3 1-41 0,-8-1-43 16,1 2-138-16,6-4-435 0,-11 2 192 0</inkml:trace>
  <inkml:trace contextRef="#ctx0" brushRef="#br0" timeOffset="201889.38">14786 5841 266 0,'4'-7'293'0,"-4"7"-7"15,0 0-14-15,0 0-6 0,-8-9-14 0,8 9-4 16,-14 0-8-16,1 3-18 0,2 1 3 0,-1-1-18 16,-5 5-2-16,0 2-20 0,0 0-5 0,0-2-22 15,3 2-8-15,0 1-17 0,3-1-13 0,-2 1-16 16,5-1-6-16,1 1-27 0,1-2 11 0,1 2-13 16,0 2-6-16,3-3-18 0,0 1-11 0,2-4-29 15,2 3-31-15,4-1-48 0,2 2-49 0,-1-2-51 16,7 3-67-16,1-3-64 0,2-1-285 0,-5-4-638 15,7 1 282-15</inkml:trace>
  <inkml:trace contextRef="#ctx0" brushRef="#br0" timeOffset="202066.3">15040 5874 52 0,'0'0'276'0,"9"-5"-27"0,-4 3-25 15,-5 2-25-15,9-4-20 0,-9 4-14 0,18-2-22 16,-8 1-23-16,-2 1-35 0,3 3-43 0,-3-2-50 16,2 2-46-16,2-1-39 0,-6 0-31 0,2 2-119 15,-3 0-262-15,-5 3 115 0</inkml:trace>
  <inkml:trace contextRef="#ctx0" brushRef="#br0" timeOffset="202185.12">15096 5969 144 0,'-2'3'165'0,"2"-3"-1"0,0 0-1 0,0 0-8 15,0 0-8-15,-4 5-10 0,4-5-13 0,0 0-8 16,0 0-21-16,10 6-28 0,-10-6-46 0,13 3-53 16,1-5-64-16,4 1-133 0,-2-1-247 0,6-2 110 15</inkml:trace>
  <inkml:trace contextRef="#ctx0" brushRef="#br0" timeOffset="202497.6">15657 5722 203 0,'10'-2'267'16,"-3"1"-17"-16,-7 1-5 0,14-1-11 0,-5 1-13 15,0 3-18-15,0 0-10 0,1 2 4 0,2 2-6 16,-6 1-12-16,5 1-11 0,0 1-12 0,-5 0 0 16,1 0-4-16,-2 0-20 0,1 2-3 0,-4-1-15 15,-2 1 4-15,-1 0-5 0,-3 0-3 0,-4 2-6 16,-1-1-12-16,-3 0-11 0,2-1-4 0,-3-1-4 15,-2-1-5-15,1-1-12 0,1-3-6 0,3 0-1 16,1-1-4-16,0 1-5 0,1-4-5 0,3 0-1 16,0 2-8-16,5-4-3 0,0 0 1 0,-9 5-3 15,9-5 4-15,0 0-5 0,-4 3-11 0,4-3-2 16,0 0-1-16,0 0 0 0,13 9-11 0,-2-9-36 16,8 2-29-16,3 0-31 0,0 0-45 0,7-2-54 15,0 1-62-15,4-1-80 0,-5-1-248 0,0 1-638 16,-8-2 283-16</inkml:trace>
  <inkml:trace contextRef="#ctx0" brushRef="#br0" timeOffset="203069.85">16067 5882 18 0,'3'-6'328'0,"-3"6"-19"0,0 0-15 16,5-3-10-16,-5 3-15 0,0 0-9 15,0 0-27-15,0 0-35 0,0 0-19 0,0 0-7 16,0 0-5-16,11 12-6 0,-10-6-7 0,-1-6-6 15,-1 15-6-15,1-6-17 0,0-1 1 0,-2 1-4 16,1 0-4-16,0 0-10 0,1-9-14 0,-2 9 0 0,2-9-27 16,-1 11 11-16,1-11-1 0,3 7-5 15,-3-7 3-15,0 0 4 0,0 9 13 0,0-9 3 16,0 0 18-16,0 0 3 0,0 0-6 0,0 0-15 16,0 0-8-16,0 0-8 0,0 0-10 0,0 0-5 0,0 0-11 15,-4-26-5-15,4 26-12 0,5-18-10 16,-1 7-10-16,0-1-9 0,4-2-8 0,0 1-4 15,4-2-5-15,-2 2-3 0,0 2-1 0,3 0-3 16,-2 4-1-16,0 0 2 0,-2 0 1 0,2 4-3 0,-2-1 1 16,-1 3 1-16,3 1 0 0,-11 0-1 0,14 3-4 15,-2 2 6-15,-6 1 6 0,1 1-4 0,-1 0 4 16,0 2 4-16,2 1-1 0,-4 0-5 16,1-1 5-16,-3 1 3 0,2 0 3 0,0-2-16 15,-2-1 13-15,0 0 3 0,-2-7 4 0,4 8 0 0,-4-8-1 16,2 7 1-16,-2-7 5 0,0 0-2 0,2 7 8 15,-2-7 1-15,0 0-1 0,0 0 3 0,0 0-4 16,0 0 0-16,0 0-1 0,0 0-3 16,0 0 0-16,0 0-12 0,0 0-9 0,0 0-17 0,5-30 6 15,0 22-7-15,0-2-2 0,4-4-5 0,4 2-10 16,0-1 2-16,2 2 1 0,-1-1 0 0,1 3 1 16,-2 3 10-16,2-1 5 0,-4 2 5 15,-1 1 3-15,-1 4-1 0,-3-3 3 0,-6 3-1 0,13 2 2 16,-13-2 4-16,13 3 2 0,-7 2 3 0,-1 0-6 15,-1 0 3-15,0 4 3 0,0 0-1 0,-2 0-8 16,3 2 11-16,-6-1-5 0,2-2-34 0,-1 2-50 16,0 1-57-16,-2 0-53 0,-1 0-73 0,6-2-58 15,-6 0-291-15,2-2-677 0,1-7 299 0</inkml:trace>
  <inkml:trace contextRef="#ctx0" brushRef="#br0" timeOffset="203529.74">16683 5877 247 0,'6'-4'279'0,"-6"4"5"0,5-9-7 16,-5 9-6-16,5-4-19 0,-5 4-16 0,0 0-14 15,0 0 1-15,0 0 0 0,6 11-23 0,-3-4 3 16,-3-7-18-16,-3 18-18 0,2-7-4 0,0 1-9 16,1 0-12-16,-1 0-12 0,2 0-10 0,-2 0-20 15,-1-2-1-15,1-3-12 0,0 0-6 0,1 3-3 16,0-10-11-16,0 9 14 0,0-9 1 0,0 0 8 15,0 10 10-15,0-10 9 0,0 0-8 0,0 0-3 16,0 0-11-16,0 0-11 0,0 0-5 0,0 0-16 16,0 0-1-16,-5-31-6 0,2 21-10 0,6-2-10 15,-3 0-6-15,1 0-8 0,1-6-11 0,2 2-1 16,5-2-16-16,-1-6 0 0,-2 7-3 0,6-10-2 16,-1 3-14-16,1-2 15 0,0 4 0 0,3 0-4 15,-4 6 5-15,0 2-9 0,1 1 14 0,-5 4 4 16,-4 2 2-16,4 1 5 0,-4-1-3 0,3 3-2 15,-6 4 1-15,7-3-7 0,-7 3 4 0,0 0-3 16,14 6 2-16,-9 2 12 0,1 2-23 0,0 5 39 0,0 1 2 16,1 1 7-16,-2 2 5 0,-1-3 7 15,1 5 2-15,0 3-1 0,0-5-1 0,-1-2-1 16,1-1-6-16,-3 4-1 0,0-2-3 0,-1-1 0 16,3-2-4-16,-3-3-5 0,3 3 0 0,-3-3 1 15,2-1-3-15,-1 1-23 0,0-3-24 0,-1-1-41 0,0-2-54 16,2 0-60-16,-3-6-51 0,0 9-53 15,0-9-58-15,0 8-47 0,0-8-309 0,0 0-760 16,0 0 337-16</inkml:trace>
  <inkml:trace contextRef="#ctx0" brushRef="#br0" timeOffset="203674.3">16741 5927 161 0,'0'0'296'0,"0"0"-33"0,4-10-26 0,-4 10-22 15,10-7-22-15,-2 3-24 0,4 0-33 0,1-1-44 0,6 3-46 16,8-5-93-16,4 1-94 0,-2 1-129 0,2-2-293 16,-4 0 129-16</inkml:trace>
  <inkml:trace contextRef="#ctx0" brushRef="#br0" timeOffset="206964.98">4681 6868 216 0,'0'0'220'16,"-7"-4"-12"-16,7 4-5 0,-5-5-2 0,5 5-3 15,0 0-3-15,0 0 11 0,0 0-12 0,-7-5-11 0,7 5-14 16,0 0-5-16,0 0-13 0,0 0-8 0,-4-6-17 15,4 6-18-15,0 0-5 0,0 0-17 0,0 0-10 16,0 0-12-16,0 0-11 0,23-4-9 16,-8 3-6-16,4 1-17 0,9 1-18 0,-1-1-26 0,1-1-30 15,-7 0-38-15,-1 2-35 0,3 0-37 0,-5 0-36 16,0 0-34-16,-6 1-182 0,-1 0-448 0,-5 1 198 16</inkml:trace>
  <inkml:trace contextRef="#ctx0" brushRef="#br0" timeOffset="207217.41">4653 6873 120 0,'-8'0'198'0,"8"0"-13"0,-16-1-7 16,16 1-3-16,-11 1-9 0,11-1-14 0,-10 4-12 16,4-2-3-16,1 4 11 0,-2 1 6 0,2 6-10 15,-2 2 0-15,0 0-3 0,2 4 4 0,1 0-10 16,0-1-5-16,2 2-4 0,-1 0-2 0,2-2-4 15,-1 1-13-15,2 0-9 0,0 0-3 0,0 0-13 16,2-1-15-16,-2-1-4 0,1 2-7 0,0-3-3 16,3 1-3-16,-4-1-2 0,0 1-13 0,3-2-31 15,-5 1-33-15,1-5-38 0,-1 1-42 0,-1 2-55 16,2-4-54-16,-2 3-36 0,-1-2-227 0,-3 0-519 16,0-2 230-16</inkml:trace>
  <inkml:trace contextRef="#ctx0" brushRef="#br0" timeOffset="207533.23">4453 7225 10 0,'0'0'220'16,"11"-4"-20"-16,-4 2-19 0,6 1-23 0,0-2-12 16,7 2-16-16,-2 0-7 0,3 0-18 0,0-1-10 15,0 1-9-15,7-2-7 0,0 3-11 0,-5 0-5 16,-4-1-7-16,3 1-6 0,0-2-5 0,-3 1-2 15,-3-1-4-15,-4 2-4 0,-1 0-4 0,-3-1 0 16,-8 1-4-16,15 0 1 0,-15 0 6 0,12 0 20 16,-12 0 5-16,10 0 11 0,-10 0 6 0,0 0 4 15,10 0 2-15,-10 0-1 0,0 0 0 0,0 0-1 16,0 0-9-16,9 1-9 0,-9-1-5 0,0 0-2 16,0 0-8-16,4 3-5 0,-4-3 0 0,0 0-3 15,-1 14-1-15,1-7-2 0,0-7-5 0,0 14-13 16,0-1-16-16,1-3-19 0,-3 0-39 0,0 1-40 15,0 6-50-15,0-6-49 0,1 0-60 0,-4 5-166 16,1-5-454-16,2-1 201 0</inkml:trace>
  <inkml:trace contextRef="#ctx0" brushRef="#br0" timeOffset="207716.85">4888 7105 69 0,'1'-6'198'0,"-1"6"-52"0,3-10-54 15,-3 10-23-15,7 0-16 0,-7 0-20 0,16 13-16 16,-7-2-27-16,-2 8-31 0,4 8-64 0,-1 1-113 16,-3-1 50-16</inkml:trace>
  <inkml:trace contextRef="#ctx0" brushRef="#br0" timeOffset="207946.78">5027 7419 33 0,'0'0'245'0,"0"0"-3"16,0 0-15-16,0 0 4 0,5-22-1 0,-3 14-20 15,0-3-11-15,-2 1-12 0,4-1-11 0,1-4-14 16,0 2-10-16,0-1-9 0,2-1-15 0,0 4-2 16,-2 1-8-16,2-1-5 0,-1 3-4 0,-2 2-10 15,1-1-10-15,-1 3-5 0,-4 4-11 0,6-7-20 16,-6 7 4-16,8-2-14 0,-8 2 0 0,0 0-4 15,15 11-1-15,-8-4-9 0,0 2-3 0,0 3 0 16,-2-3-14-16,4 2-18 0,-1 2-28 0,-2 2-29 16,0 0-36-16,3-1-38 0,-2 1-45 0,2-3-55 15,0 2-53-15,-2-8-159 0,2 2-487 0,2 0 215 16</inkml:trace>
  <inkml:trace contextRef="#ctx0" brushRef="#br0" timeOffset="208400.39">5556 7193 39 0,'-5'-6'281'15,"1"1"-5"-15,-1-3-16 0,-3 5-11 0,8 3-17 16,-15-4-18-16,8 6-16 0,-3 2-12 0,-2 2-9 0,-2 2-9 16,0 4-18-16,-2 1-7 0,1 0-19 15,2 3-11-15,2-1-9 0,-1 2-8 0,5-1-9 16,-1-1-11-16,0 2-9 0,6-3-3 0,0 1-7 15,2 2-6-15,2-8-9 0,0 2-15 0,5-2 2 16,-4 0-17-16,5 0-8 0,1-1-5 0,1-1-8 0,2-1 1 16,-1-4-9-16,5 0-3 0,-3 0-2 15,-1-4 7-15,0 0-4 0,-1-2 3 0,-1-2 2 16,-1 1 7-16,0-4 7 0,0-2 0 0,-2-4 0 16,-1 1 11-16,-1-4 2 0,0 2 0 0,0-9 4 0,-2 6 2 15,-2-6-4-15,2-3 5 0,2 1 1 16,-5-2-6-16,2 2-1 0,1-4 6 0,0 2 3 15,2 0-1-15,0 1 3 0,-1 10 23 0,-1 4-6 16,0-4 12-16,0 8 11 0,-2-2 2 0,1 3-5 16,-2 9-20-16,2-8 2 0,-1 2-6 0,-1 6-22 0,0 0 10 15,0 0 1-15,0 0 10 0,0 0 5 16,6 34-5-16,-6-16 2 0,0 10 1 0,0 1 3 16,-2 1-7-16,1-3-2 0,-2 2 0 0,2 2-1 15,-1-1-21-15,2-4 16 0,0 2-23 0,-1-2-43 0,1 0-49 16,-1 0-46-16,1-7-58 0,-1 0-68 0,2-3-78 15,-2 0-252-15,3 1-638 0,-2-7 283 0</inkml:trace>
  <inkml:trace contextRef="#ctx0" brushRef="#br0" timeOffset="208671.51">6232 7093 276 0,'3'-6'366'0,"2"2"-23"0,-5 4-28 0,4-9-19 16,-4 9-16-16,2-5-20 0,-2 5-39 0,0 0 7 15,0 0-11-15,0 0-6 0,0 0-13 0,7 23-14 16,-7-10-18-16,-2 4-14 0,2 3-11 16,0 5-28-16,0 1 7 0,0-6-15 0,-1 4-6 0,-1-4-17 15,2 5-7-15,1-1-5 0,-2-3-7 0,-1-3-9 16,0 0-6-16,2 0-19 0,-3-2-33 0,3 1-44 15,-1-2-41-15,0-2-46 0,-1-1-50 0,0 1-46 16,-1-2-59-16,1 0-31 0,-1-1-248 0,-1-2-615 16,2 0 273-16</inkml:trace>
  <inkml:trace contextRef="#ctx0" brushRef="#br0" timeOffset="209031.41">6308 7005 132 0,'13'-14'219'0,"0"2"-1"0,0 3-11 16,-5 0-10-16,2 4-21 0,-1 3-15 0,0-1-10 15,3 3 1-15,-2 3-3 0,-1 0-1 0,1 3-3 16,0 1-11-16,-3 4-1 0,-2-1-3 0,0 0-12 16,2 4-7-16,-3-1-8 0,-2-1-4 0,-2 1-11 15,-2 3-8-15,-2 1-6 0,-1-1-6 0,-2-1-9 16,-1-1-10-16,0-3-16 0,-3 3-5 0,2-3-14 15,-1 1-11-15,1-5-5 0,-1 2-11 0,2-1-5 16,0-3 1-16,1-1 2 0,2 1 3 0,5-5 1 16,-7 6 2-16,7-6 4 0,-6 4-1 0,6-4 3 15,0 0 2-15,-7 5-2 0,7-5 3 0,0 0 2 16,-2 5-5-16,2-5 4 0,0 0-5 0,0 0 4 16,0 0-4-16,7 14 1 0,-1-10-1 0,0 2 1 15,0 4 2-15,3-1 2 0,-1 0 3 0,0 2-5 16,3 4-5-16,-2-2-20 0,1 2-32 0,-1-3-48 15,-1 0-61-15,3 1-58 0,1 0-219 0,-3-3-480 16,2 1 212-16</inkml:trace>
  <inkml:trace contextRef="#ctx0" brushRef="#br0" timeOffset="209451.41">6807 7320 61 0,'0'0'336'0,"-5"-10"-5"0,1 6 4 16,4 4-6-16,-8-9-26 0,3 7-27 0,5 2 4 16,-12-2-25-16,12 2-20 0,-17 6-14 0,10-3-17 15,-4 4-23-15,1 1-17 0,1 2-8 0,2-2-36 16,-1 2-1-16,0-1-6 0,3 0-15 0,1 2-7 16,2 1-17-16,2-2-12 0,1 3-11 0,2-3-15 15,0 0-10-15,4 2-17 0,0-5-15 0,1 2-8 16,2-1-15-16,2-1 7 0,-1-1-15 0,0-1-9 15,3 0-2-15,-4-3-1 0,1 3 2 0,0-4 8 16,-5 0 2-16,0 2 3 0,-6-3 13 0,11 1-1 16,-11-1 9-16,7 0 10 0,-7 0 11 0,0 0 6 15,0 0 6-15,0 0 4 0,0 0 2 0,0 0 1 16,0 0 8-16,0 0 4 0,-28 2 1 0,17 4 5 16,-3-2-15-16,-1 2 21 0,-1 0 1 0,6 0 13 15,-7 1-14-15,7 0 2 0,-2 3 0 0,-3-2-8 16,6-1-9-16,4 2-3 0,-1 0 4 0,1-1-8 15,2 2-8-15,0-1 2 0,2 1-5 0,1-10-4 16,5 20-6-16,3-11-9 0,1 0-14 0,2-3-36 16,6 0-38-16,1 1-41 0,2-2-37 0,1-2-52 0,-2 2-52 15,3-4-55-15,-1 0-279 0,-3-2-655 16,0-2 290-16</inkml:trace>
  <inkml:trace contextRef="#ctx0" brushRef="#br0" timeOffset="211135.4">7524 7470 141 0,'0'0'187'16,"13"-9"-6"-16,-5 5 2 0,1-4-11 0,0 1-6 15,-2-2-11-15,2 1-8 0,-1 0-3 0,1 1-9 16,-1-3-12-16,-1 2-10 0,0-3-14 0,2 1-6 16,-2 0 2-16,0 1 1 0,-1 2 16 0,-2-5-6 15,1 2-7-15,-1-2 3 0,0 3 2 0,0 0-5 16,-3-2-6-16,3 3-5 0,-3 1-3 0,0-2 4 15,-1 9-5-15,0-11 8 0,0 11-15 0,0-11 1 16,0 11-10-16,0-8 6 0,0 8-10 0,0 0-7 16,0 0 5-16,0 0-18 0,0 0-7 0,0 0-6 15,0 0 12-15,0 0-10 0,-17 22 1 0,10-8 2 16,1 1-11-16,0 1-1 0,3-1-6 0,-3 2 0 16,4 1-3-16,2-2-24 0,-1 1-14 0,2-2-27 15,3 3-34-15,1-2-35 0,0 1-38 0,1-4-52 16,3-3-66-16,3 2-275 0,-4-2-594 0,3-3 263 15</inkml:trace>
  <inkml:trace contextRef="#ctx0" brushRef="#br0" timeOffset="211304.98">7784 7057 5 0,'0'0'182'0,"-3"-10"-49"0,3 10-59 16,-2-9-49-16,2 9-23 0,0 0-16 16,0 0-55-16,0 0-73 0,0 0 34 0</inkml:trace>
  <inkml:trace contextRef="#ctx0" brushRef="#br0" timeOffset="211551.44">8128 7060 127 0,'0'0'265'0,"5"-5"-2"0,-5 5-3 0,0 0-4 16,4-5-4-16,-4 5-2 0,0 0-17 0,0 0-18 0,0 0-10 16,0 0-16-16,0 0-18 0,0 0-12 15,0 0-10-15,0 0-7 0,-11 21 2 0,2-3-9 16,-3 7-7-16,0 3-1 0,-1 1-10 0,-2 15 4 16,1 1-9-16,2-12-4 0,2 1-3 0,0 0-16 15,2-2-10-15,2 0-10 0,1-2-1 0,1-2-7 16,3 4-6-16,-1-5 1 0,4 1-11 0,-2-3-24 15,3-8-26-15,0 2-33 0,1-4-44 0,-2 3-43 16,1 0-53-16,0-1-48 0,-2-3-46 0,2-2-53 0,-3 0-263 16,0 0-636-16,0-4 281 0</inkml:trace>
  <inkml:trace contextRef="#ctx0" brushRef="#br0" timeOffset="211724.88">7936 7442 110 0,'4'-7'253'0,"-4"7"-28"0,7-7-20 0,4 6-24 15,-4-2-13-15,6 3-19 0,4 0-27 0,3-1-33 0,3 1-47 16,8 1-54-16,1-1-48 0,4 0-50 0,-6 0-117 16,0 0-247-16,-1 0 110 0</inkml:trace>
  <inkml:trace contextRef="#ctx0" brushRef="#br0" timeOffset="212103.72">8674 7245 245 0,'4'-7'281'0,"-1"1"-2"0,-3 6 0 16,5-9-8-16,-2 4-18 0,-3 5-18 0,4-5-26 0,-4 5-21 15,0 0-7-15,0 0-35 0,0 0 9 0,11 11 16 16,-5 4-3-16,-1 2-14 0,-1 7-12 0,4 0-15 15,-2 0-6-15,-1 2-12 0,2-2-3 0,-1 3-5 16,-1-1-7-16,4-3-7 0,-5-4-10 0,0 1-10 16,2 5-9-16,-2-10-18 0,0 0 15 0,0-3-3 15,1 0-8-15,-1-2-5 0,0-2-2 0,-2-2 1 16,1 1-7-16,-3-7-1 0,4 8-4 16,-4-8 5-16,4 7-2 0,-4-7 7 0,2 4 4 0,-2-4-1 15,0 0-5-15,0 0-4 0,15-9-4 0,-7 2-1 16,-2-2-2-16,6-5-9 0,-1 1-5 0,-2-4-7 15,4-5-13-15,-1 1-7 0,-2-2-1 0,4 0-4 16,-2 0-7-16,0-4-18 0,0 2 8 0,2 3-10 16,-7-3 10-16,-1 10-1 0,0-2-13 0,-1 6-6 15,-1 1-16-15,1-1-11 0,-3 1-24 0,0 3-26 16,-2 7-37-16,2-7-45 0,-2 7-55 0,3-7-19 16,-3 7-4-16,0 0-192 0,0 0-530 0,0 0 235 15</inkml:trace>
  <inkml:trace contextRef="#ctx0" brushRef="#br0" timeOffset="212353.58">9243 7442 73 0,'0'0'312'16,"0"0"9"-16,0 0-9 0,0 0-1 0,0 0-7 15,-13-10 1-15,13 10-27 0,-12 0-8 0,12 0-18 16,-13 3-13-16,5 1-17 0,-2 2-17 0,0-1-19 15,1 2-1-15,-5 4-17 0,5-1-15 0,-1 7-15 16,0-5-13-16,0 3-15 0,4-2-10 0,1-1-12 16,-1 2-7-16,2 2-4 0,4-5-10 0,0 1-11 15,1 0-30-15,3 0-34 0,2-1-37 0,2 1-57 0,2 1-46 16,-1-1-46-16,0-3-54 0,0-3-50 16,8 2-36-16,2-3-265 0,0 0-646 0,-1-3 285 15</inkml:trace>
  <inkml:trace contextRef="#ctx0" brushRef="#br0" timeOffset="212584.05">9564 7449 59 0,'0'0'292'0,"-6"-7"-3"0,6 7-7 16,-12-1 2-16,12 1-5 0,-19 1-1 0,5 7 10 15,-4-1-2-15,3 4-17 0,-2 0-13 0,-3 7-12 0,3-5-22 16,4-3-17-16,-2 8-25 0,6-6-18 0,0 2-19 15,-1 1-13-15,5-3-7 0,2 0-21 16,2 0-4-16,1 4-16 0,2-5-28 0,2-2-4 0,5 3-36 16,4-3-48-16,4 0-42 0,2-3-39 0,1 0-43 15,-1 0-45-15,3-2-52 0,6-2-47 0,-7 0-286 16,-3 0-637-16,-1-2 281 0</inkml:trace>
  <inkml:trace contextRef="#ctx0" brushRef="#br0" timeOffset="213485.25">10446 7535 120 0,'0'0'304'0,"0"0"-9"15,0 0-9-15,0 0-10 0,0 0 2 0,0 0-24 0,0 0-12 16,0 0-27-16,0 0-8 0,0 0-18 0,0 0-24 16,0 0-17-16,3-10-13 0,7 7-16 15,1 1-16-15,7 0-15 0,-1 0-21 0,3 0-28 16,-2 1-36-16,1-2-31 0,0 3-38 0,-2 0-42 0,-4 0-56 16,0 0-47-16,-2 3-49 0,-5-1-190 0,-6-2-487 15,8 3 216-15</inkml:trace>
  <inkml:trace contextRef="#ctx0" brushRef="#br0" timeOffset="213650.73">10454 7625 186 0,'-5'4'231'0,"5"-4"-2"0,0 0-1 0,-6 4-7 0,6-4-3 16,0 0-14-16,0 0-12 0,0 0-17 0,0 0-19 15,0 0-16-15,0 0-15 0,0 0-34 0,26 5-32 16,-13-7-53-16,3 4-68 0,2-4-62 0,3 4-57 15,0 0-168-15,-3-2-379 0,3 0 168 0</inkml:trace>
  <inkml:trace contextRef="#ctx0" brushRef="#br0" timeOffset="214045.85">11146 7365 252 0,'8'-8'319'0,"-2"1"-17"0,1 3-15 0,-2-3-15 16,0 4-15-16,1-1-19 0,1 1-20 0,-7 3-23 15,14-1-21-15,-5 2-14 0,1 3 8 0,1 0-24 16,0 5-6-16,-2-3-4 0,1 3-13 0,-1 1-1 16,-3 1-6-16,-1 0-8 0,2 0-5 0,-6 7-9 15,0-3 1-15,-1 2-25 0,-4-3 6 0,-3 4-8 16,-1-4-10-16,-4 2-4 0,0-3 0 0,-2 0-10 15,0 2-20-15,0-5-6 0,-2 1 5 0,3-1-10 16,-3-2-8-16,4-3 12 0,3 1-2 0,-3-4 1 16,4 2-7-16,0-1 4 0,2-1 1 0,6-2 0 0,-12 4 1 15,12-4-6-15,-7 3 0 0,7-3 18 16,-5 4 3-16,5-4 1 0,0 0-5 0,0 0 7 16,0 0-4-16,0 0-4 0,0 0-5 0,0 0 7 15,0 0-7-15,0 0-16 0,0 0 13 0,32-4-5 0,-20 7-13 16,8-6-14-16,8 3-29 0,-5 0-36 15,2 0-26-15,3 0-38 0,-1 0-42 0,0 3-42 16,1-6-52-16,-6 3-34 0,-2 3-260 0,1-6-624 16,-7 3 276-16</inkml:trace>
  <inkml:trace contextRef="#ctx0" brushRef="#br0" timeOffset="214485.54">11543 7474 241 0,'2'-9'254'0,"-1"-1"-2"15,3 4 1-15,-3 1 5 0,4-1 0 0,-5 6 4 16,2-7-14-16,-2 7-12 0,4-8-20 0,-4 8-24 16,0 0-16-16,0 0-20 0,3-6-13 15,-3 6-6-15,0 0-11 0,0 0 2 0,0 0-5 0,-2 29-13 16,1-20-16-16,2 3-6 0,-1-1-7 0,2 0-3 16,1 1 0-16,3 3-16 0,-3-3-2 0,3-1-11 15,0 4 6-15,4-1-16 0,-3-4-5 0,1 2 1 16,6-2-17-16,-1 2-14 0,4-4-11 0,-2 0-11 15,1-1-6-15,-3-4-5 0,-1-1-17 0,2 0 0 16,-3 0-3-16,2-2 12 0,-4-2-3 0,0-2 3 16,-1 4 4-16,4-3 0 0,-8-3 8 0,1-3 3 15,3 0 6-15,-2-1 1 0,-2-1-3 0,0-2 3 16,1-3 3-16,-5 4-2 0,4-1 7 0,-3-3 4 16,3 2 6-16,0 3 16 0,-2 1 9 0,1-1 7 15,-2 5 15-15,-1 6 6 0,4-11 2 0,-3 6-2 16,-1 5-1-16,3-8-7 0,-3 8-5 0,0 0-10 15,0 0-2-15,0 0 14 0,0 0 5 0,0 0-1 16,0 0-4-16,-3 26 1 0,1-14-1 0,-2 5 0 16,1 2-6-16,1-2-7 0,-4 7 1 0,1 0 2 15,1-4-11-15,1-3-3 0,0 1-35 0,2-1-28 16,-1-3-50-16,0 3-48 0,2 0-54 0,-3-2-63 16,3-4-70-16,3 2-62 0,-3-2-206 0,0 1-644 15,2-2 285-15</inkml:trace>
  <inkml:trace contextRef="#ctx0" brushRef="#br0" timeOffset="-214633.02">12060 7465 213 0,'2'-10'347'0,"0"3"-18"0,0 1-9 16,0 1-17-16,-2 5-29 0,5-9-12 0,-5 9-40 15,0 0-22-15,4-3-27 0,-4 3-5 0,7 14-9 0,0-5 0 16,0 8-5-16,-3 3-19 0,5 5-8 0,-2 0-18 16,2 0-3-16,2-2-12 0,-6 3-5 15,4-3-9-15,-3-4-9 0,1-2-1 0,-2 1-8 16,1-1-9-16,1-1-4 0,0-6-4 0,-3 2-8 0,0-2 5 16,1-1-12-16,-1-1 8 0,1 1-12 0,0-4 2 15,-3 0-1-15,0 0-1 0,-2-5 2 16,3 7 17-16,-3-7 15 0,6 1-6 0,-6-1 3 15,0 0-8-15,17-12 0 0,-9 5-8 0,-1-1-3 0,3-2-4 16,0-4-3-16,-1-3-3 0,7-4-6 0,-5 0-1 16,4-1-7-16,1-2-7 0,-2 2-12 0,3-1-9 15,0 1-20-15,-4-5-25 0,5 5-18 16,-4-1-19-16,4 4-15 0,-10 1-20 0,1 4-20 0,-3 2-35 16,-3 2-50-16,0 0-56 0,1 2-37 0,-4 8-252 15,-2-11-630-15,2 11 280 0</inkml:trace>
  <inkml:trace contextRef="#ctx0" brushRef="#br0" timeOffset="-211408.86">13785 7357 142 0,'4'-14'294'0,"-2"8"-22"0,1 0-12 15,-3 6-10-15,4-11-15 0,-4 11-10 0,4-9-9 16,-4 9-10-16,2-5-13 0,-2 5-19 0,3-6-15 16,-3 6-15-16,0 0-18 0,0 0-4 0,0 0-18 15,2-5-11-15,-2 5 1 0,0 0-20 0,0 0-3 16,0 0-2-16,0 0-5 0,-11 19-7 0,4-8-2 16,-5 5-4-16,0 0-6 0,-5 4-3 0,0 5-2 15,1-2 2-15,1 1-8 0,-2-1 0 0,6-6-4 16,-5 7-5-16,1-2 1 0,6-8-6 0,0 1-2 15,2 3 4-15,0-5 7 0,3-1-16 0,0-1 0 16,2 0-8-16,0-5 16 0,-2 3-21 0,4-2-11 0,0-7-7 16,0 13-11-16,3-9-1 0,-3-4-3 15,1 7 2-15,-1-7 0 0,0 0 2 0,8 3-3 16,-8-3 2-16,0 0 2 0,18-11 0 0,-11 4 4 16,2 0 1-16,-3-2 0 0,5-4 3 0,-5-2 1 15,0 4-3-15,-2-2 4 0,-4-2 4 0,2-3-5 0,-1 1-3 16,-2-1 0-16,-1 0-1 0,-4 1-1 15,-1 1 5-15,0 0 4 0,-4 4 0 0,2-1-5 16,-5 3 2-16,-1-1-3 0,-3 5-3 0,3 1-1 0,-6-2 2 16,2 7-13-16,2 0-15 0,-1 2-19 0,2 0-35 15,2 4-37-15,1-3-34 0,5 4-30 0,0-1-45 16,0 2-148-16,3 0-431 0,5-8 192 16</inkml:trace>
  <inkml:trace contextRef="#ctx0" brushRef="#br0" timeOffset="-211149.73">14478 7293 2 0,'9'-4'358'0,"-2"1"-31"0,-2-2-18 16,1 3-24-16,-6 2-21 0,5-5-12 0,-5 5-14 15,0 0-13-15,0 0-11 0,14 5-9 0,-14-5-12 16,0 17-2-16,0-5-24 0,0 5 1 0,-4 4-27 15,3 3-12-15,-1 1-10 0,1 2-10 0,-1-2-13 16,0-5-3-16,0 1-17 0,2 7-3 0,0-9-7 16,0 1-12-16,0 8-24 0,0-10-30 0,0-1-45 15,0 1-36-15,2 0-41 0,-4-7-43 0,2 6-39 16,0 0-33-16,0-7-22 0,0 0-18 0,0 0-222 16,0 1-542-16,0-4 240 0</inkml:trace>
  <inkml:trace contextRef="#ctx0" brushRef="#br0" timeOffset="-210831.49">14571 7235 76 0,'13'-12'171'0,"-2"1"-4"0,-2 4-11 16,3 1-11-16,-3 3-1 0,2 2 10 0,2 5 4 15,-3-3-6-15,-2 4-7 0,3 2-1 0,0 2-8 0,-6-1-16 16,2 4 9-16,0-1-3 0,-2 4-17 0,-3-3-10 15,-2 2-5-15,-1 1-9 0,-3 2-7 16,-1-3-7-16,0 1-8 0,-3 1-10 0,2-6-4 16,-2-1-7-16,-6 2-6 0,4-2-7 0,-4 4-6 0,5-6-4 15,-4-1-8-15,2 1 1 0,1-3-2 0,0 2 2 16,0-3-4-16,4 2-1 0,-1-2-5 16,2-1 1-16,5-2-2 0,-9 7-3 0,7-2 2 15,2-5-2-15,-4 10 1 0,6-2 4 0,-2-8-2 16,4 15-7-16,4-6-9 0,0 0-14 0,5 1-17 0,5 0-30 15,6 2-31-15,-5-4-34 0,13 0-39 0,-3-3-31 16,2 1-161-16,-4-3-402 0,4-1 179 0</inkml:trace>
  <inkml:trace contextRef="#ctx0" brushRef="#br0" timeOffset="-210628.71">15048 7490 87 0,'0'0'268'0,"-7"-4"-7"15,7 4-7-15,-12-1-7 0,12 1-7 0,-13 2-11 16,5 0-10-16,-1 4-7 0,0-1-18 0,-2 5-18 16,3-2-14-16,0 2-13 0,2 0-11 0,-3 1-11 15,2 3-13-15,1 1-7 0,2-3-13 0,-1-1-10 16,4 0-28-16,1 1-13 0,1-1-27 0,4 5-41 16,1-2-42-16,-2-2-59 0,5-3-71 0,7 1-47 15,-1 0-226-15,3-4-509 0,3 0 225 0</inkml:trace>
  <inkml:trace contextRef="#ctx0" brushRef="#br0" timeOffset="-210443.36">15591 7486 2615 0,'4'-5'159'0,"2"0"-77"0,0-3-41 0,0 5-19 16,-1-1-5-16,-5 4-9 0,14-6 5 0,-6 1-7 15,4 3-4-15,2 0-8 0,3 1-19 0,1 1-29 16,-2 0-29-16,2 2-43 0,-5-1-45 0,2 1-37 16,-4 3-174-16,-4-3-415 0,0 2 184 0</inkml:trace>
  <inkml:trace contextRef="#ctx0" brushRef="#br0" timeOffset="-210305.45">15686 7572 174 0,'-8'4'234'0,"8"-4"-17"16,-7 5-19-16,7-5-9 0,-6 2-7 0,6-2 0 15,0 0-11-15,-4 5-10 0,4-5-20 0,0 0-12 16,0 0-21-16,0 0-23 0,0 0-32 0,15 9-42 16,-7-6-53-16,-8-3-62 0,31 0-48 0,-11-1-172 15,-3-1-349-15,5-3 156 0</inkml:trace>
  <inkml:trace contextRef="#ctx0" brushRef="#br0" timeOffset="-209999.11">16263 7383 170 0,'0'0'266'0,"0"0"-18"0,-12-9-16 0,12 9-6 15,0 0-14-15,0 0-7 0,-21 12-11 0,16-3-14 16,-3-2-5-16,1 0-17 0,0 4-9 0,3-2-2 16,0 3-2-16,3-1-9 0,0 4-12 0,1 1-9 15,2 1-4-15,2-1-4 0,1-1-11 0,3 1-3 16,1-2-11-16,0 3-4 0,1-3-9 0,1 3 0 15,-1-4-13-15,-3-4-1 0,0 2-12 0,-1-4-5 0,0 0-3 16,-2 1-2-16,0-4-1 0,-1 0 14 0,-1 2-18 16,1 0-6-16,-3-6-2 0,0 0 0 15,-11 13 0-15,2-7-1 0,-4-3-10 0,-4 2-8 16,-4 0-6-16,0-2-19 0,0 0-16 0,1-3-22 16,-1 0-26-16,5 0-29 0,-3-3-33 0,-1 2-44 0,6-2-55 15,3-2-29-15,-2-2-232 0,-2 0-552 16,6-2 245-16</inkml:trace>
  <inkml:trace contextRef="#ctx0" brushRef="#br0" timeOffset="-209863.05">16178 7393 157 0,'17'-6'208'0,"4"-1"-11"0,4-2-9 0,1 3-12 16,3-2-13-16,-2 2-21 0,1 2-16 15,-1 2-28-15,0-2-47 0,1 1-57 0,-1 1-59 0,2-1-53 16,-7 3-102-16,-2-1-238 0,0 0 105 0</inkml:trace>
  <inkml:trace contextRef="#ctx0" brushRef="#br0" timeOffset="-209612.87">16676 7274 22 0,'0'0'297'0,"0"0"-2"0,0 0-6 15,2-9-7-15,-2 9-9 0,0 0-17 16,0 0-17-16,0 0-27 0,0 0-21 0,0 0-16 0,0 0-9 15,0 0 24-15,0 0-6 0,4 18 2 0,-3-6-5 16,-2 6-7-16,0-2-11 0,-2 3-14 0,1 1 2 16,-1-1-6-16,1 0-12 0,-1 0-15 0,2 1-13 15,-2-2-7-15,2 0-11 0,-1-2-10 0,0 1-5 16,1 0-5-16,0 0-9 0,1-1-12 0,-3 1-17 16,3-6-43-16,0 2-34 0,1-3-72 0,-1-3-63 15,0 3-51-15,0 0-50 0,2-5-51 0,-2-5-52 16,1 17-198-16,-1-17-632 0,4 6 279 0</inkml:trace>
  <inkml:trace contextRef="#ctx0" brushRef="#br0" timeOffset="-209369.17">16914 7345 144 0,'0'0'281'16,"0"0"-8"-16,-6-12-9 0,6 12-7 0,0 0-14 15,-10 0-3-15,10 0-6 0,-16 9-2 0,4 1-10 16,2-1 8-16,-3 4-22 0,3 2-7 0,-5 0-9 16,2 1-21-16,1-1-11 0,2-1-18 0,1 2-14 15,1 0-11-15,1-2-13 0,3 1-8 0,3-3-9 16,-1 1-8-16,2-3-10 0,4 2-18 0,1 4-29 16,5-4-49-16,2 0-39 0,0 0-47 0,2-3-42 15,2-2-55-15,1 0-60 0,2-3-54 0,-6 2-223 16,5-4-594-16,-4 1 263 0</inkml:trace>
  <inkml:trace contextRef="#ctx0" brushRef="#br0" timeOffset="-208993.08">17072 7688 183 0,'14'-2'262'0,"-14"2"8"0,9-3-3 0,-2 1-8 15,-7 2-14-15,13-7-12 0,-6 3-18 0,3-1-20 16,3 3-9-16,-2-4-11 0,3 4-15 0,-1-4-2 0,-1-1 0 15,0 3-14-15,-3-2 0 0,2-1-8 16,0 0 2-16,-3 0-12 0,0-1 4 0,-2-3-7 16,0 2-13-16,1-4-1 0,-1-3-13 0,-2 4-4 15,0-2-15-15,-2-1 2 0,3-2-11 0,-3 6-8 0,1-7-23 16,0 3 15-16,1-2-10 0,0 2 0 0,0 2-16 16,1 1 8-16,2 2 0 0,1-1-3 15,1 4-3-15,4-3-2 0,-3 3-3 0,7 2-7 16,-5 1-3-16,1 1 4 0,1 4-4 0,0 2-9 0,-1 2 2 15,-3 0 6-15,3 6-8 0,1 0 8 0,-4 6-11 16,-3-3 4-16,-1 3 3 0,-3 0 7 0,-2 1 7 16,-2-1 4-16,-2 2 5 0,-2-2-1 0,3 2-1 15,-1-4-2-15,0-2-3 0,2 0-4 0,0-2 2 16,1 5 2-16,1-4-13 0,3-3 0 0,2 2-8 16,3-5-23-16,5 3-32 0,4 0-55 15,3-5-67-15,7 3-65 0,1-6-87 0,11-1-75 0,-6 0-276 16,2-1-734-16,4 0 326 0</inkml:trace>
  <inkml:trace contextRef="#ctx0" brushRef="#br0" timeOffset="-208865.86">18242 7531 4696 0,'12'-4'248'0,"-3"-4"-120"0,-1 3-87 0,-3 0 6 16,1 0-4-16,-1 1 13 0,-2-1 3 0,-3 5 0 16,4-10-16-16,-3 4-1 0,-1 6-25 0,0-11-51 15,3 6-98-15,-3 5-124 0,1-11-184 0,-1 11-330 16,-3-15-834-16,3 15 369 0</inkml:trace>
  <inkml:trace contextRef="#ctx0" brushRef="#br0" timeOffset="-107397.97">4917 8974 97 0,'0'0'189'0,"-4"-9"-6"0,4 9-5 16,-2-7-10-16,2 7-6 0,-1-8-3 0,1 8-3 15,0 0-3-15,-4-8-8 0,4 8-13 0,0 0-12 16,0 0-13-16,-3-6-11 0,3 6-10 0,0 0-13 16,0 0-8-16,0 0-8 0,0 0-10 0,0 0-6 15,0 0-2-15,0 0-8 0,0 0 5 0,0 0-8 16,10 25-4-16,-5-8 0 0,3 2-3 0,1 7 3 16,3 1-3-16,-2 0-1 0,0 1-1 0,3 0-5 15,-2 2 1-15,-2-1-1 0,3-3-1 0,-2-2 3 16,0 1-7-16,-1-9-1 0,-2 2 0 0,2-1 1 15,-2-2-1-15,2-1 0 0,-4-4-3 0,-1 0-1 16,3-3 10-16,-5 0-6 0,2-1-2 0,0-3 4 16,-1 2 22-16,-3-5 15 0,4 6 13 0,-4-6 11 15,0 0 8-15,4 6-6 0,-4-6 1 0,0 0-2 16,0 0-9-16,0 0-9 0,8-26-6 0,-3 8-8 16,1 0-5-16,-2-1-4 0,1 0-4 0,2-6-2 15,1 1-10-15,0-5-3 0,-3 3-7 0,1 1-5 16,-1 0-4-16,1 0 0 0,-1-2-5 0,3 3 4 15,-3 5-3-15,-1 0 33 0,1 2-21 0,-1 2 6 16,1 4-3-16,-1 2-11 0,-2 2-11 0,1 0-18 16,-3 7-19-16,1-10-9 0,-1 10-22 0,3-7-19 0,-3 7-2 15,0 0-3-15,0 0-15 0,0 0-13 0,0 0-18 16,16 15-23-16,-9-8-30 0,-2 5-17 16,1 2-140-16,-2-2-392 0,2 3 174 0</inkml:trace>
  <inkml:trace contextRef="#ctx0" brushRef="#br0" timeOffset="-107130.54">5602 9063 36 0,'0'0'193'0,"0"0"3"0,0 0-11 15,0 0-9-15,0 0-8 0,-20 2-5 0,20-2-8 16,-16 9-6-16,3 0-4 0,-2 3-4 0,1 3-5 15,-2 4-8-15,-1 1-8 0,0 3-12 0,2-2-5 16,4-4-9-16,3 1-13 0,-3-1-3 16,2-1-8-16,3 1-9 0,-1-2-7 0,2-3-4 15,3 0-7-15,-1-3-2 0,3 3-4 0,1-3-11 16,1-1-4-16,5 2-23 0,-1-1-16 0,2-1-30 0,5 1-43 16,3 0-37-16,3-2-39 0,2-4-44 15,7 2-174-15,-8-3-415 0,11-5 183 0</inkml:trace>
  <inkml:trace contextRef="#ctx0" brushRef="#br0" timeOffset="-106887.11">5954 9132 157 0,'0'0'209'0,"-9"-3"-7"0,9 3 0 0,-11 0-5 15,0 4-5-15,1 2-6 0,1 1-5 0,-13 8-8 16,4-2-6-16,-1 4-7 0,0 3-9 0,1 1-14 15,-2-1-13-15,8-4-11 0,1-1-8 16,0 2-15-16,2-2-9 0,1-2-10 0,2 0-6 0,4 0-7 16,-1-2-6-16,3 0-8 0,0 0 0 0,2-1-10 15,0 0-14-15,-1 1-6 0,6-3-14 16,2 2-16-16,0-1-24 0,5 0-36 0,1-2-35 0,2-1-42 16,4-4-47-16,0 1-32 0,-1-3-169 15,2-1-433-15,7-5 192 0</inkml:trace>
  <inkml:trace contextRef="#ctx0" brushRef="#br0" timeOffset="-106666">6305 9232 271 0,'0'0'253'0,"0"0"-6"0,0 0-3 16,0 0-9-16,0 0-16 0,0 0-19 15,8-1-11-15,-8 1-21 0,0 0-17 0,0 0-17 0,0 0-15 16,15 0-12-16,-6 0-17 0,1-2-23 0,2 1-28 16,1 1-35-16,-2-2-32 0,3 1-40 0,-1 1-48 15,5-3-42-15,-7 3-38 0,3 0-167 0,-14 0-391 16,14 1 173-16</inkml:trace>
  <inkml:trace contextRef="#ctx0" brushRef="#br0" timeOffset="-106492.79">6294 9349 93 0,'-7'2'257'0,"2"1"-26"0,5-3-11 0,-10 4-2 16,10-4-2-16,-6 3-8 0,6-3-10 0,0 0-15 15,0 0-15-15,-5 3-10 0,5-3-20 0,0 0-16 16,0 0-18-16,0 0-13 0,0 0-19 0,15 8-15 16,-4-8-28-16,3 0-30 0,-1 0-39 0,9-1-38 15,-3 1-41-15,9-4-44 0,0-2-39 0,-6 4-158 16,0-2-390-16,7-2 172 0</inkml:trace>
  <inkml:trace contextRef="#ctx0" brushRef="#br0" timeOffset="-103355.45">7743 8939 32 0,'0'0'86'0,"0"0"-5"16,0 0 1-16,0 0 4 0,0 0-7 0,0 0-3 15,0 0 12-15,0 0-16 0,0 0 4 16,0 0-10-16,0 0-4 0,0 0 0 0,0 0-1 16,0 0-4-16,0 0-8 0,0 0 1 0,0 0-8 15,0 0 1-15,0 0-1 0,0 0-3 0,0 0 0 0,0 0-1 16,-21-11-3-16,21 11 2 0,0 0-1 0,-8-1-1 15,8 1 7-15,0 0-3 0,0 0 0 16,-9-1-1-16,9 1-5 0,0 0 1 0,0 0-6 0,0 0-2 16,0 0-2-16,0 0 1 0,0 0-1 0,0 0 2 15,0 0 1-15,0 0-4 0,0 0 3 0,0 0 0 16,0 0-2-16,37 1-2 0,-17-3-4 0,7 0-5 16,1 1 0-16,1-2-3 0,-1 2-10 0,1-3-12 15,-9 1-13-15,2 0-21 0,-3 1-23 0,-1 0-24 16,-4 1-28-16,-1-1-15 0,0 2-136 0,-2-1-294 15,-3 0 130-15</inkml:trace>
  <inkml:trace contextRef="#ctx0" brushRef="#br0" timeOffset="-102975.95">7947 8889 26 0,'-5'3'137'0,"5"-3"-10"0,-5 8 5 16,5-8-3-16,-6 15 10 0,2-4 2 0,0 5 0 15,-1 3-8-15,2-2-11 0,1 9-8 0,1-2-10 16,-1-6-10-16,2-1-11 0,0 7-5 0,2 1-7 16,-2-8-6-16,1 1-4 0,0-1-2 0,0-2-8 15,1 0-3-15,0-3-6 0,0 1-4 0,-2-3-1 16,1 0-5-16,-1 1-3 0,0-3 0 0,1-2-8 16,-1-6 3-16,-2 14 1 0,-1-7-3 0,0-2-1 15,-2 1 0-15,1-2-4 0,-2 1 0 0,-1-1-3 16,0 0 6-16,-3-2-6 0,-2 0-2 0,3-2 1 15,-1 2-2-15,-3-2-6 0,3 0 7 0,0-1-3 16,10 1 9-16,-15-2 5 0,15 2 7 0,-12 0 2 16,12 0-1-16,-10 0 0 0,10 0-2 0,0 0-2 15,-9 0 0-15,9 0 0 0,0 0-3 0,0 0-4 16,0 0-1-16,0 0-3 0,0 0-1 0,0 0-2 16,0 0-5-16,0 0-8 0,28 10-10 0,-9-7-18 15,-1-1-17-15,4-1-26 0,7 2-31 0,1-3-26 0,2 1-28 16,0-1-16-16,1 0-19 0,1-1-148 15,-4 1-365-15,-1-2 162 0</inkml:trace>
  <inkml:trace contextRef="#ctx0" brushRef="#br0" timeOffset="-102772.59">8326 9250 123 0,'0'0'177'0,"1"-8"1"0,-1 8-3 0,0 0-1 16,1-11 1-16,-1 11 3 0,0 0-3 15,0 0-10-15,-5-9-13 0,5 9-8 0,-6-2-12 16,6 2-5-16,0 0-7 0,-21 6-4 0,12-1-6 0,-1 3-1 15,-1-1-1-15,-2 3-7 0,-1 3-8 0,0-1-8 16,2 0-4-16,1 1-16 0,1 0-4 0,3 0-9 16,1-3-5-16,1 2-5 0,1-1-3 15,3 0-16-15,-1 1-30 0,5 0-24 0,1-2-26 0,3 6-41 16,2-5-41-16,4 0-66 0,4-1-38 0,-2-1-182 16,5-2-460-16,1-3 204 0</inkml:trace>
  <inkml:trace contextRef="#ctx0" brushRef="#br0" timeOffset="-102527.08">8643 9172 104 0,'2'-9'248'0,"-1"-3"8"16,1 6 0-16,-1 0 3 0,-1 6-9 0,1-10-19 16,-1 10-19-16,3-9-23 0,-3 9-18 0,0 0-20 15,0 0-7-15,0 0-10 0,0 0-5 0,0 0 0 16,0 0-12-16,-7 44-1 0,4-25-11 0,0 4-16 15,-1 2-6-15,2 0-7 0,-1-7-11 0,1 0-4 16,-1 1-5-16,2-1-6 0,-1 0 0 0,2-1-11 16,-1 1-8-16,1-3-18 0,0 2-47 0,0-5-34 15,0 1-44-15,0-3-42 0,0 1-36 0,0-2-40 16,0 0-13-16,0-9-27 0,0 12-150 0,0-12-453 16,-1 6 202-16</inkml:trace>
  <inkml:trace contextRef="#ctx0" brushRef="#br0" timeOffset="-102234.92">8659 9083 61 0,'9'-12'168'0,"1"2"-8"0,-2 3-9 0,0 2-11 16,-1 1-7-16,0 0-5 0,3 3-5 0,0 1 6 16,0 1-1-16,1 1-7 0,-2 4-9 0,0-1-12 15,0 1-6-15,-3 3-5 0,-1-1-5 0,3 2-4 0,-6-1-6 16,1 4-5-16,-3-3-2 0,-2 2-4 15,-4-1-9-15,2 3-6 0,-1-2-2 0,-1-1-5 16,-2 0-2-16,2-4-5 0,-1 2-3 16,2-4-7-16,0 1-1 0,1-3-3 0,0 2-1 0,4-5-3 15,-5 4 1-15,5-4-3 0,-5 7-4 0,5-7-1 16,0 0-3-16,-2 6 0 0,2-6-2 0,0 0 1 16,6 14 2-16,-2-9-11 0,1 2-17 0,1 0-25 15,5-1-26-15,0 0-35 0,1 1-31 0,4 0-39 16,2 1-31-16,1-2-121 0,2-3-357 0,-1 1 157 15</inkml:trace>
  <inkml:trace contextRef="#ctx0" brushRef="#br0" timeOffset="-102035.36">9146 9256 120 0,'-2'-12'226'0,"2"12"0"0,-8-3-4 0,8 3-3 0,-11 0-5 15,11 0-16-15,-12 3-13 0,5-1-10 16,-3 4-10-16,1 0-6 0,-2 5-3 0,2-2-3 0,-1 3-6 15,1-1-7-15,1 3-20 0,-2-1-9 16,5-1-12-16,0-1-9 0,-1 3-10 0,4-1-8 16,1-1-4-16,1 1-12 0,1-2-22 0,0 1-19 15,3-1-37-15,0 0-47 0,4 4-71 0,-1-6-76 0,6 4-80 16,1-2-156-16,4-4-489 0,4-1 217 0</inkml:trace>
  <inkml:trace contextRef="#ctx0" brushRef="#br0" timeOffset="-101817.12">9550 9354 108 0,'0'0'347'0,"0"0"-32"0,-3-7-16 0,3 7-18 16,0 0-14-16,0 0-9 0,0 0-25 0,8-7-30 15,-3 5-17-15,7 0-18 0,1 1-15 0,0 1-15 16,7-2-14-16,0 1-35 0,-1 1-13 0,1-1-27 15,0-1-22-15,-2-1-29 0,2 3-32 0,-2 0-37 16,-1-2-46-16,-2 2-44 0,-2-2-48 0,1 1-55 16,-4-2-147-16,-1-1-444 0,1 0 196 0</inkml:trace>
  <inkml:trace contextRef="#ctx0" brushRef="#br0" timeOffset="-101619.49">9772 9245 154 0,'-9'-6'244'0,"9"6"-5"0,-5-6 6 15,5 6 6-15,0 0-6 0,-7-4-13 0,7 4-21 16,0 0-19-16,0 0-18 0,0 0-19 0,0 0-3 16,-13 10 3-16,10-4-7 0,1 4 1 0,-2 2-20 15,1-1-8-15,1 4-12 0,-2 2-5 0,0-1-12 16,0 0-10-16,3 1-10 0,0 1-8 0,1-5-3 16,-3 4-3-16,5-1-39 0,-2 0-32 0,2 1-44 15,-1-1-50-15,-1 1-66 0,2-5-65 0,0 4-308 16,1-6-590-16,-2 0 262 0</inkml:trace>
  <inkml:trace contextRef="#ctx0" brushRef="#br0" timeOffset="-94383.33">11016 9390 147 0,'0'0'215'0,"-9"-6"-6"16,9 6-8-16,-10-3 4 0,10 3-15 0,-11-3-3 0,11 3-15 15,-12-4-3-15,5 4-7 0,7 0-11 0,-15 0-10 16,2 2-7-16,3 3-3 0,-3 0-3 15,4-1-6-15,-4 3-7 0,-2 3-8 0,1 0-10 16,-1-1-9-16,2 2-4 0,4-1-12 0,-4 1-6 0,6-2-6 16,0-1-3-16,2 1-7 0,0 0-8 0,0 1-1 15,4-4-6-15,1 2-13 0,0-8-14 0,2 16-10 16,6-8-17-16,-2-3-27 0,2 5-33 16,1-5-40-16,3 2-48 0,5-2-39 0,13-1-26 0,0-3-225 15,0-1-494-15,2-1 219 0</inkml:trace>
  <inkml:trace contextRef="#ctx0" brushRef="#br0" timeOffset="-93996.14">11323 9388 202 0,'-2'-10'216'0,"2"10"4"0,-10-7-3 0,10 7-7 16,-10-3-10-16,2 2-8 0,8 1-11 0,-22 2-9 15,12 0-10-15,-2 1-14 0,1 1-15 0,1 2-14 16,1 0-10-16,1 0-15 0,1 3-6 0,2-2-12 15,-2 1-4-15,5-2-15 0,1 3-4 0,1 1-1 16,3-2-14-16,1 2-8 0,4-2-4 0,-2-1-15 16,4 1-6-16,2-2-8 0,1 1-7 0,0-3-3 15,-2 0-3-15,2-2-7 0,1 0 5 0,-4 1 0 16,-2-3 4-16,1 1 2 0,-9-1 4 0,11 2 5 16,-6-1 1-16,-5-1 8 0,0 0 1 0,0 0 8 15,0 0 4-15,0 0 2 0,0 0-4 0,0 0 3 16,0 0 1-16,0 0 0 0,-23-11 3 0,12 13 4 15,0-1-1-15,-1 2 8 0,-5 1-4 0,2-1 0 16,-2 3 7-16,1 1 3 0,0 1 0 0,2-2-2 0,4 2-3 16,0-2-2-16,-2 2-9 0,3 0 0 15,1-2-3-15,1 1-3 0,3 0-5 0,2 0 1 16,-1-1 2-16,2 1-8 0,1-7-2 0,2 14 5 16,3-9-23-16,3 2-21 0,0 0-30 0,3-2-37 0,6 0-46 15,3 0-55-15,10-3-50 0,0-1-228 16,4-2-516-16,1-2 229 0</inkml:trace>
  <inkml:trace contextRef="#ctx0" brushRef="#br0" timeOffset="-93290.96">10227 9175 179 0,'-2'-8'220'0,"-1"-1"-2"16,2 2 0-16,-2 1 0 0,3 6-7 0,-2-13 1 0,-1 9-10 15,3 4-6-15,-2-10-14 0,2 10-7 0,-4-6-17 16,4 6-11-16,0 0-18 0,-1-9-13 0,1 9-11 16,0 0-17-16,0 0-11 0,0 0-8 15,0 0-10-15,0 0-2 0,0 0-5 0,0 0 5 0,8 28 4 16,-2-11 2-16,0 0-2 0,-1 8-10 0,5-1 5 16,-6-5-8-16,3 0-12 0,-2-2 2 0,4 7-7 15,0-8-7-15,-2-2 1 0,1 1-4 0,0 1 8 16,2-1-6-16,-4-5 3 0,2 1-8 0,-3-2-4 15,3 1-3-15,-2-2-2 0,-1-2 7 0,0 2-4 16,1-2 3-16,-3-2-2 0,4 0-2 0,-7-4-2 16,6 6 17-16,-6-6-18 0,6 4-1 0,-6-4 4 15,6 3 9-15,-6-3-10 0,0 0 2 0,15-8-4 16,-10 3-1-16,3-4 1 0,2-5 1 0,0 1-6 16,-1-1 0-16,0-2 0 0,2 1-4 0,-2-3 2 15,0 0 10-15,3-6-20 0,-3-2-3 0,-1 9 2 16,2-5-1-16,-4 3-3 0,-1-7-1 0,-1 13-1 15,1-3-5-15,-3 6 1 0,0 1-2 0,1-2-4 16,-2 4-3-16,3 2-9 0,-4 5-14 0,1-11-18 16,-1 11-25-16,2-7-24 0,-2 7-33 0,0 0-32 15,0 0-22-15,0 0-5 0,0 0-23 0,0 0-207 16,0 0-478-16,7 19 211 0</inkml:trace>
  <inkml:trace contextRef="#ctx0" brushRef="#br0" timeOffset="-92809.47">11895 9401 8 0,'0'0'225'0,"0"0"-5"0,0 0 0 0,0 0-9 0,0 0-11 16,0 0-3-16,-19-8-9 0,19 8-7 0,-8-3-16 15,8 3-7-15,-9-2-6 0,9 2-8 16,-6-2-12-16,6 2-8 0,0 0-5 0,-9-3-6 0,9 3-12 16,0 0-3-16,0 0-6 0,-9-2-5 0,9 2-1 15,0 0-3-15,0 0-6 0,0 0-12 0,0 0 9 16,0 0-15-16,0 0-9 0,0 0-5 16,0 0-4-16,0 0-15 0,23-3 8 0,-10 3-5 0,1-1 0 15,6 1-9-15,-3-1 0 0,2 2-8 0,0 0-1 16,2-2-8-16,-3 1-13 0,-2 0-8 0,-2 0-13 15,-1 0-17-15,0 0-16 0,1 0-18 0,-2 1-17 16,0 0-28-16,0 1-22 0,-2-2-25 0,2 1-22 16,-1-1-18-16,1 1-26 0,-5-1-169 0,1 0-441 15,-8 0 196-15</inkml:trace>
  <inkml:trace contextRef="#ctx0" brushRef="#br0" timeOffset="-92549.62">12010 9232 125 0,'-4'-6'229'16,"4"6"-1"-16,0 0-2 0,-2-7-14 0,2 7-13 16,0 0-15-16,0 0-20 0,-5-5-19 0,5 5-11 15,0 0-11-15,0 0 2 0,0 0-1 0,-2 19-4 16,2-8-3-16,0 0-16 0,-5 2-3 0,4 2-8 15,0 1-5-15,-2 1-7 0,2 0-12 0,0 0-6 16,-1 1 7-16,2-2-21 0,0 1-5 0,0 1-24 16,0-1-34-16,0 2-42 0,2-1-60 0,-1-1-61 15,2 0-56-15,-2-5-197 0,3 0-467 0,1-2 207 16</inkml:trace>
  <inkml:trace contextRef="#ctx0" brushRef="#br0" timeOffset="-91847.46">12801 9145 96 0,'0'0'258'0,"-9"-6"-8"0,6 0-6 16,3 6-10-16,-6-4-10 0,6 4-11 0,0 0-15 15,-5-5-18-15,5 5-8 0,0 0-11 0,0 0-9 16,0 0-19-16,0 0-13 0,-4-6-14 0,4 6-15 16,0 0-7-16,0 0-21 0,20-3-16 0,-8 3-4 0,5-1-12 15,3 0-12-15,-1 0-16 0,-2-1-16 0,2 2-25 16,-2 0-18-16,1-1-22 0,-7-1-22 15,1 2-13-15,-1-1-21 0,-5-2-12 0,-6 3-5 16,14 0 5-16,-14 0 2 0,7-2 5 0,-7 2 13 0,6-4-2 16,-6 4 20-16,0 0 21 0,0 0 14 0,0 0 14 15,0 0 22-15,0 0 20 0,0 0 16 0,0 0 19 16,-15-11 17-16,15 11 11 0,-9-7 7 16,9 7 11-16,0 0 12 0,-9-3 3 0,9 3 3 0,-6-2-1 15,6 2-5-15,0 0-5 0,0 0-4 0,0 0-8 16,0 0 6-16,-13 5 11 0,13-5 8 0,-6 14-2 15,2 3 3-15,-1-1-1 0,-1 7 5 0,1-3 0 16,0 4 2-16,1 2-4 0,0-6-6 0,3 2-3 16,-1-1-13-16,0 3 0 0,0-4-4 0,2-1-4 15,0-1-6-15,0 0-2 0,2-2-3 0,0 0-6 16,-2-3-1-16,2-2-2 0,-1 0-8 0,0-1-1 16,0-4-4-16,1 1-3 0,-2-7 0 0,2 11 0 15,-2-11-4-15,0 8-1 0,0-8-6 0,0 6-8 16,0-6 1-16,0 0-12 0,0 0-5 0,-5 8-12 15,5-8-1-15,0 0-5 0,-14-1-1 0,14 1-5 16,-13-7-9-16,3 2 5 0,3 1 3 0,-3 0 5 16,6-1 1-16,-5 2 6 0,5-1 9 0,4 4-6 15,-8-7 8-15,8 7 4 0,-8-6 7 0,8 6 2 16,-4-3 1-16,4 3-7 0,0 0 6 0,-5-6 0 16,5 6 1-16,0 0-2 0,0 0 2 0,0 0 0 15,0 0-10-15,27 4 3 0,-18-3-14 0,5 1-27 16,1-2-34-16,6 2-43 0,8-2-44 0,-2 2-37 15,2-4-38-15,3 2-136 0,-3-2-415 0,2 0 184 16</inkml:trace>
  <inkml:trace contextRef="#ctx0" brushRef="#br0" timeOffset="-91485.48">13335 9371 116 0,'0'0'219'0,"-6"-7"-3"15,6 7-8-15,-7-4-2 0,7 4-9 16,-14 0-9-16,14 0-10 0,-15 8-4 0,3-4-16 15,3 2-13-15,1 0-11 0,0 1-16 0,4-1-9 0,-5 0-8 16,5 1-7-16,-1 2-8 0,3-2-6 0,2 0-4 16,-2 1-2-16,2-8-9 0,2 15-4 0,0-7 1 15,5-3-13-15,-1 3-12 0,1 0-12 0,3-3-8 16,1-2-12-16,0 1-10 0,2 2-11 0,-4-3-5 16,2 0-1-16,-1-2 4 0,-2 0-2 0,-8-1 4 15,11 0 5-15,-11 0 1 0,14 0 9 0,-14 0 3 16,0 0 4-16,0 0 7 0,5-3-1 0,-5 3 3 15,0 0 3-15,0 0 3 0,0 0 4 0,0 0 6 16,-29-1 2-16,20 3 4 0,-3 2 0 0,1 0 5 16,0 1 0-16,1-1 0 0,0 3 6 0,1-1-2 15,-3-1 1-15,5 2 0 0,1 0-8 0,-1-1-6 16,3 1-2-16,-1-1-3 0,1 0-1 0,1 1-6 16,3-7-4-16,0 14-3 0,2-7-3 0,1-1-23 15,4 0-41-15,0 2-34 0,4-2-62 0,2-1-62 16,5-1-67-16,0 0-232 0,0-2-551 0,5-2 245 15</inkml:trace>
  <inkml:trace contextRef="#ctx0" brushRef="#br0" timeOffset="-91211.62">13719 9297 110 0,'0'-9'298'0,"0"-1"-2"0,3 5-1 15,-3 5-8-15,0 0-18 0,-3-15-28 0,3 15-18 16,0 0-32-16,5-6-15 0,-5 6-17 0,0 0-5 0,0 0 4 16,0 0-14-16,-7 40-12 0,5-22-15 0,-3 7-2 15,3-6-13-15,0-1-8 0,0 7-6 16,-1-5-18-16,-1 5 1 0,2 0-6 0,0-8-15 16,0 2 8-16,2-2-9 0,-3 0-8 0,3-2-3 0,-1-2-19 15,2-1-27-15,-2-3-23 0,1 2-35 16,0-1-26-16,0-2-24 0,0-8-30 0,1 13-37 0,-1-13-29 15,0 8-20-15,0-8-10 0,0 6-16 16,0-6-163-16,0 0-456 0,0 0 202 0</inkml:trace>
  <inkml:trace contextRef="#ctx0" brushRef="#br0" timeOffset="-90903.33">13807 9264 169 0,'11'-13'188'0,"-2"4"-2"0,0 4-9 0,3-5-11 15,-6 9-2-15,3 0-6 0,3 1-1 0,-4 0 1 16,3 1-3-16,-2 4-6 0,1 1-14 0,-1-1-7 16,-3 4-4-16,-2 0-4 0,4-1-4 0,-6 2-6 15,-2-1-11-15,0 1-6 0,-2-1 0 0,-6 0-7 16,2 2-7-16,-1-2-5 0,-1-2 4 0,-2 1-14 16,1-1-5-16,1-3-5 0,-1 3-2 0,-1-3-7 15,3 1-4-15,-1-3-4 0,3 2-2 0,-2-1-6 16,7-3-3-16,-11 2 2 0,11-2-8 0,-6 5-1 15,6-5-6-15,-5 4 0 0,5-4 0 0,-5 8 1 16,5-8-8-16,0 10 0 0,0-10 4 0,5 13-3 16,-2-5-7-16,5-1-14 0,-1 0-23 0,3 3-35 15,3 1-35-15,-3-4-35 0,6 2-43 0,0-3-28 16,6 1-25-16,-3-1-36 0,10-3-139 0,-9-1-445 16,9 1 198-16</inkml:trace>
  <inkml:trace contextRef="#ctx0" brushRef="#br0" timeOffset="-90543.13">14223 9477 84 0,'2'-10'223'0,"-2"10"4"0,0 0 4 0,-6-11-2 16,6 11-1-16,-8-7-15 0,8 7-9 0,-13-3-8 15,6 3-1-15,7 0-8 0,-16 1-17 0,9 2 13 16,-3 1-19-16,0 3-1 0,-1-1-14 0,3 1-9 16,-2 2-22-16,3 0-4 0,0 2-13 0,1-4-3 15,2 2-7-15,2 0-15 0,2 0 1 0,0 0 0 0,4 1-28 16,0-1-4-16,1 0-20 0,4-1-5 0,0-2-14 15,2 2-14-15,0-1-8 0,1-3-15 16,1-1-11-16,0 1-6 0,-3-2 1 0,0 0 2 16,-3-1 3-16,0 3 4 0,-7-4 6 0,7 0 6 0,-7 0 0 15,0 0 7-15,0 0 4 0,0 0 7 0,0 0 3 16,0 0 8-16,0 0 5 0,-31 3 17 16,17 0 9-16,0 0 6 0,-4 2 13 0,0 0 5 15,2 2 5-15,-1-1 4 0,3-1-2 0,1 2-3 0,1-2-2 16,4 1-13-16,-1 0-4 0,0 1 5 0,1-1-11 15,2 2 0-15,2-3-4 0,3 3-3 0,-1 0-16 16,2-8 6-16,3 15-23 0,3-7-25 0,-1-2-31 16,2 0-37-16,2-2-40 0,4 3-40 0,3-1-47 15,1-3-48-15,1-1-51 0,-7 0-206 0,3-1-572 16,-2-1 253-16</inkml:trace>
  <inkml:trace contextRef="#ctx0" brushRef="#br0" timeOffset="-77141.78">23302 9916 17 0,'0'0'57'0,"0"0"-10"15,0 0-3-15,0 0-7 0,0 0-3 0,0 0-11 16,0 0-8-16,0 0-17 0,0 0-20 0,0 0-20 16,0 0-45-16,0 0 20 0</inkml:trace>
  <inkml:trace contextRef="#ctx0" brushRef="#br0" timeOffset="-68998.49">7181 10464 99 0,'-7'-2'245'0,"7"2"-12"16,-11-4-9-16,6 1-3 0,5 3-7 0,-9-5 0 15,4 1-7-15,5 4-8 0,-9-4-10 0,9 4-4 16,-8-3-8-16,8 3-13 0,0 0-12 0,-6-6-11 0,6 6-11 15,0 0-7-15,-7-4-6 0,7 4-9 0,0 0-6 16,0 0-8-16,0 0-10 0,0 0-18 0,0 0 4 16,12-9-13-16,0 6-6 0,1 0-9 15,8-1-12-15,-1 1-7 0,6-4-14 0,-3 3-18 0,5-2-13 16,0 0-13-16,1 1-29 0,-2-1-25 0,-6 2-27 16,0 2-36-16,7-1-35 0,-7 1-12 0,-3 0-28 15,1 2-22-15,0-2-189 0,-9 2-473 0,1 0 211 16</inkml:trace>
  <inkml:trace contextRef="#ctx0" brushRef="#br0" timeOffset="-68495.41">7422 10373 185 0,'-6'2'171'0,"6"-2"-16"15,0 0-11-15,0 0-4 0,0 0-1 0,0 0-6 16,0 0-1-16,-10 6-5 0,10-6 19 0,-3 10 10 15,-1 2-2-15,2 0-2 0,-1 5-5 0,-1 1-10 16,2 7-4-16,-2-1-3 0,2-5-7 0,0 8-12 16,-1-8-14-16,0 5-5 0,3-4-10 0,1-2 1 15,-1-3-7-15,2 3-9 0,1-2 8 0,-2 1-15 16,0-5-6-16,1 4-9 0,0 0-2 0,1-6 2 16,-2 2-5-16,0-2-4 0,-1-3-4 0,0 0-3 15,0-7-7-15,3 12 2 0,-3-6-4 0,0-6 1 16,1 7 0-16,-1-7-5 0,0 0 11 0,-1 10-9 15,1-10-6-15,0 0 4 0,0 0-6 0,-1 9 11 16,1-9-12-16,0 0-2 0,-7 3 0 0,7-3-7 16,0 0 3-16,0 0-3 0,-17-6-2 0,17 6-1 15,-9-4 4-15,2 2-6 0,7 2 3 0,-11-4 4 16,6 0-4-16,5 4 2 0,-8-4-1 0,8 4 1 16,-9-6-4-16,9 6 3 0,-5-2 1 0,5 2-3 15,-8-5 2-15,8 5 0 0,0 0 0 0,-6-2-4 16,6 2 2-16,0 0 6 0,0 0-4 0,-8-3 3 15,8 3-4-15,0 0-3 0,0 0 1 0,0 0-11 16,0 0 2-16,0 0-3 0,0 0 5 0,0 0 7 0,0 0-12 16,0 0 3-16,0 0 4 0,0 0-2 15,31 0 2-15,-20 1 3 0,3 1-7 0,3-4-8 16,3 2-15-16,-2 2-18 0,3-1-22 0,0-1-25 16,0 3-26-16,1-3-17 0,-2 0-34 0,2 0-14 15,-2 0-12-15,-1 0-6 0,1 0-8 0,-1 2-147 0,1-2-396 16,-2 0 175-16</inkml:trace>
  <inkml:trace contextRef="#ctx0" brushRef="#br0" timeOffset="-68033.39">7937 10683 147 0,'3'-6'189'0,"-3"6"-5"15,0 0-6-15,-5-12 3 0,5 12-1 0,-9-6 8 16,4 2-9-16,5 4-3 0,-12-4-10 0,12 4-8 0,-14-1-8 15,6 2-11-15,-2 2-10 0,-1-2-10 0,2 6-6 16,-3-4-6-16,-3 7-12 0,5-3 0 0,-4 3-13 16,1 1 0-16,1 0-19 0,2-3-4 15,4 0-5-15,1 4-4 0,1-4-6 0,2 1-5 0,0 3-3 16,3-5-5-16,0 1-6 0,2 0-6 0,0-5-5 16,4 5-7-16,1-3-6 0,3 1-3 0,1-1 1 15,2-2-10-15,-3-1-5 0,1 1-7 16,-1-3-1-16,0 0 0 0,-1 0-3 0,1 0 3 0,-3-1 1 15,-8 1 2-15,12 1 4 0,-12-1 1 0,10-1 5 16,-10 1 0-16,0 0 5 0,6-4 2 0,-6 4 10 16,0 0-1-16,0 0 7 0,0 0-2 0,0 0 2 15,0 0 0-15,0 0 11 0,-32 2 1 0,22 1 3 16,-3 1 0-16,0 0 7 0,-2 4 15 0,0-1-9 16,2-2 10-16,1 2-4 0,-2 1 2 0,2-1 14 15,3 1-15-15,0 0 2 0,-3 1 3 0,1 2-2 16,3-2-7-16,2-1 4 0,-1 1-9 0,3-4-1 15,2 3-11-15,-1-2 4 0,2 1-6 0,1-7-2 16,1 14-7-16,2-9-2 0,2 0-9 0,2-2-11 16,3 2-13-16,0-3-26 0,4 2-26 0,4-4-30 15,2 3-41-15,1-3-40 0,0-3-41 0,6-1-46 16,-4 4-43-16,-3-5-158 0,1 0-510 0,6-3 227 16</inkml:trace>
  <inkml:trace contextRef="#ctx0" brushRef="#br0" timeOffset="-67778.49">8616 10658 128 0,'0'0'270'0,"-7"-10"-10"0,7 10-6 0,0 0-5 16,0 0-7-16,0 0-15 0,0 0-12 0,0 0-14 15,0 0-20-15,0 0-9 0,3-9-18 0,-3 9-9 16,0 0-18-16,14 0-10 0,-6 0-13 0,3-2-9 0,1 1-26 16,2 0-13-16,2 1-21 0,3-3-30 0,-2 0-25 15,1 1-37-15,0 1-50 0,-4 1-42 16,3 0-48-16,-3 0-34 0,-4 0-194 0,-2 0-459 16,-2 3 204-16</inkml:trace>
  <inkml:trace contextRef="#ctx0" brushRef="#br0" timeOffset="-67595.47">8671 10740 11 0,'-9'2'262'0,"2"1"-17"0,2 1-6 15,5-4-7-15,-12 5-5 0,8-3-5 0,4-2-10 16,-8 5-7-16,8-5-11 0,0 0-8 0,-3 7-8 16,3-7-5-16,0 0-21 0,10 7-13 15,-2-4-25-15,3-3-22 0,1 2-22 0,6-1-45 0,1-2-44 16,-1 2-48-16,1-1-60 0,1-1-67 0,0 2-65 15,-8-1-160-15,6-3-454 0,-6 3 202 0</inkml:trace>
  <inkml:trace contextRef="#ctx0" brushRef="#br0" timeOffset="-50006.27">10163 10494 36 0,'0'0'199'0,"-2"-11"2"0,2 11-3 16,0 0-3-16,-1-11-10 0,1 11-5 0,-2-8-9 15,2 8 4-15,-1-9-11 0,1 9 4 0,-3-9-16 0,3 9-9 16,-1-7-6-16,1 7-12 0,0-11-6 16,0 11-5-16,0 0-6 0,-1-9-7 0,1 9-10 15,0 0-9-15,1-9 2 0,-1 9-14 0,0 0-15 16,0 0-3-16,0 0-13 0,0 0-5 0,0 0 2 0,0 0-4 16,0 0-1-16,0 0 3 0,4 26 1 15,-1-12 4-15,-2 4-2 0,-1 8 2 0,1-7-1 16,-1 5-4-16,0 1-4 0,-1 1 2 0,1-7-7 15,1 0 1-15,0 1-4 0,-1-4 1 0,0 1-2 0,2-5-3 16,-2 5 5-16,0-2-3 0,0-2-12 0,2-2 8 16,-3 0-3-16,2-1 0 0,-2-3-2 15,2-1 1-15,-1-6-1 0,-1 13-5 0,2-8-3 16,-1-5-25-16,0 12-29 0,0-12-31 0,-1 10-34 0,0-5-35 16,1-5-45-16,-2 11-54 0,2-11-47 0,-1 9-187 15,1-9-524-15,-5 7 232 0</inkml:trace>
  <inkml:trace contextRef="#ctx0" brushRef="#br0" timeOffset="-49801.74">10437 10593 22 0,'0'0'245'0,"5"-5"-25"0,-5 5-20 0,5-3-16 16,-5 3-14-16,8-3-5 0,-8 3-15 0,15-3-12 15,-5 2-14-15,3 1-13 0,3-3-10 0,5 3-10 16,-2 0-11-16,2-3-6 0,-1 5-26 0,1-4-30 16,-2 1-39-16,-1-1-36 0,1 1-46 0,-1 0-38 15,-5-1-163-15,-1 1-328 0,1-1 145 0</inkml:trace>
  <inkml:trace contextRef="#ctx0" brushRef="#br0" timeOffset="-49565.42">10659 10456 109 0,'-6'-5'223'0,"6"5"-16"0,0 0-7 0,-8-5-16 15,8 5-9-15,0 0-11 0,0 0 2 0,0 0 3 16,-9 12 7-16,8-5 1 0,0 5-19 0,-2-1-3 16,1 5-17-16,0 2-5 0,1 1-15 0,0-2-10 15,0 1-1-15,-2 0-14 0,0-2-15 0,3 3-4 16,-1-2-9-16,1-1-4 0,-2 3-3 0,-1-3-7 15,3 2-18-15,0-4-23 0,0-1-30 0,0 3-31 16,0-2-39-16,0-5-39 0,0 4-38 0,1-3-38 0,2 0-31 16,-2-1-180-16,2 1-449 0,-1-4 198 15</inkml:trace>
  <inkml:trace contextRef="#ctx0" brushRef="#br0" timeOffset="-49296.97">10910 10450 208 0,'2'-8'260'0,"-2"8"-19"0,3-7-16 0,-3 7-15 15,1-8-9-15,-1 8-10 0,0 0 4 0,0 0-2 16,0 0-3-16,0 0-10 0,-1 31-11 0,2-14-12 16,-1 2-4-16,0-2-23 0,-2 8-7 0,2 1-10 15,1 2-2-15,0-4-6 0,-2-3-15 0,0-2-6 16,-1 0-13-16,4 8 1 0,-2-9-23 0,0-3 5 15,0 3 2-15,1-1-10 0,0-5-12 0,2 0-29 16,-2 1-26-16,0-4-35 0,-1 0-24 0,0 1-41 16,0-1-43-16,0-9-27 0,0 12-40 0,2-8-18 15,-2-4-17-15,2 9-158 0,-2-9-457 0,0 0 203 16</inkml:trace>
  <inkml:trace contextRef="#ctx0" brushRef="#br0" timeOffset="-48941.11">10970 10417 80 0,'4'-17'192'0,"5"2"-6"16,-4 5-8-16,0 0-9 0,3 0-1 0,-3 1-11 15,5 2-9-15,-4 1-6 0,3 2-14 0,-1 2-7 16,3 1-8-16,-11 1-6 0,17 0-6 0,-7 3-9 16,0 0-11-16,-3 0-6 0,-1 1-7 0,2 3 2 15,-4 0-6-15,0 1-6 0,-2-1 0 0,1 2-4 16,-2 0-7-16,-1 1-5 0,-1 1-2 0,-1-1-6 15,1-1-2-15,0 2-4 0,-2-4-9 0,-1 1-8 16,4-1-5-16,0-7-18 0,-2 14-8 0,1-9-8 16,1-5-2-16,0 10-8 0,0-10 4 0,2 9-2 15,3-2 1-15,-1-4 1 0,1 1 5 0,0-1 4 16,3 4 2-16,-3-2-2 0,-1-3 2 0,1 3 4 16,0-2 2-16,-1 2 8 0,0 1 5 0,0-1 8 15,-2 1 2-15,-2-6 6 0,4 10 2 0,-3-6 2 0,-1-4 2 16,-1 10 1-16,1-10-2 0,-3 11-4 15,1-5 0-15,2-6-3 0,-6 9-1 0,3-4-22 16,3-5-26-16,-8 9-25 0,5-5-45 0,3-4-32 0,-3 5-51 16,3-5-146-16,0 0-364 0,-8 5 162 0</inkml:trace>
  <inkml:trace contextRef="#ctx0" brushRef="#br0" timeOffset="-48706.68">11347 10277 14 0,'7'-6'216'0,"1"0"-11"16,0 3-4-16,-2 2-1 0,-6 1 5 0,21 10 13 15,-10 1-6-15,2 6-5 0,-1 6-19 0,-2 4-12 16,-2-1-18-16,-2 6-16 0,-2 0-11 0,-3-3-16 16,1 4-8-16,-4-2-7 0,-1-1-12 0,0-2-3 15,-2 2-4-15,-3-1-17 0,-1-1-7 0,-3-4-16 16,1 3-12-16,-6-2-20 0,-3 0-30 0,-2-6-26 15,-4 5-40-15,-3-4-34 0,-2-1-36 0,1-1-55 16,-6 0-222-16,-14 3-471 0,3-5 209 0</inkml:trace>
  <inkml:trace contextRef="#ctx0" brushRef="#br0" timeOffset="-48437.13">10009 10165 253 0,'-19'2'251'0,"-7"9"-18"0,-1 10-3 16,-10 15-17-16,5 3-15 0,0 5-14 0,4 3-3 15,1 3-1-15,3-1-9 0,4 3-13 0,4-4-11 16,5 5-21-16,4-5-7 0,7 4-11 0,4-7-11 15,3 2-10-15,4-14-5 0,7 11-14 0,8-4-22 16,-3-12-20-16,14 5-37 0,-7-9-53 0,14 5-60 16,4-7-73-16,7-3-74 0,-4-3-145 0,4-4-450 0,0-4 200 15</inkml:trace>
  <inkml:trace contextRef="#ctx0" brushRef="#br0" timeOffset="-42579.13">11835 10425 143 0,'-9'-7'152'0,"9"7"3"16,0 0-9-16,0 0-4 0,-4-5 4 0,4 5-13 15,0 0-9-15,0 0-4 0,-5-4-5 0,5 4-2 16,0 0-6-16,-9-4-2 0,9 4-2 0,0 0-7 16,0 0 4-16,0 0-13 0,-5-2-2 0,5 2-4 15,0 0-6-15,0 0-9 0,0 0-5 0,0 0-5 16,0 0-6-16,0 0-4 0,0 0-6 0,0 0-2 16,0 0-1-16,0 0-6 0,19-4-3 0,-7 4-4 15,7-5 0-15,-1 5-2 0,6 0-5 16,-3-2-4-16,8 0-6 0,-1-1-9 0,1 2-16 0,-8-1-21 15,2 0-28-15,-4 1-41 0,0-2-34 0,0 0-28 16,-6 3-29-16,1-2-159 0,-6 0-386 0,0-1 171 16</inkml:trace>
  <inkml:trace contextRef="#ctx0" brushRef="#br0" timeOffset="-42111.48">12019 10350 18 0,'0'0'164'0,"0"0"-20"0,0 0 5 0,-9 5 14 16,7 0 1-16,2-5-9 0,-4 12-8 0,0-1 0 15,1 3 6-15,-2 3 3 0,0 2 2 0,3 0-6 16,-5 7-14-16,2 1 2 0,0-2-19 0,-3 2-4 0,2 1-12 16,0-3-2-16,3 2-5 0,-3-2-9 15,3-1-9-15,-2-3-5 0,3-3-9 0,-1-1-2 16,0-4-6-16,3 0-7 0,-1-1-2 0,1 0-7 0,0-1 0 15,-1 0-5-15,2-6 0 0,-1-5-8 0,-1 14 1 16,1-14-6-16,-1 10-4 0,-1-4 2 0,2-6-4 16,0 0 2-16,0 8 0 0,0-8-4 15,0 0 1-15,0 0-3 0,-11 2-4 0,3-1 2 0,8-1 5 16,0 0-10-16,-17-5-3 0,8 3 4 0,0-2-3 16,-2-2 8-16,3 0-9 0,2 5 1 15,-3-5-5-15,0 0 1 0,1 3 3 0,2 0-4 16,0-1 11-16,-2 3-8 0,8 1-2 0,-9-6 3 0,9 6 6 15,-8-4-11-15,8 4 0 0,-7-2 0 0,7 2-4 16,0 0 4-16,0 0-3 0,0 0 0 0,0 0 1 16,0 0 5-16,0 0-1 0,0 0 2 0,0 0 1 15,0 0 1-15,0 0 1 0,21 9-5 0,-8-6 9 16,-1-2-8-16,1-1-11 0,4 2-12 0,2-1-10 16,1-2-20-16,1 1-24 0,0-2-27 0,6 1-23 15,3-2-33-15,-3 0-31 0,1 0-23 0,0 0-7 16,0-1-13-16,3 3-156 0,-4-1-418 0,2-4 185 15</inkml:trace>
  <inkml:trace contextRef="#ctx0" brushRef="#br0" timeOffset="-41889.46">12405 10739 26 0,'5'-9'192'0,"-5"9"-10"16,0-7-5-16,0 7 6 0,0 0 8 16,0 0 2-16,-9-8-8 0,9 8-6 0,-7-2-9 15,7 2-4-15,-11 0-1 0,11 0-1 0,-20 7-9 16,11-2 3-16,-4 6 5 0,-1-1-6 0,0 3-2 15,-1 3-9-15,-1 3-4 0,2-4-25 0,1-2-12 16,4 4-3-16,-2-2-11 0,6 0-2 0,1-3-13 16,3 0-7-16,2-1-7 0,3-1-16 0,-1 0-11 15,8-2-19-15,-2 1-27 0,4-2-26 0,3 0-37 16,2-3-38-16,4-1-45 0,-3 0-26 0,2-1-42 0,7-4-32 16,-8 2-39-16,-2 0-156 0,-5-1-487 15,-2-1 215-15</inkml:trace>
  <inkml:trace contextRef="#ctx0" brushRef="#br0" timeOffset="-39048.03">12891 10707 210 0,'-7'-4'305'0,"2"1"-30"0,5 3-21 16,-11-6-8-16,11 6-9 0,-8-3-9 0,8 3-10 15,-8-5-10-15,8 5-22 0,0 0-11 0,0 0-17 16,-2-4-20-16,2 4-9 0,0 0-12 0,0 0-10 15,0 0-1-15,20-4-19 0,-7 1-9 0,-1 3-10 0,6-2-1 16,2 0-14-16,-1 0-20 0,0-2-42 0,0 4-33 16,2-3-36-16,-2 1-57 0,1 1-52 15,-2 0-47-15,0-1-39 0,-7 2-182 0,1 0-492 16,-4 0 218-16</inkml:trace>
  <inkml:trace contextRef="#ctx0" brushRef="#br0" timeOffset="-38868.14">12978 10772 105 0,'-13'3'300'16,"0"2"-27"-16,-1 0-23 0,1 1-18 0,3-3-10 16,-3 0-6-16,4 4-3 0,-1-4-14 0,6 0-5 15,4-3-19-15,-11 4-16 0,11-4-14 0,-6 4-8 16,6-4-18-16,0 0-5 0,0 0-36 0,13 8-27 16,-4-8-41-16,5 0-34 0,8 0-38 0,0-3-43 15,7 2-50-15,0-4-36 0,1 2-49 0,-3-1-163 16,2-2-436-16,-2 1 193 0</inkml:trace>
  <inkml:trace contextRef="#ctx0" brushRef="#br0" timeOffset="-38170.94">14191 10439 98 0,'-4'-4'239'0,"4"4"-10"16,-7-8-3-16,2 3-5 0,5 5-7 0,-4-5-2 16,4 5-7-16,-5-7-6 0,5 7-12 0,0 0-2 15,-4-6-7-15,4 6-10 0,0 0-18 0,0 0-6 16,0 0-15-16,0 0-15 0,-4-5-8 0,4 5-13 16,0 0-7-16,0 0-12 0,0 0 13 0,0 0 17 15,-1 24 8-15,1-8-4 0,-1 3 2 0,-7 6 2 16,4 5-4-16,-1-2-1 0,-1 2-8 0,-1 0-9 15,0-2-5-15,-2 2-19 0,5 0 3 0,-1-2-8 16,1-1 1-16,-1-3-11 0,0 0-8 0,3-3-21 16,2-5-59-16,2 0-59 0,-2-4-59 0,0 2-67 15,5-4-68-15,0-3-78 0,4 0-264 0,2-2-682 16,3-4 301-16</inkml:trace>
  <inkml:trace contextRef="#ctx0" brushRef="#br0" timeOffset="-37973.01">14427 10594 2334 0,'0'0'132'0,"3"-8"-33"15,-3 8-45-15,2-10-27 0,-2 10-1 0,0 0-7 0,2-5-5 16,-2 5 16-16,7-3 5 0,-7 3 0 0,6-4 3 16,3 2 2-16,4 2-9 0,0-2-7 0,4 0 5 15,3-1-9-15,0 2-21 0,3-1-29 0,-1 0-26 16,-2-2-37-16,1 3-35 0,0-1-51 0,-3-1-21 15,-1-4-184-15,-6 6-415 0,0-5 184 0</inkml:trace>
  <inkml:trace contextRef="#ctx0" brushRef="#br0" timeOffset="-37771.25">14646 10409 135 0,'-10'-6'214'0,"-1"-3"-9"16,2 6-6-16,1 1 2 0,2-2-8 0,-2 2-6 15,8 2-12-15,-9-4-4 0,9 4 5 0,-14 4 0 16,9 0 9-16,1 5 11 0,0 2-24 0,2 4-2 15,-6 2-14-15,4 2-1 0,-1 1-11 0,3-1-18 16,0 6-8-16,0 0-13 0,0-5-8 0,1-1-11 16,0 0-9-16,1 5-5 0,1-4-7 0,0 6-23 15,-1-12-36-15,3 2-38 0,-3 1-33 0,3 0-35 16,-3 0-47-16,2-1-53 0,1-5-47 0,-1 0-46 16,0 2-194-16,0-3-527 0,0-1 232 0</inkml:trace>
  <inkml:trace contextRef="#ctx0" brushRef="#br0" timeOffset="-37526.74">14843 10425 196 0,'3'-7'258'0,"-2"0"-19"0,-1 7-12 0,2-8-10 15,-2 8-3-15,0 0 7 0,0 0 2 0,0 0 4 0,0 0-11 16,-2 24-18-16,2-7-9 0,-1 1-13 15,-2 0-7-15,-2 9-16 0,0-2-16 0,-4-3-15 0,5-1-6 16,-2 5-10-16,1-1-20 0,2-6 5 0,-1 1-15 16,-1-1-20-16,3-2-26 0,2 1-35 15,-2-1-37-15,4 0-31 0,-4-6-48 0,2 0-46 16,2-1-47-16,-2-3-38 0,0 0-32 0,2 1-181 0,-2-8-502 16,5 7 222-16</inkml:trace>
  <inkml:trace contextRef="#ctx0" brushRef="#br0" timeOffset="-37178.24">14832 10419 196 0,'4'-16'189'15,"2"0"-14"-15,-2 4-1 0,2 2-13 0,1 1-2 16,1 1-4-16,-1 2-9 0,2 0-11 0,1 1-9 16,-4 3-2-16,2 2-7 0,-8 0-9 0,19 4-10 15,-8 0-5-15,-2 1-8 0,-2 2-6 0,1 0-9 16,-1 2-7-16,-1 1-2 0,-1-1-5 0,0 1-5 15,-5-1 0-15,0 3-6 0,-3 0 1 0,1 0-6 16,0-4 0-16,-1 3-6 0,-1-1-2 0,0 0-8 16,1-3 1-16,2-1-8 0,-2 0-8 0,3-6-6 15,-2 12-8-15,2-12-7 0,0 9-6 0,0-9-2 16,2 8-3-16,-2-8-6 0,9 7 9 0,-2-4-4 16,-3-2 5-16,5 2 3 0,-2-1 3 0,-7-2-3 15,11 3 5-15,-8 1 2 0,-3-4 7 0,9 6 8 16,-6-2 5-16,-3-4 2 0,2 10 3 0,-2-10 3 15,-2 14 1-15,-1-4-3 0,-3 0-1 0,0-1-4 16,2 2 1-16,-1-3-3 0,-2 0-21 0,2-1-27 16,-3 1-36-16,2 0-48 0,1-5-56 0,1 3-70 15,0-2-124-15,4-4-403 0,0 0 178 0</inkml:trace>
  <inkml:trace contextRef="#ctx0" brushRef="#br0" timeOffset="-36945.13">15314 10309 20 0,'7'1'227'0,"5"6"9"0,-2 0 4 16,-2 2 9-16,0 7-11 0,-1 0-12 0,2 10-14 0,-6 3-13 16,-2 0-13-16,-1-1-19 0,-1 2-13 0,-6 0-14 15,1 2-20-15,-5-4-8 0,0 1-11 0,-2 1-3 16,-3-2-13-16,0-2 4 0,-3-1-21 15,-3-2-20-15,-1 0-31 0,-2-1-29 0,-3-2-34 0,-3 0-45 16,-2-1-50-16,-15 1-53 0,13-5-40 0,-14 6-185 16,-1-6-455-16,12-3 202 0</inkml:trace>
  <inkml:trace contextRef="#ctx0" brushRef="#br0" timeOffset="-36704.69">14022 10286 312 0,'-13'-11'290'0,"-3"4"-21"15,1 7-25-15,-1 1-16 0,-4 7 3 0,-9 5-14 16,4 7-2-16,0 3-12 0,0 6-5 0,-2 10 0 16,5 2-29-16,0 2-18 0,11-10-9 0,-1 2-14 15,3 13-7-15,9-1-27 0,0-1-2 0,4-11-5 16,7 11 0-16,6-14-27 0,10 8-16 0,4-2-26 15,-6-13-52-15,20 8-49 0,0-9-57 0,4-1-69 16,9-5-67-16,-3-3-234 0,7-3-552 0,-1-8 245 16</inkml:trace>
  <inkml:trace contextRef="#ctx0" brushRef="#br0" timeOffset="-35745.72">15817 10318 73 0,'0'0'173'0,"0"0"-3"16,0 0-7-16,0 0 1 0,-9-4-9 0,9 4-8 15,0 0-10-15,-11-2-5 0,11 2-5 0,-9-2-6 16,9 2-5-16,-13-1-4 0,13 1 0 0,-9-2-7 15,9 2-4-15,-9-2-5 0,9 2-7 0,0 0-6 16,0 0-9-16,-9-1-2 0,9 1-3 0,0 0-5 16,0 0-5-16,0 0-1 0,0 0-4 0,0 0-4 15,0 0-7-15,30-1-3 0,-10-5-1 0,2 5-5 16,6-2-9-16,-9 1-10 0,9 1-12 0,-5 1-15 16,-1-4-18-16,-2 3-19 0,1-1-32 0,-6 2-28 15,-2-1-39-15,-6 0-32 0,1 1-25 0,-8 0-173 16,10 1-408-16,-10-1 182 0</inkml:trace>
  <inkml:trace contextRef="#ctx0" brushRef="#br0" timeOffset="-35249.67">15853 10304 61 0,'-5'-3'169'0,"5"3"-1"15,0 0 0-15,0 0-2 0,0 0-9 0,0 0-8 0,0 0-13 16,0 0-5-16,0 0 14 0,0 0 9 0,-2 16 2 15,2-7 12-15,2 4-8 0,-4 4-2 0,0 2 0 16,-1 9-3-16,0-5 0 0,-1 5-8 0,-1-2-7 16,-1 1-13-16,0-2-6 0,-3-2-7 0,5 4-11 15,-1-2-10-15,3-6-9 0,-5 4-16 0,3-7 0 16,1 4-6-16,0-4-4 0,1 1-7 0,-1-6-7 16,0 2-4-16,1-1-7 0,1-2-2 0,1-2 0 15,0-8-5-15,-3 11 3 0,2-4-10 0,1-7 7 16,-2 7-4-16,2-7-1 0,-2 7-8 0,2-7 7 15,0 0-1-15,-4 7-5 0,4-7-2 0,0 0 3 16,0 0-6-16,0 0 6 0,0 0-9 0,-19-10 4 16,15 6 11-16,4 4-15 0,-10-7-10 0,0-1 7 15,3 3 3-15,1-1-5 0,-1 0 3 0,1 2-1 16,1 1 7-16,0-4-14 0,5 7 2 0,-9-6 3 16,5 3-2-16,4 3-3 0,-8-5 2 0,8 5-1 15,0 0 6-15,-5-8-6 0,5 8 14 0,0 0-19 16,-5-6 4-16,5 6-7 0,0 0 9 0,0 0-6 15,0 0-1-15,0 0 3 0,18-2 16 0,-8 2-14 16,2 0-7-16,0 0 9 0,1-1-1 0,5 1 1 16,-1 0-5-16,-2-1-8 0,2 0-7 0,2 1-4 15,3 0-4-15,-6 0-18 0,3 0-15 0,-2 2-16 16,1-3-15-16,0 0-14 0,-4 1-28 0,-3 1-21 16,1-2-27-16,-2 2-22 0,-10-1-13 0,22-1-16 15,-15 0-4-15,3 1-9 0,1 1-132 0,-3-1-411 16,-8 0 183-16</inkml:trace>
  <inkml:trace contextRef="#ctx0" brushRef="#br0" timeOffset="-22535.36">12249 10849 59 0,'0'0'138'0,"4"-7"-15"16,-4 7 9-16,0 0-7 0,0 0-4 0,2-6-2 15,-2 6 4-15,0 0-6 0,0 0-3 0,2-7-6 16,-2 7-6-16,0 0-6 0,0 0-5 0,0 0-1 15,0 0-6-15,0-8-4 0,0 8-2 0,0 0-6 16,0 0-10-16,0 0-3 0,0 0-10 0,2-8-2 16,-2 8-6-16,0 0-4 0,0 0-2 0,0-9-1 15,0 9-9-15,0 0 1 0,0 0-6 0,3-7 0 16,-3 7-3-16,0 0-1 0,4-7-1 0,-4 7-2 16,0 0-1-16,2-7 2 0,-2 7-3 0,4-5 0 15,-4 5 0-15,0 0 7 0,0 0 0 0,4-6-2 16,-4 6 3-16,0 0 4 0,0 0 3 0,0 0-1 15,1-9 0-15,-1 9-1 0,0 0 1 0,0 0-4 16,0 0-2-16,0 0 2 0,3-5-8 0,-3 5 4 16,0 0-4-16,0 0 1 0,0 0-1 0,0 0-4 15,0 0-2-15,0 0 5 0,0 0 1 0,0 0 7 0,5 17 3 16,-5-17 4-16,0 13-3 0,1-4 1 16,-1 4 4-16,0 3 0 0,0 0 0 0,0 0-1 15,0 1 4-15,-1 1-1 0,1 1 4 0,-3 0 0 16,3-1-1-16,-2 2-3 0,0 0 0 0,1-1 1 0,1-2-2 15,-2 1 3-15,-1 0-5 0,3-4-3 16,-2-3-3-16,2 0 11 0,-2 1-12 0,2-3 1 16,0 3-8-16,-2-6 3 0,2-6-1 0,0 13-2 15,-3-8 0-15,3-5 3 0,0 11-6 0,0-11 3 0,0 0 2 16,-2 8-6-16,2-8-2 0,0 0 5 0,0 8-8 16,0-8 2-16,0 0 0 0,0 0 0 15,0 0-3-15,-2 7 3 0,2-7-2 0,0 0 1 16,0 0 0-16,0 0-3 0,0 0 4 0,0 0-8 0,0 0-7 15,0 0-15-15,0 0-14 0,0 0-16 0,0 0-19 16,0 0-13-16,0 0-9 0,0 0-11 16,0 0-19-16,0 0-16 0,-6-19-9 0,6 19-21 0,-3-10-5 15,3 10-3-15,0-13-5 0,0 13 0 0,3-14-12 16,-3 6-122-16,0 1-344 0,2-3 153 0</inkml:trace>
  <inkml:trace contextRef="#ctx0" brushRef="#br0" timeOffset="-21863.52">12259 10879 45 0,'-2'-4'131'0,"2"4"-6"15,-2-10-5-15,2 10-2 0,-2-11-12 0,2 11-1 16,-4-8 0-16,4 8-5 0,-1-10-3 0,1 10-6 16,-1-10 4-16,1 10 1 0,0-10-2 0,0 10-5 15,0-9-2-15,0 9-9 0,0 0-2 0,2-13-8 16,-2 13 5-16,4-8-3 0,-4 3 1 0,0 5-2 15,4-8-2-15,0 0-2 0,-2 4-4 0,-2 4-3 16,9-7 3-16,-4 3-3 0,0-2-3 0,1 4-3 16,1-1-3-16,0-3 1 0,3 1-10 0,-4 2-5 15,1-1 0-15,4-2-3 0,-4 2-3 0,-1 2-3 16,3 1 3-16,-9 1-6 0,12-4-3 0,-6 3-5 16,-6 1 2-16,11 0-4 0,-11 0 6 0,7 1 1 15,-7-1 0-15,11 6 2 0,-6-2 3 0,0 0-4 16,-1 1 2-16,0 0-8 0,1 2 5 0,0 0-3 15,-1 0 4-15,0 3 0 0,-3 0 1 0,0-2-2 16,4 1 6-16,-3 1-9 0,0-3 1 0,-2 3-2 16,0-2-2-16,0 1 2 0,0-9 0 0,-4 17-9 15,-1-7 19-15,3 0-12 0,-4 0-3 0,0 0 1 16,0 0-1-16,-2 0-6 0,-2 3 6 0,4-4-5 16,-3-1 5-16,2 1-5 0,0-1 5 0,-1-2 3 15,0 1-11-15,4-2-3 0,-2-2 0 0,3 3 3 16,-1-2-3-16,4-4 2 0,-7 6 2 0,7-6 0 15,-5 5-1-15,5-5 0 0,0 0 1 0,-5 4-2 16,5-4-2-16,0 0 0 0,0 0 3 0,0 0-2 0,0 0 0 16,0 0-1-16,0 0-2 0,24-9 1 15,-24 9 2-15,13-1-3 0,-4 1 4 0,-9 0 2 16,15 0-5-16,-5 0-1 0,-10 0 5 0,15 2-5 16,-9 0 8-16,1 0-8 0,0 2 0 0,-2 0 1 0,0 0-5 15,-1-1 3-15,0 4 2 0,-2-3 0 16,1 3 2-16,-3-7-2 0,1 14 3 0,-1-7-1 15,0-7 3-15,-4 12-4 0,2-2 3 0,-5-4 0 16,1 3-2-16,-2-1 7 0,2 0-8 0,-3-1-1 0,0 0 0 16,1-1 4-16,-2 0-1 0,1 0-2 0,-1-2-1 15,2 0 2-15,-2 0 0 0,1 0-2 0,4-3 1 16,-6 1-11-16,4-1-6 0,7-1-8 0,-13 2-16 16,5-2-20-16,8 0-23 0,-11-3-25 15,11 3-21-15,-10-3-27 0,10 3-23 0,-6-5-23 0,6 5-10 16,0 0-182-16,-4-9-429 0,4 9 190 0</inkml:trace>
  <inkml:trace contextRef="#ctx0" brushRef="#br0" timeOffset="-21306.99">12295 10818 66 0,'-4'-5'159'0,"1"-1"3"0,3 6 0 0,-4-13-2 15,4 13-7-15,-6-9-8 0,5 4-4 0,1 5-12 16,-5-7-4-16,5 7-5 0,0 0-4 0,-4-10-6 16,4 10-13-16,0 0-8 0,0 0-10 0,0 0-4 15,0 0-10-15,0 0 0 0,0 0 4 0,0 0 8 16,0 0-6-16,7 23 4 0,-6-12-2 0,0 6 0 15,-1 2-1-15,1 0-5 0,1 0 7 0,-4 6-19 16,4-7 2-16,-2 1-4 0,0 8-3 0,-2-9-5 16,2-2-4-16,-1 3-4 0,0-3-3 0,0 0 1 15,-2 0-2-15,3-2 2 0,-2-1-6 0,2-1 8 16,0-1-13-16,-2 0-1 0,2 0-1 0,0 1-3 16,-2-4-1-16,2-1-1 0,0 4-3 0,-3-5 3 0,3-6 7 15,0 13-14-15,0-13 6 0,-1 10-7 16,1-10-3-16,1 7 3 0,-1-7-5 0,0 0-6 15,-1 10-11-15,1-10-13 0,0 0-19 0,-1 7-14 16,1-7-20-16,0 0-23 0,0 0-18 0,0 0-23 16,0 0-27-16,0 0-36 0,-4 5-26 0,4-5-176 15,0 0-441-15,0 0 195 0</inkml:trace>
  <inkml:trace contextRef="#ctx0" brushRef="#br0" timeOffset="-20277">12297 10836 104 0,'0'0'128'0,"0"0"-3"0,0 0-1 0,-6-8-11 0,6 8 4 15,0 0-9-15,0-6-7 0,0 6-1 16,0 0-4-16,0 0-1 0,0-12-9 0,0 12-1 0,0 0 0 16,0 0 0-16,0-11-8 0,0 11-4 0,4-7 0 15,-4 7-7-15,3-7-4 0,-3 7-6 0,7-7-2 16,-7 7-2-16,6-5-7 0,-6 5 4 0,7-9-8 15,-5 7 0-15,2-2 1 0,-4 4-1 0,9-5 0 16,-2 1 3-16,-7 4-9 0,9-5 1 0,-5 0 1 16,-4 5-7-16,7-6-5 0,0 3-1 0,-7 3-2 15,9-1-5-15,-9 1 2 0,7-1-3 0,-7 1-2 16,0 0 2-16,14 4-2 0,-14-4 0 0,8 5-2 16,-8-5 4-16,7 5-5 0,-4 0 3 0,0 1 4 15,-3-6-6-15,5 10 3 0,0-4-1 0,-4 3 0 16,2-4-1-16,-2 2 0 0,-1-7 3 0,0 11-4 15,4-5-1-15,-4 1 3 0,0-7 2 0,-2 14-1 16,2-5 0-16,-3 0-2 0,0-2 7 0,-1 2-7 16,2-2-3-16,-4 2 0 0,3-1 0 0,-3 0 2 15,0 1-4-15,3-2 0 0,-4 2-3 0,2-2 0 16,1-1-1-16,-1 1-2 0,1-3 2 0,0 1 1 16,-2 0 1-16,2 0-3 0,4-5 0 0,-6 7 0 15,3-3 3-15,3-4-6 0,-6 6 3 0,6-6 0 16,-2 6 1-16,2-6 1 0,-6 3-2 0,6-3-1 15,0 0 1-15,-10 3-2 0,10-3 5 0,0 0-4 16,-9 0 1-16,9 0-3 0,0 0 3 0,0 0 0 16,0 0 0-16,-13-2-2 0,13 2 8 0,-7-3-5 15,7 3-4-15,0 0 2 0,0 0-3 0,0 0-2 16,-7-5 5-16,7 5-2 0,0 0-1 0,0 0 0 16,0 0 9-16,0 0-6 0,0 0-2 0,0 0 0 0,0 0 0 15,0 0 10-15,0 0-14 0,0 0 1 16,0 0 1-16,0 0-1 0,-9-2 4 0,9 2 0 15,0 0 3-15,0 0-1 0,0 0-1 0,0 0 2 16,0 0 0-16,0 0 2 0,0 0 0 0,0 0 1 0,0 0 2 16,0 0 1-16,0 0 3 0,0 0-5 15,27-4 0-15,-27 4 4 0,9 0-2 0,-9 0-2 16,8 0-3-16,-8 0 0 0,13 0 3 0,-13 0-4 16,10 0 1-16,-10 0 1 0,9 1-3 0,-9-1 2 15,6 3 1-15,-6-3-3 0,10 2 2 0,-10-2-2 0,9 5-1 16,-7-2 0-16,-2-3 5 0,7 6-1 0,-2-1-2 15,-5-5 3-15,5 8-1 0,-1-3 0 0,0 0-2 16,0 1 2-16,-3 0 0 0,7 1 3 0,-3-1-3 16,-4 1 2-16,1 0-5 0,0-2 3 0,2 2-3 15,-4-7 2-15,0 13 6 0,2-6-4 0,-2-7-1 16,0 12-5-16,2-8 5 0,-2-4 2 16,-4 13 1-16,0-9-4 0,2 2 1 0,2-6 0 0,-8 9-3 15,2-2 0-15,-1 0 1 0,-2 0-1 0,-1 1 0 16,2-2 5-16,-5-1-8 0,1 0-2 0,3 2 9 15,-3-2-5-15,0 0 1 0,3 0-1 0,-2-1-3 16,-3 0 0-16,1 0-3 0,3-2-12 0,-1-1-10 16,1 1-9-16,2 0-6 0,8-2-21 0,-11 0-16 15,11 0-21-15,-11 1-28 0,11-1-29 0,-10 0-17 16,10 0-30-16,0 0-31 0,0 0-151 0,-9-5-417 16,9 5 185-16</inkml:trace>
  <inkml:trace contextRef="#ctx0" brushRef="#br0" timeOffset="-18037.16">16240 10649 47 0,'0'0'241'0,"0"0"-18"0,-5-7-14 16,5 7-8-16,0 0-7 0,-4-9-6 0,4 9-6 15,-4-4-3-15,4 4-6 0,0 0-4 0,-7-5-10 16,7 5-11-16,-4-5-8 0,4 5-9 15,0 0-6-15,0 0-12 0,-9-2-8 0,9 2-8 0,0 0-8 16,-12 0-4-16,12 0 4 0,-14 1-7 0,4 3-8 16,1 0 4-16,-2-1-7 0,0 3-1 0,0 0 1 15,-6 1-6-15,4 3 3 0,-2 1-2 0,2 3-4 16,-2-3 3-16,1 2-4 0,6-3-11 0,-4 2-3 16,1 1-2-16,5-1-7 0,-2-2-8 0,5 3 2 15,-1-4-5-15,0 1-1 0,2 1-5 0,2-2-3 16,2-1 1-16,0 1-4 0,2-3 4 0,5 2-7 15,1-2 0-15,4 1-2 0,4-2-11 0,-1 1-8 16,3-3-5-16,1-2-12 0,-3 0-22 0,2-1-33 16,-1 1-21-16,-2-1-22 0,-3 0-24 0,-3 1-31 0,0 0-45 15,-1-1-15-15,-2 0-21 0,-2 2-25 16,-6-2-183-16,10 1-505 0,-10-1 225 0</inkml:trace>
  <inkml:trace contextRef="#ctx0" brushRef="#br0" timeOffset="-17699.38">15769 11061 5 0,'-30'8'199'0,"5"1"-11"0,5-2-3 16,4-1-6-16,4 0-9 0,1-3-4 15,3 0-5-15,3 1-11 0,0-2 2 0,5-2-4 0,0 0-3 16,0 0-11-16,0 0-7 0,14 9-9 0,1-6-12 15,3-2-1-15,5-2-4 0,9 1-14 0,3-3-6 16,-1-1-9-16,2 0-7 0,2-1-3 0,12-3-1 16,-13 3-10-16,-2 0 11 0,-1 0-18 0,-2 1 0 15,0-1-8-15,-1-1-2 0,-2 1-5 0,-8 2-2 16,0-1 1-16,1 2-5 0,-3-1-1 0,0 0-2 16,0 1-1-16,-6 0-2 0,3 1-2 0,-4-1 0 15,0 1 0-15,-1-1-6 0,0 2-1 0,-4 0 2 16,-7 0-11-16,16 0-17 0,-10 0-22 0,-6 0-16 15,9 2-24-15,-9-2-25 0,6 3-31 0,-6-3-37 16,0 0-34-16,0 11-37 0,0-11-163 0,-8 9-438 16,2-3 193-16</inkml:trace>
  <inkml:trace contextRef="#ctx0" brushRef="#br0" timeOffset="-17213.66">15789 11411 146 0,'0'0'241'0,"4"-4"-2"0,-4 4-2 0,6-4-7 16,-6 4 2-16,0 0-19 0,7-6-13 16,-7 6-14-16,0 0-18 0,6-3-9 0,-6 3 2 15,0 0-1-15,0 0-11 0,9 13-4 0,-7-3-1 0,1 3-5 16,0 3-12-16,-2 0-10 0,-1 9-11 0,1 0 8 15,-1-6-5-15,0 6-8 0,-1 1-8 0,1-1-10 16,1-5-14-16,-2 4 7 0,2-3-11 0,-2-3-10 16,0-1 6-16,-1-1-14 0,2 0-4 0,0-3-4 15,-1-3-7-15,0 1 1 0,1 1-7 0,-2-4-7 16,1 2 6-16,1-3-13 0,0-7 9 0,-2 12-7 16,0-8-20-16,2-4-18 0,0 0-21 0,0 10-15 15,0-10-21-15,4 5-16 0,-4-5-17 0,0 0-23 16,0 0-25-16,9 0-25 0,-9 0-21 0,0 0-10 15,13-8-19-15,-6 4-5 0,1-3-4 0,0-1-183 16,-2-1-465-16,2-2 206 0</inkml:trace>
  <inkml:trace contextRef="#ctx0" brushRef="#br0" timeOffset="-16809.68">15883 11559 79 0,'-6'-13'156'0,"0"-2"-11"15,1 3-8-15,2 1 0 0,-1-1-8 16,3 1 3-16,-2-1 0 0,2 1-4 0,1 2-5 15,3-1-9-15,-2 0-4 0,4 3-5 0,2-3-10 16,0 1-1-16,1 1-3 0,1 1-1 0,2 1-4 0,-1 0 0 16,2 1 3-16,1 2 0 0,-6 0-1 15,4-1-3-15,-5 4-9 0,-6 0 4 0,15 3-2 16,-10 0-1-16,2-1-1 0,-3 3 4 0,1-1-6 16,-5-4-5-16,1 13-3 0,-2-5-7 0,-2 3 0 0,1-1-7 15,-3 2-8-15,2-1-2 0,-2 0-7 0,0-1-4 16,0-2 12-16,-3 1-16 0,4-4-5 15,2 1 5-15,-2-1-11 0,4-5 2 0,-3 11-4 0,1-6 0 16,2-5-4-16,-2 9 0 0,2-9 0 0,4 7-5 16,-4-7-6-16,9 7-4 0,-2-6 0 0,1 1 0 15,-2 0-6-15,1-1 7 0,2 1-2 0,3 0-6 16,-5 1 7-16,0-1 2 0,3 2-3 0,-4-1 2 16,2 0 0-16,-3-1 0 0,-5-2-3 0,8 5 8 15,-3-2-5-15,-5-3 1 0,2 7 5 0,-2-7 4 16,2 7 3-16,-2-7-4 0,0 0-2 0,-7 12 0 15,2-8 0-15,-1-1-2 0,1 2-8 0,0 0-19 16,-2-2-15-16,-3 1-29 0,2 1-37 0,-3 0-46 16,1-1-47-16,-1 0-55 0,0 0-216 0,-2 2-508 15,0-3 225-15</inkml:trace>
  <inkml:trace contextRef="#ctx0" brushRef="#br0" timeOffset="-14137.3">9510 12507 149 0,'-12'-3'219'0,"12"3"7"0,-11-1-1 15,11 1 0-15,-11-2-2 0,11 2-10 0,-10-1-12 16,10 1-15-16,-7-2-12 0,7 2-19 0,0 0-9 15,0 0-13-15,-7-3-12 0,7 3-12 0,0 0-11 16,0 0-13-16,0 0 0 0,0 0-3 0,0 0-12 16,0 0-5-16,0 0-8 0,0 0 32 0,33 6-13 15,-15-6-12-15,1-1-13 0,1 1-18 0,10-2-28 16,-1-1-28-16,-1 0-39 0,-7 1-40 0,0-1-44 16,-1 2-51-16,1-1-37 0,-2 0-234 0,-7 2-505 15,1 0 225-15</inkml:trace>
  <inkml:trace contextRef="#ctx0" brushRef="#br0" timeOffset="-13956.08">9554 12636 194 0,'-7'3'245'0,"2"-1"-13"0,-1 0-8 16,6-2 1-16,-8 6-8 0,8-6-10 0,0 0-11 15,-1 5-16-15,1-5-17 0,0 0-15 0,20 4-13 16,-5-4-25-16,5 0-37 0,11-4-37 0,-2 2-44 15,3-1-47-15,-1-1-54 0,1-1-55 0,-2 0-50 16,-2 3-126-16,2 0-367 0,-3-2 163 0</inkml:trace>
  <inkml:trace contextRef="#ctx0" brushRef="#br0" timeOffset="-8871.21">11433 12171 27 0,'0'0'189'16,"0"0"1"-16,0 0-5 0,0 0-11 0,0 0-4 15,0 0-13-15,0 0-11 0,0 0-10 0,0 0-12 16,0 0-8-16,1-9-13 0,-1 9-7 0,0 0-11 16,0 0-10-16,0 0-4 0,0 0-8 0,0 0-6 15,0 0-6-15,0 0-2 0,0 0-4 0,0 0-6 16,0 0 5-16,0 0-4 0,0 0 7 0,0 0-12 15,0 0 12-15,0 0-10 0,0 0 0 0,0 0 1 16,0 0-4-16,0 0-3 0,0 0-2 0,0 0 0 16,0 0 1-16,0 0 0 0,0 0 1 0,0 0-3 15,0 0 3-15,0 0-2 0,0 0 0 0,0 0 2 0,0 0 3 16,0 0 3-16,0 0 5 0,0 0-1 0,0 0 6 16,0 0-10-16,1-7 9 0,-1 7-15 15,0 0-3-15,0 0-2 0,0-11-2 0,0 11 3 16,0 0 1-16,0 0 0 0,-1-11-2 0,1 11-5 15,0 0-1-15,-1-7 2 0,1 7-4 0,0 0 2 0,0 0 10 16,0 0-20-16,0 0 3 0,1-8-2 0,-1 8 0 16,0 0-6-16,0 0 2 0,0 0 0 15,0 0 8-15,0 0 1 0,0 0 3 0,0 0 6 16,0 33 3-16,0-17 6 0,0 8-8 0,-1-4 25 0,-1 6-16 16,0 1-7-16,0-1 5 0,1-2-3 0,1 3 3 15,-2-8-3-15,2-1-7 0,0 0 0 0,-2 1 4 16,2-2-6-16,0 0 0 0,0-1-2 0,0-4 0 15,-1 0-2-15,1-1-4 0,1-2-7 0,-1 1 3 16,0-3-2-16,0 0 10 0,0-7-9 0,0 11-5 16,0-11 3-16,2 10-5 0,-2-10 5 0,0 8 2 15,0-8 1-15,0 0-8 0,0 0-5 0,0 9-10 16,0-9-20-16,0 0-19 0,0 0-11 0,0 0-16 16,0 0-27-16,0 0-29 0,0 0-38 0,-3 7-33 15,3-7-43-15,0 0-45 0,0 0-203 0,0 0-538 16,0 0 239-16</inkml:trace>
  <inkml:trace contextRef="#ctx0" brushRef="#br0" timeOffset="-8599.63">11713 12366 198 0,'0'0'221'16,"0"0"-3"-16,8-2-2 0,-8 2-12 0,0 0-11 15,0 0-16-15,0 0-16 0,0 0-10 0,12-2-9 16,-12 2-5-16,10 0-7 0,-10 0-8 0,18 0-6 16,-5 0-6-16,-3 0-8 0,3-2-11 0,3 0-5 15,-3 2-10-15,2-1-6 0,-1-1-8 0,4 1-7 16,2 1-6-16,-1-1 1 0,-2 0-10 0,-1-1-2 16,-3 2-3-16,3-3-8 0,-3 1-17 0,0 2-16 15,-1-2-23-15,-1 2-26 0,-3-2-28 0,-8 2-28 16,11-1-32-16,-11 1-32 0,10-1-13 0,-10 1-31 15,10-2-161-15,-10 2-412 0,0 0 183 0</inkml:trace>
  <inkml:trace contextRef="#ctx0" brushRef="#br0" timeOffset="-8353.24">11949 12225 107 0,'0'0'230'0,"-8"-6"-5"16,8 6-2-16,0 0-15 0,-4-5-8 0,4 5-14 15,0 0-19-15,0 0-18 0,0 0 0 0,0 0-5 16,0 0 0-16,0 0-2 0,-4 19-3 0,2-7-6 16,2 1-5-16,0 4-4 0,2-2-11 0,0 2-6 15,-2-1-11-15,0 0-12 0,0 2-1 0,2-2-5 16,0 1-10-16,-1 0-12 0,0-2-3 0,1 0-2 16,0 1-8-16,-2-4-8 0,2 4-26 0,-2-5-25 15,1 1-32-15,0 1-40 0,0-3-45 0,0 0-39 16,1 2-33-16,1-3-29 0,1-1-44 0,-4 1-139 15,4-4-452-15,-4-5 200 0</inkml:trace>
  <inkml:trace contextRef="#ctx0" brushRef="#br0" timeOffset="-7949.68">12368 12184 202 0,'2'-6'217'0,"-2"6"1"0,0 0 3 16,2-7-15-16,-2 7-17 0,0 0-8 0,2-9-4 16,-2 9-3-16,0 0-6 0,0 0-6 0,0 0-8 15,0-9-6-15,0 9-6 0,0 0-10 0,0 0-5 16,0 0-15-16,0 0-9 0,0 0-6 0,0 0-12 15,0 0-6-15,3-5 0 0,-3 5-20 0,0 0 7 16,0 0 13-16,0 0 13 0,1 27-5 0,1-16 11 0,-1 6-2 16,-1 3-8-16,2-2 7 0,-2 2-8 15,0 0-3-15,0 4-6 0,-2-5-5 0,1 0-1 16,1 6-10-16,0-7-12 0,0 0 4 0,0 0-9 16,-2-1-6-16,2-5 0 0,0 0-7 0,0 4-4 0,0-4 1 15,-1-2-4-15,1 0 1 0,0 1-7 16,0-1-1-16,0-3-20 0,0-7-9 0,1 14-42 15,-1-9-44-15,0-5-40 0,-1 10-39 0,1-10-46 16,-1 8-50-16,1-8-49 0,-2 7-45 0,2-7-190 0,0 0-603 16,-4 8 267-16</inkml:trace>
  <inkml:trace contextRef="#ctx0" brushRef="#br0" timeOffset="-7181.41">12670 12276 225 0,'0'0'281'0,"0"0"-10"0,0 0-9 0,6-7-9 16,-6 7-12-16,0 0-15 0,0 0-13 16,0 0-18-16,0 0-9 0,0 0-11 0,0 0 4 0,0 0-1 15,0 0-6-15,-19 29-20 0,12-18-11 0,3-1-9 16,-4 4-27-16,4-1 10 0,-4 3-14 0,6-6-6 16,-1 1-9-16,1 1-16 0,0 0 0 15,2-1-12-15,2-2-4 0,2 3-8 0,-3-3-2 0,3-2 4 16,0 0-25-16,-2-1 14 0,3-1-9 0,0 1 6 15,1-3-8-15,3-1-2 0,0 1-5 0,1-1 0 16,-2-2-8-16,1-2 7 0,1-1-9 0,1 0 9 16,-1-3-10-16,-3 0 5 0,1 0-5 15,0-1-1-15,-3-3 4 0,-1 0-9 0,0 0 16 0,-2-2-4 16,2 1-23-16,-2-1 0 0,-2-3 9 0,-2 1-8 16,2 2 2-16,-4-3 2 0,0 3-2 0,4 2-2 15,-2-2 8-15,-2 3-5 0,4 9-1 0,-3-14 0 16,3 14 0-16,-2-12-2 0,2 12 3 0,-4-7 18 15,4 7-21-15,0 0-10 0,0 0 19 0,-4-10-16 16,4 10-1-16,0 0 5 0,0 0-6 0,0 0 9 16,29 2 6-16,-18 0-11 0,7-1 2 0,1 2 5 15,0-1-8-15,0 2 3 0,2-2 1 0,-2 4 0 16,0-2 5-16,-3-1 2 0,-3 4-3 0,-1-2 9 16,-1 0-9-16,-2 4 4 0,0 0 2 0,-4 1 6 15,3 0 9-15,-5-2-5 0,-1 3 14 0,-2-1-3 16,2 0 9-16,0 0-12 0,-2-3 0 0,0 0 4 15,-2 4-1-15,2-11-4 0,2 12-2 0,0-7-2 16,0 2-18-16,2-2 16 0,-4-5 6 0,6 7-13 16,0-4 6-16,1 0 7 0,0-2-10 0,5-1 4 15,-2 0-1-15,2-2-1 0,-1 0 9 0,0-1-13 16,5-3-3-16,-5 0 7 0,1 1-7 0,-3-3 4 16,1 0-3-16,-1-6-11 0,-1 6 17 0,-2-3-7 15,-2-1-2-15,1-3 3 0,-3 4-1 0,0-4 4 16,-2 2-1-16,0 1-7 0,-4 0-4 0,-1 1 0 15,1-1-10-15,0 4-8 0,2 2-20 0,-6-1-6 16,2 0-23-16,1 1-37 0,-1 6-24 0,6 0-32 16,-19-2-35-16,19 2-49 0,-17 7-59 0,5-2-267 15,4 0-624-15,-1 0 276 0</inkml:trace>
  <inkml:trace contextRef="#ctx0" brushRef="#br0" timeOffset="-6931.61">13427 12066 244 0,'7'-1'245'0,"-7"1"-2"0,16 0 4 0,-7 4 15 16,0 4-20-16,5 1-18 0,-2 3-11 0,-3 3-11 16,5 8-21-16,-1 0-14 0,-5 3-9 0,1 0-20 15,-1 3-1-15,-3 2-22 0,-1-5-12 0,-1 1-12 16,-1-1-3-16,-2 2-12 0,0-2-12 0,0-8 0 15,-2 3-13-15,-5-4-5 0,2 2-8 0,-3 3-32 16,-7-1-28-16,-4 1-30 0,-2-2-41 0,-6 2-43 16,2-1-48-16,-6-2-43 0,-1-2-46 0,-3 2-170 15,-12 0-481-15,-3-2 213 0</inkml:trace>
  <inkml:trace contextRef="#ctx0" brushRef="#br0" timeOffset="-6463.33">11066 11785 123 0,'-4'-7'195'0,"-1"2"-6"0,0 1-14 16,5 4-7-16,-14-1-10 0,3 5-8 0,1 5-4 16,-3 4-4-16,-2 8-4 0,-5 9-4 0,3 0-1 15,-9 16-10-15,7 5-1 0,0-1-6 0,2 3-6 16,1 1-5-16,6-5-7 0,1 3-11 0,1-4-8 16,7 1-9-16,2-3-8 0,3-12-6 0,1-1-5 15,4 0-4-15,5 2-3 0,1-3-5 0,8-3-2 16,11 6-7-16,1-2-14 0,4-2 2 0,-7-10-46 15,15 4-59-15,0 0-62 0,8-8-68 0,-1 2-230 16,-2-7-484-16,2-1 214 0</inkml:trace>
  <inkml:trace contextRef="#ctx0" brushRef="#br0" timeOffset="-4647.49">14099 12259 9 0,'0'0'126'0,"0"0"4"16,0 0-12-16,0 0 0 0,0 0-14 0,0 0 4 16,-10 0-5-16,10 0 0 0,0 0-3 0,0 0-1 15,0 0-5-15,0 0-3 0,0 0-4 0,0 0 1 16,0 0-9-16,-2-6-2 0,2 6 0 0,0 0-1 15,0 0-5-15,0 0-3 0,0 0-1 0,0 0-3 0,0 0-5 16,0 0 0-16,0 0-1 0,0 0-2 0,0 0-2 16,0 0-3-16,0 0-1 0,0 0-5 0,0 0 2 15,0 0 2-15,0 0-2 0,0 0 1 16,0 0-2-16,0 0-1 0,0 0-1 0,0 0-2 0,0 0-3 16,0 0 1-16,0 0 0 0,0 0-1 0,0 0 1 15,0 0-6-15,0 0 1 0,0 0-3 0,0 0 2 16,0 0-3-16,0 0-3 0,0 0-6 15,0 0 12-15,0 0-11 0,0 0-1 0,0 0 1 0,2-14 1 16,-2 14-6-16,0 0 5 0,0 0-3 0,4-11-1 16,-4 11 5-16,4-8-5 0,1 3-4 0,-1 1 2 15,2 0-1-15,1 0-5 0,3-1-2 0,-2 1 13 16,1 0-15-16,3-2-1 0,-3 4-3 0,-1-1 1 16,6 2-2-16,-7 0-1 0,4 2 1 0,-2 0 0 15,0 2-6-15,1 2 8 0,-5 4-2 0,3-1 5 16,-4 5 6-16,0 3 3 0,-2 2-1 0,-4 0 1 15,2 0 0-15,-2 2-2 0,-6 3 0 0,2-4-3 16,1 0 0-16,-1-2-4 0,-2-1 0 0,1 0-1 16,0-2 11-16,-2 1-11 0,2-5 2 0,1 1 0 15,-4-3 1-15,2 2-6 0,-1-3 3 0,-1 1-1 16,1-4 0-16,1 1 15 0,-1-1-11 0,2-2-3 16,0 1-1-16,1-1 5 0,6-2 9 0,-10 1 6 15,10-1-4-15,-11 2 14 0,11-2-1 0,0 0-1 16,-7 3-3-16,7-3 10 0,0 0-11 0,0 0-4 15,0 0-5-15,0 0-6 0,0 0-2 0,0 0 4 0,0 0-7 16,0 0 1-16,36-3 3 0,-24 3-8 16,1 0-24-16,0 0-10 0,7-3-19 0,-3 3-19 15,5 0-23-15,6 0-22 0,-5 1-27 0,-2-3-27 16,0 2-34-16,2 0-18 0,-2-1-26 0,0 0-25 0,1-1-181 16,-4 1-487-16,-1 0 215 0</inkml:trace>
  <inkml:trace contextRef="#ctx0" brushRef="#br0" timeOffset="-4403.2">14553 12278 231 0,'0'0'237'16,"-5"-7"-7"-16,5 7-9 0,0 0-11 0,-1-8-15 0,1 8-16 15,0 0-15-15,0 0-16 0,0 0-2 0,0 0 16 16,0 0-19-16,0 0-7 0,19 18 4 15,-12-8-24-15,5 4-7 0,-3-1-7 0,1 2-12 16,2-2-10-16,-3 0-5 0,1 3-9 0,3-2-7 0,-2 0-5 16,1 0-5-16,-2-1-4 0,1 0-18 0,-2-1-29 15,0-2-24-15,-2 0-38 0,0-1-43 0,-1-1-48 16,-4 0-40-16,3-3-38 0,-2 3-206 16,-3-8-475-16,2 9 209 0</inkml:trace>
  <inkml:trace contextRef="#ctx0" brushRef="#br0" timeOffset="-4181.04">14759 12253 210 0,'0'0'241'0,"-4"-8"-7"0,4 8-6 0,0 0-2 16,0 0-3-16,-18 13-6 0,11-3-17 0,-6 4-11 15,-4 5-17-15,0 2-9 0,5-4-16 0,1-1-18 16,-3 7-11-16,-1-1-6 0,2 0-18 0,2-4-7 15,2-2-10-15,-2 7-9 0,3-7 5 0,2 0-32 16,1-1-24-16,-1-1-34 0,2 0-34 0,-1-4-46 16,0 1-55-16,1-1-39 0,4-3-44 0,-1 0-186 15,1-7-456-15,1 10 203 0</inkml:trace>
  <inkml:trace contextRef="#ctx0" brushRef="#br0" timeOffset="-3942.03">14935 12217 241 0,'0'0'247'0,"0"0"2"15,6-2-2-15,-6 2-1 0,0 0-2 0,0 17-8 16,-2-5-7-16,2 0-18 0,0 7-10 0,0 0-4 16,-2 0-22-16,0 0-14 0,2-1-17 0,0 7-14 15,0-6-19-15,-1 0-2 0,1-1-10 0,1 0-9 16,-1-2-11-16,0 4-6 0,2-4-21 0,-2 2-17 15,2-7-21-15,-2 3-39 0,2-2-31 0,0 0-34 0,-2-1-44 16,-2 1-36-16,2-3-56 0,0 0-38 16,-2 1-213-16,0-3-515 0,2-7 229 0</inkml:trace>
  <inkml:trace contextRef="#ctx0" brushRef="#br0" timeOffset="-3654.86">15045 12473 149 0,'6'-2'164'0,"-6"2"5"0,0 0 5 0,9-2-6 0,-9 2-9 16,0 0-8-16,16 4-12 0,-7-2-13 15,-2 0-4-15,2-4-8 0,3 2-1 0,-1 0-9 16,-1 0-3-16,4-3-7 0,-3 0 1 0,2 1-4 16,-6-2 1-16,0 3-4 0,-2-3 1 0,1 0-6 15,1-1-5-15,-4 0-5 0,-3 5-5 0,6-9-9 0,-6 3-1 16,0 6 4-16,0-12-11 0,0 12-4 15,-7-12 1-15,3 7-7 0,-2 1-6 0,1-1 0 16,5 5 2-16,-12-3-6 0,6 2-8 0,6 1-2 16,-18 2-3-16,8 0-1 0,-1 2-1 0,3 2-12 0,-1 0-24 15,0 0-33-15,0 2-37 0,1-2-46 0,0 2-50 16,2 0-54-16,-2-1-207 0,8-7-485 16,-5 10 214-16</inkml:trace>
  <inkml:trace contextRef="#ctx0" brushRef="#br0" timeOffset="-3443.5">15233 12218 102 0,'0'0'252'0,"0"0"-21"0,-3-9-8 0,3 9-12 0,0 0-10 16,3-8-22-16,-3 8-13 0,5-3-17 15,-5 3-19-15,13 0-18 0,-3-3-29 0,-2 2-33 0,2-2-47 16,0 1-53-16,2-1-57 0,1 1-65 0,-2-1-123 16,1 0-317-16,-1 0 141 0</inkml:trace>
  <inkml:trace contextRef="#ctx0" brushRef="#br0" timeOffset="-3045.47">15413 11958 165 0,'4'-11'226'16,"-4"11"-17"-16,1-7 1 0,-1 7-12 0,5-5-8 15,-5 5-12-15,8-2-3 0,-8 2-15 0,13 2-7 16,-13-2-12-16,14 2-12 0,-6 0-16 0,-1 2-6 16,3 2 0-16,-2 0-12 0,0 0 5 0,1-1-14 15,-2 4-13-15,-1-2-3 0,-1 1-9 0,-3-1-6 16,2 1 1-16,-4 1 1 0,1 0-2 0,-2-2-6 15,1-7-4-15,-4 16 0 0,-1-8-7 0,1 0 8 16,-1 1-15-16,1-1-5 0,-1-1-12 0,1-3-6 16,2 2-15-16,2-6 3 0,-5 12 0 0,5-7-9 15,0-5-4-15,0 10 3 0,0-10-11 0,1 10-2 16,2-2-1-16,-3-8 3 0,5 9 5 0,-3-1-1 16,2-4 3-16,-1 1 2 0,0 0 8 0,1 0-5 15,-4-5-2-15,4 7 5 0,-4-7 0 0,4 6 1 16,-4-6-1-16,4 6 10 0,-4-6 2 0,0 0 3 15,2 7-2-15,-2-7 1 0,0 0 0 0,0 0 2 16,0 0-2-16,-3 11 5 0,3-11-21 0,-7 6-19 0,3-1-20 16,4-5-32-16,-7 5-39 0,0-2-31 0,1 1-41 15,1 0-32-15,-4 2-161 0,-3 0-420 16,2 0 186-16</inkml:trace>
  <inkml:trace contextRef="#ctx0" brushRef="#br0" timeOffset="-2505.08">13906 13021 33 0,'-16'3'250'0,"5"-3"-15"16,4 2-11-16,-2-1-12 0,9-1-5 0,-9 5-1 16,9-5 1-16,0 0-4 0,0 0-3 0,18 12-8 15,6-10-15-15,10 5-12 0,18-3-7 0,5 1-16 16,9-4 0-16,25 2-26 0,-1-6-10 0,-25 2-6 16,36-1-12-16,-5-3-13 0,1 5-2 0,-2-4-8 15,-2-1-9-15,0 5-3 0,-3 3-8 0,4-6-3 16,-4 3-6-16,3 3-2 0,-1 1-7 0,-28-3 3 15,28 2 0-15,-33-2-7 0,-2 1-2 0,0 0-7 16,-2-2-4-16,-20 0 7 0,2 0-2 0,-6 1-1 16,-1-2-6-16,-9 1 5 0,0 0-6 0,-9 0 0 15,-1 0-7-15,-11 0-7 0,16 1-13 0,-16-1-10 16,0 0-14-16,14-1-23 0,-14 1-19 0,0 0-30 16,0 0-39-16,0 0-47 0,0 0-47 0,0 0-60 15,-38-4-157-15,38 4-505 0,-29 2 225 0</inkml:trace>
  <inkml:trace contextRef="#ctx0" brushRef="#br0" timeOffset="-1176.99">14447 13405 157 0,'0'-9'255'0,"0"9"-11"0,2-7-8 0,-2 7-11 15,0 0-12-15,2-7-9 0,-2 7-13 0,0 0-20 16,0 0-15-16,0 0-12 0,0 0 5 0,0 0-3 15,0 0-1-15,0 0-11 0,5 23-5 0,-3-10-5 16,1 3-3-16,-3 1-5 0,0 3-3 0,0 4-14 16,-3-3-2-16,3 4-11 0,0-4-14 0,0 3 21 15,-2-5-17-15,2 6 6 0,0-7-11 0,-1-1 4 16,1-2-17-16,0 3-6 0,-1-2-3 0,-1-7 0 16,4 4-3-16,-1-2-9 0,-1-1-1 0,1-1-2 15,-1-2-9-15,0-7 2 0,0 12-2 0,0-12-4 16,2 9 1-16,-2-9-3 0,3 7-9 0,-3-7 6 15,0 0-3-15,0 0-12 0,0 10-19 0,0-10-21 16,0 0-24-16,0 0-29 0,0 0-23 0,0 0-35 16,0 0-36-16,0 5-35 0,0-5-40 0,0 0-34 15,0 0-243-15,0 0-582 0,0 0 258 0</inkml:trace>
  <inkml:trace contextRef="#ctx0" brushRef="#br0" timeOffset="-347.84">14805 13568 109 0,'0'0'248'0,"0"0"9"16,0 0-1-16,0 0-7 0,0 0-8 16,0 0-7-16,0 0-10 0,0 0-7 0,-14 15-8 15,11-8-14-15,3-7-14 0,-6 15-7 0,5-7-13 0,-3 2-17 16,0 3 12-16,0-2-27 0,0 2-2 15,2 2-15-15,-2-4-5 0,2 7-12 0,2-5-22 16,-2 0 4-16,2-2-10 0,0-1-1 0,0-2-6 16,0-1-13-16,2 0-3 0,0 0 6 0,1 0-18 0,3-2 11 15,-5 1-10-15,5-2-4 0,0-1 10 0,-1 0-16 16,6-3-6-16,-11 0 4 0,14 3 0 16,-9-3 7-16,-5 0-18 0,16-6-4 0,-10 3-2 15,3-1-4-15,3-2 7 0,-4-1-8 0,-1-2-5 0,1 1-3 16,-3-2 11-16,1 2 10 0,-2-5-26 0,0 2 3 15,1-1-7-15,-3-4-1 0,1-3-3 0,0 3 0 16,-3 0-4-16,0 0 7 0,2 2-2 16,-4-2 6-16,2 5-8 0,-2 0 6 0,0 1 6 0,-1 1-4 15,2 1 7-15,-4 3 16 0,3-2-17 0,2 7 3 16,-7-9 7-16,0 6 13 0,2-2-4 0,5 5 6 16,-14-5 0-16,7 4 0 0,7 1-4 0,-13-3 1 15,5 3-2-15,8 0 4 0,0 0-3 0,-14 0-1 16,14 0-6-16,0 0 9 0,-6 2-5 0,6-2-5 15,0 0 3-15,0 0-9 0,0 0 14 0,0 0-1 16,15 14-3-16,-10-11 6 0,4-1-14 0,0-1 3 16,4 0-1-16,-3 3 6 0,4-4-11 0,5 0 10 15,0 0-6-15,-1-1 6 0,1 1-4 0,1-3-17 16,-2 2 11-16,-4 1 0 0,4-2-8 0,-5 1 12 16,2-1-3-16,-3 1 11 0,1 1-9 0,-3-2 0 15,1 1-2-15,-4 1-5 0,1-1 8 0,-8 1 2 16,13 0-6-16,-13 0-6 0,10 1 6 0,-10-1 4 15,9 3-3-15,-9-3 12 0,4 5 10 0,-2 1 9 16,2 0-1-16,-4-6 6 0,0 11 2 0,0 0 8 16,-2-1 1-16,-2 0 1 0,0 1-3 0,3 1-6 15,-6 2-1-15,4-1-6 0,0-2 1 0,-4 5-3 16,3-5-2-16,2-1-1 0,1 1-1 0,-2 0-2 16,3-2-5-16,0 0 0 0,2-2-3 0,-1 0-4 15,-1-7-1-15,3 13 3 0,1-8 8 0,3-1-15 16,-1-1 3-16,2 0-3 0,-2-1 4 0,6-1-8 0,-5-1-2 15,5-4-3-15,1 2-2 0,-2-2-15 16,2-2 15-16,-1 0-2 0,2-3-1 0,0-1-5 16,-1-3-3-16,-3 6 3 0,1-7-2 0,-2 1-4 15,3 0 1-15,-3-3 6 0,-2 1 3 0,-2-2 2 0,-1 2-7 16,-3 0 8-16,-1 3-6 0,0-1 2 16,-5 2 2-16,-1 1 3 0,1-2-6 0,-3 5-5 15,-1 0-23-15,-4 2-18 0,3 1-22 0,-6 1-22 16,-3 3-27-16,-1 2-38 0,-1 4-47 0,-6 1-54 0,7-1-64 15,-9 5-272-15,4 1-653 0,0-1 288 0</inkml:trace>
  <inkml:trace contextRef="#ctx0" brushRef="#br0" timeOffset="503.1">10059 14481 128 0,'-13'0'317'0,"3"-2"-19"15,10 2-15-15,-16 0-11 0,16 0 9 0,-10 0-11 16,10 0-14-16,-10-3-7 0,10 3-13 0,0 0-11 16,-9 0-21-16,9 0-13 0,0 0-17 0,0 0-16 15,0 0-9-15,0 0-20 0,32-7-13 0,-21 4-24 16,4 3-29-16,-2-3-25 0,4 0-35 0,1 0-33 16,-1 0-33-16,-3 3-34 0,0-2-43 0,0 2-47 15,-3-2-48-15,3 2-41 0,-2 0-242 0,-2 4-560 16,-2-4 248-16</inkml:trace>
  <inkml:trace contextRef="#ctx0" brushRef="#br0" timeOffset="673.88">10062 14628 8 0,'-3'5'276'0,"-5"-2"-27"0,3 0-19 0,5-3-14 15,-5 4-5-15,5-4-1 0,0 0-8 0,0 0-13 16,0 0-16-16,16 11-21 0,-5-11-16 0,1 0-28 15,8 0-33-15,1-1-40 0,7-2-49 0,-1 0-58 16,3-1-58-16,-1-2-62 0,-7 6-152 0,6-3-373 16,-6 3 166-16</inkml:trace>
  <inkml:trace contextRef="#ctx0" brushRef="#br0" timeOffset="2753.17">11817 14359 111 0,'0'0'192'0,"0"0"3"0,0 0-2 0,0 0-8 0,0 0-9 15,0 0-9-15,0 0-7 0,0 0-8 0,0 0-5 16,0 0-4-16,0 0-5 0,0 0-10 0,0 0-4 16,0 0-4-16,0 0-7 0,0 0-8 15,-22-2-7-15,22 2-8 0,0 0-3 0,0 0 3 0,0 0-9 16,0 0-8-16,0 0-10 0,-3-12-4 0,3 12 2 15,0 0-7-15,0 0 0 0,3-11-8 0,-3 11 2 16,6-9-4-16,-2 5-2 0,1 0-3 0,0-1-5 16,-5 5-3-16,15-8 3 0,-6 3-11 15,-3 2 5-15,4 1-7 0,1 0 3 0,1 1-7 0,-3 0 4 16,3 2-12-16,1 2-21 0,-3 1-3 0,1 1 4 16,1 1-1-16,-3 3 12 0,0 0 3 0,1 4 3 15,-2 1 7-15,-2 2 5 0,-3 0-5 0,1 0 1 16,-4-2 0-16,0 4 0 0,-3-7 1 0,-1 6-2 15,0 0 2-15,-2 1 2 0,-3 0-2 0,-3-3-5 16,1-1 11-16,-3 2-3 0,-7 4-9 0,2-4 5 16,3-4 2-16,-2-2-2 0,2-2-13 0,5 0 5 15,-2-2-4-15,3 1 7 0,-2-4-5 0,3-1-2 16,-1 0 5-16,3-2 0 0,7 0-4 0,-12 2 4 16,12-2-2-16,-10 0-1 0,10 0-3 0,-9-6 1 15,9 6 1-15,-5-7-6 0,5 7 1 0,0 0 4 16,1-10-4-16,-1 10-2 0,0 0 0 0,8-11 0 15,0 6-2-15,-5 1 4 0,-3 4-1 0,10-5 3 16,-4 2-2-16,1 2 1 0,-7 1 3 0,14-2 4 16,-5 2-3-16,-2 0 7 0,4 2 3 0,-2-1-16 15,4 2 0-15,-3 0 5 0,2 1-9 0,-2-1 6 16,3 2 5-16,-2-1-5 0,1 3-10 0,-1 0-34 16,2-1-44-16,-3 0-42 0,2 0-38 15,-1 1-42-15,2 0-45 0,2 0-34 0,-1 3-194 0,1-2-522 16,-3-2 231-16</inkml:trace>
  <inkml:trace contextRef="#ctx0" brushRef="#br0" timeOffset="2953.5">12351 14636 224 0,'3'-3'246'0,"-3"3"2"16,0 0-9-16,0 0-8 0,0 0-17 0,4-6-18 15,-4 6-21-15,0 0-14 0,0 0-26 0,0 0-4 16,0 0-37-16,0 0-25 0,0 0-25 0,0 0-36 16,0 0-36-16,0 0-43 0,0 0-55 0,0 0-34 15,0 0-39-15,4 17-107 0,-4-17-330 0,5 6 146 16</inkml:trace>
  <inkml:trace contextRef="#ctx0" brushRef="#br0" timeOffset="3374.45">12703 14459 120 0,'0'-7'262'0,"0"7"-6"0,0 0-4 0,0 0-10 0,-8-4-10 15,8 4-11-15,0 0-14 0,0 0-12 0,-15 11-14 16,10-5-7-16,-2 1-15 0,2 2-8 0,1-1-14 15,0 5-9-15,-1 3-9 0,1 0-10 0,-1 2-4 16,0-2-16-16,3 1-9 0,2-3 0 0,0 2-10 16,0-5-5-16,4 0-10 0,-1 2-6 0,2-5 0 15,-1 1-6-15,5-1-6 0,-2-2-4 0,2 0-8 16,2-1 8-16,-2-1-7 0,5-2-4 0,-5-1-7 16,2-1 0-16,1-1-4 0,-2 1-4 15,3-6 0-15,-3 1-1 0,-1-2 7 0,-1 0-15 16,2 0 1-16,-5-3-1 0,3 1 9 0,-3-2-7 0,1-1 3 15,-1-4-6-15,-2-1 8 0,1 1 1 0,-2-3-3 16,-2 2-5-16,-2 0 2 0,2 4 0 0,-2 1 2 16,0 0-1-16,1 2 4 0,-3-2-8 0,-1 3 0 15,1 2-2-15,-1 0 5 0,1 2-2 16,-3 2-8-16,-2 1-12 0,-2 2-10 0,0 0-23 0,-1 2-23 16,-1 2-21-16,2 0-37 0,-3 1-38 0,3 2-52 15,1 0-30-15,4 0-245 0,-5-1-541 0,5 1 239 16</inkml:trace>
  <inkml:trace contextRef="#ctx0" brushRef="#br0" timeOffset="3702.8">13023 14402 216 0,'13'1'235'0,"-1"0"-2"0,-1 2-2 0,2 1 5 0,-3-1-9 16,1 1-22-16,-1 4-12 0,0 0-6 0,-3 1-8 15,1-2-10-15,0 2-23 0,-4 1 0 0,1 7-6 16,-1-5-13-16,-2 1-2 0,-2-3-11 0,0 1 3 16,-2 5-13-16,-2-1 1 0,-1-2-6 0,-4-4-13 15,4 2-2-15,-4-3-14 0,1 3-4 0,-2-5-10 16,1 0 1-16,1 1-8 0,1-4-4 0,0 1-9 16,2 0 5-16,5-4-1 0,-8 7-6 0,5-5-10 15,3-2 0-15,0 0-1 0,-6 5 2 0,6-5 4 16,0 0-10-16,0 0-2 0,0 0-2 0,0 0 6 15,13 8 3-15,-4-9 2 0,3 2-19 0,-1-1-25 16,3-2-21-16,-1 0-25 0,7 1-30 0,-3-2-28 16,6 0-34-16,-5 1-35 0,4 0-36 0,-3 0-38 15,-2-1-27-15,4 0-206 0,-3 0-539 0,-1-1 239 16</inkml:trace>
  <inkml:trace contextRef="#ctx0" brushRef="#br0" timeOffset="4261.47">13461 14547 60 0,'4'-6'170'0,"-1"1"7"0,6 0 10 0,-9 5 7 16,5-5 3-16,-5 5-3 0,4-5-6 0,-4 5-9 16,0 0 2-16,0 0 12 0,0 0 14 0,0 0-12 15,4 20-17-15,-4-8-10 0,0 2-11 0,-4 1-12 16,0 3-16-16,-1-1-9 0,0-6-8 0,5 1-16 16,-4 0-8-16,3-1 6 0,-1 1-13 15,0-4-10-15,2 0-6 0,0-8-3 0,-4 11-5 0,4-5 1 16,0-6 10-16,0 0-6 0,0 0 17 0,0 10 9 15,0-10-13-15,0 0-12 0,0 0-2 0,0 0-7 16,0 0-6-16,0 0-5 0,-7-22-3 0,7 22-5 16,0-19-7-16,2 8 0 0,-2-1 4 0,3-1-3 15,1-3-8-15,3-2-2 0,0-5-4 0,0 5 1 16,1 2-11-16,1 0-3 0,1 4-6 0,0-1-1 16,-3 6-1-16,0-2 0 0,2 2 2 15,-2 3-3-15,-1 1 4 0,3 1 2 0,-9 2-1 0,14 2-3 16,-8 3 2-16,3 1-1 0,1 2-1 0,-4-1 6 15,1 1 1-15,0 3-3 0,0 5-2 0,-3-6 2 16,3 1 2-16,-5 0-4 0,2-1 5 0,-1-1-3 16,1 0 0-16,-2-5 3 0,-2-4 2 0,2 11-3 15,-2-11 10-15,3 8 4 0,-3-8 0 0,0 0 6 16,0 0-3-16,0 7-4 0,0-7 3 0,0 0-2 16,0 0-3-16,0 0-3 0,0 0-1 0,0 0 2 15,0 0-7-15,0 0-1 0,0 0 3 0,0-35-19 16,3 24 1-16,3-1-8 0,1 1-2 0,4-3 3 15,-2 1-5-15,0 6 12 0,2-2 0 0,-1 2 7 16,0 1-5-16,-1 1-2 0,3 2 0 0,-3 0 1 16,-1 4 3-16,-8-1 1 0,14 3 4 0,-7 3 6 15,-1 2 6-15,-1 7 6 0,2-5-2 0,-2 6 1 16,-3-6-1-16,-2 7-4 0,2-1 5 0,-4 0-2 16,2-1-6-16,-2 3-14 0,-1-1-41 0,3 0-47 15,-7-1-49-15,4 0-56 0,-1-4-76 0,0-1-79 16,0-1-273-16,4-1-682 0,0-1 302 0</inkml:trace>
  <inkml:trace contextRef="#ctx0" brushRef="#br0" timeOffset="4736.43">14110 14617 47 0,'0'0'286'0,"0"0"-2"16,0 0 2-16,0 0 1 0,0 0-12 0,0 0-22 15,-5 24-17-15,2-15-15 0,0 2-19 0,-1-3-21 16,1 3-15-16,-2-1-11 0,5 0-13 0,-4 1-6 16,2-4-9-16,0 0-11 0,2-1-1 0,0-6-6 15,-1 10-3-15,1-10 13 0,-2 9-10 0,2-9 3 16,-2 7 2-16,2-7 0 0,0 0-12 0,0 0-9 16,0 0-8-16,0 0-9 0,0 0-9 0,0 0-8 15,0 0-6-15,5-31 1 0,1 22-8 0,-2-4-9 16,4-1-1-16,1-3-4 0,0 1-1 0,2-1-8 15,2-5 2-15,-4-1 2 0,5-3-6 0,3 5-6 16,-7 3-1-16,7-3 1 0,-7 3-4 0,3 3-2 16,-4 2 3-16,3 0-5 0,-4 3-1 0,-1 2-1 15,0 2-1-15,-2 2-2 0,-1-1 5 0,3 3-2 16,-7 2 0-16,11 0 6 0,-11 0 3 0,9 8 9 16,-4-1 3-16,-1 2 2 0,1 2 4 0,-1 2 7 15,0 1 2-15,-2 2 5 0,6 8 6 0,-2-7-2 16,-3 1 0-16,0-1-4 0,0 1 0 0,1-1-1 15,3 0-4-15,0-4-3 0,-3 0-4 0,1-4-3 16,1 7 0-16,-1-7-4 0,-1 0-4 0,1 0-3 16,-2-3 2-16,1 1-8 0,-2-1-9 0,2 1-16 15,-4-7-25-15,3 6-34 0,-3-6-44 0,4 6-31 16,-4-6-35-16,0 0-43 0,0 0-41 0,0 0-49 16,0 0-47-16,0 0-36 0,-11 6-272 0,11-6-723 15,-14 0 320-15</inkml:trace>
  <inkml:trace contextRef="#ctx0" brushRef="#br0" timeOffset="4881.66">14249 14679 2781 0,'-7'-3'234'0,"3"-4"-85"0,4 7-21 0,-9-7-43 15,9 7-27-15,-4-5-12 0,4 5 14 0,-4-3 5 16,4 3 9-16,0 0-4 0,0 0 0 0,0 0-12 0,21-9-3 16,-7 5-25-16,4 2-38 0,0-1-48 15,3-2-64-15,-2 0-74 0,8-3-96 0,-8 3-260 16,8-4-594-16,-10 5 263 0</inkml:trace>
  <inkml:trace contextRef="#ctx0" brushRef="#br0" timeOffset="7927.27">16591 9423 3 0,'-10'-8'283'0,"4"3"-6"0,0 2-7 16,0-1-8-16,6 4-6 0,-7-7-8 0,7 7-14 15,-8-5-7-15,8 5-8 0,-4-3-10 0,4 3-17 16,0 0-6-16,0 0-12 0,0 0-16 0,-2-9-10 16,2 9-23-16,12-5-11 0,-3 3-8 0,4-1-12 15,8-1-7-15,7-1-12 0,0 2-7 0,2-2-7 16,6 4-27-16,-4 0-34 0,4-2-25 0,3 3-28 15,-6-1-32-15,2 1-30 0,-3 0-37 0,0 1-37 16,-1-1-31-16,0-1-33 0,-2 1-37 0,-2 3-165 16,1-1-493-16,0-2 219 0</inkml:trace>
  <inkml:trace contextRef="#ctx0" brushRef="#br0" timeOffset="8145.22">17343 9239 16 0,'0'-11'254'0,"0"2"-17"0,0-2-9 0,0 4-3 15,0 7 7-15,-1-12-9 0,1 12-3 0,-4-10-1 16,4 10-3-16,-1-10-10 0,1 10-20 16,0 0-12-16,-2-8-23 0,2 8-11 0,0 0-8 0,0 0 5 15,0 0-13-15,0 0-11 0,0 0-8 0,-2 35-5 16,0-20-10-16,0 2-9 0,1 2-13 0,-1-1-5 16,2 0-1-16,-1 2-10 0,0-2-27 15,-3 0-27-15,4-3-37 0,-1-2-44 0,0 3-40 0,-1 0-51 16,0 0-50-16,3-3-56 0,-2-2-246 0,-1-1-569 15,2-1 251-15</inkml:trace>
  <inkml:trace contextRef="#ctx0" brushRef="#br0" timeOffset="8368.26">17622 9172 269 0,'5'-5'245'0,"0"1"-25"0,0 1-10 0,-5 3 1 15,10 0 16-15,-10 0-2 0,10 12-8 0,-1-1-7 16,0 3-3-16,-2 4-14 0,0 2-16 0,0 5-19 16,-2 0-13-16,-4 0-15 0,2 3-10 0,-2-5-9 15,-2 3-10-15,-2-6-5 0,-3-3-15 0,-1 1-19 16,1-2-19-16,-2 3-33 0,1-5-30 0,-6 1-38 16,1-3-36-16,-2-2-52 0,-1 1-59 0,-3-5-56 15,0 0-220-15,0-2-521 0,2-4 231 0</inkml:trace>
  <inkml:trace contextRef="#ctx0" brushRef="#br0" timeOffset="8575.32">17210 9026 219 0,'-8'-8'249'0,"0"3"-14"0,-1 1-15 15,-2 5 2-15,0 4 5 0,-2 6-3 0,-5 8-11 0,1 5-10 16,1 3-17-16,0 3-12 0,4 5-18 15,0 10-17-15,7-9-16 0,0 9-9 0,5-9 0 16,4-2-20-16,2-3-11 0,6 1-21 0,3-2-20 16,2-3-31-16,4-3-41 0,4-2-58 0,4-1-78 0,2-7-76 15,1-1-222-15,1-1-503 0,0-5 222 0</inkml:trace>
  <inkml:trace contextRef="#ctx0" brushRef="#br0" timeOffset="8767.99">17471 8758 129 0,'-5'-11'344'0,"0"0"-35"0,1 6-30 0,-1-4-28 16,1 4-33-16,0-1-31 0,4 6-31 0,0 0-27 15,0 0-25-15,0 0-31 0,0 0-50 0,-4 25-71 16,8-7-68-16,4 9-75 0,-2 2-118 0,0-2-333 15,0 3 149-15</inkml:trace>
  <inkml:trace contextRef="#ctx0" brushRef="#br0" timeOffset="10562.8">5042 15050 113 0,'-8'0'263'0,"8"0"-6"15,-13-2-8-15,6 2-7 0,7 0-13 0,0 0-16 16,-12-3-18-16,12 3-16 0,0 0-15 0,0 0-3 16,-4-5-22-16,4 5-9 0,0 0-16 0,16-8 1 15,-7 3-22-15,2-1-10 0,5 1-7 0,2 0-8 16,-1-2 28-16,-1 1-18 0,1 1-38 0,2 2-12 15,-6-1-33-15,1 1-28 0,-1 0-35 0,1 2-26 16,-3-1-32-16,0 0-36 0,1 0-27 0,-2 2-19 16,1 0-10-16,-4 0-153 0,-7 0-401 0,12 4 177 15</inkml:trace>
  <inkml:trace contextRef="#ctx0" brushRef="#br0" timeOffset="10828.3">5068 14990 25 0,'-13'0'199'15,"0"0"-4"-15,5 0-1 0,8 0-10 0,-12 0-13 0,12 0-8 16,-9 0-17-16,9 0-7 0,-9 3 1 0,9-3 9 16,-2 11 15-16,2-2 18 0,-3 8-8 0,7 0-6 15,1 2-8-15,-3 0-5 0,2 5-11 16,-1 4 3-16,2-3-1 0,-2 2-11 0,-1-3-11 16,0 0 1-16,0 2-12 0,-2-6-8 0,0-1-10 0,-1 7-4 15,0-5-6-15,-1-2-15 0,1-2-6 16,-4 0-8-16,5 1 1 0,-2-1-7 0,2-7-10 0,-1 2 2 15,-1-1-3-15,2-1-18 0,-3-1-17 16,4 0-36-16,-1 1-20 0,-1-2-26 0,1-8-29 16,0 10-30-16,0-10-28 0,-1 10-33 0,1-10-25 15,1 8-32-15,-1-8-22 0,0 0-213 0,3 5-531 0,-3-5 236 16</inkml:trace>
  <inkml:trace contextRef="#ctx0" brushRef="#br0" timeOffset="11882.7">5087 15269 33 0,'0'0'172'0,"0"0"-17"0,2-8-6 0,-2 8-5 15,6-3 7-15,-6 3-2 0,11-1-13 0,0 2-2 16,-1-2-12-16,3 1-9 0,1-1-6 0,4 1-7 16,-6-2-11-16,10 2-4 0,-2-2-5 0,-1 0-9 15,0 2-4-15,-3 0-9 0,-3 0-4 0,-1 0-8 16,0 0-3-16,-2 3-2 0,0-2-7 0,-2 1 1 15,-1 1 16-15,-1 4 10 0,-1-2 10 0,0 0-3 16,-1 4 6-16,3 1 0 0,-5-1 4 0,2 2-2 16,-1 0 0-16,-3 0-11 0,2 1 1 0,-1-2-9 15,1 3-2-15,-2-4-8 0,0 1-2 0,-2 0-17 16,1-3 11-16,0 0-7 0,1-7-3 0,0 11-12 16,0-11 21-16,0 9-13 0,0-9 4 0,0 0 0 15,-3 8 4-15,3-8 0 0,0 0 8 0,0 0-2 16,-4 5 6-16,4-5-13 0,0 0-4 0,0 0-8 15,0 0-2-15,0 0-9 0,0 0 0 0,-10-18-25 16,13 9 16-16,-1-1-16 0,1 0-1 0,-1 1-7 16,2-3-4-16,3-2-3 0,0-2 3 0,1 3-3 15,-3 2 1-15,0 1-1 0,2 2 1 0,-1 0 1 16,3 1 3-16,-3-2-1 0,1 1 5 0,-2 5 2 16,1 0-8-16,-6 3 9 0,13-3 2 0,-13 3 1 15,10-1-1-15,-10 1-2 0,12 7 9 16,-7-4 10-16,0 4 11 0,-1 4 2 0,0-5 5 0,1 3 0 15,-1 0 1-15,-1 1 0 0,1 1-4 0,0-1 2 16,0-1 4-16,0 3-9 0,-3-6-1 0,2 1 6 16,1 2-5-16,1-3-2 0,-2-2-16 0,2 2 16 15,-1-2-3-15,1-1-5 0,-5-3-14 0,12 3 6 16,-6-1-5-16,-6-2-3 0,12-2-1 16,-6-4-4-16,1 3 4 0,-7 3 2 0,8-8-1 15,-2-1 3-15,-3 0-1 0,0 3 3 0,0-4 1 0,-2 0 0 16,-1 1 0-16,1-2 4 0,-1 1 0 0,0-1 0 15,0 0-6-15,-1 2 5 0,0-2 2 0,-1 2-1 16,1-2 1-16,1 11 1 0,0-18-3 0,1 12 1 16,-1 6-3-16,3-10-1 0,0 5 1 15,-3 5 1-15,8-5-1 0,-8 5 0 0,11 0-5 16,-11 0 5-16,12 1-1 0,-4 4 1 0,-3 1 4 16,8 2-3-16,-4 3 6 0,2 0 5 0,-2 2 9 0,-2-3 0 15,0 2 8-15,-2-2-1 0,2 0-1 16,-1 0-1-16,2-1 4 0,-3-2 6 0,-2-1 8 0,-3-6 4 15,5 11 7-15,-5-11 3 0,5 9 11 16,-5-9 5-16,5 5 8 0,-5-5-1 0,0 0 2 16,0 0-12-16,0 0-4 0,0 0-4 0,0 0-8 15,0 0-6-15,0 0-8 0,0 0-4 0,0 0-16 0,0 0-12 16,-12-26-6-16,12 12-12 0,0 14-8 16,6-22-8-16,0 7 3 0,4 0-2 0,2 2 3 15,-1-1-6-15,2 2 4 0,-4 2 4 0,0 3 1 16,-1 2 1-16,2 1 3 0,0 1-4 0,-2 3 8 15,-8 0-1-15,15 3 2 0,-7 1 7 0,-1 2 3 16,1 3 19-16,-2-1-12 0,-1 1 8 0,1 2 1 16,0 1-9-16,-3 0 19 0,3-3-1 0,-5 0-3 15,2 0 6-15,-2-1-8 0,0-3 8 0,-1-5-5 16,3 10-2-16,-3-10 1 0,4 6 3 0,-4-6-7 16,0 7 5-16,0-7-4 0,0 0-5 0,0 0-5 15,0 0-14-15,0 0-10 0,0 0 1 0,0 0-14 16,14-18 9-16,-10 9-3 0,2-1-5 0,0 0-8 15,2 1-2-15,2-4-9 0,-1 1 1 0,0 2 3 16,1 2 3-16,-1-1 6 0,0 2 4 0,0 3-3 16,0-2 5-16,-1 5 3 0,-8 1 5 0,13 1 1 15,-3 5 15-15,-4-2 2 0,2 6 6 0,-2-3 2 16,2 5 5-16,-2 2-5 0,-1 2 9 0,1 1-2 16,-1 0 0-16,-1 3-7 0,1-2-30 0,-3-1-43 15,1 2-60-15,-1-2-82 0,2 1-76 0,-3-6-176 16,2 0-506-16,1-2 224 0</inkml:trace>
  <inkml:trace contextRef="#ctx0" brushRef="#br0" timeOffset="12471.27">6552 15333 102 0,'6'-6'235'0,"5"-1"-4"0,-3-1-11 16,3 0-17-16,0-2-14 0,6-1-9 0,-4 0-9 15,3 0-14-15,0 0-7 0,0-2-2 0,-3 3-7 16,-3 2 3-16,0 0-16 0,-2-3-4 0,-2 2 7 16,1 0 0-16,-4 0 3 0,-1 2-19 0,-2 7 18 15,0-14 9-15,0 14-12 0,-9-11-17 0,9 11-5 16,-13-7 5-16,3 7-12 0,-4 0 3 16,14 0-15-16,-27 6 8 0,13 2-7 0,-4 2-6 15,3-1-2-15,-1 5-11 0,2 0-19 0,-1 6 11 16,5-2-4-16,3-1-6 0,0 2-9 0,-1-2 3 0,4 1-11 15,2-1-1-15,2-5-5 0,2 0-3 0,5 6-8 16,-1-8 0-16,4 4-18 0,-1-7-8 0,8 3-8 16,-1-3-9-16,5-3-6 0,-1-1-29 15,6-1 9-15,-4-2-6 0,6-2-10 0,-7-1 1 16,7-3 0-16,1-1-7 0,-5-4 2 0,-4 5 0 16,-1-3-2-16,7-2 6 0,-4-4 4 0,-4 6 7 15,-3-3 6-15,2 1-4 0,-3-2 13 0,1 1 4 16,-3-2 1-16,-1 1 6 0,-5 3 10 0,1-1 21 15,-3 0 16-15,1 3 14 0,-4 1 4 0,0 1 21 16,-1 6 6-16,3-11 15 0,-3 11-4 0,0-9-2 16,0 9 0-16,0 0 1 0,0-9-8 0,0 9-8 15,0 0 0-15,0 0-7 0,0 0 2 0,0 0-2 16,0 0-11-16,-15 28-7 0,11-19 7 0,1 4-9 0,1 0 0 16,0 3-7-16,-3 2 0 0,3-1-3 15,0 0 0-15,2-3 0 0,3 5-3 0,1-1 0 16,-2-1-6-16,1 2-2 0,-1-3-2 0,5 3 6 15,-3-1-6-15,0 7 2 0,-2-9 2 0,1 4-7 16,2-1 3-16,-4-1 0 0,0 2-5 0,2-3-7 16,-2 0-4-16,0-1-26 0,2-4-26 0,-2 2-36 15,1-2-31-15,-1-1-40 0,-1-3-39 0,0-2-52 16,0-6-59-16,0 12-65 0,0-12-192 0,0 0-622 16,0 0 275-16</inkml:trace>
  <inkml:trace contextRef="#ctx0" brushRef="#br0" timeOffset="12825.63">7175 14923 154 0,'0'-6'273'0,"2"0"-17"15,-2 6-16-15,2-9-1 0,-2 9 4 0,0 0-6 16,0 0-5-16,0 0-8 0,0 0-22 0,7 18-16 15,-7-9-10-15,0-9-23 0,2 12 14 0,0-4-9 16,-2-2-9-16,0-6-12 0,0 9 1 0,0-9-6 16,2 8-5-16,-2-8-1 0,0 0-1 0,1 7 4 15,-1-7-6-15,0 0-4 0,0 0-13 0,0 0-7 16,0 0-8-16,0 0-9 0,12-20-13 0,-8 9-6 16,2 1-6-16,-1-1-8 0,4 1-3 0,-4-2-6 15,6 1-9-15,-1 3-3 0,-3-1-8 0,1 2 0 16,-3 4-4-16,5-1 4 0,-5 2-6 15,-5 2-8-15,0 0-8 0,20 5 12 0,-20-5-18 0,14 10-21 16,-8 0-20-16,-1 2-34 0,2 3-38 0,-1 3-48 16,-1 0-35-16,-1-1-46 0,0 5-52 0,-2-3-46 15,1 5-277-15,0-5-677 0,-1 6 301 0</inkml:trace>
  <inkml:trace contextRef="#ctx0" brushRef="#br0" timeOffset="13088.56">7772 15258 110 0,'-1'-6'334'0,"-1"-5"-7"0,-2 4 0 16,4 7-4-16,-3-12-6 0,3 12-13 0,-2-11-24 15,2 11-20-15,0 0-27 0,-3-11-24 0,3 11-24 16,0 0-16-16,0 0-10 0,0 0-8 0,0 0-11 0,0 0-17 15,0 0-10-15,-1 33-19 0,-1-22-3 0,2 1-7 16,-4 5-7-16,4-5-10 0,-1 1-7 16,1 2-27-16,-1-3-7 0,0 0-38 0,-2-1-50 15,2 0-48-15,1 0-63 0,0-11-51 0,-4 13-83 16,2-5-311-16,2-8-670 0,-9 10 296 0</inkml:trace>
  <inkml:trace contextRef="#ctx0" brushRef="#br0" timeOffset="13257.59">7696 14979 123 0,'0'0'206'16,"0"0"-18"-16,0 0-23 0,0 0-22 15,0 0-42-15,0 0-53 0,0 0-57 0,10 25-43 0,-6-16-101 16,2 1-164-16,-1-1 72 0</inkml:trace>
  <inkml:trace contextRef="#ctx0" brushRef="#br0" timeOffset="13443.82">7958 15138 33 0,'5'10'214'0,"-3"1"0"16,2 0-4-16,-1 1-3 0,-2 4-9 15,-1-1-6-15,4 2-8 0,-4-2-8 0,1 2-9 0,-3-2-10 16,2 4-19-16,-3 0-10 0,0-5-7 0,-2 5-13 15,-1-4-10-15,-2 2-10 0,-1-1-12 0,0 0-19 16,-3 0-30-16,0-3-32 0,-2-1-38 16,3-1-48-16,-6 0-46 0,7-3-58 0,-6 0-192 15,0-1-420-15,4-2 186 0</inkml:trace>
  <inkml:trace contextRef="#ctx0" brushRef="#br0" timeOffset="13654.51">7572 15240 143 0,'0'0'251'0,"-17"1"-4"15,7 3 5-15,1 3-5 0,-3 0-7 0,3 4-17 16,-2 2 18-16,2 2-21 0,1 2-15 0,3 1-17 16,0 1-28-16,0-1-9 0,0 2-16 0,1-2-14 15,4 2-13-15,3-4-14 0,-2 2-15 0,5-3-37 16,3 1-42-16,-2-6-62 0,2 0-59 0,1-3-77 15,6-1-91-15,-3-1-158 0,5-2-483 0,0-6 215 16</inkml:trace>
  <inkml:trace contextRef="#ctx0" brushRef="#br0" timeOffset="13851.91">7739 14850 2691 0,'-1'-11'25'0,"0"-1"25"16,-2 5-25-16,2-1-18 0,1 8-29 0,-3-11-15 15,3 11 7-15,-2-6-1 0,2 6-8 0,0 0-33 16,0 0-40-16,0 0-46 0,0 0-52 0,-3 27-139 16,3-27-376-16,0 19 167 0</inkml:trace>
  <inkml:trace contextRef="#ctx0" brushRef="#br0" timeOffset="16728.46">8911 15666 168 0,'-1'-8'195'0,"1"8"-7"15,2-7-9-15,-2 7-9 0,0-11-9 0,0 11 0 16,0 0-5-16,2-9-7 0,-2 9-4 16,0 0-7-16,0-9-4 0,0 9-6 0,0 0-10 0,0 0-2 15,1-7-9-15,-1 7-10 0,0 0-3 0,0 0-9 16,0 0-2-16,0 0-7 0,0 0-7 0,0 0-6 15,0 0 3-15,0 0 7 0,0 0 5 16,0 0 4-16,0 0-4 0,7 28 6 0,-5-17-5 16,-4 5-3-16,2 0-1 0,0 4 1 0,0 0-25 15,-1 4 11-15,-1-5-3 0,-2 0 3 0,1 5-3 0,0-5-4 16,0 1-23-16,2-2 24 0,-2 1-5 16,1-2-11-16,-1 2-1 0,2-3 2 0,-2 1-7 15,2-2-4-15,-1 3 4 0,1-8 1 0,1-1-10 16,1 0-5-16,-1 2 3 0,0-1-4 0,0-4-6 15,0-6 2-15,2 16-3 0,-2-10 0 0,0-6 6 16,1 13-8-16,-1-13-7 0,0 8 2 0,0-8-9 0,1 10-18 16,-1-10-14-16,0 0-21 0,-4 7-17 15,4-7-23-15,0 0-18 0,0 0-27 0,2 10-20 16,-2-10-24-16,0 0-34 0,0 0-36 0,0 0-30 16,0 0-216-16,0 0-542 0,0 0 240 0</inkml:trace>
  <inkml:trace contextRef="#ctx0" brushRef="#br0" timeOffset="17196.81">8960 15583 23 0,'6'-11'197'0,"3"-3"-9"0,-2 4-5 0,1 0-7 0,1 2-14 15,-1 0-13-15,1 3-17 0,-2 3-11 0,0-1-10 16,-7 3 0-16,16 1 2 0,-8 2 6 0,1 1 3 16,1 3 3-16,-2 1-10 0,0 1-1 0,-3 2-5 15,1 4-7-15,-1 0-7 0,-1 2-5 0,-3-1-10 16,-1 1 1-16,0 2-11 0,-2-3-9 0,-2 0 0 16,-2 1-8-16,-2-3-3 0,0-1-18 0,-2 2 12 15,-1-1-3-15,-1-2-8 0,-3 0-5 0,2-1-8 16,-4-1 0-16,3-1-5 0,3-1 0 15,-1-4-3-15,-1 0 0 0,7-1 1 0,-3-1 0 0,9-2-6 16,-9 4-1-16,9-4 2 0,-10 0 2 0,10 0-7 16,0 0 1-16,-11-2-4 0,11 2 3 0,0 0-1 15,-7-5-4-15,7 5 2 0,0 0 0 0,0 0 1 16,0 0-1-16,0 0-2 0,0 0 0 16,0 0-1-16,17-10 3 0,-17 10 1 0,0 0 0 15,16 6 4-15,-10-3 5 0,2 1-2 0,0 2 2 16,0-1 3-16,-1 2 6 0,3 0-6 0,0 1 0 0,0 1-3 15,1-1-2-15,-1 1 3 0,2 3-3 0,2-2-3 16,-4-4-13-16,2 2-32 0,-1 1-36 0,-2 0-40 16,3-2-51-16,-3 1-59 0,1 0-57 15,-2-1-162-15,2 2-480 0,-1-3 212 0</inkml:trace>
  <inkml:trace contextRef="#ctx0" brushRef="#br0" timeOffset="17790.53">9433 15891 40 0,'0'0'303'15,"0"0"-7"-15,-4-10-9 0,1 5-22 0,3 5 4 16,-6-6-14-16,6 6-14 0,-6-4-23 0,6 4-19 16,-10-3-19-16,10 3-12 0,0 0-10 0,0 0-12 15,-28 8-2-15,21-3-8 0,-2 3-15 0,0 1-2 16,-1-2 2-16,0 2-21 0,0 4-10 0,1-1-13 16,0 1-1-16,4-2-9 0,1 1-5 0,0-1-10 15,1-2-4-15,3-9 4 0,0 19-6 16,2-8-13-16,-1-3-3 0,5-1 1 0,-2 1-19 15,-4-8-6-15,12 11-8 0,-2-6-15 0,2-2-13 16,-2 1-3-16,0-1-14 0,-10-3 12 0,17 1-3 16,-8 0-5-16,-3 0 11 0,-6-1-7 0,15-1 7 0,-15 1 6 15,11 0 1-15,-11 0 1 0,9-1-2 0,-9 1 5 16,5-7-10-16,-5 7 17 0,0 0 0 0,0 0 9 16,0 0 0-16,0 0 1 0,0 0 4 15,0 0 3-15,0 0 4 0,0 0-13 0,0 0 18 16,-33 0 0-16,33 0 5 0,-19 6 11 0,10-2-5 15,0 4 7-15,-1 0 0 0,1 2 4 0,-3-4 10 16,2 4-2-16,-3 0 3 0,4 4 9 0,0-3-10 0,3-2 4 16,-1 1-2-16,4-2-10 0,-4 8 11 15,0-6-19-15,4-1 3 0,2 1-3 0,0 0-1 16,1-10-6-16,0 17 3 0,2-8-8 0,-2-9 1 16,3 13 3-16,2-7-5 0,-2 1 5 0,5-1-4 15,-8-6-6-15,13 7-6 0,-3-3-15 0,2-2-13 16,0-1-33-16,-1-2-27 0,0-1-33 0,2-1-32 15,-3 0-43-15,2 2-40 0,2-3-48 0,-3 1-50 16,2-3-221-16,-3 0-596 0,6-1 264 0</inkml:trace>
  <inkml:trace contextRef="#ctx0" brushRef="#br0" timeOffset="18193.49">9962 15894 217 0,'-8'-13'302'0,"8"13"-3"0,0 0-7 15,0 0-16-15,0 0-16 0,-8-2-18 0,8 2-15 16,0 0-17-16,0 0-18 0,0 0-21 0,0 0-26 16,0 0 7-16,0 0-7 0,0 0-6 15,0 0-17-15,0 0-9 0,0 0-5 0,0 0-9 16,0 0-6-16,19-3-14 0,-12 2-8 0,-7 1-1 15,19-2-11-15,-8 1-6 0,-3 1-13 0,4-2-21 16,0 1-26-16,-1 1-45 0,-4-2-44 0,3 2-51 0,-10 0-51 16,15-2-63-16,-9 2-68 0,-6 0-189 15,0 0-561-15,0 0 249 0</inkml:trace>
  <inkml:trace contextRef="#ctx0" brushRef="#br0" timeOffset="18394.85">9958 15980 171 0,'0'0'264'0,"-8"4"-2"15,8-4-5-15,0 0-12 0,0 0-8 0,-4 6-15 16,4-6-5-16,0 0-17 0,0 0-20 0,0 0-15 16,18 8-16-16,-10-8-18 0,2-3-19 0,0 3-19 15,3-1-33-15,-1 1-43 0,0-2-44 0,1 0-54 16,-3 2-56-16,4-3-72 0,-2 0-213 0,-2 0-456 15,2-1 202-15</inkml:trace>
  <inkml:trace contextRef="#ctx0" brushRef="#br0" timeOffset="20624.5">11457 15475 157 0,'0'0'274'0,"-3"-11"-2"0,2 5-1 0,1 6 1 16,-4-13-8-16,1 9-13 0,1-2-8 0,2 6-12 15,-1-10-17-15,1 10-11 0,0 0-11 0,-4-7-17 16,4 7 1-16,0 0-34 0,-2-9-7 0,2 9-15 16,0 0-16-16,0 0-11 0,0 0-14 0,0 0-7 15,0 0-18-15,0 0 8 0,0 0 7 0,0 0-5 16,16 22-11-16,-11-10-4 0,3 4-3 0,2 1 7 16,-2-2-5-16,-1 3-2 0,1 0-8 0,1-1-4 15,-1 1 0-15,-2-1-4 0,3-2 4 0,-3 2-3 16,1-3-3-16,-1 1-3 0,-2-4-3 0,0 1-2 15,-2-2 3-15,6 0-6 0,-6-2 8 0,1-1-16 16,0-1 5-16,-1-1 6 0,-2-5-17 16,3 9 8-16,-1-4 3 0,-2-5-9 0,2 6 1 0,-2-6 1 15,0 0 3-15,4 6-4 0,-4-6 6 0,0 0-3 16,0 0 3-16,0 0-3 0,0 0 0 0,0 0-6 16,0 0 5-16,13-14-4 0,-5 2-3 15,-3 2 7-15,1-1-8 0,0-4 5 0,2-1-8 0,-2-1-15 16,1-7 1-16,-1 7 0 0,2-7 10 0,-2 7-5 15,1-1-6-15,2 0 1 0,-2 3-15 0,-2-2 11 16,0 7-1-16,-3-3-5 0,2 1 2 0,2 4-2 16,-4 1 6-16,-2 7-12 0,6-12 3 0,-6 12-4 15,4-8-4-15,-4 8-15 0,0 0-15 0,3-11-19 16,-3 11-21-16,0 0-21 0,0 0-11 0,0 0-4 16,0 0-13-16,0 0-23 0,0 0-32 0,0 0-38 15,0 34-29-15,0-19-189 0,-2 0-506 0,1 3 224 16</inkml:trace>
  <inkml:trace contextRef="#ctx0" brushRef="#br0" timeOffset="20900.45">11981 15625 50 0,'0'0'263'0,"-3"-10"-6"16,3 10-8-16,-5-6-12 0,5 6-10 0,-9-4-10 15,9 4-23-15,-6-2-15 0,6 2-12 0,0 0-11 16,-15 5-10-16,7 0-3 0,-1 0-1 16,1 6-12-16,2-3-4 0,-1 4-4 0,-1 1-14 15,0 1-4-15,1 1-6 0,-2 0-9 0,2 0-7 16,2-4-7-16,3 5-10 0,0-3-1 0,2 3-11 0,0-4-8 16,0-1-1-16,1 0-3 0,3 0 7 15,0-1-33-15,1-1-33 0,2 0-34 0,1-1-19 16,1-1-53-16,1-2-56 0,3-2-68 0,4 0-67 15,-3 0-173-15,5-2-529 0,-4 0 233 0</inkml:trace>
  <inkml:trace contextRef="#ctx0" brushRef="#br0" timeOffset="21138.53">12284 15640 220 0,'0'0'278'0,"-18"1"-4"15,5 2-5-15,1 2-7 0,-3 2-7 0,1 1-6 16,0 3-12-16,0 0-7 0,1 5-11 0,0-2-4 16,1 1-18-16,2 1-22 0,-6 3-17 0,9-2-11 15,-1-1-11-15,5-2-17 0,-1 2-11 0,4-4-13 16,0 0-6-16,0-2-4 0,5 2-11 0,1-3-9 16,0 0-20-16,4-3-21 0,-3 1-31 0,4 2-35 15,3-6-41-15,3 3-46 0,-3-4-43 0,-1-1-53 16,7 0-59-16,-7-1-264 0,1 0-593 0,-1 0 263 15</inkml:trace>
  <inkml:trace contextRef="#ctx0" brushRef="#br0" timeOffset="21504.21">12690 15712 146 0,'0'0'306'0,"0"0"-1"0,0 0-7 15,0 0-11-15,0 0-28 0,0 0-19 0,0 0-24 16,0 0-16-16,1-7-11 0,-1 7-6 0,0 0-21 16,12 3-17-16,-12-3-5 0,15 0-24 0,-7 1 1 15,2 1-5-15,1-1-14 0,0 0 2 0,1 1-14 16,1-1-5-16,-4-1-6 0,0 1-12 0,0-1-7 15,-1 0-2-15,-8 0 0 0,14 1-5 0,-9 1 6 16,-5-2-6-16,13 0 6 0,-13 0 2 0,0 0 2 16,0 0 2-16,9 0 5 0,-9 0-9 15,0 0-1-15,0 0-3 0,0 0-4 0,0 0-7 16,7 1-4-16,-7-1-3 0,0 0-4 0,0 0-19 0,0 0-19 16,0 0-27-16,0 0-42 0,0 0-54 0,0 0-69 15,0 0-77-15,0 0-80 0,0 0-283 0,0 0-693 16,0 0 306-16</inkml:trace>
  <inkml:trace contextRef="#ctx0" brushRef="#br0" timeOffset="23454.3">13358 15447 84 0,'0'0'129'0,"0"0"-2"0,0 0-3 0,0 0-6 16,0 0 8-16,0 0-15 0,0 0-7 0,0 0 1 15,0 0-2-15,0 0-4 0,0 0-9 0,0 0-1 16,0 0-6-16,0 0-1 0,0 0-4 0,0 0-6 16,0 0-3-16,0 0-7 0,0 0-2 0,0 0-5 15,0 0-7-15,0 0-6 0,0 0-4 0,0 0 3 16,0 0-4-16,2-7 1 0,-2 7-2 0,11-1-6 15,1-1-2-15,-1-1-4 0,0 3-2 0,9-5 3 16,-7 2-5-16,6 1-2 0,-1 0-16 0,-1 1-15 16,-1 0-16-16,-4-1-20 0,0 2-31 0,-2 0-29 15,1 0-26-15,-2 0-32 0,-9 0-140 0,14 0-331 16,-14 0 147-16</inkml:trace>
  <inkml:trace contextRef="#ctx0" brushRef="#br0" timeOffset="23862.8">13499 15415 125 0,'0'0'167'0,"0"0"-1"0,0 0 20 16,0 0 5-16,0 0-4 0,0 34-6 0,0-15-1 15,0 7-12-15,2-2-11 0,-4 3-8 0,-2 1-10 16,4-2-15-16,-1-2-11 0,1 2-1 0,-2-7-11 15,0-1-8-15,2 4-4 0,0-5-9 0,0 1-6 16,-2-4-5-16,4 1-13 0,-2-4-4 0,0-1-5 16,0-3-4-16,0-7-6 0,0 15 6 0,-2-9-11 15,2-6-6-15,0 0 3 0,0 10-2 0,0-10-6 16,0 0-2-16,0 7 1 0,0-7-3 0,-4 5-6 16,4-5-3-16,0 0-8 0,-16 0-3 0,16 0-2 15,-11-2 0-15,11 2 3 0,-11-1 35 0,3-1-9 16,8 2-6-16,-11-6-2 0,7 4 1 0,4 2-9 15,-9-3 6-15,9 3-4 0,-7-2 6 0,7 2-6 16,0 0-3-16,0 0-2 0,-9-4 5 0,9 4-4 16,0 0-3-16,0 0 1 0,0 0 0 0,0 0-1 15,0 0 5-15,0 0-1 0,29 9-4 0,-16-7-8 16,-1 0-21-16,6 0-28 0,2 0-33 0,-1-2-41 16,0 2-53-16,2-1-50 0,8-1-242 0,-6 0-513 15,3 0 226-15</inkml:trace>
  <inkml:trace contextRef="#ctx0" brushRef="#br0" timeOffset="24079.26">13895 15728 185 0,'0'0'276'0,"-14"7"-4"15,5-4-6-15,2 6-7 0,0-2-12 0,-1 3-11 16,-4 3-17-16,5 0-21 0,-1 2-14 0,4-2-18 15,1-1-18-15,-2-1-14 0,1 2-12 0,4 0-13 16,-1 0-22-16,2 0-5 0,3-1-29 0,1-1-43 16,0 0-46-16,5-1-52 0,-1-2-59 0,5-3-63 15,3 2-64-15,-2-1-143 0,7-2-451 0,-6-4 200 16</inkml:trace>
  <inkml:trace contextRef="#ctx0" brushRef="#br0" timeOffset="24338.6">14229 15569 71 0,'0'-8'296'0,"0"8"-4"0,0-12-17 16,0 12-24-16,2-9-20 0,-2 9-14 0,0 0 0 16,0 0 8-16,0 0-10 0,0 0-6 0,-2 27-16 15,4-11-18-15,-4 2-4 0,-2-1-14 0,4 2-14 16,0 0-17-16,0 0-6 0,0-1-17 0,0 0-7 15,-2 0-8-15,4 0-5 0,0-1-11 0,0 0-13 16,-2-4 6-16,2-3-19 0,-2 4-10 0,3-5-27 16,-3 2-20-16,2 1-29 0,-2-4-40 0,2-1-42 15,-2 0-46-15,0-7-37 0,0 11-57 0,0-11-50 16,0 11-196-16,0-11-548 0,0 0 243 0</inkml:trace>
  <inkml:trace contextRef="#ctx0" brushRef="#br0" timeOffset="24668.26">14324 15444 138 0,'6'-5'224'0,"-6"5"-16"0,16-5-7 16,-16 5 2-16,17 5-6 0,-7-1-10 0,-3 1-5 15,-1 1-18-15,-1 3-9 0,5 1-15 0,-6 3-14 16,-2-3-10-16,-2 7-7 0,0-5-10 0,-2 0-10 15,-3 3-14-15,-2-4 1 0,2 1-10 0,-8 1-6 16,3 0-9-16,2-2-1 0,1-3-11 0,-3-1 1 16,0 0-2-16,8-4-10 0,-3 3-1 0,1-1 1 15,-2-2-7-15,6-3-2 0,-5 5-5 0,5-5 2 16,0 0-2-16,-7 5-2 0,7-5-4 16,-3 5-3-16,3-5-2 0,0 0 3 0,-4 7-1 15,4-7 4-15,2 11 4 0,-2-11 0 0,7 11-2 16,-4-3-4-16,2 1 3 0,1 1-1 0,-1-1-1 0,1 0-22 15,3-1-37-15,3 4-49 0,-4-5-62 0,9 3-73 16,-1-1-225-16,-1-3-498 0,4-3 220 16</inkml:trace>
  <inkml:trace contextRef="#ctx0" brushRef="#br0" timeOffset="24900.64">14773 15663 118 0,'-5'-7'309'0,"5"7"-3"0,-11-3-8 0,11 3-3 0,-15 1-11 16,5 3-5-16,1 2-17 0,-1 2-5 16,-3 0-19-16,0 4-12 0,3 2-12 0,-3 1-24 15,3 1 0-15,-2-2-15 0,4 2-16 0,-1 1-22 16,5 1-4-16,-1-4-14 0,5-1-17 0,-4 2-11 16,8-3-5-16,-2-2-13 0,2 1-9 0,3 0-20 15,0-2-19-15,3-3-26 0,2 2-43 0,3-3-52 16,-1 0-52-16,-1-1-50 0,4-2-51 0,4-2-75 15,-4 0-279-15,-3-1-653 0,3-1 290 0</inkml:trace>
  <inkml:trace contextRef="#ctx0" brushRef="#br0" timeOffset="25196.56">15190 15644 199 0,'5'-4'262'0,"-5"4"-3"0,0 0-4 0,0 0-15 16,12-1-5-16,-12 1-15 0,12 1-17 0,1-2-10 15,-4 1-18-15,4 1-6 0,-2-1-19 0,3 1-18 16,1-2 3-16,2 1-8 0,-4 1-5 0,-3-2-14 16,2 1-4-16,-1 0 0 0,-3 0-12 15,-8 0-3-15,13-1-5 0,-13 1 10 0,10-2-23 0,-10 2-7 16,7-1-4-16,-7 1-6 0,0 0-2 0,0 0-9 15,11-1-2-15,-11 1-7 0,0 0-3 0,0 0-14 16,0 0-18-16,0 0-22 0,0 0-37 0,10 0-48 16,-10 0-53-16,0 0-70 0,0 0-84 15,0 0-239-15,0 0-599 0,0 0 266 0</inkml:trace>
  <inkml:trace contextRef="#ctx0" brushRef="#br0" timeOffset="26195.99">15728 15448 182 0,'0'0'272'0,"2"-13"-4"16,-2 7 1-16,0 6-19 0,0-8-17 0,0 8-24 15,0 0-18-15,0-9-18 0,0 9-4 0,0 0-5 16,0 0-8-16,0 0-5 0,13 19-9 0,-2-6-10 16,-3 2-12-16,0 1-11 0,1-1-4 0,1 3-14 15,-2-1-10-15,3 5-2 0,-1-7-8 0,-3 2-13 16,2-4 0-16,-2 3-7 0,2-2-9 0,0 0-2 15,-2-2-4-15,-1-3-7 0,0 0-2 0,-2-2 1 0,-1 0-5 16,2-2-7-16,-3-1 4 0,-2-4-2 16,7 8 1-16,-4-3-3 0,-3-5-1 0,3 6-4 15,-3-6 4-15,0 0 3 0,0 0-8 0,0 0 6 16,0 0 4-16,0 0-7 0,18-16-2 0,-10 7 2 16,-2-4-6-16,2-1-4 0,1-2 1 0,0-1 5 15,1-1-4-15,0-4-5 0,-1-1 2 0,5 0-5 16,-5-5 1-16,1 5-6 0,3 1-6 0,-4 3 3 15,-2 3-5-15,1 0-8 0,0 2-14 0,-4 4-7 16,-1-2-19-16,0 7-27 0,-3 5-35 0,3-10-42 16,-3 10-43-16,0 0-22 0,0 0-14 0,0 0-7 15,0 0-199-15,0 0-490 0,-6 31 216 0</inkml:trace>
  <inkml:trace contextRef="#ctx0" brushRef="#br0" timeOffset="26446.82">16254 15547 251 0,'0'0'271'0,"-10"-2"-2"0,10 2-6 0,-14 3-8 16,7 1-10-16,0-1-13 0,-3 3-8 0,1-1-7 16,1 2-1-16,-2 3-15 0,3 0-20 0,0 2-11 15,0 1-13-15,-2 3-9 0,3-2-16 0,2-4-15 16,0 2-7-16,3 1-16 0,0-2-2 0,2 1-7 15,-1 0-14-15,1-1-7 0,3 0-17 0,1 0-34 16,0-2-29-16,4 0-53 0,-1-1-42 0,0 1-29 16,3-3-56-16,-1 0-64 0,3-2-55 0,1-1-188 15,-1-1-546-15,5-1 242 0</inkml:trace>
  <inkml:trace contextRef="#ctx0" brushRef="#br0" timeOffset="26851.03">16634 15505 11 0,'-11'-7'266'0,"11"7"0"0,-16 4-4 0,7-1 0 15,-3 3-10-15,0 0-15 0,3 2-14 0,-7 3-18 16,5 1-14-16,-1 1-20 0,2 2-11 0,2-2-21 16,-1 1-19-16,3 1-1 0,1-3-16 15,3-1-11-15,3 1-6 0,0-2-9 0,2 0-8 0,2 0-7 16,0-2-6-16,2-1-11 0,1 0-5 15,4-1-6-15,-3-1-7 0,1-1-2 0,0-2-10 0,0 1-2 16,-3-1 1-16,-1-1 2 0,-6-1-4 0,13 2 3 16,-13-2-10-16,7 2 21 0,-7-2 1 15,0 0-1-15,0 0-3 0,0 0 8 0,0 0 6 16,0 0 3-16,0 0 4 0,0 0 10 0,-30 3 13 0,18 0 11 16,-6 4 6-16,3 0 2 0,-4 0-2 0,2 0 1 15,2 2-5-15,-3 0 2 0,3 2 7 0,-1-2-3 16,2 3-7-16,5-4-13 0,-1 0 3 0,4 0-14 15,-1 0-8-15,6-2 0 0,0 2-2 0,1-8-10 16,1 14-2-16,4-9-1 0,4 2-1 16,3-2-14-16,3 0-12 0,3-3-24 0,1 1-25 0,4-1-32 15,6-2-42-15,0 0-38 0,-9 0-43 0,1 1-38 16,0 1-51-16,-2-4-50 0,-7 2-314 16,-2 0-704-16,-1 2 312 0</inkml:trace>
  <inkml:trace contextRef="#ctx0" brushRef="#br0" timeOffset="28094.75">12015 16366 123 0,'0'0'130'0,"0"0"2"0,0 0-12 0,0 0 2 0,4-5-14 16,-4 5 1-16,0 0-2 0,0 0-23 15,0 0 4-15,0 0-2 0,0 0 2 0,0 0-7 16,0 0-4-16,0 0 3 0,0 0 1 0,-19 0 6 16,19 0 1-16,0 0 2 0,0 0 0 0,0 0 6 15,0 0-9-15,0 0-5 0,0 0-3 0,0 0-11 16,-14 2-2-16,14-2 0 0,0 0-14 0,0 0-7 16,0 0-2-16,0 0-3 0,0 0-1 0,0 0 0 15,0 0 3-15,0 0-3 0,24 7-1 0,-11-4-3 16,1-3 0-16,3 2-2 0,6-1-1 0,3 0 5 15,4-1-6-15,2-1 1 0,0-2-7 0,5 5 2 16,1-4 9-16,14 2-8 0,-16 0-8 0,18-3 5 16,1 4-9-16,1-1 3 0,3 0-8 0,-2 0 4 15,-1 0-7-15,0 2 2 0,5 1 1 0,-5-3-2 16,5 1 6-16,-2 1-10 0,-1-1-3 0,1 2 4 16,1-3 2-16,1 3-1 0,-4-3-5 0,6 3-2 15,6-6 5-15,-5 5 0 0,-3-2-4 0,4 1 5 16,-2-4-1-16,0 3-2 0,29-3-3 0,-31 3 1 15,4 0 3-15,-2-3-2 0,28 3 0 0,-30 0 0 16,2-3 1-16,-2 1-2 0,4 0 0 0,0 0 3 16,-2-2-4-16,2 4 3 0,-4-1-1 15,2 0-3-15,-3 0 3 0,0 4-2 0,2-6 2 16,-2 3 0-16,0-3-4 0,-3 4 3 0,3-4 0 16,-1 1-2-16,2-1 3 0,-1 3-1 0,-3-1 5 0,3-1-2 15,-4-1 3-15,0 2 0 0,-1 1-1 0,-1-2 2 16,-2 2-2-16,-2 2 1 0,2-2 3 0,-13 1-6 15,0-1 5-15,14 2 2 0,-1-4-2 0,-15 4-4 16,16-4-1-16,-16 4 2 0,15-4 4 16,-15 2-4-16,14 0-1 0,-13 2 3 0,2-4-5 0,0 1 4 15,-1-1-1-15,-2 2 1 0,-1-2-2 16,-1-1-4-16,-2 1 7 0,-4-2 7 0,0 4-8 16,-8-3 1-16,0 3 3 0,0-2-3 0,-3 1 4 15,0-1-3-15,-4 2 1 0,-2 0 5 0,-12 0-6 0,20-3 1 16,-12 2-4-16,-8 1 3 0,13-2-3 0,-13 2-2 15,0 0 0-15,18 1 0 0,-18-1 0 16,0 0 1-16,9-1 4 0,-9 1-12 0,0 0-9 16,8 0-10-16,-8 0-15 0,0 0-12 0,0 0-13 15,0 0-22-15,0 0-24 0,0 0-39 0,0 0-43 16,-20 11-37-16,7-7-45 0,-3 4-164 0,-5-4-473 16,-6 3 209-16</inkml:trace>
  <inkml:trace contextRef="#ctx0" brushRef="#br0" timeOffset="29114.6">13993 16771 20 0,'0'0'278'0,"0"0"-2"0,0 0-8 15,-6-5-7-15,6 5-20 0,0 0-17 0,0 0-18 16,0 0-18-16,0 0-19 0,0 0-22 0,0 0-8 15,0 0-8-15,0 0-24 0,0 0 5 0,16-5-11 16,-5 6-5-16,2-3-11 0,3 0-10 0,5 1-8 16,-4-3-8-16,3 2-4 0,1 0-4 0,0 1-11 15,-2 0-23-15,3-1-18 0,-2 2-27 0,-2 0-29 16,-2-1-28-16,0 1-34 0,-7 0-25 16,5 0-33-16,-14 0-29 0,21-1-30 0,-21 1-158 0,10-2-426 15,-10 2 189-15</inkml:trace>
  <inkml:trace contextRef="#ctx0" brushRef="#br0" timeOffset="29523.04">14256 16724 135 0,'-14'0'160'0,"8"0"0"0,6 0 1 16,-11 0 2-16,11 0 3 0,-11 1-3 0,11-1 3 16,-8 4 5-16,8-4-1 0,-8 7-2 0,6-2 18 15,0 2 8-15,-1 3-24 0,1 3 20 0,0-1-6 16,0 6-11-16,2 0-4 0,-4 6-10 0,7-4-20 15,-6 0-9-15,7 5-14 0,-4-2-10 0,4-3-7 16,0 0-8-16,-1-1-11 0,-1 0-6 0,2-2-8 16,0 0-8-16,-3 0 0 0,0-5-11 0,2 3-6 15,-3-5-7-15,5 0-4 0,-3-4 3 0,-1 1-9 16,-1-7 2-16,2 10-1 0,-2-10-3 0,1 5-7 16,-1-5-8-16,0 0-17 0,0 0-17 0,0 8-45 15,0-8-6-15,0 0 1 0,-13 2 4 0,13-2 6 16,-13-1 7-16,13 1 8 0,-11-6 2 0,3 2 5 15,1 1 2-15,-1-1 9 0,2 1 1 0,-2-1 10 16,-1 0-6-16,3 3 6 0,6 1 7 0,-9-6 12 16,9 6-6-16,-8-2 2 0,8 2 0 0,0 0 0 15,-8-2 0-15,8 2 3 0,0 0 17 0,0 0-4 16,0 0 0-16,0 0 3 0,0 0-5 0,27 10 8 16,-16-9-5-16,1-1-1 0,1 0-8 0,1 0-14 15,3-1-23-15,6 1-32 0,-8-3-40 0,6-1-40 16,-1 2-43-16,-1-3-49 0,0 1-34 0,-1 0-168 15,-3 0-480-15,4-2 213 0</inkml:trace>
  <inkml:trace contextRef="#ctx0" brushRef="#br0" timeOffset="29931.3">14640 16938 194 0,'-6'-13'237'0,"6"13"5"0,-9-2-8 16,9 2-3-16,0 0-6 0,-26 6-1 0,14 0 5 15,0-2-16-15,1 2 4 0,-5 3-9 0,3 0-16 16,0 1-15-16,1 1-16 0,-1 0-14 0,3-1-16 16,2 1-18-16,3-2-2 0,1 2-15 0,1-2-7 15,3 3-16-15,0-12-2 0,5 17-16 0,-1-7-5 16,0-4-18-16,3 1-3 0,3-3-15 0,-1 0-3 16,2-3-1-16,2 2-1 0,-4-3 1 0,5 2-8 15,-5-4 7-15,-1 2 3 0,-8 0-10 0,14-1 0 16,-14 1-2-16,9-2 5 0,-9 2-2 0,6-5-1 15,-6 5 2-15,0 0 5 0,0 0 9 0,0 0 6 16,0 0 2-16,0 0 5 0,-31 7-7 0,21-2 16 16,-6 3-2-16,-2 2 12 0,1 0 6 15,-7 3 17-15,10 0-8 0,-4-1 2 0,1-1 4 0,3 2-2 16,5-4-5-16,-5 1-2 0,5-1-2 0,3 0-4 16,-1-2-5-16,1 2-2 0,2-3-10 0,2-1-5 15,2-5-3-15,1 12 0 0,-1-12-1 16,5 7-12-16,1-5-19 0,1-1-22 0,6 0-18 15,-1-2-23-15,5-2-32 0,1 0-24 0,1-1-26 0,3-2-32 16,0 0-38-16,2-4-47 0,4-2-55 0,-1 4-315 16,-9-2-686-16,9-2 304 0</inkml:trace>
  <inkml:trace contextRef="#ctx0" brushRef="#br0" timeOffset="30693.37">17496 16170 61 0,'0'0'205'0,"0"0"-4"0,0 0-7 0,0 0-7 0,0 0-3 15,0 0 26-15,0 0-5 0,0 0-2 16,0 0-12-16,0 0 0 0,0 0-12 0,-21 7-19 16,21-7 13-16,0 0-8 0,0 0-6 0,0 0-9 15,0 0-4-15,0 0-10 0,0 0 1 0,0 0-15 16,0 0-10-16,-9 2-4 0,9-2-10 0,0 0-8 16,0 0-14-16,0 0-6 0,0 0 4 0,0 0-5 15,0 0-20-15,0 0 10 0,0 0 0 0,29-6-5 16,-19 4-2-16,8 0-12 0,1-1 0 0,1-1-7 15,1 2-16-15,1-1-2 0,-4-1-14 0,1-1-18 16,-1 2-24-16,2 2-29 0,-8 1-45 0,1-4-44 16,-2 4-46-16,-11 0-58 0,18-1-51 0,-12 2-269 15,0 2-629-15,-6-3 279 0</inkml:trace>
  <inkml:trace contextRef="#ctx0" brushRef="#br0" timeOffset="30904.95">17555 16283 23 0,'-6'3'286'0,"-1"0"-6"0,0-2-10 0,7-1-12 15,-8 3-15-15,8-3-1 0,-5 4-9 0,5-4-11 16,0 0-11-16,0 0-17 0,0 0-13 0,15 9-17 16,-6-6-10-16,3-3-21 0,3 0-18 0,-2 0-24 15,5-1-26-15,0-1-35 0,3 0-44 0,1 0-46 16,-3-1-47-16,3 1-50 0,0-1-58 0,-4 1-61 15,-3 0-152-15,3 1-464 0,-6 1 206 0</inkml:trace>
  <inkml:trace contextRef="#ctx0" brushRef="#br0" timeOffset="49675.25">18865 15681 92 0,'-1'-11'177'16,"1"11"-5"-16,0 0-8 0,-6-6-6 0,6 6-11 16,0 0-13-16,-2-8-4 0,2 8-4 0,0 0-5 15,-2-9-7-15,2 9-11 0,-4-8-13 0,4 8-5 16,-4-5-1-16,4 5 2 0,-4-7 2 0,4 7 3 15,-4-6-4-15,4 6-6 0,0 0 1 0,-2-8-7 16,2 8-4-16,0 0-2 0,-7-5-5 0,7 5-7 16,-2-6-3-16,2 6 1 0,0 0-2 0,-4-6-1 15,4 6 2-15,0 0-10 0,0 0 1 0,0 0-3 16,0 0-5-16,-4-7-5 0,4 7-2 0,0 0-6 16,0 0-4-16,0 0-7 0,0 0 4 0,0 0 10 15,0 0 11-15,7 29 38 0,-4-13 6 0,-1 1-7 16,-1 0-1-16,-1 1 7 0,0 7-5 0,-1 1-3 15,2-7-7-15,-1 0 0 0,0 0 8 0,-3 0-2 16,2 0-21-16,-1 0 11 0,-1-1 0 0,2 1-9 16,-2-4-2-16,-2 0-8 0,4 1-9 0,1-3 6 15,-2-4 0-15,2 1-3 0,-1 0-11 0,0-1 4 16,2-2-14-16,-1-7 6 0,-1 12 0 0,0-7-2 16,1-5-4-16,0 11 0 0,0-11-8 0,-2 7 3 15,2-7-1-15,0 0-3 0,2 13-16 0,-2-13-16 16,0 0-21-16,0 0-32 0,0 5-29 0,0-5-35 15,0 0-30-15,0 0-32 0,0 0-30 0,0 0-25 16,1 8-34-16,-1-8-31 0,0 0-174 0,0 0-539 16,11-2 239-16</inkml:trace>
  <inkml:trace contextRef="#ctx0" brushRef="#br0" timeOffset="49953.41">19104 15767 50 0,'3'-9'256'0,"-2"3"2"0,-1 6 3 0,1-12 5 16,3 6-5-16,-4 6-11 0,1-7-14 0,-1 7-15 16,0 0-22-16,2-10-19 0,-2 10-17 0,0 0-5 15,0 0-3-15,0 0 8 0,0 0-2 0,1 23 0 16,-1-11-23-16,0 2 0 0,0-3-12 0,-1 6-2 16,2-2-15-16,-2 1-3 0,1-3-20 0,-2 0 2 15,2 2-8-15,0-2-9 0,0-1-8 0,2-1-10 16,-4 2 0-16,2-3-2 0,2-1-14 0,-4 2 4 15,2-2-6-15,0-1-1 0,2 0-13 0,-2-8-16 16,0 14-27-16,-2-5-39 0,1-3-37 16,1 4-42-16,-1-1-39 0,1-9-32 0,-7 11-47 0,5-3-52 15,1-4-30-15,1-4-201 0,0 0-584 0,0 0 259 16</inkml:trace>
  <inkml:trace contextRef="#ctx0" brushRef="#br0" timeOffset="50216.13">19335 15758 50 0,'0'0'246'0,"3"-8"-8"0,-3 8-12 15,0 0-6-15,0 0-7 0,0 0-6 0,0 0-6 16,0 0-10-16,-24 10-11 0,15-3-4 16,1 2-7-16,-1 1-9 0,0-2-8 0,1 2-1 15,-2 1-3-15,1 1 0 0,0 1-15 0,4-2-8 16,-2-1-5-16,2 1-11 0,-1-3-2 0,3 2-24 0,0-1-2 15,0 0-10-15,2 1-9 0,0-3 3 0,1-7-14 16,4 13 5-16,-3-7-20 0,5 0-2 0,0-2-26 16,4 0-30-16,0 1-32 0,2-2-43 15,0 1-42-15,1-3-37 0,1 0-38 0,4 0-43 16,0 1-38-16,1-1-200 0,0-2-534 0,-1 1 236 16</inkml:trace>
  <inkml:trace contextRef="#ctx0" brushRef="#br0" timeOffset="50600.49">19494 15990 26 0,'9'4'144'16,"-9"-4"11"-16,4 1 14 0,-4-1-1 0,0 0 1 16,0 0-1-16,12 0-3 0,-12 0-6 0,9 2-6 15,-9-2-7-15,14-3-4 0,-6 1-11 0,0 0-5 16,2-3-2-16,0 1-8 0,2-1-4 0,-2 0 1 16,0 0-6-16,0-2-3 0,-2 1-1 0,0-2-6 15,-3 1-12-15,1 0 6 0,-2-3-9 0,0 1 1 16,0-1-13-16,-3-1-4 0,0 0 4 0,-1-2-17 15,0 2-6-15,0-1 0 0,2 0-13 0,-2 1 1 16,2-2 1-16,-1 3-5 0,2-2-3 0,1 2-11 16,0 0 4-16,-1 1 0 0,3 0 0 0,0 1-2 15,3 3-1-15,-1 0-2 0,2 1-6 0,0 0 2 16,0 2 3-16,1 0-10 0,1 2 2 0,-3 2-2 16,0 3 6-16,1 0-11 0,-2 3 2 0,-2 2-1 15,0 2 7-15,-4-1-8 0,1 2 2 0,-3 0 0 16,0 3 6-16,-2-4 3 0,0 4 5 0,-1-3 7 15,1-1 4-15,0-1-3 0,0 2 1 0,-1-4 2 16,3 4-6-16,0-3-5 0,0 2 0 0,0-2 0 16,3-1-5-16,-1-3 3 0,4 3 1 0,1-2-11 15,2-2-14-15,-1 0-30 0,3 0-41 0,1-2-47 16,-1 1-46-16,3-1-58 0,4-3-60 0,1 0-256 16,-6-3-593-16,5 0 263 0</inkml:trace>
  <inkml:trace contextRef="#ctx0" brushRef="#br0" timeOffset="50760.53">20235 15826 2387 0,'8'-8'141'0,"-6"1"-57"16,5 1-24-16,-5 1-19 0,-2 5 7 15,3-8 11-15,-3 8 20 0,2-8 4 0,-2 8 0 0,0 0-8 16,4-5-6-16,-4 5-8 0,0 0-3 0,0 0-11 16,0 0-13-16,0 0-28 0,0 0-33 0,0 0-47 15,0 0-53-15,0 0-72 0,0 0-67 0,-11 25-188 16,3-16-491-16,3-1 216 0</inkml:trace>
  <inkml:trace contextRef="#ctx0" brushRef="#br0" timeOffset="51072.85">18768 16347 292 0,'-32'3'329'0,"13"-2"-20"16,4 2-16-16,4-1-13 0,1-1-21 0,3 0-5 15,7-1-3-15,0 0-4 0,0 0-8 0,20 7-16 16,9-6-7-16,11-3-20 0,23-1-18 0,27-5-16 16,4 2-22-16,-2-4-10 0,1-2-13 0,1-2-11 15,-3 4-8-15,-27 1-6 0,28-2-11 0,-31 3-11 16,2-1-6-16,0-1-9 0,-3 1-7 0,-5 2 0 15,-3 0-8-15,-14 5-1 0,0-2-5 0,-4 0-13 16,-2 1-13-16,-4 0-24 0,2 0-28 0,-13-1-40 16,-4 4-42-16,0 0-65 0,-3 0-72 15,0-1-93-15,-10 1-285 0,0 0-692 0,0 0 307 0</inkml:trace>
  <inkml:trace contextRef="#ctx0" brushRef="#br0" timeOffset="81837.22">26661 8341 30 0,'0'0'115'16,"0"0"-11"-16,0 0-4 0,0 0-5 0,0 0 4 16,-4-24-5-16,4 24-14 0,0 0-4 0,-5-4-9 15,5 4-4-15,0 0-4 0,-5-7-4 0,5 7-6 0,-4-3-6 16,4 3-7-16,-5-6-3 0,5 6-1 0,-8-4-4 16,8 4 7-16,0 0-4 0,-10-6 2 15,10 6 3-15,-6-1-2 0,6 1-1 0,-7-3-5 0,7 3 2 16,-8-2 0-16,8 2-2 0,0 0 0 0,-8-3-5 15,8 3 5-15,0 0-11 0,0 0-8 0,0 0-20 16,0 0-9-16,0 0-1 0,0 0 5 0,0 0 5 16,31-3-6-16,-12 2-2 0,12 1 10 0,1 0-3 15,3-2 10-15,1 2-15 0,3-1 8 0,-1 1 2 16,0-3 1-16,-4 3 3 0,3-1 1 0,-5 1-5 16,2 0 1-16,-4 0 0 0,-2-2-2 15,-7 2 5-15,-1 0 6 0,-2 0-3 0,0-1 3 0,-7 1-1 16,1 0-7-16,-4-1 6 0,-1 2 0 0,-7-1 3 15,14-1-7-15,-14 1 8 0,9 0-3 0,-9 0 2 16,0 0-5-16,10 0 1 0,-10 0-2 0,0 0 6 16,0 0-10-16,10 0-3 0,-10 0 2 0,0 0-22 15,0 0-20-15,0 0-22 0,0 0-24 0,0 0-6 16,0 0-86-16,0 0-202 0,0 0 89 0</inkml:trace>
  <inkml:trace contextRef="#ctx0" brushRef="#br0" timeOffset="82316.91">26845 8614 29 0,'1'-5'173'0,"-1"5"-1"0,0 0-16 16,4-6-7-16,-4 6-12 0,0 0-13 0,0 0-19 0,0 0-6 16,2-7-16-16,-2 7-9 0,0 0-7 15,0 0-10-15,0 0-3 0,0 0-2 0,4 18-9 16,-1-12-8-16,-1 3 0 0,0 3-4 0,2 2-2 15,2 2 1-15,0 0-2 0,-2 3 6 0,1-2-9 0,1 1 12 16,-1 0-6-16,-2 0 0 0,3-2 0 0,-1 1 1 16,1-2 1-16,-1-1-7 0,-3-2-1 15,0 0 0-15,5-1-1 0,-4-1 2 0,-3-1 0 16,2 1-6-16,-2-5-3 0,0-5-1 0,2 11 0 0,-2-11-4 16,2 8 2-16,-2-8-1 0,2 6-2 0,-2-6-1 15,0 0 0-15,0 8 0 0,0-8 1 0,0 0 0 16,0 0 2-16,0 0-3 0,0 0 6 0,5 4-7 15,-5-4 2-15,0 0-5 0,0 0 5 0,0 0-3 16,0 0-16-16,0 0-26 0,0 0-30 0,0 0-35 16,0 0-33-16,0 0-37 0,0 0-151 0,0 0-346 15,0 0 153-15</inkml:trace>
  <inkml:trace contextRef="#ctx0" brushRef="#br0" timeOffset="82820.84">26574 9203 176 0,'-3'-6'226'0,"3"6"-6"0,-4-7-11 16,4 7-14-16,-5-6-17 0,5 6-18 0,0 0-18 16,0 0-15-16,-3-7-16 0,3 7-11 0,0 0-13 15,0 0-8-15,0 0-8 0,0 0-9 0,12 16-5 16,-7-6-2-16,1-2-6 0,1 3 2 0,2 3-6 16,0-1-1-16,0 2-6 0,1 1 5 0,0 0-4 15,1-1 0-15,-1 0-1 0,-1 0 2 0,1-2-9 16,-3-2-3-16,3 0-1 0,-4 0-4 0,-1-2-1 15,3 0 1-15,-2-1-2 0,2-1 0 0,-3 2-1 16,-1-5-1-16,2 2-3 0,-1-3-3 0,-5-3 1 0,7 9 0 16,-2-7-1-16,-5-2 3 0,6 5 13 15,-6-5 14-15,5 3 6 0,-5-3 3 0,0 0-5 16,0 0-3-16,16-10-7 0,-10 4-4 0,1-6-2 16,-1 3-4-16,6-8-6 0,-1 0-13 0,-2 1 6 0,5-6-8 15,-5 5 0-15,1-2-3 0,0 0-6 16,-3 3 0-16,-1-1-1 0,4 2 0 0,-4 1-2 0,-1 4 1 15,-1-1-4-15,-2 5-2 0,3 1-11 0,-3-1-18 16,-2 6-31-16,2-6-39 0,-2 6-33 0,0 0-13 16,0 0-4-16,0 0-13 0,7 17-36 0,-9-6-179 15,2 1-419-15,-3-1 186 0</inkml:trace>
  <inkml:trace contextRef="#ctx0" brushRef="#br0" timeOffset="83118.86">27131 9336 208 0,'0'0'214'0,"0"0"-14"0,-5-10-8 15,5 10-15-15,-8-4-13 0,8 4-13 0,-10-3-16 16,10 3-13-16,0 0-7 0,-18 9-12 0,7-2-8 15,-1 0 1-15,-1 5-8 0,-1 1-2 0,1-1-8 16,2 2-8-16,-2 0 4 0,3-6-15 0,1 3-9 16,5-1-2-16,-1 1-3 0,1 0-7 0,0-1-1 15,4-1-7-15,0 0-1 0,2-1-4 0,2 4 2 16,1-3-7-16,1-1-25 0,1 2-32 0,4-1-34 16,2-1-30-16,-4 0-37 0,10-2-25 0,-1 1-26 15,2-4-157-15,2 0-374 0,-1-2 166 0</inkml:trace>
  <inkml:trace contextRef="#ctx0" brushRef="#br0" timeOffset="83518.28">27424 9381 125 0,'-6'-10'179'0,"6"10"-3"0,-11-6-3 16,6 5-1-16,5 1-3 0,-20-1-13 0,9 3-10 15,-1 1 3-15,1 0-6 0,1 2-12 0,-3 0-9 16,3 1-13-16,3-2-12 0,-1 5-8 0,2-2-9 0,2-1-9 15,1 4-6-15,-1-1-4 0,4 0-8 16,0-1-4-16,0-8-3 0,4 15-7 0,1-6 3 16,-1-1-10-16,4-2-1 0,-2 0-3 0,3 0-2 0,0-2-5 15,2 2-4-15,-4-4 1 0,2 1-3 0,-3 1-4 16,-6-4 2-16,10 4-5 0,-10-4 1 0,8 3 1 16,-8-3 1-16,0 0-4 0,5 0 2 15,-5 0 0-15,0 0-7 0,0 0 4 0,0 0-1 0,0 0-1 16,0 0-4-16,0 0 2 0,0 0 0 0,-29-6 4 15,18 6 6-15,-1 1-4 0,-1 2 6 0,-5 2-2 16,5-1 8-16,-2 1 0 0,-2 2 11 0,2-2-1 16,-3 2 3-16,5 0 1 0,1-1 8 0,3 0-17 15,0 1 0-15,0 1-1 0,2-1-3 0,3-1-5 16,2 0 1-16,-3 1 0 0,5-7-5 0,2 13 3 16,1-6 0-16,3 2-3 0,5-2-16 0,5 2-28 15,3-1-23-15,-2 0-30 0,4-1-33 0,-2 2-33 16,2-3-34-16,6 4-34 0,-10-5-206 0,3 1-461 15,-3 0 203-15</inkml:trace>
  <inkml:trace contextRef="#ctx0" brushRef="#br0" timeOffset="83910.29">26875 9883 90 0,'2'-10'212'0,"2"-2"-2"16,-2-3-7-16,3 0-14 0,-1 4 0 0,1-2-4 15,2 2-5-15,-1 2-5 0,-3 1-4 0,1 2-7 16,-2 1-11-16,-2 5-16 0,5-10-15 0,-5 10-11 15,4-3-15-15,-4 3 5 0,0 0 1 0,0 0 7 16,2 18 7-16,-4-7 2 0,2 8-9 0,-4-2 1 16,-1 8-10-16,-1 1-7 0,3 3 2 0,-1-1-13 15,-5-1-1-15,8-1-5 0,-3 0-8 0,4-7-6 0,-2 0-6 16,0 1-5-16,2-3-10 0,0-2 0 0,0 2-1 16,0-5-8-16,2 4 5 0,0-4-8 15,-2 1-6-15,0-2-5 0,2-1-25 0,1-1-27 16,-3 1-25-16,0-2-29 0,0-1-39 0,2 2-44 0,1-3-38 15,-3-6-32-15,4 13-43 0,-4-8-243 0,0-5-570 16,2 10 253-16</inkml:trace>
  <inkml:trace contextRef="#ctx0" brushRef="#br0" timeOffset="84109.47">26576 10294 135 0,'-9'-1'239'16,"9"1"-17"-16,0 0-9 0,0 0-8 0,0 0-6 16,0 0-17-16,42 0-18 0,-10-3-16 0,6 3-14 15,14-3-15-15,-2 2-11 0,-10-2-14 0,16-1-27 16,-3 3-46-16,-1-1-43 0,-2 1-41 0,-12-2-55 16,14 3-46-16,-16-1-151 0,1-1-339 0,-1 1 150 15</inkml:trace>
  <inkml:trace contextRef="#ctx0" brushRef="#br0" timeOffset="84241.92">27418 10290 12 0,'0'0'182'0,"0"0"-19"16,0 0-17-16,0 0-16 0,0 0-14 0,0 0-30 16,0 0-51-16,0 0-37 0,0 0-57 0,0 0-77 15,0 0-145-15,0 0 65 0</inkml:trace>
  <inkml:trace contextRef="#ctx0" brushRef="#br0" timeOffset="88374.51">27817 8044 29 0,'-2'-7'120'0,"2"7"3"0,0 0-10 0,0 0 3 16,-4-5-6-16,4 5-6 0,0 0-5 0,0 0-5 15,0 0-9-15,0 0 2 0,-5-7-4 0,5 7 1 16,0 0 2-16,0 0-5 0,0 0-3 16,0 0-3-16,0 0-5 0,0 0-6 0,0 0-7 0,0 0-11 15,0 0 2-15,10-5-1 0,-2 3-10 0,2-1-7 16,1 2 0-16,3 0-5 0,-1-2-13 0,7 1-19 16,0 0-20-16,2 2-35 0,-1-2-25 15,0 1-25-15,-2 1-24 0,0-1-131 0,-7 1-290 0,-2 0 128 16</inkml:trace>
  <inkml:trace contextRef="#ctx0" brushRef="#br0" timeOffset="88572.43">27901 7890 166 0,'0'0'156'0,"0"0"-9"0,-3-4-8 16,3 4-15-16,0 0-15 0,0 0-14 0,0 0-4 15,0 0-13-15,0 0-9 0,0 0-6 0,1 20-1 16,1-8-9-16,5 3 2 0,-3 4-13 0,0 3-25 16,2 4-31-16,-2 1-30 0,0 0-38 0,0 2-22 15,-4 3-100-15,-4-1-221 0,0 1 98 0</inkml:trace>
  <inkml:trace contextRef="#ctx0" brushRef="#br0" timeOffset="89035.66">28112 10607 173 0,'0'0'236'0,"0"0"-3"16,-10-3-6-16,10 3-6 0,0 0-9 0,0 0-6 16,0 0-12-16,-9-1-9 0,9 1-17 0,0 0-17 15,0 0-14-15,0 0-18 0,0 0-27 0,0 0-20 16,27 4-26-16,-15-4-38 0,8 0-43 0,1 3-43 15,8-3-56-15,2-2-34 0,-1 2-59 0,1-1-113 16,1-1-368-16,-3-3 163 0</inkml:trace>
  <inkml:trace contextRef="#ctx0" brushRef="#br0" timeOffset="91945.29">27151 9961 28 0,'0'0'70'0,"0"0"-4"0,0 0-14 0,0 0-3 0,0 0-21 16,0 0-12-16,9-9-21 0,-9 9-15 0,0 0-28 15,0 0-51-15,0 0 23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44:35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2751 3560 157 0,'-4'-7'164'0,"4"7"7"16,-7-11-10-16,3 6 5 0,0 1-10 0,-1-1-8 15,5 5-5-15,-9-7-7 0,9 7-9 0,-9-4-13 16,9 4-10-16,0 0-7 0,-17 4-10 0,8 3-1 15,0 1 3-15,-5 5-5 0,3 2 1 0,-6 9-9 16,2-1-2-16,1 7-6 0,-2-2-6 16,0 5-4-16,-1 10 3 0,2 0-11 0,5-10-4 0,-2 12-1 15,3-10-5-15,5 0-4 0,1-3-2 16,-1 4 8-16,0-5-8 0,4 2-6 0,0-5 2 16,2-1-5-16,0-8 9 0,2 2-7 0,1-3 6 15,2-1-1-15,0-1 0 0,0-3-3 0,0-4-1 16,4-1-2-16,3 1-6 0,3-3 1 0,0-5-3 0,2 0-1 15,0-5-4-15,9-2 0 0,0-3 0 16,3-5-5-16,0-1-2 0,1-5 0 0,-6-2 2 16,1-1-2-16,1-2-3 0,-4-3 0 0,5-10-2 15,-6-4-5-15,-7 10-3 0,1-14-4 0,-2 0-4 16,-7 12 0-16,5-13 0 0,-8 12 0 0,1-12 1 16,-5 1-1-16,-1 10-1 0,-2-12 1 0,-2 3 1 15,-2 11 3-15,-2 0-3 0,-2 2 4 0,1 0-3 0,-3 5 2 16,2 1 5-16,1 9 4 0,-1 2 1 15,1 3 2-15,-1 5-1 0,-2 1-1 0,-2 5-1 16,-4 4-1-16,-6 7 1 0,0 4 8 0,-4 4-9 16,1 5 9-16,0 0-8 0,0 0 4 0,4 4-1 15,1 0-3-15,5-3 1 0,4 2-1 0,4-2 0 16,4-5-7-16,3 5-9 0,5-5-4 0,3-1-3 16,6 3-9-16,1 1-5 0,2-6-3 0,4 4-3 15,0 2 0-15,2-3 7 0,-2 2 2 16,0-3 5-16,0 1 3 0,-2 1 5 0,2-2-3 15,-4 3 5-15,-2-6 1 0,0 7 4 0,2-1 3 0,-5-5-4 16,1 2 7-16,0-1-2 0,-2 0-11 0,0-2-17 16,0 3-20-16,0-3-22 0,-3 1-23 0,0 0-33 15,-1-4-28-15,-2-1-23 0,1 2-125 0,-3-3-339 16,2 2 150-16</inkml:trace>
  <inkml:trace contextRef="#ctx0" brushRef="#br0" timeOffset="3356.93">4366 3602 47 0,'3'-6'296'0,"-3"6"-9"15,1-9-16-15,-1 9-10 0,3-9-13 0,-3 9-21 16,1-6-25-16,-1 6-22 0,0 0-15 0,0 0-4 16,0 0-3-16,0 0-15 0,-6 36-4 0,-2-12-11 15,0 5-17-15,-2 3-2 0,-1 16-9 16,-1-16-6-16,3 1-13 0,-2-1-9 0,-2-1-10 15,5-4 1-15,0-2-16 0,0-7 0 0,5-2-4 16,-1-1-1-16,3-3-2 0,-2-2-10 0,2-1 0 0,1-9-3 16,-1 13 3-16,1-13 0 0,-3 9 0 0,3-9 1 15,0 0-1-15,0 0-3 0,0 0-5 16,0 0-2-16,0 0-22 0,0 0 12 0,9-34 1 16,-5 18-25-16,1-2 16 0,3-1 0 0,-3-9-1 15,4-2-6-15,-3 2 3 0,3-2-16 0,-1 1 2 16,0-2-3-16,-1 1-1 0,3-1 5 0,-1 0-5 15,0-1-2-15,0 2 2 0,3 3 5 0,-4 4-10 16,-2 8 22-16,-1 5 13 0,0 0-6 0,-2 4 0 16,1 1 0-16,-3 0-3 0,-1 5 8 0,4-7-15 15,-4 7 2-15,0 0 5 0,0 0-2 0,0 0-1 16,21 19 8-16,-13-2 5 0,0 2 2 0,2 5 3 16,-1 1 0-16,-3 1 5 0,-1 5-1 0,3-3-1 15,-3 2-3-15,2-1 7 0,0-1-4 0,-4-9-2 16,6 5 1-16,-4-4-3 0,-1-1-3 0,-1-1 5 15,3-1-11-15,-2 1-4 0,-1 0-17 0,2-3-27 16,-1-4-37-16,0-1-42 0,0 1-44 0,-4-2-42 16,2 3-50-16,-2-5-49 0,0 4-200 0,0-11-549 15,-5 10 243-15</inkml:trace>
  <inkml:trace contextRef="#ctx0" brushRef="#br0" timeOffset="3511.03">4372 3856 149 0,'0'0'274'16,"-6"-8"-30"-16,6 8-27 0,-2-6-25 0,2 6-23 16,0 0-27-16,0 0-22 0,0 0-20 0,0 0-21 15,13-8-14-15,1 8-34 0,5-1-47 0,9-1-69 16,5 1-68-16,-1 2-102 0,4-1-276 0,1-2 122 16</inkml:trace>
  <inkml:trace contextRef="#ctx0" brushRef="#br0" timeOffset="3906.84">5202 4112 200 0,'17'-19'265'0,"1"-5"1"0,5-2-11 15,-4-1-6-15,4 2-9 0,0 0-4 0,-3 0-7 16,0-7-19-16,1 1-21 0,-3 0-10 0,1 1-20 15,7-11-24-15,-9 14 1 0,-1-2-16 0,-2 0-15 16,2 1-9-16,-5 3-5 0,0 2-11 0,-3 8-2 16,-3 3 5-16,-2 1-7 0,1 3-9 0,0-1-8 15,-1 2 4-15,0 2-10 0,-3 5 1 0,0 0-22 16,0 0-4-16,0 0-13 0,-13-5 7 0,13 5-12 16,-24 21 1-16,10-8-3 0,-7 5-8 0,6 2-9 15,1-3-4-15,2 4-8 0,3-4-9 0,4 1-16 16,2-2 2-16,1 3 11 0,5 0-12 0,3 1-3 15,2 5-2-15,2-2 3 0,0-6 5 0,1-1 3 16,1-3 7-16,0 1-6 0,2-2 15 0,-6-2-4 16,3 4-2-16,-1-3 9 0,-2-1 2 0,1 0 5 15,-1-1-3-15,-3-2-2 0,-1 1-11 0,-2 1-4 16,1-2-10-16,-2-2-13 0,-1-5-15 0,1 13-18 16,-1-13-37-16,0 0-42 0,-2 12-48 0,-1-6-213 15,3-6-463-15,0 0 206 0</inkml:trace>
  <inkml:trace contextRef="#ctx0" brushRef="#br0" timeOffset="4113.39">5795 3766 152 0,'3'-6'240'16,"-3"6"-18"-16,2-7-16 0,-2 7-11 15,4-6-11-15,-4 6 0 0,0 0-2 0,0 0-1 16,0 0-13-16,3 31-10 0,-8-16-11 0,6 4-20 0,3 5-7 15,-8-4-10-15,4 5-13 0,0-6-10 0,0-2-6 16,0 3-15-16,-1-2-28 0,-1 0-39 16,4-6-43-16,-2 4-52 0,0 0-36 0,0-5-60 15,0 0-222-15,0-1-448 0,0-10 199 0</inkml:trace>
  <inkml:trace contextRef="#ctx0" brushRef="#br0" timeOffset="4264.09">5859 3510 46 0,'-1'-6'190'15,"1"6"-47"-15,0-9-35 0,0 9-17 0,0 0-25 16,0 0-42-16,0 0-45 0,-7 19-88 0,6-8-116 16,1-11 52-16</inkml:trace>
  <inkml:trace contextRef="#ctx0" brushRef="#br0" timeOffset="4479.22">6156 3506 125 0,'2'-9'263'0,"1"-1"-10"15,-1 1-1-15,0 2 6 0,-2 7-3 0,0-11-6 16,0 11-15-16,1-8-12 0,-1 8-25 0,0 0-16 16,0 0-19-16,0 0-14 0,0 0-5 0,0 0-5 15,1 24-8-15,-1 1-22 0,-2 4-8 0,0 6-12 16,0-2 0-16,-2 3-16 0,4 9-2 0,-3 1-2 15,2-12-12-15,1-2-6 0,0 1-33 0,-1-4-21 16,2 1-39-16,-1-4-34 0,1-2-64 0,1-4-74 16,-1-4-68-16,0 2-245 0,-1-4-571 0,3-4 253 15</inkml:trace>
  <inkml:trace contextRef="#ctx0" brushRef="#br0" timeOffset="4664.53">6366 3781 258 0,'0'0'240'0,"0"0"-10"0,0 0-4 16,0 0-12-16,0 0-14 0,0 0-16 15,-13 33-14-15,10-20-17 0,0 2-12 0,0 0-16 16,-1 2-8-16,0 1-13 0,0-1-8 0,3-1-23 16,-2 1-31-16,3-6-45 0,0 2-50 0,0-1-60 15,0-1-70-15,3 1-188 0,-3-12-401 0,-4 15 178 16</inkml:trace>
  <inkml:trace contextRef="#ctx0" brushRef="#br0" timeOffset="4834.83">6319 3530 229 0,'0'0'221'0,"0"0"-33"16,-1-10-42-16,1 10-15 0,0 0-24 0,0 0-14 15,0 0-33-15,0 0-36 0,10 27-52 0,0-11-49 16,-1 2-106-16,2 6-198 0,1-2 89 0</inkml:trace>
  <inkml:trace contextRef="#ctx0" brushRef="#br0" timeOffset="5082.97">6598 3743 54 0,'0'0'219'0,"1"-8"10"16,-1 8 11-16,0 0 3 0,0 0-8 0,0 0-8 16,0 0-7-16,-2-14-2 0,2 14-24 0,0 0-14 15,0 0 5-15,0 0-16 0,0 0-11 0,-23 25-13 0,16-7-9 16,-4 3-13-16,-2 3-9 0,5-8-16 0,3 2-1 16,1 2-17-16,0 4 7 0,3-6-27 0,0 0 2 15,3 0 0-15,2-3-16 0,4 2-23 16,0-3-36-16,2 1-36 0,3-3-36 0,2-1-38 15,2-3-30-15,3-1-45 0,-1-2-55 0,2-4-39 16,-1 0-165-16,-2-3-494 0,5-2 219 0</inkml:trace>
  <inkml:trace contextRef="#ctx0" brushRef="#br0" timeOffset="5613.42">6864 3848 23 0,'0'0'213'15,"3"-12"2"-15,-3 12-5 0,0-8-7 0,0 8-16 16,0 0-7-16,0 0-4 0,0 0 5 0,0 0 0 15,0 0-9-15,0 0-12 0,-11 25 6 0,6-14-18 16,1 4-14-16,0-3-14 0,0 0-13 0,2 0-10 16,1 5-6-16,1-5-9 0,0 4-9 0,1-6-6 15,-1 2-10-15,2-3 0 0,2 1-12 0,0-5-12 16,2 3-7-16,-2-4-14 0,3 1-7 0,-2-3-13 16,-1 3-4-16,-4-5-2 0,12 0-6 0,-12 0-2 15,0 0-8-15,14-7-1 0,-8 1 4 0,-1 2-6 16,1-5-1-16,-2 1 4 0,0-5-2 0,0 3-3 15,1-7 5-15,-1 2-1 0,1-1-1 0,0-1-1 16,1 0 1-16,-1 1 2 0,2 3-1 0,-2 1 3 16,4 3 3-16,-4 1 2 0,-1 3 5 0,-4 5 0 15,12-8 1-15,-12 8 4 0,17 5 6 0,-11 1-1 16,2 4 13-16,0 1 9 0,-2 0 11 0,2 5 7 16,-2 1 1-16,1 1 0 0,-1-2 3 0,-2-2 0 15,0 5-3-15,-3-8 8 0,1 0-3 0,0-1 0 16,0-1-5-16,0-3 6 0,-2-6 7 15,0 0 11-15,1 11 7 0,-1-11 14 0,0 0-2 16,0 0-14-16,0 0 8 0,0 0-22 0,0 0-14 0,0 0-11 16,0 0-9-16,-9-34-2 0,11 19-4 0,0-2-5 15,2-2-3-15,3-6-1 0,3 3-5 0,2-3 4 16,2 2-4-16,3 1 3 0,-3 7 5 16,1 0-1-16,0 2-14 0,1 3 16 0,-5 4-2 0,2 2 3 15,-1 0-7-15,-1 4 3 0,1 0 0 16,-1 5-1-16,0 2 2 0,-3 2 1 0,2 5-4 15,-2 1 13-15,-2 3 1 0,0 7 5 0,-4-6 0 0,2 5-5 16,-3 1 0-16,1-1-12 0,-4 2-18 0,1-2-41 16,0-6-57-16,-1 2-65 0,0-2-101 15,-2 1-243-15,1-3-569 0,-2-1 251 0</inkml:trace>
  <inkml:trace contextRef="#ctx0" brushRef="#br0" timeOffset="6303.31">8261 3456 284 0,'0'0'284'0,"1"-14"-3"0,-1 10-9 15,0 4 0-15,2-8-12 0,-2 8-10 0,0 0-21 16,0-9-26-16,0 9-20 0,0 0-10 0,0 0-12 15,0 0-3-15,0 0 5 0,2 45-3 0,-5-14-10 16,3 3-10-16,0 14-10 0,0 0-14 0,-4 0-16 16,3 5-1-16,0-2-28 0,-1-2-3 0,1-3 7 15,1-11-12-15,0 0-2 0,0-1-5 0,-1-2-10 16,3-1 7-16,0-2-14 0,-1-1-2 0,0 1-12 16,2-6-24-16,-2-4-30 0,0-3-42 0,1-3-48 15,-1-3-44-15,-2-1-49 0,1-9-57 0,0 17-39 16,1-13-274-16,-1-4-631 0,0 0 279 0</inkml:trace>
  <inkml:trace contextRef="#ctx0" brushRef="#br0" timeOffset="6989.19">8088 3856 172 0,'-1'-6'244'0,"1"6"-27"15,-5-7-27-15,5 7-28 0,0 0-18 0,0 0-9 16,7-10-19-16,-7 10-13 0,14-3-9 0,0 1-5 15,4 2-9-15,3 0-10 0,2 0-6 16,2-1-5-16,3 2-5 0,-1-1-5 0,1 0-5 16,-7-1-4-16,-1 1-1 0,1-2-5 0,-2 0-3 0,-6 3-4 15,-1 0 4-15,-1-1-5 0,-11 0-4 0,14 0-5 16,-14 0 2-16,11 2 0 0,-11-2-5 16,12 2-1-16,-7 2 4 0,1 0 20 0,3 4 16 0,3 3 2 15,-3 4-3-15,2-1 7 0,-2 3-3 16,0 0 2-16,0 1 1 0,-3 1-9 0,3-1 2 15,-4 1-9-15,2-1 0 0,-2-1-4 0,0-2-5 0,-2-2-6 16,0 4 3-16,-1-5-8 0,-1-2-3 0,-1 0-2 16,-1-3-5-16,1-7-3 0,-3 12-6 0,-1-7-10 15,2 0 3-15,2-5-2 0,-8 7-1 16,8-7-10-16,0 0-12 0,0 0-13 0,-11-4-7 16,11 4-8-16,-2-12-9 0,2 12-5 0,3-20 1 15,2 8 0-15,4-5-3 0,4-6-7 0,4 0-8 16,0 3-3-16,4-2 1 0,3 2 4 0,0-2-1 15,2 0-1-15,1-1 7 0,-3-1 7 0,-1 2 7 16,-3 3 7-16,-3 6 4 0,-2 0 16 0,-1 1 16 16,-5 6 23-16,-1-1 18 0,0 1 17 0,-5 3 14 15,3 0 9-15,-6 3-2 0,6-4 6 0,-6 4 9 16,0 0 16-16,0 0 6 0,-13 26 8 0,3-10 2 16,-3 7 2-16,0 3 3 0,-1-2 2 0,4-6-14 15,0 0-14-15,0 5-1 0,3-7-7 0,1-1-10 16,3 0-3-16,3 2-4 0,0-5 0 0,2 0-13 15,1-2-13-15,3 0 2 0,0-1-9 0,2-4-18 16,3 0-6-16,1-1-8 0,2-2-7 0,4-2-12 16,-4 0-5-16,2-5-2 0,2 1 1 0,-1-2-1 15,-2-3 2-15,-5 1 3 0,-1-1 1 0,0-2 4 16,0-2 2-16,-4 1 3 0,-1-4 3 0,1 0 3 16,-5 5 9-16,3 0 10 0,-2 1 28 0,-1 4 2 15,0 6 2-15,1-13-5 0,-1 13-6 0,1-7-5 16,-1 7-3-16,0 0 1 0,0 0 3 0,0 0 2 15,0 0 1-15,0 0 0 0,-11 26-2 0,9-9-2 16,-4 1-2-16,3 1-4 0,0 0-30 0,-2 7-32 16,4-8-61-16,-2 0-49 0,4 0-66 0,-1 0-66 15,-1 0-162-15,4-3-488 0,-1 0 216 0</inkml:trace>
  <inkml:trace contextRef="#ctx0" brushRef="#br0" timeOffset="7936.55">9126 4001 97 0,'0'0'214'0,"2"-6"-19"15,-2 6 7-15,0 0 4 0,0 0 0 0,0 0-8 16,12 10-13-16,-8-2-8 0,-2-1-12 0,1 3-17 0,-1-2-10 16,2 3-13-16,-1-3-11 0,-1 1-9 0,1-2-13 15,-2-2-11-15,-1-5-2 0,1 7-8 16,-1-7-5-16,0 0-3 0,0 0 3 0,0 0 10 15,0 0 11-15,0 0-5 0,0 0-7 0,0 0-10 16,0 0-7-16,0 0-4 0,0 0-5 0,0 0 3 16,0 0-8-16,2-34-8 0,-2 22-5 0,3-4-10 15,0-1 0-15,1-1-27 0,4 3 10 0,-3-3-8 0,6 1 1 16,-3 3-3-16,2 0-7 0,-4 6 2 16,2-1-16-16,-2 3 12 0,0 1 4 0,-6 5-4 15,9-7-1-15,-9 7 4 0,0 0 1 0,19 10 4 16,-12 0 6-16,2 4 4 0,-2 1 2 0,-1 2 1 15,1-1-2-15,-1 0 0 0,-1-1 2 0,3 2-4 16,-3-2-3-16,3-1 5 0,-3-5 1 0,0 0-1 16,1-1 4-16,3 0-8 0,-1-2 5 0,-1-2-1 0,2-3-5 15,2-1 3-15,0-1-2 0,0-1-7 16,0-4 3-16,1 0-3 0,-4 1 1 0,1-3-4 16,0-2 5-16,-3 1 0 0,0-3 0 0,0-4-4 15,-2 0 3-15,-2 2 1 0,1-3-2 0,1 1 2 16,-2-2 3-16,-1-2-6 0,-1 5 0 0,2 2-3 15,0 3 2-15,-2-3-5 0,2 2 8 0,-1 4 0 16,-1 7-5-16,1-13 0 0,-1 13-2 0,0 0 4 16,0 0 14-16,0 0 12 0,4 27 11 0,-6-9-3 15,2 1 3-15,-2 6-1 0,1 3 5 0,-2-1-1 16,1 0 0-16,-2-2-17 0,0-1 17 0,3-5-6 16,1-1 5-16,-3-1-9 0,2-5 1 0,1-2-6 15,0-2 0-15,0-8 2 0,-1 12-4 0,0-7-1 16,1-5 4-16,0 0-14 0,0 0 15 0,3 8 0 15,-3-8-2-15,0 0-4 0,23-12-4 0,-12 5-2 16,3-5 5-16,1-1-3 0,0 2-23 0,-1-5 29 16,6-4-18-16,-6 6-4 0,0-1-3 0,1-6-11 15,-2 4-1-15,0 0-2 0,-2-1 5 0,-1 3-3 16,1 0 4-16,-4 2-1 0,1 4 6 0,-4-1 0 16,-1 2 5-16,-3 8 7 0,6-12 9 0,-6 12 1 15,5-6-10-15,-5 6 11 0,0 0-1 16,2-7-1-16,-2 7-8 0,0 0 13 0,0 0-5 0,0 0 13 15,-3 27-3-15,0-14 3 0,2-2-4 0,-1 1 2 16,0-1-3-16,2 2-3 0,0-1 3 0,2 0-5 16,0 0 1-16,2-2 1 0,1-1-4 0,2 1 7 15,0-1-5-15,2-2-8 0,3-2 6 0,0-2-8 16,2 0-1-16,4-3-4 0,-5 0 3 16,6-2-3-16,-3-2-8 0,0-1 9 0,-2 0 0 0,-3 0-6 15,1-2 6-15,-2-1-4 0,0-1 5 0,-1-2-2 16,0-1 0-16,-3 2 2 0,0 0-4 0,-1-2-9 15,0 1 7-15,-4 1-2 0,-1 10 6 0,3-13-2 16,-3 13 0-16,2-11 1 0,-2 11-1 0,5-9 2 16,-5 9-1-16,0 0 1 0,0 0 5 0,0 0 5 15,0 0 7-15,0 0-1 0,0 0 8 16,-2 34-1-16,-3-17-2 0,0 0 4 0,1 0-6 0,0-1 3 16,0 3-8-16,0-1 5 0,0 0-5 0,1-1-16 15,-1-1-19-15,0 0-33 0,1-4-27 16,2-1-49-16,-3-1-54 0,3 1-67 0,-3-2-297 15,4-9-598-15,-6 11 265 0</inkml:trace>
  <inkml:trace contextRef="#ctx0" brushRef="#br0" timeOffset="8096.51">9792 3734 2373 0,'-4'-9'18'0,"0"4"-5"15,0-1-35-15,4 6-32 0,-10-7-58 0,10 7-1 16,0 0 9-16,0 0-29 0,-16 8-16 0,14-2-138 16,2-6-310-16,-1 17 138 0</inkml:trace>
  <inkml:trace contextRef="#ctx0" brushRef="#br0" timeOffset="8339.14">10262 3685 188 0,'4'-3'240'0,"-2"-6"-1"0,5 1 18 16,-4 4 5-16,-3 4 7 0,3-10 8 0,-3 10-14 16,4-7-14-16,-4 7-35 0,2-6 0 0,-2 6-20 15,0 0-32-15,0 0-5 0,0 0 2 0,0 0 2 16,9 25-27-16,-10-6 6 0,0 8-10 0,-3 3-13 16,4 2-9-16,-3 2-9 0,1-2-7 0,1 3-8 15,-1-2-11-15,0-1-5 0,0-1-6 0,0-1-9 16,2-1-5-16,-1-3-17 0,-2-1-28 0,3-7-54 15,-2 0-52-15,0 1-56 0,1-4-52 0,-3-1-49 16,0-4-63-16,0 1-284 0,-1-3-657 0,0-3 290 16</inkml:trace>
  <inkml:trace contextRef="#ctx0" brushRef="#br0" timeOffset="8649.23">10236 3878 16 0,'10'-6'126'0,"2"3"-4"0,-2 0-10 0,3 3-6 16,-13 0 5-16,23 4 0 0,-13 1 7 16,2 1 3-16,-2 2 5 0,3 4-5 0,-3 0 6 15,1 2-7-15,-4 0-6 0,2 0-1 0,0 0-6 0,-3-3-12 16,1 0-4-16,-1 0-7 0,2-2-6 16,-2 0-4-16,0-1 0 0,0-2-7 0,0-1-2 15,-2-2-1-15,1 1 9 0,-5-4 3 0,10 4 6 16,-10-4 8-16,8 2-5 0,-8-2-2 0,0 0-6 15,16-7 5-15,-12 3-7 0,0-2-1 0,0 1-12 16,1-4-3-16,-1 1-6 0,-2-3-14 0,0 0 9 16,0-1-13-16,-3 1-18 0,1-2-17 0,-1 4-16 15,-2-5-22-15,-1 5-18 0,0 0-25 0,-1 0-28 16,5 9-30-16,-11-10-29 0,2 7-30 0,9 3-37 16,-23 6-18-16,6 3-127 0,-1 1-412 0,4 3 182 15</inkml:trace>
  <inkml:trace contextRef="#ctx0" brushRef="#br0" timeOffset="9034.49">10604 4157 197 0,'25'-10'230'16,"-6"0"-4"-16,-4 0-11 0,2-2-12 0,-3-1-14 16,2-1-13-16,-3 0-19 0,2-1-12 0,2-4-17 15,-4 3-9-15,-4-1-18 0,0-1-8 0,-3 1-8 16,3-8-10-16,-5 6-10 0,-3 0-6 0,-1 1 3 15,-2-1 3-15,-1 0 3 0,-3 2 0 0,-2 2-2 16,3 4-4-16,-5 2-5 0,-5 1-4 0,4 2-3 16,-3 1-3-16,3 1 0 0,-2 5 2 0,3-1-9 15,1 2-5-15,9-2-6 0,-16 4-2 0,10 2-6 16,2-2 3-16,2 2-1 0,2-6-6 0,1 13 0 16,-1-13 0-16,13 16-1 0,-2-9-5 0,7 2-5 15,0-2 1-15,10-1-3 0,1-3-10 16,-7-2-4-16,6 3 4 0,-2-2 1 0,-4-2 3 15,-3 0-2-15,-3 0-5 0,-3 1 2 0,-1 2 1 0,-6-1 3 16,4 4 14-16,-10-6 10 0,10 14 15 0,-7-3 16 16,-2 0-4-16,-1 5 7 0,-2 2 5 0,-2 0-9 15,0 1 6-15,-2 7-5 0,0-8-5 0,2 2-6 16,-4 4-1-16,5-7-17 0,-1-1-37 16,3-1-45-16,-1-3-68 0,2 0-68 0,0-12-94 15,2 18-262-15,-2-18-596 0,5 11 264 0</inkml:trace>
  <inkml:trace contextRef="#ctx0" brushRef="#br0" timeOffset="11857.51">11677 3831 236 0,'2'-8'242'0,"1"2"-17"0,-3 6-21 0,2-11-15 16,-2 11-21-16,2-8-19 0,-2 8-12 0,0 0-14 0,5-3-6 16,-5 3-12-16,0 0-5 0,0 0-1 0,0 0-1 15,-5 36-5-15,3-12-9 0,-4 2-4 0,1 3-9 16,-2 0-6-16,3 0-7 0,2-1-7 0,2-3 3 15,-2-6-3-15,2 0-15 0,0-3-2 16,2 2-4-16,0 0-3 0,1-4-3 0,3 2 2 0,-2-7-7 16,3 1 3-16,0 0-5 0,2-2-3 0,0-1-2 15,3-3-2-15,1 0-6 0,-2-1 0 0,4-1-2 16,-2-4 1-16,1-1-5 0,0-1-1 0,2-3 3 16,-3-3 5-16,3-2-9 0,-4-1 3 15,0 0 5-15,2-2-4 0,-5-2 1 0,5-6 1 16,-5-3-1-16,0 1 3 0,-1 2-1 0,1-2 1 0,-4 8 6 15,0-2 5-15,-1 0-2 0,0 2 3 0,-2 1-3 16,-2 1-1-16,3 7 5 0,-2-2-2 0,5 1-2 16,-6 5-5-16,0 4-4 0,2-8 0 15,-2 8-5-15,0 0 4 0,0 0 3 0,0 0 9 16,2 24 2-16,-3-5 3 0,0 5-1 0,-1 1 1 16,0 0-7-16,2 2 1 0,0-8-5 0,0 0 4 15,0 0-6-15,0 1 6 0,2-4-3 0,1 2-3 16,1-4 1-16,0-2 2 0,0 0 7 0,0-3-17 0,1-1 0 15,1-3-2-15,2 2-8 0,-1-1-5 16,3-2-1-16,-2-2-1 0,5-1-4 0,-3-3-2 16,3 0 1-16,0-3 2 0,-2-2 3 0,-1 0 0 0,3-7-1 15,0 1 0-15,-2-1 3 0,1-2-2 0,1-6 5 16,-4-2-3-16,1 0 3 0,-4 6 1 16,-1 0 2-16,-2 3 1 0,-2-4-1 0,3 8 6 15,-4-1 6-15,0 2 1 0,0 3 4 0,0 7-3 16,2-12-2-16,-2 12 0 0,-2-10-4 0,2 10-6 15,0 0-1-15,0 0 1 0,0 0-3 0,0 0 5 0,0 0-2 16,-2 39 4-16,4-22-1 0,-2 2 0 16,2 6 3-16,3 1-1 0,4-2 5 0,-3 1-4 15,2 0 4-15,-2-6-3 0,2-1 1 0,-2 0-1 16,2 0-4-16,-3-1-3 0,-3-2-10 0,2-3-1 16,0 0-5-16,0-1-13 0,-4-4-13 0,2 1-10 15,0-1-5-15,-2-7-2 0,2 10 4 0,3-8 8 0,-5-2 1 16,0 0 5-16,4 3 4 0,-4-3 3 15,14-8 0-15,-5-1 1 0,4-1 4 0,1-4 2 0,1-5-4 16,8-2 5-16,-4 0 2 0,4 0 6 16,-6-1 4-16,3 1 7 0,-3-3-3 0,2 2 3 15,-2 0 6-15,-5 6 0 0,3-5 13 0,-5 4 11 16,-4 2 7-16,1 0 8 0,-5 4 6 0,2 2-2 0,-2-1 5 16,1 3 5-16,-1 0 6 0,-2 7-11 15,0-13-2-15,0 13-2 0,-2-8 0 0,2 8-8 16,-5-4 3-16,5 4-9 0,0 0-7 0,-19 6 3 15,11 0-4-15,-4 8-1 0,0 0 0 0,3 2 0 16,0 0-3-16,0 1-1 0,2 0-3 0,2-2 2 16,3 3-3-16,2-1 3 0,-2-2-1 0,4 1-2 15,2-5 1-15,2 2-1 0,3-3-5 0,0 3 5 16,1-4-4-16,6-2 3 0,3 0-7 0,-2 1 2 16,2-4-2-16,0-4-5 0,4-2-4 0,4-1-4 15,2-1-4-15,-1-3 2 0,3 1-3 0,-6-3 3 16,-6 2 8-16,2-1-7 0,-3-3 2 0,-5 0 6 15,2 0-2-15,-3-1-3 0,-1-1 3 0,-4-1 3 0,0 3-1 16,2-6 1-16,-5 2 1 0,-2 3-1 16,0-5 9-16,-2 4 4 0,0 3 7 0,1 3 6 15,-2-3 0-15,1 10 4 0,0-9-6 0,0 9-2 16,0 0-7-16,0-9-5 0,0 9 1 0,0 0-4 16,0 0 2-16,0 0-1 0,-4 23 1 0,0-12 0 15,4 4 0-15,-2 2 0 0,-1 0 0 0,1 0-1 16,0 1 0-16,0-1 2 0,2 1 0 0,-3 0-1 15,-1 0 1-15,3-2-4 0,1 1-1 0,-4 0-3 16,4-5-8-16,-2 1-22 0,0 2-21 0,0-3-34 16,2 0-36-16,-3-2-43 0,1 2-189 0,-2-1-390 15,2-2 173-15</inkml:trace>
  <inkml:trace contextRef="#ctx0" brushRef="#br0" timeOffset="12232.72">13872 3685 85 0,'-1'-11'324'0,"-1"3"-15"16,0 1-26-16,2 7-11 0,0-13-15 0,0 13-25 16,0-8-22-16,0 8-14 0,0 0-26 0,0-8-20 15,0 8-9-15,0 0-11 0,0 0 12 0,0 31-10 16,0-4-10-16,-2 5-4 0,0 17-6 0,2-1-9 16,0 4-10-16,-4-4-11 0,4 3-19 0,-2-2 11 15,-1 0-3-15,3-14-9 0,-2 0-3 0,-2 10-8 16,4-11-5-16,0-3-12 0,-2 0 1 0,2-2-3 15,-1-1 12-15,2-3-13 0,-2 1-17 0,-4-6-26 16,5-2-36-16,-2-3-39 0,2 2-50 0,-4-5-52 16,1 5-49-16,-1-3-54 0,-2-4-254 0,-1 0-592 15,-1-3 262-15</inkml:trace>
  <inkml:trace contextRef="#ctx0" brushRef="#br0" timeOffset="12472.5">13806 4089 2240 0,'15'-29'1'16,"0"4"4"-16,3 3-7 0,-5 6-3 0,1 2-2 16,2 3-1-16,2-1 1 0,-1 3 0 0,0 1 1 15,3 4 5-15,-7 1 1 0,0 1 10 16,1 2-5-16,-1 2 4 0,-1 3 16 0,1-2 12 0,-4 3 5 16,1 1 5-16,-2 4 4 0,-1 0 2 0,-1 3-2 15,-1 2 7-15,-5-4-14 0,-5 6 1 0,-1 0-8 16,-1-2 2-16,-2-1-9 0,-2-1-8 15,-2 1-12-15,-4-1-18 0,2-2-18 0,-1-2-27 16,3 2-35-16,-3-4-39 0,7-2-38 0,-2 0-33 16,-1-2-162-16,6 0-388 0,6-4 173 0</inkml:trace>
  <inkml:trace contextRef="#ctx0" brushRef="#br0" timeOffset="12750.67">14135 4073 21 0,'11'1'191'0,"-11"-1"-11"0,10 4-6 16,-8-1-13-16,-2-3-11 0,12 6-15 0,-7-4-12 16,0 2-4-16,2 1 1 0,0-3-6 0,1 4 1 15,6-2-1-15,-5 0-1 0,4-3-4 0,1-1 3 16,4 2-7-16,-5-4-1 0,5 1-13 0,2-1-1 16,-9 0 3-16,3-2-3 0,-5 2-3 0,1-2-5 15,-1-3-3-15,-5 2-23 0,2-4 19 0,-2 0 1 16,-1-1-1-16,-3 10-4 0,-1-20-8 0,-1 5-8 15,-4 4-8-15,1-4-8 0,-6 1 1 0,0 6-5 16,2-1-8-16,-5-2-12 0,4 4-9 0,-4 1-19 16,2 1-13-16,-5 4-20 0,-1-1-29 0,6 2-30 15,-6 1-40-15,5 4-47 0,1-1-43 0,1 3-218 16,1-1-490-16,0 1 216 0</inkml:trace>
  <inkml:trace contextRef="#ctx0" brushRef="#br0" timeOffset="13014.5">14631 3763 109 0,'3'-12'312'0,"-2"0"1"0,2 3 1 16,-3 0 3-16,0 2-10 0,0 7-16 0,0 0-22 15,2-13-29-15,-2 9-25 0,0 4-22 0,0 0-15 16,0 0-17-16,0 0-12 0,0 0-10 15,10 24-4-15,-9-4-3 0,2 10-18 0,-3 0-9 16,0 3-12-16,2-1-7 0,-2 2-14 0,2-2-4 16,-2-1-5-16,1 1-7 0,-2-4-5 0,2 0-17 0,-1-1-24 15,0-1-60-15,-1-1-31 0,1-6-63 0,0 0-58 16,-6-1-78-16,3-1-74 0,-6-2-216 0,4-1-616 16,-3-3 272-16</inkml:trace>
  <inkml:trace contextRef="#ctx0" brushRef="#br0" timeOffset="13176.76">14542 3925 205 0,'6'-6'189'0,"5"1"-15"16,0 2-31-16,3 0-10 0,2 3-27 0,2 1-35 15,2 3-46-15,1 2-34 0,6 5-41 0,-3 3-26 16,-4 3-77-16,-4-1-164 0,0 3 74 0</inkml:trace>
  <inkml:trace contextRef="#ctx0" brushRef="#br0" timeOffset="13425.1">14813 4234 180 0,'0'0'220'16,"0"0"-15"-16,3 5-5 0,-3-5-13 0,0 0-14 16,0 0-12-16,25-11-6 0,-17 3-17 0,4-1-12 15,1 0-13-15,0-2-9 0,-1-2-11 0,1 1-6 16,0-1-5-16,-3-2-1 0,1 0-10 0,-1-2-9 15,-2-1-3-15,-1 0-5 0,-4-1-5 0,2 5 10 16,0 1 23-16,-4 2 0 0,-1 0 11 0,0 2 3 16,-4 1 0-16,4 8 4 0,-2-13-3 0,-1 9-13 15,3 4-10-15,-10-5-10 0,10 5-2 0,-18 9-10 16,7-2-7-16,-1 6-6 0,-2 0-4 0,2 3-14 16,0 1-34-16,7 0-42 0,-1 2-44 0,2-1-50 15,2 2-50-15,4-1-46 0,2-3-56 0,0 0-153 16,3-2-491-16,7 0 218 0</inkml:trace>
  <inkml:trace contextRef="#ctx0" brushRef="#br0" timeOffset="13636.05">15121 4155 97 0,'5'-14'259'0,"-3"-3"-7"0,2 3 1 0,2-3-4 15,2-1-4-15,-3 2 7 0,0 6-12 0,0-6-6 16,6 3-34-16,-6 3-6 0,1 2-13 0,2-1-29 15,-2 1-12-15,4 5-14 0,-1-1-11 0,2 1-19 16,-11 3-9-16,18 3-3 0,-9 1-19 0,-1 2-1 0,0 3-11 16,1 3-2-16,-1 0-12 0,1 4-21 15,-4-2-28-15,-5 1-31 0,5 2-39 0,-5 0-47 16,-1 0-59-16,3-1-68 0,-3 1-254 0,0-5-551 16,-1-3 244-16</inkml:trace>
  <inkml:trace contextRef="#ctx0" brushRef="#br0" timeOffset="13900.5">15527 3873 2399 0,'6'-30'126'0,"3"1"-53"0,-3 2 36 0,0 2-13 16,-5 10 20-16,2 3 31 0,-1 1 11 0,-2 5-15 15,1 1-13-15,-1 5-4 0,4-11-13 0,-4 11-10 16,0 0-15-16,0 0-23 0,0 0 36 0,0 0-5 15,0 0-4-15,8 35-1 0,-6-8-1 0,0 4-8 16,-1-2-15-16,2 3 1 0,-3 0-7 0,1 1-1 16,0-1-22-16,-1-2 12 0,-1 2-8 0,2-5-3 15,-1 1-17-15,0-3-31 0,0-6-40 0,0 0-60 16,1-2-57-16,-3-2-53 0,1 1-54 0,-2-5-47 16,0 0-57-16,-2-3-202 0,5-8-626 0,-11 6 278 15</inkml:trace>
  <inkml:trace contextRef="#ctx0" brushRef="#br0" timeOffset="14162.57">15411 3966 226 0,'2'-7'200'0,"-2"7"-23"0,18-9-12 0,-1 5-21 0,2-3-14 16,10 4-10-16,1 0-15 0,0-2-8 0,2 1-11 15,0 0-9-15,-1 1-5 0,-2 1-7 16,-7 2-9-16,0-1-5 0,-3 1-1 0,-1-3 7 0,-7 3-7 15,2-1 1-15,-5 2 2 0,-2-1 5 0,2 2 9 16,-8-2 10-16,10 4 5 0,-10-4 12 16,9 4 5-16,-5 0-3 0,-4-4 13 0,5 13-4 15,-4-4-7-15,2 1-6 0,-3 1-5 0,1 1-14 16,-3 4-1-16,0 1-8 0,1-2-5 0,0 2-23 16,-1-5-38-16,4 5-44 0,-2-6-59 0,0 2-74 15,0-1-88-15,-3-1-201 0,3-11-505 0,0 17 225 0</inkml:trace>
  <inkml:trace contextRef="#ctx0" brushRef="#br0" timeOffset="14329.65">15946 3776 2478 0,'-1'-8'84'0,"1"8"-56"16,-3-13-39-16,2 8-77 0,1 5-41 0,0 0-2 15,0 0-3-15,0 0-7 0,0 0-10 0,0 0-151 16,-1 28-325-16,6-14 145 0</inkml:trace>
  <inkml:trace contextRef="#ctx0" brushRef="#br0" timeOffset="14688.49">16183 3911 182 0,'-8'0'212'0,"-2"0"-6"0,10 0-5 15,-28 2 8-15,10 2 0 0,1 0-9 0,-1 2-3 16,7-1-16-16,-6 4-10 0,3 0-10 0,4 0-17 16,-4 2-13-16,3 1-8 0,5-1-15 0,0 1-9 15,2-1-4-15,1 1-14 0,1 0-15 0,2-1-10 16,4 0-8-16,-2 1-11 0,6-1-12 0,1-1-11 16,1-3-16-16,-1 0-19 0,2-1-8 0,1-2-10 15,2-3-5-15,-1 0-2 0,-2-1 5 0,2-2 1 16,-3 0 3-16,2-1 3 0,-5-2 5 0,0-2 2 15,-2 3 2-15,1-5 4 0,-1 1-3 0,-1 0 9 16,0-1-1-16,-1-2 2 0,1 0 0 0,-2 2 3 16,-1 3 11-16,-1 6 4 0,4-10 7 0,-4 10 2 15,4-4-5-15,-4 4-5 0,0 0-1 0,3-7 0 16,-3 7 14-16,0 0 17 0,0 0 7 0,0 0-4 16,-2 27-2-16,2-17-4 0,0 2-3 0,-1-1 0 15,1 6-6-15,-1-5 2 0,2 4-16 0,-1-4-42 16,1-1-40-16,3 2-60 0,-1-3-64 0,2 2-221 15,-3-3-455-15,3-3 201 0</inkml:trace>
  <inkml:trace contextRef="#ctx0" brushRef="#br0" timeOffset="14917.26">16445 3665 236 0,'2'-8'352'0,"-1"1"-20"0,2 1-28 16,-3 6-30-16,5-8-27 0,-5 8-13 0,0 0-4 16,0 0 1-16,0 0-11 0,4 36-14 15,-5-9-17-15,-1 7-18 0,1 2-11 0,-1 12-13 0,0-15-17 16,0 12-8-16,-1-12-10 0,4 2-13 0,-1-1-13 16,0-4-46-16,2 0-71 0,-5 1-70 0,3-2-83 15,0-4-100-15,-2 0-303 0,-1-9-637 0,0-3 282 16</inkml:trace>
  <inkml:trace contextRef="#ctx0" brushRef="#br0" timeOffset="15746.59">17224 3881 250 0,'-13'-10'274'15,"-3"2"-13"-15,4 2-19 0,-4 2-19 0,4 1-16 16,-2 5-26-16,-4 3-9 0,-2 4-20 0,3 0-13 16,-1 5-15-16,-2 5-10 0,1 3-12 0,8-5-4 15,-1 8-13-15,-1-1-9 0,3 0-3 0,6-5-9 16,-3 4-6-16,9-6-7 0,2 2-7 0,-2-3-3 15,6 1-11-15,1-2-8 0,1-4 4 0,5 1-5 16,-1-4-11-16,3-1-3 0,-2-2-2 0,4-3-1 16,-1 0-7-16,0-3-3 0,0-2-1 0,-3-4 2 15,1-2 5-15,-2-2-3 0,-3-3 2 16,6 0-2-16,-5-9 1 0,0 0-1 0,-3-5 2 0,0 1 1 16,-1-1-1-16,-3 0 9 0,1-3 11 0,-3 0-2 15,2-1-1-15,-2-1-4 0,0 0 0 0,-1 1 1 16,1 3 25-16,-1 1 14 0,-1 2 7 15,-1 6 7-15,0 3 0 0,1-1-20 0,-1 8 21 16,-1 0 0-16,2 0-10 0,-1 10 2 0,-2-11-10 16,2 11-9-16,1-8-13 0,-1 8-3 0,0 0-2 0,0 0 2 15,-6 25 0-15,2-6-11 0,-3 9 17 0,1 4-5 16,-2 3-5-16,3-3-2 0,-1 1 1 0,3 2-1 16,1-1-1-16,2 0 4 0,1-6-9 15,2 2-1-15,-1-5 3 0,2-6-3 0,4 6-6 0,-1-7 10 16,2 0-6-16,1-1 5 0,1-4-12 15,0 0 1-15,3-3-4 0,0 0-8 0,3-3-3 0,-6 0-8 16,3-4 1-16,-1-1-8 0,5-2-3 0,-6-2 8 16,2 0-3-16,-2-3-6 0,1-2 4 15,2-3-3-15,-3-3 7 0,0 0-2 0,-2 0 5 16,-1-3-2-16,0-1 4 0,-4 2 2 0,0-1 0 16,-3 4 2-16,1 2 19 0,-2-2-5 0,1 3-2 15,-4-1 26-15,2 10 1 0,0-9 6 0,0 9 0 16,0-8-3-16,0 8-1 0,0 0 5 0,0 0-2 15,0 0 5-15,0 0-30 0,-19 21 19 0,13-11-2 0,1 3-4 16,1-2 1-16,-1 6-2 0,2-5 0 16,1 5-26-16,0-3-36 0,1 1-45 0,2 2-60 15,3-1-63-15,0-6-77 0,0 2-288 0,1-3-626 16,1-1 277-16</inkml:trace>
  <inkml:trace contextRef="#ctx0" brushRef="#br0" timeOffset="15912.08">17542 3762 168 0,'-1'-6'221'0,"1"6"-46"0,-1-10-48 0,1 10-50 16,0 0-39-16,0 0-29 0,0 0-30 0,0 0-30 15,0 0-74-15,0 0-133 0,9 25 60 0</inkml:trace>
  <inkml:trace contextRef="#ctx0" brushRef="#br0" timeOffset="16296.53">17696 3883 192 0,'6'6'188'0,"-6"-6"-19"0,8 7 0 16,-3-1 11-16,-1-1-7 0,5 2-6 0,-4 3 4 16,0 2 8-16,0-2-15 0,3 7-7 0,-1-2-10 15,0 0-11-15,-1 2-11 0,2 0-2 0,-1-2-12 16,4 2 2-16,-4-3-21 0,-1-5-11 0,-3 1-5 15,4-2-10-15,-4-1-3 0,1-2 0 0,-1-2 8 16,-3-3 11-16,4 9 14 0,-4-9 4 0,4 7 8 16,-4-7 0-16,0 0 0 0,0 0-7 0,12-3-10 15,-12 3-11-15,12-11-10 0,-6 4-6 0,1-2-5 16,4-4-5-16,-4 3-7 0,3-2-2 0,-1-2-18 16,2-1-6-16,0-1-7 0,-1-3-12 0,2-1-3 15,5 1-9-15,-7 2-10 0,2 1 1 0,-1 0-1 16,1 4-4-16,-1-1 7 0,-2 5-1 15,-4-1 5-15,0 2 3 0,-1 1 5 0,2 2 9 16,-3-1-5-16,-3 5-1 0,8-4-6 0,-8 4 4 0,6-1-4 16,-6 1 23-16,0 0 17 0,5 15 2 0,-3-5 1 15,-1 2 3-15,-1 4 7 0,1 3-2 0,1-2-4 16,-2 4-2-16,-3-2-1 0,2 5-17 16,-1-4 1-16,1 0-21 0,0-1-33 0,0 0-62 0,-1 0-54 15,0-2-68-15,0-1-85 0,0-1-342 16,-1-5-699-16,1-1 309 0</inkml:trace>
  <inkml:trace contextRef="#ctx0" brushRef="#br0" timeOffset="16458.13">18092 3653 42 0,'-4'-7'110'0,"4"7"-58"0,0 0-40 0,0 0-31 16,0 0-15-16,0 0-35 0,6 29 16 0</inkml:trace>
  <inkml:trace contextRef="#ctx0" brushRef="#br0" timeOffset="17420.66">18491 3834 200 0,'-11'3'230'0,"-1"1"-2"16,-6 5 5-16,2-2-6 0,0 5-6 0,0 1-12 16,0-2-12-16,2 2-12 0,0 1-16 0,3 0-17 15,0 2-14-15,2 0-13 0,1 0-16 0,4 0-14 16,2 1-2-16,1 0-13 0,2-2-2 0,0 1-10 16,4-4-7-16,2 2-6 0,-1-3-10 0,8 1-5 15,3-4-19-15,-1 1 7 0,2-5-15 0,0-1 2 16,1-2-6-16,-1-2-5 0,-4-1-4 0,2-3 0 15,-5-1-2-15,3-5 1 0,-6 0-4 0,5-2-2 16,-3-5 0-16,-2-6 2 0,-3-1 1 0,0 2 1 16,-3-6-4-16,-2 1 3 0,0-4 2 0,2 1 1 15,-1-1 6-15,0 1 8 0,0-1 5 0,-1 2 16 16,0 0-4-16,0 3 7 0,0 1 5 0,0 2 8 16,0 6 12-16,0 3 7 0,0 4 7 0,0 1 4 15,2 2-4-15,-2 8-6 0,-3-12-13 0,3 12-6 16,0-7-12-16,0 7-14 0,0 0 4 0,0 0-2 15,0 0 1-15,0 28-5 0,-4-4 7 0,2 5-6 16,-4 2 4-16,4-1-9 0,1 2 9 0,-2 3-13 16,2-3 1-16,4 0-2 0,-1-1 1 0,1-2-2 15,2-2-7-15,1-2 5 0,3-1-2 0,-1-5-1 16,1-2-3-16,1 0-3 0,-2-3-12 0,-1-4-10 16,6 1-3-16,-1-4-2 0,-1-1-8 0,-2-2-10 15,3 0 5-15,0-2-7 0,-1-2 5 0,1-2-2 16,1 0-4-16,-1-6 3 0,3-1 2 0,-1-2 1 15,0-2-2-15,-4 0 9 0,-1-3 8 0,3 1-6 16,-1-8 3-16,-4 3 1 0,2-3 2 0,-1 0 1 16,-2 5 6-16,-1 0 0 0,-4 0 5 0,0 6 16 15,1 1 8-15,-4 1 0 0,0 4 12 0,2 6-1 16,-2-14-1-16,2 14-3 0,-2-8-3 0,-2 4 0 16,4 4-1-16,-10-1-1 0,10 1-2 0,-19 13-3 15,6-1 4-15,-2 9 11 0,4-7-9 0,-1 2 5 16,3 2-8-16,-2-1 3 0,3 0 1 0,1 1-2 15,5 0-4-15,-1 0 3 0,0-2-4 0,2 1 2 16,4 1-4-16,1-3 6 0,3 0-6 16,3-2 5-16,1 0-7 0,0-2-14 0,6-2 18 0,-3 0-4 15,4-3 1-15,0 0 6 0,2-3-2 0,-1-2 0 16,-1 1-7-16,1-2-4 0,2-2 0 0,-3 0-2 16,-4-2-5-16,2-1 4 0,1-3-1 0,-3-1-3 15,0-2 1-15,-2-1-3 0,-1 1-3 16,2-3-2-16,-4-1-1 0,-1-2-7 0,-1-1-9 15,-2 0-3-15,0-6-4 0,-3-1-5 0,0 6 2 0,-2 1 0 16,-1-1 7-16,-2 7 7 0,-1-3 3 0,2 4 8 16,-2-2 2-16,-2 6 8 0,3-1-1 0,-1 2 6 15,0 1-4-15,4 5 3 0,-3-8 1 0,3 8 0 16,-4-6-3-16,4 6-1 0,0 0 0 16,0 0-2-16,0 0 1 0,0 0-1 0,0 0 2 15,0 0-8-15,0 0-7 0,0 0 6 0,19 8-4 0,-9-4-2 16,-1 1-4-16,4-1 2 0,0-1 1 0,0 1 7 15,-2-1-3-15,-2 0 4 0,3-1-4 0,-5 2 3 16,-1 0-1-16,2 2 7 0,-4 0 13 0,1 3 17 16,-1 0 8-16,0 1 6 0,-3 2 11 15,-1 3 6-15,-1-2 6 0,-2 3-1 0,1 2 6 16,-2 2-15-16,0-2-19 0,-1 0 10 0,1 0-4 16,0-1 4-16,3 0-15 0,-2 0-43 0,3 0-35 0,-1 0-62 15,2-1-74-15,2-3-92 0,-1 2-243 16,2-5-568-16,0 0 252 0</inkml:trace>
  <inkml:trace contextRef="#ctx0" brushRef="#br0" timeOffset="20150.97">19581 3584 233 0,'-2'-9'251'0,"2"9"-17"0,0-11-9 0,2 4-11 15,-2 7-12-15,0 0-18 0,0-9-15 0,0 9-18 16,0 0-12-16,0 0-16 0,0 0-11 16,0 0-1-16,0 0-9 0,0 0-7 0,0 33-5 0,0-8-5 15,-2-1-9-15,1 6-5 0,0-2-7 16,-2 4-9-16,-2 1-1 0,4 1-4 0,0-2 0 0,-2-3-9 16,5 0-4-16,-5-3-1 0,0-8-6 0,2-1-1 15,-1 0-5-15,3-6 2 0,-2 1-2 0,-3-3-1 16,1 0-6-16,2-3 2 0,-1 1 2 15,2-7 4-15,-2 9 1 0,2-9 9 0,0 0 5 0,0 0 14 16,-5 12 2-16,5-12 5 0,0 0 4 0,0 0-6 16,0 0-15-16,0 0-9 0,0 0-7 15,0 0-21-15,14-37 6 0,-4 24-9 0,3-1-14 0,-2 3 11 16,2 0 1-16,4 1-2 0,-3 3-6 16,3 0 0-16,0 1-2 0,-4 3 4 0,0 1 0 15,0 1-4-15,-2 2-1 0,2-1 2 0,-1 4 0 16,-2 0 2-16,1 3-4 0,-1-1 8 0,-2 2-6 0,2 0-1 15,-5 1 2-15,-1-3 2 0,0 2-3 0,0 2-3 16,-5-2 3-16,-2 1-6 0,-3 0 0 16,-3 1-2-16,-4-1-4 0,-2 2-3 0,-2-3-4 0,-1-1-5 15,3 0-8-15,2-2-12 0,0-1-19 0,2-1-19 16,-3-1-23-16,4 0-37 0,10-2-49 16,-22-3-44-16,13-1-225 0,0 1-506 0,9 3 225 15</inkml:trace>
  <inkml:trace contextRef="#ctx0" brushRef="#br0" timeOffset="20348.84">19919 3842 2427 0,'12'-5'242'0,"-3"2"-98"0,-2 3-63 0,0-3-36 16,-7 3-18-16,10-2-11 0,-10 2-4 0,10 0-2 16,-10 0 4-16,0 0 2 0,11-4 0 0,-11 4 0 15,0 0 8-15,5 9-1 0,-4-2 9 0,0 2-6 16,-1 3 2-16,2 0-1 0,-1 5-3 0,-1 1-3 15,1 0-7-15,-1 2-16 0,2-1-29 0,-1-2-34 16,0 1-51-16,-1-2-38 0,1 1-55 0,2 0-51 16,-7-2-148-16,4-3-442 0,0 1 195 0</inkml:trace>
  <inkml:trace contextRef="#ctx0" brushRef="#br0" timeOffset="20512.47">20111 3680 2385 0,'0'-12'64'0,"-2"1"-53"16,0 4-33-16,2 7-48 0,-2-9-37 0,2 9-6 15,-4-5 2-15,4 5 2 0,0 0-3 0,0 0-8 16,-3 19-22-16,3-19-117 0,5 19-282 0,1-8 125 16</inkml:trace>
  <inkml:trace contextRef="#ctx0" brushRef="#br0" timeOffset="21150.74">20418 3798 11 0,'0'0'242'0,"0"0"-9"15,0 0-6-15,0 0-8 0,-22-19-9 16,22 19-20-16,0 0-6 0,-17 0-22 0,17 0-3 16,-24 19-14-16,10-7-5 0,-4 9-11 0,-1-2-6 15,4 3-17-15,2-5-7 0,4 1-13 0,-1 0-3 16,0-1-11-16,5-2-2 0,-1 2-10 0,3-2-4 15,0-2-8-15,3-1-5 0,1-3-14 0,2 5 3 0,1-5-20 16,1-2-10-16,0-1-9 0,-5-6-3 16,15 9-8-16,-7-7-1 0,3 1-5 0,0-6 2 15,0 2 3-15,-1-4 2 0,-1 0-1 0,0-2 5 16,0-2 0-16,0-1 11 0,0-3-2 0,-2 0 1 16,-2-1-3-16,1-1 13 0,-2 0 1 0,0-4 1 15,1 2 0-15,-1 0 6 0,-3 0 12 0,0 6 8 16,3 0 0-16,-4 2 8 0,1-3 4 0,-1 12 4 15,0-12-25-15,0 12 10 0,0 0-5 0,3-14-5 16,-3 14-6-16,0 0-9 0,0 0 15 0,0 0 9 16,0 0-3-16,0 0-3 0,-3 39-5 0,2-27 8 15,1 5-12-15,0 0-1 0,4 1-3 0,-2-3-1 16,1-4 1-16,-2 2-2 0,6 1-3 0,-4-2 4 16,1-2-6-16,1-1 5 0,2 0-3 0,0-4-10 15,-1 2-5-15,0-2-4 0,2-2-5 0,-1-1-5 16,1-1 4-16,-8-1-4 0,19-3-8 0,-10-2 8 15,0 0 0-15,-1-4 5 0,4-2 0 0,0-1-5 16,-4 2 2-16,2-4 4 0,-1 1 1 0,-3-2-3 16,1-1 4-16,0-4-2 0,0 3 4 0,-2-1-2 15,-3 0-1-15,2 2 6 0,-1 6 7 0,-2-2 11 16,-1 7 9-16,4-3-1 0,-4 8 1 0,2-11-16 16,-2 11 16-16,3-8-3 0,-3 8-2 0,1-6-3 15,-1 6 0-15,0 0-5 0,0 0 5 0,0 0 1 16,0 0 1-16,-5 23 1 0,4-7 0 0,-3-3-5 15,3 1 1-15,0 3-3 0,-2-2 3 0,0 2 2 16,3-2 4-16,0 1 7 0,0 0-11 16,0 0-1-16,0-3 1 0,0-2 0 0,2 4 3 15,-2-3-4-15,-2-1-13 0,2 2-25 0,0-2-11 0,-1 0-36 16,1-1-30-16,-3-1-47 0,0 1-45 0,3-3-55 16,-2-1-44-16,0 1-177 0,2-7-507 0,0 0 225 15</inkml:trace>
  <inkml:trace contextRef="#ctx0" brushRef="#br0" timeOffset="21367.08">20869 3840 216 0,'5'-9'304'0,"-2"2"-2"0,-3 7-11 0,2-10-9 16,-2 10-23-16,5-8-23 0,-5 8-20 15,0 0-17-15,0 0-15 0,0 0-2 0,0 0-10 0,0 0-9 16,0 0-8-16,8 27-15 0,-8-15-11 15,0 5-12-15,-2 0-5 0,2 2-17 0,0 0-9 16,0-2-12-16,2 2-21 0,-2-2-35 0,0 1-57 16,-1 0-30-16,2-4-48 0,-2 1-62 0,1-3-63 15,0 0-59-15,-3 4-206 0,3-6-549 0,-4-2 244 16</inkml:trace>
  <inkml:trace contextRef="#ctx0" brushRef="#br0" timeOffset="21529.75">20838 3624 34 0,'0'0'88'0,"14"22"-22"0,-10-5-27 16,0 8-22-16,2 7-22 0,-2 0-36 0,-1 3-42 15,-1-3 19-15</inkml:trace>
  <inkml:trace contextRef="#ctx0" brushRef="#br0" timeOffset="21748.91">20955 4050 72 0,'0'0'238'0,"0"0"-12"0,0 0-4 0,0 0-12 15,0 0-1-15,0 0-8 0,0 0-15 0,0 0-13 16,-7-25-14-16,7 15-6 0,3-1-10 0,-1-1-22 16,5 2 1-16,-2-3-12 0,0 7-6 0,3-6-12 15,-1 5-8-15,1 0-7 0,1 0-12 0,-4 2-3 16,3 1-7-16,-8 4-10 0,16-1-4 15,-16 1-5-15,16 7-2 0,-6-4-3 0,-4 5-2 0,2-2-7 16,0 3 5-16,-1 1-7 0,0 1-8 0,-1 4-28 16,-2 0-25-16,0-3-37 0,-2-1-32 0,2 1-54 15,2-1-46-15,-2-1-45 0,1 1-164 0,2-4-451 16,-7-7 199-16</inkml:trace>
  <inkml:trace contextRef="#ctx0" brushRef="#br0" timeOffset="22267.03">21366 3891 135 0,'-5'-13'248'0,"-1"5"-15"0,6 8-19 15,-12-7-9-15,3 6-10 0,9 1-16 16,-16 2-11-16,4 1-13 0,1 3-14 0,-1 0-12 16,-1 4-15-16,1 1-9 0,1 0-10 0,4-1-11 15,3 1-5-15,-4 0-10 0,4-1-3 0,3 2-9 16,1-2-8-16,3 0-11 0,1 0-8 0,-1-3-14 15,6 1-16-15,-1-2-1 0,1-1-7 0,1-2 2 16,2-2-2-16,-1-1 2 0,-3 0-1 0,-8 0 4 16,16-2-2-16,-4-1 7 0,-5-3-5 0,-1 2 14 15,-1-4 10-15,-1 4 9 0,-1-3-8 0,1 1 4 16,0-1 5-16,-1 1-6 0,-2-1 6 0,-1 7 8 16,2-10 1-16,-2 10-4 0,2-9 3 0,-2 9-5 15,4-4-10-15,-4 4-2 0,0 0 0 0,0 0 8 16,0 0 10-16,-7 36 6 0,3-12-7 0,-2 4 7 15,0 5-7-15,0 2-3 0,-3 12-4 0,-1 1 8 16,1-2 1-16,4 0 6 0,3 1 2 0,-1-11-8 16,2 0 2-16,1 10-1 0,-4 0-2 0,4-14 1 15,-3 1 19-15,0-2-11 0,1-2 0 0,1 1-2 16,0-3-4-16,-4-1-10 0,2-9 8 0,2-1-1 16,-2-5-5-16,1 0-8 0,-4 0-3 0,6-11 8 15,-15 13-2-15,8-7-8 0,-5-3 7 0,12-3-28 16,-31 0 21-16,12-3-2 0,3-4 2 0,0-2-9 15,-2-1-1-15,-2-8-4 0,1-4 2 0,3-3-8 16,0-3-9-16,6-3-13 0,-1 0-13 0,6-3-17 16,8-1-12-16,-3 2-19 0,6-3-15 0,12-7-11 15,0 12-13-15,9-8-10 0,-4 12-14 0,10-10-25 16,-7 10-25-16,12-5-46 0,3 4-39 0,-9 7-196 16,0 0-512-16,14-3 227 0</inkml:trace>
  <inkml:trace contextRef="#ctx0" brushRef="#br0" timeOffset="23656.99">22712 3779 2469 0,'4'-10'70'16,"-6"0"-54"-16,2-3-7 0,-6 5-8 0,0-2 7 15,-2 2-2-15,-2 3 11 0,-2-1 14 0,2 2 13 16,-3 1-10-16,-1 3 2 0,-5 4 1 0,0 4-3 16,-5 2 1-16,-2 6-2 0,2 3-4 0,-1 1-2 15,1 6-4-15,4 0-3 0,4-2 2 0,-1 3-2 16,6-3-1-16,7 0-4 0,2-3-3 0,1-2-1 15,6 0-6-15,0-1-5 0,1 0-3 0,3-2-9 16,3 0 1-16,0-4-8 0,5 0-8 0,1-2-6 16,-2-6 3-16,3 1-11 0,-2-4 0 0,1 2 2 15,-4-5 4-15,0-2 5 0,-1 1 2 0,-1-5 4 16,2-3 1-16,-3-1 7 0,0-2 5 0,0-1 10 16,-3-2 5-16,-2 1 5 0,-1-3 3 0,-1 1 1 15,2-6 0-15,-4 4 3 0,-1 2 11 0,0-7-7 16,0 9 9-16,-1 0 6 0,-1 4 7 0,2 1 7 15,-2 2 1-15,1 9-4 0,0-12-4 0,0 12-7 16,1-7-10-16,-1 7-4 0,0 0-4 0,0 0 0 16,0 0 7-16,0 0 7 0,-5 26-8 0,4-7-1 15,0 0-5-15,-3 6 0 0,4-7 0 0,1 7 0 16,2-5-2-16,-1-1-2 0,2 0-5 0,1 0 1 16,3-2 4-16,0-3-2 0,3 0-3 0,1-3-5 15,3 0 8-15,2-1-11 0,2-4 1 0,0-2-2 16,0-2 1-16,9-2-5 0,-6-1 2 0,-3-3-8 15,3-1 2-15,-2-2 0 0,-2-1 0 0,0-3 2 16,-4 0 4-16,1-2-5 0,-4 0 2 0,-1-3 2 16,-3-1-5-16,-1-1 2 0,-4-1 1 15,1-1-4-15,-1-5-1 0,-4-2-2 0,-2 2 0 0,-3 0 4 16,2 1-1-16,-3 5 6 0,1 4 4 0,-1 0 4 16,1 1 7-16,-2 3 8 0,2 1 6 0,1 0-9 15,0 2 5-15,2 3-2 0,-2 0 2 16,0 0-6-16,2 0 0 0,4 5-6 0,-3-8-1 0,3 8-6 15,0 0-10-15,-6-4 0 0,6 4-6 0,0 0-5 16,0 0-10-16,0 0-5 0,19 14 3 0,-7-10-1 16,5 3 8-16,1-3-1 0,1-1 2 0,0 1 4 15,1-1 3-15,-1-1-3 0,-6 1 2 0,-1-2 1 16,-1 1 5-16,-2-1-1 0,2 2-4 16,-6-3 4-16,-5 0-1 0,11 3 9 0,-7 3 16 0,0-2 12 15,0 1 11-15,-2 2 5 0,0 0 5 16,0 6 1-16,0 2 0 0,-1 0 9 0,-4 3-17 0,3 1-1 15,-2 0-1-15,-1-1-2 0,3 1-1 0,0 0-1 16,0-2-10-16,1-4 1 0,1 2-1 0,2 0-3 16,3-1 0-16,-1-3-2 0,1-2-7 15,3 4-3-15,4-4-5 0,-4-3-6 0,4-1-6 16,-2 1-7-16,1-2 0 0,5-3 0 0,-4-1 0 16,2 1-8-16,1-5-3 0,-3 1 5 0,-4-4 0 0,5-1 7 15,-4 0-9-15,0-5 4 0,1-2-2 0,-2-1-1 16,-4-1 6-16,1-1-3 0,-5 0 3 15,1 0 2-15,-2-9-2 0,-1 9 10 0,-3 3-4 16,1-3-1-16,-4 3 18 0,2 2 12 0,0 2 2 16,1 0 6-16,0 3 4 0,-1 1-5 0,4 7-2 15,-4-9-4-15,4 9-1 0,-4-9-2 0,4 9-6 0,-4-6-10 16,4 6-3-16,0 0-13 0,-1-7-6 0,1 7-11 16,0 0 3-16,0 0 2 0,14-1 4 15,-14 1 1-15,18 3 7 0,-4 0-2 0,0-2 6 16,0 3-1-16,2-2 4 0,-3 0-2 0,-1 1 0 15,-4 3-1-15,2-2 1 0,-2 3 11 0,1 0 13 16,-4 0 7-16,2 2 3 0,-2 1 6 0,-1 5-1 0,0-2 8 16,-1 1-1-16,-2-1-4 0,2 3-5 0,-2 1-5 15,0 0 11-15,-1 0-16 0,0-2-19 16,0 2-23-16,0-3-20 0,1 0-45 0,-1 1-37 16,4 0-38-16,-1-4-33 0,-2 1-22 0,4 0-211 15,-1 1-469-15,1-5 208 0</inkml:trace>
  <inkml:trace contextRef="#ctx0" brushRef="#br0" timeOffset="23999.99">23844 3847 22 0,'-7'-17'217'0,"1"2"0"0,-5 2-12 0,3 6-8 16,1-3-12-16,-4 4-14 0,0 1-9 0,2 1-22 15,1 5-16-15,8-1-13 0,-25 8-9 0,11 1-7 16,-2 4-8-16,5 0-11 0,-1 3-10 0,5 1-2 15,-1 0-9-15,0 1-3 0,5 1-7 0,1-1-2 16,4 0 2-16,-1-2-11 0,3 0-4 0,2 0-1 16,-1-4-11-16,4-2-5 0,-1-1-6 0,2-1-5 15,-4-2-6-15,1-1 0 0,2-1-3 0,1-2 1 16,-4-3-3-16,5-2 3 0,-3 0-3 0,0-1 5 16,0-5 3-16,0 4 6 0,-1-4 4 0,-2-1 4 15,-2 1 7-15,4-1 4 0,-3 0 2 0,-1 1 11 16,-1-1 10-16,1 4 9 0,1 0-2 0,-4 6-2 15,2-9-7-15,1 5-7 0,-3 4-5 0,0 0-4 16,4-7-11-16,-4 7 2 0,0 0-3 0,0 0-2 16,0 0-4-16,0 0-6 0,0 25-32 0,0-16-32 15,0 5-41-15,0-4-64 0,2 0-54 0,-2 6-211 16,2-6-464-16,-2-10 206 0</inkml:trace>
  <inkml:trace contextRef="#ctx0" brushRef="#br0" timeOffset="24384.68">24014 3864 36 0,'0'0'219'0,"4"-7"-23"0,-4 7-17 16,0 0-18-16,0 0-8 0,0 0-13 0,0 0-2 15,10 14-3-15,-8-7-12 0,-1 2-9 0,1 0-7 16,1 2-12-16,-1-1-8 0,0 0-8 0,-1 0-8 15,1-4-4-15,-2-6-6 0,3 10-4 0,-2-6-5 16,-1-4 0-16,3 9 16 0,-3-9 11 0,0 0 15 16,0 0 11-16,0 7 6 0,0-7-8 0,0 0-16 15,0 0-7-15,0 0-4 0,0 0-6 0,6-30-2 16,-3 20-12-16,2-2-8 0,3-3-3 16,-2-2-3-16,3 1-4 0,1 0-8 0,4 1-7 0,0 1-7 15,8-4 0-15,-5 6-3 0,-2 2 2 0,2 0-4 16,-2 3 0-16,-5 2-7 0,2 1-3 0,-5 2 2 15,0 1-3-15,-7 1 0 0,15 5 0 0,-6 0 2 16,-2 4 5-16,1-2 2 0,-1 8 1 0,-1-1 4 16,-1 5-3-16,0-2-3 0,-1 2-3 15,1 0-27-15,0 3-26 0,2-2-38 0,-5-3-44 0,0 1-59 16,2-3-60-16,-2 2-248 0,-1-5-537 0,2-1 238 16</inkml:trace>
  <inkml:trace contextRef="#ctx0" brushRef="#br0" timeOffset="25039.13">24606 3763 7 0,'-9'-10'252'0,"-5"0"-6"0,2 6-13 0,-2 0-14 0,2 2-3 16,-8 2-15-16,2 5-19 0,2 0-12 15,0 2-16-15,1 2-20 0,4 5-12 0,3-5-14 0,-1 5-4 16,5 2-15-16,2-4 0 0,2 6-15 15,2-5-14-15,2 2-13 0,5-1-26 0,1-2-11 0,2 2-17 16,3-4-16-16,2-3-8 0,-3-4-5 16,1 4-11-16,-1-5 6 0,-1 0-2 0,0-4 3 15,-2 0 11-15,-3 1 1 0,2-3 19 0,-2-1 2 16,-1-1 3-16,-1 0 15 0,-3 0 18 0,1 2 15 16,0-3 5-16,-4 7 3 0,4-10-2 0,-3 5-1 15,-1 5 8-15,3-9-4 0,-3 9-7 0,2-5-6 0,-2 5-10 16,0 0-5-16,0 0-2 0,0 0 6 15,0 0 3-15,4 33 6 0,-4-8 6 0,0 7 4 0,0 0 5 16,-2 14-3-16,0 0 4 0,2 2 2 16,-4-1 7-16,4-2 1 0,-1 0-2 0,0-11-7 15,1 11 2-15,1-11-1 0,-1-1-5 0,-1 3-8 16,1-5 6-16,-5 1-2 0,2-3-3 0,-1-2-8 16,-2-3-1-16,-3 1-2 0,2-10 1 0,-4-1 5 0,-2-1-15 15,-2-2-4-15,-3-4-9 0,0 0-8 16,0-3-5-16,0-4-13 0,-3-2-7 0,3-3-10 15,1-1 2-15,1-4-1 0,2 1-4 0,2-5-12 16,6-2-5-16,1-9 3 0,7-2 5 0,6-2-2 16,5-2 1-16,4 0 3 0,8-8-2 0,10-1 2 15,0 1 2-15,2 1 6 0,-1 2-2 0,6 0 1 16,-2 0 3-16,-2 3-2 0,0-2-1 0,4 2 3 16,-4 3 5-16,0-3 1 0,-11 9 3 0,-3-1 2 15,0 1 6-15,-6 2-3 0,2-3 4 0,-6 0 5 16,-1-1 13-16,-5 1 2 0,-1 1 19 0,-3 7-5 15,-3 0 15-15,-4 0 1 0,-1 1-4 0,-2 2 6 0,-3 2 1 16,-1 4 8-16,-3 0-5 0,-1 4-2 16,-4 2-9-16,-1 5-2 0,0 1 1 0,-5 8-4 15,-1 7-1-15,3-2 0 0,8 3-4 0,-2 4-11 16,3-1 8-16,5 3-17 0,6-2-33 0,-1 2-30 16,6-2-30-16,3 1-51 0,2 0-46 0,7-3-56 15,0 0-51-15,-3-8-154 0,5-1-486 0,-2-1 216 16</inkml:trace>
  <inkml:trace contextRef="#ctx0" brushRef="#br0" timeOffset="25795.52">25120 3957 157 0,'0'0'262'0,"3"-8"-9"0,-3 8-9 0,2-6-14 15,-2 6-20-15,0 0-25 0,0 0-18 0,0 0-17 16,0 0-3-16,0 0-4 0,0 0-7 0,0 0-10 15,2 20-9-15,-2-11-6 0,2 2-19 0,-2-1-7 16,0-2-9-16,0-2-6 0,0-6-7 0,-2 14-1 16,2-14-11-16,0 11-1 0,0-11 4 0,0 7-11 15,0-7 17-15,0 0 12 0,0 8 17 0,0-8 21 16,0 0-8-16,0 0-15 0,0 0-1 0,0 0-12 16,0 0-6-16,0 0-4 0,0 0-13 0,0 0-9 15,-2-34-8-15,4 23-9 0,-2 0-6 0,4 0-9 16,1-4-5-16,2-3-11 0,2 1-2 0,1 1 2 15,1 0-9-15,6-8-3 0,-2 5 2 0,-1 7-3 16,-1-1-7-16,-3 4-5 0,-2 2 9 0,2 2-7 16,3 1 1-16,-8 0 2 0,-5 4 6 0,17 0-5 15,-17 0 3-15,12 8 3 0,-4 0 6 0,1 8-1 16,-4-1 13-16,2 1 4 0,-2 1 0 0,-1-2 0 16,0 0 6-16,-4-1 0 0,2-2 2 0,-1 4 3 15,-1-6-6-15,2-1 9 0,-2 1-3 0,0-5-1 16,0-5 5-16,0 0 13 0,1 15-17 0,-1-15 4 15,0 0-5-15,0 0 4 0,0 0-3 0,-1 12 4 16,1-12-5-16,0 0-5 0,0 0-8 0,0 0-7 16,0 0 2-16,0 0-4 0,0 0-6 0,0-37-9 15,2 26-4-15,5-4-1 0,-1 2 0 0,2-2-2 16,0-1-1-16,4-2-8 0,-6 3-1 0,7-2-2 16,0 5 3-16,2-2 7 0,-2 3-2 0,-2 3 4 15,0 2-1-15,-1 1 5 0,-5 0 1 0,3 7-2 16,-8-2 8-16,11 6 1 0,-3 1 2 0,-2 2 11 15,1 2 9-15,-1 3 2 0,3 0 1 0,-4-3 0 16,0 4 0-16,1 0 1 0,0-5 1 0,-2 3-2 16,2-3 0-16,0 1 0 0,3-2 7 0,0 1-6 15,0-3 2-15,0 0-1 0,4-4 0 0,1-1-2 16,-2-1 8-16,8-4-14 0,0 1 8 0,-2-3-2 16,0 1-4-16,-1-2-2 0,0-1 3 0,-7 1-3 15,2-1-3-15,0-6 3 0,-6 4-5 0,3-6 0 16,-2 2-4-16,-3-2-2 0,-4 4-5 0,2-6 0 15,-2-2-6-15,-1 2 4 0,0 1 3 0,-1 5 2 16,2 2 6-16,-4-1 4 0,2 2 11 0,-2 1-2 16,4 7 4-16,-6-10 0 0,1 9-3 0,5 1 3 15,-17 4 4-15,5 2 0 0,-1 5 2 0,-7 7 2 16,7-4-2-16,1 1-7 0,1 2-1 0,2-1-2 16,4 1-11-16,0 2-27 0,5 0-36 0,3 0-44 15,-1 0-64-15,7-2-68 0,7 2-265 0,-2-6-552 16,1 1 244-16</inkml:trace>
  <inkml:trace contextRef="#ctx0" brushRef="#br0" timeOffset="26179.15">26000 3905 182 0,'0'0'267'0,"-2"19"-4"0,2-19-18 0,-4 13-10 15,2-3 0-15,0 0-8 0,1 2-16 0,-1-1-18 16,2 0-16-16,0-3-19 0,0-1-17 0,0 1-11 16,0-8-10-16,0 11-4 0,0-11-11 0,0 8 1 0,0-8-2 15,0 0-1-15,0 0 4 0,0 8 4 0,0-8-1 16,0 0-12-16,0 0-11 0,0 0-10 0,0 0-5 16,7-23-11-16,-7 15 13 0,4-3-17 0,-2-1-11 15,3 0-7-15,0-4-14 0,2 0-5 16,1-2-4-16,3 1-6 0,3-6-14 0,-1 3-1 15,3-2-4-15,-3 7-7 0,4-6-7 0,2 3 2 0,-3 7 3 16,-3 3 1-16,-1 2 0 0,-3 2-2 0,0 3 3 16,-9 1 0-16,12 0 1 0,-12 0-7 0,13 7 10 15,-9-2-4-15,1 3 15 0,4 8 5 16,-5 0-1-16,-3 1 5 0,3-2-8 0,-4 2 4 16,4-2 6-16,-4 5-2 0,0-2 1 0,4 1-26 15,-3-2-39-15,1 0-48 0,0-1-68 0,-2-5-84 0,9 0-69 16,-6-1-209-16,3-4-577 0,-6-6 257 15</inkml:trace>
  <inkml:trace contextRef="#ctx0" brushRef="#br0" timeOffset="26479.79">26546 3520 92 0,'1'-9'352'0,"-1"-2"-4"15,2 6-10-15,0-3-18 0,-2 8-14 0,0-9-35 16,0 9-24-16,0 0-46 0,0 0 0 0,0 0-20 16,0 0-16-16,0 0 3 0,6 33 1 0,-4-5-4 15,-2 5-12-15,1 0-10 0,1 0-7 0,-2 2-10 16,3 1-4-16,-3 12-15 0,-3-14-5 0,6-1-5 16,-6-1-9-16,6-1-8 0,-3-4-6 0,0-2-10 15,-3-5-3-15,3-1-7 0,3-4-10 0,1 1 4 16,-4-4-6-16,2-1-3 0,1-2-11 0,1 0-15 15,-2 0-6-15,-2-9-25 0,9 11-17 0,0-5-38 16,0-4-35-16,-2-1-58 0,5-1-39 0,-12 0-49 16,23-4-52-16,-6-3-43 0,-6 2-258 0,5-5-657 15,-3-1 291-15</inkml:trace>
  <inkml:trace contextRef="#ctx0" brushRef="#br0" timeOffset="26650.98">26450 3723 3074 0,'-18'-6'139'0,"2"3"-68"16,2-1-27-16,3 1-29 0,11 3 0 0,-16-1 0 16,16 1 13-16,-11-4 2 0,11 4 1 15,0 0-9-15,-6-1 4 0,6 1-8 0,0 0 1 0,42-4-12 16,-10 3-31-16,7-3-46 0,14 0-56 0,3 1-80 16,3 0-86-16,-5-4-181 0,-3-2-513 0,-12 3 228 15</inkml:trace>
  <inkml:trace contextRef="#ctx0" brushRef="#br0" timeOffset="29082.33">27110 4078 97 0,'2'-4'323'0,"-2"4"-29"16,4-8-33-16,-4 8-26 0,2-7-26 0,-2 7-16 15,0 0-22-15,2-8-17 0,-2 8-21 16,0 0-9-16,0 0-35 0,0 0-46 0,2-6-55 15,-2 6-45-15,0 0-44 0,0 0-42 0,13 10-54 16,-9-5-106-16,6 3-328 0,-1-2 145 0</inkml:trace>
  <inkml:trace contextRef="#ctx0" brushRef="#br0" timeOffset="30411.96">6966 5014 232 0,'-3'-19'279'0,"1"0"-25"0,-1 3-11 15,2-1-12-15,0 4-5 0,-1 1 0 0,1 0-9 16,0 2 6-16,1 2-28 0,0 8-13 0,-2-9-14 16,2 9-21-16,0 0-20 0,0-13-16 0,0 13-10 15,0 0-14-15,0 0 8 0,0 0-15 0,21 19-5 16,-11-2-2-16,7 9-5 0,1 2-6 0,0-1-8 15,2 4 1-15,-1-4-7 0,-3 2-4 0,1-1-8 0,0-2-3 16,0 0 7-16,-3-3-14 0,1-1 2 16,-1 1-3-16,-4-8 3 0,-1 1-3 0,0-4-4 15,0 3-1-15,-2-4-5 0,0-2 3 0,-2-3 0 16,1 2-6-16,-3-1 1 0,-3-7 5 0,7 8-11 16,-7-8 7-16,0 0 5 0,6 9-1 0,-6-9-1 15,0 0 1-15,0 0-6 0,0 0 2 0,13-17 1 16,-9 5-5-16,5-5 3 0,-6-1-1 0,5-6-9 15,-1-2 4-15,-1-1 2 0,2 0-5 0,-1-1-1 16,1-3-9-16,-2 1 13 0,4-1-22 0,-2 0 1 16,-1 4 3-16,-1-2-7 0,3 4-5 0,0 2-5 15,-5 5-4-15,0 7-13 0,0-1-25 0,-2 5-29 16,1-1-34-16,0 3-36 0,-3 5-10 0,0 0-14 16,0 0-18-16,21 10-17 0,-7 3-7 0,-5 3-26 15,1 10-158-15,0 0-453 0,-2 2 201 0</inkml:trace>
  <inkml:trace contextRef="#ctx0" brushRef="#br0" timeOffset="30661.96">7771 5149 116 0,'0'0'297'0,"-2"-10"2"0,2 10-7 0,-6-10-7 16,6 10-6-16,-9-4-6 0,9 4-9 0,-14-5-16 15,14 5-26-15,-14-1-12 0,14 1-23 0,-16 5-16 16,3 2-13-16,-2 1-16 0,-1 3-7 0,2 2-14 16,1 1-15-16,1 1-9 0,-2 1-21 0,-1 5 3 15,5-3-7-15,4-1-14 0,1 1 1 0,2 2-14 16,3-3-30-16,2 1-36 0,3-2-35 0,2 0-40 16,5 1-41-16,-1-3-55 0,7-3-55 0,8-3-55 15,-2 2-241-15,3-3-587 0,2-5 259 0</inkml:trace>
  <inkml:trace contextRef="#ctx0" brushRef="#br0" timeOffset="30894.38">8180 5100 199 0,'-13'-4'262'0,"6"4"-3"0,-4 5-2 0,0 0 1 0,-5 3-4 16,0 2-1-16,0 3-6 0,1 0-13 0,0 1-11 15,-4 4-9-15,7-1-25 0,0-1-12 0,1 1-18 16,2-3-20-16,0 3-11 0,4-2-6 0,1 2-18 16,2-6-8-16,2 1 4 0,2 2-28 15,2 0-14-15,3-4-28 0,3-1-35 0,3 4-33 16,3-2-48-16,1-4-45 0,5 0-71 0,6-2-65 0,-2-2-285 16,-6-1-596-16,1-4 265 0</inkml:trace>
  <inkml:trace contextRef="#ctx0" brushRef="#br0" timeOffset="31071.51">8612 5153 2546 0,'4'0'282'0,"-4"0"-141"0,7-4-78 0,-7 4-34 0,6-4-6 16,-6 4-9-16,7-4-1 0,1 1-3 15,-2 1-2-15,2 0-3 0,1 0-3 0,5-2-18 16,-2 3-26-16,1 1-37 0,-1 0-54 0,2-2-50 15,-1 2-49-15,-4 2-177 0,-9-2-443 0,13 1 197 16</inkml:trace>
  <inkml:trace contextRef="#ctx0" brushRef="#br0" timeOffset="31223.6">8635 5238 233 0,'0'0'259'15,"-6"5"-16"-15,6-5-7 0,0 0-11 0,0 0-9 16,0 0-12-16,-8 7-11 0,8-7-23 0,0 0-6 15,0 0-27-15,0 0-18 0,23 7-31 0,-10-7-35 0,4 0-48 16,4 0-64-16,7-3-80 0,4 0-85 16,-10 1-131-16,10-2-382 0,-3-1 169 0</inkml:trace>
  <inkml:trace contextRef="#ctx0" brushRef="#br0" timeOffset="31813.37">9771 4992 52 0,'1'-9'291'0,"-1"9"-12"0,0 0-4 0,0 0-9 16,0-10-10-16,0 10-11 0,0 0-12 0,0 0-13 16,0 0-20-16,0 0-7 0,0 0-31 0,3-7-22 15,-3 7-8-15,0 0-21 0,0 0-9 0,0 0-5 16,5 19 16-16,-5-9-19 0,0 6-10 0,0 1 2 15,0 2-9-15,-1 1 2 0,1 5 0 0,-3 1 0 16,3-1-3-16,-1-5-12 0,0-1 2 0,-2-2-8 16,2 4-8-16,0-3 1 0,-1 1-14 0,0-1 9 15,3-4-8-15,-2-1-9 0,1-1-1 0,-2 1 5 16,4-3-10-16,-4 0 8 0,4 0-4 0,-2 0-11 16,0 0-10-16,0-10-20 0,1 12-36 0,-1-12-24 15,0 10-28-15,0-10-38 0,0 9-30 0,0-9-37 16,0 0-36-16,0 12-36 0,0-12-38 0,-3 8-188 15,3-8-547-15,0 0 242 0</inkml:trace>
  <inkml:trace contextRef="#ctx0" brushRef="#br0" timeOffset="32232.86">10037 5109 73 0,'6'-7'218'0,"5"1"-3"0,-4-1-5 0,2 3-9 15,3-2-13-15,-2 1-12 0,1 3-12 0,0 0-15 16,0 2-13-16,-1 0-8 0,2 0-4 0,-2 4-9 16,0 1 2-16,1 1-6 0,-1 1-5 0,-3 3 6 15,0-1-1-15,-1 3-4 0,-1-1-12 0,-2 1-9 16,-1 3 3-16,-3-2 2 0,-2 2-15 0,0 2-10 15,-6-2-2-15,0-2-8 0,-1 2-10 0,-4-1-9 16,1-2-11-16,-1-1-8 0,0-1-13 0,-3-2-1 16,7-1 1-16,-2-4-8 0,1 4 8 0,2-5 1 15,9-2-3-15,-18 1 3 0,18-1 0 0,-10 1 2 16,10-1-5-16,0 0 8 0,-14-4-4 0,14 4-1 16,0 0 2-16,-9-7 6 0,9 7-1 0,0 0-2 15,0 0-5-15,0 0 2 0,0 0-4 0,0 0 3 16,0 0-2-16,0 0-4 0,0 0-1 0,36 0 0 15,-24 3-1-15,1 1 5 0,0 3-1 0,4-3 0 16,2 2-24-16,-1 3-35 0,2-3-39 0,2 1-53 16,-3-1-59-16,3 0-51 0,3 3-223 0,-6-4-521 15,-2-3 231-15</inkml:trace>
  <inkml:trace contextRef="#ctx0" brushRef="#br0" timeOffset="32601.2">10506 5089 99 0,'1'-6'286'0,"1"0"3"0,-2 6-15 0,2-8-15 16,-2 8-30-16,4-6-17 0,-4 6-22 0,0 0-17 0,0 0 5 16,0 0 11-16,19 14-11 0,-11-3-7 0,2 7 5 15,1 4-19-15,1 0-4 0,-1 2-13 0,0 1-14 16,-4-8-18-16,5 7-10 0,-4-5-2 15,-1-2-7-15,0 0-13 0,1 0-4 0,0-4-2 0,-3-2-8 16,2 1-3-16,-3-5-14 0,1 1-1 0,-5-8-1 16,5 11-1-16,-5-11 9 0,4 9-8 0,-3-4 25 15,-1-5 5-15,4 3 14 0,-4-3 9 0,0 0-5 16,0 0-11-16,10-12-10 0,-2 2-5 16,1 0-6-16,0-5-6 0,2-2-6 0,-1 3-4 15,3-11-4-15,0 2-13 0,0 0-1 0,3-1-8 0,0 1-11 16,0 0-3-16,-2 3-14 0,-1 4-12 0,-4 0-11 15,0 1-9-15,1 1-23 0,-4 3-35 0,1 3-29 16,-1-2-42-16,-3 3-42 0,3 0-62 0,-1 2-61 16,-5 5-333-16,0 0-725 0,0 0 320 15</inkml:trace>
  <inkml:trace contextRef="#ctx0" brushRef="#br0" timeOffset="33244.14">12305 5166 115 0,'2'-9'342'0,"0"3"-8"0,-2 6-25 0,0-10-13 15,0 10-17-15,2-9-14 0,-2 9-22 0,2-5-22 16,-2 5-18-16,0 0-20 0,0 0-23 0,0 0-11 0,0 0-19 16,0 0-5-16,0 0 14 0,0 0-14 0,3 24-1 15,-6-5-12-15,1 7-5 0,-2-1-5 0,-1 6-15 16,1 2-1-16,1 1-13 0,-1-3-2 0,1-3-6 15,-1 1-12-15,2 0-4 0,0-2-1 16,0-8-28-16,0 5-23 0,1-7-32 0,1 1-29 0,0-2-40 16,0-4-37-16,0 0-52 0,0 0-56 0,0-3-43 15,0 0-59-15,-3-2-180 0,3-7-574 0,0 11 253 16</inkml:trace>
  <inkml:trace contextRef="#ctx0" brushRef="#br0" timeOffset="33577.51">12351 5065 11 0,'16'-9'174'0,"0"1"-9"0,2 5 2 16,-2 0-6-16,-2 3-5 0,-2 0-3 0,1 3-9 0,-1 0-7 16,-1 2-3-16,-1 2-1 0,-1 0-4 0,-1 3-6 15,-3-1-16-15,-3 3-4 0,0-1-8 0,-2 7-5 16,-6-4-9-16,-1 2-6 0,-2 0-14 15,-2-3-3-15,2 0-9 0,-4-1-2 0,-1 0-9 16,1-2-5-16,-2-2-6 0,1 1-1 0,2-5-4 0,3 2 0 16,0 0-2-16,2-4-1 0,0-1 8 0,7-1-9 15,-10 5-3-15,5-4 3 0,5-1 1 0,-8 3 2 16,8-3-2-16,0 0 1 0,-6 4-9 16,6-4-1-16,0 0 0 0,0 0-2 0,2 11-2 15,-2-11 1-15,12 14-2 0,-4 0 3 0,3-1 0 16,3 3-8-16,5 4-26 0,-2-2-23 0,4-1-34 0,-8-4-42 15,3 0-40-15,1 0-37 0,0 0-188 0,-4-1-423 16,3-2 187-16</inkml:trace>
  <inkml:trace contextRef="#ctx0" brushRef="#br0" timeOffset="33780.87">12733 5449 121 0,'3'-6'308'0,"-3"6"-9"15,0 0-14-15,0 0-8 0,0 0-13 0,0 0-15 16,0 0-20-16,0 0-6 0,0 0-11 16,0 0-8-16,0 0-3 0,2 23-21 0,-4-12-16 0,-3 5-16 15,1-4-13-15,3 4-9 0,-1 1-15 0,-2 2-20 16,2-2-45-16,2-2-52 0,-2 1-57 16,-1 0-61-16,3-3-71 0,0-1-72 0,3 3-270 15,-1-4-581-15,2-2 257 0</inkml:trace>
  <inkml:trace contextRef="#ctx0" brushRef="#br0" timeOffset="33980.01">13319 5321 3261 0,'6'-2'211'0,"-6"2"-136"0,8-5-52 16,-8 5-56-16,5-7-22 0,-5 7 7 15,8-2 6-15,-8 2 10 0,10-3 5 0,-4 3 0 16,-6 0-10-16,18 0-35 0,-8 2-33 0,2-2-37 16,3 2-42-16,-2 1-37 0,1-1-204 0,-4-1-459 0,3 1 204 15</inkml:trace>
  <inkml:trace contextRef="#ctx0" brushRef="#br0" timeOffset="34138.57">13362 5429 273 0,'0'0'276'0,"-6"3"-14"0,6-3-9 0,0 0-8 16,-8 9-6-16,8-9-22 0,0 0-14 0,-2 3-26 16,2-3-16-16,0 0-15 0,0 0-16 0,0 0-25 15,16 6-36-15,-3-6-40 0,6 0-49 16,-2-1-64-16,6-1-72 0,6 0-70 0,-2 1-158 0,5-2-415 16,-5-4 185-16</inkml:trace>
  <inkml:trace contextRef="#ctx0" brushRef="#br0" timeOffset="34400.71">14074 5159 101 0,'0'-6'326'0,"0"6"5"0,2-9-8 16,-2 9-8-16,0 0-17 0,3-8-30 15,-3 8-23-15,0 0-22 0,0 0-28 0,0 0-18 16,0 0-12-16,0 0-11 0,8 17 2 0,-8-2-1 15,6 2-4-15,-6 8-12 0,4-1-12 0,-4 1-9 0,4 1-10 16,-3 1-13-16,2 1-7 0,-3-1-5 0,1-1-9 16,-1 1-7-16,2-2-4 0,0-4-9 15,-2-1-6-15,0-1-24 0,0-1-31 0,2 1-52 16,-2-4-39-16,-2 3-46 0,2-6-53 0,0-1-42 0,-2 0-48 16,-1-1-41-16,-3 0-224 0,0-2-598 0,0-3 264 15</inkml:trace>
  <inkml:trace contextRef="#ctx0" brushRef="#br0" timeOffset="34736.75">14153 5172 19 0,'5'-11'240'0,"1"1"-11"0,1 3-12 15,-3 2-12-15,0 0-23 0,-4 5-17 0,8-5-18 16,-8 5-2-16,9 2 3 0,-9-2-4 0,10 7-6 15,-5 0-2-15,0 1-7 0,0 2-2 0,-3 1-9 0,0 0-10 16,-4 3-10-16,0 0-9 0,-1-3-10 0,-6 3-10 16,2 4-9-16,-4-3 0 0,0 1-12 15,-1-1-5-15,0-3-8 0,-5-1-9 0,4 1-10 16,1 1-7-16,4-10 5 0,-1 4-5 0,4-3 0 16,-4-1-4-16,5 0 6 0,4-3 4 0,-9 8-7 0,9-8 3 15,-5 3 0-15,5-3 10 0,0 0-3 0,0 0-2 16,0 0 0-16,0 0-3 0,0 0 7 0,0 0-9 15,0 0-2-15,20 5-1 0,-12-3 0 0,0-1-4 16,1 5-2-16,0 0-2 0,3-1-21 16,0-1-54-16,-2 3-43 0,1 0-57 0,0 1-56 0,1 3-244 15,-4-4-514-15,3 2 227 0</inkml:trace>
  <inkml:trace contextRef="#ctx0" brushRef="#br0" timeOffset="35034.32">14346 5441 173 0,'6'-5'283'16,"-1"1"0"-16,-5 4-2 0,12-5-3 0,-7 2-11 15,-5 3-19-15,14 0-18 0,-14 0-12 16,17 1-5-16,-9 3-23 0,1 1-7 0,-1 0-20 16,3 1-11-16,-5 2-3 0,2 0 0 0,-5 1-14 0,4 1-8 15,-5-1-3-15,0 3-8 0,-4 0-4 0,2-2-3 16,-4 4 0-16,-1-2-7 0,1 3-3 0,-5-4-6 15,2-1-6-15,-3-2-11 0,2 1-5 0,-1 0-4 16,0-1-7-16,2-2-4 0,0 1-8 16,1-2-6-16,2 0-4 0,4-5-8 0,-5 9 1 0,1-5-9 15,4-4 4-15,-5 8-1 0,5-8-20 0,0 7-35 16,0-7-30-16,9 7-45 0,0-5-46 0,4 0-50 16,8-4-60-16,10 0-77 0,0-3-62 0,-1-2-221 15,1-2-673-15,2 0 298 0</inkml:trace>
  <inkml:trace contextRef="#ctx0" brushRef="#br0" timeOffset="35253.49">15146 5360 2973 0,'0'0'218'0,"-5"-4"-120"0,5 4-48 0,0 0-9 0,-9-3 10 16,9 3 23-16,0 0 10 0,0 0 7 0,0 0 0 15,0 0-2-15,0 0-4 0,0 0-2 0,0 0-8 16,0 0-14-16,0 0-3 0,24-5-7 16,-5 4-19-16,1-1-33 0,1-1-36 0,0 1-43 0,-2 0-53 15,0 4-67-15,-7-1-63 0,0-1-63 0,-4 1-219 16,-8-1-589-16,0 0 261 0</inkml:trace>
  <inkml:trace contextRef="#ctx0" brushRef="#br0" timeOffset="35410.16">15104 5502 135 0,'0'0'279'0,"-5"7"-6"0,5-7-6 0,-1 5 5 0,1-5-11 15,0 0-16-15,0 0-18 0,19 2-24 16,-10-2-20-16,10 0-18 0,0-1-27 0,3-1-41 16,-1-2-53-16,7 1-67 0,-1-2-73 0,3-3-88 15,-8 4-231-15,4-2-449 0,0 0 199 0</inkml:trace>
  <inkml:trace contextRef="#ctx0" brushRef="#br0" timeOffset="37212.8">15955 5232 14 0,'-2'-11'312'0,"0"3"-13"0,0 1-12 15,2 7-8-15,-3-9-7 0,3 9-19 0,-1-8-15 16,1 8-17-16,0 0-16 0,-1-9-11 0,1 9-27 16,0 0-8-16,0 0-25 0,0 0-6 15,0 0-4-15,0 0-1 0,0 0-11 0,0 26-7 0,2-9 2 16,-2 1-5-16,1 7-8 0,1 5-10 0,-4 1-4 16,2-5-10-16,3 3-5 0,-4-3-5 0,1 2-12 15,0-3 4-15,-2 0-7 0,4 0-4 16,-1-7-7-16,-2 2-13 0,1-2-42 0,1-2-46 0,-1 3-36 15,0-3-34-15,1 0-38 0,-2 0-42 0,1-3-42 16,3-2-48-16,-2 1-234 0,0-5-586 0,0 0 260 16</inkml:trace>
  <inkml:trace contextRef="#ctx0" brushRef="#br0" timeOffset="37559.53">16197 5377 64 0,'1'-10'287'0,"0"3"-22"0,-1 7-23 0,3-9-15 0,-3 9-17 16,2-4-10-16,-2 4-13 0,0 0-9 0,0 0-6 16,0 0-5-16,0 0-9 0,-9 19-4 0,4-3-14 15,0-5-12-15,0 7-16 0,-1-2-9 0,2-1-6 16,0-2-11-16,4-2 1 0,-1 1-26 0,1-1 1 16,0 1-14-16,2-2 7 0,2 0-3 0,-1 2-11 15,2-4-4-15,2 0-2 0,4-1-3 0,-2-2-6 16,2 2 3-16,1-4 1 0,-2 1-5 0,2-2-6 15,1-1 5-15,-2-2-12 0,3 0 1 0,-1-2-2 16,-2-1 4-16,-1-2 0 0,0 0-5 0,1-2 3 16,-1-1 0-16,-4-2-7 0,1 0 8 0,0-1-3 15,-3-3-3-15,-3 3 0 0,-1-4-2 0,-1 0-10 16,-2 0-10-16,-2 2-15 0,-3-2-12 0,0 4-7 16,-1-1-5-16,-1 4-6 0,-4-1-17 0,3 6-16 15,-1-1-21-15,-3 5-25 0,2 0-24 0,-6 5-30 16,6-2-40-16,-2 4-41 0,-1 0-139 0,6-1-446 15,2 0 197-15</inkml:trace>
  <inkml:trace contextRef="#ctx0" brushRef="#br0" timeOffset="37801.25">16581 5291 2772 0,'9'-12'100'0,"-4"3"-9"0,0 0-13 16,-1 1-5-16,-1 4-5 0,0-3 4 0,-3 7 6 15,2-7 1-15,-2 7 7 0,0 0-13 0,8-7-6 16,-8 7 1-16,0 0 0 0,0 0 10 0,0 0 8 16,0 0-3-16,3 26-5 0,-3-10 2 0,0 3-7 15,0 6-2-15,-1 2-20 0,2-1 14 0,-1-7-15 16,2 8 6-16,-2-9-11 0,0 7-9 0,2-1 3 16,-3-5-7-16,1 0-35 0,1-3-43 0,1 1-47 15,0 0-47-15,-2 0-48 0,-1-2-59 0,1-4-61 16,0 2-305-16,-1-3-662 0,1-2 293 0</inkml:trace>
  <inkml:trace contextRef="#ctx0" brushRef="#br0" timeOffset="38089.29">16897 5273 216 0,'2'-5'233'0,"-2"5"-22"16,0 0-16-16,0 0-13 0,0 0-9 0,0 0-9 15,0 0-15-15,-21 18-11 0,5-4-16 0,-7 5-11 16,-1 2-13-16,1-1-7 0,3 1-9 0,-2-7-9 16,5 0-6-16,3-2-4 0,4-4-7 0,-1 0-5 15,4-3-6-15,2-2-3 0,0 2-4 0,5-5 4 16,-8 7-10-16,3-5 2 0,5-2 3 0,-4 4-3 16,4-4-4-16,0 0-1 0,-6 3-5 0,6-3 3 15,0 0-8-15,0 0-1 0,9 12-2 0,-4-8 0 16,6 1-2-16,-1 0 2 0,2 2-1 0,5 0-6 15,-2 1-25-15,4-1-36 0,0 1-43 0,0 1-51 16,1-2-40-16,0 1-49 0,-2 2-146 0,0-3-412 0,0 0 183 16</inkml:trace>
  <inkml:trace contextRef="#ctx0" brushRef="#br0" timeOffset="38486.51">17076 5634 56 0,'0'0'237'0,"15"-3"-1"0,-15 3-7 0,11-3-8 16,-6-1-12-16,5 1-15 0,0 0-16 0,0-3-14 16,3 1-14-16,-1 0-9 0,4-2-13 0,0-1-5 15,-4 3-10-15,0-2 2 0,-1 0-5 0,1 0-3 0,-2-1-5 16,-2 2 2-16,-1-3-9 0,-2 2 1 16,1-3-8-16,-1-1-4 0,-1 2 3 0,-3-3-3 15,-1-5-10-15,-1 5-9 0,1-5-1 0,-3 5-10 16,2-6 2-16,-3 1 0 0,3 0-12 0,-1 1 5 15,2 0 2-15,2 3 1 0,0 0-18 0,1 3 7 0,2-1-7 16,0 2-15-16,4-1 6 0,0 3-16 16,1-1 11-16,4 3-2 0,-2 1-8 0,5 4 4 15,0 0-3-15,-3 3 2 0,2 3-6 0,1 1-7 0,-4 3 1 16,0 5-2-16,0 8 3 0,-7-6 7 0,4 9-3 16,-6-2 2-16,0 2 6 0,-3-6-4 0,-2-1 4 15,1 1-3-15,-1-1 10 0,-1-2 1 16,0-1-3-16,0-3 3 0,0-1-6 0,1-2 3 15,-1 1-6-15,2 0 3 0,2-1-1 0,-1-2 0 16,3-1-8-16,4 0-15 0,-1-2-32 0,5-1-36 0,-1 0-42 16,7-3-52-16,-1-2-71 0,4-3-73 0,0 0-281 15,1-1-642-15,4-4 284 0</inkml:trace>
  <inkml:trace contextRef="#ctx0" brushRef="#br0" timeOffset="39881.12">18832 5463 112 0,'-1'-10'285'0,"1"10"-10"16,0 0-15-16,0-10-12 0,0 10-12 0,0 0-24 15,0 0-20-15,0 0-19 0,0 0-18 0,0 0-22 0,0 0-7 16,0 0-13-16,0 0 2 0,0 0-5 0,0 0-6 16,3 42 3-16,-3-23-1 0,0 5-4 15,0 2-5-15,0-1-5 0,0 0 4 0,-2 0-15 16,1-6-2-16,-1 2-3 0,0-4-10 0,1 0-5 0,-1 1 4 15,-2 0-13-15,3 0-3 0,-3-2-6 0,2 0-3 16,-2-1-2-16,0-1-7 0,3-4-10 0,-4 0-31 16,2 2-27-16,2-2-30 0,-2-1-28 0,1 0-34 15,-1 1-44-15,-1-3-42 0,3 0-43 16,-2 1-37-16,1-3-184 0,-6 1-519 0,5-2 230 0</inkml:trace>
  <inkml:trace contextRef="#ctx0" brushRef="#br0" timeOffset="40225.11">18878 5363 70 0,'9'-13'177'0,"1"4"-20"16,-2 2-11-16,1 1-15 0,0 3-11 0,-1 1-4 16,0 0-3-16,-8 2 3 0,14 4 13 15,-5 2 0-15,-2 1-7 0,0 3-15 0,-1 1-6 0,-4 2-3 16,2 3-7-16,-2 1-3 0,-3-1-7 0,-3 1-8 15,1 1-6-15,-7-1-6 0,1 1-5 0,-2-3-8 16,0 0-6-16,-1 1-4 0,-1-3-4 0,-1-2-6 16,-2 1-1-16,1-4 0 0,4-1-6 15,-1 0-1-15,6-4 0 0,0 1-2 0,-2-2 1 0,8-2 9 16,-9 5 0-16,4-3 1 0,5-2 9 0,-8 3 1 16,8-3 2-16,-6 4 0 0,6-4-6 0,0 0-5 15,0 0-6-15,0 0-5 0,-4 7-7 16,4-7-1-16,0 0-1 0,5 11 2 0,4-2-3 0,-2-1 0 15,3 6 0-15,2-3 2 0,1 0-32 0,4 1-32 16,0 1-36-16,-1-2-50 0,6 6-42 0,-3-8-46 16,-1 3-176-16,6-2-436 0,-3-4 192 0</inkml:trace>
  <inkml:trace contextRef="#ctx0" brushRef="#br0" timeOffset="40615.26">19408 5592 63 0,'-5'-4'274'0,"-3"1"-15"0,8 3-11 0,-13 0-11 0,13 0-18 15,-13 1-22-15,5 2-14 0,-1 3-16 0,-2 1-19 16,4 0-15-16,1 1-14 0,-2 3-10 0,4 1-10 16,0-2-12-16,3 3-16 0,0-3-10 0,2 1-11 15,3 1-9-15,1-2-15 0,3 1-3 0,-1-3-9 16,4 3-11-16,-2-4-5 0,1-1-8 0,-1 0-4 15,1-4 0-15,0 2 0 0,-3-2 4 0,0 1 0 16,0-2 5-16,-7-1 2 0,10 3 8 0,-10-3 8 16,0 0-1-16,10-3 1 0,-10 3 7 0,0 0 10 15,0 0 5-15,0 0 1 0,0 0-4 0,0-8 2 16,0 8-3-16,0 0 1 0,-15-6-3 0,15 6 1 16,-14 3 6-16,5 1 0 0,0-1 2 0,-3 1 8 15,1 3 5-15,-4 2 5 0,0 1-4 0,0 1-1 16,4-2-1-16,-1 1-2 0,2 0-4 0,1-2-4 15,2 2-8-15,1-1-5 0,-1 0-2 0,5 0-3 16,0 0-4-16,0 0-13 0,5 1-22 0,0-1-34 16,0 0-30-16,7 1-44 0,1-3-53 0,7-1-64 15,10-2-272-15,-10-1-558 0,12-2 247 0</inkml:trace>
  <inkml:trace contextRef="#ctx0" brushRef="#br0" timeOffset="40817.69">19909 5642 3173 0,'4'-8'367'0,"-4"8"-137"0,0 0-92 0,1-6-90 16,-1 6-9-16,4-5-16 0,-4 5-6 0,0 0 1 16,0 0-8-16,8-5-5 0,-8 5 5 0,16-4-11 15,-3 2-16-15,8 0-17 0,-3-1-29 0,2 2-40 16,2 1-43-16,-2-1-51 0,10 2-60 0,-11 0-41 15,-5 2-196-15,-1-1-535 0,-3 0 236 0</inkml:trace>
  <inkml:trace contextRef="#ctx0" brushRef="#br0" timeOffset="40974.5">19992 5734 87 0,'0'0'279'0,"-7"4"-29"15,7-4-11-15,-7 4-10 0,7-4-2 0,-4 4-6 16,4-4-5-16,0 0-27 0,-6 4-18 0,6-4-21 15,0 0-20-15,0 0-15 0,0 0-31 0,26 3-44 16,-11-3-49-16,5 0-52 0,2 0-69 0,7 0-58 16,0-3-186-16,-1-1-404 0,-2 0 179 0</inkml:trace>
  <inkml:trace contextRef="#ctx0" brushRef="#br0" timeOffset="41388.25">20653 5499 59 0,'1'-7'339'0,"2"1"-9"0,-3 6-12 16,2-9-16-16,1 4-20 0,-3 5-24 0,3-8-22 15,-3 8-25-15,6-4-21 0,-6 4-15 0,11 0-23 16,-11 0-7-16,20 4-20 0,-9 0-4 0,2 1-22 16,-2 0-11-16,2 0-8 0,-3 4-7 0,1-2-8 15,-1 0-6-15,-2 3-2 0,-1-2 0 0,-2 1-1 16,2-2-4-16,-5 3-6 0,-1-3 5 0,1 2-11 15,-5 0-5-15,1-1 6 0,-3 1 0 0,-2-1-4 16,1 1-9-16,-2-3-6 0,0 2-18 0,1-3 8 16,3-2-29-16,0 0 5 0,4-3-13 0,-5 8-15 15,5-8-14-15,-5 5-15 0,5-5-3 0,0 0 6 16,0 8 6-16,0-8 8 0,6 6 5 0,-1 0 3 0,4-1 3 16,0 2 6-16,2 0 5 0,-4-1-4 15,3 3 5-15,-2-2 2 0,-2 2 4 0,2-1 2 16,-3 1 3-16,3-2 2 0,-4-1 5 0,-2 0 8 15,0 2 8-15,-2-8 6 0,0 13 15 0,0-7 14 16,0-6 1-16,-7 12 1 0,-2-5-6 0,2 0 3 0,-4 1-11 16,1-4 2-16,-4 1-4 0,2 0-17 0,1-1-18 15,0-1-19-15,0 0-36 0,0-1-32 16,2 0-51-16,1 1-45 0,8-3-70 0,-16-2-235 16,16 2-536-16,-9-3 238 0</inkml:trace>
  <inkml:trace contextRef="#ctx0" brushRef="#br0" timeOffset="41630.47">21090 5502 267 0,'3'-7'368'16,"2"-3"3"-16,-3 3-3 0,2 3-8 16,-1-1-14-16,-3 5-33 0,5-6-12 0,-5 6-29 0,0 0-25 15,4-7-26-15,-4 7-16 0,0 0-6 16,0 0-5-16,0 0-16 0,5 24-7 0,-5-8-11 0,2 3-7 15,-4 0-16-15,3 6-13 0,-5 2-11 0,4-1-9 16,0-1-9-16,-1 1-7 0,2-8-10 0,-1 2-10 16,0-2-21-16,0 0-45 0,-1-2-42 15,1-3-53-15,1-1-70 0,-2 1-62 0,0 2-71 16,-1-3-78-16,2 1-353 0,-2-4-787 0,-2-3 348 0</inkml:trace>
  <inkml:trace contextRef="#ctx0" brushRef="#br0" timeOffset="41893.08">21362 5535 285 0,'0'0'291'0,"3"-6"-21"16,-3 6-21-16,0 0-13 0,0 0-21 16,0 0-15-16,0 0-14 0,-27 13-15 0,9-3-16 15,1-1-14-15,-2 4-19 0,3-1-9 0,-2 0-13 0,-1-1-8 16,5-3-13-16,5-2-4 0,-1 0-9 0,-1-1-8 15,6 1-6-15,-1-4-10 0,1 3 0 0,5-5 2 16,-5 8-6-16,5-8 1 0,0 8 1 16,0-8-3-16,5 13-2 0,1-7 0 0,-1 1-3 0,4 2-2 15,6 0-13-15,-1 1-26 0,4-2-36 0,-1 1-44 16,2-1-59-16,-1 1-65 0,4-3-59 0,-4 3-197 16,1-3-508-16,-1-1 226 0</inkml:trace>
  <inkml:trace contextRef="#ctx0" brushRef="#br0" timeOffset="42266.47">21499 5841 2568 0,'8'2'254'0,"-8"-2"-123"16,7 2-61-16,-7-2-19 0,0 0 5 0,8 1 21 15,-8-1 18-15,0 0 11 0,10-4-12 0,-10 4 5 16,16-7-1-16,-6 3-1 0,0 0-20 0,4-2 6 16,3 1-2-16,-1-2-3 0,-1 0 6 0,1 0-11 15,1-2-6-15,-2 1-4 0,-3 0 3 0,-2 1 0 16,-1 0 9-16,0-2-24 0,-3 0 12 0,2-1 0 15,-3-1-4-15,-1-1-2 0,-1-4-6 0,1 0 4 16,-1-1-10-16,-2 2 0 0,0-2-5 0,2 0 0 16,1 1-12-16,1-2-1 0,-1 2-3 0,0 1-3 15,-1 5 0-15,0-1-2 0,2 3-3 0,1-3-2 16,-1 5-4-16,2 1-3 0,-1 1-3 0,1 0 0 16,-7 4-6-16,20 0 0 0,-8 2 2 0,-2 4 0 15,-1 2-1-15,1 2-5 0,-4 2 3 0,1 2 1 16,-3 3-3-16,0 0 8 0,-1 1-2 0,-4 0 6 15,0 0-4-15,1-3 1 0,-1 4 2 0,1-2-10 16,-2-3 10-16,4-2-1 0,-2-2 1 0,1 2 0 16,3 0 0-16,2-3-1 0,2 1-11 0,-1-2-19 15,8 1-29-15,6-2-39 0,7 1-47 0,0-4-52 16,3 0-56-16,-2-1-59 0,2-3-77 0,-4 0-276 16,2-5-714-16,-8 0 315 0</inkml:trace>
  <inkml:trace contextRef="#ctx0" brushRef="#br0" timeOffset="44245.19">23765 5487 187 0,'-6'-10'271'16,"3"-1"-3"-16,1 4-3 0,-1 1-8 0,3 6-11 0,0-9-21 16,0 9-12-16,-4-8-22 0,4 8-23 0,0 0-10 15,0-9-18-15,0 9-16 0,0 0-16 16,0 0-12-16,0 0-1 0,0 0-13 0,0 0 2 16,-4 23-2-16,4-9-5 0,-1 4-4 0,-2 9-9 0,1-1-5 15,0-2-5-15,0 2-5 0,-1-7-6 16,7 6-3-16,-6-1-11 0,2-3 2 0,0-2 5 15,-4 1-8-15,3-2 1 0,2 1-4 0,1-2-15 0,0-1-6 16,-6 0-35-16,6-1-21 0,-2-2-29 0,2 3-34 16,-1-5-34-16,0 2-38 0,-1-4-35 0,1-2-27 15,1 1-22-15,-2-8-155 0,0 11-461 0,0-11 204 16</inkml:trace>
  <inkml:trace contextRef="#ctx0" brushRef="#br0" timeOffset="44579.18">23851 5395 171 0,'15'-13'166'0,"-1"0"16"15,3 3-7-15,-7 2-14 0,1 4-19 0,-2-1-11 16,-2 4-10-16,-1 0 3 0,-6 1 2 0,15 1 0 16,-11 4-6-16,3 2 0 0,-5 3-9 0,1 1-7 15,-4 1-11-15,-2 4-6 0,-2 2-6 0,-3-1-7 16,-3-1-4-16,-3 5-9 0,-2 0-8 0,3-6-3 15,3-2-6-15,-4 1-3 0,0-4-4 0,0 0-1 16,3-3-6-16,0 0-4 0,1-1-3 0,1-1-1 16,0 0-2-16,3-1 0 0,0 0 0 0,6-4-4 15,-11 3 2-15,11-3-2 0,-5 2 2 0,5-2 3 16,-5 4 2-16,5-4-7 0,0 0-3 0,0 0-6 16,-6 5 3-16,6-5-4 0,0 0 1 0,0 0-1 15,14 12-4-15,-9-5 3 0,4 1 1 0,5 3-1 16,-1 1-9-16,3-1-17 0,5 5-31 0,0-1-41 15,4-1-52-15,-1 2-54 0,-1-4-54 0,-5-2-147 16,7 1-432-16,-4-3 191 0</inkml:trace>
  <inkml:trace contextRef="#ctx0" brushRef="#br0" timeOffset="44809.88">24350 5636 264 0,'0'0'273'0,"-10"-4"-8"16,10 4-12-16,-11-1-11 0,0 2-9 0,1 4-11 16,0 0-13-16,0 0-3 0,0 3-13 0,-1 1-19 15,0 4-10-15,-2-2-13 0,3 2-17 0,2-3-9 16,3 3-12-16,-1 0-15 0,2-1-2 0,1 0-14 16,3 0-12-16,0 0-12 0,1-1-12 0,6 4-18 15,-1-5-33-15,4 1-32 0,2 0-42 0,2 2-61 16,0-5-69-16,6 1-63 0,-2-3-222 0,9 0-533 15,1-4 237-15</inkml:trace>
  <inkml:trace contextRef="#ctx0" brushRef="#br0" timeOffset="45113.29">24818 5602 208 0,'0'0'245'0,"5"-6"-28"0,-5 6-20 15,0 0-20-15,7-4-20 0,-7 4-17 0,7-3-23 0,-7 3-32 16,13 2-27-16,-13-2-48 0,13 4-39 16,-4-3-25-16,-1 5-30 0,-2-2-20 0,-1 1-11 15,-1 1 4-15,-3 0-75 0,-1-6-201 0,-1 17 89 16,-1-9 771-16,-3 0-517 0,0 1 31 0,4-2 48 16,-6-2 12-16,2 1 32 0,1-1 14 0,-2-1 14 15,3 2 11-15,3-6-2 0,-7 5 3 0,7-5-7 16,-6 6-4-16,6-6-1 0,-4 4-5 0,4-4-6 15,0 0-4-15,-4 7 1 0,4-7-4 0,0 0-4 16,9 8-5-16,-4-4-7 0,3-2-17 0,4 2-25 16,5 0-37-16,3-1-50 0,1-2-51 0,13 0-62 15,1 2-192-15,-3-4-389 0,3-2 173 0</inkml:trace>
  <inkml:trace contextRef="#ctx0" brushRef="#br0" timeOffset="45635.48">25975 5568 187 0,'0'0'260'15,"10"0"6"-15,-10 0-10 0,0 0-2 0,0 0-1 16,11-1-7-16,-11 1-9 0,0 0-6 0,0 0-14 0,0 0-12 16,0 0-5-16,0 0-12 0,0 0-6 15,0 0-21-15,0 0-4 0,-21 10-13 0,9-5-12 16,-7 1-2-16,0 1-13 0,-8-2-13 0,-1 1-11 15,1 0-5-15,-4 1-5 0,-1-2-11 0,-1-1-5 0,1 0-4 16,-4 0 1-16,1-4-5 0,1 0-6 16,-3 0-16-16,4 0 8 0,0-2-3 0,3-1-7 15,1 1-2-15,7 2 0 0,2-4-7 0,3 2 2 16,2 0-3-16,5-1 1 0,-3-1-4 0,3 4 3 16,3-3-18-16,7 3-10 0,-10-7-5 0,6 1-18 0,4-1-7 15,0 7-32-15,6-16 1 0,2 7-1 0,9-4-9 16,6-3-2-16,4-2-3 0,1 1-6 0,1 2 8 15,2 0 3-15,0-2 3 0,-3 4 1 16,3-4 7-16,-5 3 11 0,-1-1 2 0,-9 3 3 0,-1 1 5 16,-3 3 10-16,-3 2 6 0,1-2 13 0,0 4 14 15,-6-1 8-15,1 3 15 0,-5 2 7 0,9-6 3 16,-5 3-1-16,-4 3-1 0,8-2 6 0,-8 2-8 16,0 0 2-16,6-5-7 0,-6 5 12 15,0 0 3-15,0 0-9 0,0 0 11 0,5 17 1 0,-7-2 10 16,1 3 0-16,-1-1-7 0,0 3 3 0,0 7-5 15,-3-1 4-15,2 2-3 0,1-2-7 0,-2-2-2 16,2 2-5-16,2-1 2 0,-3 1-6 0,3 1-1 16,0-3-5-16,0-5 6 0,1 2-29 0,3-3-38 15,-2 0-50-15,0 2-57 0,1-3-60 0,-1 1-70 16,5-4-78-16,-5 3-296 0,1-6-703 0,-1-2 311 16</inkml:trace>
  <inkml:trace contextRef="#ctx0" brushRef="#br0" timeOffset="45880.46">26165 5425 137 0,'5'-8'428'0,"-4"-1"-34"16,2 2-17-16,1-1-38 0,-4 3-35 0,0 5-37 15,0 0-5-15,4-7-28 0,-4 7-33 0,0 0 12 16,0 0-10-16,5 27-17 0,-5-10-18 0,0 4-30 15,4 6 2-15,-6 1-12 0,2-1-13 0,0-1-13 16,-2 2-2-16,2-1-13 0,0 0-10 0,0-3-12 16,0-3-27-16,-3-3-42 0,2 0-47 0,-2-1-63 15,3 0-56-15,-4-2-67 0,-1-3-61 0,1-1-84 16,-3-1-193-16,2 0-622 0,-1-4 275 0</inkml:trace>
  <inkml:trace contextRef="#ctx0" brushRef="#br0" timeOffset="46116.53">26405 5472 2447 0,'9'-9'116'15,"-4"-1"-44"-15,-1 1-38 0,-4 3-13 0,0 6 2 16,0-10-2-16,0 10 4 0,0 0 9 0,-13 0 9 16,13 0 6-16,-19 9 4 0,5-1 1 0,1 4-3 15,-2-1 4-15,-1-1-2 0,5 1-4 0,-3 2-1 16,5-4-5-16,1-1-4 0,0 4-4 0,4-2 1 15,-3 1-2-15,5 0 4 0,-2-1-14 0,0 0 1 16,4 2-2-16,0-2 1 0,4-1-15 0,0 1-30 16,3 2-41-16,2-2-47 0,4-1-58 0,1-1-61 15,4-1-65-15,2 0-157 0,0-2-487 0,0 1 215 16</inkml:trace>
  <inkml:trace contextRef="#ctx0" brushRef="#br0" timeOffset="46457.85">26657 5779 245 0,'9'-1'242'0,"-1"-3"-9"0,3 0-9 16,1-2-6-16,-1 2-12 0,3-3-15 0,-3 1-19 15,7-3-14-15,-1-1-17 0,0 0-9 0,-2-1-12 16,1 0-12-16,-1-1-9 0,0 0-8 0,-2 0-7 16,-3-2-2-16,0-1-7 0,-3-2-5 0,1-1-8 0,0 0-3 15,-4 0 8-15,1 0-4 0,-1 0-1 16,0 2 0-16,0 0-3 0,-3 2 9 0,1 2 11 15,0 5 11-15,0-1-8 0,1 2-11 0,-1-1-5 16,3-2-7-16,1 5-4 0,1 2-11 0,2 0-7 16,5 2-1-16,-2 0-16 0,5 4 6 0,0 5-12 15,1 1 11-15,-4 2-2 0,2 2-10 0,-5 2 1 16,1 2-3-16,-4 5 1 0,-1 1 5 0,-1-1 2 16,-1-4 18-16,-4 2 3 0,-2-3-7 0,4-2 1 15,-3-4-3-15,0 1-3 0,0 0 1 0,0-1-2 16,2-1 3-16,0 0-5 0,4 0-28 0,-1-1-32 15,4-2-44-15,0 0-64 0,2-1-74 0,10-1-86 16,8-1-321-16,2-2-675 0,1-3 299 0</inkml:trace>
  <inkml:trace contextRef="#ctx0" brushRef="#br0" timeOffset="49711.67">7273 6548 294 0,'-2'-10'322'0,"2"0"-12"0,0 0-16 0,-1 3-7 16,1 7-13-16,-1-9-12 0,1 9-13 0,0 0-24 0,0-10-3 16,0 10-38-16,0 0-29 0,0 0-5 15,-1-9-18-15,1 9-12 0,0 0-12 0,0 0-2 16,0 0-2-16,-2 27-10 0,1-10-5 0,-2 8-4 16,2-1-13-16,-3 2-9 0,3 1-1 0,-3 1-9 15,0-3-5-15,1 3-8 0,-1 0-2 0,1-1-1 0,1 0-26 16,0 1-32-16,0-3-49 0,2-5-36 15,-3-2-43-15,-1 6-41 0,-2 0-39 0,2-9-56 0,0 2-48 16,-2-2-186-16,1-3-560 0,-2-3 248 16</inkml:trace>
  <inkml:trace contextRef="#ctx0" brushRef="#br0" timeOffset="49986.14">7049 6586 2458 0,'17'-23'52'0,"0"1"-34"0,0 8-18 16,2-2 1-16,0 7 3 0,-2 2-6 0,3 2-4 16,9 2 9-16,-8 3 0 0,0 3 13 15,2 0 7-15,2 6 13 0,-4-1 11 0,3 3-1 16,-1 4 2-16,-5-1-3 0,0 3-4 0,1 2 2 16,-5 3-5-16,-3 2-4 0,-1-1 1 0,0 0 0 0,-3 1-7 15,-5 3 1-15,-4-2-4 0,-3-5-4 16,-1 5-3-16,-4 0-1 0,-4-2-3 0,0 0-6 0,-4-1-12 15,-3 1-8-15,0-7-4 0,-5 0-18 16,0-2-11-16,0 2-18 0,1-5-20 0,-3-3-20 0,3-1-24 16,3-4-21-16,3 1-21 0,-2-2-25 15,2 0-170-15,0-2-393 0,0-3 173 0</inkml:trace>
  <inkml:trace contextRef="#ctx0" brushRef="#br0" timeOffset="50343.05">7335 7079 79 0,'14'-1'197'0,"4"-4"-6"0,0-1-13 0,1-2-8 0,7-1-9 16,2-1-13-16,0-2-5 0,1-1-8 15,0 3-8-15,-3-3 0 0,-1-1-9 0,0 0-7 0,-2 1-2 16,-5 4-9-16,-1-2-1 0,3-6 5 15,-6 4-2-15,2-2-2 0,-5 1 2 0,3-1 2 16,-5 0-5-16,1-3-1 0,-1 4-3 0,-4-3-4 0,-1 6 1 16,-1-1 11-16,-1 1 8 0,0 2 0 0,-2 1-2 15,0 1 12-15,0 7-7 0,-3-13 4 0,3 13-8 16,-3-9-6-16,3 9-25 0,-6-5 2 0,6 5-7 16,-13 2-10-16,4 3-7 0,-4 7-2 0,0-1-9 15,-7 8-4-15,6-3-8 0,-2 4 0 0,4-3-25 16,3 1-22-16,4 0-22 0,1-1-40 0,3 1-20 15,3 1-42-15,1-3-42 0,2-1-42 0,2-1-60 16,5 0-40-16,0 0-246 0,1-4-613 16,3-2 271-16</inkml:trace>
  <inkml:trace contextRef="#ctx0" brushRef="#br0" timeOffset="50575.07">8092 6559 4 0,'1'-14'320'0,"0"3"2"0,2 2-8 0,-2 3-7 16,0 0-21-16,-1 6-21 0,2-7-26 0,-2 7-29 15,0 0-14-15,0 0 1 0,0 0-3 0,4 21-8 16,-6-2-19-16,0 8-8 0,0 0-27 0,1 1-8 16,-3 3-16-16,4 1-7 0,-2 0-7 0,-1-3-10 15,3 2-7-15,-1 3-11 0,1-3-17 0,0 0-38 16,1-4-51-16,-2-2-49 0,0-5-55 0,-3 4-60 15,4-6-67-15,0 0-65 0,-4-4-186 0,2-1-565 16,-1-1 250-16</inkml:trace>
  <inkml:trace contextRef="#ctx0" brushRef="#br0" timeOffset="50752.7">8028 6751 37 0,'10'-1'155'0,"-2"1"-37"15,6-2-47-15,3 1-48 0,2-1-59 0,-1 4-26 16,1-1-66-16,0 2 29 0</inkml:trace>
  <inkml:trace contextRef="#ctx0" brushRef="#br0" timeOffset="51276.66">8255 7069 159 0,'0'0'221'0,"0"0"1"0,22-14-3 0,-14 8-8 0,1-2-2 16,5-2-20-16,0 0-14 0,1-2-11 0,-1 0-12 16,3-2-9-16,-3 1-8 0,1-1-9 0,3-4-10 15,-3 5-11-15,3-6-7 0,-5 2-11 0,-1 2-6 16,2-6 1-16,-4 6-7 0,-1 0-6 0,1-3 1 15,-4 1-12-15,-2 5 6 0,0-3-6 0,-1 4 14 16,-2 0 2-16,-1 1 4 0,0 1 16 0,0 9 13 16,-5-12-32-16,0 6 16 0,1 3-3 0,-5-1-15 15,-1 4-3-15,-2 1-5 0,-6 3-3 0,-1 2-13 16,1 4-15-16,-7 6 2 0,3 2-1 0,1-1-9 0,8-3 3 16,1 0-4-16,3 4 0 0,2 0-12 15,0-4 10-15,4 4-7 0,1-2-5 0,3 2 9 16,4 0-7-16,1-2-5 0,2-1-9 0,4 0-8 15,-1-2-9-15,7-4-11 0,8 3-6 0,-9-4-2 16,2-1-8-16,1-3-6 0,-1 0-4 0,-1-4-5 0,-1 0 4 16,-2 0-3-16,-3-4 2 0,0 2 3 15,-1-5 7-15,-1 1-6 0,0-1 5 0,0-2-1 16,1-5 7-16,-3-1 5 0,-1-1 3 0,-2 3 4 16,0-3 7-16,0-4 0 0,-1 4 0 0,4-3 2 0,-3 2-2 15,0-1 6-15,-1 1 0 0,0 4 0 16,-1-2 11-16,1 5 4 0,1 0 2 0,-2 6 3 15,-1-2-3-15,-2 6 2 0,4-7-8 0,-4 7 1 0,5-4 2 16,-5 4 0-16,0 0 15 0,0 0 9 16,12 17 8-16,-6-4 0 0,-2-2 1 0,0 4 3 0,0 1-8 15,-2 2-6-15,0 1-4 0,0 6 7 0,-2-7-28 16,0-1-34-16,-1 3-51 0,1-4-58 0,-3 2-75 16,3-2-55-16,-2-3-214 0,0-2-534 0,1-1 237 15</inkml:trace>
  <inkml:trace contextRef="#ctx0" brushRef="#br0" timeOffset="52064.92">8879 6820 226 0,'0'0'294'0,"0"0"-26"15,3-6-19-15,-3 6-4 0,0 0-7 16,0 0-5-16,0 0-15 0,8 21-13 0,-6-11-18 0,-1 2-15 15,2-1-13-15,-3 7-17 0,2-2-12 0,0-3-13 16,-1-3-7-16,0 3-13 0,-1-4-14 0,1 3-4 16,-1-6-6-16,2 2 0 0,-2-8-13 0,0 10 5 15,0-10 12-15,0 8 19 0,0-8 4 0,1 6 8 16,-1-6 13-16,0 0-7 0,0 0-9 0,0 0-13 16,0 0-15-16,0 0 3 0,0 0-6 0,-9-25-17 15,8 14-7-15,1 0 0 0,0-4-14 0,2-2-13 16,3-1-6-16,2-6-10 0,0 5-2 0,5-3-20 15,-3 2 4-15,6 0-2 0,-5 6-5 0,2 1 4 16,-2 2 1-16,-2 4-4 0,1-1-14 0,0 3 13 16,-3 1-1-16,-1 3 7 0,-5 1 1 0,19 6-5 15,-11-2 8-15,2 5-2 0,-1 1-4 0,1 3 10 16,-1 2 10-16,0 11 3 0,-2-9-13 0,-4 2 15 16,0 8 4-16,0-9-3 0,-1 1-1 0,-1-3-2 15,1-3 2-15,-2-2-3 0,0 1 1 0,1-2 12 16,0-4-8-16,1 2-2 0,-2-8 4 0,-2 10 1 15,2-10 7-15,0 0-4 0,0 10 0 0,0-10-3 16,0 0 3-16,0 0-5 0,0 0-2 0,0 0-2 16,0 0-14-16,0 0-5 0,0 0-3 0,0 0 1 15,0-34-9-15,4 22-9 0,1-3-12 0,3 0-2 16,1-1-9-16,2-1-6 0,1 2-3 0,-1-2 2 16,0 1 0-16,3 5 0 0,-3-1 7 0,-1 3 3 15,-2-2 18-15,1 6-13 0,-1 0 3 0,-2 1 1 16,2 0 8-16,-2 4 0 0,-6 0 6 0,13 2 1 15,-7 2 5-15,1 3 2 0,-2 2 5 0,0 1 8 16,-2 3 2-16,0 2 5 0,2 0-3 0,-3 0 0 16,0 1-2-16,2 0 3 0,-3-6 4 0,2 3-2 15,1-1 1-15,-2-2-1 0,5-1 2 0,-3-3 0 16,-1 1-5-16,2-1 10 0,2-3-2 0,1-1-5 16,-3 1 1-16,6-3 3 0,-1 0-3 0,1-4 2 0,1 1-2 15,4-3-3-15,-6-2 9 0,-1 2-3 0,0-3-1 16,0 0-9-16,-3 0-2 0,2-1 15 0,-3-2 9 15,0 2-16-15,4-4 1 0,-5 3 1 16,1-4-3-16,-2 2-1 0,-2 4 15 0,1 3 9 16,0-1 11-16,-2 7 7 0,1-12 6 0,-1 12-14 0,0-8 7 15,0 8 0-15,0 0-4 0,0 0-2 0,0 0 4 16,0 0 1-16,0 0 3 0,0 0 3 16,0 0-8-16,-6 29-6 0,2-17-1 0,1-1 2 0,2 0-8 15,-2 2-20-15,2 1-31 0,1-1-48 0,0-2-61 16,-1 1-61-16,1 0-73 0,1-2-81 15,-1 2-294-15,1-2-697 0,-1-4 309 0</inkml:trace>
  <inkml:trace contextRef="#ctx0" brushRef="#br0" timeOffset="52234.75">9431 6550 89 0,'0'-8'171'0,"0"8"-56"0,2-10-41 0,-2 10-33 16,0 0-32-16,13 3-25 0,-6 5-65 0,-1 3-87 15,6 5 38-15</inkml:trace>
  <inkml:trace contextRef="#ctx0" brushRef="#br0" timeOffset="52678.97">9610 7005 34 0,'0'0'239'0,"0"0"-3"0,0 0 2 16,9-15-7-16,-6 8-10 0,2 2-15 0,-2-3-18 15,4-3-13-15,-1 1-15 0,2-4-10 0,5 1-14 16,-3 0-12-16,5-4-4 0,-3 6-5 0,2-2-10 16,1 2 4-16,-4 4-14 0,-1 0-10 0,-4 2-6 15,2 2-8-15,-2-1-8 0,6 4-6 0,-12 0-9 16,11 4 7-16,-4-2 0 0,0 5 4 0,2-1 9 15,-2 3 3-15,-1-1-1 0,-1 2-10 0,3-1 4 16,-2 1 0-16,-1 0-3 0,2 2-11 0,0-5-2 16,2 3-6-16,-1-2 0 0,0-1 0 0,2 0 3 15,0-3 7-15,2 0-10 0,1-4 1 0,0 0 0 16,5-1-12-16,3-2-6 0,-2-2 4 0,0 0-3 16,0-1-3-16,-1-1-4 0,-3 0 0 0,-3 1-13 15,3-1 8-15,-1-5 6 0,-6 2-18 0,1 0 9 16,-5-2-2-16,1 1-1 0,0-5-9 0,-4 1-6 15,0-2-4-15,-2 7 1 0,1-3-3 0,-2 2 0 16,-2 1 0-16,1 2 3 0,0 1 10 0,-1 1-16 16,0 0 11-16,4 6 4 0,-8-3 6 0,8 3 4 0,-18 6 8 15,3 1 14-15,1 3 3 0,0 0-6 16,-3 11 7-16,6-7-7 0,-1 1 4 0,3-1-9 16,3 2 1-16,1 0 4 0,1 1-19 0,3-2-30 15,4 1-54-15,3-2-44 0,0-2-68 0,0-2-91 0,15-1-89 16,-2 0-260-16,8-4-678 0,1-3 299 15</inkml:trace>
  <inkml:trace contextRef="#ctx0" brushRef="#br0" timeOffset="53318.93">11622 6661 309 0,'-7'-9'320'0,"1"2"6"0,1-2-26 0,0 5-23 16,5 4-33-16,-7-7-25 0,7 7-18 0,-11 2-18 0,11-2 0 16,-13 19-11-16,2-6-9 0,2 5-15 15,-3 4-19-15,2 2-14 0,3 1-9 0,2-6-7 16,3 7-10-16,2-5-12 0,2-3-4 0,2 1-10 16,3 0-3-16,4 3 14 0,-1-4-20 0,1-3-14 15,4 2 10-15,-1-5-11 0,6-2-3 0,-3 0-2 16,2-1-14-16,0-3 0 0,-3-2-6 0,1-2-10 15,0-4 16-15,4 1-17 0,-6-2 7 0,-1-3 4 16,-1-3 7-16,3 0-7 0,-5-2-4 0,-2-4 1 16,-2 0 2-16,0-3-3 0,-1 0 10 0,-5 0-12 0,3-8 0 15,-5 6 3-15,-2 2-11 0,0-7 3 0,-3 1 0 16,1 6 3-16,-2 2-8 0,0 1 4 16,-2 2 1-16,1 1-1 0,0 3-2 0,0 0 8 15,-1 5-30-15,0-1-16 0,-5 3-22 0,1 2-33 0,-3 1-30 16,-4 4-33-16,2 2-44 0,-11 6-58 0,10-4-41 15,-3 10-233-15,4-7-576 0,5 0 255 0</inkml:trace>
  <inkml:trace contextRef="#ctx0" brushRef="#br0" timeOffset="53596.97">12075 6557 3496 0,'7'-17'133'0,"0"-2"-49"0,0 2-30 15,-3 1-19-15,-2 4 16 0,-1 3 26 0,-1 1-12 16,0 8 18-16,3-9 0 0,-3 9-10 0,3-9-7 16,-3 9-9-16,2-4-10 0,-2 4 19 0,0 0-5 15,0 0 0-15,4 37-3 0,-4-9 6 0,0 5-9 16,-2 13-3-16,2 0-7 0,-2 1 0 0,-2 0-6 16,3-1 0-16,0 2-6 0,-1-13-4 0,1 1-1 15,1 9-5-15,1-9-7 0,-2-1 11 0,1 10-5 16,0-10-3-16,1-4-9 0,-1 2-26 0,0-2-31 15,3-5-34-15,0 0-55 0,-1 0-38 0,-2-1-35 16,0-6-39-16,2-1-48 0,0-3-41 0,-2-2-272 16,0-3-660-16,0 0 292 0</inkml:trace>
  <inkml:trace contextRef="#ctx0" brushRef="#br0" timeOffset="54406.8">12183 6700 5 0,'14'-14'263'0,"4"4"-30"16,-1 1-18-16,0 3-21 0,0 0-12 0,-3 5-10 15,3-1-8-15,-3 4-7 0,-1-2 0 0,-1 5-7 16,-1 1 1-16,-2 5-11 0,2 2-9 0,-4 2-15 16,-3 1-9-16,-2 3-12 0,-2-1-17 0,-3 2-10 15,-7 5-22-15,-6-2-15 0,1 2-14 0,-3-3-11 16,-5-2-12-16,3-2-3 0,-2-1-8 0,2-6-3 15,2-3 5-15,1-3 0 0,4-1 2 0,2-2 1 16,2 2 10-16,-2-1 9 0,4-3 3 0,7 0 0 0,-9 3-1 16,9-3-1-16,0 0-3 0,-9 2-2 0,9-2 2 15,0 0-5-15,0 0-1 0,0 0 5 16,25 4-5-16,-14-3 2 0,5 2-1 0,0 1 0 16,4-2 0-16,-1 3 7 0,8 0-5 0,1-1-2 0,-1 1 0 15,4-2 2-15,-2-2-1 0,3-2 1 0,-1-3-3 16,1-1-5-16,-3-2-6 0,-2-1-2 0,-4 1 5 15,1 2-5-15,-6-3 3 0,0 1 3 16,-6-1 1-16,0 0 2 0,0-1 6 0,-1 0 12 0,-4-1 10 16,-1 0 2-16,0-1 3 0,-2-1 9 0,0 2 4 15,-4-3-2-15,2 2 0 0,-4-1 1 0,2 0 1 16,-4-1 2-16,4 0-2 0,-5 3 1 16,3-2 5-16,-1 4 1 0,-1-1 5 0,-1 2 2 0,3 1-1 15,-2 0-4-15,4 6-5 0,-9-7-7 0,9 7 0 16,-9-5-7-16,9 5 2 0,-11 4-7 0,0 0 4 15,-3 7-5-15,1 1 2 0,3 4 4 0,-3-3-5 16,-2 10-1-16,5-5-1 0,1 8-9 0,1-3 2 16,6-1-7-16,0-2 5 0,2-1 1 0,4 4 0 15,2-3-5-15,1-2 2 0,4-2 0 0,7 4-4 16,5-7 4-16,-4-1 3 0,0-4-8 0,1-2-7 16,7 2-9-16,-7-3-1 0,3-4-4 0,6-1-2 15,-8 0-3-15,-2-6-6 0,2 2 1 0,-1-3-8 16,-3-1-10-16,2-1-1 0,-4-3 6 0,1 1 0 15,-2-3 3-15,-1 0-6 0,-2-2 2 0,-4-2 1 16,-1 0 2-16,0 2-1 0,-2-5 5 0,-2 2-1 16,-2 0 3-16,0 1 4 0,-2-1 2 0,-2 1 5 15,-4 2 12-15,2 4 2 0,3 0 3 0,-3 3 8 16,4 2 6-16,0 0 1 0,-3 3-2 0,5 4-2 16,-5-12 1-16,5 12-7 0,-4-6-5 0,4 6-8 15,0 0 1-15,0 0-10 0,0 0-1 0,11-5 4 16,-11 5 0-16,13 2 6 0,-4 0-4 0,5 0 1 15,-1 2-1-15,6 3 5 0,-6-1-1 0,1-2-3 16,-1-1 1-16,-2 5 6 0,0 0 14 0,0 0 4 16,-2 4 7-16,1-3 8 0,-4 2 8 0,1 1 5 15,-1 5-5-15,-2-3-2 0,-4-2-9 0,4 3 3 16,-4 3-18-16,-2-1-28 0,0-1-31 0,0-4-39 16,0 3-54-16,0 2-54 0,2-6-57 0,0 2-229 15,0-1-522-15,0-2 231 0</inkml:trace>
  <inkml:trace contextRef="#ctx0" brushRef="#br0" timeOffset="54784.52">13417 6802 168 0,'-10'-9'319'0,"-3"5"-20"0,-1 2-9 15,1 1-1-15,-2 3-4 0,0 2-37 0,-3 5-6 16,-1-1-16-16,2 3-13 0,-4 4-22 0,2 4-21 15,8-3-16-15,-3-1-5 0,6 1-25 0,3 1 3 16,1 2-17-16,2-2-8 0,4-1-16 0,2 3-6 16,-1-3-20-16,5-3-17 0,4 1-17 0,-1-4-36 15,2 2-12-15,-1-7-3 0,-1 0-13 0,2-1-11 16,1-3 1-16,1-2 6 0,-3 0 4 0,1-1 2 16,-3-3 6-16,0 1 7 0,-5-2 6 0,3-3-5 15,-3 0 8-15,0-1 11 0,-1-1 6 0,3-7-4 0,-5 3 2 16,2 0 0-16,-3 2 0 0,1 2 18 0,0 1 13 15,0 0 6-15,0 3 12 0,1 0-2 16,-3 7-7-16,3-9-4 0,-3 9-3 0,0-8-3 16,0 8-7-16,0 0 6 0,0 0 9 0,0 0-1 0,0 0 4 15,4 21 2-15,-4-8-9 0,0-1 5 0,0 1-14 16,0 4-16-16,4 0-39 0,-2-1-39 16,1 0-48-16,-3-2-69 0,4 1-69 0,2 0-66 0,2-4-227 15,-2-1-590-15,-1-4 261 0</inkml:trace>
  <inkml:trace contextRef="#ctx0" brushRef="#br0" timeOffset="55077.44">13848 6605 296 0,'2'-12'366'0,"-2"5"-23"0,0 7-19 16,2-9-38-16,-2 9-29 0,2-10-23 0,-2 10-25 15,0 0-8-15,0 0 5 0,0 0 0 16,3 33-3-16,-3-13-15 0,-3 7-12 0,3 4-11 0,0 1-13 16,0 5-9-16,-2-3-9 0,4 0-1 0,-8 1-8 15,8-3-9-15,-2 1-12 0,0-5-3 0,2-1-12 16,0 0-9-16,2-8-9 0,-1 0-4 16,3-1-13-16,-1-3 4 0,0-4-10 0,-1 0-10 0,1 1-15 15,1-3-16-15,1-1-21 0,0 0-31 0,0-4-42 16,1 1-43-16,-1 0-45 0,2-3-33 0,1-2-49 15,-2 0-60-15,1-3-42 0,3-1-244 0,-4-1-651 16,-1-3 288-16</inkml:trace>
  <inkml:trace contextRef="#ctx0" brushRef="#br0" timeOffset="55366.55">13695 6831 3037 0,'-19'-3'183'0,"9"2"-102"16,0 1-49-16,1-2-29 0,9 2-18 0,-10-1-1 0,10 1 2 15,0 0 11-15,0 0 6 0,0 0 17 0,0 0 9 16,0 0-4-16,33 11-2 0,1-8 0 0,4 1-2 16,3-3-5-16,14-4-4 0,-1 3 1 0,-16 0-5 15,-2-2-6-15,1-1 3 0,-4-1-1 0,-3 2-1 16,-9 1-1-16,-2-2 0 0,-6 2-2 0,1 1 0 16,-5 0 6-16,-3 1 15 0,-6-1 11 0,12-2 16 15,-12 2 9-15,8 1-4 0,-8-1 6 0,7 3 2 16,-7-3 4-16,2 8 4 0,-2-8 3 0,-2 10 5 15,2 1-8-15,-2 0-6 0,0 4-6 0,-1 2-5 16,-1 0-5-16,2-2-3 0,0 1 4 0,-1 1-32 16,0 1-58-16,3-5-67 0,-1-2-63 0,1 7-69 15,0-8-74-15,-3 2-291 0,1-1-657 0,2-1 290 16</inkml:trace>
  <inkml:trace contextRef="#ctx0" brushRef="#br0" timeOffset="55540.28">14187 6721 2747 0,'0'-17'75'0,"0"4"-14"0,0 2-29 0,0 3-29 16,0 0-26-16,0 8-38 0,2-9-17 0,-2 9 2 16,0 0 9-16,0 0-17 0,0 0-31 0,11 21-36 15,-5-5-44-15,4 11-150 0,-4 1-374 0,1-1 166 16</inkml:trace>
  <inkml:trace contextRef="#ctx0" brushRef="#br0" timeOffset="55775.12">14301 7074 1 0,'0'0'293'0,"0"0"-28"16,0 0-4-16,0 0 3 0,0 0-2 0,2-23-7 16,1 14-11-16,-1-1-11 0,3-3-21 0,4-1-17 15,1-3-17-15,4 2-11 0,-1 1-16 0,2-1-5 16,1 3-10-16,-1 2 2 0,-2 3-17 0,-1 1-11 0,-1 0-21 15,-1 4-24-15,-3 1 7 0,2 1-4 0,-9 0-8 16,13 3-9-16,-4 4 11 0,-1 1-5 16,-4-1-15-16,2 6-5 0,-3-2-1 0,1 4-3 15,-4-1-10-15,3 4-18 0,-3-2-32 0,0-1-39 0,0-4-48 16,0 2-50-16,0 0-57 0,2-3-67 0,1 2-56 16,-1-6-174-16,3 1-562 0,1-4 249 15</inkml:trace>
  <inkml:trace contextRef="#ctx0" brushRef="#br0" timeOffset="56304.21">14771 6918 132 0,'0'-11'270'0,"-2"1"15"0,-2 0 19 16,-2 2 4-16,1 2-6 0,-3 3 0 0,4 0-11 0,-8 3-14 16,1-2-28-16,-3 10-15 0,3-2-19 0,-4 4-17 15,1 1-20-15,3-1-18 0,2 2-15 0,0-2-20 16,2 2-8-16,3 0-9 0,2 1-17 15,1-3-31-15,2 2 3 0,3-2-20 0,0 1-13 0,5-4-15 16,1 5-15-16,0-8-17 0,-1 1-1 0,3-3 2 16,-3 2-2-16,2-1 1 0,-2-3 7 0,-9 0-1 15,13-2 0-15,-6 0 5 0,-7 2 6 0,10-7 0 16,-6 4 6-16,-4 3 9 0,11-4 1 0,-7-2 11 16,-4 6-3-16,9-10 0 0,-8 7 9 0,-1 3-17 15,4-6 0-15,-4 6 4 0,0 0-1 0,6-4-2 16,-6 4-2-16,0 0 7 0,0 0 17 0,9 19-2 15,-7-3-15-15,0 3 18 0,1 11 5 0,-3 3 15 16,0 4-12-16,-4 12-4 0,1 2 10 0,-3 1 13 16,3 3 8-16,1-1 0 0,-2-1-3 0,0 4 5 15,4-3-4-15,0-2 0 0,-1-1 5 0,-3-6 0 16,4 3-3-16,-2-13-10 0,-1-1 3 0,1 2-6 16,0-4-3-16,-3-3-9 0,1-1-2 0,-1-3-1 15,-2-6-12-15,-1-3 7 0,-1-2-3 0,-5-3-2 16,-2-2-4-16,-2-3-5 0,-1-1 1 0,-4-5-7 15,-5-5-10-15,-1-3-9 0,-2-5-5 0,6-2-6 16,0-5-2-16,5-2-9 0,2-4-6 0,5-3-11 16,5-3-21-16,0-3-19 0,10-17-13 0,8 2-16 15,7-3-7-15,6-3-12 0,6 3-5 0,16-18-3 16,-8 23 16-16,18-15-12 0,-17 21 6 0,1 5-4 16,1-1 0-16,-2 6-8 0,1 3-19 0,-10 7-23 15,-5 0-24-15,3 5-34 0,-2 0-32 0,2-1-28 16,0 3-33-16,-9 6-196 0,7-3-565 0,-7 5 250 15</inkml:trace>
  <inkml:trace contextRef="#ctx0" brushRef="#br0" timeOffset="56797.24">15972 6606 135 0,'1'-17'332'0,"-1"8"-20"15,0-1-7-15,-1 3-10 0,1 7-11 0,1-12-27 16,-1 12-23-16,1-9-23 0,-1 9-19 0,0 0-27 15,0 0-7-15,0 0-6 0,0 0 4 0,5 39-6 0,-6-9-5 16,1 16-16-16,-1 5 12 0,1 0-29 16,-3 5-5-16,1-3-8 0,-5 1-15 0,7-3-5 15,2-3-3-15,-2-1-10 0,-2-10-5 0,2-4-5 16,-1 12-5-16,1-14-7 0,3-2-10 0,-5 1-24 16,4-6-25-16,-2-3-44 0,0-3-48 0,-2 0-47 0,2-1-55 15,-1-5-52-15,0 0-52 0,0-2-273 16,-3-2-634-16,-1-4 280 0</inkml:trace>
  <inkml:trace contextRef="#ctx0" brushRef="#br0" timeOffset="57029.29">16064 6804 177 0,'25'-15'191'0,"5"4"-8"0,-1 4-7 0,-3-1-3 0,-5 2-6 16,0 6-7-16,-2-1-10 0,-1 2-4 15,-1 6-5-15,-5-1 2 0,1 0-10 0,0 5 4 0,-3 4-13 16,-4 0 0-16,0-5-6 0,-4 7-12 0,-3-1-7 16,-6 2-7-16,-2-1-8 0,-3-2-3 0,-5 4-8 15,-3 1-10-15,-3-6-12 0,2 4-18 0,-2-4-16 16,4-4-39-16,0-1-27 0,-2-4-32 0,2 1-40 16,8 0-52-16,0-5-58 0,-4-1-181 0,5 0-444 15,10 0 197-15</inkml:trace>
  <inkml:trace contextRef="#ctx0" brushRef="#br0" timeOffset="57319.89">16349 6939 143 0,'0'0'239'0,"5"10"-12"0,-4-3-17 16,-1-7-10-16,4 13-12 0,-3-7-9 0,1 1-7 15,0-1-13-15,6 2-14 0,-3 1-1 0,3-2-3 16,-1-1 0-16,5 1-1 0,4-1 6 0,2 0-20 15,0-6-8-15,4 1-3 0,-1-1-13 0,0-1-11 16,6-2-3-16,-11-3-3 0,1 3-6 0,-4-1 3 16,-2-2-9-16,1 0-14 0,-5-4 10 0,0 2-2 15,-2-2-8-15,0-6 3 0,-4 1-8 0,-1 3-9 16,-2-4-5-16,-2 1-5 0,-2-1 0 0,-2 3-7 16,-3-1-4-16,0 0-4 0,1 6-10 0,-1 1-13 0,-1-1-18 15,0 3-10-15,-2-2-36 0,-1 3-28 16,-4 3-28-16,1 4-41 0,1 1-44 0,1 3-43 15,0 0-46-15,0 0-183 0,4 5-520 0,3-6 230 16</inkml:trace>
  <inkml:trace contextRef="#ctx0" brushRef="#br0" timeOffset="57530.55">16802 6785 302 0,'4'-6'308'0,"-4"6"-15"0,4-5-11 0,-4 5-17 15,0 0-11-15,8-3-16 0,-8 3-10 16,0 0-3-16,0 0-21 0,2 17-14 0,-3-4-12 16,0 1-23-16,-2 6-15 0,2-1-9 0,0 5-11 0,1 1-13 15,-2-6-11-15,2 1-16 0,2-1-19 0,-1 6-41 16,0-5-42-16,0-2-41 0,-1 0-52 16,2-3-57-16,-1-1-54 0,0-3-60 0,1-1-214 15,-1-3-539-15,-1-7 238 0</inkml:trace>
  <inkml:trace contextRef="#ctx0" brushRef="#br0" timeOffset="57697.63">16846 6674 119 0,'1'-10'238'0,"-1"10"-27"0,0-10-26 0,1 3-33 15,-1 7-28-15,0 0-22 0,0 0-20 0,0 0-35 16,11 16-46-16,-4-1-46 0,1 2-55 15,1 8-86-15,1 0-202 0,-5 3 89 0</inkml:trace>
  <inkml:trace contextRef="#ctx0" brushRef="#br0" timeOffset="57930.66">17007 7088 145 0,'0'0'267'0,"0"0"-15"0,9-13-10 15,-7 6 3-15,0-1-13 0,1-2-8 0,1-2-12 16,-2 1-18-16,5-3-10 0,1-3-16 0,2 2-14 15,0-3-11-15,1 2-15 0,1 4 1 16,0-3-11-16,-1 4-2 0,-2 2-7 0,0 1-16 0,-1 3-12 16,1-1-3-16,-3 3-7 0,2 3-14 0,-8 0-10 15,15 3-1-15,-7 2-3 0,1 1-3 0,-3 3-1 16,-1 2-8-16,2 2 11 0,-7 5-11 0,2-6-1 16,1 3-7-16,-3 4-3 0,0-3-19 0,1-5-28 15,-1 1-37-15,0 4-46 0,-1-5-47 0,1 1-45 16,1-5-60-16,0 3-274 0,-1-5-580 0,0-5 257 15</inkml:trace>
  <inkml:trace contextRef="#ctx0" brushRef="#br0" timeOffset="58220.66">17534 6702 27 0,'3'-20'298'0,"0"8"-4"16,-1-1 3-16,0 3-1 0,0-1 4 0,-1 4-10 15,1 2-13-15,-2 5-10 0,1-9-37 0,-1 9-18 16,0 0-34-16,0 0 15 0,0 0-5 0,0 0 4 16,5 23-1-16,-4-6-9 0,-2 2-9 0,2 9-10 15,-1 5-7-15,2-4-13 0,-1 0-7 0,-1 2-9 16,-1-2-17-16,3-1-7 0,0 1-9 0,3-1-10 16,-4-10-3-16,3 7-13 0,-2-7 1 0,2-1-7 15,-1-1-8-15,-1-1-8 0,3-3-1 0,-2-1-6 16,2-2-18-16,3 0-25 0,-2-1-25 0,1-1-25 15,-2-2-39-15,6-1-42 0,-3-2-45 0,-1 1-33 16,1-3-48-16,1 1-51 0,0-5-44 0,1 1-36 16,-3 0-218-16,-7 3-661 0,14-15 294 0</inkml:trace>
  <inkml:trace contextRef="#ctx0" brushRef="#br0" timeOffset="58388.58">17417 6801 177 0,'-10'-5'377'0,"2"2"-42"0,2 1-39 16,1-2-28-16,5 4-20 0,0 0-12 0,-9-4-20 16,9 4-19-16,0 0-17 0,23-2-21 15,-2 0-17-15,11 0-37 0,3 1-37 0,3-4-46 0,13 5-63 16,-13-3-63-16,15-1-86 0,-16-1-259 16,3 2-486-16,-8-2 215 0</inkml:trace>
  <inkml:trace contextRef="#ctx0" brushRef="#br0" timeOffset="60852.51">18610 6859 175 0,'1'-11'246'0,"1"3"-2"0,1-1-6 15,1 2-11-15,-2 2 0 0,-2 5-5 0,1-13-9 16,2 9-11-16,-3 4-18 0,0 0-17 0,4-9-14 16,-4 9-17-16,0 0-14 0,0 0-16 0,0 0-4 15,0 0-9-15,0 0-2 0,0 0 3 0,-5 34-15 16,2-15-7-16,-3 5-2 0,0 3-3 0,0 1-10 15,1-3-6-15,3-1-4 0,-2 1-5 0,1-8-5 16,3 2-8-16,2-8-2 0,0 7-3 16,2-4-1-16,-1-3 4 0,2 2-10 0,0-3-6 0,2-1-9 15,-2-1-1-15,2 1-7 0,1-4-2 0,3 2-6 16,-1-4-2-16,1-2-2 0,1 1-4 0,0-4 3 16,-2-1-3-16,4-1 5 0,0-5-2 0,1 2 2 15,-2-6 1-15,0 0 1 0,0-3 1 0,-2 0 1 16,2 0 1-16,-4-1 3 0,-2-1 2 0,4-7 2 15,-2 2-1-15,-4 3 2 0,2-3-2 0,-1-2 4 16,-2 7 3-16,-2 2 4 0,1 3 9 0,-3 2 7 16,2 1-2-16,0 3 0 0,-1 1-2 0,-1 6-4 15,2-10-4-15,-2 10-3 0,2-6-2 0,-2 6 2 16,0 0-5-16,0 0 8 0,0 0 3 0,0 0 3 16,-3 28-6-16,2-12 4 0,-2 9 2 0,1-6-8 15,-1 2 3-15,2-4-2 0,2 8-2 0,-2-7 5 16,1-1-2-16,2-1 2 0,1-2-7 0,0-1-3 15,2-1 7-15,-1-3-7 0,2 1 2 0,2-1-3 16,-3-3-3-16,4-1-6 0,0-1 6 0,2 2-5 16,1-3 4-16,-1-3 0 0,1-2-4 0,1 1 5 15,-1-2 2-15,1-3-13 0,0 0 9 0,1-3-5 16,2-2 2-16,0-2-1 0,3-4-1 0,-8 1 4 16,2-5-2-16,3 1-3 0,-7 4 3 0,-1-1-4 15,0-2 0-15,-2 3-1 0,2-2 2 0,0 4 2 16,-3-2 2-16,-3 5 0 0,1 1-3 0,0 1 3 0,-1 5 1 15,-2 4 1-15,3-8 5 0,-3 8-3 0,2-8-4 16,-2 8 3-16,0 0-2 0,0 0 3 16,0 0 0-16,0 0-2 0,-19 24 4 0,12-12-5 0,0 4 4 15,3-1 0-15,-2 3 1 0,4-2-1 0,1 3-4 16,2 0 9-16,2-2-4 0,2 1 0 16,0-1-2-16,2 0-1 0,2 2 2 0,-2-3 1 15,0 1 0-15,0-2 2 0,1-1-12 0,-3-2-8 0,-1-1 5 16,0 1-5-16,0-2 0 0,-2 1-5 0,0-2-3 15,0 0-11-15,-2-2-6 0,0-7-19 0,-4 15-28 16,0-6-22-16,2-2-30 0,-2-2-33 0,-1-1-37 16,5-4-28-16,-9 4-156 0,9-4-430 0,-8 0 191 15</inkml:trace>
  <inkml:trace contextRef="#ctx0" brushRef="#br0" timeOffset="61058.89">19371 6912 256 0,'3'-5'273'0,"-1"0"-24"0,-2 5-17 0,4-10-20 16,-4 10-14-16,0 0-14 0,5-3-3 0,-5 3-1 15,0 0-7-15,7 17-9 0,-5-7-9 0,-2 3-7 16,3 3-14-16,-2 0-16 0,2 5-7 0,-3-4-12 16,2 2-13-16,1 0-11 0,-3-2-11 0,-3 2-23 15,6-3-24-15,-2 3-45 0,0-2-40 0,1 1-55 16,-2-2-58-16,2-5-52 0,-1-1-221 0,1-1-490 15,-4-2 217-15</inkml:trace>
  <inkml:trace contextRef="#ctx0" brushRef="#br0" timeOffset="61218.8">19454 6606 122 0,'0'0'115'0,"0"0"-18"0,0 0-22 16,7 37-31-16,-6-10-30 0,0 5-34 0,2 14-55 16,-1 1-80-16,4 0 35 0</inkml:trace>
  <inkml:trace contextRef="#ctx0" brushRef="#br0" timeOffset="61429.45">19599 7122 71 0,'0'0'216'0,"0"0"-11"0,0 0-17 16,0 0 3-16,0 0-1 0,-4-23 1 0,4 12-8 15,0 1-11-15,2-5-13 0,1-1-12 0,5 0-14 16,-2 0-10-16,2-2-12 0,1 2 5 0,2 0-18 16,-2 2-6-16,1 6-11 0,0 2-9 0,1 0-7 15,-2 0-7-15,1 3-5 0,-2 3-8 0,-8 0-5 16,16 9-5-16,-4-3-4 0,-3 1 3 0,2 6-8 16,-3 2 0-16,1 1-11 0,-3-1-23 0,3 1-29 15,-5 3-39-15,0-2-41 0,1 2-46 0,0-3-27 0,0 0-39 16,3 0-163-16,-3-7-424 0,3 0 188 15</inkml:trace>
  <inkml:trace contextRef="#ctx0" brushRef="#br0" timeOffset="61895.51">20046 6969 202 0,'-4'-10'237'0,"-1"1"7"0,0 3-15 16,0 1-7-16,-2 3-25 0,7 2-15 0,-12-3-19 0,12 3-15 15,-17 7-16-15,8-2-10 0,1 4-15 0,-2-1-6 16,4 3-19-16,-1 0-3 0,3 5-9 0,3-4-14 16,-1 0-13-16,0 0-13 0,2-2-16 0,2 0-6 15,0-2-14-15,1 0-7 0,1-2-4 0,1-1-2 16,0-2 5-16,1-1-2 0,2 1 6 0,-8-3 8 16,10 1 3-16,-10-1 5 0,9 0 3 0,-9 0 1 15,10-4 3-15,-10 4 12 0,8-3 4 0,-8 3-2 16,5-8 8-16,-5 8-6 0,5-1-3 0,-5 1-5 15,0 0-7-15,0 0 0 0,0 0-1 0,0 0-3 16,12 13 3-16,-10 5 4 0,0 6 0 0,0 8 0 16,-1 3-5-16,1 0 0 0,-2 11 1 0,-2 2 0 15,0-2-2-15,2 2 8 0,0 0 10 0,1-11 6 16,2 9-1-16,-2-11-2 0,2 10 1 0,-1-11-6 16,-2-4 14-16,1-2-13 0,-1-3 1 0,-1 0-6 15,0-8 0-15,-3-1-4 0,0 0 7 0,-2-5 1 16,-3 0 2-16,-3-1 2 0,-3-1 4 0,0-1-5 15,-4-5 7-15,-2-3-1 0,2 0-8 0,-11-2 8 16,1-1-5-16,0-5-6 0,1-4 1 0,0-2-12 16,1-1 7-16,4-2-4 0,-4-5-15 0,6-2-8 15,3-4-26-15,1 3-23 0,5-3-27 0,1-1-25 16,5-2-27-16,6 3-47 0,7-1-30 0,4 3-35 16,3-3-213-16,8 5-495 0,2-1 219 0</inkml:trace>
  <inkml:trace contextRef="#ctx0" brushRef="#br0" timeOffset="62200.69">20910 6937 42 0,'0'-18'352'0,"0"2"-26"0,0 4-11 0,1 2-5 15,-2 1-11-15,1 9-20 0,0-15-6 0,0 15-35 0,0-7 1 16,0 7-45-16,1-6-19 0,-1 6-26 0,0 0-7 16,0 0 8-16,7 28-6 0,-3-8-6 15,-2 6-6-15,-1 0-9 0,2 4-8 0,-2 1-9 0,-1-1-8 16,0 2-11-16,1-3-8 0,-1 3-2 0,-1-4-11 16,0-2-9-16,-2-2-2 0,6-5 1 0,-6 2-5 15,1-3-22-15,1-1-17 0,1 1-37 0,-4 0-38 16,2-3-50-16,0-2-40 0,-1-3-40 0,-1 2-49 15,-2-2-48-15,0-2-34 0,-1 0-261 0,0 1-632 16,-4-5 279-16</inkml:trace>
  <inkml:trace contextRef="#ctx0" brushRef="#br0" timeOffset="62872.8">20852 7055 68 0,'9'-9'192'0,"1"1"-19"0,5-2-15 0,1 1-15 16,1-1-21-16,6-4-11 0,0 2-9 0,-6 3-11 15,3 0-7-15,0 3-13 0,-2-3-4 0,1 3-5 16,-2 0-5-16,0-1-10 0,-1-2-2 0,0 2-2 16,-6 2-7-16,1-2 9 0,-4 3 14 0,-1 0 13 15,1-3 1-15,-4 1 2 0,2 0-1 0,-1 0 4 16,-3-1 6-16,-1 7 6 0,2-13 6 0,-2 6 0 15,0 7-3-15,1-12-8 0,-1 12-4 0,0-9-1 16,0 9-5-16,0-9-7 0,0 9-11 0,0 0-5 16,0 0-8-16,0 0-7 0,0 0-7 0,0 0-1 15,0 0 4-15,0 0 5 0,-3 30-1 0,2-5 0 16,-5 3 0-16,3 1-7 0,1 2-3 0,-1-2 9 0,-2 1-13 16,1-3-4-16,0 4-1 0,3-5-3 15,-1 0 4-15,0-6-4 0,0-1-1 0,-3-1-3 16,5-1 1-16,-3-7-4 0,3 3-4 0,-1-3-8 15,0-3-2-15,1-7-7 0,-2 13-3 0,1-9-8 0,1-4 8 16,0 0-16-16,1 11-2 0,-1-11-5 0,0 0-1 16,5 1 0-16,-5-1-4 0,0 0 3 15,22-11 0-15,-5 4 1 0,-3-4 4 0,2 4 4 16,4 0 0-16,-5 1 3 0,2 0 6 0,0 5 0 0,-4-2 5 16,2 2 3-16,-4 2 5 0,3 0 5 15,2 2 2-15,1 2 9 0,0 1 4 0,-3-2 0 16,2 2 2-16,-2-4-4 0,3 3 6 0,-4-1-8 0,3-2 6 15,-2 2-5-15,4-4 1 0,-5 1 0 0,-1-1 2 16,-1-1-1-16,2-3 0 0,0 0-2 0,-3-1 2 16,0 1 1-16,-2-2 11 0,1-1 5 0,0 0 1 15,-2-1-4-15,0-2-1 0,-2 0-2 0,-1 3 3 16,-2-3 2-16,2 0-6 0,-1 1-2 0,-2-1 0 16,1-1 6-16,-2 1-9 0,0 3 4 0,-1-2 7 15,1 9 3-15,0-13-1 0,0 13-1 0,-2-7 1 16,2 7-6-16,-9-6-4 0,9 6-2 0,-20 6-2 15,4 0 4-15,-1 4-1 0,-6 2-1 0,0 4 1 16,4 0-7-16,3-2-1 0,4 2-8 0,1 0-16 16,0 0-30-16,5 6-28 0,1-3-43 0,1-4-53 15,5 2-50-15,6 0-49 0,-2-6-205 0,5 2-513 16,3-3 227-16</inkml:trace>
  <inkml:trace contextRef="#ctx0" brushRef="#br0" timeOffset="63241.96">21746 7105 295 0,'-2'-9'313'0,"2"1"-8"0,0 8-16 0,2-11-17 16,-2 11-23-16,1-8-22 0,-1 8-27 0,0 0-22 15,0 0-1-15,0 0-24 0,0 0-7 0,13 18-7 0,-7-2 8 16,2 0-14-16,-3 3-8 0,3 0-14 15,-2-3-11-15,2 3-9 0,-2-3 0 0,1 1-17 16,-2 0-6-16,1-2-4 0,2 1 12 0,-6-7-23 0,2 0-6 16,0-1-1-16,-1-1-14 0,-3-7 0 15,2 11 0-15,2-8-1 0,-4-3 24 0,4 5 6 16,-4-5 17-16,0 0 14 0,0 0-7 0,0 0 0 16,0 0-8-16,0 0-5 0,14-17-13 0,-10 8-4 0,-1-3-5 15,9-1-4-15,-8-4-8 0,6-8-5 16,-2 8-2-16,3-5-13 0,-3-4-8 0,6 0-20 15,-4-1-12-15,4 2-23 0,0 0-16 0,-1-2-18 0,2 3-19 16,-3 1-20-16,-1 7-27 0,-1 1-23 0,1 1-40 16,-2 7-39-16,0-2-37 0,2 0-26 0,-2 7-10 15,-3 2-201-15,-6 0-565 0,8 14 249 0</inkml:trace>
  <inkml:trace contextRef="#ctx0" brushRef="#br0" timeOffset="63520.58">22077 7212 183 0,'4'10'203'0,"-4"-10"-5"0,5 2-1 0,-5-2 1 16,0 0-8-16,15-5 0 0,-15 5-11 0,13-9-11 16,-5 4-14-16,2-1-11 0,-1-3-11 0,1 2-13 15,0-2-9-15,0 0-8 0,-1 0-8 0,1-4-4 16,1 4-4-16,-6-2-8 0,3-2-9 0,-3 2-4 16,2-4 2-16,-4 2 4 0,2 2 0 0,-5 1 15 15,2-2 15-15,-2 5-2 0,0 7 13 0,-2-17-4 16,1 13 2-16,1 4-4 0,-7-9-8 0,2 7 3 15,5 2-15-15,0 0 15 0,-18 4-3 0,9 4 4 16,-3 3-11-16,1 2-1 0,1-1-12 0,-1 5-2 16,3-3-19-16,1 5 0 0,4-3-7 0,0 2-17 15,1-3-38-15,4 2-41 0,4-1-43 0,2-2-41 16,3 2-45-16,1 0-58 0,2-2-68 0,3-2-54 16,-3-2-256-16,4 3-661 0,-3-6 293 0</inkml:trace>
  <inkml:trace contextRef="#ctx0" brushRef="#br0" timeOffset="63923.38">22385 7157 17 0,'2'-6'307'0,"-2"6"-20"0,4-8-12 15,-4 8-15-15,4-5-21 0,-4 5-18 0,0 0-11 16,0 0 7-16,0 0 6 0,9 12-10 0,-5-5-8 15,-3 3-16-15,0 0-20 0,0 0-11 0,1 3-15 16,-1-3-4-16,0 8-13 0,1-7-9 0,-2 1-11 16,1-2-7-16,0 2-10 0,-1-6-5 0,0 1-13 15,0-7-11-15,3 10 10 0,-3-10 2 0,0 7 11 0,0-7 9 16,0 0 14-16,0 0-1 0,0 0 3 16,0 8-8-16,0-8-9 0,0 0-14 0,0 0-7 15,0 0-8-15,0 0-6 0,-7-25-14 0,7 15-9 16,2-1-2-16,0 0-11 0,5-7-9 0,0 0-13 0,6-5-5 15,1 2 0-15,4-2-9 0,-3 3-11 0,5-1-6 16,0 3 7-16,-5 5 2 0,1 3 3 0,-6 1-1 16,0 4 4-16,2-1-4 0,-3 3-2 0,-3 2 3 15,-6 1 5-15,13 4-2 0,-8 1 7 0,-1 5-3 16,-2 0 10-16,-1 2 3 0,3 7 2 0,-4-3-10 16,-1 1-22-16,0 2-41 0,-1-2-46 0,0 2-46 15,2 1-58-15,-4-1-65 0,4-4-64 16,-3 5-294-16,2-6-698 0,1 0 309 0</inkml:trace>
  <inkml:trace contextRef="#ctx0" brushRef="#br0" timeOffset="67407.8">20631 6843 11 0,'0'0'146'0,"0"0"-8"0,0 0-1 0,0 0-9 16,0 0-7-16,7-3-3 0,-7 3-8 0,0 0-5 16,0 0-3-16,0 0-8 0,0 0-11 0,0 0 3 15,0 0-8-15,0 0-2 0,0 0-3 0,0 0-6 16,0 0 0-16,0 0 2 0,0 0-3 0,0 0 1 16,0 0-5-16,0 0 0 0,0 0-2 0,0 0-3 15,0 0-1-15,0 0-11 0,0 0-1 0,0 0-1 16,0 0-3-16,0 0-6 0,0 0 2 0,0 0 1 15,0 0-6-15,0 0 5 0,0 0-4 0,0 0 8 16,0 0-5-16,0 0 5 0,0 0-1 0,0 0 2 16,0 0-3-16,0 0 0 0,0 0-1 0,0 0 0 15,0 0-4-15,0 0-4 0,0 0-1 0,0 0-2 16,0 0 1-16,0 0 10 0,0 0-11 0,0 0-2 16,0 0-5-16,0 0 2 0,10 4-4 0,1-3-1 15,1 1-1-15,6-2 3 0,5 0-4 0,6-1-4 16,4 1 1-16,-1-1 2 0,0 0-4 0,-1 0 0 15,-2 1-5-15,-2-3 6 0,-5 3-3 0,-4-2-4 16,0 2 1-16,-4 0 0 0,-3 0-2 0,1 0 8 16,-3 0-11-16,-2 0-1 0,-7 0-4 0,13 2 0 15,-13-2-6-15,9-2-1 0,-9 2-10 0,0 0-9 16,10-1-18-16,-10 1-18 0,0 0-22 0,8 0-26 16,-8 0-32-16,0 0-30 0,17 5-33 0,-11-2-198 15,-6-3-443-15,18 5 196 0</inkml:trace>
  <inkml:trace contextRef="#ctx0" brushRef="#br0" timeOffset="69156.98">22771 7280 143 0,'0'0'200'0,"0"0"-6"0,0 0-11 0,0 0-19 16,0 0-15-16,5-25-17 0,-1 20-11 0,1-4-11 15,1 0-6-15,1-1-10 0,5-2-8 16,-3 4-7-16,-1-4-5 0,5 0-10 0,-4 1-2 16,0-2-3-16,2 1 1 0,-2-2-7 0,-3 1-3 0,3 1 1 15,0-3-7-15,-5 4 3 0,3-6 0 0,-2 2 1 16,-1 4 3-16,-1-2 4 0,0 2 3 16,1-2 5-16,-3 4-5 0,-1-1-4 0,1 2-1 15,-1 8 4-15,1-10 1 0,-1 10-5 0,2-10-5 0,-2 10-3 16,2-6-3-16,-2 6-1 0,0 0-1 0,0 0-4 15,0 0-6-15,0 0 0 0,0 0-1 0,0 0-2 16,0 0-4-16,-21 21 3 0,17-8-8 0,-1-1 0 16,2 4-3-16,-2-1 2 0,0 2-6 0,1-1-1 15,3 0-3-15,0-3 3 0,1-3-7 0,1 7-1 16,3-2-28-16,-2-2-25 0,6 0-31 0,0-1-41 16,-2-1-40-16,0-2-43 0,4 0-28 0,-1 1-204 15,-1-4-473-15,2 1 211 0</inkml:trace>
  <inkml:trace contextRef="#ctx0" brushRef="#br0" timeOffset="69345.95">22985 6811 120 0,'-2'-6'229'0,"2"6"-30"0,-1-10-38 0,1 10-40 15,-3-6-39-15,3 6-33 0,0 0-28 0,0 0-20 16,0 0-23-16,0 0-25 0,9 26-44 0,-4-6-47 16,3 4-148-16,-3 4 65 0</inkml:trace>
  <inkml:trace contextRef="#ctx0" brushRef="#br0" timeOffset="69584.62">23100 7206 179 0,'0'0'235'0,"0"0"-15"0,0 0-13 0,0 0-3 16,0 0-18-16,-2-27-15 0,2 18-17 0,2 0-13 16,2-1-14-16,1-1-9 0,5-4-14 0,-2 3-10 15,1 4-13-15,4-5-1 0,1 4-9 0,-5 1 0 0,4 1-8 16,-4 3-8-16,0-3-6 0,-3 4-4 16,2 0-7-16,-2 2 0 0,-6 1-7 0,13 0-6 15,-6 4-2-15,-1-1-1 0,0 4-2 0,-2 2-1 16,0 2-2-16,2 1 0 0,-3 3-11 0,-2-1-19 0,0 3-30 15,-1 0-32-15,0-2-50 0,0-3-51 0,0 1-68 16,-1-2-129-16,0 0-404 0,-2-5 180 0</inkml:trace>
  <inkml:trace contextRef="#ctx0" brushRef="#br0" timeOffset="69766.56">23451 6781 202 0,'0'-7'277'0,"0"7"-30"0,3-9-33 0,-3 9-41 0,0 0-22 15,0 0-19-15,0 0-16 0,0 0-36 0,-6 41-51 16,2-12-71-16,3 3-32 0,0 11-52 0,-7 6-105 16,1-16-248-16,2 0 110 0</inkml:trace>
  <inkml:trace contextRef="#ctx0" brushRef="#br0" timeOffset="70054.14">23540 7217 176 0,'9'-11'230'0,"-1"1"-11"0,1-4-17 0,8-7-5 15,-9 5 0-15,1-2-12 0,4-3-9 0,-4-3-13 16,-1 6-14-16,0-1-16 0,0-7-13 0,-1 10-11 16,-1-2-4-16,-1 3-6 0,0 5 5 0,-2-1-5 15,-2 1-11-15,-1 2-6 0,1 2-9 0,-1 6-6 16,1-9-8-16,-1 9-8 0,-2-9-6 0,2 9-14 15,0 0-7-15,0 0-1 0,0 0-1 0,0 0-9 16,-17 22-7-16,15-12-9 0,-2 2-10 0,0 4 1 16,3 0-8-16,-1 0-1 0,0 1-4 0,1-1-3 15,3-3 1-15,1 6 0 0,-1 0 0 0,1-2-2 16,1 1 2-16,-3 0-3 0,2-1-5 0,-2 0 1 16,-1-1-10-16,0 1-5 0,-3-1-2 0,1 0-6 15,-2 0-21-15,-1 0-24 0,-2-5-33 0,0-2-33 16,-1 3-44-16,-1 0-121 0,3-3-359 0,-3-1 159 15</inkml:trace>
  <inkml:trace contextRef="#ctx0" brushRef="#br0" timeOffset="70298.53">24188 7034 2928 0,'9'-15'92'0,"-4"6"36"0,-1 1-61 15,-2 1-13-15,1 3-18 0,1-2-11 0,-4 6-3 16,0 0-2-16,4-7 2 0,-4 7 11 0,0 0 17 16,0 0 12-16,1 19 2 0,-1-6 1 0,-1 4-4 15,-1 2-13-15,0 6-5 0,-1 1-3 0,2 0 1 16,-2 2-6-16,0-1-4 0,-1-2-3 0,1-1-11 16,2-5-30-16,0 2-39 0,-1-5-32 0,2 1-44 15,-2 1-60-15,2-8-66 0,-3 3-55 0,0-3-189 16,1 0-539-16,-1-3 239 0</inkml:trace>
  <inkml:trace contextRef="#ctx0" brushRef="#br0" timeOffset="70856.96">24242 7038 41 0,'10'-14'198'0,"-1"4"-10"15,-1-1-7-15,1 1-5 0,1 3-11 0,0 2-14 16,-2-1-9-16,3 5-5 0,-2 2 4 0,1 3 0 15,2 3-6-15,-3 0 0 0,2 6-5 0,1-1-8 16,-3 1-4-16,3 1-1 0,-5 0-10 0,2 1-11 16,-3-1-9-16,-1 3-1 0,-1-7 0 0,0 3-15 15,0-3-7-15,0 2 4 0,-3-3-11 0,0-3 8 16,0 0-16-16,-1-6-1 0,0 9-5 0,0-9-4 16,2 7 0-16,-2-7-3 0,0 0 0 0,2 8-6 15,-2-8 3-15,0 0-1 0,0 0 4 0,0 0-8 16,0 0-6-16,11-17-6 0,-4 6-2 0,5 1 0 15,-1-4-6-15,4 0-1 0,3-4-8 0,0 6 3 16,3-4-13-16,-2-2 7 0,-3 7-2 0,6-5-4 16,-5 9-1-16,-6 1 11 0,3 0-6 0,-4 3-5 15,2 1 1-15,-3 1-2 0,-1 2 13 0,1 1-13 16,0 3 11-16,0 5 2 0,-2-4 1 0,1 2 4 16,2 2 7-16,2 3-2 0,-1 1-1 0,2-4 1 15,0 3 4-15,-1-4-5 0,1 2 1 0,3 0-2 16,-1-2 0-16,-2-4 0 0,0-1-2 0,6-1 1 15,-7-1-3-15,9-2 4 0,-4-3-5 0,3 0-2 16,-5-1 6-16,1-4-4 0,-5 2-6 0,2-1 6 16,-3-2 0-16,2-2 1 0,-4 0-4 0,2-2 1 0,-4 2 12 15,0-5-12-15,2-3-5 0,-6 5 1 0,0-4 4 16,-1-3-1-16,-2 3-4 0,-1 1 5 16,2 1-1-16,-2 2 7 0,-2 4 4 0,0 0 1 0,2 5 16 15,-2-2-14-15,-1 2 1 0,5 5-4 0,-14-4 14 16,2 10 7-16,-4 1 1 0,-6 10 0 0,-1-1-2 15,2 3-6-15,0 0-5 0,3 3-1 0,2 3-13 16,4-3-20-16,5 2-33 0,2-5-45 0,4 6-57 16,1 0-69-16,6-7-72 0,1 0-273 0,3 1-609 15,1-6 271-15</inkml:trace>
  <inkml:trace contextRef="#ctx0" brushRef="#br0" timeOffset="71103.3">25318 6863 69 0,'4'-15'354'0,"-2"4"-11"15,1-1-8-15,-1 6-15 0,1 0-21 0,-3 6-15 16,6-9-24-16,-6 9-30 0,0 0-3 0,0 0-13 16,0 0 6-16,5 19-2 0,1 4-14 0,-4 3-21 15,-2 2-13-15,5 3-13 0,-3-3-15 0,0 2-13 16,-4-1-16-16,-2 2-7 0,4-2-12 0,0 1-10 15,-2-3-22-15,1 2-28 0,-3-10-43 0,4 1-62 16,-2-1-51-16,-4-3-53 0,1 1-65 0,-5-2-58 16,4-2-53-16,-5 0-247 0,1-6-648 0,0-1 288 15</inkml:trace>
  <inkml:trace contextRef="#ctx0" brushRef="#br0" timeOffset="71780.2">25320 7049 91 0,'14'-15'199'0,"-1"-1"-22"16,5-3-11-16,2 3 1 0,-6 3-7 0,1 0 1 16,1 0 7-16,-2 0 0 0,0 4-2 0,-1-3-1 15,2-1-8-15,-6 5-3 0,2 0-1 0,-4-1-6 16,1 1-10-16,-2 1-8 0,0 1-7 0,1 1-6 0,-3 2-8 16,-4 3-8-16,5-6-13 0,-5 6-16 0,7-6-9 15,-7 6 8-15,0 0-22 0,0 0-6 16,0 0-5-16,6 13-6 0,-6-3 6 0,0 6-4 15,-3 0-2-15,2 1-3 0,1 2-14 0,-2 6 10 0,0-5-6 16,-2 5-3-16,3-5-1 0,0-1-3 16,-3-1 9-16,2-2-7 0,0 1-10 0,0-6-11 0,0 2-15 15,0-5-4-15,1 0-10 0,1-8-4 16,0 12-8-16,0-12 3 0,-2 8-1 0,2-8 7 16,0 0 0-16,0 0-2 0,0 8 2 0,0-8 4 0,0 0 5 15,0 0-1-15,17-12 2 0,-11 5 6 0,2 1 0 16,1-2 8-16,3 0 0 0,-1-1 2 15,-2 2 3-15,2 2 9 0,-4 3 1 0,-1-2 3 16,1 1-2-16,-7 3 11 0,14 3 18 0,-8-1 4 0,-1 2 15 16,1 1 8-16,0 4-3 0,-2 0-4 0,3 1 1 15,-1 0-8-15,-2 0-2 0,3 0-2 0,0 0-3 16,0 0-1-16,-2-2-4 0,1-3-4 16,-1 1-4-16,4 0-4 0,2-2-4 0,0-2-6 0,3-1 0 15,-1-2 1-15,1-2-2 0,4-3-7 0,-2-1 4 16,-3 2 2-16,-1-2 0 0,-2 0-1 0,-1-1-5 15,1-1-1-15,-4 0 5 0,1 0-2 0,-1 2-1 16,-3-4 5-16,1 6-5 0,1-1 1 0,-3 2 3 16,-2 4 3-16,5-10-4 0,-5 10 1 0,4-5-1 15,-4 5 6-15,0 0-3 0,0 0 19 0,0 0 1 16,0 0-15-16,-9 21 1 0,5-15-2 0,1 2-2 16,1 2-4-16,0-1 4 0,2 0-2 0,1 1 5 15,0-3-4-15,4 0 0 0,-1-1 1 0,-1-2 2 16,3-1-8-16,1 0 5 0,4-1-4 0,-4-1-2 15,4-2 12-15,-2-1-9 0,2 1 0 0,-2-3-1 16,0 0 2-16,0-4 0 0,-4 2-4 0,-1 1 13 16,-2-3-2-16,0 2-4 0,-1-4 8 0,1 2-3 15,-4-4-14-15,1 3 1 0,-1 2-21 0,-2-3-11 16,-2 3-26-16,1-1-25 0,-3 4-37 0,-2 1-38 16,-3 1-48-16,1 1-45 0,-3 4-52 0,-2 0-191 15,0 1-534-15,5 0 237 0</inkml:trace>
  <inkml:trace contextRef="#ctx0" brushRef="#br0" timeOffset="72193.52">26293 7113 284 0,'4'-2'290'0,"-4"2"-15"0,5-5-10 0,-5 5-7 16,0 0-9-16,0 0-7 0,0 0-8 0,0 0-10 15,-23 0-13-15,12 4-6 0,-5 3-7 0,-2 1-5 16,2 5-16-16,1-2-11 0,-1 0-17 0,-2 2-14 0,4 0-19 15,1 1-6-15,3-2-11 0,2-1-10 16,2 0-10-16,1 0-8 0,1-2-13 0,1 1 2 16,2-3-19-16,1 0-11 0,0-7-21 0,10 11-9 0,-1-5-3 15,5-4-15-15,3-2-4 0,2 0-7 0,1-4-6 16,6-6 4-16,-7 3 15 0,4-5-5 16,1-1 0-16,-8-1 1 0,-5 0 0 0,9-9 1 15,-2 2 4-15,-7-2-4 0,0-4 6 0,1 4 1 16,-3-5 3-16,-3 0-3 0,-2-4-2 0,6 0 4 0,-5 2 4 15,1-2 9-15,1-1 0 0,2 1 11 0,-6 2 3 16,5-2 18-16,-1 6 12 0,-3 7 24 0,-2 4 16 16,1 5 9-16,0 1 0 0,-1 2-12 0,-2 1-10 15,0 6-10-15,4-6-2 0,-4 6 6 0,0 0 13 16,0 0 13-16,-4 32-1 0,-4-6-5 0,-3 5-6 16,3 0-7-16,-2 13-11 0,4-11 0 0,-1 2-3 15,-2-1-7-15,-1 12-9 0,6-13-25 16,0 0-61-16,-1-1-82 0,5-1-94 0,-4 0-95 0,2-2-111 15,0-4-357-15,2-3-845 0,-2-5 374 0</inkml:trace>
  <inkml:trace contextRef="#ctx0" brushRef="#br0" timeOffset="72330.6">26666 7328 301 0,'6'-1'466'0,"1"-1"-54"0,-7 2-24 0,12-4-11 15,-12 4-1-15,8-3-8 0,-8 3-22 0,5-7-35 16,-5 7-35-16,6-3-29 0,-6 3-47 0,0 0-87 15,0-9-105-15,0 9-122 0,0 0-137 0,-15-6-387 16,5 4-690-16,-7-2 305 0</inkml:trace>
  <inkml:trace contextRef="#ctx0" brushRef="#br0" timeOffset="101939.28">11004 8631 179 0,'-2'-17'322'0,"-3"3"-27"0,2 1-24 15,1 4-10-15,-1-1-6 0,0 0-1 16,2 5-6-16,1 5-1 0,-2-12-6 0,2 12-21 15,-2-9-5-15,2 9-34 0,-1-8-21 0,1 8-21 16,0 0-6-16,0 0-26 0,0 0 5 0,0 0-30 0,0 0 3 16,0 0-19-16,1 37 0 0,-4-17-7 0,3 7-8 15,2 0 2-15,-4 1-6 0,-1 2-10 16,4-4-3-16,-1 4-3 0,2-5-2 0,-4 1-2 0,2-1-7 16,-1-4-22-16,1-2-23 0,0 1-37 0,-2 4-26 15,1-5-14-15,1-1-35 0,-3-1-32 0,0 0-30 16,2-4-29-16,-1-1-26 0,1-1-31 15,0-1-211-15,0 0-538 0,-2-4 238 0</inkml:trace>
  <inkml:trace contextRef="#ctx0" brushRef="#br0" timeOffset="102284.81">11011 8567 159 0,'6'-25'204'0,"4"2"-8"16,-3 7-9-16,2 3-10 0,-3 2-11 0,1 3-14 15,-1 4-11-15,-1-2-20 0,4 3-7 0,-4 0-14 16,-5 3-8-16,14 3-9 0,-2 2-7 0,-3 3-6 16,2-2-6-16,-1 7-6 0,-2 1-8 0,1 1-3 15,-4 5-3-15,-1 5-6 0,-1-5-2 0,-7 4-4 16,1 1-2-16,-1 0-6 0,-1-6-9 0,-1-1-15 16,-2-2-1-16,-1-1-8 0,-1-2-2 0,2-2-2 15,-1-2-1-15,2 0 2 0,-1-3 1 0,1-1-10 16,-3 0 13-16,4-2 1 0,1 0 5 0,5-3 2 0,-12 3 1 15,12-3 9-15,-8 2 5 0,8-2-1 16,-6 2-3-16,6-2 1 0,0 0-3 0,-5 6-4 16,5-6 3-16,0 0 2 0,4 11-1 0,-4-11 0 15,9 14 2-15,-2-6-1 0,5 4 3 0,0 0-10 0,2 0-4 16,0 0-18-16,2 0-9 0,8 1-28 16,-7-2-35-16,9 2-26 0,1-2-30 0,-2-1-28 15,2-3-140-15,-8 1-339 0,9 0 150 0</inkml:trace>
  <inkml:trace contextRef="#ctx0" brushRef="#br0" timeOffset="102474.49">11505 8874 27 0,'0'0'235'0,"3"-6"-21"0,-3 6-23 15,6-5-11-15,-6 5-11 0,8-5-11 0,-1 1-15 16,5 1-14-16,-2 0-11 0,4 1-16 0,4-3-6 15,0 0-18-15,2 2-19 0,-1 1-32 0,1 0-39 16,-2 2-38-16,2-3-38 0,-3 1-34 0,-3 0-40 16,-4 4-87-16,3-2-270 0,-7-2 120 0</inkml:trace>
  <inkml:trace contextRef="#ctx0" brushRef="#br0" timeOffset="102673.6">11700 8841 56 0,'-8'1'222'15,"8"-1"-16"-15,0 0-6 0,-8 3-9 0,8-3-2 16,0 0 2-16,0 0 5 0,0 10 7 0,0-10-7 16,-2 18-9-16,1-7-9 0,1 1-14 0,1 3-8 15,-2 2-15-15,-1-1-16 0,2 1-9 0,-2 0-15 16,3-1-7-16,-2 0-10 0,1 2-5 0,-3 1-7 16,3 1-21-16,0-4-26 0,-1 1-44 0,1 0-52 15,0-1-67-15,0 2-64 0,1-5-58 0,-2-2-196 16,1 1-493-16,5-2 218 0</inkml:trace>
  <inkml:trace contextRef="#ctx0" brushRef="#br0" timeOffset="102900.63">12017 8935 163 0,'2'-8'332'0,"-2"3"-22"0,0 5-15 16,2-11-13-16,-2 11-13 0,2-5-12 0,-2 5-17 15,0 0 0-15,0 0-15 0,0 0-11 0,0 0-15 0,0 0-15 16,4 23-10-16,-3-10-27 0,0-1-12 0,3 3-20 16,-4-2-5-16,2 2-11 0,1 2-12 0,-1 0-4 15,-1-2-18-15,0-3-44 0,3 4-38 16,0-4-43-16,-4-2-44 0,1 3-45 0,-1-3-56 0,-1 2-47 16,1-2-43-16,0-2-233 0,-2-1-571 0,2-7 253 15</inkml:trace>
  <inkml:trace contextRef="#ctx0" brushRef="#br0" timeOffset="103202.72">12042 9088 29 0,'0'0'222'0,"4"-6"-25"0,-4 6-15 0,4-8-19 15,-4 8-12-15,6-7-10 0,2 3-10 0,1-1-13 16,0 1-8-16,1-1-13 0,0-1-8 0,6 1-10 16,-4 0-3-16,0 0-11 0,2 0-4 0,-3 0-5 15,0 1-3-15,-3 0 11 0,1-2 6 0,-1 1 6 16,-3-1 12-16,2 1 11 0,-5-1 3 0,2 1 3 15,-1-1-1-15,-3 6-1 0,4-13 0 0,-2 5 9 16,-2 0 0-16,0 8-4 0,2-10 1 0,-2 10-7 16,1-10 6-16,-1 10-9 0,1-7-3 0,-1 7-14 15,0 0-9-15,0 0-8 0,0 0-7 0,0 0 0 16,0 0 13-16,0 0-1 0,0 0 3 0,2 29 2 16,1-13-4-16,-3 1 10 0,0 0-18 0,-3-1-2 15,3 0-10-15,-1 3-5 0,0-4-1 0,1 1-9 16,0 1 1-16,0-1-25 0,0-1-40 0,1 0-61 15,-1-4-64-15,1 2-86 0,-1-3-86 0,3 2-354 16,-1-4-737-16,1 0 326 0</inkml:trace>
  <inkml:trace contextRef="#ctx0" brushRef="#br0" timeOffset="103374.03">12724 8969 296 0,'7'-5'299'0,"2"-1"-30"0,-4 3-27 16,1-2-27-16,1 2-16 0,2-2-24 0,-2 5-36 16,4-3-44-16,1 3-51 0,-12 0-49 15,17 2-57-15,-8-1-34 0,-2 2-53 0,-2 2-129 16,-1 0-299-16,-2 1 133 0</inkml:trace>
  <inkml:trace contextRef="#ctx0" brushRef="#br0" timeOffset="103498.45">12797 9046 112 0,'-8'8'228'0,"2"-4"-4"16,1 2-4-16,-1-2 2 0,1-1-1 15,-2 2-1-15,7-5-7 0,-6 5-7 0,6-5-11 0,-5 5-12 16,5-5-8-16,0 0-20 0,0 0-5 0,0 0-21 16,0 0-32-16,21 4-35 0,-8-6-59 0,9 0-54 15,-4-3-78-15,11-2-77 0,0 1-233 0,0-3-474 16,3 4 210-16</inkml:trace>
  <inkml:trace contextRef="#ctx0" brushRef="#br0" timeOffset="103902.47">13809 8786 142 0,'2'-15'407'0,"1"3"-41"0,-1 0-29 0,-2 4-32 15,0 2-28-15,0 6-27 0,0-11-24 0,0 11-19 0,3-6-8 16,-3 6-36-16,0 0 0 0,0 0-7 15,-5 29 5-15,0-3-8 0,2 3-4 0,-3 2-6 16,-1 3-14-16,3-2-16 0,-5 0-10 0,4 0-7 16,3 0-11-16,-2-3-10 0,1 3-5 0,1-5-8 0,0-1-5 15,0 0-13-15,0-1-36 0,2-5-39 16,-2-2-42-16,-1-1-53 0,3-2-51 0,-3-2-61 16,1-4-59-16,2-1-50 0,-2-2-213 0,0 1-606 15,2-7 268-15</inkml:trace>
  <inkml:trace contextRef="#ctx0" brushRef="#br0" timeOffset="104226.55">13762 8774 233 0,'9'-15'249'0,"-3"3"-23"0,2 4-19 16,1 1-10-16,1 1-11 0,0 2-9 0,1 1-16 15,-2 2-10-15,2 1-13 0,-2 4-8 0,0 3-14 0,3 0-6 16,-3 3-12-16,3 3-3 0,-5 2-15 0,0 2 3 15,0 1-18-15,-7-1 0 0,0 4-8 0,-2-3-9 16,-3-1-9-16,-2 0-5 0,1-1-8 0,-3-2-5 16,0-1-10-16,-1-3-4 0,0-1-5 15,3-2-4-15,-1 0-5 0,-2-2 1 0,3-2 2 0,1 0 3 16,1 1-1-16,-2-2 3 0,7-2-5 0,-9 5 4 16,9-5-4-16,-6 2 1 0,6-2 2 0,0 0-1 15,0 0-7-15,0 0 10 0,0 0-4 0,10 12 1 16,-3-9-3-16,0 1 1 0,2 0 2 0,2 0 2 15,-1 3-1-15,5-1-1 0,-1 0-4 0,3 1-7 16,-1 0-32-16,0-2-42 0,0 2-42 0,4-4-52 16,0 0-42-16,-1 2-155 0,-2-3-409 0,1 0 181 15</inkml:trace>
  <inkml:trace contextRef="#ctx0" brushRef="#br0" timeOffset="104645.89">14216 8936 137 0,'3'-9'231'0,"3"1"4"0,-6 2 4 16,2-1-3-16,-2 7-9 0,2-7-32 0,-2 7-17 16,5-6-23-16,-5 6-3 0,0 0 7 0,0 0 8 15,4 17-6-15,-4-5-5 0,2 3-5 0,-2 2-8 16,0 0 2-16,2 0-12 0,-2 2-8 0,0-2-19 16,3 0 2-16,-3-1-13 0,-5 1 0 0,5-5-12 15,-2-3-8-15,2-9 7 0,-3 17-8 0,3-17-7 16,-1 11 7-16,1-11-7 0,-3 10-5 0,3-10 0 15,0 0-6-15,0 0-13 0,-2 13 7 0,2-13-7 0,0 0-1 16,0 0-11-16,0 0 3 0,0 0 2 16,0 0-5-16,0 0-3 0,0 0-4 0,0 0-5 15,25-7-12-15,-12 0-3 0,6 1 2 0,-2-1-9 0,3 2 3 16,-1 1-13-16,2 1 12 0,-2-1-7 16,-6 2 5-16,1 2 2 0,-1 2-1 0,-1 1-12 15,1 0 8-15,-4 1-3 0,2 2 4 0,-4 1-1 16,1 2-2-16,-7-1 5 0,3 2 6 0,-4 0 11 0,0-1-3 15,-2 1 0-15,-3-1 3 0,-1 0-2 0,-2 0 4 16,-3 0 0-16,-5 0-15 0,2 1 8 0,-2-1 1 16,0 1-1-16,0-5 13 0,-2 2-15 15,5-4-21-15,-1 1-10 0,5-1-48 0,-1-1-35 0,-3 0-35 16,5 1-53-16,8-3-68 0,-15-2-78 0,15 2-283 16,0 0-676-16,-14-5 299 0</inkml:trace>
  <inkml:trace contextRef="#ctx0" brushRef="#br0" timeOffset="104824.47">14857 8981 186 0,'6'-1'324'0,"-6"1"-35"0,8-5-23 0,-8 5-12 16,8-4-13-16,-8 4-13 0,8-2-24 0,1 0-19 15,-2 0-19-15,4 1-17 0,1 0-16 16,1 1-35-16,6 0-36 0,-2-2-49 0,-4 5-54 15,-2 0-61-15,1-2-58 0,-1 2-42 0,-4-3-181 0,-7 0-414 16,7 7 184-16</inkml:trace>
  <inkml:trace contextRef="#ctx0" brushRef="#br0" timeOffset="104964.29">14919 9050 156 0,'-8'2'288'0,"2"0"-18"0,-1 2-13 16,7-4-6-16,-13 3-13 0,10 0-3 0,3-3-12 15,0 0-10-15,-10 4-16 0,10-4-14 0,0 0-3 16,0 0-16-16,0 0-21 0,0 0-20 0,0 0-29 15,25 6-32-15,-12-6-50 0,5 0-50 0,3 3-65 16,6-8-75-16,6 2-67 0,-4-1-210 0,2 0-492 16,0 0 218-16</inkml:trace>
  <inkml:trace contextRef="#ctx0" brushRef="#br0" timeOffset="105376.4">16180 8726 56 0,'3'-7'329'0,"-3"2"-30"0,0 5-24 16,2-9-21-16,-2 9-20 0,1-8-18 0,-1 8-27 16,0 0-15-16,0 0 5 0,0 0-3 0,0 0 9 15,-5 41 3-15,2-15 0 0,-3 1-25 0,3 4-13 16,0-4-19-16,0 3-7 0,1-1-19 0,-1-2-3 15,2-1-15-15,0 0-6 0,1-7-13 0,0 7-3 0,-2-9-3 16,0 2-7-16,2-1-4 0,0-1-8 0,0-1-21 16,0-4-36-16,0-1-39 0,0 0-39 0,0 1-50 15,-4-2-49-15,2 0-46 0,-1-3-41 16,0 2-263-16,-3-4-586 0,1 0 260 0</inkml:trace>
  <inkml:trace contextRef="#ctx0" brushRef="#br0" timeOffset="105710.59">16212 8719 145 0,'10'-8'201'0,"0"2"-16"0,2 1-14 16,-2 2-4-16,0 3-4 0,1 0-9 0,0 3-10 16,1 2-7-16,-2 1-9 0,-1 2-14 0,-2 2-12 15,0 0 1-15,2 5-7 0,-4-1-9 0,-3 4-12 16,-2-1-3-16,-2-1-6 0,-3 1-8 15,-4-2-11-15,1 3-2 0,-1-4-10 0,-2-1-7 0,2-5-4 16,0 2-4-16,-1-2-2 0,1-3 0 0,-2 0-5 16,0-1 1-16,5-1 2 0,-1-1-2 0,7-2-4 15,-11 1 10-15,4 1 4 0,7-2 3 0,0 0 3 0,-10 1 5 16,10-1-4-16,0 0-5 0,-8 1-4 16,8-1-3-16,0 0 0 0,0 0-2 0,0 0-4 15,9 15-3-15,-2-9 6 0,3 1-5 0,-1 0-2 16,0 2-2-16,3-2 0 0,3 7 0 0,1-3-12 15,1 2-31-15,1-3-37 0,5 4-40 0,-7-4-46 16,3-1-44-16,0-1-203 0,-3-1-438 0,2-1 194 16</inkml:trace>
  <inkml:trace contextRef="#ctx0" brushRef="#br0" timeOffset="105930.67">16581 9084 52 0,'4'-5'268'16,"-4"5"9"-16,3-8 5 0,-3 8-1 0,2-10-4 15,-2 10 0-15,3-6-7 0,-3 6-17 0,0 0-10 0,0 0-26 16,0 0-10-16,2-6-25 0,-2 6-5 0,0 0-6 16,0 0 1-16,0 0-14 0,0 0-11 0,4 25-5 15,-4-15-13-15,1 2-17 0,-1 4-8 16,2 0-8-16,-1-5-9 0,-1 5-11 0,1 0-5 0,2-1-6 16,-2 2-24-16,1-6-46 0,1 4-38 0,2 1-65 15,-2-3-48-15,-2-2-41 0,2 1-47 0,-1-3-58 16,1 0-28-16,-2-3-246 0,-1 2-622 0,3-3 276 15</inkml:trace>
  <inkml:trace contextRef="#ctx0" brushRef="#br0" timeOffset="106099.38">16787 9164 77 0,'3'-13'258'16,"-2"1"-9"-16,3 2-1 0,-3 1 3 0,2 1 0 15,-1 1-9-15,-2 7-8 0,1-14-14 0,-1 14-20 16,2-8-16-16,-2 8-22 0,1-9-17 0,-1 9-19 15,0 0-19-15,2-5-37 0,-2 5-40 0,0 0-38 16,0 0-34-16,0 0-56 0,0 0-60 0,0 0-73 16,0 0-189-16,0 0-454 0,0 0 200 0</inkml:trace>
  <inkml:trace contextRef="#ctx0" brushRef="#br0" timeOffset="106507.65">17218 8822 60 0,'2'-12'366'16,"0"2"-13"-16,-1 0-10 0,0-1-1 0,1 3 1 15,-1-3-10-15,0 5-3 0,-1 6-17 0,0-11-22 16,0 11-29-16,4-7-28 0,-4 7-25 0,0 0-23 16,0 0-26-16,0 0-13 0,0 0-2 0,5 27-5 15,-4 0-5-15,-1 5 0 0,-1-1-11 0,-2 1-10 16,1 3-8-16,-2-1-6 0,0 12-8 0,0-11-1 0,3-2-7 15,-3 0-8-15,2 1-9 0,-2-4-3 16,0 4-10-16,3-7-2 0,-2 2-13 0,1-2-16 16,-1-2-20-16,1-6-39 0,0-2-46 0,2 0-54 0,-1-3-63 15,1-2-43-15,0-1-51 0,0-1-54 0,0-3-48 16,-1 1-303-16,1-8-756 0,-3 7 334 16</inkml:trace>
  <inkml:trace contextRef="#ctx0" brushRef="#br0" timeOffset="106739.15">17395 8871 148 0,'3'-20'291'0,"-2"4"-7"0,3 1 1 0,-3 5-1 0,-1 3 0 16,2-1-13-16,0 3-29 0,-2 5-14 0,2-8-26 16,-2 8-10-16,0 0 1 0,0 0-4 0,1 28-13 15,-2-1-7-15,-2 3-17 0,0-1-4 0,0 2-23 16,-1 0-4-16,0 3-8 0,0-3-9 0,3 1-10 15,-6 0-6-15,2 0-14 0,3-1-3 0,0 1-13 16,-1-5-22-16,0 3-29 0,0-6-42 0,3 1-61 16,-1-6-57-16,1 7-56 0,1-8-59 0,-1-5-69 15,0 1-252-15,3-1-638 0,0-3 283 0</inkml:trace>
  <inkml:trace contextRef="#ctx0" brushRef="#br0" timeOffset="106991.55">17753 8867 315 0,'3'-16'369'0,"-3"4"-14"15,2 2-3-15,-2 3-9 0,2-1-27 16,-2 8-18-16,1-11-33 0,-1 11-26 0,0 0-25 16,0 0-11-16,0 0-6 0,0 0-12 0,2 38-19 15,-4-11-18-15,2 2-12 0,-1-1-15 0,1 2-12 16,0 0-3-16,-2-1-14 0,2 2-10 0,-1 0-11 15,0-2-2-15,2-2-7 0,-2 1-5 0,2-3-22 16,0 0-31-16,1-6-39 0,-1-2-45 0,0 0-42 0,-2-5-39 16,2 5-49-16,-2-5-35 0,1-1-41 0,-1-3-33 15,-2 1-257-15,3-9-623 0,-1 9 277 0</inkml:trace>
  <inkml:trace contextRef="#ctx0" brushRef="#br0" timeOffset="107304.82">17845 8839 154 0,'9'-19'252'16,"-1"5"-12"-16,1-1-5 0,-3 6-11 0,1 1-17 15,-1-1-17-15,-1 5-20 0,0 1-13 0,2 2-16 16,-7 1-13-16,12 1-16 0,-5 4-11 0,-2 0-9 16,1 3-3-16,1 3-6 0,-4-1 2 0,1 3-11 15,-2-1-5-15,-1 5 1 0,-2-1-5 0,-3 1-2 16,-1-2-8-16,-3 1-3 0,0 0-1 0,-1-2-1 15,0-1-10-15,-1 1-4 0,3-6 0 0,-1 2-4 16,0-2-9-16,-1 2 5 0,2-1-4 0,1 0 9 16,1 0-16-16,-3 0 2 0,2 0-2 0,4 0-3 15,-2-2-3-15,1-1-3 0,1 2 12 0,2-1-11 16,0-7-1-16,0 15-4 0,4-9 3 0,-1 0-7 16,7-1-15-16,1 3-15 0,0-4-25 0,9 0-25 15,-2-1-33-15,2-3-35 0,2 3-34 0,-3-4-25 16,3-1-32-16,-1-1-182 0,-4 0-457 0,1-1 202 15</inkml:trace>
  <inkml:trace contextRef="#ctx0" brushRef="#br0" timeOffset="107516.39">18181 9090 168 0,'9'1'171'0,"-9"-1"10"0,0 0 10 16,9 2 9-16,-6 2-2 0,-3-4-2 0,4 9-6 16,-4-9-4-16,1 11-6 0,-1-5-6 0,0-6-12 0,-3 16-5 15,1-7-7-15,-1 1-5 0,-2 1-1 0,1 2-5 16,-2-2-5-16,2-1-6 0,-2 1-3 15,2-3-2-15,-3 2-16 0,4-1-8 0,-1 0-16 0,-1-1-1 16,4-2-7-16,-2 1-8 0,3-7 5 0,3 12-5 16,-1-5-5-16,7-4-9 0,2 1-2 0,10 2-11 15,6-5-39-15,5 0-35 0,2 0-27 0,3-6-38 16,0 1-53-16,16 3-86 0,-15-8-72 16,12-1-259-16,0 0-614 0,-11 1 272 0</inkml:trace>
  <inkml:trace contextRef="#ctx0" brushRef="#br0" timeOffset="107985.11">19392 8954 305 0,'0'0'383'0,"0"0"-39"0,-4-8-28 15,4 8-29-15,0 0-8 0,0 0-23 0,0 0-19 16,0 0-17-16,0 0-17 0,0 0-16 0,0 0-16 15,0 0-14-15,10-4-15 0,0 4-14 0,7 2-24 0,1-4-32 16,2 4-36-16,1-4-57 0,-3 4-67 16,-4-1-62-16,-2 0-76 0,2-1-51 0,-5 1-235 15,2 2-552-15,-7-2 244 0</inkml:trace>
  <inkml:trace contextRef="#ctx0" brushRef="#br0" timeOffset="108134.49">19398 9051 71 0,'-4'3'381'0,"4"-3"-35"0,0 0-37 0,-9 6-28 0,9-6-16 16,0 0-9-16,-3 4-16 0,3-4-15 0,0 0-9 16,0 0-30-16,0 0-14 0,16 7-26 0,-3-7-33 15,6 1-51-15,3-2-52 0,7 1-65 0,3 0-81 16,1-2-89-16,3 1-253 0,-1-2-516 0,-1-1 228 16</inkml:trace>
  <inkml:trace contextRef="#ctx0" brushRef="#br0" timeOffset="110593.5">21319 9007 246 0,'-1'-14'250'0,"1"8"-7"15,0 6-3-15,-2-13-7 0,4 6-5 0,-2 7-11 16,-2-12-2-16,2 12-4 0,0-9-12 0,0 9-12 15,0 0-21-15,3-10-20 0,-3 10-19 0,0 0-11 0,0 0-11 16,0-8-13-16,0 8-10 0,0 0-6 16,0 0 3-16,0 0-4 0,3 26 4 0,-5-11-9 15,2 2-19-15,-2 1 12 0,2 1-7 0,-2 0-8 16,2 2 7-16,2 3-9 0,-4-1-3 0,4-4-4 0,-4 0-7 16,2 0-6-16,0-2-1 0,2 0 1 0,-1-1-1 15,-1-5-8-15,0 2-3 0,1-3-21 16,1 0-19-16,0 2-23 0,-1-3-29 0,2-1-23 15,-3-2-24-15,1 1-29 0,0 0-26 0,2-1-29 0,-3-6-16 16,2 10-28-16,-2-10-12 0,3 7-165 0,-3-7-465 16,0 0 206-16</inkml:trace>
  <inkml:trace contextRef="#ctx0" brushRef="#br0" timeOffset="110932.97">21382 8863 42 0,'12'-16'177'0,"4"1"-11"0,0 2-14 16,0 3-8-16,0 0-7 0,1 2-15 0,1 3 1 16,-3 1-13-16,-1 4-19 0,-1 0-2 0,0 0-8 15,-2 4-8-15,-1 0-6 0,0 1-11 16,-3 3 5-16,-1-1 2 0,-2 3-4 0,-1-1-1 0,-3 3-3 16,-1 0-1-16,-3 3 1 0,-3 1-7 0,-3-1-3 15,-3 1-1-15,0-2-7 0,-3 1-3 0,2-3-4 16,-4-1-1-16,1 0-10 0,-1-4-2 0,6-2-2 15,-1 2 0-15,3-4-6 0,-2 2-1 0,1-3 5 16,0 1-5-16,4-2 2 0,-1 1 3 0,8-2 5 16,-11 2 6-16,11-2-1 0,-8 1 3 0,8-1-1 15,-8 2-2-15,8-2-3 0,0 0 3 0,-7 4-6 16,7-4 2-16,0 0 0 0,3 13 4 0,4-6-5 16,-3 0-2-16,5-1-1 0,2 8-6 0,3-2-10 15,3 0-11-15,2 0-25 0,4 1-28 0,-1 1-47 16,2-1-40-16,1-3-53 0,-4 0-156 0,-2-3-391 15,2-2 174-15</inkml:trace>
  <inkml:trace contextRef="#ctx0" brushRef="#br0" timeOffset="111130.35">21801 9051 261 0,'1'-8'257'0,"-1"8"-21"0,0 0-15 0,0-8-20 16,0 8-10-16,0 0 8 0,0 0-8 0,0 0-3 15,0 0-3-15,0 0-17 0,-5 25-6 0,2-8-13 0,2-1-15 16,-2 1-8-16,0-1-11 0,0 0-15 0,1 2-11 16,-1 1-12-16,3-1-13 0,0 0-35 15,-1 0-36-15,1 0-58 0,0-1-64 0,0-2-71 16,-2 1-70-16,2-4-176 0,-1-2-482 0,0-3 213 0</inkml:trace>
  <inkml:trace contextRef="#ctx0" brushRef="#br0" timeOffset="111366.52">22058 8942 208 0,'2'-10'328'16,"1"1"-29"-16,-1 2-23 0,1 2-24 0,-3 5-14 16,4-5-18-16,-4 5 6 0,0 0-15 0,0 0 0 15,10 19-3-15,-8-7-18 0,1 3-18 0,-2 10-10 16,1-5-21-16,-1 4-12 0,-2-4-4 15,2 7-16-15,-1 0-9 0,0 0-11 0,1-8-10 0,-2 0-16 16,2 0-19-16,-1-1-33 0,0 0-40 0,1-4-35 16,-1-1-37-16,0 0-43 0,0-1-50 15,-1-2-51-15,1-2-36 0,-1-1-225 0,1-7-548 0,-3 9 243 16</inkml:trace>
  <inkml:trace contextRef="#ctx0" brushRef="#br0" timeOffset="111646.55">22165 8831 174 0,'4'-5'183'0,"1"1"-8"15,0 0-8-15,-5 4 1 0,14 0 11 0,-14 0 3 16,10 8-17-16,-5 1-7 0,1 2-10 0,-4 1-9 0,1 4-15 16,-3 3-8-16,-2 1-7 0,0-2-7 15,-1 1-10-15,-2-1 2 0,3 0-6 0,-4-4 0 16,2-1-5-16,1-4 2 0,-4 1-10 0,4-2 1 15,0-2-6-15,0 2-5 0,0-4-6 0,3-4-7 0,-3 9-7 16,0-5-4-16,3-4 0 0,0 0-5 0,-1 8-1 16,1-8-9-16,0 0-2 0,7 11 3 0,-2-8-7 15,4-1-3-15,3 2-18 0,3 0-23 16,2-2-36-16,1 0-36 0,1 1-43 0,1-1-54 0,0-4-34 16,-2 4-238-16,-5-4-504 0,1 1 223 0</inkml:trace>
  <inkml:trace contextRef="#ctx0" brushRef="#br0" timeOffset="111882.3">22474 9054 216 0,'8'-4'190'0,"-8"4"-11"16,9-3-1-16,-9 3-6 0,9-1 2 0,-9 1-3 15,10 4-4-15,-10-4-4 0,9 4-10 0,-5 1-7 16,2 1 5-16,-1 3-11 0,0-1-9 0,-1 0-4 16,-1 2-3-16,-1 2-1 0,-2-1-6 0,0 1-5 15,0-1-3-15,-2 1-3 0,-2-1-9 0,0 1-7 16,-1-1 1-16,-1-2-6 0,1 0-10 0,-1 0-5 15,3-3-8-15,0 1-6 0,-1-2-13 0,4-5 3 16,-3 8-10-16,3-8 4 0,0 10-16 0,0-10-7 16,7 6-18-16,1-2-16 0,6-1-35 0,4-2-31 15,3-1-34-15,9 0-33 0,-2-1-49 0,1 1-18 16,2-3-28-16,-11 3-239 0,2-1-523 0,0 0 231 16</inkml:trace>
  <inkml:trace contextRef="#ctx0" brushRef="#br0" timeOffset="112177.39">21319 9581 302 0,'-58'1'306'0,"19"4"-29"16,8-2-24-16,9-1-26 0,8-1-22 0,4 2-15 15,4-2-7-15,4 5-13 0,2-6 5 0,21 8-15 0,11 0-9 16,25-1-11-16,44 0-8 0,8-4-9 0,8-2-17 16,5-6-8-16,4 1 1 0,-3-2-18 15,-10-2-4-15,-6 1-11 0,-10 1-7 0,-33 2-12 16,0 4 1-16,-4-4 3 0,-3 1-27 0,-3 0-15 0,-17 2-26 16,-2 1-29-16,-6-1-30 0,-7 1-43 0,-7 0-49 15,-3 2-22-15,-1-1-31 0,-6 1-27 16,-5-2-198-16,0 0-483 0,0 0 213 0</inkml:trace>
  <inkml:trace contextRef="#ctx0" brushRef="#br0" timeOffset="112494.71">21360 9806 342 0,'-7'-5'429'0,"4"0"-27"0,-3 1-21 16,6 4-29-16,-6-8-9 0,6 8-15 0,-5-3-24 16,5 3-29-16,0 0-28 0,0 0-23 0,-5-4-22 15,5 4-21-15,0 0-12 0,0 0-6 0,5 30-5 16,-4-11-9-16,3 5-19 0,0 3-6 0,1 3-9 16,1-1-9-16,1 3-13 0,-1-1-8 0,-1-2-12 15,0-2-3-15,1 1-13 0,0-3-1 0,-2-6-6 16,-1-1-2-16,0 0-3 0,1 0-9 0,-1-2-19 15,-2-4-28-15,-2 1-30 0,-1-2-33 0,0 1-41 16,-1-2-27-16,-2-1-26 0,-1-1-18 0,1-1-26 16,-2 1-24-16,3-2-23 0,-1-2-26 0,5-4-14 15,-9 3-22-15,9-3-14 0,0 0-177 0,0 0-555 0,-5-19 246 16</inkml:trace>
  <inkml:trace contextRef="#ctx0" brushRef="#br0" timeOffset="112785.56">21416 9982 152 0,'4'-29'167'0,"1"4"9"0,-3 6 6 0,2 0 2 15,-1 7 2-15,1-2-6 0,0 2-5 16,-2 2-5-16,2 1-5 0,1 1-12 0,1 1-9 0,1 3-12 16,-1 1-1-16,6 0-16 0,-2 1-9 0,0 0-6 15,3 4-15-15,-4 0-10 0,1 0-12 0,0 3 6 16,-2 0-14-16,-4 3-2 0,0 0-11 0,-3 0-2 16,-2 0-3-16,-2 4-4 0,-2-1-3 15,-3 0-9-15,-3 0-3 0,-2 3-8 0,-1-4-3 16,-1-2-7-16,2-1 0 0,-1 2-1 0,0 0-2 0,2-4 3 15,1-2-2-15,2 4-1 0,0-4 2 0,3-1-2 16,0 2 4-16,6-4-4 0,-9 4-1 0,9-4 2 16,-6 6-1-16,6-6 0 0,-1 8 3 0,1-8 0 15,2 14 0-15,3-9-4 0,0 4 3 0,1 0-2 16,0 3 6-16,2-3-3 0,4 2-13 0,-3-1-34 16,2 0-35-16,1-1-39 0,3 1-47 0,4-1-46 15,-4 0-217-15,3-3-464 0,-3 2 205 0</inkml:trace>
  <inkml:trace contextRef="#ctx0" brushRef="#br0" timeOffset="112991.55">21761 10004 253 0,'0'0'322'0,"1"-10"-16"16,-1 10-19-16,2-7-13 0,-2 7-9 0,0 0-8 15,0 0 11-15,0 0 14 0,0 0 6 0,0 0-26 16,0 0-20-16,0 26-21 0,-2-13-27 0,1 0-18 15,2 2-21-15,-1 0-6 0,0 1-22 0,0 2-6 16,0-3-21-16,2-4-37 0,-1 6-48 0,0-2-42 16,2-1-60-16,-1-4-53 0,0 2-54 0,-1-2-68 15,1-1-54-15,1 1-285 0,1-4-649 0,-2-2 287 0</inkml:trace>
  <inkml:trace contextRef="#ctx0" brushRef="#br0" timeOffset="113167.12">21973 10048 147 0,'5'-5'288'0,"2"1"-31"0,-7 4-21 15,11-10-23-15,1 7-18 0,-2 0-19 0,2 0-19 16,3 1-14-16,-1 1-16 0,4-3-29 0,0 1-37 16,-2 2-40-16,-3-1-49 0,1 2-49 0,-2 0-49 15,0 0-37-15,-5 0-125 0,-7 0-311 0,11-2 137 16</inkml:trace>
  <inkml:trace contextRef="#ctx0" brushRef="#br0" timeOffset="113337.14">22146 9937 177 0,'0'0'259'15,"-5"-4"-9"-15,5 4-5 0,-7-4-14 0,7 4-11 16,0 0-10-16,0 0 6 0,0 0 10 0,-11 8-2 16,7 1-6-16,0 2-15 0,0 1-10 0,2-2-13 15,-2 5-19-15,-1 1-12 0,0 0-10 0,1 3-19 16,0-3-9-16,0 2-19 0,3-1-25 0,0 0-50 15,-1-2-51-15,4-3-56 0,-2 3-68 0,1-3-70 16,3-2-69-16,0-2-221 0,1 1-559 0,-5-9 248 16</inkml:trace>
  <inkml:trace contextRef="#ctx0" brushRef="#br0" timeOffset="113580.25">22449 9904 11 0,'2'-14'362'0,"-1"2"-2"0,-1 5-3 0,2 0-9 16,-2 7-17-16,1-9-14 0,-1 9-24 16,3-8-14-16,-3 8-7 0,0 0 1 0,0 0-17 15,0 0-17-15,-4 30-25 0,2-13-21 0,-1 6-18 16,0-4-20-16,0 7-12 0,2-7-14 0,0 7-10 0,0-7-12 16,-2 1-12-16,1-1-21 0,0-2-27 15,1 0-37-15,0-7-34 0,1 1-27 0,0 1-42 16,0-2-27-16,0-3-27 0,0-7-30 0,-1 12-34 0,2-5-35 15,-1-7-24-15,0 0-22 0,-3 10-27 0,3-10-217 16,-5 4-578-16,5-4 255 0</inkml:trace>
  <inkml:trace contextRef="#ctx0" brushRef="#br0" timeOffset="113849">22500 9828 220 0,'14'-9'218'0,"-4"1"-2"0,1 4-2 15,1 0 6-15,-2 2-9 0,2 1-3 0,-5 2-9 16,2 1-2-16,-1 1-9 0,-3 1-11 0,0 3-7 16,-2-2-15-16,-2 5-14 0,0 0-12 0,-3 2-7 15,-2-1 4-15,-4 4-14 0,-2 2 4 0,0-4-7 16,-3 1-2-16,-1 1-7 0,0-3-3 0,-1 1-2 16,3-3-9-16,1-1 6 0,0-1-15 0,4 0-7 15,-1-2-2-15,2-1-12 0,2 2-2 0,-1-2-6 16,2-1-6-16,3-4-2 0,-4 10-5 0,4-4 0 15,0-6-18-15,8 8-36 0,1-3-47 0,2-2-50 16,2-3-51-16,6 2-54 0,-1 0-46 0,5-3-46 16,-2 0-254-16,-1-1-614 0,-1 2 273 0</inkml:trace>
  <inkml:trace contextRef="#ctx0" brushRef="#br0" timeOffset="114058.05">22778 10010 74 0,'8'-1'254'16,"-8"1"-20"-16,0 0-8 0,9 3 5 0,-9-3 0 15,5 5 0-15,-4 2-10 0,2-2 4 0,-3-5 1 16,4 17-4-16,-4-8 0 0,0 1-16 0,-4 2 6 16,1 0-17-16,1 0 1 0,-3-2-4 0,1 1-17 15,-1-1-9-15,1 0-10 0,-1-2-18 0,1 0-11 16,4-8-14-16,-4 10-10 0,3-5-8 0,1-5-7 16,6 8-10-16,-6-8-28 0,13 2-32 0,4-4-32 15,2-1-41-15,8-2-52 0,-1-3-45 0,1 1-50 16,-1-4-63-16,7 1-58 0,-5-1-309 0,2-1-684 15,-1-2 303-15</inkml:trace>
  <inkml:trace contextRef="#ctx0" brushRef="#br0" timeOffset="114276.34">23543 9583 3497 0,'-5'-9'87'15,"1"3"21"-15,4 6-46 0,-5-10-23 0,2 6-12 16,3 4 13-16,-4-8 9 0,4 8 3 0,0 0-3 16,0 0-3-16,5-13-16 0,2 9 7 0,2 2-4 15,8-2-22-15,-6 3-27 0,1-1-22 0,0 1-49 16,1 1-43-16,-3 1-54 0,-2 1-42 0,2-2-25 16,0 3-35-16,-5 0-206 0,-5-3-532 0,7 8 235 15</inkml:trace>
  <inkml:trace contextRef="#ctx0" brushRef="#br0" timeOffset="114411.88">23532 9645 105 0,'-9'5'263'0,"-1"0"-6"0,4-1-5 16,-1 1-5-16,2 0-3 0,-1-3-10 0,6-2-4 0,-5 7-8 15,5-7-1-15,-3 6-11 0,3-6-12 16,0 0-26-16,16 6-23 0,-5-3-18 0,8-2-42 16,0-1-50-16,2-1-53 0,6-1-62 0,1-1-77 15,1-2-73-15,-7 1-240 0,-2-1-504 0,2 2 222 16</inkml:trace>
  <inkml:trace contextRef="#ctx0" brushRef="#br0" timeOffset="116604.96">25260 9172 80 0,'4'-8'243'0,"-4"8"-12"0,4-8-6 0,-4 8-4 0,0 0-5 16,5-6-5-16,-5 6-10 0,0 0-11 15,2-7-12-15,-2 7-14 0,0 0-17 0,0 0-10 0,3-6-14 16,-3 6-14-16,0 0-9 0,0 0-12 0,0 0-6 16,0 0-10-16,0 0-6 0,6-6-7 0,-6 6-3 15,0 0-6-15,0 0-8 0,0 0-5 0,0 0-4 16,0 0-1-16,0 0-2 0,0 0-5 0,0 0 1 15,0 0-3-15,0 0 0 0,0 0-6 0,0 0 2 16,0 0-2-16,0 0 2 0,0 0 0 0,0 0-5 16,0 0 1-16,0 0-1 0,0 0 4 0,0 0-4 15,0 0 6-15,0 0-4 0,0 0 6 0,0 0-2 16,0 0 0-16,0 0 2 0,0 0 8 0,0 0-1 16,0 0 0-16,0 0 4 0,0 0-7 0,0 0 5 0,0 0 4 15,0 0-6-15,0 0-3 0,0 0-1 16,0 0 3-16,0 0-7 0,0 0-5 0,0 0 4 15,0 0-4-15,0 0-4 0,-16-3 2 0,16 3-6 0,0 0 1 16,-9-2 2-16,9 2-3 0,0 0-4 0,-15 0 3 16,15 0-6-16,-11 2 5 0,11-2 0 0,-11 1 1 15,4-1-4-15,7 0 0 0,-12 6-3 16,4-4 6-16,3 0-4 0,-4 1-1 0,1 1-4 0,0 0 1 16,1 0 1-16,3 0 2 0,-2 2-4 0,1-1-1 15,2 0 1-15,-2 2 2 0,2-1-5 0,3-6 8 16,-2 16-5-16,3-9 1 0,4 2 5 0,-1-1-4 15,4 2-4-15,-2 0 2 0,5 3 2 0,0-2-1 16,5 1 5-16,-3-1-4 0,5 0 2 0,-1 1-2 16,-2 0-3-16,4-1 6 0,-2-1 1 0,-1-1-7 15,-5-1 7-15,0-1-8 0,-1 0 11 0,2-1-8 16,-3 0 11-16,-3 0-16 0,-2-2 7 0,0 2-6 16,0-3 2-16,-4-3-2 0,5 10 5 0,-5-10 4 15,-4 10-7-15,-1-5 1 0,-3 1 4 0,-3-1 3 16,-1 1-8-16,-4 0-12 0,-2-1-8 0,2 1-4 15,-2-2-14-15,0 0-9 0,5-1-19 0,-5 0-21 16,-1-2-24-16,6 0-28 0,0-1-46 0,-1-1-42 16,1-1-26-16,2-1-40 0,-1-1-154 0,3-1-488 0,0-3 216 15</inkml:trace>
  <inkml:trace contextRef="#ctx0" brushRef="#br0" timeOffset="116756.83">25268 9103 60 0,'7'-8'239'0,"0"3"-25"0,1 1-19 0,4-1-20 16,-1 0-19-16,8 0-16 0,0 1-13 0,8-2-25 15,0 6-32-15,1-1-45 0,3 2-50 0,-1-1-43 0,1 2-55 16,0 0-92-16,-1 1-232 0,-1 0 103 16</inkml:trace>
  <inkml:trace contextRef="#ctx0" brushRef="#br0" timeOffset="116992.71">25935 9039 135 0,'1'-8'285'0,"-1"8"-3"0,0 0-17 0,2-8-13 0,-2 8-16 16,0 0-20-16,0 0-25 0,0 0-18 0,0 0-9 16,0 0 21-16,0 0-18 0,2 24 3 0,-6-6 13 15,3-1-25-15,-3 8-14 0,0 1 17 0,0 1-20 16,-1-1-12-16,-1 2-7 0,2-3-13 0,0 0-12 15,-1-6-12-15,1 5-1 0,0-5-15 0,2 0-5 16,2-1-1-16,-5 0-21 0,4-3-33 0,-1 1-43 16,2-4-37-16,0-1-49 0,0 0-60 0,0-2-56 15,0-1-58-15,0-2-281 0,2 2-622 0,-2-8 275 16</inkml:trace>
  <inkml:trace contextRef="#ctx0" brushRef="#br0" timeOffset="117232.45">26165 9131 140 0,'0'0'259'0,"0"0"-12"0,-5-11-9 0,5 11-16 16,0 0 1-16,-13 2-12 0,13-2-9 0,-17 7-5 16,5 5-11-16,-2 0-4 0,-2-1-13 0,3 3-10 15,-1 0-11-15,1 2-9 0,-1-1-11 0,3-1-6 16,0 0-11-16,1-1-4 0,4-2-15 0,0 1-17 0,3-2 0 15,1 2-15-15,2-2-4 0,2 2-6 16,0-3-22-16,5 0-11 0,2-1-51 0,7 0-45 16,-1 1-61-16,3-4-58 0,1 0-56 0,3-1-269 15,0-1-568-15,-1-1 252 0</inkml:trace>
  <inkml:trace contextRef="#ctx0" brushRef="#br0" timeOffset="117613.85">26373 9415 197 0,'12'-1'203'0,"-12"1"-6"0,13 1 3 16,-6-2 3-16,2-3 2 0,0 4-3 0,0-3-5 16,2-1-10-16,0 2-13 0,0-2-13 0,3 0-15 15,-1-2-10-15,-1 0-8 0,1 2-5 0,-2-2-3 16,3 0 0-16,-5-1 10 0,0 0-15 0,0-1-3 16,0 0-12-16,-3-1 1 0,-1-2-5 0,0-1-12 15,-1-4 4-15,-3 4-4 0,1 0-4 0,2-4-2 16,-2 1-14-16,2-4-6 0,-1 3-3 0,1 1-9 15,3-2-5-15,-2 7 0 0,3 0-1 0,1-4 1 16,5 3 2-16,-5 3-6 0,2 1-12 0,1 2 3 16,-1 0-6-16,3 3 14 0,-4 2-13 0,1 2-6 15,1 0-2-15,-1 4 0 0,0 1 8 0,1 6-11 16,-3 0-5-16,-5 2 3 0,-2 3 1 0,-2 0 8 16,0 1 6-16,-4 0 13 0,2 0 1 0,-5-2-2 15,3 3-1-15,-4-5 3 0,4 2-2 0,-1-2-6 0,3-3-3 16,0-1-5-16,4 1 5 0,0-1-6 15,3-2-3-15,5 1 2 0,3-3-13 0,7 0-27 16,7-2-38-16,5-4-33 0,1-1-53 0,3 0-38 16,0-3-44-16,13-4-47 0,0 0-36 0,-13 1-36 15,1-1-238-15,-1-2-630 0,1-2 279 0</inkml:trace>
  <inkml:trace contextRef="#ctx0" brushRef="#br0" timeOffset="119194.34">11026 11054 125 0,'-1'-7'296'0,"1"7"-8"0,-1-10 0 16,1 10-21-16,-6-9-8 0,6 9-4 0,-1-7-3 15,1 7-10-15,0 0-14 0,0 0-20 16,0-11-19-16,0 11-18 0,0 0-23 0,0 0-22 15,0 0-11-15,0 0-16 0,0 0-5 0,0 0-2 0,0 0 1 16,9 26-18-16,-5-11 3 0,3 3-3 0,1 8-2 16,-1-7-10-16,3 7-7 0,-1-1-7 15,2 0-2-15,1 0-5 0,1 0-9 0,-1-1 4 0,-1-6-7 16,0-3 2-16,-1 2-7 0,2-4 2 0,-2 0-6 16,-1 1-1-16,-1-5-2 0,1 0-2 0,-4-3 0 15,0 3-4-15,0-4 13 0,0 0-12 0,-1-2-12 16,-4-3 17-16,6 7 0 0,-6-7 8 0,5 3-12 15,-5-3-2-15,0 0-6 0,10-13 4 0,-3 4-7 16,2-6 4-16,0-3 2 0,4-7-7 0,-2-1 1 16,1-1 2-16,2 0-3 0,-1-1-3 0,-2-3 2 15,0 2-1-15,1 0-5 0,-2 1-4 0,0 1 6 16,-3 2-10-16,-1 7-2 0,-1-2-5 0,-1 5 6 16,1 4-2-16,-2 3 1 0,-1 0-16 0,0 2-31 15,-2 6-28-15,4-9-37 0,-2 4-32 0,-2 5-18 16,0 0-8-16,0 0-24 0,0 0-32 0,5 22-23 15,-3-6-29-15,-4 3-192 0,4-1-524 0,-1 8 232 16</inkml:trace>
  <inkml:trace contextRef="#ctx0" brushRef="#br0" timeOffset="119413.53">11545 11301 20 0,'-2'10'264'0,"2"-10"-13"0,0 0-1 0,0 0-5 15,0 0-4-15,0 0-4 0,0 0-3 0,0 0-13 16,0 0-15-16,-2 8-17 0,2-8-13 16,0 0-19-16,0 0-21 0,13 0-8 0,-13 0-21 15,19-1-2-15,-2 0-9 0,2-1-9 0,5 1-11 0,-7 0-27 16,6-3-31-16,-7 3-32 0,2 1-31 0,0-1-47 16,-4 1-46-16,-1 1-43 0,-2-1-47 0,0 1-36 15,-7 1-159-15,3 1-456 0,-7-3 202 0</inkml:trace>
  <inkml:trace contextRef="#ctx0" brushRef="#br0" timeOffset="119628.86">11638 11315 141 0,'0'0'233'0,"0"0"-18"0,-5-2-2 0,5 2-10 16,0 0-10-16,0 0-6 0,0 0 5 0,0 0 11 15,-5 10 1-15,5-10-6 0,0 16-15 0,1-4 8 16,1 2-25-16,0 3-11 0,-4 2-9 0,4 1-17 15,1-1-12-15,-2 1-10 0,0 1-15 0,1 5-4 16,0-7-10-16,2 1-7 0,-2-1-9 0,0 1-13 16,0-2-18-16,1-1-35 0,2 2-31 0,-3-3-41 15,2 0-37-15,-2 0-47 0,-1-4-54 0,3 0-36 16,-2 0-250-16,4-2-541 0,-3 0 240 0</inkml:trace>
  <inkml:trace contextRef="#ctx0" brushRef="#br0" timeOffset="119906.63">12031 11369 300 0,'0'0'317'0,"2"-11"-8"0,-2 11-17 16,0-8-13-16,0 8-13 0,0 0-19 15,2-6-16-15,-2 6-7 0,0 0-11 0,0 0 1 0,0 0-15 16,0 0-11-16,2 25-15 0,-1-13-13 0,1-1-17 15,-2 1-16-15,0 5-11 0,2-2-10 0,-1 3-16 16,2-3-4-16,-1 3-10 0,-2-1-6 0,2-2-13 16,-2 1 9-16,2 0-19 0,0-3-14 0,0-2-22 15,4-1-28-15,-6 1-28 0,3-2-35 0,0 3-32 16,-2-7-37-16,1 3-39 0,0 2-35 0,-2-3-36 16,2 0-24-16,-2-7-22 0,0 13-192 0,0-8-538 15,0-5 238-15</inkml:trace>
  <inkml:trace contextRef="#ctx0" brushRef="#br0" timeOffset="120264.4">12086 11540 11 0,'0'0'199'16,"6"-9"-10"-16,-2 7-4 0,-4 2 1 0,7-6-2 16,1 1-9-16,-1-1-11 0,4 1-19 0,0-1-12 15,1 1-17-15,3-1-7 0,-1 2-16 0,-1 0-6 16,3 0-7-16,0-2-9 0,2 2-6 0,-7-2-6 0,0 1-8 15,1 0-5-15,-1 2 2 0,-3-3 5 16,0-1 6-16,-1 3-2 0,-3-1 0 0,0-1 5 16,0 1 5-16,-2-2 11 0,-2 7 0 0,5-12 2 15,-5 7 2-15,2-2-1 0,-2 7 2 0,0-10 10 16,0 10 2-16,0-12-11 0,0 12 19 0,0-8 5 16,0 8 10-16,0 0-23 0,0-9-5 0,0 9-8 15,0 0-14-15,0 0-6 0,0 0 13 0,0 0 0 16,0 0 7-16,0 0-3 0,-6 29-6 0,4-19-5 15,1 5-2-15,-1 1-6 0,-2 1 2 0,2 2-9 0,-1-2-4 16,1 2-5-16,0-2-5 0,2 2-1 16,0 0-7-16,0-2-11 0,0 0-30 0,0-2-34 15,2-3-33-15,-1 2-44 0,1-4-33 0,2 6-46 0,0-6-58 16,-2 1-59-16,1 2-52 0,1-4-231 16,4 1-649-16,0-3 288 0</inkml:trace>
  <inkml:trace contextRef="#ctx0" brushRef="#br0" timeOffset="120469.76">12852 11378 56 0,'4'-7'344'0,"-4"7"-33"0,0 0-23 0,3-8-22 15,-3 8-13-15,0 0-20 0,7-5-24 0,-7 5-22 16,11-3-18-16,-5 2-10 0,8 1-30 0,-2 0-36 15,2 0-45-15,-2 0-57 0,1 2-71 0,0 0-70 16,-1-1-64-16,-2 3-168 0,-3-2-415 0,-1 4 184 16</inkml:trace>
  <inkml:trace contextRef="#ctx0" brushRef="#br0" timeOffset="120621.44">12866 11512 229 0,'-10'1'295'0,"10"-1"-11"0,-6 4-7 0,6-4 19 0,0 0-16 15,-5 4-18-15,5-4-3 0,0 0-25 0,0 0-23 16,0 0-19-16,0 0-19 0,0 0-21 0,25 2-39 16,-12-3-34-16,-1-2-47 0,8 1-51 0,-2-3-62 15,1 3-73-15,2-1-62 0,0 0-267 0,2 0-524 16,-4 2 232-16</inkml:trace>
  <inkml:trace contextRef="#ctx0" brushRef="#br0" timeOffset="127554.82">14447 10915 21 0,'0'0'224'15,"0"0"-6"-15,-2-11-13 0,2 11-7 0,-2-11-12 0,1 5-11 16,1 6-1-16,-1-13-4 0,1 6-11 0,1-3-4 16,-1 10 0-16,-1-11-2 0,1 11-1 0,-2-7-10 15,2 7-12-15,0 0-13 0,-1-9-19 0,1 9-8 16,0 0-12-16,0 0-8 0,0 0-5 0,0 0 2 15,0 0 2-15,0 0 4 0,0 0-10 0,4 32 7 16,-3-16-2-16,-3 1-9 0,2 8-7 0,0-6-5 16,-2 0-5-16,1-2 2 0,-1 2-6 0,0 0-5 15,2-4-1-15,0 1-4 0,0-2-5 0,4 1 0 16,-4-3-8-16,0 0-4 0,1 0-5 0,1-2-20 16,0 1-28-16,-2 2-24 0,2-4-21 0,0-1-25 15,-2 3-28-15,4-1-22 0,-3-2-29 0,2-1-26 16,-2 1-22-16,-1 0-216 0,2-2-493 0,-2-6 219 15</inkml:trace>
  <inkml:trace contextRef="#ctx0" brushRef="#br0" timeOffset="127923.47">14497 10759 104 0,'11'-13'166'0,"1"3"-4"0,2 0-6 15,0 1-4-15,-2 3-9 0,0 0-11 0,2 4-10 16,-2 0-7-16,1 2-8 0,1 2-9 16,-1 0-1-16,-1 3-4 0,-3 0-8 0,-1 1-6 15,3 3 6-15,-6 1-10 0,-1 3-2 0,-2 2-5 0,-2 0-1 16,-3 3-2-16,-2-2-9 0,-5 2-7 0,1-1-7 16,-3-1-1-16,0 1-4 0,-1-5-5 15,2 1 2-15,-4 0-3 0,2-4-3 0,0-2-6 0,2 0 4 16,2-2-7-16,-2-1 0 0,0-1 0 0,4-1-2 15,-1 0 1-15,0 0 2 0,8-2 3 0,-11 1 1 16,11-1 0-16,-8 0 5 0,8 0 1 0,0 0-2 16,-7 4-3-16,7-4-1 0,0 0-4 15,0 0 3-15,0 0-7 0,0 0-3 0,10 14-1 0,-1-8 3 16,-2-1-6-16,4 5-1 0,3 0 2 0,1 1-3 16,3 0-18-16,-3 0-27 0,8 5-35 0,-5-4-38 15,-2-2-42-15,2-1-38 0,-2 2-28 16,1 0-164-16,-8-1-416 0,3-3 185 0</inkml:trace>
  <inkml:trace contextRef="#ctx0" brushRef="#br0" timeOffset="128232.41">14861 11023 179 0,'9'-8'188'0,"-5"4"-3"15,2 0-14-15,1 1-6 0,-7 3-8 0,14-3-9 16,-14 3 1-16,13 3-8 0,-7 2-6 0,0 0-8 15,1 3-8-15,-3 2-10 0,-2 1-4 0,0 2-7 16,-2 3-9-16,-2 0-4 0,-3 3-9 0,-3 0-8 16,-4 2-5-16,3-4-1 0,-4 4-11 0,0-6-4 15,0-2-5-15,-1 1-3 0,0-1-9 0,6-5 7 16,-3 0-11-16,1-2-5 0,2 0 3 0,0-1-3 16,3-3 0-16,-1 2-4 0,6-4 1 0,-7 3-3 15,7-3 12-15,-6 4-1 0,6-4 0 0,0 0-4 16,0 0-2-16,0 0 4 0,0 0-7 0,0 0-3 15,0 0-1-15,0 0-2 0,22 3 2 0,-12-5-1 0,3 2-3 16,5 0-16-16,-1 0-19 0,6 2-32 16,6-1-44-16,-2 1-64 0,4-3-57 0,-2 2-224 15,1 1-484-15,1-2 214 0</inkml:trace>
  <inkml:trace contextRef="#ctx0" brushRef="#br0" timeOffset="128536.61">15412 10920 262 0,'-4'-12'334'0,"0"0"-10"0,2 3-17 0,-1 0-18 16,3 3-20-16,0 6-24 0,-4-10-24 0,4 10-16 15,-2-7-27-15,2 7-10 0,0 0-11 0,0 0-3 16,0 0-14-16,30 16-18 0,-17-6-4 0,2 0-9 16,0 3-12-16,6 3-9 0,-5-1-6 0,-1-1-10 15,3 2 0-15,-1 0-14 0,-1-3-7 0,-2 0-11 16,-1 1-18-16,0-2-45 0,-2 0-28 0,-2 1-37 16,1 1-32-16,-2-4-60 0,-1 2-58 0,-2-2-51 15,-2 0-244-15,1 2-577 0,-4-3 256 0</inkml:trace>
  <inkml:trace contextRef="#ctx0" brushRef="#br0" timeOffset="128744.51">15655 10891 118 0,'-3'-9'291'0,"1"3"-8"0,2 6-11 15,-7-8-8-15,7 8-6 0,-7-4-4 0,7 4-14 16,0 0-12-16,-17 8-13 0,8 1-15 0,-4 3-13 15,-1 3-24-15,3 1-8 0,-7 8-25 0,0-1-11 0,4 2-13 16,0-1 0-16,-3-1-46 0,7 1-32 16,0-6-45-16,2 0-45 0,-1 5-49 0,-1 0-59 15,4-7-61-15,-1 0-54 0,5 0-183 0,0-3-505 0,5-1 225 16</inkml:trace>
  <inkml:trace contextRef="#ctx0" brushRef="#br0" timeOffset="129120.55">15859 10826 166 0,'4'-9'321'0,"-1"5"-30"0,-1-2-25 16,-2 6-25-16,4-8-14 0,-4 8-3 0,0 0-9 0,0 0-10 16,14 15-10-16,-8-1-12 0,2 4-17 0,0 1-13 15,-1 6-15-15,2-2-16 0,-2-4-8 16,2 4-15-16,0 0-8 0,-3-5-11 0,1 1-7 15,3-4-1-15,-4 1-13 0,2 0-4 0,1-3-10 0,-2-1 4 16,1-4-5-16,-3 2-12 0,2-1 3 0,-2-4-6 16,1 0-2-16,-3 0-4 0,0-1 1 0,1 0 8 15,-4-4 8-15,5 4 15 0,-5-4-6 0,0 0-4 16,0 0 0-16,17-12 2 0,-12 2-8 0,2 1-5 16,0-6 1-16,3-2-7 0,-2-6-3 0,4 0 3 15,0 0 0-15,-1-3-6 0,0-1-3 0,4-2-17 16,-3 2 5-16,3 3-9 0,-2-1 7 0,1 0-4 15,-2 4-10-15,-2 7-7 0,-4 5-12 0,0 2-33 16,0-4-22-16,-2 5-32 0,-2 2-38 0,-2 4-28 16,7-3-7-16,-7 3-2 0,0 0-13 0,11 17-30 15,-9-5-19-15,1 5-15 0,0 2-179 0,0 0-481 16,3 0 214-16</inkml:trace>
  <inkml:trace contextRef="#ctx0" brushRef="#br0" timeOffset="129335.35">16514 10962 59 0,'0'0'239'0,"0"-6"4"0,0 6 3 0,0 0 3 16,-6-13-3-16,6 13 6 0,-5-7-6 0,5 7-11 15,-6-5-10-15,6 5-24 0,-10-2-7 0,10 2-14 16,0 0-8-16,-18 8 2 0,6-2-21 0,3 2-7 0,-3 6-12 16,-1 2-17-16,3-3-7 0,-1 3-17 0,1 0-5 15,3 2-21-15,0-1 3 0,2 0-20 16,0-1 5-16,5-1-34 0,0 0-38 0,5 0-41 15,0-3-48-15,4 4-50 0,0-4-53 0,8-1-58 0,-1-1-53 16,3 0-202-16,3-6-566 0,7 1 250 0</inkml:trace>
  <inkml:trace contextRef="#ctx0" brushRef="#br0" timeOffset="129545.44">16875 10994 51 0,'-1'-11'230'0,"0"0"12"0,-1 1 12 0,0 3-7 0,-2 0-4 15,-1 2-4-15,5 5-16 0,-14-4-12 0,5 4-11 16,-2 6-2-16,-5 2-6 0,0 1-2 0,-5 8-2 16,-1 3-15-16,2-4-8 0,2 4-19 0,1-1-8 15,6-1-21-15,1-2-5 0,3 3-17 0,0-4-2 16,3 0-14-16,2 2-16 0,2 0-25 0,3-5-39 16,5 1-19-16,-3-2-55 0,6 2-48 0,0-1-52 15,1-1-56-15,4-3-55 0,-5 0-250 0,7 1-581 16,-3-2 256-16</inkml:trace>
  <inkml:trace contextRef="#ctx0" brushRef="#br0" timeOffset="130000.63">14723 11745 6 0,'-33'1'333'0,"2"-1"-22"0,3 1-22 15,11 1-12-15,5-2-10 0,3 1-20 0,1-1-8 0,8 0-10 16,-12 1-12-16,12-1-12 0,0 0-2 0,0 0-14 16,50 9-8-16,4-5-16 0,37 1-14 15,8-5-17-15,13-1-13 0,9-5-6 0,12 1-18 16,9-5-8-16,6-2-7 0,3 0-9 0,0 0-12 0,1-5-3 16,-5 3-1-16,-5 5-10 0,-6 1-5 0,-9 3-6 15,-3-7 3-15,-10 5-13 0,-11 1-1 0,-13-4-1 16,-28 6-8-16,-1-1-13 0,-4-1 7 0,-7 1 0 15,-13 2 12-15,-3-1-20 0,-3-2 0 0,-11 3 2 16,-2 1-5-16,-5 1 0 0,-4 1-8 0,0-2-11 16,-4-1-27-16,-5 3-34 0,0 0-28 0,0 0-33 15,0 0-43-15,-37-6-51 0,6 8-60 0,-6 5-301 16,-14 0-645-16,-4 1 285 0</inkml:trace>
  <inkml:trace contextRef="#ctx0" brushRef="#br0" timeOffset="130709.61">15103 12184 83 0,'-3'-11'305'0,"1"0"-11"0,0 0-14 15,-2 3-4-15,4 1-19 0,0 7-1 0,-2-12-8 0,2 12-20 16,-3-7-17-16,3 7-33 0,-2-6-2 0,2 6-35 16,0 0-14-16,0 0-14 0,0 0-10 15,0 0-1-15,-2 29-8 0,0-11-10 0,1-1-7 16,1 12-2-16,1 0-5 0,-2-1-8 0,2 1-4 0,-1 0-7 16,0-1-11-16,2 1-3 0,-2-2-1 0,3-1 0 15,-2-6-7-15,-1-1-14 0,0 2-9 16,3-3-15-16,-2 0-28 0,-2 0-33 0,3-3-37 15,0 2-31-15,-2-6-43 0,2 2-35 0,-4-1-22 0,2-2-28 16,-4-1-215-16,-1 0-522 0,0-5 231 0</inkml:trace>
  <inkml:trace contextRef="#ctx0" brushRef="#br0" timeOffset="131053.65">15089 12103 65 0,'9'-14'152'0,"-2"6"1"0,3-1-5 16,1 3-2-16,1 2-8 0,1 0-6 0,5 4-3 16,1 1-1-16,-5 2-14 0,3 1-12 0,1 1-7 15,-1 5-6-15,0 0-6 0,-2 0-9 0,-2 1-4 16,-1 3-3-16,-7-4-7 0,3 4-2 0,-4 1-9 16,-2 2-4-16,-4 2-4 0,-1-1-10 0,-6 0-3 15,0 0-3-15,-4-2-3 0,-2-4-5 0,-1 2-4 16,0-2 1-16,-1-2-5 0,0-1 5 0,0-2-7 15,2-1-3-15,3-2 8 0,-1 0-3 0,5-3 10 16,0 1 4-16,-1-2 5 0,9 0 6 0,-12 2 6 16,12-2 5-16,-9 1 0 0,9-1-3 0,0 0-4 15,-9 0-3-15,9 0-5 0,0 0-4 0,0 0-4 16,0 0-1-16,12 17-2 0,-4-8-1 0,2-1-1 16,2 6-2-16,1-3-2 0,1 4-1 0,2-1-7 15,4 2-27-15,-3-3-37 0,5 1-39 0,-2 1-54 16,-2-3-41-16,0-2-202 0,-3-1-427 0,3-1 189 15</inkml:trace>
  <inkml:trace contextRef="#ctx0" brushRef="#br0" timeOffset="131264.53">15559 12394 209 0,'0'0'286'0,"1"-8"-1"0,-1 8-8 0,0 0-18 16,3-8-20-16,-3 8-14 0,0 0-4 15,0 0-4-15,0 0-8 0,0 0-10 0,-4 25-21 16,0-13-23-16,2 0-6 0,-1 5-14 0,0 1-12 16,1-1-13-16,-1 4-14 0,1-3 1 0,2 1-23 0,-4-1-25 15,4 2-37-15,5-4-42 0,-5 1-52 16,1-1-65-16,2 0-81 0,-1-4-65 0,-1 1-211 16,2-3-546-16,2 0 241 0</inkml:trace>
  <inkml:trace contextRef="#ctx0" brushRef="#br0" timeOffset="131453.07">15800 12429 172 0,'0'0'259'16,"8"-6"-8"-16,0 2-11 0,-2 0-17 0,1 2-16 0,3 0-17 15,1 1-25-15,1-2-16 0,3 0-14 0,2 3-19 16,1 0-37-16,-6-3-40 0,4 2-47 15,-5 2-51-15,2 1-54 0,5-1-47 0,-5 0-155 16,-2 1-340-16,-11-2 151 0</inkml:trace>
  <inkml:trace contextRef="#ctx0" brushRef="#br0" timeOffset="131646.46">15994 12298 261 0,'0'0'263'0,"-4"-7"-5"16,4 7-20-16,0 0-17 0,-4-5-18 0,4 5 3 0,0 0 12 15,0 0-4-15,-7 18-5 0,6-8-12 0,-2 2-16 16,2-1-18-16,-1 6-14 0,0 0-11 0,2 2-15 16,-3-1-10-16,3 1-8 0,2-2-14 15,-4 1 7-15,4-1-40 0,1-1-26 0,-3 0-38 16,1 1-48-16,-1-1-56 0,2-1-59 0,1-2-65 0,-2-3-59 16,1 2-187-16,0-2-518 0,1 0 230 0</inkml:trace>
  <inkml:trace contextRef="#ctx0" brushRef="#br0" timeOffset="131886.81">16319 12263 2514 0,'5'-18'185'0,"-1"3"-16"0,-1 5-34 0,-1-1-19 16,-2 3-15-16,3 3-16 0,-3 5-10 0,5-9 4 15,-5 9-12-15,3-5 19 0,-3 5 27 0,0 0 13 16,0 0-3-16,5 29-22 0,-4-13 5 0,0 3-7 15,-2 8-7-15,1-3-7 0,0 5-9 0,-1-5-9 16,-1-3-5-16,1 4-5 0,0-6-9 0,0 7 4 16,-1-7-29-16,1 5-28 0,1-5-24 0,-1 1-55 15,-2-2-59-15,1 0-48 0,-2 1-50 0,0-2-44 16,1-1-41-16,0-1-264 0,0-4-639 0,-2-1 282 16</inkml:trace>
  <inkml:trace contextRef="#ctx0" brushRef="#br0" timeOffset="132230.6">16370 12123 25 0,'7'-9'257'0,"-2"2"-30"0,0 1-8 0,0 3-7 0,4 0-5 15,-3 2-3-15,3 1-10 0,-9 0-11 0,16 9-14 16,-11-5-10-16,3 4-9 0,-2 1-14 0,2 6-6 15,-2-5-14-15,-4 3-1 0,0 3-8 0,-1 2-10 16,-2 0-8-16,-3 0-3 0,-5-1-12 0,0-1-6 16,0 0-1-16,-2 2-11 0,0-4-6 0,2-5-2 15,-1 2-6-15,0-1-1 0,1-4-5 0,3-1-1 16,-2 0-2-16,3-2-1 0,5-3-5 0,-8 9-4 16,6-7-2-16,2-2-1 0,-7 4-4 0,7-4 3 15,0 0-7-15,0 0-1 0,0 0 2 0,0 0-1 16,9 13 1-16,-4-9-2 0,2 0-2 0,5-1-2 15,-1 3 5-15,7-2 3 0,-7 2-7 0,7 1-8 16,1-2-22-16,0-1-32 0,-1 2-47 0,3-2-49 16,-3 1-57-16,1-3-60 0,-1 3-252 0,-7-1-562 15,1-1 249-15</inkml:trace>
  <inkml:trace contextRef="#ctx0" brushRef="#br0" timeOffset="132480.6">16714 12408 63 0,'7'-1'238'0,"-7"1"1"0,7-2 3 0,-7 2 0 16,0 0-5-16,0 0-2 0,13 8-3 0,-10-4-6 15,-3-4-9-15,2 12-6 0,-1-6-4 0,-1-6-10 16,2 13-11-16,-1-6 0 0,-1 3-5 0,0-10-9 16,-3 16-3-16,2-6-14 0,0-1-7 0,0 0-17 15,-2 1-9-15,-1-3-9 0,3 0-12 0,1-7-10 16,-1 13-12-16,1-6-10 0,0-7-10 0,0 12 2 15,1-4-6-15,4-2-26 0,0 0-7 0,0-2-24 16,2-1-57-16,7-1-60 0,1 1-62 0,4-3-66 16,2-3-68-16,9-1-63 0,1-4-225 0,2 1-653 15,3-3 290-15</inkml:trace>
  <inkml:trace contextRef="#ctx0" brushRef="#br0" timeOffset="132752.22">18055 11727 161 0,'0'0'337'0,"3"-10"-16"0,-2 6-20 0,-1 4-1 0,0 0 7 16,2-10-27-16,-2 10-24 0,0 0-28 0,4-8-23 15,-4 8-24-15,0 0-8 0,9-1-26 0,-9 1-7 16,13 1-22-16,-2 1-15 0,0 0-13 0,-1-1-25 16,2 2-21-16,1-2-54 0,0 2-46 0,-3-1-54 15,1 2-57-15,-1-3-50 0,-1 3-46 0,-2-1-226 16,-1-1-530-16,-3 2 234 0</inkml:trace>
  <inkml:trace contextRef="#ctx0" brushRef="#br0" timeOffset="132912.43">18080 11868 142 0,'0'0'280'0,"-5"4"-8"0,5-4-4 0,-6 3 2 16,6-3 1-16,0 0-9 0,-4 6-26 0,4-6-13 15,0 0-14-15,0 0-17 0,0 0-23 0,0 0-17 16,13 8-24-16,-7-7-40 0,6-1-36 0,-1 1-45 16,1-1-52-16,2 0-72 0,-1 0-75 0,6-1-64 15,-6 0-180-15,6-1-471 0,-6 0 209 0</inkml:trace>
  <inkml:trace contextRef="#ctx0" brushRef="#br0" timeOffset="135369.41">20063 11378 36 0,'-3'-14'222'0,"3"6"-10"0,0 8-10 0,0-16 1 0,-1 9-10 16,3-3-5-16,-2 1-14 0,0 9-5 0,0-13-4 15,0 6-2-15,0 7-5 0,0-12-5 0,0 12-8 16,0-7-14-16,0 7-8 0,0 0-12 0,2-10-13 16,-2 10-7-16,0 0-7 0,0 0-5 0,0 0-3 15,0 0 5-15,0 0 7 0,0 27 7 0,0-11-2 16,-2 2 0-16,0 7 0 0,1 4-14 0,-3 0 0 16,0 2-6-16,0-2-8 0,1 2 7 0,0-2-13 15,-1-2-11-15,0 1-4 0,0-4-8 0,4-4 1 16,0 1-4-16,-1-3-12 0,0 0 1 0,-1 0 12 15,2-3-15-15,0 0-2 0,2-2-17 0,-4-2-23 16,2-1-16-16,0-2-46 0,-1-2-28 0,1-6-26 0,1 13-31 16,-1-6-34-16,0-7-26 0,0 11-20 0,0-11-20 15,5 6-219-15,-5-6-530 0,8 1 234 16</inkml:trace>
  <inkml:trace contextRef="#ctx0" brushRef="#br0" timeOffset="135698.43">20350 11479 59 0,'4'-3'233'0,"-1"-2"-25"0,-3 5-12 16,0 0-5-16,6-4 3 0,-6 4 3 0,0 0-4 15,0 0-6-15,3 16-9 0,-3-6-15 0,0 1-10 16,1 0-19-16,-1 1-13 0,0 1 1 0,1 2-22 16,4 1-9-16,-1-2-9 0,2 2 0 0,3-3-17 15,0-1-2-15,4 1-6 0,-3-6 1 0,4 1 8 16,-1-3-14-16,0-1-3 0,6 0-8 0,0-4 0 15,-1 0-3-15,0-2 1 0,-3 0-1 0,2-3 0 16,-2-3-3-16,-2 2-4 0,-3-2 3 0,3-5-3 16,-4 4 1-16,-1-7 3 0,-1 2-8 0,0-3 4 15,-5-1-1-15,-1 0-3 0,-1-1 1 0,-3 2-3 16,-1-2-7-16,0 2 5 0,-2-1-6 0,-5 1-2 16,-1 2-1-16,1 1-7 0,-3 4 6 0,-2 0-5 15,-2 3 5-15,0 3-18 0,-2 1-12 0,-1 3-21 16,-2 3-26-16,-2 5-26 0,0 2-41 0,7 2-51 15,-5 5-52-15,9 5-52 0,0 4-210 0,8 2-538 16,2-1 238-16</inkml:trace>
  <inkml:trace contextRef="#ctx0" brushRef="#br0" timeOffset="136046.96">20040 12016 343 0,'-31'-2'320'0,"1"2"-9"0,9 0-36 0,0 0-26 15,5 0-11-15,3-1-21 0,3 2-19 0,2-1-18 16,2 0-13-16,6 0-8 0,0 0-10 0,0 0-7 15,16 12-7-15,14-8-9 0,6 2-8 0,18-1-10 16,10 1-10-16,28-3-12 0,-26-3-5 0,26 0-2 16,-28-1-10-16,2 1-12 0,23-6-1 0,-30 3-7 15,-1 3-9-15,-1 1-4 0,-1-2-8 0,1 4-2 16,-5-5-8-16,0 2-27 0,-13 0-10 0,-2 0-18 16,-4 0-25-16,-1 2-33 0,-3-2-37 0,-9 0-49 15,-3 6-38-15,1-5-48 0,-5 2-44 0,-4 1-160 16,-5-1-511-16,-3 3 226 0</inkml:trace>
  <inkml:trace contextRef="#ctx0" brushRef="#br0" timeOffset="136352.84">20178 12324 3159 0,'-7'-6'152'0,"-1"-4"-37"0,1-1-48 16,2 4-17-16,0-2 6 0,0 4 4 16,1 0 13-16,4 5 5 0,-8-10 5 0,4 6 5 0,4 4 9 15,0 0-3-15,-6-3-18 0,6 3-5 0,0 0-1 16,0 0-1-16,-3 14 6 0,3-4 6 0,-1 9-4 16,2 7-10-16,-1 1 1 0,-1 0-6 15,0 3-7-15,2-5-2 0,-2 5-8 0,1-6 0 0,0 3-10 16,1-7 0-16,0 4-8 0,-1 1-2 0,0 0-7 15,0-9-24-15,-1 2-35 0,1-1-45 0,-3-2-44 16,3 1-38-16,-1-2-45 0,-4-3-49 16,2 0-46-16,1 0-35 0,-2-1-269 0,0-1-662 0,1-2 292 15</inkml:trace>
  <inkml:trace contextRef="#ctx0" brushRef="#br0" timeOffset="136670.64">20275 12559 2453 0,'9'-8'159'0,"-6"2"-32"0,1 1-54 0,-4 5-32 16,7-5-9-16,-7 5 14 0,0 0 23 0,0 0 1 16,0 0 3-16,0 0 8 0,0 0 1 0,-3 22-4 15,3-14-8-15,-1 3-2 0,3-1-12 0,1 2-2 16,1-1-2-16,1 1-6 0,1-3-9 0,1 0 0 16,-1-1-3-16,3 0 0 0,3-3 2 0,-2 1-8 15,0-3-6-15,4 0 5 0,-2-3 0 0,0 0 1 16,0-3-5-16,-1-1-10 0,2-1 6 0,-3 0-1 15,-1 0-2-15,0-5-2 0,-2 1 1 0,-2 0 3 16,0-2-8-16,-1-1 1 0,-2 0-1 0,0-3-3 0,-5-1 7 16,2 0-2-16,-3 1 0 0,-4 1-1 15,2 3-7-15,-4 1 0 0,2 2 2 0,0-1-5 16,-3 1-6-16,-2 5-8 0,0-1-13 0,1 2-16 16,-7 1-14-16,0 2-26 0,4 2-31 0,-4 3-36 0,2 2-51 15,6-2-49-15,-2 6-48 0,-1 0-211 0,8-1-550 16,2-2 244-16</inkml:trace>
  <inkml:trace contextRef="#ctx0" brushRef="#br0" timeOffset="136849.26">20610 12595 109 0,'7'-1'284'0,"6"1"-21"15,0-2-10-15,5 1-11 0,-2-1 0 0,5-1-10 0,0-3-17 16,8 2-18-16,1 0-21 0,-2 0-16 0,2-2-12 15,0 3-15-15,-3 1-37 0,2-2-33 0,-8 2-45 16,-1 1-49-16,-1-2-55 0,-6 3-59 0,-1-2-45 16,-2 2-207-16,-1 0-430 0,-9 0 191 0</inkml:trace>
  <inkml:trace contextRef="#ctx0" brushRef="#br0" timeOffset="137059">20903 12422 41 0,'-3'-7'286'0,"3"7"-24"16,-7-3-15-16,7 3-3 0,0 0 10 0,0 0 9 16,0 0-7-16,-9 17-12 0,8-10-10 0,0 3-7 15,-2 3-17-15,3 3-14 0,-1-2-7 0,0 2-31 16,-1 0-13-16,1 0-19 0,0 1-14 0,1 0-5 16,-2 1-14-16,2-3-21 0,-1-3-33 0,1 3-30 15,0-3-42-15,0 0-49 0,0-1-53 0,0 2-66 16,0-4-55-16,0 1-49 0,0-1-196 0,0-9-542 15,0 12 240-15</inkml:trace>
  <inkml:trace contextRef="#ctx0" brushRef="#br0" timeOffset="137292.51">21151 12353 132 0,'2'-6'312'0,"2"2"-23"0,-4 4 2 0,0 0-1 15,0 0 6-15,0 0-1 0,0 0-7 0,0 0-9 0,0 28-26 16,0-12-9-16,1 0-23 0,0 3-19 16,-1 0-19-16,1 0-17 0,-1 6-19 0,0-6-16 15,0 0-13-15,0 1-12 0,-1-1-10 0,1-1-23 16,0-1-31-16,-2 0-35 0,3-3-49 0,0-2-30 0,-1 0-38 16,0 0-43-16,-2-3-41 0,2 1-45 0,1-3-39 15,1 1-37-15,-2-8-195 0,0 11-552 16,0-11 244-16</inkml:trace>
  <inkml:trace contextRef="#ctx0" brushRef="#br0" timeOffset="137579.13">21365 12562 143 0,'9'0'251'0,"-9"0"2"0,0 0 1 0,9 6-13 0,-4-3-18 15,-5-3-12-15,9 7-9 0,-1-3-18 0,-3 1-17 16,1-1-16-16,5 0-14 0,0 0-18 15,0 0-7-15,1-3-12 0,1 0-7 0,4-2-5 16,-4 0-10-16,5-4 1 0,-1 1 2 0,-1-1-2 0,0-2-7 16,-4 1 0-16,3-2-1 0,-4 2 4 0,-1-2-5 15,-2-1 1-15,-3 0 6 0,1-1-2 0,-3-1 12 16,-2 1-6-16,-1 0-11 0,-1-1 1 0,-2 0-2 16,-2 1-7-16,0 2-5 0,-1-1-3 0,-3 3-15 15,-1-2 3-15,-2 2-7 0,0 4-12 0,-3 1-11 16,-3 1-30-16,-3 4-38 0,-6 0-42 0,5 4-45 15,-1 3-54-15,4 1-75 0,0-5-71 0,3 3-225 16,5-2-614-16,2 1 271 0</inkml:trace>
  <inkml:trace contextRef="#ctx0" brushRef="#br0" timeOffset="138119.14">22314 11975 102 0,'0'0'137'0,"-11"-10"-2"15,11 10 6-15,0 0 5 0,0 0 1 0,-9 0 0 16,9 0 6-16,0 0-6 0,0 0 3 0,0 0-1 16,-13 1 0-16,13-1-3 0,0 0 2 0,0 0-2 15,-9-1-5-15,9 1-7 0,0 0-1 0,0 0-4 16,0 0-2-16,0 0 5 0,0 0 3 0,-10-1-3 16,10 1 1-16,0 0 8 0,0 0-5 0,0 0-11 15,0 0-3-15,-4-5-7 0,4 5-2 0,0 0-5 16,0 0-3-16,0 0-3 0,-2-8-7 0,2 8-7 15,0 0-1-15,0 0-12 0,-4-10-2 0,4 10-4 16,0 0-9-16,-3-6 1 0,3 6-7 0,0 0 0 16,0-10 0-16,0 10 4 0,0 0 1 0,-1-7 3 15,1 7 2-15,0 0-7 0,0 0-1 0,0 0-6 0,0 0-5 16,-1-9-3-16,1 9-3 0,0 0-9 0,0 0-3 16,0 0-1-16,0 0-3 0,0 0-6 0,19 10 2 15,-11-6-3-15,2 3 0 0,0 2-1 0,4 1-4 16,0-1-2-16,-1 2 3 0,1 0-3 0,-1 1-1 15,1-3 2-15,-3 3-3 0,3-3-1 0,-4 1-18 16,1-1-28-16,-2-1-37 0,1-2-50 0,-2 3-49 16,-1-2-46-16,-3-1-42 0,0 0-44 0,-3-1-35 15,-1-5-50-15,0 12-276 0,0-12-723 0,0 0 321 16</inkml:trace>
  <inkml:trace contextRef="#ctx0" brushRef="#br0" timeOffset="138320.6">22483 11868 30 0,'-2'-9'305'0,"0"0"-11"0,1 2-8 15,1 7-11-15,-5-8-12 0,5 8-13 0,0 0 6 16,-14 4 6-16,5 3-23 0,-1 5-20 0,-8 7-21 16,5-4-9-16,-6 7-32 0,1 0-13 0,0-1-12 15,0 3-12-15,1-2-14 0,2 1-36 0,-1-3-42 16,-2 0-45-16,1 4-51 0,-1-1-65 0,-1-1-80 15,1-2-71-15,-7 0-234 0,3 0-562 0,-2-1 249 16</inkml:trace>
  <inkml:trace contextRef="#ctx0" brushRef="#br0" timeOffset="139632.4">22937 11769 40 0,'0'0'225'0,"4"-11"-5"0,-4 11 3 0,2-9-7 0,-2 9 5 16,3-8-10-16,-3 8-5 0,2-6-6 0,-2 6 0 15,3-5-23-15,-3 5-12 0,0 0-17 0,0 0-11 16,3-7-9-16,-3 7-10 0,0 0 8 0,0 0 5 16,0 0 3-16,6 22-7 0,-6-12 3 0,1 7 0 15,-1 0-3-15,0 8-16 0,0-7-6 0,0 3-10 16,0-1-5-16,0 4-7 0,0-6-8 0,-1 2-10 15,1-1-5-15,-3-1-9 0,3 0-3 0,-1 0-6 16,2-2 1-16,3-4-15 0,-3 1-24 0,1-2-31 16,0 1-34-16,-2 1-28 0,3-3-31 0,-2 2-31 15,-1-4-35-15,0 3-32 0,-1-2-40 0,1 0-23 16,0-9-32-16,-3 14-177 0,2-9-530 0,-2 0 235 16</inkml:trace>
  <inkml:trace contextRef="#ctx0" brushRef="#br0" timeOffset="139962.91">23245 11726 95 0,'11'-7'221'0,"2"2"-11"0,-1 4-4 16,-1-1 0-16,3 4-4 0,-1-1-5 0,1 3-11 15,-2 1-12-15,4 2-17 0,-3 3-9 16,0 0-14-16,-1 4-4 0,-4-1-20 0,0 3-11 15,-4-4 0-15,1 4-7 0,-5-1-8 0,-2-2-2 0,-1 3-9 16,-4 0-1-16,1-3-7 0,1-3 0 16,-4 1-5-16,0-3-6 0,-1 1-1 0,2-2-4 0,-2-1-2 15,2 0-1-15,0-1-5 0,2-2 1 16,-2 1-5-16,3-2-1 0,5-2-4 0,-7 7-9 0,7-7 10 16,-7 3-7-16,7-3-9 0,0 0-3 0,-5 3-3 15,5-3 3-15,0 0-4 0,0 0 2 0,10 14-3 16,1-11 1-16,1 2-10 0,6 2-9 15,1-3-21-15,9 2-31 0,3-1-42 0,0 0-46 0,3-2-56 16,1-3-56-16,-1 0-234 0,2 0-535 0,-1 0 238 16</inkml:trace>
  <inkml:trace contextRef="#ctx0" brushRef="#br0" timeOffset="140223.62">24505 11762 285 0,'0'0'334'0,"0"-7"-24"0,0 7-12 0,0 0-10 16,6-5-7-16,-6 5-27 0,8-5-15 0,0 3-25 15,2-2-20-15,1 1-21 0,3 0-19 0,-1 3-12 16,9-3-15-16,-5 3-12 0,2-2-16 0,2 2-23 15,-1-2-30-15,-1 2-35 0,-1 1-47 0,-6 0-53 16,0 1-49-16,-2 0-49 0,2-1-44 0,-6 1-28 16,-1 0-191-16,-5-2-488 0,3 6 216 0</inkml:trace>
  <inkml:trace contextRef="#ctx0" brushRef="#br0" timeOffset="140375.92">24566 11897 53 0,'-6'4'234'0,"6"-4"-12"0,-8 4-1 15,8-4 1-15,-6 3 5 0,6-3-4 0,0 0-12 16,0 0-18-16,0 0-16 0,0 0-15 0,0 0-20 0,25 6-11 16,-13-7-38-16,2 1-38 0,4-2-45 0,2 2-53 15,-3-2-68-15,4 0-62 0,0 2-203 16,1-3-405-16,-4 0 180 0</inkml:trace>
  <inkml:trace contextRef="#ctx0" brushRef="#br0" timeOffset="143274.48">26497 11478 213 0,'0'-6'231'0,"0"6"-12"0,0-12-7 16,0 12-10-16,-2-11-5 0,-1 5-10 0,3 6-5 15,-4-11-8-15,4 11-4 0,-4-9-14 0,-1 7-13 16,5 2 2-16,-6-5-21 0,6 5-5 0,-10 0-9 16,10 0-2-16,-17 6-1 0,7-1-12 0,-5 4-3 15,4 6-4-15,-8 3-11 0,5-4-2 0,-1 10-2 16,2-1-5-16,-3 2-3 0,3 2-12 0,1 0-5 15,-1 0-3-15,9 0-2 0,-1 0-11 0,0-3 3 16,5 3-6-16,0-8-2 0,2 0-1 0,6 0-2 16,0 5-3-16,1-7 2 0,1-3 0 0,3 0-10 0,-2 0 2 15,5-5-8-15,-1-1-3 0,1 2-1 16,-2-3-6-16,2-2 3 0,1-2-5 0,-3 0 1 16,4-2 12-16,-2-1-11 0,-3-2-2 0,-2-1 2 15,2 0-3-15,-1-1 4 0,-1-2-3 0,-2-2 3 0,0-1 3 16,-2 1-1-16,-2-1 3 0,1-1-8 0,-4 1-2 15,0-1 7-15,-4-1-5 0,0 0 4 16,0 1-5-16,-5 3-3 0,1-4 10 0,-4 4-16 16,-1 3 1-16,0-2-1 0,-7 3 2 0,0 0-3 0,3 3-6 15,-4 3-2-15,-1 0-9 0,0 1-19 0,0 2-21 16,4 1-32-16,-2 0-42 0,1 2-36 0,0 0-54 16,6-3-24-16,-1 2-212 0,2 0-512 0,3 0 227 15</inkml:trace>
  <inkml:trace contextRef="#ctx0" brushRef="#br0" timeOffset="143679.28">26810 11497 126 0,'2'-7'285'0,"2"2"-29"16,-4 5-26-16,4-8-20 0,-4 8-2 0,0 0 1 15,9 0-2-15,-9 0-6 0,9 13-12 0,-1-5-15 16,0 8 1-16,1 0-30 0,3 7-12 0,1-1-17 16,-2 0-4-16,0-5-14 0,2 6-8 0,-6-5 6 15,3-1-23-15,-2 1-7 0,3-3-4 0,-1-1-6 16,-4-3-3-16,3 2-7 0,-2-4-2 0,-2-1-10 16,1 1 8-16,-5-5-3 0,3 2-7 0,0 0 2 15,-4-6 9-15,5 8 3 0,-5-8 14 0,4 4 5 16,-4-4 6-16,0 0 7 0,0 0 9 0,0 0-3 15,0 0-2-15,0 0-12 0,12-9 2 0,-10-2-11 0,2 1-12 16,1-3 5-16,1-4-4 0,2 1-6 0,1-8-6 16,-1 5-2-16,3-1-1 0,-1-3-4 15,3-3-1-15,1 2-9 0,-1 1 11 0,-5 6-17 16,2-2 5-16,-1 5-8 0,-5 2 2 0,1 2-11 0,1 3-20 16,0-1-33-16,-2 2-46 0,-4-1-38 0,0 7-52 15,4-5-49-15,-4 5-33 0,0 0-26 0,13 1-37 16,-13-1-259-16,14 6-637 0,-7 1 283 15</inkml:trace>
  <inkml:trace contextRef="#ctx0" brushRef="#br0" timeOffset="143841.78">27555 11581 110 0,'0'0'334'0,"0"0"-27"0,0 0-25 15,0 0-10-15,-11-16-3 0,11 16-15 0,-9-3-13 16,9 3-24-16,-5-4-24 0,5 4-23 0,0 0-35 15,-6-5-47-15,6 5-55 0,0 0-52 0,0 0-50 16,0 0-57-16,0 0-57 0,-8 12-235 0,8-12-454 16,-4 12 201-16</inkml:trace>
  <inkml:trace contextRef="#ctx0" brushRef="#br0" timeOffset="156120.51">1807 9873 207 0,'-2'-10'229'0,"2"10"-23"0,0-8-11 16,0 8-9-16,-2-9-7 0,2 9 1 0,-3-7-3 16,3 7 7-16,0 0-21 0,-2-8-11 0,2 8-14 15,0 0-14-15,0 0-12 0,0 0-13 0,0 0-9 16,0 0-8-16,0 0-6 0,0 0-6 0,0 0 6 15,0 0 14-15,1 36-3 0,3-7 2 0,-4 7-3 16,1 14-7-16,-2 4-11 0,2 27 2 0,0-27-3 16,-1 4-9-16,-2 3-3 0,2 20-1 0,0-26-4 15,-3-1-2-15,3 1-4 0,0-2-12 0,-2-2 10 16,-1-5-10-16,1-10 2 0,0-3-4 0,0 1-2 16,0-1 0-16,2-1 3 0,0-6-6 0,-1 2 5 15,1 0-17-15,-2-1 9 0,2-8-8 0,0 0 3 16,0-1 3-16,0 0-2 0,0-5-5 0,2-1-4 15,-4 2-1-15,2-4 2 0,2-1 0 0,-2 1-2 16,1-3-18-16,-1-7-14 0,0 12-12 0,0-12-32 0,-1 10-23 16,1-10-37-16,0 13-28 0,0-13-42 15,0 6-47-15,0-6-43 0,0 0-229 0,1 10-560 16,-1-10 248-16</inkml:trace>
  <inkml:trace contextRef="#ctx0" brushRef="#br0" timeOffset="156601.87">1328 11226 83 0,'-6'-3'240'0,"6"3"-3"0,0 0-6 16,-9-5-4-16,9 5-4 0,0 0-7 0,0 0-9 15,0 0-7-15,0 0-26 0,-8-3-5 0,8 3-16 16,0 0-17-16,0 0-16 0,0 0-5 0,21-2-17 15,-3 1-7-15,13-1-10 0,-1-1-8 0,7-1-3 16,16-2 1-16,0 2-16 0,1 1-3 0,4 0-6 16,-2-3-5-16,-2 2-2 0,-2 0-6 0,0 2-6 15,-14 0-1-15,0 4-5 0,1-4 2 0,-4 1-6 16,-1-3-1-16,0 2-1 0,-7 0-1 0,3 1 1 16,-9 1 0-16,-2-1-5 0,0 1 2 0,-5-1-2 15,0 1-2-15,-2-2-3 0,-5 4 1 0,-7-2-1 16,13-2-1-16,-13 2-3 0,10-1 4 0,-10 1-3 15,9 0-15-15,-9 0-23 0,9 1-22 0,-9-1-33 16,0 0-31-16,0 0-28 0,0 0-45 0,0 0-29 16,0 0-35-16,-17 14-173 0,7-8-468 0,-2 1 207 15</inkml:trace>
  <inkml:trace contextRef="#ctx0" brushRef="#br0" timeOffset="159282.59">1681 11422 51 0,'-12'-1'100'16,"12"1"-7"-16,0 0-5 0,0 0 6 0,0 0 0 0,-9-2-6 16,9 2-5-16,0 0 0 0,0 0-2 0,0 0-1 15,0 0 2-15,-13 2-7 0,13-2 4 0,0 0 0 16,-10 1-3-16,10-1 1 0,0 0 0 15,0 0 0-15,0 0-1 0,-10 0 0 0,10 0-8 16,0 0 1-16,0 0-4 0,0 0-4 0,0 0-11 0,0 0 5 16,0 0-5-16,0 0-2 0,0 0-6 0,30 1-8 15,-11 2 1-15,10-5-1 0,5 1-7 0,3-3-9 16,1 2-15-16,15-5-14 0,-15 4-22 16,14-3-28-16,-16 4-37 0,-1 0-44 0,-1-1-34 0,-4 1-133 15,-1 0-333-15,-2 0 149 0</inkml:trace>
  <inkml:trace contextRef="#ctx0" brushRef="#br0" timeOffset="159764.79">1847 11510 97 0,'0'-10'173'15,"0"10"1"-15,0 0-7 0,0-9-8 0,0 9-3 0,0 0-17 16,0 0-18-16,-1-8-7 0,1 8-9 0,0 0-10 16,0 0-18-16,0 0-7 0,0 0-8 0,0 0-1 15,0 0 10-15,0 0 5 0,7 31 6 16,-6-12 16-16,2 6-7 0,-3 2 11 0,1 6-10 16,-1 0-4-16,4 13 1 0,-1 2-7 0,-1 0-9 0,-1-12-4 15,1 14 0-15,0-2-10 0,-2-12-1 16,0-2-6-16,0 2-6 0,0 10-6 0,2-12-2 15,-2-1-5-15,0-1-2 0,-2-1-1 0,4-3-4 16,0 1-2-16,-2-1-2 0,1-3-8 0,0-1 1 16,-1-3-6-16,0-3-16 0,0 0-16 0,0-3-25 15,-2 3-17-15,2-5-26 0,-4-1-25 0,2-1-37 0,1-3-37 16,1 1-34-16,-2-3-182 0,2-6-439 16,-9 13 195-16</inkml:trace>
  <inkml:trace contextRef="#ctx0" brushRef="#br0" timeOffset="160466.66">1793 12522 53 0,'-9'-1'76'0,"9"1"3"15,0 0-3-15,0 0 7 0,0 0 5 0,0 0 3 16,-6-3 2-16,6 3-5 0,0 0 3 0,0 0 6 16,0 0-7-16,0 0 7 0,-10-3 0 0,10 3 0 15,0 0 2-15,-7-2 11 0,7 2-2 0,0 0 2 16,-8-2-2-16,8 2-8 0,0 0-2 0,0 0-7 16,-9-2-2-16,9 2-5 0,0 0-3 0,0 0-3 15,0 0-3-15,0 0-4 0,0 0-3 0,0 0-10 16,0 0-6-16,0 0-7 0,0 0-6 0,0 0 2 15,0 0-5-15,0 0 3 0,0 0 0 0,38-1-5 16,-21 2-3-16,3 1 3 0,8 0-3 0,3 0 0 16,3 0-4-16,3 0-4 0,1-1-1 0,1 1-5 15,16 6 3-15,3-5 14 0,7 3 11 0,30-2-2 16,2 2 0-16,0-5-2 0,3 4-4 0,-1-1-7 16,9-1 2-16,-2-4-5 0,7 2-12 0,6-5-1 15,-4 3-32-15,3-3-29 0,7 2-29 16,-5 1-10-16,8 1-9 0,-4-4-2 0,2 3 0 0,-3-7-14 15,8 3-13-15,-6-1-19 0,3-5-16 0,2 3-11 16,-1-8-28-16,-1 4-17 0,-6 2-120 0,4-3-364 16,2 0 162-16</inkml:trace>
  <inkml:trace contextRef="#ctx0" brushRef="#br0" timeOffset="177132.21">1850 9820 129 0,'0'0'152'0,"0"0"-3"0,0 0-8 0,0 0 4 16,0 0-1-16,0 0 0 0,-10-13-2 0,10 13-5 15,0 0-1-15,0 0-8 0,-12-1-6 0,12 1-1 16,0 0-6-16,0 0-4 0,0 0-4 0,0 0-17 16,-8-3-3-16,8 3-8 0,0 0-8 0,0 0-6 15,0 0-10-15,0 0-4 0,0 0-9 0,0 0-2 16,0 0-6-16,0 0-2 0,0 0-4 0,0 0 1 15,0 0 0-15,0 0-13 0,0 0 1 0,0 0-2 16,0 0-3-16,0 0 2 0,0 0-1 0,0 0 1 16,27 1-4-16,-14 2 1 0,6-2 1 0,3-1-3 15,-1 1-1-15,7 0 0 0,-5-1-2 0,5-2-1 16,0 1-1-16,-8 1-1 0,1 0-3 0,7-1 3 16,-7-1 0-16,8 2-5 0,-9 0 1 0,2-1 1 15,-2 1-5-15,1-2 4 0,-3 4-2 0,2-4 3 16,-7 2-2-16,0 2 0 0,-2-2 1 0,-3 0 1 15,5 0 0-15,-7 0 0 0,-6 0-1 0,10 1-1 16,-10-1-1-16,8 0 0 0,-8 0 2 0,0 0 7 16,10 0-10-16,-10 0 4 0,0 0 0 0,0 0-1 15,0 0 2-15,0 0 1 0,9 0-3 0,-9 0 2 16,0 0-1-16,0 0-1 0,0 0 5 0,0 0-3 16,9 0 0-16,-9 0 0 0,0 0 1 0,0 0-2 15,0 0 1-15,0 0 1 0,0 0-4 0,0 0 2 16,0 0 1-16,0 0-1 0,0 0-4 0,0 0 4 15,0 0-3-15,0 0 3 0,0 0-3 0,0 0 3 16,5-5 2-16,-5 5 4 0,0 0-5 0,0 0 1 16,0 0-5-16,0 0 8 0,7-5-3 0,-7 5 5 15,0 0-4-15,6-7-2 0,-6 7 1 0,5-5 1 16,-5 5-6-16,8-5 6 0,-3 0-3 0,-5 5 0 16,10-7 0-16,-7 3 1 0,-3 4 3 0,9-7 1 15,-4 3-1-15,-5 4 2 0,9-8-4 0,-7 3-1 16,-2 5 4-16,5-8 7 0,-1 5 3 0,-4 3 1 15,5-11-4-15,-1 6 6 0,0 2-3 0,-4 3-1 16,6-8-3-16,-2 4 3 0,-4 4-3 0,4-5 0 16,-4 5-3-16,0 0-1 0,3-7-5 0,-3 7 4 15,0 0-4-15,0 0-2 0,7-2-3 0,-7 2 0 16,0 0 7-16,12 9-4 0,-8-5-4 0,1 3 4 16,1 2-2-16,-1 0 5 0,2 1-4 0,0 0 4 0,0-1 2 15,-1 1-3-15,-1 0 2 0,0 1-3 16,2-3-1-16,-2 2 1 0,-1-4 2 0,-2 2-1 15,2-4 1-15,-4-4-1 0,5 8 1 0,-5-8 3 16,5 6-1-16,-5-6 0 0,5 4 2 0,-5-4 0 16,0 0 6-16,0 0 1 0,0 0 7 0,11-1-3 15,-11 1-3-15,6-9-1 0,-6 9 2 0,10-10-3 16,-4 3-3-16,1-3-4 0,-1 0 3 0,0-1-3 16,0 1 0-16,1 0 0 0,0 0-3 0,2 0-1 15,-3-1-1-15,3 2-4 0,-2 1-2 0,0-2 2 16,-2 6 1-16,2-2-1 0,-2 2-3 0,-1 0-4 15,-4 4-1-15,10-5 1 0,-10 5 2 0,13 4 0 16,-13-4 4-16,12 9 0 0,-2-2-1 0,0 0-4 16,-3 1 5-16,2 0 8 0,-1 1-9 0,1-2-1 15,0 2 3-15,-3-1-2 0,2-2 2 0,-1 3 3 16,1-2-5-16,-1-2 8 0,-2 0-6 0,2-3 2 16,-3 1 1-16,3 1 4 0,-2-1 0 0,-5-3 6 15,9 2 5-15,-3 1 5 0,-6-3 3 0,9 0 6 16,-9 0 2-16,10-5 0 0,-10 5-1 0,13-5-5 15,-5-1 0-15,-1 0 1 0,0-2-4 0,3 0-3 16,-1 1-2-16,-3-1-2 0,3-2 2 0,-1 0-1 16,2-4-3-16,-1 2-9 0,1-1 2 0,-2 3-3 15,0 2 1-15,-2-1-1 0,2 3-3 0,-2-1 3 16,-2 3-6-16,0 0 2 0,-4 4-6 0,8-4-1 16,-8 4 0-16,8 0 1 0,-8 0 1 0,0 0-2 15,11 8 5-15,-6-2-3 0,-3 0 3 0,2 3-2 16,1-2 2-16,2 1 2 0,-1 1-3 0,-1-2 4 0,-2 1-3 15,1-2 1-15,-2-1 4 0,2 0 1 0,-4-5-3 16,9 9-3-16,-5-6 3 0,-4-3 2 16,6 5 2-16,-1-2 2 0,-5-3 1 0,10 0 2 15,-10 0-1-15,11 0 4 0,-11 0-3 0,14-6 0 16,-4 2-2-16,0-2 1 0,-1 1-6 0,2-3 6 0,-1 5-5 16,-1-5 4-16,1 0-1 0,-1 1-3 0,0 1 2 15,-2 0-8-15,1 3 6 0,0-2-5 16,-3 1-1-16,1 2-2 0,-6 2 1 0,11-6-3 15,-11 6 9-15,11 0-8 0,-11 0 4 0,11 5-8 16,-3-2 2-16,-2 1 0 0,-2 3 2 0,5 0-1 0,-2 1 2 16,1 0 2-16,0 2 1 0,1-1-1 15,0 0-6-15,-3-2 5 0,3 1-2 0,-2 0 3 16,2-2 2-16,0 1-2 0,-2 0 12 0,2-1-2 16,1-2-8-16,1 0 5 0,0 0 10 0,3-3-7 15,4 1 8-15,3-1-3 0,7-1 5 0,4-2-7 0,2 0 4 16,2-4-5-16,15-3 5 0,3 3-3 15,-4-2 2-15,1 0-11 0,1 1 5 0,1-1 10 16,0 1-16-16,0-2 6 0,-1 3-4 0,1 0 3 16,1-1-1-16,3 1-1 0,-3-1-3 0,4 2 1 15,-4-2 2-15,2 0-1 0,-1 1-1 0,0 0-3 0,-4 3 1 16,0-3 3-16,4 3-3 0,-5-1 2 0,-9 1-1 16,-3-1 1-16,1 3-1 0,-2-1-2 0,-2-1 13 15,-3 1-15-15,0 0 6 0,-2-2-3 16,-2 4 1-16,-8-2 1 0,2 0 1 0,0 1-4 15,-6 0 0-15,-2-1 4 0,-1 2-3 0,-4 0 3 16,0 0-1-16,-9 0-2 0,13-3 3 0,-7 3 1 0,-6 0 6 16,0 0-26-16,12-1-18 0,-12 1-30 0,3-6-35 15,-3 6-40-15,0 0-50 0,0 0-58 16,-17-11-52-16,0 5-182 0,-3 4-521 0,-7-5 231 16</inkml:trace>
  <inkml:trace contextRef="#ctx0" brushRef="#br0" timeOffset="177645.08">2667 9077 208 0,'-2'-10'250'0,"-1"-3"-14"16,0 2-4-16,2 0-1 0,0 1-3 0,-2 4-8 16,3 6-12-16,-3-13-10 0,3 13-24 0,0-9-22 15,0 9-19-15,-3-6-16 0,3 6-10 0,0 0 2 16,0 0 6-16,0 0 10 0,0 0-4 0,0 34-16 15,-2-17-4-15,1 2-5 0,0 1-14 0,-1-1-5 16,0 7-6-16,0-2-14 0,1 0-1 0,1-8-5 16,0 3-9-16,0-3 1 0,-1-5-23 0,1 1-21 15,0-1-30-15,0-2-31 0,0 1-39 0,-1 0-37 16,1-2-40-16,0-8-33 0,-3 11-37 0,2-5-36 16,1-6-169-16,-9 8-489 0,4-7 218 0</inkml:trace>
  <inkml:trace contextRef="#ctx0" brushRef="#br0" timeOffset="177965">2660 8910 129 0,'8'-7'166'0,"-2"-4"-12"0,1 3-12 16,-1 1-13-16,-1 3-13 0,2 0-9 0,-1 2-9 16,-6 2 0-16,15 0 7 0,-6 1-6 0,-1 3-10 15,-2-1-10-15,2 5-2 0,0 0-3 0,-2 2-3 16,-1 0-5-16,0 1-2 0,-3 2 0 0,-1 1-4 15,-2-2-1-15,-3 5-7 0,-4-3-2 0,0 0-5 16,0-3-3-16,-3-2-2 0,4 0-5 0,-2-1-3 16,-2 0-1-16,4-1-3 0,-3-1-4 0,3-2 0 15,1-1-3-15,-1-2-1 0,7-1-2 0,-9 6 5 16,9-6-6-16,-8 5-3 0,8-5-3 0,-6 3-5 16,6-3-2-16,0 0 0 0,-5 4-3 0,5-4-1 15,0 0 1-15,0 0-1 0,9 11 7 0,-4-5-7 16,5 0-3-16,-2 3 5 0,3-2 2 0,5 1-17 15,-2 1-23-15,5-1-20 0,0-1-34 0,-1 1-31 16,3 0-23-16,-2-2-30 0,1-2-154 0,-1 2-355 16,0-2 157-16</inkml:trace>
  <inkml:trace contextRef="#ctx0" brushRef="#br0" timeOffset="178313.24">2991 9071 124 0,'0'0'205'0,"0"0"-9"16,2-8-15-16,-2 8-17 0,5-5-20 0,-5 5-12 16,11-4-10-16,-3 4-14 0,1-2-11 0,2 1-11 15,1 0-12-15,-1 2-15 0,1-1-23 0,-2 0-23 0,-10 0-37 16,24 1-32-16,-13 1-24 0,-11-2-21 16,15 0-14-16,-10 1-5 0,-5-1 4 0,8 0 7 15,-8 0 19-15,0 0 15 0,9-1 16 0,-9 1 26 16,0 0 17-16,0 0 26 0,0 0 28 0,1-13 26 15,-1 13 11-15,0 0 15 0,-1-10 13 0,1 10 18 16,0 0 13-16,-3-10 7 0,3 10-1 0,-5-5-7 16,5 5-9-16,0 0-14 0,0 0-14 0,0 0-11 15,0 0-10-15,0 0 6 0,0 0 10 0,0 0-5 16,-10 25 5-16,8-12-2 0,0 1-7 0,-2 2-9 16,0 1-6-16,2 0-4 0,2 0-10 0,0 2 1 15,-3 0-12-15,3-1-5 0,0 0-31 0,-1 1-45 16,1-1-57-16,0 0-73 0,0 0-63 0,0-1-213 15,-1-5-480-15,-1 0 212 0</inkml:trace>
  <inkml:trace contextRef="#ctx0" brushRef="#br0" timeOffset="178522.6">3302 9117 222 0,'1'-7'304'0,"-1"7"-5"0,2-7-17 0,-2 7-8 15,0 0-24-15,1-10-29 0,-1 10-13 0,0 0-7 0,0 0-16 16,0 0-16-16,0 0-8 0,0 0-13 16,0 0-17-16,4 35-10 0,-4-22-15 0,2 2-7 15,-4 2-12-15,5 0-11 0,-1-1-28 0,-4 0-45 16,2-3-39-16,3 4-49 0,-4-5-61 0,1 5-54 16,0-5-50-16,-2 1-230 0,1-2-520 0,1-11 230 15</inkml:trace>
  <inkml:trace contextRef="#ctx0" brushRef="#br0" timeOffset="178808.83">3302 9247 129 0,'3'-5'194'0,"0"2"-12"15,4-3-6-15,-2 1-2 0,1 2-10 0,2-3-9 0,2 0-12 16,0 1-10-16,2 0-10 0,-1 1-16 16,1-3-7-16,1 2-14 0,-2 2-7 0,1 1-5 15,-2-3-5-15,-3 2 6 0,-1 0 14 0,-6 3 7 16,9-7 6-16,-6 4 5 0,-3 3-2 0,7-10-3 0,-4 6 0 15,-3 4 5-15,3-16 2 0,-2 13 3 0,-1 3 4 16,2-13 0-16,-2 7 12 0,0 6-16 16,-2-13 3-16,2 13 8 0,-1-12 4 0,1 12 1 15,-1-7-9-15,1 7-13 0,0 0-7 0,0 0-15 16,1-8-12-16,-1 8-12 0,0 0-4 0,0 0-8 16,0 0 4-16,0 0-29 0,3 28 4 0,-3-11-30 15,2 8-42-15,0 1-55 0,-2 0-58 0,-4 3-65 16,1 1-59-16,0 1-60 0,-3 2-284 0,0-2-677 15,-3-2 299-15</inkml:trace>
  <inkml:trace contextRef="#ctx0" brushRef="#br0" timeOffset="179623.18">256 11017 42 0,'0'0'290'0,"0"0"-22"0,0 0-7 0,0 0-6 16,-15-36-17-16,15 36-19 0,0 0-23 0,0 0-16 16,0 0-26-16,0 0-18 0,0 0-10 0,0 0-16 15,0 0 2-15,0 0-2 0,0 0 0 0,0 0-9 16,0 0-11-16,49 97-1 0,-35-68-8 0,-3 1-9 15,3 0-10-15,-1-4 0 0,-4-1-8 0,-9-25-2 16,20 40-8-16,-13-23-5 0,-7-17-1 0,18 26-6 16,-18-26-3-16,0 0 0 0,15 27 0 0,-15-27-2 15,0 0-5-15,0 0 14 0,0 0-14 0,14 21 21 16,-14-21 23-16,0 0 0 0,0 0-6 0,0 0-3 16,0 0-7-16,0 0 0 0,0 0-11 0,0 0 3 15,0 0-11-15,27-67-2 0,-27 67-1 0,7-39 16 16,-3 14-26-16,-4 25-11 0,9-49-3 0,-9 49-24 15,9-46-7-15,-4 20-16 0,-5 26-7 0,9-38-6 16,-9 38-8-16,8-32-22 0,-8 32-30 0,0 0-45 16,15-24-38-16,-15 24-25 0,0 0-7 0,0 0-15 15,0 0-13-15,31-3-6 0,-31 3-136 0,0 0-435 16,0 0 193-16</inkml:trace>
  <inkml:trace contextRef="#ctx0" brushRef="#br0" timeOffset="179833.91">621 11241 185 0,'0'0'220'15,"0"0"8"-15,0 0-2 0,0 0-13 0,0 0-18 0,0 0-18 16,0 0-19-16,0 0-14 0,0 0-13 0,0 0-15 16,0 0-12-16,0 0-12 0,0 0-13 15,0 0-16-15,0 0-20 0,87-14-35 0,-87 14-31 16,0 0-31-16,34-9-29 0,-23 6-33 0,-2 1-22 15,-2-1-16-15,-1 3-7 0,-6 0 3 0,12-3 9 16,-12 3-76-16,0 0-243 0,0 0 108 0</inkml:trace>
  <inkml:trace contextRef="#ctx0" brushRef="#br0" timeOffset="180003.87">787 11207 751 0,'0'0'-50'0,"0"0"42"0,0 0 8 15,0 0 30-15,0 0 19 0,0 0 17 0,0 0 22 0,0 0-3 16,0 0 10-16,0 0 9 0,0 0 6 16,0 0-11-16,0 0 2 0,0 0-5 0,0 0-9 15,0 0-8-15,0 0 5 0,0 0 8 0,0 0-3 16,0 0 12-16,-81 17 1 0,81-17-2 0,0 0-6 15,-11 40-10-15,11-40-4 0,-5 32-8 0,5-32-8 16,5 34-4-16,-5-34-7 0,0 35-5 0,0-35-4 16,5 36-8-16,-5-36-23 0,4 42-32 0,-4-42-41 15,2 35-48-15,-2-35-43 0,0 0-39 0,9 37-53 16,-9-37-129-16,8 22-402 0,-8-22 179 0</inkml:trace>
  <inkml:trace contextRef="#ctx0" brushRef="#br0" timeOffset="180224.16">854 11279 115 0,'0'-8'244'0,"0"8"-18"16,0 0-14-16,0-9-8 0,0 9-9 0,0 0-6 16,0 0 0-16,0 0-15 0,0 0-12 0,0 0-17 15,0 0-10-15,4 32-13 0,-3-22-14 0,1 1-6 0,0 1-12 16,0 4-2-16,2 0-15 0,-3 0-8 15,-1-4-23-15,2 0-30 0,-2 0-44 0,2-1-29 16,-2 0-48-16,0 1-36 0,0 0-40 0,0-12-36 16,0 19-136-16,-2-12-386 0,2-7 170 0</inkml:trace>
  <inkml:trace contextRef="#ctx0" brushRef="#br0" timeOffset="180518.57">870 11387 149 0,'0'0'171'15,"0"0"-13"-15,2-9-19 0,-2 9-14 0,0 0-10 16,0 0-13-16,9-3 1 0,-9 3-7 0,11-3-12 16,-6 2-9-16,4-2-2 0,0-1-7 0,0 1-7 15,2 0-3-15,-1-1-8 0,0-1-7 0,-3 2-9 16,3-3 2-16,-2 1-3 0,-2-3-1 0,-3 3 2 16,1 1 10-16,1-3 12 0,-3 1 0 0,-2 6 4 15,5-13 10-15,-5 7 7 0,0 6 10 16,0-14 11-16,0 7 5 0,0 7 6 0,0-9 8 0,0 9-5 15,0 0-5-15,0 0-12 0,-2-11-6 0,2 11-13 16,0 0-2-16,0 0 5 0,0 0-2 0,0 0-7 16,0 0-14-16,0 0 4 0,0 47-7 0,0-30 0 15,0 1-9-15,0 1-11 0,0 6-37 0,2-6-50 16,0 8-69-16,-2-1-69 0,6-2-76 16,-9-5-243-16,6 0-554 0,-2-1 246 0</inkml:trace>
  <inkml:trace contextRef="#ctx0" brushRef="#br0" timeOffset="181449.16">5359 9260 6 0,'2'-11'180'0,"-2"1"-2"0,0-1 4 0,-2 0-8 16,1 0-9-16,0 1 1 0,1 1 7 0,0-1-4 16,-1 0-3-16,-2 3-11 0,0 0-3 0,3 7 1 15,-2-12-3-15,1 6-11 0,1 6-6 0,-2-9-11 16,2 9-14-16,-1-8-17 0,1 8-7 0,0 0-15 16,0 0-11-16,0 0-5 0,0 0-4 0,0 0-1 15,4 30 7-15,0 1 5 0,0 5 12 0,-1 17-12 16,-1 2-7-16,3 25 1 0,-4-22 30 0,0 1-10 15,2-1-4-15,1 23 0 0,-3-27 17 0,0 4-13 16,-2-3-23-16,1 0 16 0,-1-4-5 0,2-5-8 16,-5 0-9-16,3-12 4 0,1-2-10 0,0 0-16 15,0-4 10-15,0 0-6 0,-1-2 4 0,1-6-5 16,1-1 5-16,-1 0-27 0,1 0 17 0,-1-4 0 16,3-1-4-16,-2-2-3 0,-1-2-2 0,1 0 2 15,-1-2-15-15,0-2-22 0,0-6-25 0,4 11-26 16,-4-11-24-16,1 8-35 0,-1-8-39 0,-1 8-48 15,1-8-55-15,0 0-40 0,-2 11-222 0,2-11-581 16,-8 3 257-16</inkml:trace>
  <inkml:trace contextRef="#ctx0" brushRef="#br0" timeOffset="182087.31">5416 10010 160 0,'-8'-1'203'0,"8"1"-6"0,-6-5-8 0,6 5-2 0,0 0-12 16,0 0-8-16,0 0-9 0,-5-7-16 0,5 7-12 16,0 0-13-16,0 0-12 0,0 0-6 0,0 0-8 15,0 0 0-15,32 8-13 0,-19-4-8 0,6 1-5 16,1 3-12-16,-1 1 1 0,5 2-1 16,3 2 2-16,3 0 2 0,2 3 0 0,-2 0 2 0,1 2-5 15,2 1 4-15,2 0-8 0,-5 0-2 0,6-2-2 16,9 6-4-16,-15-6-6 0,2-2 0 0,-2-1-1 15,0 2-5-15,1-3 19 0,0-2-6 0,-3 1 1 16,1-2 5-16,-2-2-5 0,-1 2-6 0,1-5 4 16,-8 0-3-16,1 0-4 0,-2 0-2 0,1-1-2 15,-6-1 2-15,1-2-1 0,-4 3-3 0,2 0-2 16,-3-3-2-16,-3-1-1 0,2 1-11 0,-8-1 4 16,10 4-1-16,-10-4 2 0,8 1-2 0,-8-1-2 15,6 1 1-15,-6-1-1 0,0 0 2 0,9 0-1 16,-9 0 4-16,0 0 9 0,0 0 17 0,0 0 3 15,0 0 2-15,0 0 5 0,0 0-9 0,0 0 3 16,0 0 1-16,0 0 1 0,0 0-2 0,0 0-19 16,0 0 11-16,0 0-5 0,0 0 1 0,0 0-4 15,-28 12-3-15,16-5-3 0,-2 2-5 0,-1-1 2 16,1 3 0-16,-3-1-7 0,2 0-2 0,4-1-1 16,-5 1-1-16,2-3-1 0,0 3 4 0,3-2 0 15,2-3-7-15,-2 1 2 0,4 1-16 0,-2-2-22 16,2 0-21-16,2 0-27 0,-1-1-26 0,-3 0-31 15,4 0-30-15,0 0-37 0,5-4-45 0,-8 7-46 16,5-4-37-16,3-3-228 0,-6 5-600 0,6-5 266 16</inkml:trace>
  <inkml:trace contextRef="#ctx0" brushRef="#br0" timeOffset="182297.44">6294 10258 42 0,'1'-17'298'0,"-4"-1"-22"15,1 2-11-15,-1 0-6 0,-1 3 6 0,-1-4-15 16,-1 1-2-16,-3-1 1 0,1 0 3 0,-1 0-18 16,0 1-12-16,-1-2-24 0,0 3-15 0,1-1-10 15,-4-1-18-15,2-4-33 0,1 6 9 0,-1 1-17 16,1 2-5-16,2-5-18 0,0 8-10 0,4 0-41 16,-1 1-49-16,-1 0-37 0,1 3-48 0,0-2-54 15,1 1-64-15,2-1-66 0,-2 0-60 0,0 1-184 16,2-1-566-16,-1-2 250 0</inkml:trace>
  <inkml:trace contextRef="#ctx0" brushRef="#br0" timeOffset="183010.68">5430 9318 25 0,'0'0'153'0,"0"0"-2"16,0 0-9-16,0 0-1 0,0 0-6 0,0 0 0 16,0 0-1-16,0 0-3 0,0 0 0 0,0 0 1 15,0 0 1-15,0 0-2 0,0 0 4 0,0 0-2 16,0 0 7-16,0 0-4 0,0 0-9 0,0 0-13 15,0 0-7-15,14-8-13 0,-5-1-6 0,4-4-9 16,6-4-2-16,4-3-10 0,0 0 0 0,1-2-5 16,2 3-3-16,3-2-5 0,-2-1 5 0,1-1-4 15,-1 2-4-15,-1-3 0 0,1 0-6 0,-3 4 4 16,-2 1-2-16,3-3-2 0,-6 2-6 0,1 4 1 16,-4 0 0-16,-2 3 2 0,-3 0-7 0,2 3 4 15,-1-3-1-15,-4 5 2 0,0-3 2 0,0 4-5 0,-2-2-3 16,1 2 3-16,-1 2-5 0,-4 0-4 0,4 0-3 15,-6 5-1-15,6-8-6 0,-6 8 2 16,4-6-3-16,-4 6-4 0,2-5-1 0,-2 5-2 16,0 0-18-16,0 0-11 0,7-7-26 0,-7 7-29 0,0 0-30 15,0 0-35-15,0 0-43 0,0 0-36 0,0 0-25 16,0 0-31-16,0 0-222 0,0 0-536 0,0 0 237 16</inkml:trace>
  <inkml:trace contextRef="#ctx0" brushRef="#br0" timeOffset="184536.98">5922 5873 96 0,'0'0'180'0,"-4"-6"-9"16,4 6-2-16,0 0-2 0,0 0-11 0,-6-7-11 15,6 7-9-15,0 0-13 0,-6-3-4 0,6 3-12 16,0 0-6-16,0 0-5 0,0 0-4 0,0 0-2 16,0 0-6-16,-6-4-4 0,6 4-8 0,0 0-7 15,0 0-8-15,0 0-4 0,0 0-10 0,0 0-4 16,0 0-6-16,0 0-3 0,-11 8 1 0,11-8 4 16,-7 10 1-16,5-3-4 0,-2 0-5 0,0 1-2 15,1 1-2-15,-2 1-5 0,4-3 1 0,0 2-4 16,-2 0-3-16,3-9 0 0,2 16 3 0,-1-9-3 15,1 0-1-15,0 0 1 0,3 1-2 0,0-1 4 16,0 1-5-16,1-2 1 0,1 0 0 0,3 0 1 16,-1-1-1-16,1-1-2 0,1-1-1 0,0-1 3 15,0 0-1-15,2-1 6 0,-3-2 6 16,4 1 5-16,-3-3-1 0,1 0 6 0,1-1-2 0,-3 0 3 16,1-2 9-16,0 1-4 0,-1-1-2 0,2-3-2 15,-8 4 15-15,2-3 4 0,-1 0-2 0,0-3-7 16,-1 2-3-16,-1-1-6 0,-1-1-28 0,-2 0-4 15,0 0 7-15,0 0-2 0,-1 1-1 0,-3-2-4 16,2 2-1-16,-2-1-3 0,1 1 3 0,-2 2-3 16,0-2 2-16,1 4-3 0,0 2-2 0,-1-1-2 15,5 5-8-15,-8-9-16 0,3 5-11 0,5 4-25 16,-11-4-24-16,11 4-19 0,-15 4-20 0,3 1-17 16,-2 6-18-16,-1 0-23 0,-7 6-20 0,3 1-23 15,-2 1-125-15,3-1-383 0,2 4 169 0</inkml:trace>
  <inkml:trace contextRef="#ctx0" brushRef="#br0" timeOffset="185939.33">5970 6102 189 0,'0'-13'179'0,"0"13"-10"0,-1-9-3 0,1 9 3 15,0-10 1-15,0 10 2 0,-1-10-1 0,1 10-9 16,0-10 5-16,0 10-9 0,-3-8-7 0,3 8-9 16,0 0-14-16,0 0-10 0,0 0-13 0,0-8-14 15,0 8-10-15,0 0-13 0,0 0-7 0,0 0-9 16,0 0-2-16,0 0-7 0,0 0 0 0,0 29-5 16,0-10 5-16,-1 7-1 0,0 0 11 0,1 4-3 15,-2-2-2-15,1 2 0 0,1 1-3 16,0-1-8-16,-2 0-5 0,4 1 2 0,-2 0-1 0,0 0-1 15,0 0-7-15,1-1 2 0,-6-4-1 16,5 2-4-16,0-2 3 0,2-3-2 0,0-4 0 0,-2 1-3 16,0-4-3-16,-2 4 5 0,2-4-3 0,-2 0 2 15,2-4-6-15,0-1 4 0,-1 0-3 16,1 0 0-16,-1-2 3 0,0 1-1 0,-1-3-2 16,2-7 0-16,0 11-3 0,-1-5-4 0,1-6 0 15,-1 9 0-15,1-9 1 0,-3 7 3 0,3-7-1 0,0 0 9 16,-1 7-17-16,1-7 5 0,0 0 4 0,0 0 0 15,0 0-8-15,0 0 1 0,0 0 2 0,0 0-2 16,0 0-4-16,0 0-1 0,0 0 3 16,0 0 3-16,0 0-2 0,2 8 3 0,-2-8-4 15,0 0-4-15,0 0 1 0,0 0 3 0,0 0-5 0,0 0-1 16,0 0 3-16,0 0-8 0,0 0 3 0,0 0-2 16,8 1 3-16,-8-1 9 0,10 0-2 0,-3 4-12 15,-7-4-2-15,10 1 3 0,-1-1-2 16,-9 0 1-16,16 3 6 0,-8-1-2 0,2-2-3 15,1 3-2-15,-6 0 4 0,5-1 4 0,-1 0-5 0,-3 3 3 16,2-4-1-16,-3 1 2 0,3 2-1 16,-3-1 11-16,-5-3-14 0,7 8-4 0,-3-3 17 0,-1-2-10 15,-2 5 4-15,0 0 0 0,1-2-3 0,-2-6 5 16,-3 18-3-16,1-7 2 0,-5-3-1 16,3 4-3-16,-2-2-4 0,-3 3 11 0,1-2-2 0,2-3-1 15,-4 6 0-15,0-4 2 0,1 4-3 0,-2-1 1 16,1-4-6-16,2 1 2 0,1-1-1 0,0 2 3 15,1-2-3-15,1 1 1 0,2-1-8 0,-1 0-3 16,2 0-1-16,-1 0-3 0,5-1-10 0,0 3-3 16,1-2 2-16,2 0-1 0,0-1 1 15,4 4-1-15,0-1-3 0,2 1 2 0,1 1-1 0,-1-3 5 16,-3 0-1-16,3-2 6 0,-2 2 4 0,2 3-3 16,-4-3 5-16,1 1-3 0,0-3 5 0,-3 2 1 15,-1 0 1-15,1 2 2 0,-2-1 3 16,-3 0 2-16,0 1 0 0,-1-2 4 0,-1 3 3 0,-3 2-6 15,-2-1 6-15,1-2-7 0,-3 1 2 0,-1 3 0 16,2-7 0-16,-2 5 4 0,1-5-3 0,0 2 3 16,1-2-7-16,0 0-1 0,2 1 1 0,1-1-6 15,1 0-6-15,2-1-14 0,-1-2-12 0,2 3-5 16,0 0 4-16,1 0 10 0,3 1-2 0,-1 0-1 16,0 1 3-16,3 3 1 0,2-3 4 0,-4 0 1 15,5 7 4-15,0-4 6 0,-2 0-4 0,2 1 6 16,-4-5 0-16,1 2 1 0,0 3 3 0,-1 1 0 15,-2-1 3-15,1-1-2 0,-2-2 6 0,-1 4-4 16,-2 3 1-16,-2-2-2 0,-1-1 7 16,1 2-3-16,-3-2 6 0,0 1-4 0,-1 1-1 0,1 0 3 15,-1-2 1-15,-1 2-2 0,1-2 1 0,2 2 1 16,-1-3 4-16,1 3-5 0,0 0 1 0,1 0 1 16,-1 0 0-16,4 1-3 0,2 0 3 0,-3 1 0 15,3-1 3-15,0-1 4 0,0 1 3 0,2 0 0 16,-1-2 0-16,1 3 1 0,1-4 1 0,0 1 2 15,-2-6 0-15,0 0 1 0,2-1 4 0,-2 4-3 16,3-7-2-16,-4-7 3 0,1 18 0 0,0-12-1 16,-1-6-3-16,4 16 3 0,-3-6-3 0,2-3 0 15,-2-1 3-15,1 0-1 0,-2 2 10 0,0-8-3 16,1 13-13-16,1-5 10 0,0-2-12 0,-2 2 1 16,0-8 0-16,1 11 3 0,0-3-7 0,-1-8 3 15,-1 12 2-15,4-4 2 0,-5 2-1 0,2-1 11 16,-1 0 2-16,1 2 2 0,-1-2 6 0,-1 3-6 15,0-2-2-15,1 0-1 0,-2 3 0 0,0 0 4 16,2 2 8-16,0-1-8 0,-2-2 6 0,2 5-12 16,-4-2-5-16,5-2 3 0,-1-1 1 0,-1 0 0 15,1 0-3-15,1-2-1 0,-2-1 2 0,0 1-6 16,2-3 1-16,0-7-2 0,2 11-1 0,-2-3 0 16,0-8 0-16,0 9-7 0,0-9-13 0,0 0-20 15,-2 8-11-15,2-8-23 0,0 0-23 0,0 0-25 16,0 0-24-16,0 0-52 0,0 0-58 0,-4 6-234 15,4-6-522-15,0 0 231 0</inkml:trace>
  <inkml:trace contextRef="#ctx0" brushRef="#br0" timeOffset="186785.95">4870 5838 180 0,'-6'-10'268'0,"-1"1"-1"0,2 1-20 16,0-1-18-16,3 4-7 0,2 5-14 0,-4-8-16 15,4 8-20-15,-6-7-21 0,6 7-15 0,0 0-14 16,-3-5-16-16,3 5-13 0,0 0-9 0,0 0-10 15,0 0-7-15,0 0-4 0,3 29-6 0,1-14-5 16,0 2-4-16,1 2-6 0,4 6-3 0,-1-8-5 16,-4 1-4-16,2-1-1 0,3-1-3 0,-4 1-4 15,0-6-5-15,0-1 6 0,1-1-5 0,-3 0-4 16,2 2 1-16,2-4 0 0,-3-2 0 0,-2 0-2 16,3 0-1-16,-1-1 2 0,-4-4-2 0,5 7-5 15,-5-7 10-15,5 5 5 0,-5-5 4 0,0 0 2 16,0 0-9-16,0 0 9 0,17-11-9 0,-11-4 2 15,3 1-3-15,0 0 6 0,-1-4-8 0,5-6-1 16,-7-1-2-16,4-2-6 0,-1-1-4 0,7 0-8 16,-7-4 1-16,3 4-5 0,0 0-4 0,-3 3-1 15,-4 8-1-15,-1 6-9 0,2 2-13 0,-2 0-28 16,-1 5-35-16,-1-1-33 0,-2 5-14 0,5-4 2 16,-5 4-7-16,7 12-19 0,-6 0-31 0,4 3-27 15,-4 4-146-15,0-1-406 0,1 1 181 0</inkml:trace>
  <inkml:trace contextRef="#ctx0" brushRef="#br0" timeOffset="187028.71">5308 5893 190 0,'0'-7'246'0,"0"7"-3"0,0 0-8 15,0 0-9-15,-5-11-14 0,5 11-11 0,-5-5-15 16,5 5-8-16,0 0-17 0,0 0-20 0,-9-1-8 15,9 1-10-15,-11 7-5 0,3 2-1 0,2 1-12 16,-5 2-11-16,0 2-11 0,1-1-6 0,2 1-9 16,-1 1-4-16,4-4-11 0,0-1-5 0,1 1-8 15,1 0-9-15,1 0-27 0,2-3-21 0,2 3-29 16,1-3-30-16,1 1-34 0,1-1-30 16,4-1-41-16,2-2-30 0,2-1-28 0,5-2-155 0,-1-4-425 15,3 0 189-15</inkml:trace>
  <inkml:trace contextRef="#ctx0" brushRef="#br0" timeOffset="187229.61">5496 5915 187 0,'0'0'219'0,"-5"-5"-14"0,5 5-4 0,-9-3-16 16,9 3-6-16,-14 4-6 0,4-1 1 0,-2 4-2 16,-3 3-9-16,2-1-5 0,-2 1-9 0,2 1-10 15,3 1-7-15,0 1-15 0,1-3-15 0,2 2-2 16,2-2-17-16,1 0-7 0,3 1-6 15,-3-1-8-15,4 0-10 0,4-2-14 0,0 3-22 0,1-3-17 16,5 1-29-16,3-2-41 0,2 2-51 0,3-2-59 16,4-2-46-16,-4-3-193 0,4 1-455 0,-3-3 201 15</inkml:trace>
  <inkml:trace contextRef="#ctx0" brushRef="#br0" timeOffset="188112.84">6314 7308 280 0,'0'0'274'0,"-1"-13"-1"16,1 13-2-16,0-12-15 0,0 12-12 0,0-9-22 15,0 9-21-15,0 0-23 0,0 0-21 0,0-7-21 16,0 7-15-16,0 0 3 0,0 0-8 0,0 0-9 16,2 29 2-16,0-14-2 0,-1 2-7 0,-1 2-9 15,0 1-6-15,-1-2-6 0,-1 6-4 0,1-5-7 16,1-1-6-16,-2 0-10 0,2 0-4 0,-2 1-4 15,1-2-4-15,1 0-18 0,-1-5-37 0,2 0-34 16,-1 3-21-16,0-4-25 0,-1 1-25 0,-2 0-39 16,2-3-37-16,1-9-25 0,-1 14-15 0,-2-8-23 0,-2 3-162 15,5-9-455-15,-6 10 202 0</inkml:trace>
  <inkml:trace contextRef="#ctx0" brushRef="#br0" timeOffset="188458.16">6445 7199 125 0,'6'-12'162'15,"1"4"-12"-15,-3 3-22 0,1 1-8 0,-1 1-9 16,-4 3-9-16,0 0-9 0,14 2 2 0,-14-2 11 16,7 10-4-16,-5-3-3 0,0 3 2 0,-2 0-1 15,-2 7-8-15,-2-1-5 0,1 0-3 0,-5 0-5 16,0 0-8-16,1 0-5 0,-2 0-8 0,-3-3-2 15,5-3-6-15,-1 0-7 0,0-2-3 0,3-3-2 16,1 0-6-16,0-1-3 0,4-4 3 0,-5 7-8 16,5-7-2-16,-5 5-2 0,5-5 0 0,0 0-4 15,-5 5 3-15,5-5-9 0,0 0 1 0,0 0-2 16,0 0-5-16,-4 5 1 0,4-5-2 0,0 0-1 16,0 0 0-16,0 0 1 0,8 10-3 0,-6-5 0 15,4-1-3-15,-1 1 2 0,2 2 2 0,1 1-2 16,0 2-1-16,-1-1 3 0,4 4-2 0,-1-4 0 15,-3 1-29-15,5 0-37 0,-1 4-44 0,1-4-60 16,2 3-202-16,-6-7-404 0,1 3 180 0</inkml:trace>
  <inkml:trace contextRef="#ctx0" brushRef="#br0" timeOffset="188710.49">6778 7454 202 0,'0'0'269'16,"-10"-2"-14"-16,10 2-9 0,-17 2-13 0,8 4-8 15,0 1-11-15,-3-1-6 0,1 3-19 0,-3 2-14 16,1 0-14-16,3 1-21 0,0-1-15 0,4 0-9 16,1-2-17-16,1 1-6 0,1 1-4 0,2 2-11 15,1-13-6-15,6 18-6 0,-1-6-6 0,6-1-7 16,-1-2-9-16,3 2-10 0,4-4-6 0,0 0-24 15,5 0-36-15,-2-3-37 0,-2 1-51 0,3-2-62 0,-1-3-58 16,-2 3-233-16,-4-3-512 0,-3 0 227 16</inkml:trace>
  <inkml:trace contextRef="#ctx0" brushRef="#br0" timeOffset="190340.54">6278 10694 78 0,'3'-10'96'16,"-2"1"0"-16,0-1-7 0,1 1 4 0,0 2 10 16,0-3 5-16,0 4-2 0,-2 6 6 0,1-13-3 0,1 7 0 15,-1-1 7-15,-1 7 0 0,1-13-6 0,2 6-4 16,-3 7-3-16,0-13 5 0,0 7 6 0,1-2-5 15,-1 8-9-15,1-15-11 0,1 7-6 0,-2 8-10 16,1-14 0-16,-1 5-9 0,0 2 13 0,0 7-7 16,0-13 3-16,0 6-2 0,0 7-1 0,1-10-8 15,-1 10-2-15,1-10-8 0,1 4-1 16,-2 6-3-16,1-9 3 0,-1 9-9 0,0 0 0 0,0 0-8 16,1-10 1-16,-1 10-5 0,0 0-2 0,0 0-9 15,0 0 0-15,0 0-2 0,0 0-7 0,0 0-2 16,0-9 0-16,0 9-5 0,0 0 1 0,0 0 5 15,0 0 5-15,8 26 10 0,-4-8 8 16,0-1-3-16,1 8 15 0,-2 6-2 0,0-2 2 0,1 4-1 16,-3 11-4-16,1-10 3 0,0-2-6 0,-1 0-4 15,-1-1-2-15,0-2-7 0,0-3-1 0,2-2 1 16,-1-6-6-16,-1-1 3 0,1-1-7 0,-1-4 4 16,2 0-7-16,-2-2 16 0,1 1-13 0,-1-6 1 15,0 3-5-15,0-8-2 0,1 11 1 0,-1-11-1 16,0 7 11-16,0-7 6 0,0 0 1 0,0 9 16 15,0-9 9-15,0 0-9 0,0 0 10 0,0 0 4 16,1 7-3-16,-1-7 2 0,0 0-5 0,0 0-4 16,0 0-21-16,0 0 12 0,0 0-1 0,0 0-6 15,0 0-9-15,0 0 1 0,0 0-3 0,0 0-4 16,0 0-4-16,0 0-1 0,0 0-12 0,0 0-2 16,0 0-12-16,0 0-2 0,0 0 2 0,0 0-15 15,3 6 14-15,-3-6 0 0,7 2-5 0,-7-2-2 16,8 4 3-16,-3-1 3 0,-5-3-8 0,9 4 4 15,-9-4-2-15,9 2 2 0,-9-2-3 0,9 5 7 16,-4-3-3-16,-5-2 4 0,8 4-2 0,-8-4 5 16,7 4 0-16,-7-4-1 0,7 3 1 0,-7-3 1 0,4 8 6 15,-4-8 0-15,2 7 4 0,0-3-1 16,-2-4-1-16,-4 13 2 0,1-6 4 0,-2 0 1 16,-1 2 11-16,-2 1-12 0,-3 2 5 0,0-2 0 15,-1 3 4-15,-1-1-6 0,3-2 0 0,-2 1-3 16,2-2 7-16,-3 3-2 0,3-4 2 0,0 2-3 15,1-1 12-15,1 1-6 0,2-1-17 0,0-1 1 16,1 0-7-16,2-1-7 0,1-1-13 0,0 1-1 16,2-7 5-16,2 15-11 0,3-9 3 0,0 2-4 15,2 1 0-15,-1-1 3 0,2-1 6 0,1 0-1 0,-4-3-1 16,3 3 4-16,-1 1 0 0,1-4 1 16,-3 2 10-16,0-2-5 0,0-1 3 0,-1 2 2 15,-1 2-1-15,-1-2 6 0,0 3 2 0,-2-8 0 16,1 14 3-16,-2-5-1 0,1-9 1 0,-5 15 8 15,2-5 7-15,-2 1-7 0,1 2 2 0,-3-1 2 0,1-3-3 16,-1 2 6-16,1-3-1 0,0 3-3 16,-2-1 2-16,1 4-1 0,-1-5-5 0,2 0 4 15,0 1 2-15,1-2-5 0,-1 3-11 0,2-5-13 16,3 4-13-16,0-3-11 0,1-7-8 0,0 17-10 0,2-11-3 16,0 4-2-16,1-5 3 0,1 2 6 0,0 0 7 15,0 1 4-15,1 0 5 0,-1-1 4 16,0 5 6-16,-1-5 4 0,0 1 3 0,1 0 1 15,-2 2 4-15,0-1 3 0,-2 0 8 0,0 2 3 0,-2-1 13 16,0 2 10-16,-2 1 7 0,-1 2 2 0,0 2 2 16,0-2 2-16,-1 2 2 0,0-1-1 0,-3 1 1 15,3 2-1-15,1-2-4 0,1 1-2 16,-1-2-2-16,1-4-3 0,3 0-2 0,-2 4 0 0,3-3 1 16,-1-1-6-16,2 4 1 0,-1-4-2 0,1 3 0 15,4-5-1-15,-3-1 1 0,0 1-3 0,1-1 2 16,-1 0-2-16,0-3-5 0,0-1-13 0,1 1-8 15,-3-6-16-15,2 11-19 0,0-5-33 0,-2-6-39 16,2 5-51-16,-2-5-44 0,-1 12-186 0,1-12-442 16,-8 5 196-16</inkml:trace>
  <inkml:trace contextRef="#ctx0" brushRef="#br0" timeOffset="191172.41">5124 12372 75 0,'0'0'95'0,"-11"3"-12"0,4-2 2 0,7-1-13 16,-10 3 2-16,10-3-10 0,-7 2-3 0,7-2 2 15,0 0 3-15,-9 1-3 0,9-1-1 0,0 0 6 16,0 0-6-16,-8 1-2 0,8-1 7 0,0 0 2 16,0 0-2-16,-8 3-8 0,8-3 4 0,0 0 5 15,0 0 4-15,0 0-2 0,0 0-1 0,0 0-1 16,17 7-3-16,-9-6-3 0,-2 1-5 0,5-2-4 16,-2 2 2-16,3-2 3 0,1 2-2 0,3-2 3 15,5 0-7-15,-2 0 3 0,1 1-7 0,10-2 0 16,-1 1-3-16,2 1-2 0,2-2-7 0,3-1-1 15,-1-2-3-15,4 3-3 0,1-2-5 0,9-1 0 16,-10 1-2-16,12-1-2 0,-13 1-3 0,18-2 6 16,-1 0 8-16,0 1 5 0,7 2-3 0,-3-3 0 15,1 3-4-15,-2-1-2 0,-3 2 5 0,1-1-2 16,-3 1 1-16,-2 0 0 0,-14-3 1 0,14 3 2 16,1-3-4-16,-14 4 2 0,13-1 2 0,0 1 2 15,-14-2-3-15,2 1-1 0,0-1-1 0,-3 2-3 16,0-3 1-16,-3 2 1 0,-1 1-4 0,-5-3 2 15,1 2 2-15,-8-2-5 0,-3 2-3 0,1 0-2 16,-8 0-2-16,1 1-3 0,-3 1 1 0,-8-1-4 16,12-3 5-16,-12 3-3 0,11 0 1 0,-11 0-9 15,8-1 6-15,-8 1 2 0,0 0-5 0,6-2-3 16,-6 2-6-16,0 0-17 0,0 0-22 0,0 0-26 16,0 0-21-16,0 0-29 0,0 0-28 0,0 0-31 15,0 0-25-15,0 0-39 0,0 0-24 0,-19-10-139 16,13 7-435-16,6 3 193 0</inkml:trace>
  <inkml:trace contextRef="#ctx0" brushRef="#br0" timeOffset="191636.58">6744 11471 191 0,'0'-9'252'0,"0"9"-6"0,0 0-9 15,0-10-5-15,0 10-12 0,0 0-14 0,-2-9-11 16,2 9-14-16,0 0-22 0,0 0-13 0,0 0-18 16,0 0-13-16,0 0-13 0,0 0-15 0,0 0-8 15,0 0-8-15,0 0-7 0,0 0-7 0,0 0 9 16,0 0-14-16,0 0-3 0,-1 32-6 0,1-21-5 15,0-1-2-15,0 4-3 0,-1-3-4 0,2 1-4 16,-2 1-3-16,2-1 2 0,-1-2-5 0,1 1-2 16,-2 0-16-16,1-1-17 0,1-1-29 0,-1-3-16 15,0 4-32-15,0-2-16 0,0-8-25 0,0 14-32 16,0-7-22-16,2-2-28 0,-2-5-183 0,-2 14-433 16,2-14 191-16</inkml:trace>
  <inkml:trace contextRef="#ctx0" brushRef="#br0" timeOffset="191979.58">6824 11319 134 0,'5'-8'188'0,"2"2"-11"16,-2 1-9-16,0 1-5 0,0 0-13 15,-5 4-12-15,9-5-13 0,-9 5-19 0,10-1-5 16,-10 1-7-16,0 0-1 0,17 6-3 0,-15-2-4 0,1 1 2 15,1 2-4-15,-3 0-6 0,-2 3-11 0,-1 0 3 16,-2 0-6-16,-1 1-3 0,-2 1-10 0,-1-2-1 16,-1 4-5-16,1-3-6 0,-3 0-4 0,2 1-4 15,1-5-4-15,1 3-3 0,0-3-5 0,1 0 3 16,2-2-1-16,1 1-4 0,3-6-3 0,-5 4-2 16,5-4-1-16,-6 7-1 0,6-7-1 0,0 0 2 15,-5 6-8-15,5-6 0 0,0 0 2 0,0 0 0 16,4 11-5-16,0-6 1 0,-4-5 1 0,8 9 1 15,-1-1 0-15,1 0 0 0,-1-2-5 0,2 3-17 16,0-1-20-16,0 1-24 0,1 0-50 0,-1 1-31 16,4 0-28-16,1 0-30 0,-4-3-140 0,3-1-369 15,-1-1 163-15</inkml:trace>
  <inkml:trace contextRef="#ctx0" brushRef="#br0" timeOffset="192367.92">7166 11487 221 0,'-2'-11'231'0,"2"11"-4"0,-5-7 1 16,5 7-6-16,-5-5-11 0,5 5-17 0,0 0-19 15,0 0-12-15,-18 7-9 0,9-1-15 0,1 3-17 16,1 0-8-16,0 1-12 0,0 4-11 0,0-1-10 16,3-2-7-16,3 1 4 0,-2-2-17 0,2 0-13 15,2 1-6-15,1-3-11 0,2 2-5 0,1 0-4 16,2-3-1-16,-2 0-7 0,1-2-6 0,3-1-1 15,-4-1-1-15,2 1-2 0,-7-4 3 0,8 5-2 0,-4-3 2 16,-4-2 1-16,6 3-1 0,-6-3 5 16,0 0 3-16,0 0 7 0,0 0-5 0,0 0 7 15,0 0 2-15,0 0 7 0,0 0 0 0,-20 4 1 16,8-1-2-16,1 1 8 0,-2 2-2 0,-2 3 1 16,-2 1 6-16,2 0 4 0,-1 1-3 0,5-4-9 0,2 2-3 15,1-3-5-15,2 4-5 0,-1-2 1 16,2-1-3-16,3 3-3 0,-1-5-2 0,1 5-6 15,3-3-9-15,-1-7-3 0,6 14-15 0,1-8 14 16,-1-1-24-16,4 1-34 0,-1-3-33 0,2 0-32 0,-1 0-30 16,0 0-37-16,-1-1-27 0,2-1-21 15,-4 2-21-15,-7-3-154 0,7 2-449 0,-7-2 199 16</inkml:trace>
  <inkml:trace contextRef="#ctx0" brushRef="#br0" timeOffset="193006.82">6273 12081 44 0,'0'0'266'0,"1"-8"0"0,-1 8-6 0,0 0-8 15,0 0-13-15,2-7-15 0,-2 7-21 0,0 0-20 16,0 0-22-16,0 0-15 0,0 0-16 0,0 0-10 16,0 0-5-16,0 0-2 0,0 0-3 0,5 27-8 15,-4-15-10-15,2 5-1 0,-3 1-4 0,1-3-6 16,2 1-5-16,-1-1-14 0,1 4-3 0,2-2-4 15,-4 0-5-15,-2-3-2 0,2-4-9 0,3 2 1 16,-3-1-2-16,0-2-13 0,1 1 16 0,0-2-19 16,0-3-5-16,-2-5-11 0,1 12-21 0,-1-12-24 15,0 9-33-15,0-9-39 0,0 0-45 0,-1 10-51 16,1-10-48-16,0 0-247 0,0 0-543 0,0 0 241 16</inkml:trace>
  <inkml:trace contextRef="#ctx0" brushRef="#br0" timeOffset="-191822.25">28713 5269 183 0,'0'-12'223'0,"0"1"-8"0,3 3 5 0,-3-2-3 16,0 10-3-16,-2-12-4 0,2 12-14 0,3-11-13 15,1 8-15-15,-4 3-16 0,0 0-13 0,1-7-18 0,-1 7-15 16,0 0-11-16,0 0-14 0,0 0-6 0,0 0-10 16,0 0-9-16,0 0 1 0,0 0 0 15,0 0-2-15,0 0-5 0,-3 36-1 0,0-18-2 16,0 6-6-16,-1 2 0 0,0 3-1 0,-1-2-4 15,-1-1-2-15,3 2-4 0,-3 0-3 0,1 1 4 0,1-4-8 16,0 2 3-16,-1-2-5 0,2 0-2 0,0-1-1 16,-2 1 0-16,2-8-1 0,1 2-1 0,0-2-2 15,1 2 2-15,0-2-4 0,1-1 2 16,-2 0-12-16,1-4-15 0,1 1-16 0,0-3-16 16,-2 0-26-16,2 3-19 0,-2-3-27 0,1 2-26 0,-2-5-31 15,3 1-30-15,0-8-25 0,-1 13-27 0,0-8-138 16,1-5-425-16,-5 6 188 0</inkml:trace>
  <inkml:trace contextRef="#ctx0" brushRef="#br0" timeOffset="-191370.16">28743 5205 173 0,'7'-18'151'0,"0"1"-8"0,4 2-13 15,-2-1-7-15,4 4-7 0,-2 2 1 0,6 0 0 0,-3 1-16 16,-1 3-24-16,-2 3-7 0,2-1-8 0,1 3-6 16,-4 2-9-16,6 3 7 0,-5 2-12 15,1 1 0-15,3 2-10 0,-5 4 5 0,2 0-4 16,-5 0 0-16,1 1-6 0,-4 4 0 0,0-1-1 0,-3 0-3 16,0 0-1-16,-2 0-9 0,-3 7 7 0,-1-7-6 15,-3 6 6-15,-2-5-8 0,-1 0-1 0,-1-2 4 16,1 1-3-16,-1 1-4 0,1-4-7 0,2-4-11 15,2 1-11-15,1-3-10 0,2 1-3 16,-1-1-8-16,1-1-1 0,3-1-5 0,1-6 1 0,1 13-5 16,3-7 12-16,0 0-5 0,3 0 15 0,3 0-3 15,0-1 4-15,1 0 2 0,-1-2 0 0,4 2 12 16,-3 1-12-16,0-1 6 0,1 1 1 16,-5 0 3-16,1 1 13 0,1 1-1 0,-3-1 15 15,-1 2 12-15,-2-3 9 0,-2 1 5 0,1 3 8 0,-2-2 2 16,0 3 11-16,-3-2 1 0,-2 0 1 0,-2 1 1 15,0 1-1-15,-2-2-5 0,0 0 1 0,-4-2-6 16,-1 3-6-16,3-2-5 0,-7 0-6 0,4 1-12 16,-4-5-13-16,5 2-15 0,0-2-21 15,0 0-19-15,1-1-26 0,0-1-32 0,4 0-28 0,1-1-153 16,-6-2-311-16,13 1 138 0</inkml:trace>
  <inkml:trace contextRef="#ctx0" brushRef="#br0" timeOffset="-191173.97">29247 5487 2088 0,'20'-5'135'15,"-3"3"-41"-15,-6 0-50 0,0-1-23 0,-5 2-14 16,2 0 0-16,0 0-4 0,1-1 2 0,-2 1 2 16,1 0-8-16,0-1 3 0,2 2-3 0,-10 0 0 15,18 2 1-15,-8-1-4 0,-2 0-15 0,1 2-18 16,1-1-38-16,-2 2-32 0,-1 0-36 0,2 2-19 15,-4-3-21-15,0 4-97 0,-5 0-304 0,0-7 135 16</inkml:trace>
  <inkml:trace contextRef="#ctx0" brushRef="#br0" timeOffset="-191029.72">29306 5612 87 0,'0'0'200'0,"-9"6"-9"16,9-6-11-16,-6 0 6 0,6 0-1 0,0 0-4 15,-4 5-7-15,4-5-8 0,0 0-14 0,0 0-8 16,0 0-15-16,15 5-12 0,1-5-10 0,5 0-19 15,12 0-30-15,1-1-30 0,3 1-50 0,15-2-58 16,6 0-62-16,-3 2-54 0,0-2-127 0,0-1-349 16,-16-1 155-16</inkml:trace>
  <inkml:trace contextRef="#ctx0" brushRef="#br0" timeOffset="-190357.56">30321 5202 5 0,'2'-6'254'16,"-2"6"-12"-16,0 0-11 0,3-9-14 0,-3 9-9 16,0 0-19-16,0 0-10 0,0 0-16 0,0 0-16 15,0 0-11-15,0 0-14 0,0 0-11 0,0 0-10 16,0 0-11-16,0 0-8 0,-22 10-6 0,14-3-5 15,3-1-13-15,-2 0-7 0,3-1-2 0,-1 2-6 16,1 2-1-16,0-1-5 0,2 0-4 0,0 2-1 16,2 0-3-16,0 0-5 0,3 2-3 0,-1 0-2 15,6 2 0-15,0 1-5 0,2-1-3 0,0 1 2 16,9 3-4-16,-6-3 0 0,-1-2-2 0,0 0-3 16,1 1-1-16,-1-2 2 0,1 1-2 0,-7-4-3 15,4-1 1-15,-2 1 7 0,-1-2-1 0,1 1-12 16,-4-2 4-16,4 2 2 0,-6-3-3 0,1 1 2 15,-2 0-1-15,-1-6 4 0,1 15-1 0,-3-8-5 16,-3-1 0-16,-3 1-4 0,-1 1-7 0,-5 0-6 16,-3-1-5-16,-1-1-16 0,-3-1-11 0,-7 1-13 15,-2-2-17-15,1-1-22 0,1-2-20 0,1-2-24 16,6-2-18-16,1 0-33 0,0-1-155 0,0-1-382 16,6 1 169-16</inkml:trace>
  <inkml:trace contextRef="#ctx0" brushRef="#br0" timeOffset="-189932.18">30350 5183 85 0,'17'-5'151'0,"2"-1"-9"16,0 2-1-16,0 2-10 0,2-1-6 0,-1 1-14 15,3 0 1-15,-2 2-21 0,-3 1-6 0,2-1-12 16,-2 0-6-16,0 3-5 0,0 0-8 0,-5-1-5 15,-2 0-6-15,2 2-2 0,-3 1-4 0,-1-1-2 16,1 2 0-16,-5-2 1 0,2 2-2 0,-2 0 1 16,-1 3 0-16,-1-2 8 0,-1 4-2 0,-2 0 1 15,0 0 3-15,-3 5-2 0,-2 1 4 0,0-2-2 16,2 4-11-16,0-3 1 0,0-3-7 0,0 4 3 16,1-1-8-16,2-6 2 0,1 2-1 0,2 0-5 15,1-1 1-15,2 0-2 0,4-1 2 0,4 2 11 16,4 0-3-16,0-5 0 0,9 2 5 0,1-5 1 15,0 0-2-15,0-4 2 0,-7-1 4 0,0-2 8 16,1-1 1-16,-4-5 8 0,0 1 1 0,-3-3 2 16,-1 0-14-16,-1-5 1 0,1-5-8 0,-5 3-2 15,-4 0-5-15,0-9-1 0,-6 2-4 0,0-1-4 16,-4 3-2-16,-3-2-4 0,0 7-2 0,-3 0 28 16,-1-4-17-16,1 6-18 0,-3 2-5 0,0 2-22 15,-2 2-19-15,-9 0-24 0,-2 4-26 0,6 4-29 16,-8 3-27-16,0 3-42 0,-2 5-33 0,-2 5-181 15,1-1-435-15,1 5 193 0</inkml:trace>
  <inkml:trace contextRef="#ctx0" brushRef="#br0" timeOffset="-189616.51">29272 5948 160 0,'-29'-1'375'0,"9"0"-40"0,6 1-40 15,4-3-39-15,5 5-14 0,5-2-28 0,0 0-30 16,25 9 0-16,25-3-14 0,13 1-9 16,45 3-17-16,18-1-20 0,13-2-6 0,9 0-10 15,7-1-14-15,10 1-11 0,-8-3-7 0,-8 0-8 0,-7 0-4 16,0-5-11-16,-13 2 6 0,-7-1-16 0,-20 4-4 15,-10-2-6-15,-33-2 2 0,-4 0-16 0,-4 1 13 16,-17 1-6-16,-5-2-2 0,-7 0-9 0,-5 0-16 16,-4-2-10-16,-1 4-9 0,-4-2-35 0,-8 0-28 15,0 0-42-15,0 0-40 0,0 0-50 0,0 0-48 16,-51-9-220-16,-3 3-522 0,-8 2 230 0</inkml:trace>
  <inkml:trace contextRef="#ctx0" brushRef="#br0" timeOffset="-189071.27">29295 6205 176 0,'-30'-6'185'0,"-3"2"0"0,0-2-1 0,-2 0-7 16,-2-1 1-16,-14-6-8 0,2-3-3 0,-4 0-10 15,-1-4 0-15,-4 1-10 0,0-3-4 0,-1-5-4 16,5 1-11-16,-4-3 1 0,-20-14-17 0,25 9-9 16,2-1 3-16,1-3-6 0,3 1-9 0,1-3-1 15,5-3-10-15,8 1 5 0,-1 0-17 0,6-5 0 16,6 1-3-16,2 0-9 0,9-4-7 0,4 1-6 16,5-1-6-16,7-3-3 0,8 1-7 0,7-3-6 15,7 1-1-15,22-21 0 0,8 11-11 0,8 2 0 16,16 1-5-16,7 4-7 0,10 7-6 0,16 4-7 15,5 0-10-15,10 8-10 0,17 6-6 0,0 5-5 16,6 10-6-16,0 6-1 0,1 3 1 0,0 4-3 16,-1 6 1-16,-8 3 3 0,-5 10 1 0,-9 6 7 15,-5 0 2-15,-1 2 5 0,-5 11 2 0,-2 0 3 16,-2 6 0-16,-8 1 5 0,-4 3 0 0,-5 3 7 16,-6 3 1-16,-9-2-1 0,-8 2 1 0,-23-16 3 15,-3 6-3-15,-3 2 1 0,-5 1 4 0,-3 4-1 16,-6-1 7-16,-7 0-4 0,-6 2 4 0,-6-3 3 15,-6-1 3-15,-6-8-4 0,-4 0 4 0,-1-1-5 16,-9 12 2-16,-6-4 1 0,-2-2 2 0,-9-3 1 16,-7 1 5-16,-6-6 0 0,-3-2-3 15,-3-2 0-15,-6-2 1 0,-5-4-2 0,-26 4 4 16,22-8-5-16,-25 3 4 0,2-6-7 0,20-5 1 0,1-3-8 16,-26-4-10-16,31 1-14 0,-2-1-22 0,5-1-28 15,3-4-62-15,-2 0-40 0,4 0-24 0,14-2-111 16,4 1-347-16,2-2 154 0</inkml:trace>
  <inkml:trace contextRef="#ctx0" brushRef="#br0" timeOffset="-188193.42">29064 4150 96 0,'0'0'227'0,"0"0"-24"0,0 0-20 16,0 0-19-16,-12 22-13 0,2-6-20 0,1 1-10 15,-2 5-13-15,0 1-14 0,1-1-3 0,0-6-10 16,2 2-5-16,0-3-6 0,3-1 6 0,1-3-9 15,-1-1 5-15,1 0-8 0,2-5 3 0,-1 0 6 16,3-5 2-16,-2 9 8 0,2-9 15 0,-2 7 10 16,2-7 6-16,0 0-9 0,0 0-9 0,0 0-11 15,0 0-15-15,0-29-7 0,4 12-4 0,6-8-9 16,-2-1-6-16,1-3-7 0,0-1-3 0,2-1-5 16,6-14-7-16,0 13-2 0,3-14-13 0,2 5-3 15,-1-2-4-15,-2 11-3 0,6-7 5 0,-7 10-3 16,-3 2-1-16,0 6 1 0,-4 5 0 0,-5 6 0 15,3 1-4-15,-4 1-2 0,-1 3-2 0,0 1-5 16,-4 4 2-16,0 0 4 0,14 9 2 0,-9 3-2 16,-1 6 2-16,2 9 3 0,-1 0 1 0,2 3 35 15,2 2-2-15,-4-2-5 0,1 3 1 0,1 1-7 16,-2-5 0-16,0 3 0 0,1-3-3 16,1-2 1-16,2 2-29 0,-4-4-22 0,1 0-27 0,0 0-23 15,-3-7-39-15,0 2-41 0,-1-1-42 0,1-1-45 16,-3-1-186-16,-2-4-473 0,1-1 209 0</inkml:trace>
  <inkml:trace contextRef="#ctx0" brushRef="#br0" timeOffset="-187550.34">29075 4287 31 0,'0'0'264'15,"-7"-5"-23"-15,7 5-31 0,0 0-23 0,0 0-16 16,1-11-22-16,-1 11-13 0,16-11-16 0,2 1-10 15,9-1-13-15,5 0-9 0,1 0-9 0,4-1-6 16,0-2-11-16,12-2-3 0,-15 3-6 16,1-1-8-16,-5-1-7 0,4-3-1 0,-8 3 2 15,0-4-5-15,-3 4 5 0,-5-5 7 0,-4 7 4 0,-3-2 2 16,-3 7 10-16,1-1 6 0,-3-1 13 0,-3 1 1 16,1 1-9-16,-5 0-8 0,1 8-8 15,-4-13-7-15,0 9-7 0,0-2-3 0,-5 2-12 16,9 4 6-16,-15-3-14 0,6 4-2 0,-3 1-11 15,2 1-1-15,1 1-1 0,0 1-2 0,3 4-1 16,1-1-4-16,1 4 2 0,2-1 1 0,2 5 1 16,2 0-1-16,3 0 0 0,3 1-4 0,-1 1 0 0,6 3 2 15,0 1 0-15,-4-5-1 0,6 4 0 0,-7-6-7 16,2 0-6-16,-2 0-13 0,-3-5 3 16,-3 3-3-16,2-2-1 0,-2 1-13 0,-1 1-5 15,-2-3 1-15,-2 1 1 0,-2-2 0 0,-2 1 1 16,1-3-3-16,-3 1 4 0,3-5 8 0,2 1 4 15,-1-1 13-15,5-3 6 0,-8 3 5 0,8-3 4 16,0 0-5-16,0 0-3 0,0-21 0 0,8 7 2 16,3 0-4-16,10-9-8 0,4-2 4 0,2-2 0 15,7-7 4-15,2-1-2 0,-9 8 1 0,0 2-2 16,9-8 4-16,-12 9 3 0,-2 1 6 0,-2 3 9 16,-2-1-1-16,-5 6 1 0,-1 2 6 0,-5 5 10 15,-2 0 9-15,0 1 6 0,-2 3-4 0,-3 4-4 16,5-10-7-16,-5 10-9 0,0 0-5 0,0 0-7 15,0 0-1-15,0 0 1 0,0 0 0 0,-24 17-1 16,16-9-1-16,2 3 0 0,-2 3 2 0,-1 1-3 16,4 1 0-16,0-1 0 0,2 0-3 0,1 3 0 15,-1 0-2-15,4 1 6 0,-1 0-3 0,2 0 3 16,-1-2-1-16,-1 3-1 0,0-2 9 0,0 1-9 16,-1-1 2-16,-1-1 1 0,-1-1-9 0,0 0-12 15,-5-2-10-15,3-3-9 0,-1 0-19 0,-2-3-26 16,2 2-11-16,0-3-20 0,0 0-26 0,2-2-32 15,1-1-7-15,3-4-103 0,0 0-305 0,0 0 135 16</inkml:trace>
  <inkml:trace contextRef="#ctx0" brushRef="#br0" timeOffset="-187217.17">30106 4024 185 0,'3'-3'206'0,"-3"3"-29"16,5-6-12-16,-5 6-20 0,0 0 0 0,0 0-6 15,0 0-8-15,-2 22-6 0,0-12-8 0,-1 3-14 16,2-2-10-16,0 3-10 0,2-3-5 0,2 2-4 16,0-2-9-16,1 2-7 0,1-3-2 0,2 0-8 15,3 0 1-15,-2-2-11 0,1-2-1 16,1 0-6-16,3-2 0 0,0-2-10 0,2-2-2 0,-2 0 0 16,1-2-2-16,-3-2 5 0,-1-1 2 0,3-2-1 15,-4 0 6-15,-2-2 7 0,3 0-4 0,-4-3-1 16,3-3-1-16,-2 0 1 0,-1 4 6 0,-2 0 4 15,-1 2 6-15,0 2 9 0,1 0-6 16,-2 3-7-16,-2 4-4 0,3-8-10 0,-3 8-4 16,5-5-10-16,-5 5 3 0,0 0-1 0,0 0-3 15,0 0-4-15,-4 26 3 0,-2-9-4 0,-2-1-17 0,3 3-31 16,-5 6-30-16,2-1-37 0,2-6-35 0,-1 1-37 16,1-1-42-16,0 1-20 0,-3-1-123 15,4-2-392-15,1-8 173 0</inkml:trace>
  <inkml:trace contextRef="#ctx0" brushRef="#br0" timeOffset="-186564.74">30465 4128 94 0,'5'-4'161'0,"-5"4"-19"16,9-7-17-16,-9 7 4 0,0 0 2 0,9-3 3 15,-9 3-3-15,0 0 1 0,0 0-5 0,9 20-2 16,-9-11-5-16,0 1-8 0,0-10-9 0,-1 17-11 15,1-17-5-15,-1 14-10 0,-1-9-5 0,2-5-4 16,0 0 5-16,0 0 3 0,-1 14 7 0,1-14 11 16,0 0 9-16,0 0 0 0,0 0-7 0,0 0-14 15,0 0-1-15,0 0-15 0,0 0-6 0,0 0-13 16,0 0 0-16,0-36-5 0,4 25-6 0,-1 1-5 16,4-5-4-16,-1-1-5 0,2 2-8 0,3 0 0 15,1 0-6-15,1 0 1 0,1 1-3 0,1 1-4 16,2 1 1-16,-5 5-2 0,-1 2-2 0,2 0-2 15,-3 0-5-15,0 1 2 0,2 5 5 0,-2-1-2 16,0 3-2-16,2 1 3 0,-5-1-1 0,2 3 1 16,1 0-2-16,1 1 0 0,-2 2 4 0,1-1-4 15,-1 0 4-15,-1 1 0 0,0-1-6 0,-1-1-14 16,-2 1-13-16,0-1-10 0,-1-3-10 0,-1-1-6 16,-3-4 0-16,5 8 1 0,-5-8 11 0,2 5 5 15,-2-5 5-15,0 0 3 0,0 0-2 0,0 0-7 16,0 0 2-16,0 0-7 0,14-13 9 15,-11 7 2-15,3-2 4 0,2 1 1 0,-1-1 10 16,1 1-6-16,1 0 2 0,1-1 1 0,2 2 2 0,-3 1 1 16,3 3 3-16,-2 1-2 0,0 0 8 0,0 2 4 15,0 2-6-15,2-2 2 0,0 5 1 0,0-2 1 16,1 2 0-16,-3-1-1 0,8-1 7 16,-2 2 2-16,-4-4-3 0,3 0 6 0,-2 1-2 0,2-3 2 15,-3-3 0-15,-1 1 1 0,1-2-5 16,-2 0 8-16,2-3-2 0,-3-2 17 0,-3 2-2 15,2-3 3-15,-3-1-5 0,-3 0 3 0,2 1-1 0,-1-1 0 16,-2-1-2-16,-1 0 10 0,1 2 7 0,-2 0-2 16,1 0 0-16,-3 1 4 0,1 2-7 0,-2 1-7 15,4 6 1-15,-11-6-4 0,0 6-3 16,0 3 2-16,-2 4-4 0,-9 7 2 0,3 1-2 16,-3 6-4-16,6 1 0 0,-2 1 1 0,6-2 1 15,0 4-32-15,5-2-17 0,5 3-32 0,3 2-35 16,5-1-58-16,7-2-52 0,-1-2-135 0,3-3-381 15,5-1 168-15</inkml:trace>
  <inkml:trace contextRef="#ctx0" brushRef="#br0" timeOffset="-186418.09">31485 4178 43 0,'8'-5'220'16,"-8"5"-28"-16,0 0-36 0,6-2-44 0,-6 2-53 15,9-1-57-15,-9 1-75 0,18 2-46 0,-4-1-128 16,6-1 57-16</inkml:trace>
  <inkml:trace contextRef="#ctx0" brushRef="#br0" timeOffset="-186284.16">31871 4073 80 0,'0'0'288'0,"4"-5"-27"0,-4 5-23 0,5-4-20 0,-5 4-26 15,5-5-51-15,-5 5-70 0,9-6-67 16,3 2-92-16,2 1-147 0,4-1-253 0,3-3 112 16</inkml:trace>
  <inkml:trace contextRef="#ctx0" brushRef="#br0" timeOffset="-157956.21">8980 13669 120 0,'-9'-9'217'0,"5"2"-5"0,-1 2-4 0,0 0-3 15,2-1-6-15,3 6-11 0,-6-7-8 0,6 7-13 16,-5-7-21-16,5 7-15 0,0 0-13 0,0 0-17 16,-5-5-14-16,5 5-8 0,0 0-8 0,0 0-4 15,0 0-10-15,0 0-5 0,10 31-4 0,-5-15-3 16,0 1 1-16,3 9-9 0,-3-7-1 0,5 8-4 15,-2 0-1-15,-2 3-2 0,2-5-3 0,-2-8-4 16,2 7 0-16,-3-7-6 0,-1 0 4 0,3-1-25 16,0 0-1-16,-3-5 3 0,-2 0 1 15,4 0 2-15,-3-5-3 0,1 2 3 0,-1 0-3 16,-1-2 3-16,-2-6 0 0,7 7-2 0,-5-3 5 0,-2-4-2 16,4 5 5-16,-4-5 8 0,0 0 5 0,0 0 0 15,0 0-1-15,14-9 4 0,-7 2-1 0,0-5 1 16,2-3 1-16,-2-3-4 0,5-5-2 0,0-1-4 15,-1-3 2-15,1-1-3 0,1-2 1 0,-2-2 1 16,5 3-5-16,-5 0 1 0,2-1-4 0,-2 2-1 16,0-1-4-16,1 3 2 0,1 2-2 0,-4 7 2 15,-3 2-4-15,-2 4 2 0,1 3-1 0,-2 2-13 16,0-1-24-16,-1 2-28 0,-2 5-31 0,3-5-23 16,-3 5 5-16,0 0-9 0,0 0-31 15,5 21-18-15,-7-6-26 0,0 2-171 0,-1 8-398 0,2-6 176 16</inkml:trace>
  <inkml:trace contextRef="#ctx0" brushRef="#br0" timeOffset="-157567.79">9393 13883 69 0,'0'0'189'16,"0"0"-20"-16,4 5-17 0,-4-5-8 0,0 0-3 0,0 0-8 15,0 0 0-15,0 0-12 0,0 0 1 0,10 0-14 16,-10 0-6-16,13-2-10 0,-2 2-8 15,2 0-11-15,1 0-10 0,3 0-8 0,-3 0-24 0,3-1-15 16,-4 1-22-16,3 0-13 0,-4-2-36 16,0 2-16-16,1-1-31 0,-3 0-8 0,-2 2-4 0,0-4-10 15,-8 3 4-15,12-2 1 0,-12 2-75 0,9 0 164 16,-9 0-126-16,0 0 147 0,9-2-35 0,-9 2 6 16,0 0 27-16,0 0 22 0,0 0 1 0,0 0 27 15,-15-13 12-15,15 13 5 0,-8-4 9 16,8 4 13-16,-9-3 2 0,9 3-3 0,-9-3-1 0,9 3-2 15,0 0-3-15,0 0-2 0,-10 1 4 0,10-1 0 16,0 0 7-16,-7 9 4 0,7-9 7 0,-3 11 5 16,1-3-3-16,-1 1 3 0,3 2-3 15,-3 0-9-15,2 1-6 0,1 4-11 0,0 1-3 16,-1-2-7-16,1 0-5 0,0 2-6 0,0-3-2 0,1 4-10 16,-1 0-19-16,0-6-29 0,1 4-27 0,0 1-29 15,1-1-38-15,-2-4-43 0,2-2-29 0,1 3-30 16,-2-1-120-16,1-2-358 0,2-1 158 0</inkml:trace>
  <inkml:trace contextRef="#ctx0" brushRef="#br0" timeOffset="-157336.53">9820 13930 213 0,'1'-9'238'0,"-1"9"-7"0,0 0-12 0,1-7-13 15,-1 7-10-15,0 0-4 0,0 0-6 0,0 0-12 16,0 0-11-16,-2 29-15 0,0-18-14 0,2 1-12 0,2 4-13 16,-2 0 1-16,1 3-20 0,0-2-11 0,2-1-10 15,-2 0-6-15,0 0-10 0,2 1-11 16,-2-4-20-16,1-2-26 0,-1 0-30 0,0 0-30 16,-1-2-33-16,1 1-49 0,1-2-50 0,-1-3-33 15,-1-5-153-15,-1 11-414 0,1-11 184 0</inkml:trace>
  <inkml:trace contextRef="#ctx0" brushRef="#br0" timeOffset="-157032.4">9868 14079 5 0,'0'0'127'16,"7"-3"-8"-16,-7 3-17 0,7-3-1 0,-7 3-9 16,12-4-3-16,-6 1-1 0,2 1-3 0,0-1 2 0,1-1 5 15,1-2 2-15,-1 2 1 0,-2-2 3 16,2 2 4-16,1-3 2 0,-6 3 12 0,3-1 5 15,-3-1 11-15,-1 0 9 0,1-2-8 0,-1 1-7 16,-1 0-7-16,-2 7-1 0,4-10 3 0,-4 4 3 16,0 6 6-16,3-9-5 0,-3 9-9 0,1-7-8 15,-1 7-15-15,0 0-4 0,0 0-10 0,0 0-3 16,0 0 6-16,0 0 2 0,0 0 0 0,0 0-10 16,0 0 0-16,-4 32-4 0,2-15-12 0,0-3-7 15,1 4-4-15,-3-1-3 0,4 2-2 0,-1-2-6 16,0-1-10-16,1 4 1 0,0-5-16 0,1 0-32 15,-1 2-41-15,1-4-52 0,2-2-50 0,-2 1-50 16,0-1-56-16,2-1-35 0,1 0-230 0,-3-4-579 16,-1-6 256-16</inkml:trace>
  <inkml:trace contextRef="#ctx0" brushRef="#br0" timeOffset="-156850.95">10252 14036 107 0,'2'-6'238'15,"2"2"-24"-15,0-1-5 0,-4 5-1 0,8-4-5 16,-8 4-8-16,10-4-10 0,-4 2-24 0,4 2-17 16,3-3-10-16,0 2-16 0,1 1-10 0,3 0-14 15,-5 0-19-15,1 1-36 0,-3-1-41 0,1 1-41 16,-2 3-43-16,-3-2-42 0,-1 1-35 0,-1 3-20 16,-4-6-122-16,0 10-330 0,0-10 146 0</inkml:trace>
  <inkml:trace contextRef="#ctx0" brushRef="#br0" timeOffset="-156710.2">10397 14077 267 0,'-6'4'66'0,"1"1"20"0,-2 0 17 0,2-2 20 15,-1 2 10-15,-4 0 5 0,3 0 15 0,1-2 3 16,-1 2 0-16,2-2 3 0,5-3-10 0,-10 5-2 16,10-5-6-16,-6 3-2 0,6-3-9 0,0 0-4 15,-3 6-12-15,3-6-6 0,0 0-12 0,14 3-10 16,-4-3-20-16,2-1-31 0,6-1-24 0,1-2-45 16,2 0-45-16,0 0-54 0,9-2-57 0,-1 2-51 15,-2 0-128-15,1-2-399 0,-9 4 176 0</inkml:trace>
  <inkml:trace contextRef="#ctx0" brushRef="#br0" timeOffset="-155376.08">10827 13360 75 0,'9'3'206'0,"-3"-1"-6"0,2-2-2 0,3-2-8 15,1 2-8-15,1-1-11 0,4-1-8 0,1 0-20 0,2-1 7 16,1 1-15-16,7-3-10 0,-1 1-17 15,0 1-8-15,-1-1-11 0,-5 1-14 0,-2 0-17 16,-1 1-25-16,-4 0-28 0,-2 1-37 0,0 0-37 16,-6 1-40-16,1-2-14 0,-7 2-27 0,11-2-8 15,-11 2 0-15,0 0 3 0,0 0-87 0,0 0-263 16,0 0 117-16</inkml:trace>
  <inkml:trace contextRef="#ctx0" brushRef="#br0" timeOffset="-154514.8">11190 13321 824 0,'0'0'-61'16,"0"0"24"-16,0 0 16 0,-32 3 18 0,24-3 16 15,-1 0 12-15,-2 1 11 0,0 0 8 0,1-1 11 16,10 0 0-16,-16 0 6 0,9 3 0 0,1-1 0 15,-1 0 1-15,7-2 8 0,-10 8 14 0,5-2 11 16,1 2 12-16,2 2 0 0,-2 0 0 0,1 2 12 16,1 5 5-16,-2-3-10 0,3 2 1 0,0 1 0 15,3 0-4-15,-2 0-9 0,4 0-4 0,-2-1-2 16,1 0-1-16,-2 0-10 0,0 0-11 0,1-5-5 16,-1 1-3-16,2 4-5 0,-2-4-5 0,0-2-7 0,3 0-1 15,-4 0-11-15,1 2-1 0,-1-3-6 16,0 2 8-16,0-6-12 0,0-5 1 0,2 14-7 15,-4-8-2-15,2-6-3 0,0 10-5 0,0-10-3 16,-1 6 1-16,1-6-2 0,-6 5 3 0,6-5-3 0,0 0 0 16,-7 3-2-16,7-3-1 0,0 0 2 15,0 0-1-15,-11 0-1 0,11 0-2 0,0 0 3 16,0 0 4-16,0 0 1 0,0 0-2 0,0 0-3 16,0 0 3-16,0 0-2 0,0 0-2 0,0 0-6 15,0 0-1-15,20-13-11 0,-10 9-9 0,4 2-17 0,-1-2-18 16,6 2-12-16,-3-2-18 0,3 0-17 15,1-1-23-15,0 0-14 0,-1 0-7 0,2 0 0 16,-3-2 2-16,4 1 9 0,-3 1 6 0,-1-2 19 16,0 0 4-16,-3-2 16 0,0 1 10 0,-4 3 20 15,-2-4 18-15,-2 2 26 0,0 0 10 0,-3-2-1 0,-1 5 20 16,1-2 23-16,-4 6 14 0,4-10 10 0,-3 7 8 16,-1 3-1-16,4-7 5 0,-4 7-8 15,0 0 0-15,0 0-9 0,0 0 14 0,0 0 16 16,0 0 16-16,0 0 11 0,-6 26 2 0,3-13-2 15,-2 4-1-15,-1 0-6 0,1 9-5 0,0-7-7 0,1 5-5 16,2-4-7-16,-3 0-1 0,4 0-4 16,-1-2 12-16,0 0-30 0,1-1-7 0,1-1 0 15,-3-1-8-15,3-5-1 0,0 1-4 0,3-5-6 16,-3-6 0-16,0 14-3 0,0-14-6 0,0 8-3 16,0-8 1-16,0 7-3 0,0-7 2 0,0 0-6 0,0 0-3 15,0 0-1-15,0 0-6 0,0 0 0 16,4-25 1-16,-3 15-2 0,0-3 4 0,-1-3-14 15,2 0 3-15,1-4-3 0,-1 1-12 0,0-7-3 16,5 1-5-16,-1 1-6 0,4-1-1 0,-2 1-3 16,2 6 2-16,-1 2 5 0,4 0 3 0,-1 3 0 0,-2 1 3 15,-1 5 4-15,-1-1 5 0,1 3-2 0,-1 2 8 16,2 2-4-16,-5 0 4 0,-5 1-2 0,16 2 4 16,-10 2-2-16,3 0 7 0,-2 0-1 0,-1 3 1 15,0 0 2-15,-1-2-2 0,0 4 7 16,-2-1-1-16,0 1 1 0,-1-1 1 0,-1-1 0 0,3 4 1 15,-4-3 2-15,0 1 1 0,0 0-6 0,0 1 3 16,0 0 1-16,-4-1 0 0,3-4-10 0,1-5-16 16,1 14-7-16,-1-14-5 0,0 11-10 0,2-5-6 15,-2-6 4-15,2 11 2 0,5-3-1 16,-5-4 4-16,7 3 5 0,-4-2 3 0,2-1 4 0,1 0 0 16,-2 3 2-16,0-2 2 0,-2-2 5 0,0 2 3 15,1-1 9-15,-5-4-1 0,3 12 9 0,-3-7 3 16,0-5-3-16,-1 12 3 0,-3-6 4 15,0 1-1-15,-1-1 1 0,-1-2-6 0,1 1-9 0,0 2-13 16,-1-3-19-16,1 2-27 0,-1-2-34 0,1-1-42 16,5-3-42-16,-10 6-43 0,6-3-134 0,4-3-392 15,0 0 173-15</inkml:trace>
  <inkml:trace contextRef="#ctx0" brushRef="#br0" timeOffset="-154244.1">12048 13444 180 0,'0'0'301'0,"0"-14"0"0,-2 10-2 16,2 4-20-16,0 0-22 0,0-9-29 0,0 9-14 0,0 0-1 16,0 0-2-16,0 0-13 0,0 0-25 0,-8 38-8 15,3-21-13-15,3 1-12 0,-1 6-16 0,0-3-15 16,1 3-1-16,-2 0-16 0,2 1 1 0,-1-7-11 15,2 2-13-15,-2-3-2 0,3 0-10 0,-2 0-4 16,2-3-29-16,-2-2-27 0,1 4-25 0,0-5-27 16,1 1-38-16,-2-3-30 0,1 0-36 0,0 0-39 15,-2-3-33-15,3-6-25 0,0 12-33 0,-5-8-170 16,5-4-498-16,-6 5 220 0</inkml:trace>
  <inkml:trace contextRef="#ctx0" brushRef="#br0" timeOffset="-153936.21">12098 13382 47 0,'13'-10'183'0,"-3"3"-5"0,1 1-1 15,-1 2 1-15,2 2 1 0,-3 2 3 0,2 2-4 16,-1 5-9-16,0-2-3 0,-1 3-16 0,-5 1-11 16,2 3-8-16,-2-1-12 0,-1 5-6 0,-3 1-10 15,-3-1-9-15,-6 3-7 0,0-3-10 16,-5 4-5-16,-4-1-9 0,3 1-8 0,-1-7-7 0,3 0 0 15,-3-3-7-15,7-1-6 0,0-3-6 0,4-2-4 16,-1 2-3-16,1-3-4 0,5-3 2 0,-8 7 1 16,8-7-5-16,-5 4-2 0,5-4-4 0,-6 4 2 15,6-4-1-15,0 0-3 0,0 0 0 0,0 0 1 16,0 0-2-16,17 7 0 0,-13-4-4 0,5-1 2 16,0 1-3-16,3 1 0 0,-1 2 5 0,3-2-4 15,3 0-6-15,1 2-36 0,1-3-43 0,-2 5-50 16,3-5-45-16,0-1-46 0,0 0-214 0,1 1-471 15,-3-3 209-15</inkml:trace>
  <inkml:trace contextRef="#ctx0" brushRef="#br0" timeOffset="-153767.75">12452 13644 11 0,'0'0'215'16,"3"-5"-5"-16,-3 5 0 0,7-7-3 0,-7 7-1 15,8-3-14-15,1-1-16 0,-4 2-18 0,5 0-15 16,2-2-13-16,2 1-15 0,1-2-11 0,6 1-10 15,-6 3-19-15,4-3-29 0,-8 2-32 0,1 0-29 16,0 2-42-16,-12 0-48 0,19-3-23 0,-14 1-24 16,-5 2-14-16,10-1-115 0,-10 1-304 0,3-4 135 15</inkml:trace>
  <inkml:trace contextRef="#ctx0" brushRef="#br0" timeOffset="-153581.98">12617 13582 27 0,'0'0'99'0,"0"0"15"0,-14 0-5 0,14 0 6 15,-7 3 17-15,7-3 3 0,-6 1 6 0,6-1 2 16,0 0 8-16,-6 5 7 0,6-5 1 0,-4 7 5 15,4 0 3-15,0-7 3 0,-4 16-7 0,4-7 1 16,-2 1-12-16,2 1-12 0,-1 1-11 0,-1 1-6 16,2 2-11-16,0-3-14 0,-2 2-10 0,0 1-6 15,2-4-9-15,0 2-3 0,0-3-10 0,2 3-12 16,-2-1-26-16,-2-2-28 0,2 0-30 0,2-3-32 16,0 3-42-16,-2-10-36 0,0 13-26 0,0-13-44 15,0 14-39-15,0-7-162 0,0-7-451 0,0 0 199 16</inkml:trace>
  <inkml:trace contextRef="#ctx0" brushRef="#br0" timeOffset="-153159.78">12745 13682 166 0,'4'-3'236'0,"-4"3"-5"15,0 0-14-15,0 0-19 0,0 0-19 0,5-4-18 16,-5 4-12-16,0 0-20 0,0 0-12 0,0 0-9 16,0 0-17-16,14 2-21 0,-14-2-16 0,0 0-18 15,0 0-19-15,6 5-17 0,-6-5-17 0,0 0-11 16,6 2-7-16,-6-2-3 0,0 0-2 0,0 0-3 16,7 2 15-16,-7-2-5 0,0 0 8 0,0 0 0 15,0 0 12-15,0 0 9 0,7-7 14 0,-7 7 16 16,0 0 14-16,3-8 9 0,-3 8 17 0,0 0 9 15,0-9 11-15,0 9 9 0,2-8-5 0,-2 8 7 16,0 0 5-16,4-8 5 0,-4 8-3 0,0 0-2 16,0 0-8-16,0 0-12 0,0-7-3 0,0 7 0 15,0 0 19-15,0 0 21 0,0 0 1 0,0 0 4 16,2 32-34-16,-2-21 19 0,1 6-2 0,-2 1-10 16,-1 1-10-16,0-1-4 0,-2 0-9 0,-2 0-4 15,2 1-7-15,0-2-9 0,1 1 7 0,-3-2-16 16,4 3-2-16,-3-5-27 0,0 2-35 0,3-6-43 15,-3 2-49-15,1-3-46 0,0 0-54 0,-1 1-62 16,3-3-50-16,-2 2-264 0,-1-3-635 0,5-6 282 16</inkml:trace>
  <inkml:trace contextRef="#ctx0" brushRef="#br0" timeOffset="-152835.22">12818 13855 95 0,'0'0'211'16,"7"-8"-4"-16,-2 5-8 0,0-2-6 0,1 0-12 15,-1 1-9-15,3 2-15 0,2 0-13 0,-1-3-15 16,-1 2-14-16,4-1-9 0,-1 1-13 0,0 0-7 16,-1-1-5-16,0-1-9 0,-1 1-3 0,3 0 1 15,-3-1 4-15,-1-1 2 0,-1-1 7 0,1 0 8 16,-2-1 5-16,-2 3-1 0,1-1-1 0,-5-2-6 16,4 3-6-16,0-6-1 0,-4 5 1 0,4-3-2 15,-2 2-5-15,-2 7 9 0,2-12-10 0,0 7 0 16,-2 5 15-16,2-8 13 0,-2 8-4 0,2-7-11 15,-2 7 4-15,0 0-2 0,0 0 2 0,0 0 3 16,0 0 15-16,0 0 2 0,0 0-16 0,-4 32 2 16,0-15-8-16,-2-1-6 0,4 0-8 0,-6 2-4 15,3-1-11-15,-1-1-5 0,-1 4-5 0,4-4-9 16,-3 1-21-16,3 0-32 0,-1-2-49 0,4-3-83 16,-2 4-72-16,2-4-60 0,0 1-81 0,4-3-44 15,1 6-256-15,6-2-711 0,4-4 314 0</inkml:trace>
  <inkml:trace contextRef="#ctx0" brushRef="#br0" timeOffset="-152512.18">13685 13757 162 0,'0'0'283'0,"-6"-4"-1"0,6 4-1 16,0 0-8-16,0 0-20 0,0 0 1 0,0 0-18 16,0 0-20-16,0 0-20 0,0 0-15 0,0 0-19 15,0 0-6-15,0 0-20 0,23-6-5 0,-11 6-7 16,5 0-11-16,0 0-24 0,2-3-2 0,1 3-18 15,-5-1-18-15,1-1-23 0,-3 2-29 0,0-2-28 16,-5 0-36-16,3 2-31 0,-11 0-33 0,12 0-31 16,-12 0-25-16,9-1-28 0,-9 1-43 0,6-4-183 15,-6 4-474-15,0 0 210 0</inkml:trace>
  <inkml:trace contextRef="#ctx0" brushRef="#br0" timeOffset="-152323.83">13798 13660 108 0,'-5'-3'190'0,"5"3"6"0,-6-9 13 0,2 5 7 15,4 4-8-15,0 0-8 0,-8-7-13 0,8 7-15 16,0 0-7-16,0 0 7 0,0 0 12 0,0 0 13 16,-6 20 3-16,6-9-4 0,0 5-8 0,-2 1-10 15,2-1-21-15,0 1-2 0,0 0-19 0,0 1-18 16,4 0-9-16,-2 3-14 0,0-3-8 0,-2 1-14 16,2 1-37-16,1-4-52 0,-3 1-51 0,-1 0-57 15,1 0-70-15,-4 0-63 0,4-1-64 0,0 1-205 16,0-3-570-16,-2-2 253 0</inkml:trace>
  <inkml:trace contextRef="#ctx0" brushRef="#br0" timeOffset="-151864.3">14222 13668 45 0,'-1'-9'283'0,"-1"-1"-11"0,1 4-5 16,1 6-3-16,-2-13-10 0,0 7-18 0,2 6-14 15,-3-7-34-15,3 7-5 0,0 0-28 0,0 0 4 16,0 0 4-16,0 0-18 0,14 17-2 0,-7-1 0 15,-1 2-10-15,6 6-18 0,-4-5-3 0,1 7-13 16,1 0-8-16,0 0-7 0,-3-2-8 0,0-7-20 16,2 0 9-16,0 1-12 0,-2-7-11 0,-1-1 9 15,2-1-9-15,1 1 3 0,-5-6-4 0,2 2 11 16,1 1 15-16,0-5 7 0,-2 0 5 0,-5-2-10 16,13 1 6-16,-13-1-9 0,14-5-6 0,-8-2-1 15,5 0-8-15,-3-3 0 0,3-5-9 0,0-8 0 16,-2 6-7-16,-1 1-4 0,2-7-2 0,0-1-5 15,0-1 7-15,1 2-12 0,-2-1 2 0,-2 5-14 16,1 2-12-16,-3 7-20 0,0-2-14 0,-1 5-39 16,1-2-47-16,-2 5-39 0,-3 4-50 0,3-6-25 15,-3 6 3-15,0 0-4 0,0 0-19 0,3 20-14 16,-3-6-14-16,0 4-218 0,-2 7-547 0,2-6 243 16</inkml:trace>
  <inkml:trace contextRef="#ctx0" brushRef="#br0" timeOffset="-151654.36">14606 13885 159 0,'0'0'192'16,"3"4"6"-16,-3-4 2 0,0 0 7 0,0 0 0 16,0 0-8-16,0 0-9 0,0 0-16 0,3 6 1 15,-3-6 12-15,0 0 5 0,0 14-2 0,0-6-7 16,0 1-15-16,0 4-8 0,-1 0-7 0,-1-3-11 16,2 7-12-16,2-1-22 0,-4-4-7 0,1 3-5 15,1 0-15-15,0-2-5 0,0 3-8 0,0-5-15 16,3 1-21-16,-2-2-30 0,1 2-36 0,0-5-37 15,0 3-37-15,-2-4-43 0,0-6-39 0,3 14-33 16,-2-9-21-16,-1-5-16 0,3 7-197 0,-3-7-496 16,0 0 220-16</inkml:trace>
  <inkml:trace contextRef="#ctx0" brushRef="#br0" timeOffset="-151300.33">14663 13918 117 0,'4'-16'136'0,"5"2"-1"16,-4 3 3-16,1 2-11 0,1 0 2 0,2 2-5 15,1-1-8-15,-2 4-3 0,-1 0-12 0,2 4 4 16,-9 0 0-16,17 4 6 0,-8 1-8 0,-3-1-2 16,4 1-10-16,-3 1-6 0,0 3-11 0,2-2 1 15,-4 3-10-15,1-1-9 0,-3 0-2 0,0 0-4 16,0 1-5-16,-3-1-4 0,2 0-6 0,-2-1-4 16,0-8-2-16,-4 16 1 0,3-10-3 0,-2 2-3 15,1-2-4-15,2-6-4 0,-5 10-1 0,5-6-8 16,0-4-2-16,-4 8-3 0,4-8-1 0,0 0 1 15,0 8-2-15,0-8 3 0,0 0-4 0,4 7 1 16,-4-7 1-16,5 6 1 0,-5-6-1 0,4 6-5 16,-4-6 9-16,4 5-7 0,-4-5 0 0,2 7 13 15,-2-7 11-15,0 0 9 0,6 7 7 0,-6-7 6 16,0 0 1-16,-3 11 3 0,3-11-3 0,-7 11-5 16,2-7-1-16,-1 0-5 0,2 2-4 0,-4-2-14 15,4 1-22-15,4-5-21 0,-9 6-28 0,4-2-19 16,1 0-28-16,4-4-36 0,-6 5-30 0,6-5-37 15,-5 5-25-15,5-5-117 0,0 0-377 0,0 0 167 16</inkml:trace>
  <inkml:trace contextRef="#ctx0" brushRef="#br0" timeOffset="-150959.54">15045 13955 5 0,'5'-5'262'15,"-2"2"-6"-15,-3 3-4 0,0 0-16 0,1-7-6 16,-1 7-15-16,0 0-11 0,0 0-13 0,0 0-17 15,0 0-8-15,-23 15-14 0,18-8-15 0,-1 2-11 16,-2 1-14-16,2-1-14 0,0 0-8 0,3 3-4 16,-3-5-16-16,4 3-4 0,-1-1-8 0,2 0-14 15,1-9-13-15,1 13-10 0,2-4-9 0,-3-1-3 16,2-3 2-16,0 1-14 0,3-1-1 0,-5-5 0 16,4 7 1-16,0-4 3 0,-4-3-1 0,5 7 1 15,-5-7 2-15,5 3 3 0,-5-3 8 0,0 0 13 16,0 0 7-16,0 0 2 0,0 0 4 0,0 0 3 15,0 0 4-15,-10 11 3 0,10-11 2 0,-8 7-4 16,3-2 1-16,0 1 0 0,-4 2-4 0,5-2 0 16,-1 3-15-16,1-3 4 0,0 0-2 0,1-1-8 15,1 2 4-15,1 0 0 0,1-7-11 0,1 12-8 16,-1-12-10-16,4 11-15 0,1-6-32 0,1-2-25 16,3 2-50-16,3-1-49 0,-1-2-54 0,8-4-60 15,-6 2-232-15,4 0-562 0,1-1 249 0</inkml:trace>
  <inkml:trace contextRef="#ctx0" brushRef="#br0" timeOffset="-150736.25">15510 13962 247 0,'0'0'263'0,"0"0"-2"15,3-4-10-15,-3 4-12 0,0 0-13 0,8-4-20 16,-8 4-10-16,14-4-17 0,-3 3-9 0,1-1-15 15,5 1-10-15,2-2-11 0,-2 3-7 16,4-4-21-16,-2 1-12 0,1-1-6 0,-2-1-16 0,4 2-27 16,-3 1-28-16,-1-2-32 0,1 0-33 0,-7 2-33 15,-1-1-32-15,-1 2-25 0,-10 1-23 0,17-7-48 16,-12 4-29-16,-5 3-132 0,5-7-400 0,-5 7 176 16</inkml:trace>
  <inkml:trace contextRef="#ctx0" brushRef="#br0" timeOffset="-150544.06">15728 13799 78 0,'-4'-5'196'16,"4"5"12"-16,-10-5 5 0,10 5-4 0,-7-3-7 16,7 3-2-16,0 0 8 0,0 0 10 0,-13 13 10 15,11-4 5-15,-4 2 9 0,3 6-20 16,-2-3 9-16,2 2-10 0,1 1-27 0,-2 1-14 0,2 0-17 16,2 0-17-16,0 0-13 0,2-1-16 0,-2 2-14 15,1-1-5-15,0-2-13 0,-1 2-28 0,2-3-53 16,-1-2-43-16,-1-1-59 0,0 0-56 15,-1 2-68-15,2-5-63 0,-2 3-67 0,-2-1-189 16,2 1-584-16,-2-3 259 0</inkml:trace>
  <inkml:trace contextRef="#ctx0" brushRef="#br0" timeOffset="-150070.06">16457 13720 193 0,'0'0'282'0,"-6"-6"-8"16,6 6-12-16,-5-6-18 0,5 6-20 0,0 0-23 15,0 0-21-15,10-10-19 0,1 9-14 0,5-2-14 16,4-1-16-16,8-1-15 0,2 0-19 0,-2 4-23 16,-1-1-23-16,-7 2-37 0,3-1-30 0,-4 1-37 15,-1-1-36-15,0 1-41 0,-6 0-25 0,-3 0-33 16,0 0-130-16,-9 0-357 0,7 1 158 0</inkml:trace>
  <inkml:trace contextRef="#ctx0" brushRef="#br0" timeOffset="-149719.52">16586 13682 77 0,'0'0'173'16,"-11"0"-6"-16,11 0-4 0,-9 0-9 0,9 0-7 16,0 0 8-16,-9 5 12 0,6 2 9 0,1 2 5 15,-2 3-4-15,0 7-3 0,-1 4-5 0,3 2-8 16,0 0-7-16,1-5-8 0,0 3-3 0,1-4-11 15,0 7-7-15,0-8-17 0,0 1-1 0,2-2-11 16,-2 1 0-16,0-1-9 0,0-5-6 0,2 3-10 16,-2-5-1-16,-2 0-8 0,4-2-3 0,-2-8-10 15,-2 11-8-15,2-11-2 0,-1 9-3 0,1-9 7 16,0 0-6-16,0 9-10 0,0-9 2 0,-5 5-5 16,5-5-8-16,-13 4-5 0,5-4-1 0,-1 0 6 15,-2 0-3-15,11 0-12 0,-19-2-1 0,12 0-1 16,-1 1 2-16,8 1-1 0,-15-3 0 0,9 2 2 15,6 1 0-15,-11-2-3 0,11 2 2 0,-8-2 9 0,8 2-1 16,0 0-4-16,0 0 12 0,-8-2-6 16,8 2-8-16,0 0 4 0,0 0 3 0,0 0-6 15,28 1 5-15,-15 0-17 0,6-1-16 0,2 0-31 16,0-1-51-16,1 0-30 0,9 0-32 0,-2-1-38 0,-1 0-38 16,3 0-32-16,0 1-230 0,-2-2-549 0,-2 2 243 15</inkml:trace>
  <inkml:trace contextRef="#ctx0" brushRef="#br0" timeOffset="-149368.23">16965 13948 84 0,'-5'-12'225'15,"-2"10"-5"-15,7 2-1 0,-9-2-6 0,9 2-1 16,-15 4-11-16,4-1-7 0,1 1-15 0,0 0-7 16,0 3-11-16,0 1-12 0,1-1-15 0,0 1-14 15,3-1-17-15,2 3-6 0,-1-2-13 0,2 3-6 16,0-3-9-16,2 2-4 0,2 0-10 0,1-1-10 15,0 0-5-15,3-2-9 0,-1 0-11 0,4 0-7 0,-2-2-6 16,2 0-4-16,-2-2-2 0,-2 2 0 16,3-5-1-16,-7 0 3 0,7 4 0 0,-7-4-2 15,0 0 1-15,0 0 1 0,0 0 2 0,0 0 7 16,0 0 2-16,0 0 10 0,0 0-1 0,0 0 10 0,0 0 2 16,-29-3 4-16,19 5 2 0,2 1 9 15,0-2-3-15,-1 3-2 0,2-1 7 0,-2 1 0 16,1 2-4-16,2-1-3 0,-1-1-8 0,4 2 0 15,0 4-6-15,-1-7-3 0,4-3-4 0,-2 16 0 16,3-10-9-16,0 3 6 0,3-1-14 0,2-1-15 0,6 1-21 16,-3-3-31-16,5 2-36 0,1-4-41 15,5 2-32-15,0-3-57 0,9-2-30 0,-1 0-20 16,-6-1-181-16,0-1-495 0,0-2 220 0</inkml:trace>
  <inkml:trace contextRef="#ctx0" brushRef="#br0" timeOffset="-149137.27">17338 13831 107 0,'4'-12'241'0,"0"4"10"15,-3-1 7-15,1 2-13 0,1 3-19 0,-3 4-20 16,4-7-18-16,-4 7 1 0,0 0 6 0,0 0 2 16,4 17-6-16,-4-4-13 0,-2 3-5 0,1 9-10 0,-3-5-19 15,2 5-10-15,-2 1-12 0,1-2-18 16,1-3-7-16,0 4-16 0,1-6 2 0,1 0-13 15,-1 1-11-15,1-3-30 0,0-2-25 0,0 1-33 16,0-3-37-16,1-1-37 0,-1 1-36 0,0-3-35 16,1-3-29-16,-1-7-41 0,0 12-15 0,0-6-194 15,0-6-491-15,-2 8 217 0</inkml:trace>
  <inkml:trace contextRef="#ctx0" brushRef="#br0" timeOffset="-148851.2">17408 13795 74 0,'9'-5'207'0,"-3"1"-6"0,3 0-3 0,-1 3 0 15,-8 1-7-15,14 1-2 0,-7 2-12 0,-1 2-10 16,0 3-6-16,-3 1-11 0,2 1-11 0,-3 1-9 16,-2 2-5-16,0 3-9 0,-2-1-14 0,-4-1-9 15,2-2-4-15,-3 1-6 0,-2 0-4 0,-1 0-6 16,1-1-3-16,2-2-5 0,0-2-6 0,-2 1-5 15,3-1 2-15,1-3-13 0,2 1-4 0,-2 0-4 16,2 0-4-16,1 0-4 0,2-6-2 0,-1 12-2 16,1-4 6-16,0-8-8 0,5 11 8 0,1-2-10 15,3-4-9-15,3 0-29 0,-1 1-28 0,8-2-42 16,-2-1-28-16,5-2-55 0,6-1-35 0,1-1-33 16,1 0-208-16,-2-2-485 0,1 0 215 0</inkml:trace>
  <inkml:trace contextRef="#ctx0" brushRef="#br0" timeOffset="-148508.37">17891 13987 135 0,'3'-5'203'0,"1"2"2"0,-4 3 9 0,4-7 6 16,-4 7-2-16,0 0 0 0,0 0-10 0,0 0 1 15,0 0-15-15,-20-4-7 0,20 4-11 0,-12 7-10 16,5-3-11-16,-1 2-12 0,1 0-22 0,-1 1-7 16,3 2-11-16,1-1-11 0,0-1-12 0,2 5-11 15,0-5 2-15,1 3-11 0,1-10-7 0,5 17-5 16,-1-10-6-16,3 0-14 0,-1 1-15 0,3 0-8 15,0-2-5-15,-1-1-3 0,2 0-6 0,-4-2-3 16,-1 1-5-16,2-2 13 0,-7-2-6 0,7 7-2 16,-4-4 5-16,-3-3 5 0,0 0 7 0,0 0 6 15,0 0-1-15,-15 17 6 0,6-12 12 0,-4 2-2 16,1 0 8-16,-4 1 6 0,2 1 3 0,-3 0-2 16,7-2 7-16,1 0-5 0,0 0-3 0,0-1-10 15,0 1 5-15,4-1-3 0,1 0 1 0,-1 0 0 16,5-6 5-16,0 0-7 0,1 15 8 0,6-11-8 15,0 0 11-15,4-1-22 0,1 0-19 0,5-2-24 16,2 1-27-16,-1-2-22 0,4 0-37 0,-3 0-31 16,0-3-36-16,0 3-41 0,-1-1-34 15,-6-2-43-15,-1 1-222 0,-2 2-558 0,-9 0 247 0</inkml:trace>
  <inkml:trace contextRef="#ctx0" brushRef="#br0" timeOffset="-147147.7">4580 9723 182 0,'0'0'189'0,"0"0"-17"0,-4-6-10 15,4 6-12-15,0 0-20 0,0 0-15 0,0 0-13 16,0 0-14-16,0 0-12 0,0 0-6 15,0 0-8-15,0 0 0 0,0 0-1 0,-5 25-2 0,5-9 10 16,0 1-4-16,1 11-1 0,2-2-4 16,0 4-5-16,1 2-4 0,2 1-2 0,0 2-5 0,3-1 0 15,1 12-6-15,-1-12-6 0,5 11 0 0,-4-11-4 16,1 11 0-16,0-13-8 0,1 1 0 0,-2 0 1 16,5-1 5-16,-1-1-8 0,1-2-2 0,3-1-1 15,0 2 2-15,3 0-2 0,-3-5 1 16,3 1 3-16,-1-1 4 0,-1 0-4 0,8 0 1 0,-7 0 3 15,3-5 2-15,-3-1-5 0,0 1 2 0,0-1-2 16,2 0 0-16,-1 0 2 0,4-3-3 0,-2 1 0 16,0-4-3-16,-4-2 1 0,5 1-4 0,3 0 0 15,-6-3 0-15,-2-2 0 0,0 0-6 16,1 1 0-16,-2-2 0 0,1 1-2 0,0-3 1 0,-4-1 0 16,-1-1-1-16,-3 1 0 0,1 0-1 0,0-2 3 15,-1 2-6-15,0-1 2 0,-1-2-3 16,-3 2 3-16,-7-2-2 0,16 0-2 0,-5 0 0 15,-11 0-1-15,13-2 2 0,-8 0-1 0,3 1-2 0,-8 1-1 16,13 0 0-16,-13 0-1 0,12-4 3 0,-12 4 0 16,10-2 0-16,-10 2-1 0,6 0 1 0,-6 0 2 15,0 0 1-15,0 0-2 0,0 0 0 0,9-1 0 16,-9 1 2-16,0 0 0 0,0 0 6 0,0 0 0 16,0 0 7-16,0 0-3 0,9 3 6 0,-9-3 2 15,0 0 2-15,0 0 6 0,0 0-7 0,0 0-1 16,0 0 2-16,-15 18-3 0,10-13-2 0,0-1 5 15,-2 1-14-15,0 2-17 0,-2 0-26 0,2 1-25 16,0 0-34-16,-3-1-33 0,2 2-48 0,-1-3-39 16,-1 4-192-16,-1-2-440 0,4-1 195 0</inkml:trace>
  <inkml:trace contextRef="#ctx0" brushRef="#br0" timeOffset="-146976.2">5471 10882 2609 0,'5'-18'119'0,"-4"-1"-5"0,-1 2-56 15,-3 2-20-15,-2-2 2 0,-3-1-8 0,-3 2 9 16,1 1 13-16,-4 3-2 0,0-3 20 0,-3 2-9 16,2 0 2-16,0 4-10 0,0-1-6 0,-1 0 2 15,4 4-23-15,1 0-18 0,1-1-24 0,2 2-37 16,2 1-43-16,-5-2-56 0,11 6-77 0,-10-12-58 16,5 6-171-16,5 6-492 0,-6-17 219 0</inkml:trace>
  <inkml:trace contextRef="#ctx0" brushRef="#br0" timeOffset="-146570.21">4502 9791 37 0,'0'0'232'0,"0"0"-13"0,1-7-17 0,-1 7-11 16,0 0-19-16,0 0-17 0,0 0-15 15,0 0-11-15,0 0-10 0,0 0-11 0,-30 15-10 0,17-5-10 16,-1 3-8-16,1 0-13 0,0-1-5 0,-2 2-12 16,4-1-28-16,-1 4-37 0,0-1-33 15,3-1-27-15,3-4-24 0,1 6-25 0,1-2-21 16,0-3-20-16,3 1-85 0,0-6-272 0,-1 0 121 0</inkml:trace>
  <inkml:trace contextRef="#ctx0" brushRef="#br0" timeOffset="-146410.2">4507 9852 110 0,'0'0'123'0,"6"-7"-10"0,-6 7-14 0,7-3-10 15,-7 3 4-15,10-2 8 0,-10 2-11 0,18 4-5 16,-8-2-10-16,3 3-7 0,6 5-10 0,-1-2-15 15,-1 1-20-15,6 9-31 0,-2-4-25 0,-4-1-28 16,5 4-22-16,-4 1-82 0,-4-4-177 0,-2 1 78 16</inkml:trace>
  <inkml:trace contextRef="#ctx0" brushRef="#br0" timeOffset="-146012.22">4232 10801 183 0,'0'0'254'0,"-7"2"-23"0,7-2-24 0,0 0-24 15,0 0-17-15,0 0-19 0,-8 1-20 0,8-1-10 16,0 0-12-16,0 0-2 0,10 25 2 0,-1-11 0 15,-1 3-6-15,1 6-10 0,2 1-9 0,1-2-2 16,-2 3-7-16,3-2-8 0,-2 1 3 0,-3-7-12 16,2 0-4-16,-2-3-7 0,-1-1 1 0,-1-3-9 15,-1-2 0-15,0-2-3 0,-1-1 10 0,-2 1 14 16,-2-6 15-16,4 8 13 0,-1-4 11 0,-3-4 2 16,3 5 17-16,-3-5 0 0,0 0-5 0,0 0-20 15,0 0-3-15,9-17-7 0,-6 7-13 0,2-5-8 16,-4-2 5-16,2 1-37 0,-2-1-14 0,2-1-8 15,-1-1-22-15,2-1-23 0,0 3-21 0,-1-2-16 16,0 2-23-16,-1 4-16 0,1 1-28 0,0 3-32 16,-2 2-43-16,0 0-30 0,-1 7-18 0,6-6-176 15,-6 6-480-15,0 0 213 0</inkml:trace>
  <inkml:trace contextRef="#ctx0" brushRef="#br0" timeOffset="-145812.06">4576 10943 132 0,'0'0'191'0,"4"6"-5"16,-4-6 3-16,0 9 3 0,0-9 7 0,0 13-5 16,0-6-5-16,-2 2-11 0,1 1-13 0,0 1-15 15,0 0-14-15,-2 5-13 0,2-1-8 0,0 2-16 16,1-1-9-16,0 1-8 0,0 0-9 0,0-1-8 16,1 1-17-16,0-5-32 0,-1 1-26 0,3-1-29 15,-1-1-27-15,-2 3-30 0,1-3-31 0,1 1-27 16,-1-2-15-16,0-4-17 0,1 2-142 0,-2-8-355 15,-2 9 157-15</inkml:trace>
  <inkml:trace contextRef="#ctx0" brushRef="#br0" timeOffset="-145467.36">4614 10996 61 0,'7'-7'153'0,"-1"-1"-8"0,3 2-6 16,-4 3-16-16,3 0-8 0,-2 2-8 0,-6 1 6 15,16 0-12-15,-16 0-9 0,14 4-2 0,-7 1 8 16,2 1-11-16,-1 2-2 0,0 1-11 0,-3-1-5 16,-1 3-1-16,-1-1-9 0,0 3-3 0,-4 0-5 15,1-1-5-15,0-1-7 0,-3 1-2 0,1-1-2 16,0 1-8-16,1-2-8 0,0-3-19 0,0 0-12 16,1-7-7-16,-2 15 0 0,4-10 1 0,-2-5 1 15,1 8 3-15,-1-8 0 0,4 7 5 0,-4-7-1 16,6 5-4-16,-6-5-2 0,6 5 3 0,-6-5 3 0,5 3-2 15,-5-3 4-15,7 2 10 0,-7-2-7 0,0 0 7 16,6 7 9-16,-6-7 15 0,5 3 6 16,-5-3 4-16,2 10 0 0,-2-10-3 0,0 0-3 15,-2 11-3-15,2-11-1 0,-5 12-4 0,4-6-20 16,-2 1-25-16,3-7-25 0,-5 10-26 0,3-5-32 0,2-5-30 16,-3 7-39-16,3-7-92 0,-4 7-290 15,4-7 128-15</inkml:trace>
  <inkml:trace contextRef="#ctx0" brushRef="#br0" timeOffset="-145146.02">4963 11077 23 0,'0'0'240'0,"-13"0"-15"16,13 0-10-16,0 0-11 0,-19 8-8 0,12-5-19 15,-2 3-15-15,2-1-14 0,0 3-15 0,2-4-17 0,1 2-11 16,-2 0-12-16,3 0-6 0,3-6-10 15,-4 10-10-15,3-4-11 0,1-6-13 0,2 10-17 16,1-3-17-16,-3-7-9 0,3 9-6 0,0-4-6 16,-3-5-2-16,5 6-5 0,-5-6 6 0,7 5 0 15,-7-5 2-15,2 6-1 0,-2-6 2 0,0 0 7 0,3 5 11 16,-3-5 5-16,0 0 9 0,0 0 8 16,5 7 12-16,-5-7 5 0,0 0 2 0,4 8 4 15,-4-8 0-15,0 7-1 0,0-7-3 0,0 9-6 16,0-9-6-16,0 8-3 0,0-8-2 0,1 9-3 15,-1-9-1-15,2 8-10 0,-2-8-12 0,6 6-15 0,-3-2-22 16,-3-4-36-16,10 4-36 0,-5-1-40 0,-5-3-51 16,14 0-205-16,-14 0-430 0,10-2 190 15</inkml:trace>
  <inkml:trace contextRef="#ctx0" brushRef="#br0" timeOffset="-144757.05">4156 10133 191 0,'-11'-1'222'0,"11"1"-17"0,0 0-14 0,0 0-11 0,0 0-11 16,0 0-14-16,-6-4-12 0,6 4-18 0,0 0-9 15,0 0-12-15,0 0-11 0,23-6-8 0,-13 3-17 16,3 1-16-16,0-4-31 0,1 4-31 0,-1 0-28 16,2 1-39-16,-2-2-29 0,-2 3-25 0,3 0-12 15,-3 0-127-15,-5 0-291 0,-6 0 129 0</inkml:trace>
  <inkml:trace contextRef="#ctx0" brushRef="#br0" timeOffset="-144589.58">4241 10107 149 0,'0'0'212'16,"0"0"-11"-16,0 0-15 0,0 0-14 0,0 0-17 16,0 0-20-16,0 0-13 0,0 0-13 0,0 0-11 15,0 0-10-15,0 0-9 0,3 19-9 0,2-5-5 16,1 4-3-16,3 9-9 0,3 2-14 0,-1 2-47 16,3 0-44-16,-2 2-36 0,7 12-39 0,-5-2-160 15,0 2-311-15,1 0 138 0</inkml:trace>
  <inkml:trace contextRef="#ctx0" brushRef="#br0" timeOffset="-144341.87">5393 11707 212 0,'0'0'334'0,"5"6"-35"16,-5-6-29-16,0 0-27 0,9 3-24 15,-9-3-17-15,10-2-15 0,-2 4-19 0,2-4-15 16,5-1-20-16,3-1-44 0,-1 1-40 0,2-4-51 16,-1 7-64-16,2-3-69 0,1-3-69 0,-6 4-155 15,4-3-388-15,-2 2 172 0</inkml:trace>
  <inkml:trace contextRef="#ctx0" brushRef="#br0" timeOffset="-143491.8">2177 9664 116 0,'-11'0'205'16,"0"0"0"-16,2 0-3 0,9 0-10 0,-14 0-9 16,14 0-14-16,-7 1-17 0,7-1-18 0,0 0-9 15,-9 0-18-15,9 0-9 0,0 0-15 0,0 0-5 16,0 0-12-16,0 0-1 0,0 0-9 0,0 0 1 16,0 0-12-16,11 14-1 0,-4-11-8 0,4 2-8 15,-1-2 2-15,1 3-3 0,0-1-6 0,-1 3 0 16,0-4-4-16,1 2 0 0,-2 1 3 0,-1-1-10 15,2 1-1-15,-4 2 2 0,1 1-5 0,-4 0 5 16,-1 3-5-16,2 2 3 0,-6 0-4 0,0 5 0 16,-3 4-6-16,-7 2-3 0,3-2-19 0,-1 0-28 15,-2 0-27-15,1 1-45 0,-2-2-38 0,2 0-28 16,-1 2-152-16,3-9-368 0,5 2 163 0</inkml:trace>
  <inkml:trace contextRef="#ctx0" brushRef="#br0" timeOffset="-143014.17">2150 10175 10 0,'0'0'257'0,"0"0"-27"16,0 0-24-16,0 0-20 0,-16-14-22 0,16 14-15 16,0 0-16-16,0 0-13 0,0 0-11 0,0 0-9 15,21-3-17-15,-14 1-11 0,-7 2-11 0,16-1-6 16,-5 2-11-16,-1-3-12 0,-1 0-7 0,-9 2-7 15,14 2-7-15,-8-2 0 0,-6 0 1 0,13 0-3 16,-13 0-4-16,0 0 1 0,10 0 2 0,-10 0 0 16,0 0 6-16,7 2 4 0,-7-2 11 0,0 0 1 15,0 0-4-15,4 3 6 0,-4-3 1 0,0 0 1 16,-3 14 2-16,3-14-2 0,-1 14-3 0,0-4 1 16,-1 0-3-16,2 1 2 0,0 0-5 0,-1 5 2 15,1-4-3-15,0 0-1 0,1 1-2 0,-1-2-4 16,2 1 1-16,-2-2-3 0,1 2-1 0,0 0 1 15,2-2 1-15,-3-1-6 0,0 1-1 0,3-3 1 16,-3-7-1-16,0 11 1 0,2-5-4 0,-2-6 4 16,-5 11-3-16,5-11 3 0,-3 7 0 0,3-7-16 15,-5 7-3-15,5-7-1 0,-8 3-2 0,3-1-3 16,5-2 0-16,-10 0 1 0,10 0-1 0,-12-1-5 16,12 1 2-16,-8-3 2 0,8 3-6 0,-7-3 7 15,7 3-1-15,0 0-1 0,-8-4 3 0,8 4 1 16,0 0 2-16,0 0 0 0,0 0 0 0,0 0 2 15,0 0-9-15,18-7-22 0,-10 6-17 0,5-1-20 16,0 0-32-16,1-1-20 0,6-1-9 0,-1 1-11 16,2-2-10-16,0 0-3 0,5-1-100 0,-4 1-283 15,-4-1 125-15</inkml:trace>
  <inkml:trace contextRef="#ctx0" brushRef="#br0" timeOffset="-142827.6">2486 10335 274 0,'6'-4'66'0,"-3"-1"16"0,0-1 12 0,-3 6 12 0,3-10 0 15,-3 10 0-15,-3-13 14 0,3 13 11 0,-1-10 6 16,1 10 8-16,0 0 5 0,0-11-2 0,0 11-11 15,0 0-8-15,-2-8-11 0,2 8-16 0,0 0-8 16,0 0-9-16,0 0 11 0,0 0 2 0,0 0-1 16,9 28-8-16,-5-14-6 0,0 0-7 0,-1 3-9 15,-1 0-5-15,3 2-6 0,-2-2-5 16,1 0-5-16,-3 1-10 0,3-1-16 0,-2-4-29 0,1 0-30 16,1-2-34-16,-2 2-32 0,2-5-37 0,-3-1-39 15,2 0-47-15,0-2-177 0,-1 1-439 16,-2-6 194-16</inkml:trace>
  <inkml:trace contextRef="#ctx0" brushRef="#br0" timeOffset="-142485.86">2558 10362 73 0,'5'-16'117'0,"0"2"13"0,0 4 1 0,0 0 3 0,2 3-1 16,-2-2-8-16,0 4-8 0,0 2 1 0,3 1-8 15,-8 2-8-15,11-1 4 0,-11 1-5 0,12 3 1 16,-6-1-5-16,1 2-6 0,-2 1 2 0,-1 0-1 15,1 1-6-15,-1-2-7 0,1 2-5 0,0 1-7 16,-3-1-6-16,1 0-4 0,-2 4-4 16,-1-1-5-16,0 0-4 0,0-9-8 0,-1 14-7 15,-2-8-8-15,2 4-13 0,0-4-15 0,1-6-15 16,-2 14-20-16,2-14-6 0,2 10-13 0,0-4-9 0,1 0-1 16,2-1 1-16,2-2-6 0,0 2 8 0,2-2 10 15,0 0 2-15,-3 1 4 0,5-2 10 0,-5 2-2 16,0 0 14-16,2-1 4 0,-2 0 4 0,-6-3 14 15,9 5 19-15,-9-5 16 0,5 5 8 0,-5-5 13 16,0 8-3-16,0-8 1 0,0 0 3 0,-9 11 0 16,4-8-8-16,-3 3 0 0,-1 0-3 0,-2-2-4 15,0 0-25-15,2 1-30 0,-1 0-34 16,0 0-48-16,3-3-55 0,1 2-159 0,6-4-342 0,-16 4 151 16</inkml:trace>
  <inkml:trace contextRef="#ctx0" brushRef="#br0" timeOffset="-141734.29">6351 10685 33 0,'-6'-2'228'0,"6"2"-25"0,0 0-19 0,-5-5-15 16,5 5-18-16,0 0-19 0,0 0-10 0,0 0-13 15,0 0 12-15,0 0 9 0,0 0-7 16,13 23-7-16,-7-16-10 0,1 4-11 0,-1-2-9 0,0 2-4 16,3 3-3-16,0-2 5 0,-1 1-14 0,-1-1-2 15,0-5-9-15,0 3 6 0,0-3-14 16,0 1 2-16,0-4 7 0,2 3 4 0,-2-1 4 15,-2-4 2-15,-5-2 9 0,12 2 6 0,-12-2-8 0,14-3 1 16,-8-1-6-16,2-2 8 0,-3 0-16 0,3-1-7 16,0-3-10-16,-2-3-7 0,0 2-18 0,1 1-34 15,0-5-29-15,2 1-43 0,-6 2-46 0,2-3-59 16,4-1-52-16,-1 1-36 0,-2 4-175 0,4-2-488 16,3-1 216-16</inkml:trace>
  <inkml:trace contextRef="#ctx0" brushRef="#br0" timeOffset="-141277.98">6769 10562 52 0,'0'0'251'0,"0"0"-20"0,-8-17-14 16,8 17-17-16,0 0-13 0,0 0-20 0,0 0-20 15,2-12-11-15,-2 12-20 0,5-4-7 0,1 1-11 16,-6 3-9-16,12-3-13 0,-5 2-6 0,1-2-8 15,-8 3-1-15,13-2-11 0,-7 1-3 0,-6 1-6 16,13-2-3-16,-13 2-6 0,6-1 0 0,-6 1-3 16,0 0-4-16,0 0-1 0,0 0-2 0,11 1 1 15,-11-1 0-15,0 0 4 0,0 0 8 0,6 4 4 16,-6-4 6-16,1 8-2 0,-1-8-2 0,1 15 5 16,-1-7-1-16,0 1-6 0,3 4 3 0,-2-2-7 15,-1 0-1-15,2-1-6 0,-2 0 0 0,0 0-1 16,0-1-7-16,1 4 3 0,0-7-4 0,0 2-4 15,-1-8 1-15,0 16-1 0,2-10 0 0,-2-6 2 16,0 9-5-16,0-9 4 0,-3 10-5 0,3-10 2 16,0 0-7-16,-1 9 5 0,1-9-5 0,-3 8-3 0,3-8-6 15,-4 4 1-15,4-4 1 0,0 0-3 16,-10 2 0-16,10-2 3 0,0 0 6 0,0 0-8 16,-7 3 1-16,7-3 1 0,0 0-1 0,0 0-3 15,0 0 2-15,-5 3-2 0,5-3-5 0,0 0-12 0,0 0-4 16,0 0-9-16,0 0-8 0,0 0-13 15,0 0-14-15,33-4-15 0,-15 1-29 0,1 1-23 16,8-1-33-16,1-4-23 0,2 1-22 0,0-1-155 16,-1-1-402-16,-2 0 178 0</inkml:trace>
  <inkml:trace contextRef="#ctx0" brushRef="#br0" timeOffset="-140944.27">7271 10576 45 0,'3'-5'171'0,"0"-2"9"15,-2 0-2-15,-1 7 5 0,1-11 1 0,-1 11-8 0,-1-10 3 16,1 10-3-16,0 0-7 0,-7-7-11 0,7 7-14 15,0 0-7-15,-7-1-10 0,7 1-9 0,0 0-5 16,-12 11-8-16,8-4-4 0,1-1-17 0,-1 4-8 16,0-1-13-16,3-1-2 0,1 1-8 0,0 0-5 15,1 1-3-15,1-2-10 0,2 3-1 0,-1-5-17 16,3 3-9-16,0-2-11 0,0-1-8 0,0-1-1 16,1 0 1-16,-4-4-1 0,5 2-10 0,-3 1 6 15,-5-4-4-15,5 5 11 0,-5-5-2 0,4 5-1 16,-4-5 2-16,0 0-1 0,0 0 10 15,0 0 6-15,-10 8 3 0,3-4 4 0,1-1 8 0,-2 1 5 16,1 4 3-16,-2 0 4 0,0-2 1 0,1 3 2 16,2-2-4-16,-2 0-1 0,2 3-1 0,-1-2-6 15,5-3-1-15,-1 1-4 0,1 0 2 0,0 1-3 16,2-7 5-16,2 11-4 0,1-5 0 0,3-2-5 16,4 0-11-16,0-3-18 0,3 1-27 0,6-4-32 15,1 2-35-15,-2-4-45 0,4 1-40 0,5-5-38 16,-9 5-208-16,-4-2-476 0,0-1 210 0</inkml:trace>
  <inkml:trace contextRef="#ctx0" brushRef="#br0" timeOffset="-139910.17">5753 6635 67 0,'-3'-8'214'15,"3"8"-14"-15,-3-13-14 0,1 8-5 0,2 5-8 16,-2-10-11-16,2 10-15 0,0-10-11 0,0 10-16 15,0 0-14-15,0 0-13 0,0 0-9 0,5-7-11 16,-5 7-9-16,0 0-6 0,0 0-5 0,0 0-2 16,0 0-7-16,17 15 4 0,-10-10-10 0,0 1-2 15,0 0-4-15,0 0 0 0,-3-1-1 0,1 2-4 16,2-1-2-16,1 1-1 0,0-3-4 0,-3 1 1 16,5 0-4-16,-4-1 1 0,-1-3-3 0,3 2 2 15,1-1-5-15,-9-2 2 0,19 1-3 0,-7-1-1 16,-1 0-10-16,2 0-11 0,1-1-12 0,3-4-24 15,-2 2-29-15,0-2-28 0,5-1-22 0,4-5-24 16,1 0-26-16,1-2-149 0,0 0-352 0,-2-3 157 16</inkml:trace>
  <inkml:trace contextRef="#ctx0" brushRef="#br0" timeOffset="-139192.4">6313 6322 126 0,'0'0'127'0,"0"-9"-1"0,0 9-29 16,9-7 1-16,-3 3-19 0,2 1-23 0,-2 0-8 16,3-2-16-16,3 0-33 0,-3 1-11 0,0 0-8 15,-3 0-2-15,4 0-4 0,-2 3 6 0,-3-1-15 16,-5 2 18-16,8-6 4 0,-8 6 9 0,10-2 15 15,-10 2 15-15,5-4 7 0,-5 4 12 0,0 0-22 16,0 0 13-16,0 0 1 0,0 0-12 0,0 0 7 16,0 0-10-16,0 0 4 0,0 0 5 0,0 0 2 15,0 0 9-15,0 0 9 0,-8 26 1 0,6-18-3 16,-1 4 2-16,2 0-9 0,-2-1 3 0,1 6 2 16,2-5 1-16,-3 2 1 0,2 2-1 0,1-6-7 15,-1 7-8-15,2-3 5 0,-2 0-8 0,1-3 0 16,0-1-6-16,0 1 3 0,0 0-2 0,1-2-7 15,-2 0 1-15,1-9 1 0,0 14-5 0,-2-8 2 16,1 2-1-16,1-8 2 0,-2 11-3 0,-1-6-8 16,-1 0 3-16,4-5 2 0,-9 9-1 0,7-7-1 15,-3 2 3-15,5-4 0 0,-8 4-2 0,8-4 7 16,-8 3 3-16,8-3 0 0,0 0-2 0,-9 3 6 16,9-3-5-16,0 0 0 0,0 0 8 0,0 0-4 15,0 0 2-15,-6 1-2 0,6-1 0 0,0 0-4 16,0 0-6-16,0 0-2 0,0 0-4 0,0 0-3 15,0 0 0-15,0 0-13 0,0 0-16 0,25-4-27 16,-14 1-17-16,1 0-9 0,4-2-31 0,2 0-4 16,-2 2-5-16,3-2 0 0,-1-1 3 0,0 1 4 15,3 1 10-15,-2-4-4 0,1 0 25 0,-2 1 2 16,1-2 4-16,-1 2 18 0,-2-3 14 0,-4 4 19 16,-1-1 13-16,-1 2 20 0,0-2 40 0,-5 2 14 15,2 0 9-15,-4-1 7 0,-3 6 7 0,3-10 9 16,-2 4 2-16,-1 6-3 0,0 0-3 0,0 0 4 15,-6-15-1-15,6 15 2 0,-10-1-5 0,10 1 6 16,-18 5-8-16,11-1 5 0,-3 2 1 0,-3 4-9 16,1 0-2-16,-4 0-4 0,7 0-4 0,2 0-10 15,-2-2-7-15,4 2-6 0,-2-2-6 0,1 1 0 16,4-4-8-16,2 2-1 0,0-7-9 0,2 17-3 16,2-8-4-16,0-1-14 0,7 0-8 0,6-1-35 15,3 0-38-15,8 0-39 0,0 0-48 0,4-3-33 16,3-2-39-16,-3-2-168 0,0-2-431 0,0 0 191 15</inkml:trace>
  <inkml:trace contextRef="#ctx0" brushRef="#br0" timeOffset="-119508.22">10875 14814 139 0,'-5'-3'232'0,"5"3"-4"0,0 0-23 15,0 0-5-15,0 0-7 0,0 0-12 0,0 0-11 16,0 0-9-16,-5-6-12 0,5 6-16 0,0 0-11 15,0 0-10-15,0 0-24 0,0 0-8 0,17-3-18 0,-7 0-23 16,1-1-19-16,2 2-27 0,6-1-33 16,0-1-31-16,0 3-32 0,1-5-44 0,-1 4-31 15,0 1-150-15,-6 1-356 0,-1-1 158 0</inkml:trace>
  <inkml:trace contextRef="#ctx0" brushRef="#br0" timeOffset="-119332.45">10892 14905 125 0,'-8'2'192'16,"2"0"0"-16,6-2-14 0,-8 2-9 0,8-2-17 15,0 0-10-15,-9 1-10 0,9-1-11 0,0 0-8 16,0 0-8-16,0 0-10 0,0 0-13 0,30 8-25 16,-14-6-32-16,5 1-39 0,0-3-43 0,10 0-37 15,1 0-45-15,0 0-124 0,0 2-285 0,-1-2 127 16</inkml:trace>
  <inkml:trace contextRef="#ctx0" brushRef="#br0" timeOffset="-117217.33">9274 14877 107 0,'-10'-4'236'0,"10"4"-5"0,-8-4-9 15,8 4-13-15,-7-2-15 0,7 2-20 0,0 0-16 16,0 0-18-16,0 0-12 0,0 0-13 0,0 0-11 16,0 0-13-16,22-8-10 0,-9 7-17 0,8-2-15 15,2-1-16-15,5 1-27 0,-8 0-25 0,7 2-12 16,-4 0-31-16,-3 1-24 0,0-3-31 0,0 3-16 16,-2 0-13-16,-1-1-14 0,-5 1-105 0,-1 0-287 15,-4 1 127-15</inkml:trace>
  <inkml:trace contextRef="#ctx0" brushRef="#br0" timeOffset="-116863.68">9438 14843 86 0,'0'0'145'0,"0"0"-6"16,0 0-12-16,0 0-13 0,-11 6 9 0,11-6 15 16,-1 10 7-16,0 0-8 0,-1 7 12 0,1-1-1 15,0 2 0-15,1 2-5 0,-1 4-6 0,1-4 1 16,-3 5-10-16,2-5-7 0,1-1-12 15,0 6-7-15,0-5-7 0,-2-4-13 0,1 2-8 16,0-4-4-16,0 1-7 0,2 0-6 0,-2-4-7 0,2 0-5 16,-2-2-5-16,-2 1-2 0,1 0-4 0,0-5 0 15,2-5-6-15,-3 14-3 0,0-8-2 0,0-1-4 16,3-5 0-16,-5 6-3 0,5-6-1 0,-4 7-7 16,4-7-6-16,0 0-3 0,-10-2-1 15,10 2-4-15,0 0-6 0,0 0-8 0,-11-7 1 16,11 7 3-16,0 0-1 0,-3-6 0 0,3 6 0 0,0 0-4 15,0 0 4-15,0 0 1 0,9-10-3 0,-9 10 3 16,13-5-3-16,-4 4-7 0,0-5-7 0,2 5-15 16,1-1-16-16,4 1-19 0,-2-1-18 15,6-1-35-15,-1-1-13 0,1 2-25 0,7-2-13 16,1 0-8-16,-7 1-120 0,-1-1-339 0,0-3 150 16</inkml:trace>
  <inkml:trace contextRef="#ctx0" brushRef="#br0" timeOffset="-116664.45">9770 15091 146 0,'0'0'146'16,"0"0"6"-16,0 0 3 0,-3-7-6 0,3 7-16 15,0 0-12-15,0 0-12 0,0 0 2 0,0 0 22 16,0 0 12-16,0 0-4 0,-1 24-6 0,0-14-7 16,-1 2-9-16,1 5-9 0,0-2-11 0,-2 4-7 0,2-1-11 15,-2-2 1-15,3 0-15 0,-1 3-9 16,1-2-12-16,0 0-24 0,0 1-32 0,0-2-36 15,1-4-44-15,1-1-43 0,-1 0-45 0,0-1-38 16,-1-2-119-16,0-8-362 0,0 0 160 0</inkml:trace>
  <inkml:trace contextRef="#ctx0" brushRef="#br0" timeOffset="-116288">9889 15079 93 0,'0'0'177'16,"15"-4"-8"-16,-7 2-20 0,-1 2-11 0,-7 0-12 15,0 0-3-15,22 3-8 0,-17 0-14 0,0 1-1 16,1-1-3-16,-4 2-4 0,-2-5-3 0,6 11-10 16,-6-5-5-16,0 4-2 0,0-10-6 0,-5 19-3 15,2-9-8-15,-1 0-5 0,0 0-8 0,-3 0-6 16,5-3-9-16,-3 2-11 0,-2 0-4 0,7-9-1 15,-5 16-14-15,4-9-1 0,1-7-7 0,0 12-7 16,0-12-4-16,8 17 3 0,-3-9 7 0,4 1-11 16,-2-4 7-16,2 3 0 0,3-1 0 0,1 1 3 15,-1-2 2-15,-1 2-7 0,-1-3 14 0,1 2-3 16,-2-3-2-16,-2 1 2 0,-2 0 15 0,-5-5 17 16,6 10 4-16,-6-10 5 0,0 0 0 0,-6 14 4 15,-2-5-2-15,-1-1 1 0,-7 2-7 0,-1-1-3 16,0 0 2-16,-2 1-5 0,-8-3-5 15,7 2-20-15,-8-2-22 0,4 3-41 0,5-3-60 16,0-3-64-16,0 0-141 0,6 0-354 0,-3 1 156 0</inkml:trace>
  <inkml:trace contextRef="#ctx0" brushRef="#br0" timeOffset="-112096.7">12496 14647 160 0,'0'0'224'16,"-3"-13"8"-16,3 13-12 0,0-11-5 0,-2 5-8 15,2 6-11-15,-2-8-15 0,2 8-12 0,0-7-10 16,0 7-13-16,0 0-10 0,-3-9-13 0,3 9-12 16,0 0-11-16,0 0-8 0,0 0-15 0,0 0-7 15,0 0-8-15,0 0-6 0,0 0-9 0,0 0-4 16,0 0-3-16,0 0-1 0,16 14-1 0,-12-4 0 16,3-1-3-16,1 2 5 0,2 4 6 0,-3-1-2 15,1 1-3-15,2 2-1 0,-1-1-7 0,-3 0-3 16,1 2-4-16,1-4 2 0,3 1-7 0,-1 1-23 15,0-4-2-15,-3 0 1 0,3 1 0 0,-5-3 3 16,4-1 0-16,-5 1-3 0,3-3 1 0,-5 2 2 16,3-5 1-16,-3 2-7 0,2-2 4 0,0 1 3 15,-4-5-5-15,6 7 7 0,-6-7-2 0,0 4 4 16,0-4 1-16,0 0 1 0,8 3 2 0,-8-3-6 16,0 0-2-16,9-12 4 0,-5 6 0 0,2-5 1 15,1 0-2-15,-1-6-2 0,1 1 1 0,0-3-4 16,-1-5 4-16,1 4 1 0,2-4 0 0,3-1-1 15,-4 7-5-15,3-8 5 0,1 1-8 0,-3 1 3 16,-1 7-1-16,2 0 0 0,-3 2-1 0,-1 3 2 16,-1 3-7-16,1 2-12 0,-2-1-23 0,-1 4-21 15,-3 4-25-15,7-7-6 0,-7 7-16 0,0 0-23 16,9 2-15-16,-9-2-18 0,8 11-21 0,-3 0-18 16,2 0-22-16,0 4-118 0,-3 3-375 0,1-5 166 15</inkml:trace>
  <inkml:trace contextRef="#ctx0" brushRef="#br0" timeOffset="-111677.7">12980 14759 29 0,'0'0'212'0,"0"0"-6"0,0 0 0 16,0 0-10-16,0 0-11 0,0 0-17 0,0 0-14 16,0 0-15-16,0 0-13 0,0 0-12 0,12 0-14 15,-12 0-9-15,17-5-10 0,-5 3-3 0,1 0-10 16,3 0-10-16,-3-1-5 0,4 1-12 0,-4 0-15 15,3 1-18-15,-5-2-19 0,0 1-17 0,3 0-26 16,-4 2-18-16,2-2-27 0,-12 2-12 0,13-1-10 16,-13 1-4-16,11 0-3 0,-11 0 8 0,8 0 7 15,-8 0 9-15,0 0 6 0,6-3 7 0,-6 3 14 16,0 0 13-16,0 0 16 0,0 0 9 0,0 0 22 16,0 0 15-16,-12-15 6 0,12 15 20 0,-8-4 17 15,8 4 8-15,-7-6 12 0,7 6 4 16,-6-4 12-16,6 4 15 0,0 0 4 0,-8-4-9 15,8 4-4-15,0 0-5 0,-6-5-4 0,6 5-5 0,0 0-9 16,0 0 1-16,0 0 12 0,0 0 5 0,0 0 11 16,-7 16-8-16,7-9 3 0,-2 2 1 0,2 3 9 15,0-1-3-15,-2 2-4 0,0-1-7 0,2 2-6 16,-3-1-9-16,3 5-7 0,-2-3-4 0,2-3-9 16,-2 1-3-16,0-1-3 0,2 1-2 0,0-2-11 15,0 1-24-15,0 1-24 0,-3-3-29 0,3 1-28 16,3-2-46-16,-3-1-42 0,0 0-23 0,2 1-43 15,-2 0-144-15,2-4-406 0,-2-5 180 0</inkml:trace>
  <inkml:trace contextRef="#ctx0" brushRef="#br0" timeOffset="-111443.2">13317 14775 209 0,'2'-6'202'0,"-2"6"3"0,0 0 9 0,0 0 6 16,0 0-2-16,0 0-11 0,5 23-13 0,-5-13-11 16,-2 3-10-16,2-2-23 0,0 6-15 0,-3-1-10 0,3 1-16 15,0-2-7-15,-2 2-14 0,4-2-5 0,-4 0-10 16,2 1-4-16,0-4-15 0,0-1-15 16,0 0-28-16,0-4-36 0,2 3-32 0,-2-2-36 15,0 0-37-15,0-8-32 0,-2 13-27 0,4-9-14 16,-2-4-9-16,0 0-120 0,-2 10-360 0,2-10 159 15</inkml:trace>
  <inkml:trace contextRef="#ctx0" brushRef="#br0" timeOffset="-111150.22">13329 14958 61 0,'0'0'97'0,"6"-5"-5"0,1 2 19 16,-7 3-30-16,14-5-7 0,-8 1-7 0,5 1-10 15,-1 1 4-15,1-2-3 0,-2-2-2 0,5 1-1 16,-6 1-2-16,3-2 6 0,1 0 12 0,-6-1 9 0,3 0-3 15,-2 1 11-15,0-2 7 0,-2 0 8 0,-3 3 0 16,0-5-3-16,0 3 0 0,0 0 5 16,-2 7 1-16,2-17-5 0,1 11-2 0,-3 0 1 15,0 6 9-15,2-12 6 0,-2 12-6 0,2-8-3 16,-2 8-2-16,0-8 3 0,0 8-22 0,0 0-7 16,0 0 4-16,0 0 9 0,0 0 7 0,0 0 5 0,0 0-12 15,2 31 3-15,0-20-10 0,-2 5-10 16,0 1 5-16,0 0-14 0,0-1-14 0,0 1-1 15,0 1-8-15,3-1-22 0,-3 1-40 0,2-6-43 16,-1 5-45-16,-1-5-49 0,0-1-58 0,4 1-61 0,-4-1-276 16,0-2-597-16,4 0 264 0</inkml:trace>
  <inkml:trace contextRef="#ctx0" brushRef="#br0" timeOffset="-110962.27">13650 14918 218 0,'4'-6'270'0,"-4"6"-1"0,4-5-10 16,-4 5-10-16,8-6-17 0,-8 6-21 0,10-3-19 15,-3 1-17-15,3 0-21 0,3-1-15 0,0 1-13 16,1 1-10-16,-1-1-22 0,-1 1-29 0,1-1-40 16,-1 2-43-16,1-1-55 0,-2 1-64 0,3-2-64 15,-3 4-194-15,1-4-427 0,-2 2 190 0</inkml:trace>
  <inkml:trace contextRef="#ctx0" brushRef="#br0" timeOffset="-110453.05">14245 14690 233 0,'0'0'256'15,"0"-10"-13"-15,0 10-22 0,0 0-22 0,0-8-22 16,0 8-17-16,0 0-11 0,0 0 2 0,0 0-4 16,14 15-11-16,-6-4-10 0,-2-1-7 0,6 5-15 0,-3-1-10 15,0 2-24-15,1 0-5 0,0 0-2 16,-1-2-6-16,1 1-4 0,1-3-5 0,-1 2-5 16,-2-5 2-16,-2 3-6 0,1-5 2 0,0 2-3 15,-3-1 3-15,2-3-13 0,-3-1 1 0,2 0 2 16,-5-4 6-16,5 5 4 0,-5-5 9 0,0 0 11 15,4 6 10-15,-4-6-1 0,0 0-14 0,0 0 1 16,12-11-8-16,-8 4-8 0,1-1 4 0,-1-5-4 16,0 2-5-16,5-4-4 0,-4-3-6 0,3 3-4 15,-1-4-13-15,2-5-15 0,3 3-10 0,-4 2-13 16,3-4-15-16,-3 10-16 0,-2 1-19 0,1 1-19 16,-2 3-34-16,0 0-38 0,-4 2-50 0,7 2-12 0,-8 4-3 15,8 0-4-15,-8 0-160 0,8 9-432 16,-5 0 193-16</inkml:trace>
  <inkml:trace contextRef="#ctx0" brushRef="#br0" timeOffset="-110232.49">14636 14827 1 0,'0'0'183'0,"0"0"6"0,0 0-2 0,0 0-10 15,0 0-3-15,0 0 4 0,0 10 13 0,0-10-4 16,0 12-8-16,-1 0-10 0,1-3-19 0,0 4-13 15,1-1-10-15,-2 4-16 0,1-1-8 0,1-1-14 0,-1-3-3 16,0 1-14-16,0 5-2 0,2-2-11 16,-2-2-5-16,0-3-22 0,2 2-17 0,-2-5-27 15,2 4-24-15,1-1-26 0,-2-2-26 0,1-2-36 16,-2-6-27-16,1 13-29 0,0-9-16 0,-1-4-150 0,2 8-373 16,-2-8 165-16</inkml:trace>
  <inkml:trace contextRef="#ctx0" brushRef="#br0" timeOffset="-109858.41">14750 14824 63 0,'9'-3'131'0,"-9"3"-1"0,10 0-1 16,-10 0-9-16,13 4-4 0,-4-4-10 0,-3 4-2 15,2-2-7-15,-2 1 2 0,2 0-9 0,-3 3-3 16,4-2-3-16,-4-1-5 0,0 1-3 0,-1 0-12 15,-4-4 4-15,9 6-2 0,-4-2 4 0,-3 0 6 16,-2-4 0-16,0 10-3 0,0-10-2 0,-4 11-4 16,4-11-7-16,-7 10-4 0,4-5-6 0,0 2-5 15,-1-4-4-15,4-3-6 0,-6 12-2 0,3-8-5 16,3-4-1-16,-3 7-5 0,3-7 0 0,-2 12-7 16,2-12 4-16,5 10-6 0,-4-4 0 0,1-2-3 15,3 3 1-15,-5-7 1 0,6 10 0 0,-2-6-3 16,0 3-1-16,0-4 7 0,-2 2 7 0,3-1 4 15,-5-4 6-15,5 10 5 0,-4-4 4 0,-1-6-1 16,2 8 1-16,-2-8-4 0,-2 10-3 0,2-10-5 16,-3 12 0-16,-1-7-15 0,0 3-13 0,0-4-22 15,2 4-28-15,2-8-25 0,-8 7-36 0,4 0-38 16,2-2-45-16,2-5-26 0,-7 9-160 0,7-9-408 16,0 0 181-16</inkml:trace>
  <inkml:trace contextRef="#ctx0" brushRef="#br0" timeOffset="-109494.28">15094 14908 157 0,'0'0'234'0,"0"0"-5"0,0 0-5 0,0 0-11 0,0 0-10 16,0 0-16-16,-27 9-12 0,22-5-15 0,-1 1-17 15,0 3-16-15,1-1-11 0,0 0-12 0,3 0-8 16,0 0-13-16,2-7-8 0,-1 15 4 0,4-7-14 15,-1-2-16-15,0 1-7 0,4-2-5 0,-1 3-10 16,0-4-6-16,3 0-9 0,-2 0 0 0,0 0-5 16,1-1 1-16,-2 1-1 0,-5-4 5 15,6 3-5-15,-6-3-2 0,0 0-1 0,7 6 9 0,-7-6 5 16,0 0 11-16,0 0 8 0,-11 15 9 0,4-9 3 16,-1 0 3-16,0 1 3 0,-1 2 4 0,2-2 5 15,-1 3 2-15,-1-4-6 0,2 3 1 0,1 0-9 16,1-2-11-16,0-1 0 0,1 2-2 15,3-3-6-15,1-5 1 0,3 13-7 0,-3-13 3 16,5 10-5-16,1-6-10 0,3 0-11 0,1 0-9 0,3-2-29 16,0 1-38-16,6-2-34 0,-7 2-38 0,0-2-34 15,-1 0-37-15,0-2-27 0,-11 1-27 0,22-1-166 16,-22 1-470-16,11-3 209 0</inkml:trace>
  <inkml:trace contextRef="#ctx0" brushRef="#br0" timeOffset="-108971.75">12962 15480 216 0,'-10'-3'245'0,"-4"1"1"0,5-1 1 0,0 3-1 16,-2-2-10-16,11 2-13 0,-13-2-18 0,13 2-19 15,-10-1-23-15,10 1-11 0,-7-1-12 0,7 1-9 16,0 0-7-16,0 0-7 0,0 0-4 0,27 9-13 15,-6-7-9-15,12 4-6 0,22-3-6 0,5-1-11 16,34-4 5-16,3 2-16 0,8-1-7 0,1-4-2 16,8-5-4-16,5 4-2 0,3 1-10 0,5 1 2 15,-7 1-4-15,-1-1-5 0,0 0 17 0,-2 3-1 16,5-2 3-16,-1 2 0 0,-6 1-5 0,3-4 8 16,-2 4-4-16,-8 0 4 0,0 2-4 0,-10-2-7 15,1-4 16-15,-8 8 1 0,-26-7-3 0,-1 0 5 16,-2 2-1-16,-2 0-3 0,-6 0 2 0,-3 1 1 15,-20-3-6-15,-1 0 0 0,-10 3 3 0,-5 0-13 16,-5 0 0-16,2 0 7 0,-12 0-8 0,14 0-5 16,-14 0-2-16,0 0-2 0,0 0-17 0,0 0-26 15,0 0-26-15,0 0-38 0,-32-11-43 0,9 9-28 16,-8-2-48-16,-2 3-44 0,0 1-40 0,-1-2-42 16,2 1-24-16,1 1-203 0,-3 0-596 0,6 0 264 15</inkml:trace>
  <inkml:trace contextRef="#ctx0" brushRef="#br0" timeOffset="-107053.56">12745 15827 205 0,'4'-8'286'0,"-4"8"-5"15,0 0-7-15,2-8-8 0,-2 8-31 16,2-7-7-16,-2 7-20 0,0 0-19 0,0 0-22 15,0 0 9-15,0 0-1 0,0 0-11 0,11 15 0 16,-8-4-9-16,0 0-13 0,-1 2-6 0,0 4-6 16,0 1-16-16,2 6-16 0,-4-3 3 0,3-4-21 15,-3 2-8-15,-2-2-1 0,2 0-4 0,2 0-11 16,-2 1-7-16,0 1-18 0,2-4 12 0,-2 2 0 16,-2-5-18-16,4-1-19 0,-4-2-19 0,2 4-23 15,0-5-34-15,0 3-27 0,0-3-33 0,2 0-24 16,-2-8-37-16,0 10-27 0,0-2-40 0,0-8-21 15,2 7-220-15,-2-7-540 0,0 0 239 0</inkml:trace>
  <inkml:trace contextRef="#ctx0" brushRef="#br0" timeOffset="-106700.09">12940 15775 81 0,'8'-4'178'0,"2"2"10"0,1-1-8 0,0 4 5 16,3-1-15-16,-5 3-12 0,5 0-9 0,-6 3-11 16,1-1-14-16,1 1-10 0,-4 2-5 0,1 1-2 15,-5 0-8-15,0 0-7 0,-2 0-5 0,-2 1-10 16,-2 0-2-16,-1-1-9 0,-1 3-4 0,-4-2-5 16,1-2 0-16,1-2-6 0,-2 1-1 0,1 0-9 15,3-4 3-15,1 2 1 0,-2-1 3 0,1-1-3 16,6-3-5-16,-7 6-1 0,7-6-2 0,-6 3 2 15,6-3-1-15,0 0 1 0,-5 3-1 16,5-3-3-16,0 0 3 0,0 0-10 0,0 0-2 16,0 0-3-16,0 0-4 0,0 0 2 0,0 0-5 0,9 14 2 15,-5-12-5-15,3 1-2 0,0 5 1 0,0-3 1 16,1 3-4-16,-3-1-10 0,3 1 16 0,2 1-19 16,-4-1-28-16,3 0-41 0,-1 1-40 0,-2 1-54 15,3-2-49-15,-2 1-46 0,-1-1-168 16,2-1-465-16,0-1 206 0</inkml:trace>
  <inkml:trace contextRef="#ctx0" brushRef="#br0" timeOffset="-106478.71">13225 16038 185 0,'0'0'238'16,"-2"-8"-6"-16,2 8-9 0,0 0-12 0,0 0-15 15,11-6-15-15,-6 4-15 0,-5 2-16 0,13-2-13 16,-6 0-12-16,2-1-13 0,2 0-13 0,1 3-9 16,-1-3-11-16,-1 3-20 0,2-1-25 0,-1-2-31 15,0 1-32-15,-11 2-33 0,16-3-34 0,-16 3-24 16,13 0-24-16,-13 0-18 0,10-2-12 0,-10 2-116 16,5-3-312-16,-5 3 139 0</inkml:trace>
  <inkml:trace contextRef="#ctx0" brushRef="#br0" timeOffset="-106279.59">13400 15985 394 0,'0'0'-10'0,"0"0"18"0,0 0 9 0,2-13 7 15,-2 13 10-15,0 0 16 0,0 0 10 0,0 0 15 16,0 0 11-16,0 0 6 0,-10-5 9 0,10 5 10 16,0 0 10-16,0 0 14 0,0 0-3 0,0 0 15 15,-12 16 4-15,7-9 11 0,1 2 9 0,0 1-5 16,2 2-7-16,-1 0 0 0,-1 5-5 0,2-1-21 16,0 1 4-16,0-1-21 0,-2 0-8 0,4-1-21 15,-2 0-3-15,2 2-8 0,0-4-10 16,0-2-7-16,0 0-21 0,0 4-3 0,0-3-27 0,2-2-35 15,-2-1-39-15,0 2-47 0,0-3-44 0,0-8-46 16,0 11-29-16,0-4-40 0,0-7-158 0,0 10-465 16,0-10 206-16</inkml:trace>
  <inkml:trace contextRef="#ctx0" brushRef="#br0" timeOffset="-106039.18">13551 16024 242 0,'0'0'254'0,"0"0"-11"0,0 0-3 0,0 0 16 16,6-4 7-16,-6 4 4 0,0 0-14 0,0 0-10 15,0 0-12-15,0 34-12 0,-2-21-18 0,2 3-18 16,0 0-12-16,-2-4-21 0,0 3-13 16,2-3-12-16,-2 2-10 0,2-3-20 0,-2 3-12 15,1-2-3-15,-1-2-3 0,2-10-21 0,-2 21-16 16,0-11-44-16,2-5-44 0,-2 3-50 0,2-8-43 15,-2 11-48-15,-1-6-39 0,3-5-36 0,0 9-23 0,0-9-208 16,0 0-535-16,0 0 238 0</inkml:trace>
  <inkml:trace contextRef="#ctx0" brushRef="#br0" timeOffset="-105726.23">13555 16181 115 0,'0'0'153'0,"0"0"-5"15,4-5-2-15,-4 5 1 0,3-7-5 0,-3 7-5 16,10-4-8-16,-4 1-3 0,-6 3-12 0,13-5-4 15,-3 1-12-15,0 1-5 0,1 3-5 0,-1-6-4 16,1 2-3-16,-4-1-6 0,1 1-3 0,2-2-2 16,-2-2 1-16,-3 3 3 0,1 0 1 0,0-2 1 15,-2-1-3-15,1 2 0 0,-3-3-5 0,0 3 2 16,2-1-1-16,-4 7 2 0,4-11-5 0,-4 11 12 16,1-9-4-16,-1 9-1 0,0-7 12 0,0 7 4 15,0-8-4-15,0 8 0 0,0 0-9 0,0 0-6 16,4-7 1-16,-4 7 17 0,0 0 16 0,0 0 1 15,0 0-6-15,0 0-3 0,-9 37-9 0,5-25-26 16,2 5 14-16,0-2-11 0,-3 3-1 0,1-1-19 16,1 0 7-16,0-1-3 0,-1-1-3 0,4 1-10 15,-2-3-32-15,0-2-33 0,2 0-54 0,-2-1-54 16,0-1-52-16,-1 1-56 0,3-3-60 0,0-7-64 16,0 0-198-16,0 17-614 0,0-17 271 0</inkml:trace>
  <inkml:trace contextRef="#ctx0" brushRef="#br0" timeOffset="-105418.06">13995 16064 50 0,'5'-7'313'0,"-5"7"4"16,0 0-11-16,0 0-6 0,0 0-24 0,0 0-8 15,0 0-25-15,7-9-21 0,-7 9-25 0,9-3-4 16,-9 3-28-16,11-4 6 0,-11 4-15 16,16-3-10-16,-5-1-15 0,1 1-11 0,1 2-9 15,1-3-5-15,-1 2-30 0,5-1 11 0,-5 2-16 16,0-1-5-16,3-1-4 0,-3 0-5 0,-1 3-9 16,-12 0-22-16,25-3 12 0,-12 3-6 0,-13 0-21 15,17 0-19-15,-17 0-37 0,14-1-31 0,-14 1-30 16,11-2-29-16,-11 2-25 0,0 0-25 0,0 0-25 0,12-1-23 15,-12 1-34-15,0 0-15 0,0 0-161 16,0 0-481-16,0 0 213 0</inkml:trace>
  <inkml:trace contextRef="#ctx0" brushRef="#br0" timeOffset="-105216.16">14180 15925 182 0,'0'0'247'0,"0"0"-2"16,0 0-1-16,0 0 18 0,0 0 10 0,0 0-5 15,0 0 10-15,-14 18-13 0,10-7-3 0,2 0-15 16,0 1-18-16,2 1-23 0,-4 2-16 0,3-2-22 16,-2 2-6-16,1 4-18 0,0-2-16 0,2-3-14 15,0 2-9-15,0 1-9 0,0-6-16 16,0 2-38-16,0-1-47 0,0-3-54 0,0-1-58 0,0 2-56 16,0-10-65-16,2 16-77 0,-2-9-269 0,0-7-633 15,0 17 280-15</inkml:trace>
  <inkml:trace contextRef="#ctx0" brushRef="#br0" timeOffset="-104668.2">14972 15906 3 0,'2'-6'288'16,"-1"0"6"-16,-1 6 2 0,-1-11-13 0,1 11-4 15,0-10-11-15,0 10-12 0,0 0-13 0,0-11-8 16,0 11-24-16,0 0-15 0,0 0-30 0,0 0 10 0,0 0-1 16,0 0-4-16,0 0 2 0,0 0-16 15,0 0-9-15,0 38-13 0,1-22-14 0,-1 3-16 16,0-1-5-16,1-1-10 0,-1 2-8 0,0-2-9 16,3 3-9-16,-3-2-4 0,-2 2-6 0,4-1-3 15,3-4-10-15,-4 2-2 0,0-1-34 0,1 0-31 16,-1-5-27-16,-1 1-44 0,-1-3-43 0,1 2-42 15,-2 0-48-15,1-4-55 0,2 3-60 0,-2-1-269 16,0-2-664-16,1-7 294 0</inkml:trace>
  <inkml:trace contextRef="#ctx0" brushRef="#br0" timeOffset="-104480.16">15145 16041 225 0,'6'-3'232'0,"6"-1"-19"0,0 0-20 16,5 2-17-16,2-4-19 0,2 4-15 0,-2-3-24 15,9 1-18-15,-6-1-26 0,-2 2-26 0,-2 2-46 16,-4-2-40-16,-1 1-39 0,0 0-43 0,-2-1-122 16,-4 1-260-16,-1-1 116 0</inkml:trace>
  <inkml:trace contextRef="#ctx0" brushRef="#br0" timeOffset="-104252.03">15331 15876 163 0,'-6'-5'232'0,"6"5"-14"0,0 0-9 0,-5-5-9 0,5 5-9 16,0 0-15-16,0 0 2 0,0 0 19 0,0 0 2 16,0 0 4-16,-6 18-13 0,4-8 8 0,1 1-16 15,0 2-7-15,1-2-2 0,0 5-19 0,1-3-8 16,-2-1-14-16,3 4-16 0,-2 3-6 15,2-3-15-15,-2 1-10 0,-2-2-4 0,4-2-7 16,-2-2 1-16,5 5-24 0,-5-4-31 0,1-1-40 16,-1-1-39-16,0 0-51 0,0-1-50 0,0 1-43 0,1-3-71 15,3 2-56-15,-5 0-182 0,1-9-554 0,1 13 246 16</inkml:trace>
  <inkml:trace contextRef="#ctx0" brushRef="#br0" timeOffset="-103976.29">15610 15843 108 0,'0'0'280'0,"3"-7"-15"0,-3 7-4 16,0 0-13-16,0 0 8 0,0 0 9 0,0 0-6 15,0 0-18-15,0 0 0 0,6 23-18 0,-7-12-21 16,1 5-10-16,-3 0-13 0,1 2-13 0,-1 0-20 15,-1-2-8-15,3 0-19 0,-3 4-5 0,0-1-8 16,-1-1-16-16,3 2-8 0,-1-3-4 0,0 2-10 0,2-3-5 16,-1 1-12-16,-1 0-18 0,3-9-33 15,-3 4-33-15,2-3-35 0,1 2-34 0,-1-3-40 16,0-1-44-16,1-7-47 0,0 10-47 0,-3-3-39 16,3-7-200-16,-4 13-561 0,4-13 248 0</inkml:trace>
  <inkml:trace contextRef="#ctx0" brushRef="#br0" timeOffset="-103522.92">15664 15850 81 0,'6'-9'239'0,"0"0"-2"0,2-1-14 0,0 5-7 15,1-3-13-15,-2-1-15 0,1 3-17 0,2 1-12 0,-1 0-12 16,-1 2-14-16,-2 2-10 0,-6 1-16 0,14-1-12 16,-14 1 5-16,12 2 11 0,-7 0-16 0,0 3 8 15,-5-5-7-15,4 12-2 0,-3-7-10 0,-1 6 2 16,-2-2-10-16,-3 0 9 0,1 2-23 0,-4-2-3 16,2 0-20-16,0 1 9 0,-2 0-9 15,3-2-8-15,1 0-4 0,-1 2-3 0,1-4-23 16,1-1-11-16,3-5-10 0,-2 7-5 0,2-7-8 0,-3 7-3 15,3-7-3-15,0 0-2 0,0 0-6 0,8 10 0 16,-8-10 3-16,13 1 7 0,-13-1-1 16,13 3 4-16,-6-4 7 0,-7 1 0 0,13 1 5 0,-13-1 3 15,11 0-2-15,-7 2 0 0,-4-2 15 16,9 4 11-16,-9-4 6 0,5 5 11 0,-5-5 7 16,3 4 5-16,-3-4 2 0,0 0 6 0,1 7-1 15,-1-7 3-15,0 0-4 0,-6 10 4 0,6-10-3 16,-7 7-6-16,7-7-4 0,-9 8-2 0,5-4-7 15,-2 0 2-15,1-1-9 0,1 2-25 0,4-5-36 16,-9 9-43-16,9-9-57 0,-10 8-68 0,10-8-63 16,-10 7-182-16,10-7-496 0,-9 4 219 0</inkml:trace>
  <inkml:trace contextRef="#ctx0" brushRef="#br0" timeOffset="-103016.23">16043 15702 192 0,'-11'-14'250'0,"11"14"-8"16,0 0-10-16,0 0-6 0,0 0-8 0,0 0-10 16,0 0-17-16,0 0-11 0,0 0-17 0,0 0-16 15,0 0-10-15,0 0-6 0,0 0-5 0,0 0 13 16,18 20-11-16,-11-7 0 0,2 1-7 0,-2 1-8 16,-1 1 2-16,1 4-18 0,-4-3-3 15,5 7-17-15,-4-4-5 0,-3-1-13 0,0 8 5 0,-2-8-13 16,0 6-1-16,-3-6-17 0,-2-2-14 0,-2 10-14 15,-1-3-29-15,-3 2-10 0,-4-6-27 0,-3 0-25 16,2 2-28-16,-5-3-18 0,1 2-34 0,-4-3-44 16,2-2-37-16,-4 1-46 0,-1-1-148 0,3-1-476 15,-2-2 210-15</inkml:trace>
  <inkml:trace contextRef="#ctx0" brushRef="#br0" timeOffset="-102567.35">14726 15605 171 0,'-7'-3'250'0,"0"2"-2"15,-5 1-8-15,2 4 4 0,-4 4-11 0,-3 5 10 16,-4 8-8-16,4 5-7 0,-2 4-25 0,2 1-27 16,-4 12 2-16,4 2-14 0,7-13-35 0,-1 2-2 15,4-1-9-15,-2 0-4 0,7 0-14 0,1 14-21 16,2-15 3-16,5 1-8 0,4-5-8 0,0 2-19 16,4-4-14-16,6-1-34 0,3-2-29 0,4-1-40 15,6-5-36-15,1 3-38 0,11-1-52 0,-7-7-55 16,12 0-247-16,-13-4-539 0,2 1 239 15</inkml:trace>
  <inkml:trace contextRef="#ctx0" brushRef="#br0" timeOffset="-101671.5">16631 15715 61 0,'-6'-10'181'0,"-1"2"-4"0,-1 0 0 0,0 2 1 15,3 2-6-15,1-2-3 0,4 6-5 16,-10-7 21-16,10 7-14 0,-5-5-19 0,5 5-6 0,0 0-16 15,-4-7-12-15,4 7-11 0,0 0-15 0,0 0 8 16,0 0 8-16,0 0 8 0,1 27 4 16,0-11 3-16,1 2-11 0,-1 5-1 0,0-4-9 0,-1 5-3 15,0 2-4-15,1-2-8 0,-1-3-11 16,0-2-5-16,-2 0-14 0,3 6 4 0,-2-6-25 0,1-2 15 16,0 2-3-16,0-3-11 0,0 1-15 15,-3 0 8-15,3 0-21 0,2-2-26 0,-2-3-36 16,-3-1-34-16,3 0-35 0,-1-3-36 0,-1 0-40 15,2-8-46-15,-3 11-30 0,0-6-209 0,-1-1-524 0,4-4 232 16</inkml:trace>
  <inkml:trace contextRef="#ctx0" brushRef="#br0" timeOffset="-101332.23">16676 15675 128 0,'11'1'167'16,"-2"3"-5"-16,0 1-12 0,1 1-11 0,-2 0-6 15,-3 1-8-15,0 1-14 0,-1 2-9 0,0-1-5 16,-5 1-10-16,1 0-7 0,-7 0-4 0,1 0-6 16,0 0-8-16,-2 1-9 0,-3-3 1 0,3 1-11 15,-3-1 3-15,3-3-8 0,0 3-5 16,3-4-2-16,-2 0 3 0,2-1 3 0,-2 0-1 15,7-3 1-15,-7 6-1 0,7-6-1 0,-5 4-4 0,5-4 0 16,0 0-2-16,-5 6 0 0,5-6 7 0,0 0 15 16,3 12-2-16,-3-12 1 0,5 11-3 0,-3-4-4 15,5 0-3-15,-1 1-4 0,2 0-4 0,-2 0-1 16,1-1-3-16,1 2-7 0,0-3-20 16,2 1-21-16,-1-3-36 0,3 1-34 0,-1-1-35 0,2 0-51 15,1-1-33-15,-1-2-144 0,0-1-380 0,0-1 169 16</inkml:trace>
  <inkml:trace contextRef="#ctx0" brushRef="#br0" timeOffset="-100952.78">16972 15830 49 0,'-7'-1'257'0,"-2"-1"-6"0,9 2 0 0,-18 4-4 15,8-1 1-15,-2 4-8 0,4-3-15 0,1 3-17 0,-3 1-14 16,2 2-18-16,2-1-15 0,0 1-13 0,5-1-19 15,-2 1 1-15,1 0-30 0,2-10-3 0,-1 20-12 16,1-20-7-16,3 16-2 0,3-11-9 16,-6-5-4-16,10 13-4 0,-5-8-6 0,3-1-6 0,-2-2-4 15,0 0-3-15,-6-2-6 0,12 2-1 16,-12-2-4-16,0 0 2 0,11 3 12 0,-11-3-19 16,0 0 13-16,0 0 8 0,0 0 8 0,0 0 3 0,0 0-5 15,0 0 14-15,0 0-16 0,0 0 12 0,-32 12-1 16,21-6-2-16,0-1 0 0,0 4-17 15,-1-2 15-15,3 1-5 0,0-1 0 0,0 2-7 16,2 1-4-16,2-3-3 0,1 3-4 0,0-1 0 16,4-9-4-16,-3 16-7 0,3-16 1 0,5 14-2 15,-1-9-7-15,-4-5 10 0,10 9-12 0,1-4-7 0,1-3-23 16,-1 1-23-16,3-3-25 0,-2 0-42 0,1 0-29 16,-1-2-36-16,-1 0-38 0,-11 2-37 15,21-5-56-15,-14 1-50 0,-7 4-211 0,10-8-610 16,-7 2 270-16</inkml:trace>
  <inkml:trace contextRef="#ctx0" brushRef="#br0" timeOffset="-100376.27">15597 15379 94 0,'0'0'190'0,"0"0"1"0,0 0-8 15,32 4-5-15,-4-2-7 0,9-1-24 0,16-2-9 16,7 5-13-16,32-10-11 0,1 0-8 0,1 4-7 16,-1-1-5-16,3 3-6 0,1-5-3 0,-4 3-2 15,-1-4-8-15,-28 3-3 0,0 0-4 0,26-2-3 16,-27 1-2-16,0 0-1 0,-3 1 2 0,-1 3 2 0,-7-4 5 16,0 2 6-16,-14 0 3 0,-5-2 2 15,-1 1 1-15,-5 2 13 0,-10-2-11 0,-5 3-8 16,1-2-1-16,-13 2-3 0,15-1 0 0,-15 1-2 15,10-2-3-15,-10 2-5 0,0 0-2 0,14-4-8 16,-14 4-2-16,0 0-8 0,0 0-20 0,0 0-21 16,0 0-31-16,0 0-33 0,0 0-53 0,0 0-56 15,0 0-65-15,0 0-70 0,0 0-196 0,0 0-543 16,0 0 239-16</inkml:trace>
  <inkml:trace contextRef="#ctx0" brushRef="#br0" timeOffset="-99800.16">18070 14982 281 0,'0'0'276'0,"-5"-3"-7"15,5 3-6-15,0 0-4 0,0 0-11 0,-7-6-22 16,7 6-21-16,0 0-19 0,0 0-18 0,20-11-17 16,-7 8-17-16,7-3-6 0,6 0-18 0,2-1-8 15,1 3-20-15,0 0-22 0,0 2-34 0,-8-2-31 16,0 3-48-16,-1-2-48 0,-2 1-35 0,0 2-55 15,-8 0-36-15,3 1-184 0,-7 1-444 0,0 1 197 16</inkml:trace>
  <inkml:trace contextRef="#ctx0" brushRef="#br0" timeOffset="-99643.92">18158 15112 137 0,'-19'9'204'0,"0"-2"-8"0,8-3-4 15,1 1-8-15,2-1-16 0,3 0-9 0,-3-1-14 16,8-3-1-16,-7 6 5 0,5-2 3 0,2-4-18 15,0 0-13-15,22 12-19 0,-4-10-23 0,10 1-34 16,4-1-36-16,3 0-50 0,3-1-48 0,14-2-60 16,-14 1-46-16,-1 1-113 0,3 0-334 0,-6-1 149 15</inkml:trace>
  <inkml:trace contextRef="#ctx0" brushRef="#br0" timeOffset="-84894.71">19755 14737 8 0,'0'0'138'0,"0"0"2"0,0 0-12 0,0 0-12 16,0 0-3-16,0 0-8 0,0 0-6 0,0 0-3 16,0 0-5-16,0 0 0 0,0 0 0 0,0 0-2 15,0 0-5-15,-23 6-4 0,23-6-2 0,-11 5 0 16,11-5-8-16,-7 5-6 0,0-1 6 0,2 0-5 16,0 3-1-16,-2-3-4 0,1 1-3 0,0 3 0 15,1 0 0-15,-2 1-4 0,1 1 1 0,0-1-3 16,1 0-6-16,-1 1 2 0,2 0 1 0,-1 2-6 15,-1-4 2-15,1 5-4 0,2-2-1 0,1 0-5 16,-1 1 2-16,1 0-7 0,2-3-4 0,-2 3 0 16,2-1-4-16,2 0-3 0,-1 0 2 0,0-4-6 15,4 1 3-15,1 2 2 0,-1-3-7 0,1 1-1 16,0 0-1-16,3-3-3 0,0 2 7 0,1-3-2 16,1-1-2-16,0-2-1 0,3 2 5 0,-1-3-8 15,0 0 0-15,0 0-1 0,-1-1 0 0,1-2 0 16,-1 0 0-16,2 1 0 0,-4-3 1 0,0 0 2 15,2 0-4-15,-3-4-2 0,-2 1 1 0,2-1 0 16,-2-1-1-16,-2 0 1 0,3-5-7 0,-5 0 3 16,4-1 3-16,-6 0-2 0,0-1 2 0,-1 0-1 15,1-1-1-15,-3 3 1 0,1-1-1 0,-4 1-2 16,3 2 3-16,0 1 1 0,-1 3-1 0,-1-4-5 16,2 4 2-16,-2 2 2 0,0 0 0 0,1 2-2 15,0-1 11-15,-2 0-10 0,0 0 1 0,5 6-5 16,-11-8 3-16,7 6-2 0,4 2 8 0,-12-1-11 15,12 1-3-15,-13 0-21 0,13 0-15 0,-13 6-18 16,13-6-23-16,-17 9-24 0,11-3-38 0,0 2-26 16,-2 0-25-16,2 3-166 0,-1 0-396 0,2-1 176 15</inkml:trace>
  <inkml:trace contextRef="#ctx0" brushRef="#br0" timeOffset="-84688.46">20110 14891 14 0,'0'0'230'0,"8"-1"-7"15,-8 1-1-15,0 0-2 0,0 0-11 0,10 0-13 16,-10 0-17-16,0 0-20 0,0 0-17 0,0 0-13 16,0 0-17-16,0 0-10 0,9 1-26 0,-9-1-29 15,0 0-38-15,0 0-40 0,9 7-43 16,-9-7-41-16,5 9-65 0,-5-9-132 0,2 8-337 0,-2-8 149 15</inkml:trace>
  <inkml:trace contextRef="#ctx0" brushRef="#br0" timeOffset="-84253.29">20573 14769 117 0,'1'-6'254'0,"-1"6"-6"0,0 0-2 0,0 0-8 0,0 0-14 16,2-8-12-16,-2 8-17 0,0 0-18 16,0 0-18-16,0 0-10 0,0 0-1 0,0 0-7 15,0 0-11-15,-15 22-12 0,7-13-10 0,1 7-9 16,-2-3-16-16,1 2-3 0,-1 0-7 0,3 1-13 0,2-1-1 16,0-3-5-16,1 3-8 0,2-3-5 15,1 0-1-15,0 1-5 0,1 0 0 0,2-3-10 16,1 0 4-16,1 2-6 0,3-4 0 0,2 0-1 15,-1-2 4-15,0 0-7 0,5-2 12 0,-1-2-14 16,2 0-11-16,3-1 7 0,0-2-1 0,-2-2-6 16,2 1 5-16,0-2-8 0,-5-1-4 0,2-1 0 0,-2 0-2 15,1-3 1-15,0-4 3 0,-1 3-1 16,-4-2 0-16,1-4-3 0,-5 3 0 0,2-2-4 16,-3-2 6-16,-1 0-3 0,-1 1-2 0,0-2 2 15,-4-3-3-15,-1 4 5 0,2-1-3 0,-3-1 2 16,-1 3 1-16,0-1-1 0,-3 3-1 0,0 1-4 15,2 3 6-15,0 1 3 0,-1 1-5 0,-2 1-2 16,-1 3-13-16,-2 1-18 0,0 3-19 0,-1 0-23 16,-5 3-26-16,1 3-29 0,0 2-53 0,2 2-47 15,3 2-42-15,-1 4-163 0,4-4-474 0,1 2 210 16</inkml:trace>
  <inkml:trace contextRef="#ctx0" brushRef="#br0" timeOffset="-83716.29">21186 14731 152 0,'4'-5'288'0,"-2"-1"-10"16,2 0-5-16,0 0-14 0,1 0-11 16,1-1-15-16,1-1-19 0,1 2-13 0,-1 2-18 15,1 2-20-15,1-3-9 0,1 2-22 0,-1 2-11 16,-3-2-12-16,-6 3-12 0,12 2-9 0,-12-2-10 16,13 2-5-16,-8-1-5 0,-5-1-13 0,9 4-4 15,-9-4-4-15,5 4-6 0,-5-4-1 0,3 5 5 16,-3-5 6-16,0 0 0 0,-7 13-4 0,2-9-2 15,-3 5-3-15,-1-1-6 0,2-1-7 0,-6 2-4 16,1-1-2-16,3 1-4 0,0-4-3 0,-1 4-4 0,3-1-13 16,1 1-10-16,3-2-6 0,-4 3-8 0,6-1-7 15,-3 1-25-15,5 0-2 0,-1-2 3 16,0 2 2-16,4 0 4 0,0 0-4 0,1-1 8 16,0 2 0-16,-2-1 4 0,3-2 3 0,1-1 5 15,-1 1 2-15,-2-3 6 0,0 1 1 0,0-1 6 0,-2 0-2 16,-2-5 2-16,9 8 2 0,-7-4 11 0,-2-4 3 15,2 8 9-15,-2-8 11 0,1 6 5 16,-1-6-2-16,0 0 1 0,-6 10-1 0,6-10 1 16,-10 7-1-16,4-2-4 0,0-1-6 0,-3 0 1 15,-1 1 1-15,2-1-2 0,0-2-4 0,-2 3-3 0,3-2-17 16,0 0-23-16,-3-1-31 0,-1 2-35 16,3-2-44-16,1 0-51 0,0 0-59 0,-2 1-192 0,9-3-484 15,0 0 215-15</inkml:trace>
  <inkml:trace contextRef="#ctx0" brushRef="#br0" timeOffset="-83314.36">21517 14728 63 0,'11'-6'206'15,"1"2"-1"-15,-1 0-1 0,1 1-11 0,-3 0-14 16,2 2-17-16,-3 1-12 0,2-2-11 0,-10 2-14 0,17 2-14 15,-11 0-8-15,1 0-9 0,0 1-9 16,-2 1-7-16,1 1-6 0,-6-5-7 0,5 8-5 16,-3-2-6-16,-2 2-6 0,2-1-2 0,-4 3-7 15,-2-2-3-15,2-1-1 0,-2 2-10 0,0 3-7 16,-1-3-6-16,-1 2-9 0,1-2-7 0,2 1-18 16,0 0-5-16,1-2 1 0,1 3-6 0,1-5 5 0,0 4 0 15,1-3 2-15,0 0 4 0,0 0-3 16,3 1 5-16,-1-3 0 0,0 1 4 0,3 1-2 15,-2-2 3-15,-1 1 2 0,1-2 1 0,0 1 4 16,-4-5-2-16,5 8 3 0,-2-5 10 0,-3-3 12 16,0 0 10-16,2 10 10 0,-2-10 2 0,-5 9 4 0,5-9-2 15,-9 9 1-15,3-6-3 0,-3 1-2 16,0 2 2-16,-1-3-10 0,0 1-5 0,-1 1-2 16,2-2 3-16,0 0-4 0,-2 1-2 0,2 0-15 15,3 0-22-15,-3-1-30 0,2-3-34 0,7 0-44 16,-15 3-49-16,7 0-42 0,8-3-127 0,-10 4-373 15,10-4 165-15</inkml:trace>
  <inkml:trace contextRef="#ctx0" brushRef="#br0" timeOffset="-82877.86">21963 14763 29 0,'6'-5'269'15,"-6"5"-7"-15,7-8 1 0,-7 8 4 0,5-7-23 16,-5 7-12-16,0 0-25 0,8-6-18 0,-8 6-16 16,0 0-20-16,0 0-13 0,0 0-19 0,0 0-7 15,5-7-9-15,-5 7-10 0,0 0-13 0,0 0-12 16,0 0-3-16,0 0-6 0,0 0-5 0,0 0-6 16,0 0-4-16,-12 29-2 0,12-29 1 0,-4 11-10 15,4-11-3-15,-5 13-6 0,5-13-1 0,0 15-4 16,0-15 0-16,4 16-1 0,-4-8-7 0,0-8 0 15,4 14-2-15,-3-5 1 0,2 0 4 0,-3-9-7 16,6 16 5-16,-2-9-6 0,1 2 0 0,-1-1-1 16,2 0 1-16,-2-2-6 0,3 3 1 0,-1-1 0 15,-6-8 0-15,6 13-2 0,-1-7 3 0,-1 0 2 16,-4-6-8-16,9 11 5 0,-6-6-4 0,-3-5 1 16,5 7 3-16,-5-7-6 0,4 7 5 0,-4-7 2 15,0 0-1-15,1 8 11 0,-1-8-3 0,0 0 7 16,0 0-8-16,-13 10 1 0,13-10-1 0,-13 5 8 15,5-3-8-15,8-2 0 0,-21 4-1 0,10-2-7 16,0-1-13-16,1 0-14 0,0-1-18 0,0 0-22 16,-2 0-27-16,-2 0-32 0,2-2-44 0,-1 0-39 15,13 2-40-15,-17-5-230 0,4 2-515 0,13 3 229 16</inkml:trace>
  <inkml:trace contextRef="#ctx0" brushRef="#br0" timeOffset="-82662.21">22069 14698 192 0,'10'-7'229'0,"1"-1"-2"0,1 2 3 0,1 1-5 0,-1 0-7 15,2 0-17-15,1-1-11 0,2 0-16 0,0 0-16 16,-1 1-17-16,0 0-11 0,1 2-16 0,2 2-8 16,-6-2-11-16,6 2-6 0,-6 1-12 0,1-2-8 15,-1 2-8-15,-2 0-4 0,-11 0-8 0,21 2-6 16,-12-3-16-16,-9 1-18 0,15 1-32 0,-15-1-33 15,12 2-38-15,-12-2-47 0,10 5-34 0,-10-5-42 16,6 3-185-16,-6-3-434 0,0 0 193 0</inkml:trace>
  <inkml:trace contextRef="#ctx0" brushRef="#br0" timeOffset="-82064.24">22530 14907 116 0,'0'0'290'0,"4"6"-12"16,-4-6-4-16,4 8 4 0,-3-2-25 0,-1 2-15 16,0-8-11-16,0 15-7 0,-1-6-18 0,0 1-14 15,-1-4-13-15,1 4-8 0,0-2-10 16,1-8-15-16,0 14-8 0,0-14 0 0,-1 8-20 0,1-8 3 15,0 7-6-15,0-7-4 0,0 0 13 0,0 0-13 16,1 9 10-16,-1-9-5 0,0 0-6 0,0 0-19 16,0 0 2-16,0 0-19 0,0 0-5 0,0 0-7 15,-1-29 1-15,1 29-11 0,1-17-8 16,1 5-6-16,1 2-2 0,3 0-3 0,2-6-2 0,2 1-2 16,1 1-6-16,-4 0-2 0,5-1-8 0,-2 2-1 15,3 0-6-15,-1 3-3 0,-3 3-4 0,-1 0-2 16,2 0-3-16,-3 3 0 0,0 2 2 15,-7 2-7-15,12-1 8 0,-12 1 1 0,13 3 2 16,-9 2 0-16,1 3-1 0,-1 1 2 0,-2-1-3 0,-1 2 10 16,1-1-12-16,-1 1 7 0,-1 1 0 0,0-3-2 15,2 1 3-15,-2-9-3 0,2 12 4 0,-2-7-2 16,0-5 0-16,1 9-1 0,-1-9 1 0,0 0-1 16,1 9 5-16,-1-9-4 0,0 0 9 0,0 0 4 15,0 0-17-15,0 0-3 0,0 0-9 16,0 0 0-16,0 0-12 0,0 0 10 0,17-22-3 0,-13 17-3 15,5-3 3-15,-3-1-12 0,3-1 7 0,0 1 8 16,0-1-7-16,0 4 6 0,0-2 3 0,1 0-5 16,-4 6 1-16,1-1 0 0,-1 0 8 0,-6 3-6 15,12 0 12-15,-12 0-13 0,10 7 11 16,-5-3 15-16,-2 2-17 0,-2 2 1 0,2 0 5 0,-5 2-3 16,0 3 8-16,-1-1-2 0,0-1-9 0,2-1-32 15,-1 2-41-15,-2-1-46 0,0 0-57 0,-2 1-63 16,2-2-72-16,0 0-282 0,0-1-653 15,2 1 289-15</inkml:trace>
  <inkml:trace contextRef="#ctx0" brushRef="#br0" timeOffset="-81653.43">23007 14932 132 0,'0'0'257'16,"0"0"15"-16,0 0 0 0,0 0-13 0,0 0-13 15,5 13-15-15,-5-13-15 0,0 14-9 0,0-14-16 0,-1 13 3 16,0-6-25-16,1-7-16 0,1 13-6 0,-1-6-5 16,0-7-5-16,-1 9 3 0,1-9-12 15,1 7 7-15,-1-7 9 0,0 0-3 0,0 0-9 16,0 0-13-16,0 0-8 0,0 0-4 0,0 0-12 16,0 0-13-16,0 0-4 0,0-29-10 0,0 18-3 0,1 0-9 15,2 0-9-15,-2-6-4 0,3-1-2 16,1 2-1-16,0-1-3 0,2-2-7 0,2-6 2 15,2 1-4-15,0 1-8 0,2-2-8 0,3 4-1 16,-6 4-1-16,4 1-4 0,-4 1 0 0,2 4-5 0,-2 3 2 16,-3 3 1-16,1-2-8 0,1 3 4 0,-3 2-3 15,-6 2 0-15,13 4-2 0,-6 1 9 0,0 4 9 16,0 2-1-16,-3 6 7 0,-1 1-1 16,1 3 7-16,1 3 4 0,-3 0-4 0,3 2 3 0,-4-7-6 15,0 1 1-15,2-2-2 0,-2 1-3 16,3-1-4-16,0 0-3 0,-2-3 0 0,1 0-32 0,-2-4-43 15,2 0-49-15,-2-3-54 0,3 0-47 0,-2-1-59 16,-2-7-50-16,0 8-51 0,0-8-281 0,0 0-709 16,-12 8 314-16</inkml:trace>
  <inkml:trace contextRef="#ctx0" brushRef="#br0" timeOffset="-81511.18">23094 14886 80 0,'0'0'184'0,"10"-7"-17"0,-3 4-15 16,5-3-20-16,1 3-14 0,0-1-23 16,0 0-36-16,5-1-46 0,-3 1-62 0,0 3-110 15,-6 0-171-15,2 0 75 0</inkml:trace>
  <inkml:trace contextRef="#ctx0" brushRef="#br0" timeOffset="-78898.22">17885 16351 38 0,'0'0'294'0,"-10"-1"-30"0,10 1-16 16,-8-3-24-16,8 3-15 0,0 0-18 0,0 0-9 15,0 0-13-15,0 0-12 0,24-6-12 0,-5 6-12 16,8-4-16-16,4 2-9 0,1-2-19 0,2 1-19 15,0 0-28-15,-4-1-24 0,1 1-39 0,-4-2-39 16,-7 4-35-16,-1 0-51 0,-6-1-20 0,-1 2-42 16,-5 0-126-16,-7 0-361 0,12-3 159 0</inkml:trace>
  <inkml:trace contextRef="#ctx0" brushRef="#br0" timeOffset="-78526.25">18103 16309 108 0,'0'0'193'0,"-7"9"7"16,2-4 5-16,2 6-2 0,-1 0 0 16,2 5-4-16,-1 3-30 0,1 1 3 0,-2 5-4 0,0-1-9 15,4 3-1-15,-1-1-3 0,2 1-15 0,-2-2-10 16,2 0-12-16,-2-1-8 0,1-5-9 16,1 0-12-16,0 1-6 0,-1-2-4 0,3 0-7 0,-1-3-8 15,0-5-7-15,-1 6-5 0,3 0-7 16,-4-8-3-16,1 3-2 0,-1-11-6 0,0 13-4 15,0-13-2-15,0 11 3 0,0-11-7 0,0 0-2 16,-6 9-3-16,6-9-11 0,-11 2-4 0,11-2-2 16,0 0-5-16,0 0 4 0,-24-11 4 0,24 11-5 0,-13-7 0 15,7 3 0-15,6 4 3 0,-9-9-1 16,9 9 3-16,-7-7 2 0,7 7-6 0,0 0 4 16,-7-7-7-16,7 7 8 0,0 0-5 0,0 0 2 15,0 0-1-15,0 0 1 0,0 0 0 0,28 0 0 16,-14 2 2-16,0-1-9 0,5 0-7 0,2 1-10 15,1-2-27-15,7 1-27 0,0-2-35 0,-1 1-41 16,-6 0-39-16,9-2-43 0,-2 0-26 0,-8 0-185 16,-2 0-481-16,1-2 212 0</inkml:trace>
  <inkml:trace contextRef="#ctx0" brushRef="#br0" timeOffset="-78305.33">18620 16629 17 0,'-4'-11'210'0,"4"11"3"0,-10-9 1 15,10 9 2-15,-13-3-1 0,13 3 0 0,-19-2-1 16,7 4 3-16,0 1-10 0,-1 1 3 0,-5 5-4 16,1 0-4-16,1 3 4 0,1-1-26 0,-1 0-14 15,3 1-22-15,0 1-11 0,6-1-11 16,0 2-10-16,2-3-17 0,1 5-8 0,5-4-7 16,1-1-6-16,2 0-15 0,1 1-22 0,5 1-25 0,3-2-27 15,2 1-25-15,4-3-41 0,2-5-39 16,4-3-42-16,4-1-49 0,0-4-47 0,-2 0-44 15,-7 2-177-15,-2-2-520 0,1-1 231 0</inkml:trace>
  <inkml:trace contextRef="#ctx0" brushRef="#br0" timeOffset="-78122.51">18966 16595 34 0,'8'-2'216'15,"2"-1"-8"-15,4-1-14 0,3 2-18 0,2-2-21 16,-1 0-12-16,0 1-19 0,2 0-14 0,-2 1-25 16,1 0-27-16,-1 2-35 0,-7-1-22 0,1 1-61 15,-12 0-36-15,17 0-14 0,-14 2-101 0,-3-2-227 16,0 0 101-16</inkml:trace>
  <inkml:trace contextRef="#ctx0" brushRef="#br0" timeOffset="-77969.3">19034 16666 149 0,'-7'4'174'0,"1"-1"-5"0,-2 3-5 16,8-6 4-16,-7 7 1 0,4-3 0 0,3-4-1 16,-2 7-4-16,2-7-8 0,0 0-11 0,9 9-12 15,-3-7-12-15,5-2-13 0,6 0-26 0,3 0-24 16,9-2-37-16,-3 1-42 0,1-4-52 0,5 2-51 16,-1-4-53-16,-1 3-144 0,-1-1-347 0,-4-1 153 15</inkml:trace>
  <inkml:trace contextRef="#ctx0" brushRef="#br0" timeOffset="-77504.39">20013 16435 167 0,'0'0'272'16,"-2"-16"-6"-16,2 10-2 0,0 6-8 0,0-11-5 16,0 11-14-16,-1-9-9 0,1 9-24 0,0 0-25 15,0 0-17-15,0 0 4 0,0 0 4 16,0 0-1-16,0 0-1 0,10 29-4 0,-8-10-14 16,-1 1-12-16,2 10-13 0,-1-2-10 0,3 0-10 15,0 1-9-15,-5-1-9 0,4-2-3 0,0 0-13 0,-4-2-7 16,3-4-7-16,-2-1-2 0,-1 0-15 0,1-3 5 15,-1 1-5-15,3-5-1 0,-3-1-26 0,1 1-35 16,0 1-34-16,1-5-34 0,-1 2-41 16,-1-3-42-16,0-7-39 0,0 0-39 0,2 12-25 15,-2-12-26-15,0 0-221 0,0 0-566 0,0 0 251 16</inkml:trace>
  <inkml:trace contextRef="#ctx0" brushRef="#br0" timeOffset="-77146.16">20071 16397 157 0,'8'-17'200'16,"1"4"-2"-16,4 2 1 0,0 0-5 0,5 3-8 15,-8 2-5-15,8 2-9 0,-2 3-6 0,3-2-2 16,1 2-8-16,-2 4-13 0,-1-1-13 0,-1 2-9 16,-3 0-13-16,-1 4-9 0,-3-4-13 0,-1 3 5 15,0 0-13-15,-2 1-10 0,-5 0-11 16,-1 3-4-16,0-11-3 0,-7 21-2 0,-1-9-5 15,-2 1-5-15,-2-2-3 0,3-1-8 0,-1 4-6 0,2-7-15 16,1 3-13-16,-3-3-12 0,4-1-12 0,3 2-2 16,-1-3-5-16,2 3-2 0,2-8-5 0,2 11 4 15,-2-11 1-15,4 9 7 0,-1-2 2 0,-3-7 2 16,14 9 1-16,-6-4 3 0,-1-1 6 0,0 1-4 16,-7-5 1-16,12 7 8 0,-7-3-1 15,-1 0 10-15,-4-4 4 0,9 5 18 0,-9-5 5 16,0 0 10-16,1 12 2 0,-1-12-2 0,0 0-5 15,-12 14-1-15,3-8-2 0,2 0-11 0,-3 0-15 0,0-2-22 16,0 2-29-16,1-2-31 0,0 2-50 16,9-6-64-16,-15 5-214 0,6-2-445 0,9-3 196 15</inkml:trace>
  <inkml:trace contextRef="#ctx0" brushRef="#br0" timeOffset="-76623.71">20558 16369 5 0,'12'-4'212'0,"7"-3"-12"0,-2 3-12 0,1 0-19 16,1 1-9-16,0-1-26 0,1 2-12 0,-2-1-12 16,0 2-12-16,-5-1-17 0,0 1-32 0,-13 1-24 15,16 0-30-15,-16 0-11 0,12 0-3 0,-12 0-6 16,0 0-2-16,0 0-2 0,0 0 2 0,0 0 2 15,0 0 3-15,0 0 12 0,0 0-4 0,0 0 3 16,0 0 19-16,0 0-2 0,0 0 0 16,-38 4 16-16,38-4-5 0,-12 1 5 0,12-1 12 15,-10 5 5-15,4-2 12 0,-2 1 5 0,3 2 7 16,1 2 8-16,-3 2 15 0,1-1 9 0,4 4 7 0,-2 3 1 16,2-3-2-16,2 2 4 0,2 3-6 0,-1-3 1 15,2 1-5-15,0 1-1 0,4-2-2 0,-2 0 4 16,-1-3-8-16,2 4-7 0,1-6-3 0,0 0-9 15,-2 0-4-15,0 1-12 0,-1-4-4 16,-1 1 0-16,-1-1-10 0,0-2-2 0,0 1 5 16,-2-6-8-16,0 8-5 0,0-8-7 0,-5 9-17 15,0-4-5-15,5-5-11 0,-14 5-12 0,8-4 0 16,-2 1-1-16,8-2-3 0,-14 1 6 0,6 0-2 0,8-1-2 16,-11 0 4-16,11 0 4 0,0 0 0 15,-12-1-3-15,12 1 6 0,0 0-4 0,0 0-2 16,-10 0 1-16,10 0 2 0,0 0 2 0,0 0 4 15,0 0-2-15,0 0 1 0,32-3-2 0,-18 2-12 16,-1 0-24-16,4 0-21 0,0 0-27 0,5 1-18 16,-4-4-21-16,0 3-24 0,2-3-17 0,-2 2-10 15,0-3-11-15,1 5 5 0,-4-6-107 0,-1 3-326 16,-1-1 145-16</inkml:trace>
  <inkml:trace contextRef="#ctx0" brushRef="#br0" timeOffset="-76413.47">20933 16623 1061 0,'9'-5'-85'16,"0"-1"19"-16,-2 2 27 0,-7 4 18 0,11-13 10 15,-6 7 13-15,0-3 24 0,-1 2 9 0,-4 7 20 16,6-13 9-16,-6 13 21 0,6-11 6 0,-6 6 8 15,3 0 11-15,-3 5 9 0,4-5 0 0,-4 5 0 16,4-5-7-16,-4 5-5 0,0 0-6 0,0 0 23 16,0 0 19-16,0 0 13 0,0 0-3 0,2 22-5 15,-2-22-3-15,-4 22-14 0,2-9-10 0,-1 4-14 16,1 0-3-16,0-2-11 0,0 1-14 0,-1 2-3 16,0-3-10-16,1 1-7 0,0-3-15 15,1-1-2-15,-1-2-25 0,2-10-22 0,-1 17-24 0,1-17-28 16,0 13-23-16,1-6-17 0,-1-7-30 0,0 0-28 15,2 14-13-15,-2-14-33 0,0 0-41 0,0 0-213 16,0 0-494-16,0 0 219 0</inkml:trace>
  <inkml:trace contextRef="#ctx0" brushRef="#br0" timeOffset="-76072.2">21079 16489 101 0,'7'-9'181'0,"0"6"3"0,-1-2 3 0,-6 5-14 15,15-3-3-15,-15 3-12 0,13 0 0 0,-13 0-5 16,18 4-11-16,-12 0-5 0,0 0-6 0,0 3-6 16,-1 0-12-16,-1-1-9 0,2 0-10 0,-5 2-6 15,-1-8-5-15,3 15-10 0,-3-15-2 0,-3 13-6 16,0-3-4-16,-5 0-8 0,2-2-1 0,-1 2-5 16,0-1-7-16,-2-1-8 0,2 0-2 0,3-2-12 15,-1 3-7-15,0-2-9 0,3 0-4 0,2-7-12 16,-2 16-1-16,2-16-4 0,4 14 4 0,1-6 1 15,-2-1-2-15,3-1 2 0,1 2 2 0,2 0 1 16,-4-2 2-16,1 3-4 0,-6-9 4 0,8 9 4 16,-4-2 8-16,-4-7 8 0,5 7 9 0,-5-7 12 15,2 8 2-15,-2-8 0 0,0 0 1 0,-12 12-5 16,3-6 0-16,0-1-6 0,-3 1-1 0,1-2-4 16,0 1-11-16,-1-2-14 0,0-1-22 0,2 2-32 15,0-2-37-15,1 2-44 0,9-4-63 0,-16 4-236 16,16-4-475-16,0 0 210 0</inkml:trace>
  <inkml:trace contextRef="#ctx0" brushRef="#br0" timeOffset="-73994.59">21802 16472 157 0,'0'0'266'16,"-3"-10"-2"-16,3 10-8 0,0 0-6 0,-5-5-5 15,5 5-6-15,0 0-13 0,-4-5-10 0,4 5-13 16,0 0-10-16,0 0-12 0,0 0-14 15,0-11-19-15,0 11-11 0,9-5-17 0,-3 2-12 0,3-1-10 16,2-1-8-16,0 0-12 0,5-2-9 0,-2 2-25 16,2 0-35-16,2 2-32 0,0-1-47 0,-2-1-45 15,-2 3-57-15,-4 0-58 0,-2 2-44 0,-8 0-206 16,12 2-520-16,-12-2 230 0</inkml:trace>
  <inkml:trace contextRef="#ctx0" brushRef="#br0" timeOffset="-73831.25">21844 16503 174 0,'-6'5'213'0,"6"-5"-23"16,0 0 0-16,-5 5-8 0,5-5-7 15,0 0-13-15,0 0-8 0,0 0-7 0,0 0-11 16,0 0-10-16,0 0-14 0,15 7-14 0,-5-6-26 16,3-1-33-16,1 0-42 0,5 0-50 0,2 0-45 15,0-2-53-15,0-1-161 0,-2 2-336 0,1-5 150 16</inkml:trace>
  <inkml:trace contextRef="#ctx0" brushRef="#br0" timeOffset="-71930.15">23079 16226 10 0,'2'-6'136'15,"-2"6"3"-15,0 0-3 0,0 0 0 0,5-11 0 16,-5 11-3-16,2-6-10 0,-2 6 7 0,0 0-7 16,3-10-1-16,0 6-5 0,-3 4 2 0,0 0-1 15,4-10-2-15,-4 10-1 0,0 0-3 0,4-4-8 16,-4 4-3-16,0 0-10 0,2-6-9 0,-2 6-9 16,0 0-9-16,0 0-3 0,0 0-10 0,0 0 13 15,0 0 3-15,0 0 0 0,0 0 6 0,12 21-1 16,-10-12-1-16,1 3 2 0,-2 1-3 0,0 3-2 15,1 1 2-15,-1 1 3 0,-1 0-14 0,1 0 5 16,-1 0-7-16,0 0-6 0,-1-1-19 0,1-1 17 16,-1-1-1-16,1-3-1 0,0 0-14 0,-3 0-2 15,4-2 7-15,-2 2-11 0,0-4-3 0,-1 1-12 16,2-2 12-16,0-7-6 0,0 14 0 0,-1-8-1 16,1-6-7-16,0 11 4 0,1-4-1 0,-1-7-23 15,0 7-22-15,0-7-63 0,0 9-27 0,0-9-31 16,0 0-38-16,-1 9-34 0,1-9-29 0,0 0-35 15,-2 8-167-15,2-8-493 0,0 0 219 0</inkml:trace>
  <inkml:trace contextRef="#ctx0" brushRef="#br0" timeOffset="-71711.21">23401 16318 160 0,'0'0'247'0,"0"0"-4"0,2-7-3 0,-2 7-9 16,0 0-19-16,0 0-22 0,0 0-14 0,0 0-22 0,0 0-19 15,3-6-12-15,-3 6-10 0,0 0-15 0,0 0-22 16,0 0-32-16,0 0-30 0,0 0-38 0,0 0-38 16,1 21-46-16,-1-21-50 0,3 8-47 0,-3-8-112 15,0 0-343-15,-2 13 152 0</inkml:trace>
  <inkml:trace contextRef="#ctx0" brushRef="#br0" timeOffset="-57358.21">29001 7547 36 0,'0'0'144'0,"0"0"-5"15,0 0-12-15,0 0-8 0,-7-5 3 0,7 5-11 16,0 0-8-16,0 0-7 0,0 0-12 0,0 0-3 15,0 0-9-15,0 0-13 0,0 0 2 0,0 0-3 0,0 0-5 16,0 0-2-16,0 0-5 0,0 0-5 16,0 0-2-16,0 0 2 0,0 0 2 0,0 0-7 15,0 0 0-15,0 0 1 0,0 0-6 0,0 0 0 16,0 0 0-16,0 0-3 0,0 0 1 0,0 0 2 0,0 0 0 16,0 0-6-16,0 0 0 0,0 0-5 0,0 0 0 15,0 0-2-15,0 0-3 0,-6-3 0 16,6 3 1-16,0 0 1 0,0 0-3 0,0 0-4 15,-12 2 2-15,12-2-6 0,0 0 6 0,0 0-3 0,-12 1-3 16,12-1-1-16,0 0-1 0,0 0 0 0,0 0 1 16,-12 0-6-16,12 0 0 0,0 0-5 15,0 0-14-15,0 0-16 0,0 0-24 0,0 0-28 0,0 0-10 16,-4 5-18-16,4-5-37 0,0 0-135 0,0 0-312 16,0 0 138-16</inkml:trace>
  <inkml:trace contextRef="#ctx0" brushRef="#br0" timeOffset="-53054.5">28112 7564 93 0,'-10'-1'170'16,"10"1"-12"-16,-6-3-6 0,6 3-4 0,0 0-9 16,0 0 3-16,0 0-10 0,-11 0-3 0,11 0-8 15,0 0-5-15,0 0-10 0,0 0-5 0,0 0-7 16,0 0-9-16,0 0-6 0,33-5-6 0,-16 4-11 16,3 0-3-16,0-1-9 0,2 1-18 0,5 1-17 15,-7-2-16-15,1 3-17 0,-1-3-28 0,-2 0-18 16,0 2-27-16,-7-3-21 0,0 3-27 0,-4-1-19 0,0-1-114 15,-7 2-294-15,10-3 131 0</inkml:trace>
  <inkml:trace contextRef="#ctx0" brushRef="#br0" timeOffset="-52703.95">28238 7524 19 0,'0'0'133'0,"0"0"-3"0,-7 5-3 0,7-5-4 0,-7 9 6 15,5-5 2-15,1 5-10 0,0 0 1 16,-2-1 8-16,1 5-6 0,2-1-11 0,0 0-3 0,0 3-11 15,0 0-1-15,2-3 0 0,-2 1-9 0,2 0-4 16,-2 0-8-16,1-2-3 0,0-1-7 0,0 8-8 16,-1-8-4-16,2 1-4 0,-2 0-6 0,0-1-7 15,0 0-2-15,0-1-5 0,0 1-1 0,-2-3-8 16,2-7 2-16,-1 15-4 0,0-9-2 0,1-6 0 16,-5 11-6-16,1-6-4 0,-1 0-10 0,1 1-4 15,0-3-4-15,4-3 3 0,-12 6-5 0,7-2 4 16,5-4-2-16,-11 3 4 0,11-3 0 0,-13 0 3 15,13 0 0-15,-11-2 1 0,11 2-2 0,-9-5 4 16,2 2 0-16,7 3 8 0,0 0 7 0,-10-3 6 16,10 3-3-16,0 0-1 0,-6-4-5 0,6 4 3 15,0 0-6-15,0 0-5 0,0 0-6 0,0 0 3 16,0 0 0-16,0 0-4 0,0 0-7 0,0 0-9 16,25 2-17-16,-14 0-22 0,9-1-27 0,1 0-40 15,5-1-21-15,6 0-38 0,-3 1-156 0,1 0-369 16,2-1 163-16</inkml:trace>
  <inkml:trace contextRef="#ctx0" brushRef="#br0" timeOffset="-52349.46">28661 7753 208 0,'-2'-9'203'0,"2"9"-14"0,-6-9-6 16,6 9-10-16,-11-6-9 0,3 8-5 0,8-2-5 15,-19 7-11-15,11-4-8 0,-1 2-11 0,-2 0-14 16,3 1-10-16,0 1-7 0,0 2-14 0,2-2-5 15,2 0-6-15,3 1-8 0,-1 0-4 0,0 1 4 0,4 1-13 16,3-1-8-16,0 0-10 0,4-2-5 16,-3 0-14-16,4 2-3 0,-1-1-8 0,3-5-5 15,-1 2-12-15,1-1 4 0,-2 0-3 0,0 1 0 0,2-4-1 16,-6 1 2-16,2 0 0 0,-8-2 7 0,0 0 0 16,10-2 4-16,-10 2 0 0,0 0 8 15,0 0 5-15,0 0 6 0,0 0-3 0,0 0 9 16,0 0 5-16,-37 1 3 0,27 2 0 0,-3 1 3 0,1 1 0 15,1 1 2-15,-1-1-1 0,1 3 4 0,-5 1-2 16,3 2 0-16,4-3-4 0,-2 1-2 0,4-2-4 16,0 2-2-16,1 2 15 0,2-2-1 15,0 1-7-15,3 0-3 0,1-2-15 0,4 1-5 0,1 0-21 16,5-1-28-16,2-1-46 0,6-1-60 0,9 1-58 16,6-4-236-16,-1 0-479 0,6-2 212 0</inkml:trace>
  <inkml:trace contextRef="#ctx0" brushRef="#br0" timeOffset="-52154.31">29031 7846 95 0,'-4'-5'293'0,"4"5"-28"0,0 0-26 0,-6-8-24 15,6 8-19-15,0 0-23 0,0 0-16 0,0 0-14 16,15-2-19-16,-4 2-19 0,4 0-24 0,-2 0-31 15,5 1-45-15,-6 0-36 0,0 1-49 0,2 0-34 16,-4 2-37-16,0-2-25 0,-3 1-90 0,-5 3-286 16,-2-6 127-16</inkml:trace>
  <inkml:trace contextRef="#ctx0" brushRef="#br0" timeOffset="-52014.11">29039 7924 11 0,'-9'4'165'15,"9"-4"-16"-15,-6 4-2 0,6-4 2 0,-5 5 1 16,5-5 6-16,0 0-2 0,-4 8-2 0,4-8-3 15,0 0-10-15,0 0-11 0,9 11-15 0,-2-9-17 16,2 3-31-16,3-4-35 0,7 2-43 0,1-2-41 16,10 1-45-16,3-4-49 0,-1 1-126 0,5-1-295 15,-2-5 131-15</inkml:trace>
  <inkml:trace contextRef="#ctx0" brushRef="#br0" timeOffset="-51553.87">29767 7697 137 0,'-5'-7'310'0,"5"7"-19"0,0 0-13 0,-2-4-14 0,2 4-12 15,0 0-13-15,0 0-17 0,0 0-23 16,0 0-21-16,0 0-22 0,7-12-9 0,-7 12-19 16,11-5-20-16,-4 3-13 0,0 0-8 0,3 2-14 15,-10 0-9-15,13-1-8 0,-5 1-7 0,-8 0 0 16,11 0-12-16,-11 0-5 0,8-1-3 0,-8 1-4 0,0 0 3 15,0 0-8-15,10 1 1 0,-10-1-4 16,0 0-7-16,0 0-1 0,0 0-1 0,0 0 3 16,5 3-7-16,-5-3 9 0,0 17-2 0,-1-5 2 15,1 2-1-15,0 4 0 0,-3 0 2 0,2 0-2 0,-2 1 6 16,3 1-6-16,0-1-1 0,-2 0-1 16,3 0 1-16,-4-1-1 0,5 0-1 0,-4 0 0 15,2-3-3-15,-1 4 3 0,-1-7-3 0,0-1 1 16,0 2 4-16,-2-4-7 0,1 2 4 0,2-4-4 0,-4 2 2 15,1-1-1-15,0-1-4 0,0-3 1 0,1 1 0 16,-5-2-3-16,0 0 3 0,-1 1-3 16,9-4 4-16,-15 2-8 0,7 0 2 0,8-2 3 15,-14-1-2-15,14 1 2 0,-15-3 0 0,9 1 1 16,6 2-1-16,-7-4-13 0,7 4 1 0,0 0-1 0,-4-6-4 16,4 6 1-16,0 0-3 0,12-9-5 0,-2 7-7 15,3-1-14-15,0 0-28 0,7 1-28 0,8 1-34 16,-5-2-34-16,9-1-39 0,1 3-30 0,2 0-37 15,-2 1-140-15,0-4-449 0,-3 1 199 0</inkml:trace>
  <inkml:trace contextRef="#ctx0" brushRef="#br0" timeOffset="-51352.23">30164 7927 25 0,'0'0'235'0,"-2"-12"4"16,2 12-8-16,0-9-1 0,0 9-1 0,0 0-6 15,-1-10-13-15,1 10-12 0,0 0-24 0,0 0-15 16,0 0-19-16,0 0-15 0,0 0 4 0,0 0 10 15,0 0-7-15,-5 25-5 0,1-9 0 16,2-4-25-16,-2 6-3 0,2-3-9 0,-3 3-6 0,4 1-13 16,0-1-2-16,-2 1-6 0,2-4-7 0,2 1-10 15,-1-3-33-15,7 3-31 0,-5-7-32 0,1 2-35 16,-2-2-39-16,3 0-50 0,-3-4-47 0,2 0-34 16,-3-5-218-16,0 0-513 0,2 9 226 0</inkml:trace>
  <inkml:trace contextRef="#ctx0" brushRef="#br0" timeOffset="-51000.88">30217 7970 109 0,'14'-22'195'0,"-5"6"-3"15,2 1 2-15,1 4 0 0,-1-2-7 0,-2 6-8 16,-1 1-13-16,1 0-16 0,-2 3-9 0,-1 3-14 16,-6 0-11-16,14 0-8 0,-6 2-5 0,-8-2-9 15,15 5-7-15,-7 3-10 0,-4-2-6 0,2-1-7 16,-1 4-5-16,-2-1-6 0,1 3-3 0,-4-1-4 15,0 1-4-15,0-1-6 0,0 1-1 0,0-1-2 16,-5 0-5-16,1-1 1 0,0 1-18 0,-1-2-8 16,0 0-18-16,2-1-9 0,-3 2-15 0,3-3-14 15,-1 0-14-15,2 0-16 0,2-6-2 0,-3 9 3 0,3-9 7 16,3 9 7-16,1-3 6 0,0 0 7 16,-1-3 5-16,4 3-1 0,-4-1 7 0,3-1 7 15,-3 1 11-15,3 0 26 0,-6-5 17 0,8 9 17 16,-4-6 6-16,-1 3 8 0,-3-6 8 0,1 9 5 15,-1-9 6-15,-1 10 2 0,1-10-2 0,-4 10-1 16,0-4-10-16,-2-2-6 0,2 2-2 0,-4 0-6 16,2-2-19-16,2 1-20 0,-3-2-36 0,1 1-48 15,0 0-64-15,1-1-77 0,5-3-167 0,-12 0-420 16,12 0 186-16</inkml:trace>
  <inkml:trace contextRef="#ctx0" brushRef="#br0" timeOffset="-50636.91">30674 8025 256 0,'6'-5'267'0,"-1"0"-12"0,-5 5-10 0,9-4-12 16,0-1-14-16,1 3-22 0,2 0-17 16,0 2-16-16,6-2-14 0,0 2-19 0,-4 0-11 15,4 0-16-15,-3 0-24 0,-3 0-27 0,2 2-41 0,-4-2-27 16,-3 1-35-16,-7-1-26 0,12 0-15 15,-12 0-6-15,9-1-9 0,-9 1-2 0,0 0 11 16,0 0 11-16,-1-11 13 0,1 11 19 0,0 0 16 16,-8-17 26-16,2 10 17 0,1 0 21 0,1-2 22 0,0 3 24 15,0 0 19-15,2 0 10 0,2 6 11 0,-5-9 6 16,1 4 3-16,4 5-7 0,0 0-5 0,-5-7-11 16,5 7-11-16,0 0-11 0,0 0-8 15,0 0-7-15,0 0 14 0,0 0 4 0,-9 13-2 16,6-3 1-16,2 2 6 0,-2 4-4 0,0 0-10 0,1 1-5 15,1 0-5-15,1 1-9 0,0-2-3 16,0 1-11-16,1 0-6 0,1-2-44 0,1 3-47 0,3-3-59 16,0-1-75-16,1-3-79 0,3 3-268 0,-3-4-587 15,2-1 260-15</inkml:trace>
  <inkml:trace contextRef="#ctx0" brushRef="#br0" timeOffset="-50151.22">31307 7880 1 0,'4'-6'296'0,"-3"1"-29"0,-1 5-26 16,8-12-17-16,-5 9-16 0,2-4-13 0,-1 3-22 16,5 1-12-16,-6-2-18 0,4 2-11 0,-1-2-15 15,-6 5-14-15,12-3-8 0,-6 0-8 16,-6 3-8-16,8-3-11 0,-8 3-4 0,8-2-4 0,-8 2-8 15,0 0 6-15,8-3 0 0,-8 3 5 0,0 0 3 16,7-2 11-16,-7 2-3 0,0 0 2 0,0 0-3 16,0 0-6-16,5-5-10 0,-5 5-4 15,0 0-8-15,0 0-11 0,0 0-3 0,0 0 2 0,0 0-6 16,-4 25-7-16,3-14-1 0,0 5 0 16,-2 4 1-16,2 4-3 0,-3-5-3 0,0 7 6 0,4-6 2 15,0-1-11-15,-1-1 0 0,3 1-2 16,-4 0 0-16,3-1-2 0,0-2 0 0,-2 1-1 0,1-6-1 15,-1 1 3-15,0-2-2 0,-2 0 1 0,2-1 8 16,-3 0-8-16,1-2 6 0,-1-1-18 0,-2-2-3 16,0-1 2-16,6-3 1 0,-14 7 4 0,6-6 1 15,0 0-5-15,8-1 7 0,-12-2 0 0,12 2-1 16,-11-4-4-16,11 4 5 0,-7-6-4 0,7 6 12 16,-5-8-6-16,5 8 6 0,-4-5-4 0,4 5 3 15,-3-6-3-15,3 6 2 0,0 0 1 0,0 0-3 16,0 0-5-16,14-10 1 0,-8 9 1 0,6 1-1 15,-2 0-13-15,11 0-27 0,-2 0-36 0,9 0-42 16,0 0-59-16,-1 2-63 0,5 0-55 0,-1 0-213 16,2-1-548-16,-4 0 243 0</inkml:trace>
  <inkml:trace contextRef="#ctx0" brushRef="#br0" timeOffset="-49946.22">31844 8051 197 0,'0'-6'261'0,"0"6"-7"0,2-10-4 0,-2 10-7 15,0 0-17-15,-7-12-16 0,2 11-10 0,5 1-4 16,-15 0-10-16,3 3-11 0,-2 1 4 0,-3 5 5 16,1-2-26-16,0 2-17 0,4-2-17 0,0 5-17 15,3-4-3-15,0 1-2 0,4 2-16 0,0-1-7 16,3-1-2-16,0 3-4 0,4-2-14 0,3 5-7 16,2-4-25-16,7 2-7 0,2-2-39 0,8 3-45 15,2-2-50-15,-1-1-50 0,2-2-55 0,2-3-57 16,-11 1-243-16,3-1-563 0,-3-2 249 0</inkml:trace>
  <inkml:trace contextRef="#ctx0" brushRef="#br0" timeOffset="-49353.96">29132 8990 272 0,'0'0'296'0,"-11"-2"-9"0,11 2-3 0,-10 0-4 0,10 0-6 15,0 0-10-15,-8-2-6 0,8 2-36 0,0 0-16 16,0 0-11-16,0 0-19 0,0 0-21 0,33 2-4 16,-14 0-22-16,2-4-19 0,8 1-32 0,-2 1-29 15,-5 0-38-15,-4 1-51 0,0-2-50 0,-6 2-54 16,1 1-55-16,-3-2-45 0,-3 0-38 0,-1 3-168 16,-6-3-487-16,0 0 215 0</inkml:trace>
  <inkml:trace contextRef="#ctx0" brushRef="#br0" timeOffset="-49202.2">29068 9097 189 0,'0'0'213'0,"0"0"-4"15,-9 4 1-15,9-4-2 0,0 0-10 0,0 0-14 16,0 0-14-16,0 0-16 0,21 9-17 0,-7-9-13 16,7-1-27-16,8-2-19 0,0 2-54 0,2-3-59 15,1 2-67-15,0-4-70 0,-4 1-143 0,4-1-341 16,0-2 152-16</inkml:trace>
  <inkml:trace contextRef="#ctx0" brushRef="#br0" timeOffset="-46834.07">31049 8853 67 0,'0'-8'196'0,"0"8"-3"0,0 0-9 0,-1-10 3 15,1 10-4-15,1-9-10 0,-1 9-11 0,2-9-3 0,-2 9-9 16,1-7-5-16,-1 7 4 0,3-9-12 0,-3 9-7 15,0 0-5-15,1-10-9 0,-1 10-1 0,0 0-7 16,2-5-9-16,-2 5-4 0,0 0-6 0,0 0-12 16,0 0-6-16,0 0-8 0,0 0-7 0,0 0-6 15,0 0-4-15,0 0-4 0,0 0 0 0,0 0-1 16,0 0 2-16,7 19 6 0,-7-9 0 0,1 4 3 16,-1 3 2-16,1 0-1 0,0-1-5 15,1 4-4-15,-2-3 3 0,1 3-11 0,-1-2 19 16,0-1-9-16,-1 0 9 0,-1 0 0 0,0 1-6 0,1-1 0 15,-1-6-13-15,2 1-3 0,-1-1-2 0,-3-1-1 16,3 2 3-16,-1-1-12 0,0 0 4 0,2-1-3 16,-1-2-10-16,0 2 16 0,1-10-11 15,0 12-5-15,0-5-4 0,0-7 6 0,-2 10-1 0,2-10-14 16,0 0-29-16,0 10-17 0,0-10-44 0,0 0-36 16,0 7-45-16,0-7-47 0,0 0-57 0,0 0-41 15,0 0-232-15,0 0-593 0,0 0 262 0</inkml:trace>
  <inkml:trace contextRef="#ctx0" brushRef="#br0" timeOffset="-46635.29">31251 8990 45 0,'0'0'287'15,"3"-5"-24"-15,-3 5-14 0,4-5-8 0,-4 5-5 16,0 0-7-16,0 0-13 0,0 0-23 0,3-6-15 15,-3 6-17-15,0 0-15 0,0 0-24 0,0 0-15 16,0 0-25-16,0 0-30 0,11-1-39 0,-11 1-48 16,0 0-55-16,0 0-63 0,9 9-60 0,-9-9-176 15,7 3-420-15,-7-3 186 0</inkml:trace>
  <inkml:trace contextRef="#ctx0" brushRef="#br0" timeOffset="-46213.77">31557 8854 43 0,'-7'-7'258'0,"7"7"-9"15,-3-8-6-15,3 8-12 0,0 0-14 0,-3-6-12 16,3 6-21-16,0 0-15 0,0 0-12 0,0 0-17 16,0 0-14-16,11-4-10 0,-11 4-10 0,20 0-12 15,-6 2-8-15,4-2-27 0,3 0-7 0,0 1-8 16,-3 2-1-16,1-2-2 0,-3 0-4 0,-2 1-6 15,-2-2 0-15,1 2-2 0,-6-1 4 0,2-1-8 16,-9 0-3-16,13 0 4 0,-8 1-6 0,-5-1 3 16,9 2-6-16,-9-2 6 0,0 0 6 0,10 1-6 15,-10-1 0-15,0 0-6 0,0 0 2 0,9 2-2 16,-9-2 6-16,3 5 16 0,-3-5 9 0,0 10 4 16,0-4 0-16,-1 4-4 0,-1 0 3 0,0 2-1 15,0 1-1-15,-1-1 12 0,-1 4-2 0,0 0-19 16,1 0 17-16,0 0-18 0,1-5-4 0,0 1-4 15,-1 1 3-15,2-1-15 0,-3-1-1 0,0-1 9 16,3 0-3-16,-1-1-7 0,0 1-1 0,1-1 4 16,0-3-7-16,1-6 4 0,-2 15-7 0,1-9-6 15,0-1-13-15,1-5-27 0,0 10-17 0,0-10-18 16,-2 10-26-16,2-10-13 0,-1 7-31 0,1-7-29 16,-2 9-32-16,2-9-42 0,-2 8-37 0,2-8-194 15,0 0-514-15,-14 4 227 0</inkml:trace>
  <inkml:trace contextRef="#ctx0" brushRef="#br0" timeOffset="-45695.91">31627 9035 16 0,'0'0'118'0,"0"0"-10"0,0 0-6 16,0 0 5-16,0 0-6 0,0 0 2 0,0 0 2 16,0 0 1-16,0 0 3 0,0 0 0 0,0 0 2 15,8 0 1-15,-8 0 2 0,0 0-5 0,0 0-6 16,0 0-5-16,0 0-5 0,0 0-3 0,0 0-5 16,0 0-8-16,0 0-2 0,0 0-8 0,0 0-6 15,0 0-4-15,0 0-1 0,0 0-5 0,0 0-2 0,0 0-2 16,0 0 1-16,0 0-5 0,5-4-1 15,-5 4-3-15,0 0-2 0,0 0 2 0,0 0 0 16,0 0-5-16,0 0 2 0,0 0-1 0,0 0 2 16,0 0-1-16,0 0 2 0,0 0-1 0,0 0-5 15,0 0 2-15,0 0-3 0,0 0-3 0,0 0 2 16,0 0-3-16,0 0-2 0,0 0-2 0,0 0-1 16,0 0-3-16,0 0-5 0,0 0 5 0,0 0-4 15,0 0 1-15,0 0 5 0,0 0-9 0,0 0 4 16,0 0-3-16,0 0-1 0,0 0 6 0,0 0-8 15,0 0 2-15,0 0 2 0,18 2-4 0,-11 0 1 0,5-4-4 16,1 1-1-16,-1 1-1 0,9-1 9 16,-3-1-14-16,1 4 2 0,0-2 9 0,1 0-7 15,1 0-4-15,-2 0 8 0,-1 0-9 0,2 0 11 16,-3-2-3-16,-4 4-17 0,-2-4-15 0,-1 2-12 16,-2 0-19-16,-8 0-13 0,11 0-24 0,-11 0-24 0,0 0-24 15,12 2-22-15,-12-2-40 0,0 0-32 16,7-5-180-16,-7 5-449 0,0 0 199 0</inkml:trace>
  <inkml:trace contextRef="#ctx0" brushRef="#br0" timeOffset="-45352.31">32068 8855 106 0,'1'-6'240'15,"-1"6"-14"-15,2-10-4 0,-1 3-6 0,-1 7-7 16,2-6-9-16,-2 6-8 0,0 0-18 0,4-8-17 16,-4 8-13-16,0 0-15 0,3-6-15 0,-3 6-12 15,0 0-9-15,0 0-8 0,0 0 2 0,0 0 1 16,0 0-2-16,1 25-5 0,-1-16-7 0,-1 0 0 16,-1 4-7-16,2 0-9 0,0-2-2 0,2 3 0 15,-2-2 1-15,1 3-4 0,0-4-7 0,-2 0-11 16,2 1-1-16,2-1-3 0,-5 1-5 0,2-1-3 15,2 1 1-15,-1-1 1 0,-1 0-6 0,1 0 7 16,-1-2-14-16,3 0 1 0,-3 1 6 0,0 0-11 16,1-1 3-16,-1 1-1 0,0 0-6 0,1 0-19 15,-1-4-23-15,0 2-28 0,0 2-25 0,0-10-31 16,-3 13-33-16,1-4-20 0,2-3-30 0,0-6-55 16,-4 14-188-16,1-10-485 0,3-4 215 0</inkml:trace>
  <inkml:trace contextRef="#ctx0" brushRef="#br0" timeOffset="-35936.31">23681 16100 124 0,'5'-6'144'0,"-3"2"-6"0,2-2-3 15,1 2-15-15,0-1-13 0,-1-1 6 16,-4 6-3-16,7-7-7 0,-7 7 1 0,3-8-3 15,-3 8-6-15,3-4 0 0,-3 4-8 0,0 0-2 16,5-6-7-16,-5 6-3 0,0 0-9 0,0 0 0 16,0 0-8-16,1-6-5 0,-1 6-6 0,0 0-3 15,0 0-8-15,0 0 0 0,0 0-6 0,0 0-4 16,7-4-2-16,-7 4-13 0,0 0-16 0,0 0-26 0,0 0-15 16,0 0 2-16,0 0 0 0,0 0-14 15,0 0-6-15,5 14-12 0,-5-14-6 0,2 9-9 16,-2-9-7-16,3 7 8 0,-3-7 12 0,3 6 1 0,-3-6 5 15,3 5 17-15,-3-5-1 0,0 0 11 16,3 6 4-16,-3-6 6 0,0 0 1 0,0 0 10 16,0 0 17-16,0 0 7 0,0 0 13 0,0 0-4 15,0 0 11-15,0 0 9 0,0 0 6 0,0 0-3 16,0 0 10-16,0 0-7 0,-21-10 8 0,21 10 6 16,-12-5 4-16,7 2 4 0,-3 1 3 0,8 2-5 0,-13-5-1 15,5 3 5-15,8 2 2 0,-12-1-5 16,12 1 4-16,-18 5 4 0,6 1-4 0,1 0 8 15,-2 5-5-15,-2 1 7 0,-1 10-3 0,-3-1 31 16,4 1-5-16,-2 1-4 0,2 3-5 0,2-1-9 16,0 0-2-16,2-3-8 0,2-4-5 0,2 0-9 0,1 0-10 15,1-1-29-15,4 0-1 0,1-1 3 16,2 0-5-16,2-6 0 0,5 5 1 0,-1-4-1 16,6-1-1-16,-3 3-2 0,7-4 6 0,-4 0-7 15,3-5 0-15,0-1 1 0,0 0 0 0,0 0-1 16,2-2 0-16,0-1-1 0,-6-2 1 0,-1 0 0 15,0 0 0-15,-3-3 1 0,3 0-3 0,-6-2 0 16,-2 1 1-16,-4 6 5 0,9-17-7 0,-9 7 3 16,0 0 3-16,0 10-9 0,-5-21 1 0,-2 13 1 15,0 1-4-15,-3-1 1 0,-1 1 0 0,1 1 0 16,-3 3 3-16,2 1-5 0,-2 1 0 0,0 3-1 16,2-1 4-16,-3 2-11 0,2 3-12 0,-2-2-17 15,1 5-20-15,4-1-33 0,1 0-26 0,1 3-33 16,2-3-32-16,2 1-27 0,5-1-166 0,-2-8-410 15,6 17 181-15</inkml:trace>
  <inkml:trace contextRef="#ctx0" brushRef="#br0" timeOffset="-35468.06">23968 16279 153 0,'3'-6'175'16,"-3"6"-20"-16,0 0-9 0,0 0-6 0,7-3 3 16,-7 3-6-16,0 0 1 0,12 11-2 0,-4-3-6 15,-1 0-5-15,2 3-11 0,0-3-12 0,-2 2-8 16,-1 1-8-16,4 2 1 0,-2-2-14 0,2 1-3 16,-1-1-10-16,-3-1-4 0,1-1-8 0,-1 1-3 0,-2-1-5 15,1-1-5-15,-4 2 0 0,1-3-5 16,-2-7 0-16,-10 16-5 0,2-7-1 0,-5 0-1 15,-4-2-4-15,1 2 7 0,-2-4-8 0,-3 0-4 16,10-3 2-16,-2 1-5 0,0 0 3 0,6-3-2 16,-1 1-1-16,8-1-4 0,-13-1 0 0,13 1-7 15,-4-10-8-15,4 10 2 0,7-16-6 0,0 3 1 16,4-2 4-16,2-2-1 0,6-2 0 0,2-3-1 16,1 3-6-16,1 0 2 0,1-1 0 0,-2-2 2 15,0 2 0-15,-2-2 5 0,2 2-4 0,-4-1 5 16,-5 5 0-16,-1-6-3 0,-3 3 2 0,-1 3 0 15,-3 1 2-15,-1-3 5 0,-4 2-1 0,-1 3 0 16,-3 2 0-16,-1 1 5 0,-5 1-4 0,-3 0 0 16,-1 4 1-16,-4 2-1 0,-3 2 3 15,0 3-4-15,-5 5 5 0,2 4-5 0,-2 0 6 0,8 0-7 16,2 1-12-16,-1-1-21 0,6 5-34 0,0-2-38 16,3 1-39-16,0-1-33 0,3 2-174 0,-1 2-381 15,4-7 169-15</inkml:trace>
  <inkml:trace contextRef="#ctx0" brushRef="#br0" timeOffset="-34919.21">23324 16415 168 0,'6'-4'240'0,"-6"4"-7"0,0 0-4 0,0 0-11 16,0 0-4-16,0 0-13 0,0 0-5 0,0 0-13 15,3-6-13-15,-3 6-7 0,0 0-19 0,0 0-6 16,0 0-14-16,0 0-14 0,0 0-13 0,0 0-8 16,0 0-11-16,0 0-7 0,0 0-8 0,0 0-9 15,0 0-13-15,0 0-19 0,0 0-28 0,0 0-31 16,0 0-35-16,0 0-42 0,0 0-32 0,0 0-29 15,0 0-35-15,0 0-205 0,0 0-449 0,0 0 199 16</inkml:trace>
  <inkml:trace contextRef="#ctx0" brushRef="#br0" timeOffset="-33960.6">24603 16350 58 0,'0'0'119'0,"0"0"-10"0,-6-3-11 0,6 3-13 16,0 0-3-16,0 0 14 0,0 0 22 0,-14 9-2 16,9-4-12-16,2 1-3 0,1 0-15 0,-1 4 0 15,0 0-7-15,1 0-6 0,1-1-5 16,-3 3-1-16,3-1-12 0,-2-3 0 0,-1 2-10 16,4-2 3-16,-2 0 3 0,2-8-3 0,2 11-1 0,-2-11 1 15,-4 10-7-15,4-10 8 0,-1 6 5 0,1-6 4 16,0 0 10-16,0 0 4 0,-1 7 1 15,1-7-7-15,0 0-9 0,0 0-4 0,0 0-6 16,0 0-6-16,0 0-2 0,-10-19-3 0,7 12-6 16,3 7-3-16,1-19 0 0,1 9-6 0,0 0 1 15,1-3-6-15,-1-3 2 0,2 2-6 0,1-1 2 16,0 4-4-16,2-4-2 0,-4 5-2 0,3-1-1 16,-2 5 0-16,2-2-1 0,0 0-2 0,2 3 1 15,-2 2-3-15,3 1-1 0,0-1-2 0,5 2 1 16,-6 2-1-16,1 3 4 0,2 0-2 0,-1 1 2 15,-5 2 0-15,4-2-1 0,-3 3 3 0,-1 0-4 16,3 0 2-16,-3-1 0 0,-3 0-2 0,1-3 2 16,-3-4-1-16,4 11 2 0,-1-7 1 0,-3-4-3 15,0 0 1-15,0 0 3 0,-1 9 0 0,1-9-1 0,0 0 1 16,0 0-1-16,0 0 0 0,-9 4 3 16,9-4 7-16,0 0-11 0,0 0 8 0,0 0-4 15,-11-13-1-15,11 13-4 0,0-10 3 0,0 10-1 16,1-14-6-16,0 6-1 0,6 0-6 0,-2-1 3 15,2 1 1-15,-1 1 6 0,-1-1-4 0,0 2 2 16,0 1 0-16,1 0 2 0,-2 2-5 0,-4 3 1 16,9-5-1-16,-9 5 5 0,10 0-3 0,-10 0-2 15,12 6 4-15,-7-2-3 0,0 3 3 0,-2 1 2 16,0 2-4-16,-1 0-10 0,-1 1-32 0,-1 0-12 16,-1 4-40-16,-3 2-39 0,4-3-34 0,-3-3-41 15,2 0-157-15,-2-1-398 0,3-10 177 0</inkml:trace>
  <inkml:trace contextRef="#ctx0" brushRef="#br0" timeOffset="-33570.22">24945 16256 191 0,'0'0'185'0,"3"-9"-21"0,-3 9 0 0,0 0 5 0,0 0 1 16,0 0-10-16,0 0 2 0,0 0-4 15,-5 28-12-15,4-18-14 0,0 0-11 0,-1 3-10 16,1-3-10-16,0 0-11 0,-2-3-6 0,3 2-10 16,-2-3-5-16,2-6-10 0,0 9-5 0,0-9 4 15,-4 8 9-15,4-8 4 0,-3 6 1 0,3-6-10 16,0 0-3-16,0 0-5 0,0 0-4 0,0 0-5 0,-1-25-2 16,2 16-6-16,-1-2-4 0,3-2-1 0,1 1-5 15,1-5-2-15,0-1-3 0,1 1-2 16,2-2-6-16,3-4 1 0,-1 8 1 0,-1-2-2 15,2 3-4-15,-3 5-2 0,-1-1-3 0,2 4 2 16,-2-2-5-16,-7 8 3 0,11-1-2 0,-11 1-6 16,0 0 1-16,17 15 7 0,-11-5 1 0,-2 6 5 15,1 0 0-15,-1 0-2 0,-1 3 6 0,-2 7-4 16,1-3-2-16,0 2-2 0,0 0 2 0,-2-6-4 16,0 6-1-16,2-6-12 0,0 0-43 0,0-2-29 15,0 2-21-15,-2-4-41 0,1 4-52 0,-1-5-49 16,-3-2-210-16,1 1-491 0,-2-5 217 0</inkml:trace>
  <inkml:trace contextRef="#ctx0" brushRef="#br0" timeOffset="-33428.13">24878 16402 73 0,'0'-12'169'0,"0"12"-22"0,9-10-13 15,0 3-11-15,6 1-13 0,8 2-8 0,7-1-9 16,3 0-22-16,1 3-42 0,5 2-63 0,-1-1-66 15,-1 2-54-15,17 1-165 0,-16-2 74 0</inkml:trace>
  <inkml:trace contextRef="#ctx0" brushRef="#br0" timeOffset="-31990.06">32371 9077 101 0,'0'0'155'0,"-4"11"-25"0,3-6-5 16,-3 5-14-16,2-3 2 0,2-7-11 15,-1 9-8-15,1-9-1 0,-2 9-12 0,2-9 3 0,-2 7 13 16,2-7-4-16,0 0 4 0,-1 7 8 16,1-7 5-16,0 0 7 0,0 0 7 0,0 0-3 15,0 0-11-15,0 0-5 0,0 0-14 0,0 0-7 0,0 0-10 16,-11-18-8-16,11 9-10 0,0 9-2 0,0-19-1 15,0 10-12-15,1-2 10 0,-1 2-2 16,1-3-4-16,2 0-4 0,-1 1-7 0,5-2-3 16,-2 3-3-16,0-2-3 0,3 2-5 0,2 0-3 0,-3 2 2 15,2 0-5-15,8 2-2 0,-5 1 2 16,-1 1-7-16,2 3-1 0,-2 1 4 0,3 2-1 16,-3 2 4-16,-1 3-3 0,1-2-6 0,-2 3 5 0,-2 2-7 15,2 2-3-15,-3-1 0 0,-2 1 1 16,0 0 0-16,-2-1 0 0,1-1-2 0,-2-2 1 15,0 2 4-15,-1-1-1 0,0-9 1 0,-1 11 0 0,1-11 5 16,-2 6 5-16,2-6 0 0,-3 10 6 0,3-10 1 16,-5 2 1-16,5-2 3 0,0 0 7 0,0 0 0 15,-19-9 5-15,19 9 5 0,-5-6 0 16,5 6-6-16,-4-11 1 0,4 11-6 0,0-11-1 16,2 1-3-16,-2 10-2 0,7-15-8 0,-2 7 0 15,1-1-1-15,0 1-3 0,1 1-1 0,-3 2-2 16,1 2-11-16,0-1 1 0,-5 4-1 0,11-5-1 0,-11 5 3 15,8-1 0-15,-8 1 1 0,11 4-5 16,-11-4 1-16,8 7 6 0,-4-2-6 0,0 3 3 16,-1-1-21-16,-1 4-11 0,1-1-24 0,-1 0-21 0,0 7-32 15,0-1-30-15,-1-1-39 0,4 1-48 0,-1 0-31 16,0-1-196-16,-1-2-489 0,1-3 218 0</inkml:trace>
  <inkml:trace contextRef="#ctx0" brushRef="#br0" timeOffset="-31568.3">32883 9106 184 0,'0'0'216'0,"0"0"-4"15,0 0-2-15,17-39-21 0,-17 39-10 16,0 0-21-16,0 0-3 0,0 0-8 0,0 0-1 16,0 0-8-16,0 0-7 0,0 0-10 0,0 0-10 0,0 0-10 15,0 0-10-15,0 0-10 0,0 0-6 0,-46 66-7 16,46-66-5-16,0 0-11 0,-13 30 0 15,13-30-5-15,0 0-4 0,0 0-1 0,0 0-5 0,-11 26 19 16,11-26 17-16,0 0 5 0,0 0 2 16,0 0-13-16,0 0-7 0,0 0 3 0,0 0-8 15,0 0 1-15,0 0-7 0,0 0-5 0,0 0 1 16,0 0-2-16,0 0-15 0,1-99 3 0,-1 99-6 0,9-36-1 16,-9 36-5-16,16-36 5 0,-16 36-9 0,23-40-4 15,-12 22 1-15,-11 18-2 0,21-32-8 16,-21 32 3-16,21-24 3 0,-21 24-1 0,19-15-6 15,-19 15 0-15,0 0 0 0,0 0-2 0,23-14-7 0,-23 14 9 16,0 0-2-16,0 0-1 0,0 0 0 0,0 0 1 16,0 0-5-16,36 39 6 0,-36-39 3 15,0 0 1-15,16 40 5 0,-16-40-7 0,13 31 0 16,-13-31 2-16,9 32-5 0,-9-32 5 0,8 30-2 16,-8-30-1-16,11 27-33 0,-11-27-21 0,7 27-34 0,-7-27-44 15,0 0-31-15,6 40-45 0,-6-40-56 0,5 24-33 16,-5-24-175-16,0 0-509 0,0 0 226 15</inkml:trace>
  <inkml:trace contextRef="#ctx0" brushRef="#br0" timeOffset="-31418.98">32932 9117 146 0,'0'0'177'0,"0"0"-8"0,0 0-9 0,0 0-16 0,0 0-10 15,0 0-16-15,44-36-12 0,-44 36-12 16,30-4-7-16,-30 4-18 0,0 0-37 0,47 0-43 15,-47 0-43-15,0 0-34 0,49 11-32 0,-49-11-75 0,0 0-209 16,28 19 93-16</inkml:trace>
  <inkml:trace contextRef="#ctx0" brushRef="#br0" timeOffset="-31215.18">32289 9485 1848 0,'-56'5'112'0,"19"-3"-3"0,2-2-19 0,15 2-13 0,-1-2-17 16,8 3-8-16,1-1-15 0,4-1-4 16,3 2-2-16,5-3 12 0,0 0 2 0,14 8 3 15,15-4 0-15,26 3-9 0,8-2-3 0,41 1-3 16,4 0-12-16,6 0-26 0,-2-4-7 0,1 3-44 0,-3 1-50 16,-9-3-58-16,-6 0-68 0,-32 1-133 15,0-1-395-15,-3-3 175 0</inkml:trace>
  <inkml:trace contextRef="#ctx0" brushRef="#br0" timeOffset="-26791.86">28685 10430 16 0,'4'-11'237'0,"-4"-1"-1"0,2 1 0 0,-1 1-10 15,1 3-3-15,0-1-14 0,-2 8-15 0,0-11-17 16,0 11-15-16,3-7-15 0,-3 7-17 0,0 0-20 16,3-5-10-16,-3 5 5 0,0 0-3 0,0 0-9 15,0 29 5-15,-2-14-5 0,2 4-11 0,-1 0-9 16,-2 7-2-16,1 0-12 0,0-1-5 0,-1 1-4 16,0-8-8-16,1 2-4 0,2 4-2 0,-1 1 1 15,-2-6-8-15,3 9 0 0,0-9-1 0,0 6-23 16,0-7-24-16,0-1-33 0,4 0-43 0,-4-5-42 15,1 0-46-15,4 4-35 0,-3-5-38 0,0 1-173 16,-2-5-463-16,0-3 206 0</inkml:trace>
  <inkml:trace contextRef="#ctx0" brushRef="#br0" timeOffset="-26497.98">29058 10425 15 0,'0'0'184'16,"0"0"-9"-16,0 0-9 0,-23 0-13 0,10 4-7 16,-5 3-9-16,-2 1-9 0,-8 3-15 0,1 2-13 0,-2 0-4 15,-1 2-11-15,5-4-7 0,-2 3-12 0,4-2-3 16,4-2-9-16,2 1-6 0,2-1-2 16,5-5-7-16,1 1-6 0,1-3 0 0,3 1-1 15,0-1-5-15,5-3-3 0,-8 3-4 0,8-3-1 0,-5 6-3 16,5-6 2-16,0 0 7 0,0 0 0 15,0 0-2-15,13 11 5 0,-4-9-1 0,3 1-2 0,4 0-6 16,3 3 1-16,1-1 1 0,1-2-7 16,8 2-2-16,-1 0-7 0,0 0-26 0,-1 1-36 0,-5 0-30 15,-1-2-29-15,-1 2-51 0,0-2-152 0,-6 0-345 16,4 1 153-16</inkml:trace>
  <inkml:trace contextRef="#ctx0" brushRef="#br0" timeOffset="-26150.51">29131 10468 202 0,'3'-6'198'0,"-3"6"-3"0,2-11-9 16,1 7-20-16,-3 4-13 0,2-5-17 0,-2 5-19 16,0 0-3-16,0 0-2 0,0 0 9 0,16 13 3 15,-13-4-5-15,3 5-4 0,-1 4-10 0,-1 0 0 16,3 1-12-16,-3 6-6 0,0-6-10 0,-2 0-9 15,3 5-1-15,1-7-7 0,-1-1-4 0,1-1-9 16,-1-4-4-16,-1 0 0 0,1-4-2 0,-1 3 2 16,-1-3 4-16,0-2 13 0,-3-5 9 0,7 2 10 15,-7-2 4-15,6 4 3 0,-6-4-9 0,0 0-5 16,17-12-3-16,-11 2-4 0,0 1-1 0,4-6-13 16,-3 1-6-16,3-2-2 0,-2 2-3 0,0-2-10 15,2-2 15-15,-1 2-22 0,2-7-9 0,-2 6 0 0,0-2-18 16,0-3-15-16,0 6-21 0,0 0-8 15,-1 0-21-15,1 2-15 0,-3 4-22 0,-1 1-27 16,0 3-43-16,0-2-38 0,1 3-25 0,-1 2-24 16,-5 3-183-16,10-4-483 0,-10 4 213 0</inkml:trace>
  <inkml:trace contextRef="#ctx0" brushRef="#br0" timeOffset="-25912.33">29661 10345 225 0,'0'0'217'0,"6"-4"-12"0,-6 4-11 0,5-4-13 16,-5 4-4-16,0 0-2 0,0 0-4 16,0 0-2-16,0 0-6 0,-4 24-8 0,1-13-9 15,-6 6-10-15,3 1-11 0,-1-2-8 0,0 1-7 0,0 1-9 16,4 1-10-16,-3-2-10 0,4-4-5 16,-1 1-8-16,2-2-9 0,1 0-6 0,0-3-5 15,1 4-2-15,2-4-5 0,2 1-7 0,0-3 3 16,2 0-5-16,4 0-3 0,1 0-26 0,7 1-23 0,-1-4-35 15,10 1-33-15,-1-3-58 0,-6 1-43 0,9-2-46 16,0-1-221-16,2-2-493 0,-2-2 218 0</inkml:trace>
  <inkml:trace contextRef="#ctx0" brushRef="#br0" timeOffset="-25586.37">30306 10485 90 0,'1'-7'250'0,"-1"7"-10"0,2-11-5 0,0 5-3 15,-2 6-7-15,2-11 15 0,-2 11-3 0,2-6-30 16,-2 6-14-16,0 0-18 0,2-7-24 0,-2 7-16 15,0 0-11-15,0 0 12 0,0 0 3 0,0 0-9 16,0 0 1-16,8 25-9 0,-7-12-9 0,-1-3-2 16,2 5-11-16,-2-2-15 0,2 2-6 0,-1 2-1 15,0-2-13-15,2 1-5 0,-3-4-18 0,1 1-12 16,2 3-31-16,-1-4-44 0,0 0-47 0,-2 0-34 16,1-1-38-16,-1 0-49 0,1 0-47 0,-2-1-46 15,-2-1-186-15,2-3-532 0,-3 0 236 0</inkml:trace>
  <inkml:trace contextRef="#ctx0" brushRef="#br0" timeOffset="-25220.15">30449 10648 205 0,'1'-12'229'0,"1"5"-10"15,0-3-5-15,0 3-5 0,2-2-16 0,3-4-14 16,-1 2-13-16,4-1-14 0,2-2-14 0,-6 4-10 15,8-1-9-15,0 0-12 0,-4 4-13 0,-1 0-11 16,2 1-6-16,0 2-10 0,-5 3-5 0,2-1-7 16,-8 2-7-16,15 3-6 0,-7 3-2 0,-3 0-3 15,2 1-9-15,-1 1 3 0,2 1-8 0,-6 3-14 16,3 0-27-16,-1 0-35 0,0 0-34 0,0 6-40 0,0 0-51 16,2-3-51-16,-1 1-148 0,0 0-409 15,0-7 180-15</inkml:trace>
  <inkml:trace contextRef="#ctx0" brushRef="#br0" timeOffset="-24977.92">31040 10396 90 0,'2'-11'276'15,"-1"3"4"-15,0 2-18 0,-1 6-16 0,3-11-25 0,-3 11-25 16,0 0-15-16,0 0-7 0,0 0 2 0,0 0-11 15,0 0 9-15,5 34-12 0,-5-15-14 0,-1 1-15 16,1 6-13-16,0 1-8 0,0 1-4 16,0 0-18-16,-3-2-12 0,2 0-2 0,2-1-12 15,-2-5-7-15,1 6-14 0,-2-2-26 0,1-5-44 0,0-4-51 16,-2 4-54-16,1-3-66 0,0-2-63 0,0-3-232 16,-2 0-532-16,-2-5 235 0</inkml:trace>
  <inkml:trace contextRef="#ctx0" brushRef="#br0" timeOffset="-24535.89">31001 10568 1695 0,'11'-17'26'0,"1"2"-30"0,0 2 4 15,0 1-3-15,2 1 2 0,-6 3 1 16,6-2 3-16,0 1 1 0,-4 0 12 0,5 1 12 16,-1-1 4-16,-2 2 7 0,5 0 4 0,-6 1-3 0,2 0 1 15,-3 2-1-15,0 1-4 0,0-2-1 16,1 1-2-16,-6 2 2 0,1-2-3 0,1 1-3 15,-7 3 1-15,7-5-1 0,-7 5-4 0,8-2-3 16,-8 2-2-16,0 0 3 0,8-2-1 0,-8 2-3 16,0 0 2-16,0 0 7 0,0 0 0 0,1 13 13 0,-1-13 5 15,-4 15-1-15,2-7-1 0,0 4-3 0,-2-2-2 16,2 3 1-16,-1-2-1 0,2 0-4 0,0 1-2 16,-1-1-1-16,2 0-6 0,2-1 0 0,0 1-4 15,1-1-1-15,3-1 1 0,0 1 0 0,2-2-1 16,5 2 4-16,-3-4-3 0,8 0 1 0,0 0-1 15,0-3-4-15,-1-3-5 0,2 1 1 0,-6-1-1 16,5-1-2-16,-6-1-2 0,0-3 0 0,-2 2 0 16,0-3-3-16,-1 0 2 0,0 0 1 0,-1-1-4 15,-3-1 0-15,0 1 1 0,-2-3-4 0,-2 2-2 16,0 1 2-16,-1 7 3 0,-2-14-5 0,2 14 0 16,-3-10 1-16,0 5-3 0,3 5 2 0,-9-5-2 15,9 5 4-15,-14 2-1 0,5 2-1 0,2-1 2 16,-5 1-2-16,3 3-1 0,2 2 3 0,-1-2-25 15,2 3-39-15,1 1-51 0,2-2-62 0,3-9-48 16,4 22-228-16,1-11-488 0,5-1 215 0</inkml:trace>
  <inkml:trace contextRef="#ctx0" brushRef="#br0" timeOffset="-24203.09">31911 10519 84 0,'0'-8'267'0,"0"8"-8"16,4-6-11-16,-4 6-16 0,0 0-6 0,0 0-9 16,0 0-4-16,0 0-21 0,0 0-19 0,0 0-9 15,0 0-16-15,-3 27-3 0,4-18-21 0,2 3-12 0,1-3-2 16,2 4-8-16,0-2 3 0,2-1-5 16,6 4-14-16,-1-2-4 0,0 1 0 0,3-7-9 15,1 1-8-15,-3-2-11 0,-1 1 1 0,-2-5-6 16,2-1-7-16,0-2-5 0,-3-1-6 0,-1-1 0 15,-1-1 1-15,1 0-12 0,-6-4 4 0,0 1-1 16,0-3-6-16,-3-1 3 0,0 1-7 0,-2-8-5 16,0 3 4-16,-2 0-2 0,-1-1-4 0,0 2-3 15,2-1 2-15,-3 5-1 0,2-1 1 0,-1 2-4 16,0 1-13-16,-2 0-15 0,4 5-19 0,-3-2-22 0,6 6-29 16,-11-7-24-16,4 7-32 0,7 0-43 0,-14 3-39 15,8 0-42-15,0 4-204 0,2-1-519 16,0-1 230-16</inkml:trace>
  <inkml:trace contextRef="#ctx0" brushRef="#br0" timeOffset="-23960.16">32252 10471 2060 0,'14'-15'81'16,"-5"1"-10"-16,1 0-15 0,0-1-3 0,-3 1 10 16,2-4 28-16,-2 2-4 0,2 0 3 0,-5 2 5 0,3 3 24 15,-2 0 6-15,1 2 10 0,0-1 7 16,-3 4 0-16,1 0-13 0,-4 6-8 0,6-8-18 15,-6 8-7-15,5 0 14 0,-5 0 5 0,6 13 8 16,-4-1-4-16,3 7-5 0,-9 8-4 0,7 3-15 0,-2 3-3 16,0-2-6-16,-2 2-7 0,-3-1-7 0,2-1-2 15,3-1-15-15,-5 1-5 0,3 2 0 0,0-4-7 16,-2-3-43-16,2 0-56 0,1-6-38 0,1 0-52 16,0-1-63-16,-1-1-51 0,0-1-59 0,3-7-47 15,-2 2-266-15,1-2-685 0,0-4 302 0</inkml:trace>
  <inkml:trace contextRef="#ctx0" brushRef="#br0" timeOffset="-23742.97">32531 10626 25 0,'5'-11'240'0,"0"6"1"0,0-1 1 0,-3 1 1 16,1 0-15-16,-3 5-17 0,4-7-20 0,-4 7-3 15,0 0 2-15,0 0-2 0,0 0-5 0,4 21-9 16,-6-9-11-16,1-1-9 0,-1 8-19 0,-2 6-7 15,1-6-16-15,-1 1-10 0,2-1-14 0,0 1-12 16,1-1 1-16,-1-3-7 0,2 1-14 0,-2-3-28 16,2 0-28-16,2 0-31 0,-4-2-45 0,2-2-50 15,-1-3-49-15,1-7-48 0,1 11-33 0,-1-11-12 16,0 7-162-16,0-7-465 0,0 0 205 0</inkml:trace>
  <inkml:trace contextRef="#ctx0" brushRef="#br0" timeOffset="-23532.4">32580 10564 27 0,'17'-23'156'0,"0"0"4"0,-3 10 6 16,-14 13 0-16,29-23 0 0,-29 23-8 0,22-13-9 15,-22 13-13-15,0 0-8 0,0 0-4 0,33-6 2 16,-33 6-1-16,0 0 29 0,0 0-1 0,0 0-9 16,36 31-12-16,-36-31-8 0,0 0 2 0,12 30-10 15,-12-30-4-15,0 0-7 0,3 33-9 0,-3-33-10 16,0 0-2-16,0 0-12 0,0 0-18 0,-22 53-23 15,13-44-36-15,3-1-35 0,0-3-47 0,-2 2-52 16,3-3-43-16,-2 1-85 0,7-5-176 0,-10 6-480 16,10-6 213-16</inkml:trace>
  <inkml:trace contextRef="#ctx0" brushRef="#br0" timeOffset="-23316.28">32993 10387 28 0,'0'0'283'0,"0"0"8"16,18-31-4-16,-18 31-14 0,0 0-14 0,0 0-20 16,0 0-19-16,0 0 2 0,0 0-7 0,0 0-11 15,0 0-8-15,0 0-10 0,0 0-18 0,0 0-13 16,0 0-13-16,0 0-9 0,-6 102-16 0,6-102-8 16,-7 51-19-16,7-51-4 0,-3 44-14 0,3-44-56 15,-4 37-41-15,4-37-57 0,-2 36-63 0,2-36-64 16,-4 32-75-16,4-32-257 0,0 0-587 0,2 34 260 15</inkml:trace>
  <inkml:trace contextRef="#ctx0" brushRef="#br0" timeOffset="-22829.85">33143 10543 59 0,'0'0'242'0,"0"0"-9"0,0 0-4 0,0 0-5 16,0 0 1-16,0 0-3 0,0 0-13 0,0 0-18 15,0 0 3-15,0 0-20 0,0 0-16 0,0 0-11 16,0 0-17-16,0 0-14 0,0 0-6 0,0 0-11 16,0 0-11-16,0 0-7 0,21 65-8 0,-21-65-6 0,0 0-6 15,0 0-3-15,15 27-10 0,-15-27 3 16,0 0-3-16,0 0-1 0,0 0 3 0,0 0-2 16,20 18 0-16,-20-18-5 0,0 0-5 0,0 0-4 15,0 0-5-15,0 0 2 0,0 0-6 0,0 0 1 16,0 0-3-16,0 0-4 0,0 0-7 0,0 0 2 15,0 0-9-15,0 0-5 0,29-54 1 0,-29 54-2 0,0 0-13 16,8-28-3-16,-8 28 3 0,0 0-3 16,0 0 1-16,11-29 2 0,-11 29-2 0,0 0-2 15,0 0 3-15,0 0-1 0,0 0-1 0,0 0 7 16,21-16-1-16,-21 16 1 0,0 0-1 0,0 0-1 0,0 0 5 16,0 0 2-16,0 0-3 0,0 0 5 0,0 0-2 15,0 0-1-15,38 45 5 0,-38-45 1 16,0 0-10-16,0 0 10 0,18 19 4 0,-18-19 3 15,0 0-1-15,0 0 9 0,0 0 5 0,0 0-5 16,0 0 4-16,0 0 3 0,0 0 4 0,0 0-4 0,0 0-6 16,0 0-3-16,52-30 0 0,-52 30 3 0,0 0-5 15,0 0 1-15,8-28 0 0,-8 28-3 16,0 0-5-16,0 0-10 0,0 0-7 0,0 0-19 16,0 0-33-16,-1-38-37 0,1 38-43 0,0 0-45 15,0 0-49-15,0 0-48 0,0 0-204 0,0 0-529 0,0 0 234 16</inkml:trace>
  <inkml:trace contextRef="#ctx0" brushRef="#br0" timeOffset="-22610.22">33508 10372 124 0,'0'0'226'0,"0"0"6"16,18-40 4-16,-18 40-1 0,0 0-5 0,0 0-18 15,0 0-17-15,9-25-20 0,-9 25-17 0,0 0-2 16,0 0 8-16,0 0-1 0,0 0 5 0,0 0-4 15,0 0-3-15,0 0-12 0,14 96-12 0,-15-69-11 16,1-27-12-16,-4 56-7 0,1-28-14 0,3-28-8 16,-2 54-7-16,-1-29-35 0,3-25-32 0,-4 43-34 15,4-43-36-15,-3 32-35 0,3-32-53 0,0 0-51 16,-7 33-45-16,7-33-55 0,0 0-182 0,0 0-520 16,-15 22 230-16</inkml:trace>
  <inkml:trace contextRef="#ctx0" brushRef="#br0" timeOffset="-22427.99">33587 10463 74 0,'0'0'220'15,"0"0"-7"-15,0 0-11 0,27-28-13 0,-27 28-9 16,0 0-1-16,0 0-4 0,0 0-8 0,0 0-13 16,0 0-12-16,0 0-17 0,0 0-6 0,0 0-16 15,0 0-10-15,0 0-20 0,16 66-36 0,-16-66-30 16,0 0-38-16,0 0-38 0,-21 48-73 0,21-48-33 15,0 0-165-15,-34 25-367 0,14-17 163 0</inkml:trace>
  <inkml:trace contextRef="#ctx0" brushRef="#br0" timeOffset="5411.67">27912 11669 114 0,'0'0'108'0,"-4"-5"-11"0,4 5 1 16,-5-5 21-16,5 5 9 0,0 0 3 0,-5-6-6 16,5 6-9-16,-6-7-3 0,6 7-2 0,-4-4-6 15,4 4 2-15,-4-7 0 0,4 7-1 0,-4-8 5 16,4 8-8-16,-4-6 0 0,4 6-8 0,-4-10 1 0,4 10-2 16,-2-6 1-16,2 6-1 0,0 0-5 15,0 0-2-15,-3-7-5 0,3 7-5 0,0 0-7 16,0 0-7-16,0 0-6 0,0 0-6 0,-4-7-3 15,4 7-10-15,0 0-1 0,0 0-9 0,0 0-2 0,0 0 2 16,0 0-5-16,0 0-4 0,0 0-7 0,0 0 1 16,0 0 2-16,0 0 1 0,8 30-4 0,-6-21-1 15,-1 4 8-15,1 0-3 0,0 2 2 16,1 1-4-16,-1 1 0 0,0 1-1 0,1 0 2 0,-1 1-3 16,0-1 0-16,1 0 10 0,0 0-8 0,0-1-2 15,-3 1 0-15,2-4-2 0,3-1 0 0,-2-1-2 16,-2 1 1-16,3-2-3 0,-1-2 10 0,0 1-10 15,0-1 4-15,-2-2-5 0,3 0-4 0,-2-2 4 16,1 0-4-16,-1 1 4 0,-2-6-1 0,4 7 3 16,-4-7 0-16,4 6 3 0,-4-6 3 0,0 0 18 15,0 0 13-15,8 3-11 0,-8-3-4 0,0 0 1 16,10-9-1-16,-2 2 1 0,-2-1-7 0,-1-2-4 16,4-1 1-16,0-2 5 0,-1-3-8 0,2-1-6 15,-1 0 3-15,1 0-1 0,4-7-3 0,-5 6 2 16,2-6-5-16,1 1-3 0,-1 1 7 0,0 3-2 15,-2 3-1-15,-2-1-8 0,1 0 3 0,0 0-3 16,1 3-1-16,-5 2 0 0,3 3-3 0,-5 2 7 16,2-1-7-16,0 4-3 0,-4 4-12 0,4-8-8 0,-4 8-15 15,4-4-16-15,-4 4-2 0,0 0-2 16,0 0-9-16,0 0-13 0,0 0-25 0,8 13-27 16,-10-2-35-16,1 1-20 0,0 5-35 0,-3 1-30 15,0 1-179-15,-1-1-472 0,-2 0 209 0</inkml:trace>
  <inkml:trace contextRef="#ctx0" brushRef="#br0" timeOffset="5695.63">28298 11869 232 0,'-4'-4'227'0,"4"4"-8"0,-13-10-9 0,8 8-5 0,-4-2-14 15,4 1-11-15,5 3-11 0,-17-1-7 0,10 1-15 16,7 0-11-16,-18 8-2 0,9-2-7 0,0 0-11 16,0 2-6-16,0 1-7 0,-3 5-5 0,1-2-11 15,3-1-5-15,1 2-5 0,0-2-10 0,0 3-7 16,3-2-2-16,-1-1-3 0,3 0-9 0,2 1 9 16,-1-1-19-16,4-1-2 0,1-1-5 0,-2 3-15 15,4-2-12-15,1 0-16 0,1-2-36 0,1 2-36 16,1 0-44-16,0-3-26 0,2 0-34 0,3-1-39 15,-2-2-207-15,1 0-472 0,2-1 209 0</inkml:trace>
  <inkml:trace contextRef="#ctx0" brushRef="#br0" timeOffset="6098.31">28579 11892 171 0,'-5'-10'231'0,"5"10"-12"0,-8-4-8 0,8 4-8 15,-14 0-13-15,14 0-10 0,-15 7-6 0,5-2-13 16,1 1-16-16,0 1-12 0,0 1-14 0,1 0-10 16,3 0-12-16,1 2-10 0,0-1-9 0,2 1-4 15,-1-2-12-15,3 3-2 0,0-11-8 0,5 15-4 16,0-6 2-16,0 0-16 0,1-3-4 0,-1-1-6 16,4 2-6-16,-2-1-3 0,0-3-4 0,-1 1-6 15,2-2 2-15,-3 0-4 0,-5-2 4 0,8 3-3 0,-8-3-2 16,6 1 2-16,-6-1-4 0,0 0 6 0,0 0-1 15,0 0 5-15,0 0 5 0,3-11-2 16,-3 11 2-16,0 0 1 0,0 0 2 0,-22-6 4 16,12 6 4-16,1 0 7 0,-3 0 0 0,1 2 3 0,-1-1 1 15,0 3 0-15,1 0 3 0,-2 1-3 0,1 1 0 16,4-1-3-16,-2 2 6 0,1 1-6 16,1 1-2-16,1-1 0 0,2-1-2 0,-1 2-9 15,2-1 1-15,3 0 7 0,1 1-14 0,0 2-5 0,2-2 6 16,5-1-2-16,-1-1-18 0,1 0-12 0,2 2-17 15,7-3-9-15,0 1-37 0,0 0-33 0,2-4-39 16,3 2-42-16,-2-3-40 0,2 1-34 0,-1 0-176 16,0-3-479-16,-2 0 213 0</inkml:trace>
  <inkml:trace contextRef="#ctx0" brushRef="#br0" timeOffset="6291.97">28854 11985 8 0,'4'-9'239'0,"-4"9"-16"0,2-4-15 16,-2 4-12-16,0 0-15 0,4-7-19 0,-4 7-14 15,0 0-13-15,10-2-16 0,-10 2-15 0,10 1-15 16,-10-1-26-16,13 4-38 0,-13-4-29 0,10 5-33 16,-5-2-30-16,-1 1-25 0,-4-4-18 0,2 8-21 15,-2-8-113-15,0 0-263 0,-6 16 117 0</inkml:trace>
  <inkml:trace contextRef="#ctx0" brushRef="#br0" timeOffset="6426.33">28818 12055 94 0,'-5'3'132'0,"5"-3"2"0,-12 4-2 0,12-4 0 16,-7 2 1-16,7-2 4 0,-6 2-1 0,6-2-1 15,0 0-2-15,0 0-10 0,-7 3-1 0,7-3-7 16,0 0-9-16,0 0-4 0,0 0-10 0,0 0-15 16,18 9-13-16,-10-8-24 0,0 2-23 0,4-2-37 15,1 1-42-15,1-2-39 0,-1 0-56 0,4 1-146 16,1-1-328-16,-6 0 145 0</inkml:trace>
  <inkml:trace contextRef="#ctx0" brushRef="#br0" timeOffset="6910.12">29252 11701 186 0,'-5'-9'336'0,"-1"3"-19"0,1-4-13 0,1 5-6 0,0-1-25 15,2 0-31-15,2 6-20 0,-6-6-18 16,6 6-19-16,0 0-23 0,0 0-16 0,0 0-4 0,0 0-4 16,0 0-14-16,4 25-12 0,0-8-11 0,1 2-1 15,2 0-15-15,0 6-9 0,1-2-3 0,-2 1-5 16,1-6-6-16,-1 0-4 0,0 1-9 15,1-2-6-15,-2-2 1 0,-1 1 0 0,1-2-6 0,0-3-5 16,-1-3-9-16,0 2 3 0,-2-3-2 0,0 0-5 16,1-1-3-16,-1-1 5 0,-2-5-5 0,4 10-7 15,-4-10 3-15,2 6 4 0,-2-6-10 0,1 6 15 16,-1-6 16-16,0 0 13 0,0 0 13 0,5 5 2 16,-5-5-10-16,0 0-5 0,0 0-9 0,0 0-2 15,9-20 1-15,-3 12-8 0,-3-4-3 0,4-2-3 16,0 0-4-16,0-3-1 0,1 0-12 0,1-5-17 15,2-1 2-15,-1 0-4 0,-2 5-2 0,2 0-7 16,-1 0-3-16,-1 1-2 0,-2 4 18 0,2 3-18 16,-5 1 0-16,1 1-7 0,0 2-10 0,-2 1-8 15,-2 5-23-15,5-10-26 0,-5 10-19 0,4-2-1 0,-4 2-11 16,0 0-16-16,0 0-24 0,6 19-22 16,-5-7-40-16,-1 1-23 0,1 3-26 0,-1 2-225 15,0-2-546-15,3-1 241 0</inkml:trace>
  <inkml:trace contextRef="#ctx0" brushRef="#br0" timeOffset="7191.67">29692 11901 90 0,'0'0'252'0,"0"0"-6"15,-9-7-8-15,9 7-9 0,-9-3-9 16,9 3-14-16,-15 0-12 0,15 0-16 0,-19 3-10 15,8 1-8-15,1 1-9 0,-2 1-2 0,1 0-8 16,1 1-7-16,-3 3-12 0,3-1-5 0,-2 3 12 16,4-3-8-16,0 2-21 0,1-2-2 0,1 3-2 15,0-2 0-15,1 0-10 0,2 0-12 0,0 1-6 16,1-1-10-16,1-1 13 0,2 2-23 0,0-4-1 0,3 2 1 16,0-1-12-16,5 1-9 0,-2-3-18 0,1 2-18 15,4-2-31-15,-2 2-41 0,0-4-32 16,4 2-45-16,-4 1-41 0,2-6-59 0,3 3-23 15,-2-2-231-15,1-1-553 0,-1 1 244 0</inkml:trace>
  <inkml:trace contextRef="#ctx0" brushRef="#br0" timeOffset="7523.96">29940 11939 131 0,'0'0'257'0,"0"0"8"16,0-9-4-16,0 9-13 0,0 0-9 0,0 0-15 16,-4-9-11-16,4 9-11 0,0 0-15 0,-5-3-6 15,5 3-5-15,0 0-12 0,-15 2-9 0,15-2 12 16,-17 5-22-16,9-4-11 0,-2 3 2 0,0 2-5 16,-2-1-6-16,1 1-3 0,-3 4-2 0,1 1 0 15,3-3-3-15,0 1-7 0,2 0-4 0,-1 1-1 16,-3 3-7-16,5-3-9 0,-2-1-7 0,4 2-8 15,-2-1-10-15,4-1-3 0,-4 1-9 0,5-1-3 16,1 0-5-16,2-2-6 0,4 3 4 0,-1-2-10 16,1 0-8-16,2 0 0 0,1 0-14 0,5-5-16 15,-3 5-25-15,3-4-42 0,0 0-50 0,0 1-45 16,-1-3-46-16,0 1-54 0,0 0-66 0,1-3-59 16,-2-2-226-16,0 2-672 0,-11 0 298 0</inkml:trace>
  <inkml:trace contextRef="#ctx0" brushRef="#br0" timeOffset="7968.79">30217 11933 138 0,'0'0'311'0,"-7"-3"1"0,7 3 0 16,-12-2-9-16,12 2 4 0,-13-3-25 0,13 3-11 15,-7-4-7-15,7 4-30 0,0 0-18 0,-8-2-8 0,8 2-21 16,0 0-24-16,-8-2 5 0,8 2-12 0,0 0-13 16,0 0-14-16,0 0-10 0,0 0-9 0,0 0-9 15,0 0-11-15,26 1-9 0,-15-2-7 16,2 1-10-16,-1 1-13 0,2-1 4 0,-1 0-2 16,1-1-6-16,-4 2-4 0,-1-2-29 0,-9 1 22 0,16 0-4 15,-9-2-2-15,-7 2-5 0,10 0-2 0,-10 0-4 16,9 2-3-16,-9-2-18 0,0 0-22 15,0 0-27-15,10 0-47 0,-10 0-34 0,0 0-48 0,7 1-48 16,-7-1-51-16,0 0-64 0,0 0-299 0,0 0-695 16,0 0 307-16</inkml:trace>
  <inkml:trace contextRef="#ctx0" brushRef="#br0" timeOffset="8959.66">30559 11718 178 0,'-7'-4'221'0,"1"1"-1"0,-1-1-3 0,0 0-5 15,0 0-10-15,0 0-1 0,7 4-12 0,-12-4-6 16,6 0-8-16,6 4-14 0,-9-4 7 0,9 4-22 0,-7-5-12 16,7 5-6-16,-6-2-6 0,6 2-7 15,0 0-13-15,0 0-6 0,0 0 3 0,0 0-22 16,0 0-8-16,0 0-5 0,28-4-8 0,-10 3-3 16,1 1-6-16,0-2-16 0,3 2-8 0,0-1-13 0,-3 0-31 15,1-2 0-15,0 3-31 0,-4 0-34 0,-3-1-32 16,-4 1-27-16,1-1-30 0,-1 2-17 15,-9-1-16-15,14-1-7 0,-9 2-1 0,-5-1-2 16,0 0-121-16,13-1-367 0,-13 1 162 0</inkml:trace>
  <inkml:trace contextRef="#ctx0" brushRef="#br0" timeOffset="9319.42">30754 11662 306 0,'0'0'22'0,"0"0"24"0,-22-11 11 0,22 11 21 16,-5-4-5-16,5 4 6 0,0 0 5 0,-11-3 13 16,11 3-6-16,0 0 0 0,-8-1 1 0,8 1 7 15,0 0 7-15,0 0 9 0,-13 10 8 0,9-5-2 16,-1 2 9-16,0 3 8 0,1 2-7 0,1 1-11 15,-3 3 6-15,4 3-2 0,-3-1-6 0,1 1-5 16,2 0-14-16,-1 1-8 0,3-4-4 0,-1 3-2 16,1 7-8-16,-2-9 10 0,4-1-18 0,-1 0-11 15,0-4-3-15,-1 0-5 0,2 0-4 0,-2-1-4 16,2 1-7-16,-1-5 8 0,2 0-6 0,-3 2-12 16,0-9-5-16,1 13 3 0,0-8-1 15,-1-5-6-15,0 9 11 0,0-9-14 0,0 9 15 0,0-9-12 16,-2 7-12-16,2-7-1 0,-10 4 2 0,4-1-8 15,6-3-1-15,-11 2 0 0,2-2-5 0,9 0 4 16,-14 0 6-16,14 0-8 0,-13 0 1 0,4-1 1 16,9 1 5-16,0 0-7 0,-13-2 2 0,13 2 7 15,0 0-4-15,-7 0-1 0,7 0 6 0,0 0-1 16,0 0-6-16,-9-2 7 0,9 2 4 0,0 0-13 16,0 0-3-16,0 0 0 0,0 0-13 0,31 2-15 15,-19-2-18-15,0 1-29 0,2-2-28 0,4 1-30 16,0-2-42-16,-2 4-30 0,5-2-25 0,-5 0-15 15,5-2-151-15,-3 2-439 0,0-1 194 0</inkml:trace>
  <inkml:trace contextRef="#ctx0" brushRef="#br0" timeOffset="9537.37">30941 11950 222 0,'0'0'236'15,"-7"-9"3"-15,4 7 1 0,3 2-9 0,-8-7-10 16,3 5-7-16,5 2-10 0,-11 0-15 0,11 0-2 15,-15 3-14-15,7 3-11 0,-3-2 0 0,2 3-9 16,0 0-13-16,1 0-11 0,1 2-10 0,2-1-16 16,-3 2-13-16,4-1-10 0,0 0-9 0,2-1-1 15,-1 3-7-15,3-2-13 0,1-1 6 0,3 0-40 16,0 1-22-16,5 0-32 0,-1-1-34 0,2 1-42 16,0-3-44-16,0 1-45 0,6 3-29 0,-3-6-27 15,-1 2-198-15,0-4-494 0,-1 1 219 0</inkml:trace>
  <inkml:trace contextRef="#ctx0" brushRef="#br0" timeOffset="9800.2">31183 11805 172 0,'3'-10'264'15,"0"3"-8"-15,-3 1-12 0,0 6-18 0,3-9-23 16,-3 9-20-16,0 0-16 0,0 0 7 0,0 0 5 15,0 0-6-15,0 0-5 0,2 34-10 0,-5-18-11 16,-1 1-23-16,4 1-2 0,-2-1-12 0,-3 0-4 16,2 0-9-16,1 1-9 0,-1 0-8 0,0-1-8 15,1-1-6-15,1 0-8 0,-2-3-3 0,3 2-14 16,0-4-21-16,-1-1-25 0,2 2-27 0,-2-1-27 16,-1-1-31-16,1 0-31 0,1-10-38 0,-1 12-32 15,2-7-25-15,-1-5-20 0,-1 9-22 0,1-9-140 16,-3 9-431-16,3-9 190 0</inkml:trace>
  <inkml:trace contextRef="#ctx0" brushRef="#br0" timeOffset="10123.66">31224 11697 56 0,'8'-9'180'0,"2"-1"-8"16,2 7-8-16,-1 1-4 0,3 1-6 0,-2 0-10 15,-2 5-3-15,3-1-9 0,-2 4-5 0,2 0-2 16,-1 5-9-16,-3-2-14 0,-4 0-8 0,1 1-7 16,-2 4-9-16,-4-3-2 0,-1 1 1 0,-1 0-9 15,-4-3 0-15,0 5-3 0,-2-4-2 0,-4 1 2 16,1-2-6-16,-1-3 3 0,2 0 0 0,0-2 0 16,-2 2-3-16,1-1-1 0,1-2-5 0,2-1-5 15,2 2-4-15,-2-3-1 0,8-2-2 0,-10 6-4 16,6-3-12-16,4-3-2 0,0 0 2 0,-7 7-5 15,7-7-5-15,-1 7 1 0,1-7-5 0,0 0 3 16,5 15-3-16,-1-9 3 0,4 1-9 0,-2 1-18 16,4 0-34-16,-1-2-36 0,3 0-43 0,-1-1-35 15,7 0-39-15,0 1-32 0,4-2-179 0,-9-1-443 16,2 1 196-16</inkml:trace>
  <inkml:trace contextRef="#ctx0" brushRef="#br0" timeOffset="10345.82">31557 11945 211 0,'0'0'216'0,"-8"-13"6"0,3 11 1 0,5 2 5 16,-10-5-6-16,2 3-10 0,8 2-3 0,-17 0 3 15,6 3-18-15,-3 1-6 0,0 2-3 0,0-1 0 16,3 1-7-16,-1 4-19 0,-4 1-1 0,9-3-11 16,-6 4-17-16,3-2-8 0,2 0-15 0,2 0-13 0,-2 0-8 15,6 1-8-15,-2 0-3 0,2-4-15 16,4 2 9-16,-1 1-31 0,3 0-20 0,2-2-24 0,2-1-33 15,-1 0-36-15,2 0-43 0,3 0-46 0,-2-3-48 16,9 1-55-16,-7 0-38 0,-1-1-202 0,2-1-549 16,-3-3 243-16</inkml:trace>
  <inkml:trace contextRef="#ctx0" brushRef="#br0" timeOffset="10645.45">31784 11925 284 0,'0'0'287'15,"0"0"-10"-15,0 0-17 0,0 0-14 0,0 0-20 16,0 0-18-16,3-10-23 0,-3 10-10 0,0 0-20 16,10-1-9-16,-10 1-5 0,15-1-13 0,-3 1-11 15,-1 0-5-15,0 1-10 0,0-1-6 0,3 3 6 16,-4-2-16-16,2-1-4 0,-5 0-7 0,4 2 3 15,-4-2-9-15,-7 0 2 0,13 1-5 0,-13-1-6 16,9 0 0-16,-9 0-1 0,9 0-9 0,-9 0-4 16,0 0 3-16,9 1-14 0,-9-1-7 0,0 0-10 15,0 0-16-15,9 0-48 0,-9 0-38 0,0 0-43 16,0 0-55-16,0 0-51 0,0 0-55 0,0 0-250 16,8 1-581-16,-8-1 258 0</inkml:trace>
  <inkml:trace contextRef="#ctx0" brushRef="#br0" timeOffset="10977.72">32235 11671 150 0,'-10'-3'247'0,"2"0"-2"0,8 3-5 0,-10-4-12 0,5 2-14 15,5 2-8-15,-9-3-19 0,9 3-5 16,0 0-19-16,-8-2-13 0,8 2-17 0,0 0-11 16,0 0-5-16,0 0-18 0,0 0-4 0,29-4-13 15,-17 4-11-15,6-1-4 0,1 2-5 0,-1-1-6 0,0 0-22 16,-5 0-17-16,-2-1-17 0,2 2-27 0,-2-2-24 15,-3 2-28-15,-1 0-28 0,-7-1-29 16,9-2-17-16,-9 2-20 0,0 0-13 0,10 1-8 16,-10-1-3-16,0 0-114 0,0 0-337 0,0 0 150 15</inkml:trace>
  <inkml:trace contextRef="#ctx0" brushRef="#br0" timeOffset="11323.71">32355 11645 841 0,'0'0'-58'16,"-15"0"20"-16,15 0 11 0,-10-1 21 16,10 1 12-16,-9-1 15 0,9 1 14 0,0 0 11 0,-12 0 20 15,12 0-1-15,0 0-3 0,-10 1 17 0,10-1 9 16,-2 6 13-16,-2-1 5 0,1 4 2 0,0 2 7 15,-1 0 15-15,0 4 5 0,0 2-10 0,0 1-4 16,-2-1-3-16,2 2 3 0,-1-1-7 0,1 0-10 16,0 0-5-16,-1-1-4 0,2 0 2 15,1 0-7-15,-2 0-9 0,4-6-10 0,-1 2-2 0,1-3-9 16,-2 2 0-16,2-3-8 0,0 0-3 0,0-2-9 16,3 0 0-16,-3-7-8 0,0 11-4 0,1-6-3 15,-1-5 3-15,1 9-7 0,-1-9 0 0,0 0-2 16,-3 10-2-16,3-10-1 0,-7 4 1 15,7-4-4-15,-7 3-1 0,7-3 2 0,-12-1 0 0,12 1-7 16,-11-2-4-16,11 2-3 0,-12-4 10 0,12 4-5 16,-10-3-1-16,10 3-6 0,0 0 4 0,-9-3 4 15,9 3-7-15,0 0-2 0,-8-2-2 16,8 2 8-16,0 0-3 0,0 0-2 0,0 0-4 0,0 0 5 16,0 0-8-16,0 0 4 0,0 0-2 0,0 0-8 15,0 0-15-15,25 10-14 0,-14-6-25 0,8-1-27 16,-5-1-34-16,4 1-28 0,1 0-36 0,2-1-19 15,-2 0-28-15,3-2-188 0,-3 2-463 0,1-2 206 16</inkml:trace>
  <inkml:trace contextRef="#ctx0" brushRef="#br0" timeOffset="11696.67">32576 11956 99 0,'2'-5'186'0,"-2"5"8"16,2-12 2-16,-2 12 4 0,-2-9 30 15,2 9 2-15,-8-7-11 0,2 3-9 0,6 4-6 16,-14-2-14-16,14 2-9 0,-17 4-8 0,6-2-10 15,0 2-15-15,0 1-2 0,2 2-13 0,0-1-13 16,-1 0-7-16,5 1-9 0,1 1-13 0,0 1-13 16,3-4 1-16,-1 3-16 0,2-8 0 0,6 16-14 15,-3-9 8-15,4-1-28 0,0 1-6 16,1-1-10-16,0 0-4 0,1 1-1 0,1-4-11 0,-2 3 11 16,-2-4-5-16,0-1-4 0,1 2 0 0,-7-3 3 15,7 4-3-15,-7-4 1 0,7 2 2 0,-7-2-2 16,0 0 4-16,0 0-3 0,0 0 10 0,0 0-6 15,0 0-15-15,0 0 30 0,0 0-17 0,-32-2 19 16,20 4 1-16,1 0 6 0,-1 1 0 0,1 0 2 16,-1 1 7-16,3-1-4 0,0 3 6 0,-1-2-3 15,1 1-8-15,3-1 0 0,-3 2-7 0,4 0 0 16,1-1-5-16,1 2 3 0,3-7-6 0,-1 10-4 16,1-10 7-16,0 0-3 0,7 18-30 0,-1-10-24 15,5-1-36-15,0-1-38 0,1 0-38 0,1-1-36 16,4-1-32-16,-1 4-38 0,-3-6-30 0,5 3-24 0,-4-3-191 15,-1-2-541-15,0 1 239 0</inkml:trace>
  <inkml:trace contextRef="#ctx0" brushRef="#br0" timeOffset="11955.92">32813 11881 56 0,'0'0'285'0,"0"0"0"0,11-40 6 15,-11 40 1-15,0 0-17 0,0 0-23 0,0 0-17 16,0 0-28-16,0 0-6 0,0 0-1 0,0 0 2 16,0 0 1-16,0 0-9 0,0 0-31 0,0 0 17 15,0 0-16-15,0 0-7 0,0 0-17 0,-20 91-22 16,20-91-1-16,-4 36-12 0,4-36-11 0,-6 36-9 16,6-36-5-16,-4 32-7 0,4-32-17 0,0 0-2 15,-3 42-21-15,3-42-31 0,0 0-23 0,2 33-39 16,-2-33-37-16,0 0-42 0,0 0-43 0,0 0-37 15,2 39-41-15,-2-39-47 0,0 0-29 0,0 0-194 16,0 0-574-16,0 0 254 0</inkml:trace>
  <inkml:trace contextRef="#ctx0" brushRef="#br0" timeOffset="12264.4">32854 11801 7 0,'0'0'226'15,"32"-20"-12"-15,-32 20-11 0,0 0-6 0,0 0-8 16,33-6-6-16,-33 6-3 0,0 0-8 0,0 0-7 16,0 0-13-16,35 30-6 0,-35-30-11 0,0 0-12 15,9 31-8-15,-9-31-7 0,0 0-5 0,0 33-7 16,0-33-2-16,0 0-2 0,0 0-3 0,-24 45-7 16,24-45 2-16,-19 21-8 0,19-21 1 0,0 0-4 15,-25 18-1-15,25-18-5 0,0 0-7 0,0 0-4 16,-23 11-4-16,23-11-8 0,0 0-7 0,0 0-3 15,0 0-8-15,0 0-1 0,0 0 3 0,-21 17-10 16,21-17 4-16,0 0-6 0,0 0 5 0,0 0-5 16,0 0-2-16,0 0-13 0,0 0-21 0,36 47-28 15,-36-47-43-15,31 18-40 0,-31-18-34 0,33 14-40 16,-33-14-51-16,36 12-33 0,-36-12-176 0,36 10-502 0,-36-10 222 16</inkml:trace>
  <inkml:trace contextRef="#ctx0" brushRef="#br0" timeOffset="12656.28">33226 12041 232 0,'0'0'249'16,"0"0"4"-16,0 0 3 0,0 0-5 0,0 0-5 0,0 0-10 15,0 0-14-15,0 0-2 0,0 0-16 16,0 0-6-16,0 0-12 0,0 0 0 0,-45-33-11 16,45 33-2-16,0 0-11 0,0 0-9 0,0 0-13 15,-52 33-17-15,52-33-13 0,0 0-13 0,-23 27-3 16,23-27-13-16,0 0-12 0,-7 30-4 0,7-30 0 15,0 0-15-15,0 0 1 0,0 0-2 0,12 45-11 0,-12-45-4 16,0 0-8-16,24 19-4 0,-24-19-5 16,0 0 1-16,24 13-11 0,-24-13 2 0,0 0 3 15,0 0 1-15,0 0 1 0,0 0 2 0,0 0-9 16,27 12 6-16,-27-12-8 0,0 0 8 0,0 0-7 16,0 0 9-16,0 0-5 0,0 0 15 0,0 0-2 15,0 0 7-15,0 0 6 0,0 0 7 0,-89 13-1 16,89-13 3-16,-32 11 5 0,32-11-1 0,0 0-2 15,-36 12-6-15,36-12-2 0,0 0-6 0,-22 14-7 16,22-14 1-16,0 0-6 0,0 0 4 0,0 0-6 16,-5 28 1-16,5-28-9 0,0 0-12 0,0 0-7 0,0 0-15 15,47 30-32-15,-47-30-29 0,38 13-37 16,-38-13-32-16,39 9-36 0,-39-9-40 0,32 7-44 16,-32-7-56-16,0 0-61 0,32 9-225 0,-32-9-666 15,0 0 295-15</inkml:trace>
  <inkml:trace contextRef="#ctx0" brushRef="#br0" timeOffset="13997.66">28006 13053 166 0,'0'0'222'0,"-11"0"2"0,11 0-2 0,-13-2-7 16,13 2 1-16,-10-1-14 0,10 1-3 0,0 0-7 16,-12-1-10-16,12 1-3 0,0 0-11 0,-7 1-4 15,7-1-7-15,0 0-4 0,0 0-16 0,0 0-7 16,0 0-14-16,0 0-2 0,0 0-18 0,0 0 4 15,0 0-22-15,0 0-4 0,34-2 2 0,-24 2-16 0,4-2-21 16,-1 2-20-16,1 2-25 0,-1-2-24 0,-1 1-40 16,2 0-38-16,-4 2-45 0,-1-1-44 15,2 1-30-15,-4-1-25 0,-3 1-225 0,-1 2-515 16,-3-5 228-16</inkml:trace>
  <inkml:trace contextRef="#ctx0" brushRef="#br0" timeOffset="14156.98">27991 13166 152 0,'0'0'215'0,"-14"0"-11"16,14 0-15-16,-9 2 9 0,9-2-5 0,-5 3-5 16,5-3-7-16,0 0-8 0,-8 1-17 0,8-1-10 15,0 0-15-15,0 0-9 0,0 0-13 16,18 6-19-16,-4-5-17 0,5 0-27 0,10-1-42 0,-1 2-57 16,1 1-43-16,2-2-67 0,1 0-214 0,-3 1-407 15,4-1 180-15</inkml:trace>
  <inkml:trace contextRef="#ctx0" brushRef="#br0" timeOffset="16240.29">26252 12808 167 0,'0'0'210'0,"-2"-10"-8"0,2 10-8 16,2-9-5-16,-2 9-10 0,0-7-9 0,0 7-14 16,0 0-12-16,2-9-14 0,-2 9-13 0,0 0-16 15,0 0 13-15,0 0 0 0,0 0 5 0,14 16-15 0,-10-5 3 16,3 3-8-16,2 2-4 0,-2 3-13 0,-3-2-6 16,5 8-2-16,1-2 1 0,-4 4-10 0,1 0-5 15,-1-8-2-15,-1 5-10 0,2-6-5 16,-4-3 0-16,3 3-8 0,-2-5-1 0,1-2-1 0,-1 1-3 15,0-3-6-15,2 1-2 0,-2-5-2 0,-2 3-2 16,-2-8 1-16,4 7-5 0,-4-7 2 0,3 8 13 16,-3-8 10-16,2 6 10 0,-2-6 1 15,0 0 16-15,0 0-22 0,0 0-3 0,18-10-6 0,-9 2 2 16,0-5-6-16,2 1 5 0,0-2-3 0,0-1-15 16,1-4-4-16,1-2 4 0,1-1 0 0,-3 5-2 15,-2 0 1-15,7-4-7 0,-3-2-13 0,-6 7-1 16,4 1-7-16,-4-1-5 0,-1 5 33 0,-1 2-23 15,0 0-11-15,-1 2-29 0,-3 2-33 0,-1 5-43 16,4-8-39-16,-4 8-25 0,0 0-4 0,0 0-6 16,0 0-15-16,0 0-14 0,-9 20-26 0,4-8-165 15,-4-1-451-15,3 2 200 0</inkml:trace>
  <inkml:trace contextRef="#ctx0" brushRef="#br0" timeOffset="16483.79">26672 13032 205 0,'7'-6'231'0,"-7"6"-7"16,0 0-8-16,0 0-3 0,0 0-10 0,0 0-5 15,0 0-10-15,0 0-6 0,0 0-8 0,0 0-9 16,-22 14 6-16,12-5 0 0,1 4-20 0,-1 2-3 16,0 2-11-16,1-3-4 0,-1 0-14 0,2 1-3 15,1 2-9-15,1-2-17 0,-1 1-9 0,5-2-7 16,-2-2-1-16,1 1-8 0,1-2-6 0,2 3-12 15,5-3-6-15,-3 1-19 0,2-1-41 0,3-1-36 16,-1 1-33-16,4-3-47 0,3 3-44 0,0-2-44 16,3-1-36-16,0-5-37 0,-2 1-163 0,-1-3-497 15,7 0 221-15</inkml:trace>
  <inkml:trace contextRef="#ctx0" brushRef="#br0" timeOffset="16881.9">27015 13043 154 0,'-6'-14'223'16,"6"14"-2"-16,-8-7-1 0,0 3-4 0,-1 3-1 16,-4 2-9-16,4 3-6 0,-4 3-8 0,-1 3-9 15,0 1-11-15,1 1-15 0,-1-1-17 0,6-2-10 16,-1 5-14-16,1-5-10 0,2 6-13 0,2-5-4 16,1 4-14-16,3-2-5 0,0-2-5 0,3 0-6 15,3 0-8-15,-2 1-3 0,4-1-4 0,1-3-6 16,2 1-5-16,0-3-7 0,0-2-4 0,-2 2-2 15,3-1-1-15,-6-2 7 0,5 0-15 0,-3 0 4 16,-8-2-2-16,10 0-4 0,-10 0 2 0,7 2-2 16,-7-2 0-16,0 0-1 0,0 0 1 0,0 0-4 15,0 0 2-15,0 0 5 0,0 0 4 0,0 0 3 16,0 0 0-16,-36 5 11 0,23 0 5 0,1 0 10 16,-5 2 9-16,-1 1 7 0,1 2 4 0,2-1 7 15,2 0-1-15,1-1 1 0,1 1 1 0,3-1-15 16,-2 1-1-16,4-1-5 0,-1 2 0 0,1-2-10 15,2-1-6-15,2 3-5 0,4-1-2 0,2-2-2 16,4-1-4-16,1 1 0 0,3-1-12 0,7-1-25 16,2 0-30-16,8-2-39 0,0-1-41 0,3-2-40 0,-1 2-46 15,1-3-46-15,6-2-48 0,0 3-42 16,-5-3-201-16,1 2-590 0,0-2 261 0</inkml:trace>
  <inkml:trace contextRef="#ctx0" brushRef="#br0" timeOffset="21741.59">28722 13029 32 0,'1'-6'207'0,"3"-4"-2"16,0 2 1-16,-4 8-5 0,4-14 4 0,-3 9 0 0,0-2-7 15,-1 7-11-15,0-11 0 0,0 11-7 0,0-10-10 16,0 10-8-16,0 0-7 0,-2-8-12 16,2 8-10-16,0 0-5 0,-13 0-17 0,13 0 4 15,-17 9-3-15,6-4-9 0,1 3-8 0,-2 5-4 0,-1 2-7 16,1 0-1-16,-1 1-10 0,1-1-8 0,3 1-5 16,0 1-10-16,2-2-7 0,2 0-8 0,1-2 2 15,3-1-6-15,1 1 21 0,1 3-26 16,3-4 4-16,1-1-13 0,2-2 1 0,0-1 1 0,2 1-5 15,4-2 0-15,-2-2 2 0,7 1 1 0,0-3-6 16,1-1 2-16,-1-4-7 0,1 2 4 0,-5-3 1 16,3 1 1-16,-3-2-6 0,-3-1 1 15,0 0 6-15,0-1-4 0,-1-3-1 0,-1-3-3 0,-1 1-6 16,0-2 6-16,-2-1 2 0,-2-3 2 0,-1 6-9 16,-1-1 3-16,-2-6-9 0,-2-1 11 0,-1 0-10 15,-2 2 5-15,-4 2 5 0,-1 1-4 0,2 0-3 16,0 3-3-16,-1 4 6 0,0 1-1 0,0-3 2 15,0 6-21-15,1 0-4 0,0 2-17 0,8 1-16 16,-17 0-21-16,8 2-18 0,3 2-26 0,-2 3-35 16,0 2-34-16,-3 4-30 0,6-3-44 0,0 5-38 15,-1-3-179-15,6 0-520 0,2 0 231 0</inkml:trace>
  <inkml:trace contextRef="#ctx0" brushRef="#br0" timeOffset="21947.84">29099 13111 177 0,'0'0'275'16,"4"-6"-9"-16,-4 6-2 0,0 0-6 0,0 0-7 15,0 0-11-15,-4-10-13 0,4 10-15 0,0 0-19 0,-5-8-14 16,5 8-23-16,0 0-22 0,0 0-7 16,0 0-15-16,0 0-11 0,0 0-12 0,0 0-17 15,0 0-23-15,0 0-24 0,-11 17-12 0,11-17-42 16,-4 10-41-16,4-10-55 0,-2 12-43 0,2-6-45 15,0-6-33-15,0 13-183 0,0-13-463 0,3 11 205 16</inkml:trace>
  <inkml:trace contextRef="#ctx0" brushRef="#br0" timeOffset="22194.81">29291 12954 58 0,'5'-9'280'0,"-1"3"-2"16,-2 0-10-16,2 1-11 0,-4 5-18 15,5-9-17-15,-5 9-23 0,3-5-2 0,-3 5 15 16,0 0 7-16,0 0-14 0,4 19-8 0,-4-9-2 16,-2 1-15-16,1 4-2 0,-2 5-10 0,1-2-14 0,-1 0-16 15,1 1-14-15,-2 0-1 0,-1 7-22 0,4-7-8 16,-1-1-8-16,0 0-9 0,-1 1-6 16,2-3-7-16,-2-1-7 0,1 0-17 0,0-3-37 15,2-2-28-15,-1 2-55 0,1-3-35 0,0 3-49 0,0-1-39 16,1-3-54-16,1-1-37 0,0-1-38 0,1 1-200 15,-3-7-578-15,6 6 255 0</inkml:trace>
  <inkml:trace contextRef="#ctx0" brushRef="#br0" timeOffset="22514.16">29608 13046 179 0,'1'-6'226'0,"3"0"-6"0,-4 6-10 16,2-9-4-16,-2 9-11 0,0 0-12 0,0 0-12 15,-7-11-13-15,7 11-11 0,0 0-10 0,0 0-9 16,-16 13-8-16,11-4-5 0,1-2-13 0,-1 1-8 0,3 0-13 16,-1 2-3-16,2 2-7 0,-3-2-10 0,5 2 1 15,-1 0-8-15,0-2 3 0,3 1-2 0,2-1-3 16,0 2 1-16,1-2-5 0,2 1 3 16,-3-1-1-16,3 0-4 0,1-1-3 0,-1-1-2 15,-1 0 7-15,1-1-11 0,1-1-2 0,-5 0-1 0,0-2-5 16,-1-1-4-16,-3-3-2 0,7 8 2 15,-7-8-5-15,2 4-9 0,-2-4 3 0,0 0 9 16,0 0-1-16,0 0-8 0,-11 13-7 0,6-9-1 16,-3-2-10-16,8-2-22 0,-17 2-27 0,7 0-25 15,-1-2-30-15,3 0-33 0,-2-2-35 0,-2 1-48 0,5-2-18 16,-2 1-39-16,1-2-142 0,-2 0-458 0,2-3 204 16</inkml:trace>
  <inkml:trace contextRef="#ctx0" brushRef="#br0" timeOffset="22640.49">29568 13048 42 0,'8'-4'132'16,"3"1"-13"-16,1-5-9 0,4 5 4 0,2-3-26 15,3 4-1-15,-3-2-25 0,2 1-20 16,0 0-40-16,-1 2-40 0,1 1-89 0,-1-3-137 16,-6 2 60-16</inkml:trace>
  <inkml:trace contextRef="#ctx0" brushRef="#br0" timeOffset="22935.58">29911 12935 123 0,'0'0'214'15,"0"0"-4"-15,0 0-13 0,0 0-9 0,0 0 6 0,0 0 3 16,0 0-2-16,0 0-4 0,7 15-3 0,-2-5 1 16,0 5-9-16,-1-3-8 0,1 5-12 0,-2 1-5 15,0 0-9-15,-2 1-12 0,1 1-8 0,3-4-18 16,-2 0-7-16,-2 0-7 0,3 0-14 15,-1-4-8-15,1-1-7 0,-2 4 0 0,1-2-8 0,1-4-5 16,-1 0-6-16,4 0-6 0,-5-2-2 16,2-2-3-16,0-1-4 0,0 2 3 0,-4-6-6 0,8 7-4 15,-2-5 3-15,-6-2-6 0,10 2-3 16,-10-2 2-16,12-1 0 0,-5-2-1 0,2 0-13 16,0-1-12-16,1-3-11 0,0 1-19 0,1-3-19 0,0-1-33 15,3-3-26-15,1 1-41 0,1-1-42 0,-1-1-48 16,7-6-33-16,0 3-234 0,-2-1-554 15,3 0 245-15</inkml:trace>
  <inkml:trace contextRef="#ctx0" brushRef="#br0" timeOffset="23101.35">30468 12863 167 0,'1'-7'260'0,"-1"7"-15"0,0 0-15 0,3-7 0 0,-3 7-4 15,0 0-8-15,0 0-15 0,0 0-17 16,0 0-22-16,0 0-18 0,0 0-16 0,0 0-9 15,0 0-13-15,0 0-18 0,0 0-37 0,0 0-55 0,0 0-51 16,3 26-56-16,-3-26-59 0,3 19-62 0,-6-6-140 16,3-1-399-16,0 0 177 0</inkml:trace>
  <inkml:trace contextRef="#ctx0" brushRef="#br0" timeOffset="23776.58">27380 13563 76 0,'-21'0'171'16,"2"0"-3"-16,0 1 1 0,-1-1-5 0,-2 2-7 16,4-2-4-16,2-2 1 0,2 4-3 0,1-2-13 15,-5 0 0-15,5 0-6 0,1 0-3 0,1 0-11 0,5 2 1 16,6-2-10-16,-12 0-4 0,12 0-4 0,0 0 0 15,-9 1 3-15,9-1-2 0,0 0-2 16,0 0-4-16,36 4 9 0,1-1-17 0,13-3-6 16,11 1 2-16,38-2-12 0,5-2-4 0,5-2-2 0,9 5-5 15,7-4 0-15,10 2-6 0,4-1-1 16,9 3-7-16,-1 0-6 0,-4-1-3 0,0 1 1 16,-6 0-2-16,1 2-5 0,-5-2 1 0,-8 2-5 15,-4-1-16-15,-15 0 10 0,-15-3 4 0,-26 3-3 16,-1-1-8-16,1 1 10 0,-6 1 3 0,-1-4 9 15,-20 2 8-15,-1-2-19 0,-2-1 3 0,-2 2 6 16,-6 1-4-16,-7-1 3 0,-2 1-8 0,-5 0-1 16,-3 0 14-16,-2 0-21 0,-1-2 1 0,-7 2 1 15,12 0-6-15,-12 0-25 0,6-2-35 0,-6 2-54 0,0 0-30 16,0 0-39-16,0 0-34 0,0 0-59 0,-18-16-51 16,11 14-248-16,-4 0-606 0,2-1 268 0</inkml:trace>
  <inkml:trace contextRef="#ctx0" brushRef="#br0" timeOffset="24417.77">30271 13014 98 0,'-4'-6'145'0,"4"6"-2"0,0 0-6 0,-4-8-6 16,4 8-6-16,0 0-1 0,-6-7 5 0,6 7-1 15,0 0-1-15,-3-7-10 0,3 7 0 0,-2-7-4 16,2 7-2-16,0 0 2 0,0 0-2 0,-3-8-4 16,3 8-4-16,0 0 1 0,0 0-1 0,-4-5-13 15,4 5-4-15,0 0-3 0,0 0-8 0,0 0-3 16,0 0-4-16,0 0-8 0,0 0-5 0,0 0-6 15,0 0-10-15,0 0 0 0,0 0-2 0,0 0-2 16,0 0-5-16,0 0-1 0,-19 11 0 0,16-7-1 16,-4 2-6-16,1 0 3 0,-2 2-3 0,-1-2 3 15,1 2 1-15,-1 2-4 0,-3 1 7 0,3-1-9 0,-3 2-10 16,1 2 4-16,-1-1-2 0,2 2-18 16,-1-2-31-16,0 1-38 0,0 0-40 0,-2 1-61 15,1 0-66-15,1-1-236 0,-2 0-517 0,0 1 228 16</inkml:trace>
  <inkml:trace contextRef="#ctx0" brushRef="#br0" timeOffset="24905.86">28487 13500 42 0,'0'0'183'0,"0"0"-11"0,0 0-6 0,11-5-13 0,1 5-10 15,7 0-11-15,12-1-14 0,7 2-8 16,20-1-15-16,8-1-10 0,30 0-32 0,-2 1-50 16,7 0-42-16,-2-1-58 0,-3 2-124 0,-30-1-237 15,29 1 106-15</inkml:trace>
  <inkml:trace contextRef="#ctx0" brushRef="#br0" timeOffset="26587.46">27177 13631 54 0,'0'0'136'0,"0"0"-6"0,0 0-4 0,0 0-5 15,0 0 1-15,0 0-20 0,-24-10-1 0,24 10-11 16,-14 1-7-16,5-1-5 0,-2 1-8 0,-2-1-5 16,0 1 3-16,0 0-11 0,-1 0-1 0,-5-1-3 15,0 4-8-15,-2-3-1 0,-6 2 2 0,6-3-3 16,-5 2 0-16,-3-1 0 0,6 1 1 0,-4-1-5 16,-2-1 1-16,0-3-6 0,2 2 0 0,-3-1 6 15,9-2-1-15,-12-3-3 0,7 1-1 0,-1-2 3 16,-2-1-5-16,4-2 7 0,-2 1 5 0,0-5-1 15,2 0-3-15,3-3 0 0,-1 1-3 0,1 1 3 16,4-3 1-16,-2-2-1 0,1-3-5 0,2 3 4 16,-2-2-6-16,6-2 0 0,-1 1-3 0,1 0 3 15,3 0-4-15,2-3-3 0,1 1-4 0,1 0-1 16,-1-3-5-16,3 0-1 0,-1 3 2 0,1-3-2 16,1 4-2-16,3-5-5 0,0 5 2 0,0-5-1 15,0 5-1-15,2-4-1 0,3 3-1 0,0 7 1 16,-1-7-2-16,1 3-1 0,-1 3-2 0,5-3 0 15,-2-1-2-15,6 1 2 0,0-3-3 0,1 6 4 16,-1-5-4-16,-3 8 0 0,-1-1-2 0,2 1 3 16,1 1-1-16,1 0 1 0,-5 1 0 0,4 3 0 0,-3-2-2 15,0 4 2-15,0 0-2 0,-2 0 0 16,-1 3-1-16,3 1 3 0,-1-1-3 0,-2 1 3 16,1 1-5-16,-1 1 5 0,3 1-4 0,3-1 2 15,-1 0 1-15,5 2-1 0,1-2-1 0,6 1 1 16,4-1 0-16,2 1-1 0,3 0-1 0,1 0-1 15,3 0 4-15,0 2-2 0,0-1-1 0,5 0 3 16,-3 2-1-16,16-1 1 0,-5-1-2 0,7 0 6 16,2 2-4-16,1 0 2 0,4 2 0 0,27-4-1 15,-26 2 2-15,27 0-1 0,-27 3-1 0,1-4 1 16,25 3-2-16,-28-1-3 0,4 2 1 0,25-2 4 0,0 4-1 16,-27-3 0-16,30 1-2 0,-2 3 3 15,-1 2-3-15,-26-6-3 0,27 2-7 0,-1 2 2 0,-31-5-2 16,4 5 0-16,28-3-4 0,-28 0 1 15,28 4-2-15,-30-4-1 0,32 1-4 0,-28-1-3 16,22-2-5-16,-25 4 1 0,2-2-1 0,0-1 1 0,26 2 1 16,-30-3 3-16,3 3 3 0,-4 0 0 15,2-3-1-15,-2 4 3 0,-4 0 2 0,-1 0 1 0,-3-1 0 16,-15-1 3-16,3 1 2 0,0-1-4 16,-5-2-1-16,0 2 5 0,-3-2 0 0,-1 1 3 15,-3-1-2-15,-7 2 2 0,0-2 2 0,2 1-2 0,-4-1 0 16,0 0 4-16,0 0 0 0,3 1-3 0,-5-2 6 15,2 0-1-15,-2 0 2 0,-4 1 0 16,0 1-5-16,1-1 2 0,0 0-8 0,0-1 3 16,-1 2 8-16,-1-2-1 0,0 3 4 0,0-3-1 15,-2 0-1-15,2 1-1 0,-3 1 0 0,1-1-3 0,-2 0 0 16,-8-1 0-16,11 2 1 0,-4 0-1 0,-7-2 3 16,8 0-6-16,-8 0 7 0,0 0-2 0,9 1-3 15,-9-1 2-15,0 0-5 0,0 0 6 16,7 3 3-16,-7-3-1 0,0 0 4 0,0 0 1 15,4 6 0-15,-4-6 8 0,1 8 6 0,0 0 2 0,1 0-5 16,-4 2 2-16,4 2-6 0,-2 1 5 0,1 3-7 16,-4 0 3-16,3 3-5 0,0 6 3 15,2-1 4-15,-4-5-7 0,4 7 3 0,-5 0 2 0,-1 0 1 16,3-1 6-16,-3 1-3 0,4-1 5 16,-3 3 8-16,3-8-8 0,-4 4 4 0,2 2 0 0,1-7-3 15,-2 7 2-15,-1-1-5 0,2-5 9 0,-1-1-5 16,1 0-2-16,-2 0 1 0,0-1-1 0,0 0 1 15,0-1 8-15,-1 1-12 0,2-1 0 0,-1-1-2 16,-5-1 1-16,5-3 1 0,2 1 3 16,-4 2 1-16,0-3 3 0,1-1-3 0,0 1 1 0,-1-2-5 15,-1 1 1-15,0-1-3 0,0-2-4 0,-1 2 5 16,-7 0-2-16,2 0 1 0,-4 0-3 0,-1 0-3 16,-1-1 0-16,-6 0 1 0,-6 1-1 0,-1-2-2 15,-5 0 2-15,-12-1 3 0,-4 2-9 0,-3-2-1 16,-5 0-2-16,-1 0-3 0,-2-2-25 0,-27 1-31 15,25-2-38-15,-32 3-38 0,8-5-72 0,26 1-61 16,-33 0-192-16,2-1-495 0,7 0 220 0</inkml:trace>
  <inkml:trace contextRef="#ctx0" brushRef="#br0" timeOffset="31589.75">23195 17126 11 0,'-8'-1'188'16,"1"-3"-2"-16,-5 3-9 0,12 1 2 0,-11-2-7 16,3 0 0-16,8 2-6 0,-13-3-2 0,13 3-5 15,-9-1-7-15,9 1-9 0,0 0-3 0,-9-1-13 16,9 1-12-16,0 0-14 0,0 0-8 16,0 0-8-16,0 0-12 0,0 0-6 0,28 4-2 15,3-3-7-15,19 3-5 0,11-3-5 0,30 4-2 16,-24-6-7-16,40 1-4 0,-5-1-1 0,2-2-7 15,2 2 0-15,-3-1-4 0,4-1 1 0,-1 0-17 0,-9-1 8 16,0 3 3-16,-2-5-4 0,1 7 1 16,-2-4-1-16,-4-1-6 0,-25 0 1 0,27 2-2 15,-32 0 1-15,2 2 2 0,-2-3-3 0,-9 0-5 16,3 5 3-16,-21-2 1 0,-1 0-5 0,0-2 3 16,-3 4-3-16,-8-2 1 0,-2 0-1 0,-5-2-2 15,-1 4-1-15,-6-4-4 0,-7 2 0 0,13 0-2 16,-13 0-12-16,0 0-18 0,0 0-22 0,0 0-24 15,0 0-24-15,0 0-27 0,-56 9-27 0,25-6-31 16,-3 0-44-16,-20 3-138 0,-5-3-404 0,2 4 179 16</inkml:trace>
  <inkml:trace contextRef="#ctx0" brushRef="#br0" timeOffset="32018.16">23090 17293 127 0,'-10'-6'144'0,"10"6"1"15,-6-6-20-15,-1 2-8 0,1 0-1 0,-1 1-10 16,-3-2-13-16,-1 2 1 0,-2-2-2 0,-4 0-9 15,-1 0-4-15,0 2-9 0,-2-3-3 0,0 3-2 16,-6-4 2-16,-1 2-12 0,7 1 4 0,-2-3-4 16,-4 1-5-16,0-3-4 0,0 2 0 0,6 0-2 15,-5-5-7-15,6 6 2 0,-6-10-7 0,-1 2-3 16,3-1 0-16,3-2-2 0,-1-3-3 0,1-2-1 16,4-1-7-16,2-2-2 0,3-2-2 0,0-1 2 15,6-2-3-15,0-3-2 0,4 0 1 0,4-14-1 16,0 13-9-16,2-12-5 0,1-1-5 15,1-1-9-15,0-3-18 0,7-1-2 0,-5-1-13 16,2-1 0-16,2 0-19 0,4 1 3 0,-3-3-3 0,1 4-11 16,3-1-9-16,0 0-9 0,-3 7-2 0,2 1 2 15,-4-1 0-15,-2 12 4 0,3-10-5 0,-1 11 4 16,0-1 8-16,-1 1 4 0,1 0-51 0,1 3-147 16,-1 2 65-16</inkml:trace>
  <inkml:trace contextRef="#ctx0" brushRef="#br0" timeOffset="32642.12">23243 15540 5 0,'92'3'18'15,"-2"-1"4"-15,1 2 3 0,-25-1 8 0,30-2-6 16,0 5 6-16,0-1 3 0,2 1 3 0,3-4 2 16,1 5 4-16,1 0 3 0,-5-3 2 0,-3 3 3 15,5-1 9-15,0 0 2 0,1-3-4 0,3 3 2 16,-6-3-1-16,-2 2 4 0,-5 0-3 0,-25-2 1 15,26-2-1-15,-33-1-4 0,6 0-6 0,-2 4 3 16,-6-2-3-16,1-2-4 0,-2 2 0 0,-5-2-7 16,-10 1-2-16,-7-4-4 0,0 3 6 0,-3-1-8 15,-4 0 1-15,-5-2-7 0,0 2 2 0,-3 1-2 16,-2-1-5-16,-5-1-9 0,-12 2 11 0,22-1-15 16,-22 1 11-16,14-2-4 0,-14 2-1 0,0 0-5 15,15-3 6-15,-15 3-12 0,0 0 6 16,0 0 0-16,0 0-5 0,16 4 0 0,-16-4 2 15,0 0-5-15,7 11-10 0,-3-1 11 0,-2 2-4 0,0 4 8 16,0 2 1-16,4 7 6 0,-6 1-6 0,4 1 7 16,-4 0 5-16,2 3 2 0,1 1 3 15,-1 1 8-15,2 13 3 0,-2 0 0 0,-2 4-6 0,-2 0 10 16,2 3-4-16,0 1 3 0,-4 0-2 16,4-1-1-16,-5 2 0 0,1-4-2 0,0-3-9 15,-2 0 6-15,2 0-3 0,0-12-4 0,-3-2 0 16,3 0-2-16,-1-1-3 0,0 3-2 0,-3-3-1 15,3 0 0-15,1-3 0 0,-1-1-2 0,-4-1 0 16,4 0 5-16,-1-2-7 0,-1 0 3 0,1-5 0 16,-2-1 0-16,2-1-10 0,-1 0 7 0,-1-2-4 15,0 3 4-15,-1-3-4 0,1 1 1 0,1-1-3 16,-5-1 5-16,3-1-3 0,-1 0 2 0,-2 0-2 16,-1-3-3-16,1 2 1 0,-3-1-9 0,-2-2 8 15,0 0 0-15,1-1-2 0,-3 1 1 0,-2-2-5 16,-6 0 6-16,-1-1-5 0,0 0 2 0,-4-2 1 15,-4 2 1-15,-15-5-3 0,-3 3 4 0,-4-3-7 16,-3-1 7-16,-2-2-3 0,0 2-1 0,-1-1 1 16,0 0-2-16,3-1 1 0,1-2-17 0,0 2-8 15,5-3-21-15,-1 0-14 0,3 0-29 0,1 1-18 16,16 0-29-16,0-3-45 0,4 3-185 0,-1-1-396 16,5-1 176-16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09:55:01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3937 3307 27 0,'0'0'82'0,"0"0"3"0,0 0-5 0,-4-9 9 16,4 9-4-16,0 0-10 0,-4-4-15 0,4 4 4 15,0 0-8-15,0 0-5 0,-6-6-2 0,6 6-10 16,-4-5-3-16,4 5-2 0,0 0 2 16,0 0 0-16,-5-8 1 0,5 8-1 0,0 0-7 15,-4-5 3-15,4 5 0 0,0 0-10 0,0 0 6 0,-4-6 5 16,4 6-10-16,0 0 6 0,0 0-7 0,0 0 0 16,-6-2 0-16,6 2-7 0,0 0-5 0,0 0 5 15,0 0 0-15,-14 4-8 0,14-4-4 16,-10 5 5-16,1-1 0 0,-1 2-2 0,1 2 8 15,-4 1-6-15,-1 3-4 0,1-1 4 0,-4 1 0 16,6 1-1-16,-3 0-4 0,4 0 3 0,-2-1-4 16,-1 1 8-16,3 0-7 0,-1 2 0 0,2 0 0 15,-2 0-1-15,2 0 3 0,-1 0-1 0,1 0 6 16,1 2-4-16,1 0-5 0,-1 2 6 0,2-1-5 16,2-1 4-16,-1 1 2 0,1 0-3 0,0 1-3 15,1 1 2-15,3-1-5 0,0 0 4 0,0 1 9 16,1 0-6-16,-1-1-3 0,2 6 1 0,2-5 1 15,-1-1 3-15,-1-1-2 0,3 2 1 0,-1 3 1 16,1-5-7-16,2-1 4 0,0 2-2 0,1-1 0 16,0 0 4-16,-2-2-5 0,2 0 3 0,1 0-9 15,0 0 10-15,0-4-1 0,-2-1-3 0,1 0 0 16,0-3 3-16,3 0 0 0,-2 1-3 0,1-2 0 16,2-1 7-16,-2-2 1 0,2-2-1 0,-1 2 4 15,0-2 1-15,1-2 1 0,-12 0-3 0,29-6 4 16,-11 3 4-16,1-5-5 0,3-3 10 0,-4-1-8 15,5-5-8-15,-1 2 6 0,-1-6-4 0,1 2 3 16,-1-4 1-16,-2 1-4 0,1-1 4 0,-2-5-5 16,-1 2 1-16,-3 0 0 0,0-3-7 0,-3-1 5 15,0 0-7-15,-1 1 2 0,-4 1 0 16,1-2-1-16,-5 3 0 0,0-3-3 0,0 3-1 16,-2-3-2-16,-2 3-3 0,0-4-5 0,-3 5 5 15,4-1-1-15,-4 3 0 0,-1-3 1 0,0 8 4 0,1-7-9 16,-4 4 4-16,3 5-1 0,-2 0 0 0,-3 1 6 15,-2 1-5-15,0 2-1 0,0 0 9 16,-1 3-7-16,1 1-1 0,-3 2-9 0,2 3 5 16,-3 1-2-16,-2 0 3 0,-1 6-1 0,-1 0 5 15,-6 4-4-15,2 1 2 0,-3 4-2 0,-1 2-2 16,1 4 4-16,-1-2 1 0,2 1-5 0,3 2 7 16,1 2-2-16,0-2 2 0,5-1 0 0,4-4 0 15,2 1-5-15,2 1 2 0,0-2 2 0,3 1 0 16,1-2-2-16,4 0 13 0,0-1-12 0,6 1 6 15,1 3-2-15,2-7 0 0,2 8 2 0,3-2 1 16,4 0 1-16,-1-2 2 0,8 2-2 0,0-2-2 16,0 1-2-16,-5-3-3 0,2-1 5 0,-1-2 5 15,1 3-6-15,3 1-6 0,4-1 8 0,-8-1 0 16,-3-3-1-16,9 6 3 0,-9-4-4 0,2 1 3 16,-1 0-5-16,-1 0-1 0,0-1 2 0,-4 1 0 15,1 0 6-15,0-3-8 0,-3 1 10 0,-1 2-4 16,-1-3-5-16,0 2 1 0,-3-2 1 15,2 3-1-15,-2-2 5 0,0 0-2 0,-1 1-5 0,0-1-6 16,-4-8-17-16,4 17-3 0,-4-17-27 0,1 17-8 16,-1-17-13-16,-2 20-24 0,0-11-19 0,1 0-72 15,-1 2-209-15,2-11 92 0</inkml:trace>
  <inkml:trace contextRef="#ctx0" brushRef="#br0" timeOffset="241.95">4404 3591 133 0,'0'0'127'0,"0"0"-13"15,0-12-17-15,0 12-9 0,0 0-7 0,0 0-10 16,0 0-16-16,0 0-2 0,0 0 0 0,0 0-16 15,0 0 0-15,0 0-9 0,0 0 2 0,0 0-21 16,7 36-18-16,-5-26-19 0,-1 2-16 0,1 2-14 16,0 1-21-16,-4 4-54 0,2-2-144 0,-1-1 65 15</inkml:trace>
  <inkml:trace contextRef="#ctx0" brushRef="#br0" timeOffset="808.1">4359 3679 39 0,'0'0'44'16,"0"0"7"-16,0 0-13 0,2 34-3 0,0-24-5 15,-1 2-3-15,1 4 1 0,1-1-1 0,0 2-3 16,-1-2-2-16,-1 1-4 0,1 0 2 0,0 1-5 16,1-4 1-16,1 2-3 0,-3 1-9 0,3 0-13 15,-3-3-9-15,0-1-22 0,0 0-24 0,1 4-70 16,-4 1 31-16</inkml:trace>
  <inkml:trace contextRef="#ctx0" brushRef="#br0" timeOffset="1248.81">4024 4323 91 0,'38'-5'79'16,"12"0"-20"-16,1-3-24 0,2-4-28 0,-1 1-53 15,1 2-48-15,0-3 21 0</inkml:trace>
  <inkml:trace contextRef="#ctx0" brushRef="#br0" timeOffset="1410.51">4826 4171 64 0,'0'0'86'0,"0"0"-19"0,0 0-33 0,0 0-25 0,6 3-25 16,-6-3-25-16,0 0-45 0,0 0 21 0</inkml:trace>
  <inkml:trace contextRef="#ctx0" brushRef="#br0" timeOffset="193291.73">25946 3836 89 0,'0'0'112'0,"0"0"-4"0,-10-3-15 0,10 3-4 16,-9-4-9-16,9 4-12 0,-9 0-3 0,9 0-7 15,-10-1-4-15,10 1-7 0,-9-1-7 0,9 1-9 16,0 0-3-16,-10 1-3 0,10-1-4 0,-10 1-1 16,10-1-1-16,-9 1-2 0,9-1 0 0,0 0 11 15,0 0-10-15,0 0-1 0,-13-1-7 0,13 1-4 16,0 0-8-16,0 0-26 0,0 0-23 0,-7 5-3 16,7-5-16-16,-4 6-19 0,1-1-56 0,-3 0-156 15,6-5 70-15</inkml:trace>
  <inkml:trace contextRef="#ctx0" brushRef="#br0" timeOffset="194614.52">25154 4040 77 0,'0'0'187'0,"2"-10"-2"0,-2 10-6 16,0 0-7-16,0 0-16 0,0 0-6 0,0 0-18 15,0 0-9-15,0 0-12 0,0 0-15 0,0 0-13 16,0 0-7-16,0 0-10 0,0 0-4 0,0 0-11 16,0 0-6-16,0 0-6 0,0 0-5 0,0 0 5 15,-22 17 15-15,15-7-7 0,1-1-3 0,-2 3-10 16,1 3 0-16,-1-1-4 0,1 0 2 0,3 3-6 15,-3-2-7-15,2 2-1 0,3-5-4 0,-2 4 1 16,1-3-2-16,3 1 1 0,-1-2-2 0,2 0-4 16,0 0-1-16,2 0 1 0,2 0-1 0,-2-2 3 15,2-1-5-15,1 1 1 0,-1-1 2 0,3 0 0 16,1-1-3-16,0-2 4 0,0 0-5 0,0 1 4 16,2-6 0-16,1 3-4 0,0 0 4 0,2-3-2 15,4-2 0-15,3-1-2 0,0 0 2 0,-3-3 1 16,1 1 1-16,-1-1 2 0,0-2-5 0,3-1 3 15,-2 1-3-15,-1 0 3 0,1-3 5 0,-4 1 1 16,1-5 3-16,-2 4 3 0,0-3-5 0,-4-2 0 16,-1-1-1-16,0-1-3 0,0-2 5 0,-7 2-2 15,3-1-3-15,-3-2 8 0,0 1-7 0,-2-7 1 16,-2 7-3-16,-2-5 0 0,-1 7-2 0,-2 0-1 16,-4 2-3-16,0 2 0 0,-1 0-1 15,-1-2-4-15,-2 3 0 0,-2 0 0 0,7 5-4 0,-10 0-1 16,1 1 0-16,-1 2-8 0,0 4-7 0,-1 2-7 15,-1 2-8-15,-7 3-11 0,2 7-9 0,-5 1-17 16,2 3-20-16,0 2-28 0,1 3-45 0,2-1-41 16,0 2-131-16,4 2-365 0,1-4 162 15</inkml:trace>
  <inkml:trace contextRef="#ctx0" brushRef="#br0" timeOffset="195425.71">25387 4263 61 0,'0'0'157'0,"0"0"-8"0,0 0-7 0,0 0-9 15,0 0-10-15,0 0-14 0,0 0-1 0,0 0-18 16,0 0-12-16,0 0-12 0,0 0 1 0,0 0-16 15,0 0-8-15,0 0-4 0,0 0 1 0,0 0-7 16,0 0-7-16,0 0-2 0,0 0-5 0,0 0 3 16,2 28-6-16,-2-17 4 0,0 3-3 0,2 1 2 15,-4 1 1-15,7 1 5 0,-2 1-4 0,-1-2 1 0,0 5-7 16,2-2-2-16,-2 10 11 0,1 2-3 16,-1-2 2-16,1-1-3 0,2 2 8 0,-4 0 2 15,4 1-2-15,0-1-2 0,-3 1 1 0,2-2-2 16,-2 1-1-16,0 2-5 0,1-3-2 0,-1 1 3 0,0-2-3 15,2-3-1-15,2 0-1 0,2 0 2 0,-5-6-3 16,0 1 4-16,0 0 6 0,1-1-3 16,0-1 1-16,-3 0 0 0,4-1-1 0,-3-1-3 15,0-3-1-15,-1-1 0 0,0 3-4 0,1-2-1 16,-2-1 1-16,1-1 0 0,1 2 0 0,-2-1-3 0,2-2 1 16,-2 1-2-16,0 1-2 0,2-1 4 15,-4 1-1-15,4 0 0 0,-2-2 5 0,2-1-1 16,-2 1 0-16,2-1-1 0,-2 0-1 0,0-9 2 15,0 9-1-15,0-9-2 0,2 9-1 0,-2-9-1 16,-2 9 6-16,2-9-10 0,0 0 3 0,2 7 0 0,-2-7-1 16,0 0 0-16,0 0 2 0,0 0-2 15,0 0 2-15,0 0 0 0,1 9-2 0,-1-9 0 0,0 0-4 16,0 0-11-16,0 0-12 0,0 0-18 16,0 0-27-16,0 0-20 0,0 0-31 0,0 0-37 15,0 0-55-15,0 0-130 0,0 0-365 0,0 0 161 0</inkml:trace>
  <inkml:trace contextRef="#ctx0" brushRef="#br0" timeOffset="200685.33">23702 5631 7 0,'0'0'103'0,"0"0"-7"15,-1-10 5-15,1 10 3 0,0 0 4 0,-5-7-2 16,5 7-4-16,0 0 0 0,0 0-4 0,0 0-5 16,0 0-4-16,-1-8-5 0,1 8-7 0,0 0-4 15,0 0-8-15,0 0-1 0,0 0-5 0,0 0-9 16,0 0-6-16,0 0-5 0,0 0-4 0,0 0-5 16,0 0-2-16,0 0-5 0,0 0-8 0,0 0-1 15,0 0-2-15,0 0 0 0,0 0-10 0,0 0 4 16,0 0 2-16,0 0-2 0,0 0-2 0,0 28 1 15,1-15-4-15,0 1-1 0,3 3 5 0,-4 1 0 16,3 1-2-16,-5 5-2 0,2-3 9 0,2-2-8 16,-2 6 1-16,-2-6 0 0,4 7 0 0,-1-1-3 15,0 1 3-15,2 1-1 0,-2 1 2 0,-1 3 3 16,-3-2 5-16,2 1 5 0,1 0-4 0,-1 1-3 16,-2-2 0-16,3 3-3 0,-2-6 2 0,2 4-1 15,0-3 11-15,0 0-11 0,-3-2-2 0,1-6 3 16,2 2-2-16,-2 4 0 0,1-5-4 0,0-1 3 15,2 0 2-15,-3 0-4 0,3 1 0 0,-1-2 1 16,0 0 0-16,-1-1 0 0,1-2 3 0,-2 3-6 16,2-3 1-16,0-3 2 0,2-2-4 0,-2 3-2 15,2-3 5-15,-2 0-2 0,-1-2 2 0,2 2-5 16,-1-10 6-16,0 11-5 0,1-5 1 0,-1-6 2 16,2 8-1-16,-2-8 2 0,0 9 1 0,0-9-1 15,1 7-1-15,-1-7 1 0,0 0-1 0,4 7 0 16,-4-7 3-16,0 0-6 0,0 0 2 0,0 7 2 15,0-7 3-15,0 0-1 0,0 0 3 0,0 0-1 16,0 0 6-16,0 0-2 0,0 0 0 0,0 0 1 16,0 0-5-16,0 0 1 0,0 0-4 0,0 0-1 15,6 4 3-15,-6-4-3 0,0 0-1 0,0 0 1 16,0 0 0-16,9 2-3 0,-9-2-1 0,7 1-1 16,-7-1 4-16,12 2 0 0,-7 0-2 0,2 0 1 0,1 1 2 15,3-1-5-15,-3 0 3 0,1 1-2 16,-2 0-3-16,1-1 3 0,-2 2-3 0,2 0 2 15,1 0-2-15,-3 0 0 0,2 0 6 0,0 2-4 16,-1-1 1-16,1 2-1 0,-2 1 0 0,2-1 3 0,-1 1-5 16,-4 1 14-16,4-1-12 0,-6-1-3 15,0 1 3-15,0 0-1 0,-1 2 3 0,-1 1-5 0,0-3 4 16,-3 5 0-16,-1-3 4 0,1 2 0 16,-6 1-2-16,1 0 1 0,-2 0-2 0,2 1-2 15,1 0 1-15,-1-4 3 0,0 4-3 0,0-2 4 0,3-2-3 16,-2 0 0-16,3-1-3 0,-2-2 1 15,4 0 1-15,-3 2 0 0,5-1 0 0,-1-2-1 16,2-6 2-16,-5 12-2 0,5-5 8 0,0-7-8 16,0 13-3-16,0-13-1 0,3 13-5 0,0-7 2 0,3 1 2 15,-1 2-1-15,2 0 0 0,-1-2 2 0,3 1 1 16,0 0-3-16,-1-1 0 0,1 2 5 16,-3-1-7-16,2 0 5 0,0-1 0 0,-5 0-1 15,2-1 2-15,0 2-2 0,-1 1 4 0,-1-3-4 0,-3 4 7 16,-1 1-4-16,-3-1-1 0,0 3 6 0,-4-4-2 15,2 2-3-15,-2-1 2 0,1 1-1 0,-2-3 2 16,0 2 0-16,2-1-1 0,2-3 0 0,-4 1 1 16,3 0-2-16,2-1 1 0,-2-2-1 0,2 1 1 15,1 1 2-15,3-6 2 0,-7 10-2 0,7-5-4 16,0-5-1-16,2 12-4 0,-2-12-6 0,6 11 0 16,-2-6 4-16,1 3 1 0,2 0-4 0,-1-2-1 15,2 1-2-15,0 0 2 0,1 2 4 0,2 0-11 16,-2 1-1-16,-1 0 3 0,3 4-2 0,-5-5 6 15,0 2-3-15,-4-2 3 0,2 4-2 0,-3-3 6 16,1 2-4-16,-5 1 14 0,-1 2-9 0,-1 2 11 16,-8-4 3-16,1 1 10 0,0 1 0 0,-2-1-2 15,1-2-1-15,-1 1 0 0,4 2 1 0,-3-4-2 16,4 0-1-16,3-1-5 0,-1-1 1 0,2 3 2 16,3-3-5-16,0 1-1 0,0 3-1 0,7-2-4 15,-1 6 3-15,2-1-4 0,3 4 3 0,0-3-5 16,0 1-1-16,5 5-1 0,0 1-2 0,-1 1 1 15,0-3 2-15,-2 4 3 0,0-6-2 0,-3-1 5 16,4 6-3-16,-8-6 2 0,-2 0-3 0,4 8 3 16,-5-2-3-16,-1-6 1 0,-3 5 2 0,1-1 1 15,-7 2 1-15,0 0 3 0,0-10-1 0,1 9-5 16,-1-6 3-16,3-4 2 0,-1 2 1 0,2-5 7 16,0-1-9-16,1 0-2 0,0 2-16 0,2-2-21 15,1-1-30-15,1-9-19 0,2 17-36 0,-1-7-154 16,2-3-301-16,3 5 133 0</inkml:trace>
  <inkml:trace contextRef="#ctx0" brushRef="#br0" timeOffset="203349.87">23807 8475 42 0,'0'0'66'0,"0"0"-6"0,-1-10-12 15,1 10 3-15,-3-7-11 0,3 7 4 0,0 0 1 16,0-12-2-16,0 12-4 0,0 0-5 0,0 0-3 15,0-8-2-15,0 8-2 0,0 0-3 0,-1-10-2 16,1 10-4-16,0 0 8 0,0 0-3 0,0-11 9 16,0 11-5-16,0 0 1 0,0 0-1 0,0 0 3 15,0 0 1-15,1-8-4 0,-1 8 0 0,0 0 3 16,0 0-4-16,0 0-3 0,0 0 6 0,3-6-9 16,-3 6-9-16,0 0 1 0,0 0 2 0,0 0-5 15,0 0-4-15,0 0-4 0,0 0 1 0,0 0-1 16,0 0 1-16,0 0-1 0,0 0 13 0,1 22 1 15,3-14-1-15,-1 5-6 0,-2-1 12 0,3 4 0 16,-3 0 3-16,3 3-3 0,-2 5 6 0,2 1 2 16,-1 3 3-16,2-3-5 0,-3 3 0 0,2 0 10 15,-1 0-5-15,1 0-4 0,2 0 1 0,-4 0 3 16,1 2-14-16,1-4 8 0,1 0 3 0,-2-1-5 16,1 2 2-16,3-1-4 0,-3-7-2 0,1 5-2 15,-2-5 3-15,2 6-3 0,-1 0 7 0,-1-5-3 0,0-1 1 16,3 0-5-16,-2 0 2 0,0-1-5 0,0 0-2 15,-2-3 3-15,1 0 1 0,-2-1-8 0,2-2 3 16,-1 0 1-16,0-2 2 0,-1 0-3 16,1 1-3-16,0-5 1 0,-2 2 2 0,0-8-7 0,2 10 10 15,-2-10-7-15,1 10 0 0,-1-10 0 0,0 6 3 16,0-6-4-16,0 0 1 0,0 0 2 16,3 7 1-16,-3-7-1 0,0 0-3 0,0 0-1 0,0 0 5 15,0 0 0-15,0 0-4 0,1 6-3 0,-1-6-11 16,0 0-9-16,0 0-23 0,0 0-13 0,0 0-21 15,0 0-8-15,0 0-36 0,0 0-4 0,0 0-18 16,0 0-6-16,4-22-78 0,-4 22-240 0,5-11 106 16</inkml:trace>
  <inkml:trace contextRef="#ctx0" brushRef="#br0" timeOffset="204117.81">23908 9294 41 0,'0'0'82'0,"0"0"1"0,0 0-12 0,0 0-7 16,0 0-2-16,0 0-5 0,0 0-5 0,0 0-1 16,0 0-3-16,0 0 1 0,0 0 0 0,0 0-2 0,0 0-4 15,0 0 3-15,0 0-8 0,0 0 7 16,0 0-2-16,0 0 2 0,0 0 1 0,0 0 1 16,0 0-5-16,0 0 0 0,0 0-10 0,0 0-1 15,0 0 2-15,0 0-6 0,0 0 2 0,-10-1-4 0,10 1-2 16,0 0 3-16,0 0 5 0,0 0-5 0,0 0-5 15,0 0-1-15,0 0 2 0,0 0-7 0,0 0 0 16,0 0-1-16,0 0-4 0,0 0 4 16,0 0-2-16,0 0-2 0,0 0-4 0,0 0-1 0,25 0 4 15,-13-1 2-15,7-1-4 0,2-1 4 0,9 1-1 16,3-3-3-16,2 0 7 0,1-2-3 0,2 2 3 16,14-4-3-16,-14 2 4 0,0 2 1 0,14-4-2 15,-13 4 0-15,14-1-5 0,-13 2 5 0,14-5-3 16,-3 3-2-16,-13 2-3 0,0-1 6 0,1 2-9 15,0-2 4-15,0 1-1 0,-2 0 5 0,2 3-14 16,1-4 8-16,0 1 1 0,-1 1-1 0,12-2-3 16,2 0 8-16,-5-3-2 0,5 0 6 0,-3 4-2 15,2-3-6-15,-14 2 2 0,19-3 1 0,-6 2 0 16,4 0 1-16,-4-2 1 0,-12 4-6 0,13-3 2 16,-1 0 3-16,-13 4-4 0,14-3-3 0,-1-2-4 15,-11 3 7-15,12-4-2 0,-11 4 7 0,7-1-7 16,-9-1 0-16,0 2-7 0,13-3 9 0,-15 3 2 15,12-5 1-15,-10 3 0 0,1 1-4 0,-2 0 4 16,3 0-2-16,-3 0 0 0,0-2 3 0,0 1-6 16,1-2 1-16,-3 1-7 0,-3 0 2 0,3 1 4 15,-4 1 0-15,-1 1-4 0,-2 0 1 0,-2 2 2 16,2-6 1-16,-9 6-3 0,1 2-2 0,-3-3 1 16,-1 1-3-16,0 1 7 0,-4 0-2 0,1 0 1 15,-3 2-1-15,-1-3 2 0,-2 2-4 0,-1 0 5 16,-7 1-5-16,12-3 3 0,-12 3-1 0,10-2 4 15,-10 2-4-15,0 0-1 0,9 0 1 0,-9 0-3 0,0 0-14 16,0 0-24-16,0 0-29 0,0 0-36 0,0 0-22 16,0 0-29-16,0 0-125 0,0 0-303 15,0 0 134-15</inkml:trace>
  <inkml:trace contextRef="#ctx0" brushRef="#br0" timeOffset="204901.68">26818 8350 8 0,'0'0'103'0,"-2"-8"-1"0,2 8-15 0,0 0 5 16,0-13-11-16,0 13 11 0,0 0 4 0,-2-7 14 15,2 7-9-15,0 0-1 0,0 0-11 0,0 0-8 0,0 0-7 16,0 0-14-16,0 0-7 0,0-11-8 16,0 11-9-16,0 0-5 0,0 0-1 0,0 0-4 15,0 0-2-15,0 0-2 0,6 31 7 0,-3-15 3 0,1 3 8 16,0 7 2-16,1 2 0 0,0 1-8 0,0 3 4 15,-3 0-3-15,0 2 2 0,2 12 0 16,1 0-4-16,-1-11 0 0,2 12-4 0,0-12 2 16,2 10-3-16,-3 1-3 0,-1 4 0 0,1-2-1 0,2 1-1 15,-5-2-1-15,3 6-4 0,-3-3 1 0,0-2 0 16,0 1-5-16,0 4 3 0,-2-4-4 16,2-2-1-16,0 1 0 0,-1-3 0 0,1-11-2 15,0 2 1-15,0-3-4 0,1-1 0 0,-1-1-3 0,1 0 1 16,1-2-3-16,-2-3 3 0,2-7-2 0,-1 0 2 15,-1 0-1-15,2-3 1 0,-2 0 0 0,0-5 1 16,-1 1 0-16,2-3-7 0,1 1-6 0,-4-4-6 16,0 1-9-16,0-7-7 0,2 10-11 0,-2-10-17 15,0 9-9-15,0-9-8 0,-2 7-20 0,2-7-12 16,-10 5-29-16,4-4-21 0,6-1-112 0,-18-1-289 16,7-1 128-16</inkml:trace>
  <inkml:trace contextRef="#ctx0" brushRef="#br0" timeOffset="205618.07">26933 9271 105 0,'0'0'115'0,"0"0"-1"0,0 0-9 0,-5-6-11 15,5 6 0-15,0 0 15 0,0 0-16 16,0-7-3-16,0 7-1 0,0 0-7 0,0 0 0 16,0 0-8-16,0 0 3 0,-4-8-2 0,4 8-7 15,0 0-1-15,0 0-4 0,0 0-9 0,0 0 2 0,0 0-5 16,0 0-7-16,0 0-5 0,0 0-7 0,0 0-4 16,0 0-3-16,0 0-2 0,0 0-4 0,0 0-2 15,0 0-3-15,22 5-1 0,-11-4 3 16,8 1 5-16,3 1-5 0,8 0 0 0,3 2-2 0,3-3 0 15,0 4-1-15,-1-3-1 0,1-1-4 0,-2 1 2 16,2 2-2-16,0-3 0 0,0 0 0 0,-2 3-5 16,4-3 4-16,-5 2 1 0,4-2 3 0,-4 2-4 15,-3-1-1-15,1-3 2 0,-4 1-4 0,-5 0 2 16,-2 0 3-16,-2 0-8 0,1-1 0 0,-7 1 1 16,-2-1 2-16,1-2 0 0,-3 3 1 0,0 0 0 15,-8-1-2-15,9 0 2 0,-9 0-2 0,0 0 0 16,11-1 0-16,-11 1 1 0,0 0-1 0,0 0-4 15,10 0 4-15,-10 0-1 0,0 0 2 0,0 0-2 16,0 0-8-16,4 4 7 0,-4-4-2 0,0 0-1 16,0 0 0-16,0 0-1 0,0 0 1 0,0 0 0 15,0 0 5-15,-2 13-5 0,2-13 7 0,-8 11 3 16,6-3-2-16,-4 2-2 0,1 0 2 0,-4 3 0 16,0 1 2-16,0 2-3 0,-2-1 7 0,-3 0-4 15,6 1-2-15,-1 0-2 0,-5-1 2 0,3 2 2 16,0-2 0-16,-1 0-2 0,4-2 4 0,-1-3-5 15,-1 1 3-15,2-1-3 0,1-1-2 0,0-2-15 16,0 3-9-16,0-3-24 0,1 1-29 0,2-2-24 16,-1-2-33-16,5-4-25 0,-8 9-158 0,4-7-341 0,4-2 151 15</inkml:trace>
  <inkml:trace contextRef="#ctx0" brushRef="#br0" timeOffset="205869.72">27792 9250 61 0,'-8'-9'206'0,"2"-3"3"0,-3-2-8 16,-1 2-5-16,-3-5-11 0,2 4-7 16,-1 1-6-16,5 4-15 0,-3-2-7 0,-4-4-15 15,3 4-13-15,2 1-14 0,0 4-9 0,0-3-12 0,2 2-7 16,-2 1-13-16,4 0-2 0,-1 1-7 0,6 4-8 15,-9-6-7-15,9 6-19 0,-5-7-17 0,5 7-22 16,-7-5-25-16,7 5-23 0,0 0-31 0,-6-5-32 16,6 5-28-16,0 0-53 0,-7-5-121 0,7 5-353 15,-6-7 157-15</inkml:trace>
  <inkml:trace contextRef="#ctx0" brushRef="#br0" timeOffset="206869.87">26915 8651 47 0,'0'0'45'16,"0"0"-3"-16,0 0-7 0,0 0-5 0,0 0-2 15,4-6-4-15,-4 6-1 0,0 0 2 0,0 0 2 16,0 0 0-16,0 0-6 0,0 0 11 0,4-6 2 16,-4 6 2-16,0 0 12 0,0 0-4 0,0 0 4 15,0 0-5-15,0 0-5 0,0 0-1 0,0 0 0 16,0 0 3-16,0 0 4 0,0 0 1 0,0 0-5 15,0 0-8-15,0 0 4 0,0 0 3 0,0 0-4 16,0 0 1-16,0 0 0 0,0 0 1 0,0 0-1 16,0 0 15-16,0 0-9 0,0 0 6 0,0 0 6 15,0 0-1-15,0 0-2 0,0 0 5 0,0 0-9 16,0 0-4-16,0 0-6 0,0 0 3 0,0 0 4 16,0 0-5-16,0 0-1 0,0 0-4 0,0 0 4 0,0 0 4 15,0 0-13-15,0 0 7 0,0 0-2 0,0 0-3 16,-4-11 4-16,4 11-5 0,0 0-2 15,0 0 3-15,0 0-2 0,0 0-4 0,4-8-5 0,-4 8-2 16,3-7-3-16,1 2-5 0,1 0 0 0,2-3-2 16,0-1 1-16,6-2-1 0,3-1-4 15,-1-1 0-15,12-4-3 0,0-2 4 0,2 0-2 0,1-1-6 16,1 0 9-16,-4 3-4 0,2-3 1 0,-2 3 2 16,-2-1 0-16,3 3-3 0,-7-2-1 0,2 1 4 15,-5 4-2-15,0 0-3 0,-2 2 4 0,-1-1-2 16,-1 2-2-16,-3 0 5 0,-2 1-2 0,0 2 2 15,-4 2 6-15,1-1 8 0,-1 0-2 0,-1 2-2 16,-4 3 4-16,10-8 4 0,-10 8 1 0,6-4-3 16,-4 0-1-16,-2 4 1 0,5-6-2 0,-5 6-3 15,6-4 1-15,-6 4-4 0,5-5 5 0,-5 5-3 16,0 0-2-16,0 0-4 0,0 0 3 0,4-5-5 16,-4 5-1-16,0 0 0 0,0 0-2 0,0 0 1 15,0 0 1-15,0 0-3 0,0 0 1 0,0 0-3 16,5-4-3-16,-5 4-2 0,0 0-10 0,0 0-11 15,0 0-11-15,0 0-12 0,0 0-14 0,0 0-15 16,0 0-5-16,0 0-15 0,0 0-17 0,0 0-12 16,0 0-31-16,0 0-14 0,0 0-130 0,0 0-326 15,-14 18 145-15</inkml:trace>
  <inkml:trace contextRef="#ctx0" brushRef="#br0" timeOffset="212989.57">23704 5695 50 0,'-8'-4'51'0,"8"4"-4"0,-6-3-4 0,6 3-9 15,-8-4-2-15,8 4 6 0,-9-2 1 0,9 2 8 16,-8-3-5-16,8 3 4 0,0 0-3 0,0 0-8 16,-7-3-6-16,7 3 3 0,0 0-2 15,0 0-1-15,0 0-3 0,0 0-4 0,0 0 4 0,0 0-10 16,0 0 0-16,0 0-1 0,-7-4-1 0,7 4-2 15,0 0-5-15,0 0 0 0,0 0 4 0,0 0 8 16,26-3 2-16,-15 1 1 0,10-5 2 0,0 0 2 16,10-3-1-16,2 1 3 0,2-1-7 15,2 0 4-15,15-5 0 0,-2 3 3 0,1 0-8 0,0 1 0 16,1-2 5-16,1 0-5 0,0 3-1 0,-2-2-4 16,-1 0-7-16,1 3 7 0,1-4-5 0,0 4 0 15,0 0-6-15,-4 0-1 0,-8 4 3 0,11-3 2 16,1 0 2-16,-13 3-6 0,13 0-1 15,-2-1 3-15,-11 1-6 0,12-2 5 0,-1-4-6 0,0 2 5 16,-1 1-4-16,-11-1 3 0,0-1 0 0,14 1 3 16,-1-4-2-16,-1 1 4 0,-1-1-1 0,0 0-2 15,-11 2-2-15,11-1-2 0,-11 2 5 0,-1 0 1 16,3 0-2-16,-3 2 2 0,1-1-10 16,-2 0 10-16,0-1-3 0,-3 2-1 0,3-1 3 0,-5 2 0 15,-2-1-6-15,3 2-3 0,-3-2 2 0,0 4 4 16,-3-3-5-16,1 1 4 0,-5 3-2 0,-4 0 1 15,2-2-1-15,-1 1-2 0,2 1 2 0,-2 1 2 16,-2 2-8-16,1-2 7 0,-1 1-2 0,-2 0 3 16,-4-1-4-16,3 1 2 0,-3 0 2 0,1 1-1 15,-2-1-4-15,-1 1 3 0,1-1-1 0,-10 1-1 16,11-2 0-16,-11 2 3 0,11 0-2 0,-11 0 3 16,11 2-2-16,-11-2-2 0,0 0 0 0,11-2 1 15,-11 2 3-15,9-1 1 0,-9 1-5 0,10-1-2 16,-10 1 4-16,8 0 3 0,-8 0-3 0,14-2 1 15,-7 1-7-15,-7 1 10 0,13-1 1 0,-4-1-2 16,3 1-2-16,-2 0-9 0,1-2 0 0,1 2-3 16,1 0 19-16,-1 1-18 0,1-4 0 0,0 1 5 15,6-1-1-15,3 1 2 0,-2 0 0 0,7-2 2 16,2 0 1-16,-2 1-5 0,0 0 11 0,0 0-6 16,0 0-2-16,-7 0 5 0,3 1-3 0,-3 0-1 15,0 1-3-15,-6-1 2 0,-1 1-3 0,-1 0 3 16,-1 0 6-16,-3 0 2 0,0 1-12 0,-8 1 4 15,9 0-5-15,-9 0 13 0,10-2-5 0,-10 2-1 16,7 0 6-16,-7 0-4 0,0 0-5 0,0 0 2 16,12 0-3-16,-12 0 2 0,0 0 9 0,0 0 2 15,0 0-2-15,8-2-10 0,-8 2 6 0,0 0 0 16,0 0 1-16,0 0 0 0,0 0 4 0,0 0-1 16,0 0 0-16,0 0 0 0,0 0 5 0,0 0-4 15,0 0 0-15,7-2 12 0,-7 2-5 0,0 0-10 16,0 0-8-16,0 0 2 0,0 0 5 0,0 0 3 15,10-2-7-15,-10 2-1 0,0 0 7 0,0 0-14 16,8-1 15-16,-8 1-5 0,0 0-6 0,9 0 8 16,-9 0-1-16,0 0-7 0,0 0 7 0,0 0-5 15,0 0 9-15,11 1-4 0,-11-1 1 0,0 0 0 16,0 0-6-16,0 0 6 0,0 0-3 0,9 0 0 16,-9 0 0-16,0 0-1 0,0 0 3 0,0 0-2 15,0 0 5-15,0 0-7 0,0 0-3 0,13-1 6 16,-13 1 2-16,9-1 0 0,-1-1-7 0,-8 2 5 15,11 0-2-15,-11 0 4 0,14-2 3 0,-14 2-11 16,10-2 5-16,-10 2 2 0,7 0-2 0,-7 0 2 16,0 0-15-16,0 0 21 0,9-3-19 0,-9 3 20 15,0 0 4-15,0 0 4 0,0 0 2 0,0 0 1 16,10 0 6-16,-10 0 6 0,0 0-3 0,0 0-13 16,0 0 5-16,0 0 3 0,0 0-2 0,0 0-5 15,0 0 3-15,0 0-6 0,0 0-3 0,0 0-2 16,0 0-9-16,0 0 11 0,0 0-6 0,0 0 0 15,0 0-3-15,0 0-16 0,0 0-18 0,0 0-14 16,0 0-23-16,0 0-15 0,0 0-7 0,0 0-5 16,0 0-8-16,0 0-101 0,0 0-222 0,0 0 99 15</inkml:trace>
  <inkml:trace contextRef="#ctx0" brushRef="#br0" timeOffset="-214297.22">27061 4977 38 0,'0'0'91'15,"0"0"-6"-15,0 0 8 0,0 0-9 0,0 0-1 16,0 0-8-16,0 0-12 0,0 0 15 0,0 0-5 0,0 0-5 16,0 0-13-16,0 0-4 0,0 0-5 15,0 0-5-15,0 0-6 0,0 0-2 0,0 0-9 16,0 0-4-16,0 0-2 0,0 0-4 0,0 0 3 16,0 0-4-16,0 0 0 0,0 0-3 0,0 0 1 15,0 0-5-15,0 0 0 0,5 23 0 0,-4-16 4 16,2 4 2-16,-1-1-6 0,2 0-4 0,-1 2 14 15,-1-1-12-15,2 1 5 0,1 4 2 0,-2-2-4 16,3 2 0-16,-4-4-1 0,5 3 8 0,-3 2 0 16,2-1 1-16,-2 0-2 0,2 0 5 0,-3 0-2 15,1 2 4-15,0 0 3 0,1 1-2 0,0-2-2 0,-5 2 2 16,4-1 4-16,-1 6-7 0,-1-5 9 16,2 0-10-16,-2-2 2 0,2 0 5 0,-3 1-10 15,3-2 2-15,-2 4-8 0,0-2-2 0,3-1 3 16,-2 3-5-16,-1-1 10 0,0 6-9 0,0-6 13 15,0 0 2-15,1 0-2 0,-1-2-8 0,0 0 0 0,-2-1-2 16,0 1-2-16,0-1 4 0,0-2-3 16,4 2-1-16,-4-1 2 0,2-3-11 0,0-1 4 15,0 1 3-15,-2-1 1 0,4-2-2 0,-4 3-1 16,2-3-3-16,0 1 9 0,2 1 1 0,-3-2-4 16,3 0 2-16,-4 1-2 0,4-3-2 0,-4 1 1 15,4 1-3-15,-3-1 1 0,1-3-1 0,1 3-1 16,1-2 3-16,-4-6-4 0,2 11 3 0,1-7-3 15,-3-4 4-15,2 8 4 0,-2-8-4 0,2 8-2 16,-2-8 1-16,2 7 3 0,-2-7-6 0,0 0 7 16,2 5-4-16,-2-5 1 0,0 0 0 0,0 0 2 0,0 0-5 15,3 6 2-15,-3-6 4 0,0 0-4 16,0 0 2-16,0 0 0 0,2 6 6 0,-2-6-11 16,0 0 2-16,0 0-1 0,0 0-1 0,0 0 2 15,0 0 2-15,0 0-6 0,0 0 6 0,0 0-1 16,0 0-1-16,0 0-3 0,0 0-2 0,0 0 2 0,0 0 1 15,0 0-1-15,0 0 4 0,0 0 0 0,14-2-3 16,-14 2-2-16,10 0 3 0,-10 0 0 16,13 2 0-16,-5-1 0 0,-8-1 3 0,13 1-8 15,-6 1 6-15,2-1 0 0,0 2-3 0,0-1 4 16,-3 0 1-16,2 2-7 0,-1-1 3 0,-1-1 0 16,0 1-2-16,-1 3 2 0,0-1 5 0,1 0-5 0,-3 0 0 15,1 0-1-15,0 1-3 0,-2 0 2 16,-2-6 1-16,3 12 1 0,-3-2 1 0,-2-3 1 15,1 3 1-15,-3-2-4 0,2 1 4 0,-4 0 1 16,1 1 0-16,-2-3-3 0,4-1 3 0,-1 0-1 0,-2 5 0 16,1-3-6-16,-1 1 3 0,4-3 2 15,-4 0-3-15,4 3-1 0,-2-3 6 0,4 1-6 16,0-7 0-16,-3 12 6 0,2-2-2 0,1-3-3 16,0-7-4-16,0 16 10 0,4-8-1 0,0-1-3 15,-2 2 1-15,4 2 3 0,0 0-3 0,0-1-2 16,-1-1 4-16,4 6 2 0,-2-3-5 0,0 2 2 0,1-4-1 15,-3 2-3-15,-1 2 6 0,2-2-4 16,-2-1-2-16,0 4 5 0,-2-3-3 0,0 1-1 16,-2-3-4-16,0 6 10 0,-4-3-6 0,2-2 6 15,-2 1-6-15,-1 4-1 0,-5-3 3 0,4 0-1 16,-3 0 3-16,0-3-3 0,2 0 2 0,1-1-5 0,2 0 3 16,-1-1-1-16,1-1 1 0,-2 1 1 15,4 1-3-15,0-2 1 0,4 2 4 0,-4-1-6 16,2-8 6-16,4 15-7 0,2-8 3 0,-4 1 3 15,2-2 0-15,2 3-6 0,-1-2 2 0,1 3-1 16,2-2 4-16,-1-1-3 0,-1 3 2 0,3-3 1 0,0 1-1 16,-4-1-4-16,3 0 0 0,-3 1 2 15,-1 1 0-15,2 0-3 0,-2-4 9 0,-4-5-3 16,6 11 0-16,-6-11-4 0,3 13 3 0,-3-1 2 16,0-12 1-16,0 20-6 0,-2-11 2 0,2-9-3 15,-1 22 4-15,1-12-2 0,-4 1 3 0,4 4-4 0,0 0 8 16,-2 2-5-16,2-6 1 0,0 2-1 15,0 0-5-15,0 5 4 0,2 0-4 0,-2 0 1 16,5 2 4-16,-1-1 0 0,0 0 0 0,3 0 1 16,-2 0-2-16,4 7 4 0,1 2 1 0,-7-9-4 15,8 6-4-15,-6-3 1 0,3-3 1 0,-1 5-5 0,1-1 0 16,-2-4-2-16,-1-1 8 0,1-1 1 0,0 2 1 16,-1 7-1-16,-2-8-5 0,3 7 3 15,-5-4-2-15,3-1-2 0,-4 3 1 0,4-3 4 16,-3-1 4-16,3-1-5 0,-4 6 4 0,4-2-3 15,-2-3 5-15,1 4 0 0,-1-4-2 0,1 0 4 0,-1-2-9 16,0 0 5-16,0 1-6 0,0-2 0 0,0 0 3 16,1 1 1-16,-1-7-3 0,0 4 5 15,0-3-5-15,1 1 3 0,-2-2 8 0,0 1-11 16,1 1 12-16,1-1-11 0,-1 1-2 0,-2-2 1 16,2 3 5-16,-1-2-7 0,-1 0 8 0,0 0-4 15,0-1-6-15,0-10 12 0,0 21-2 0,0-14 0 0,0-7 3 16,-3 19-6-16,3-12-1 0,0-7-1 0,-5 13-4 15,5-13 5-15,0 12 2 0,0-12-2 0,-2 13 1 16,2-13-3-16,-2 10 2 0,2-10 1 16,-1 9-1-16,1-9-11 0,0 0 8 0,-4 10 8 15,4-10-3-15,0 0 1 0,0 0 3 0,0 0 0 0,0 0-4 16,0 0 2-16,0 0 1 0,0 0-3 0,0 11 2 16,0-11 1-16,0 0-1 0,0 0-2 15,0 0 2-15,0 0 0 0,0 0 2 0,0 0-3 16,0 0 7-16,0 0-4 0,0 0 1 0,0 0-2 15,0 0 2-15,0 0 4 0,0 0-10 0,0 0 3 0,-7 6-3 16,7-6-3-16,0 0 1 0,0 0-4 0,0 0 0 16,0 0-4-16,-18-1 1 0,18 1 0 0,-10 3-2 15,10-3 4-15,-14 3 2 0,7-1 0 0,-4 0-4 16,0 4 8-16,2-2-4 0,-3 1 1 16,2-2-1-16,0 1-3 0,1 1-1 0,2-1-8 0,7-4-12 15,-13 8-6-15,2-3-15 0,11-5-16 0,-13 9-22 16,5-4-17-16,-1-2-19 0,-1 4-103 15,10-7-245-15,-21 7 109 0</inkml:trace>
  <inkml:trace contextRef="#ctx0" brushRef="#br0" timeOffset="-213688.25">27631 6325 61 0,'0'-10'140'0,"0"10"-5"0,-4-10-19 0,4 10 0 0,-3-9-2 16,3 9-13-16,-2-7-6 0,2 7-3 16,0 0-15-16,-4-10-5 0,4 10-11 0,0 0-5 15,0 0-14-15,0 0-2 0,0 0-6 0,0 0-1 0,0 0-9 16,0 0-3-16,0 0-2 0,0 0-1 0,-2 32-2 15,2-16 5-15,2 1-2 0,-2 9 1 0,0-3-7 16,0 2 4-16,2-2-4 0,-2-4 7 16,0 2-2-16,2-2-3 0,-2 0 1 0,0 0-2 0,0-2-2 15,0 1 1-15,0-5-7 0,1-3 3 0,-1 0 2 16,1 3-4-16,-1-3-1 0,0 0-11 0,2-2-28 16,-2-1-14-16,1 0-21 0,-1-7-20 0,2 9-7 15,-2-9-13-15,0 9-6 0,0-9-83 0,0 0-211 16,0 0 94-16</inkml:trace>
  <inkml:trace contextRef="#ctx0" brushRef="#br0" timeOffset="-213298.99">27672 6265 37 0,'3'-8'128'0,"0"1"-6"16,0 0-7-16,1 2-19 0,-1-2-3 0,0 1-10 15,2 0-13-15,0 1-6 0,0 2-7 16,-5 3-7-16,11-5-7 0,-11 5-2 0,10 0-4 16,-10 0-6-16,10 5-3 0,-4-2 0 0,-3 2-4 0,3 0 3 15,-3 2-8-15,-1 0 1 0,2 2-3 0,-4-2 0 16,0 4 5-16,0-2-2 0,0 3 4 16,-2 1-4-16,-5-2 0 0,-1 1-7 0,-4 2 3 15,3-3 2-15,0-2-5 0,-1-1-6 0,-2 0 5 0,3-1-5 16,1 0 2-16,0-1 5 0,1-2-7 0,1-1 5 15,0 0 1-15,6-3-4 0,-8 4-2 0,8-4-2 16,-7 3 4-16,7-3-4 0,0 0 2 0,0 0-6 16,-7 3 3-16,7-3-8 0,0 0 1 0,0 0 0 15,0 0 1-15,0 0-1 0,0 0 2 0,10 13-1 16,-6-7 3-16,4-2-7 0,0 1 6 0,1 1 2 16,4 0-3-16,-2-1 0 0,1 2 5 0,4 0-7 15,-1 1 10-15,4 0-19 0,-1-2-13 0,-3 1-17 16,7 1-34-16,-4-3-31 0,2 0-104 0,-3 0-228 15,3-3 100-15</inkml:trace>
  <inkml:trace contextRef="#ctx0" brushRef="#br0" timeOffset="-213000.22">28156 6464 140 0,'-6'-12'158'0,"6"12"-12"0,0 0-9 0,-10-6-8 0,10 6-14 15,-10 0-7-15,10 0-14 0,-11 1-4 0,11-1-13 16,-13 4-5-16,3 1-9 0,2 0 4 0,-1 4-10 16,-1 0-8-16,-1 5-8 0,4-1 3 15,-2 0-5-15,3-1-7 0,1-2-1 0,0 2-1 16,2-1-5-16,2 1 2 0,1-2-2 0,1 1-1 0,4 0-6 15,-2-1 2-15,4-1-5 0,5 0 3 0,2 0-8 16,3-4-19-16,3 1-25 0,2-1-18 0,5-3-35 16,3-1-29-16,0-1-23 0,-4 0-105 0,-4-3-265 15,-2-1 117-15</inkml:trace>
  <inkml:trace contextRef="#ctx0" brushRef="#br0" timeOffset="-210634.75">28629 6228 30 0,'0'0'161'0,"0"0"-3"0,0 0 1 0,0 0-9 15,0 0-6-15,0 0-2 0,0 0-11 0,0 0-6 16,-14-21-15-16,14 21 0 0,0 0-7 0,-3-10-8 15,3 10-7-15,-4-5-9 0,4 5-2 0,-1-7-5 0,1 7-5 16,0 0 1-16,0-10-14 0,0 10-4 0,0 0-5 16,-1-8-6-16,1 8-6 0,6-6-4 0,-6 6-6 15,13-5 2-15,-5 1-5 0,-1 2-6 16,0-1-4-16,-7 3 0 0,12 0-4 0,-12 0 2 0,12 2-2 16,-3 1-6-16,-5 1 3 0,2-1-1 0,-6-3-2 15,4 11 0-15,0-5 3 0,-2 0 2 0,-2 4-2 16,0-10-2-16,-2 17-1 0,-2-7 2 0,1 2 13 15,-3-2 1-15,1-1 1 0,-3 0-3 16,-1 1-2-16,-1-2-1 0,4-1 3 0,-2-2-6 0,2 3 4 16,0-3-2-16,-1-1-5 0,2 1 2 0,5-5 2 15,-9 7-3-15,5-5-2 0,4-2 8 0,-5 5-9 16,5-5 0-16,-7 3 0 0,7-3-2 0,0 0 2 16,0 0-6-16,0 0-5 0,-5 7 1 15,5-7 0-15,0 0 1 0,0 0 1 0,0 0-3 0,8 10 5 16,0-8-1-16,-3 2-4 0,1 0-8 0,3 0-15 15,-1 1-11-15,5 1-12 0,-3-3-29 0,1 3-15 16,1 0-17-16,2-2-19 0,-1 2-21 0,-1-2-22 16,2-1-104-16,-5 1-303 0,-1-2 135 15</inkml:trace>
  <inkml:trace contextRef="#ctx0" brushRef="#br0" timeOffset="-210445.73">28887 6299 5 0,'0'-6'214'0,"0"6"-6"0,0 0-11 16,0 0-16-16,0 0-8 0,0 0-25 0,2-7-18 15,-2 7-10-15,0 0-15 0,0 0-20 0,0 0-28 16,0 0-30-16,0 0-19 0,0 0-22 0,0 0-26 16,0 0-22-16,0 0-13 0,0 0-27 15,11 13-17-15,-11-13-89 0,5 6-225 0,-5-6 100 0</inkml:trace>
  <inkml:trace contextRef="#ctx0" brushRef="#br0" timeOffset="-210115.01">29061 6104 74 0,'0'0'120'0,"10"-4"-13"16,-10 4-10-16,0 0-3 0,18 4-9 0,-18-4-2 15,11 7 0-15,-4 0-1 0,-1 0-8 0,-1 2-1 16,2 1 4-16,-5 0-1 0,1 0-8 0,-2 0-3 16,-1 1-9-16,-1-3-2 0,-1 4-2 15,-3 0-8-15,0-1 1 0,-1-1-3 0,-1-1-9 0,2-3 0 16,1 2-1-16,-1-2-8 0,0-3 4 16,5-3 1-16,-6 8 4 0,6-8 4 0,-4 4-2 15,4-4-3-15,0 0 3 0,-4 6-2 0,4-6-3 0,0 0 1 16,0 0-7-16,0 0-5 0,0 0-2 0,0 0-4 15,0 0-6-15,0 0 9 0,0 0 3 0,7 9-8 16,-7-9-16-16,14 2-8 0,-8-1-16 0,7 0-11 16,-2-1-23-16,2 2-6 0,6 0-25 15,1-1-25-15,-1-1-22 0,0 4-118 0,-6-3-279 0,4-1 124 16</inkml:trace>
  <inkml:trace contextRef="#ctx0" brushRef="#br0" timeOffset="-209875.62">29457 6061 146 0,'0'0'212'0,"2"-10"-16"0,-2 10-16 16,0 0-28-16,0 0-19 0,0-7-15 0,0 7-13 16,0 0-14-16,0 0-7 0,0 0 0 0,4 31-6 15,-4-15-2-15,1-5-8 0,1 6 6 0,-1 1-7 16,2-1-6-16,-2-1-7 0,0 0-1 0,2 0-7 15,-2 0-1-15,0-2-8 0,1-1 4 0,0-1-23 16,-2 0-22-16,0-2-25 0,2 2-47 0,-1-1-40 16,-1-2-37-16,-1 2-30 0,-2-2-94 15,-1-2-299-15,4-7 133 0</inkml:trace>
  <inkml:trace contextRef="#ctx0" brushRef="#br0" timeOffset="-209627.18">29655 6041 116 0,'0'0'159'0,"5"-5"-19"0,-5 5-10 15,0 0-13-15,0 0-8 0,0 0-4 0,0 0-7 16,-25 17-8-16,16-7-11 0,-3 0-6 0,-1 2-3 16,4 2-8-16,2-8-2 0,0 3-2 15,1-2-6-15,2 1-4 0,0 1 0 0,2-3-9 0,-1 0-1 16,3-6-1-16,-1 10-7 0,1-10-3 0,5 12 4 15,0-8-3-15,3 3-4 0,3-2-3 0,0 2 4 16,1-3-7-16,1-1-19 0,5 4-28 0,1-5-21 16,-1 1-50-16,-1 0-22 0,0-1-150 15,0 0-295-15,-3-1 131 0</inkml:trace>
  <inkml:trace contextRef="#ctx0" brushRef="#br0" timeOffset="-209234.85">29940 6241 180 0,'0'0'180'0,"6"-7"-22"0,-3 2-12 16,1-1-19-16,0 0-3 0,1 0-2 0,-3-1 7 16,1 0-4-16,1-2-15 0,-2-3-14 15,2 3-3-15,-3-4-3 0,-1 3 3 0,0-1-7 0,-1 2-13 16,1-4-5-16,0 2-9 0,-1 2 1 0,1 0-3 15,0-3-6-15,-1 2-6 0,2 0-3 0,0 2-8 16,2 0 1-16,-3 8-9 0,5-9-4 0,-5 9-6 16,3-7-3-16,1 2-1 0,-4 5-4 0,12-5-4 15,-3 3 2-15,0 2-3 0,-9 0-2 0,15 4-1 16,-3 1-4-16,-5 0 0 0,0 3 4 0,-2-2-4 16,4 1 3-16,-4 2 0 0,-1-3 0 15,-2 5-1-15,2 0 5 0,-3-2-4 0,1 3 0 0,-1-1 3 16,0 0-2-16,-1 0 1 0,2-2 0 0,-2 0-1 15,2 0-3-15,2-2 1 0,-2-1 2 0,2-2 1 16,3 2-4-16,0 1-9 0,6-3-9 0,0 0-15 16,3 3-21-16,1-5-19 0,1-1-17 0,0-1-23 15,1-1-31-15,-1-3-29 0,-1-1-115 0,-6 1-314 16,2-1 140-16</inkml:trace>
  <inkml:trace contextRef="#ctx0" brushRef="#br0" timeOffset="-206042.87">21904 7410 32 0,'-9'-6'120'15,"9"6"-4"-15,-6-8-7 0,2 5 1 0,4 3 2 16,-5-6 3-16,5 6-6 0,0 0-3 0,-3-9-5 15,3 9-9-15,0 0-7 0,0 0-10 0,0 0-13 16,0 0-10-16,0 0-5 0,0 0-7 0,0 0-3 16,0 0 0-16,0 0-9 0,0 0-3 0,0 0-2 15,7 28-6-15,-6-17 0 0,0 1-3 0,2 3 5 16,-1 1-5-16,0-6-2 0,-1 2-1 0,0 1 4 16,1-1-7-16,0-1 1 0,-1 0 1 0,3-2 1 15,-1 0-4-15,1-1-2 0,1 0 2 0,0 1 0 16,0-3-1-16,0 3-7 0,0-6 9 0,3-1 1 15,-2 2-3-15,1 0 5 0,-1-3-9 0,2 1 2 16,-8-2 0-16,16 0 0 0,-7 0 2 0,3-2 5 0,-6 0-2 16,3-4 1-16,-1 1-2 0,-1-4-6 15,1 2 12-15,-2-4-8 0,1 3-4 0,-1-3-1 16,1 2 1-16,-2-4 3 0,-1 3 12 0,-1-1 0 16,1 0-3-16,-1 1 0 0,-2 4 3 0,0-1 3 0,2 2 3 15,-3 5 4-15,2-10-2 0,-2 10-4 16,3-8 1-16,-3 8-8 0,0 0-3 0,1-7 0 15,-1 7-5-15,0 0-6 0,0 0 3 0,0 0 1 16,0 0-2-16,0 0-2 0,4 22 2 0,-3-12-2 0,1 2 2 16,-2 2 0-16,2 2 2 0,0-1-2 15,-1 0 0-15,1 1-2 0,-2-6 2 0,2 2-2 0,-1 4 0 16,2 1 3-16,-3-5-1 0,1-2 2 16,0 0-2-16,0 2 2 0,3-1 0 0,-3-1-2 0,2 1-8 15,-2-1-15-15,2 0-12 0,1 2-25 0,-2-2-14 16,1 0-23-16,1-1-26 0,-2-2-26 0,0-1-137 15,-2-6-305-15,2 15 135 0</inkml:trace>
  <inkml:trace contextRef="#ctx0" brushRef="#br0" timeOffset="-205534.22">22408 7317 132 0,'0'0'143'16,"0"0"-15"-16,0 0-5 0,0 0-10 0,0 0-7 16,0 0-13-16,-4-7-8 0,4 7-9 0,0 0-5 15,0 0-10-15,0 0-9 0,0 0-7 0,0 0 4 16,0 0-6-16,0 0-11 0,14-4-3 0,-14 4 3 15,10 0-4-15,-3-2 0 0,-7 2-5 0,15-1 2 16,-7 0-8-16,-1-1 3 0,2 1-2 0,3-1 0 16,-2 1 1-16,1-2-7 0,-2-1 8 0,2 4-4 15,0-2-2-15,-5 1-5 0,-6 1 10 0,13-3-11 16,-13 3 2-16,12 0-4 0,-12 0 0 0,10 3-1 16,-10-3 0-16,0 0-2 0,9 0-2 0,-9 0-5 15,0 0 6-15,8 0-2 0,-8 0 5 0,0 0-2 16,6 7-5-16,-6-7 7 0,3 6 0 0,-3-6 9 15,2 12-1-15,-2-4 2 0,0 1-2 0,1 4 10 16,-1-2-3-16,0 4 0 0,0-1 2 0,-1 2-1 16,0 2 1-16,-2-1 1 0,2 0 12 0,0 1-2 0,-2 1-6 15,2-2 2-15,0-5-5 0,1 1-3 16,-2 0-2-16,2-3 0 0,-1 0-4 0,1 3-1 16,1-4-3-16,-1 3 7 0,0-2-9 0,2-1 3 15,-1-1-17-15,-1 2-10 0,1-4-19 0,-1-6-20 0,0 13-13 16,1-7-28-16,-1-6-2 0,3 12-30 0,-3-7-15 15,0-5-15-15,1 8-86 0,-1-8-263 16,0 0 116-16</inkml:trace>
  <inkml:trace contextRef="#ctx0" brushRef="#br0" timeOffset="-205362.25">22537 7515 56 0,'0'0'118'0,"0"0"-4"15,0 0-11-15,0 0-10 0,0 0-6 0,0 0-13 0,5-9-7 16,-5 9-5-16,9-2-5 0,-9 2-11 0,14 0-17 16,-6-1-21-16,1 1-16 0,3-2-15 0,0 2-24 15,1-2-18-15,1 0-64 0,-3 1-139 16,7-2 61-16</inkml:trace>
  <inkml:trace contextRef="#ctx0" brushRef="#br0" timeOffset="-205053.13">22838 7276 64 0,'0'0'169'0,"0"0"-13"0,0 0-11 16,0 0-22-16,0 0-11 0,-3-8-14 0,3 8-16 15,0 0 2-15,0 0-16 0,0 0-1 0,6 27 0 16,-4-16 4-16,2 2-3 0,-2 3 0 0,-1 0-3 16,1 1-1-16,2 0-7 0,0-2-7 0,-2-2-2 15,-1-2 0-15,1 2-9 0,2-1 3 0,-3 0-8 16,2-1-3-16,-2 2-2 0,0-3 0 0,1-1-8 16,0 2-9-16,0-2-18 0,-1-2-23 0,1 1-24 15,0 2-18-15,-1-2-25 0,0-2-8 0,1 1-24 16,-2-7-20-16,1 11-82 0,-1-11-248 0,0 0 110 15</inkml:trace>
  <inkml:trace contextRef="#ctx0" brushRef="#br0" timeOffset="-204784.61">22988 7310 64 0,'0'0'119'0,"-1"-8"-10"0,1 8-7 16,0 0-12-16,0 0-3 0,0 0-10 0,0 0 4 15,0 0-7-15,0 0-5 0,-18 20-8 0,9-13-3 16,1 2-7-16,0 1-5 0,1-4-1 0,-3 1-10 16,5 2-2-16,-3-5 1 0,4 3-2 0,0-3-5 15,4-4-12-15,-6 7 8 0,2-4-5 0,4-3 0 16,-3 8-1-16,3-8 2 0,0 0-7 0,2 11-2 16,-2-11-2-16,9 8 8 0,-3-2-8 0,2-1 2 15,2 1-6-15,3 0 7 0,-2-1-3 0,8 0-2 16,-1 1-8-16,3-2-19 0,-2 1-17 0,3-3-28 15,-1 0-17-15,6 1-22 0,-5-3-92 0,-4 0-214 0,1 0 94 16</inkml:trace>
  <inkml:trace contextRef="#ctx0" brushRef="#br0" timeOffset="-204364.86">23332 7404 71 0,'5'-7'147'16,"-5"7"1"-16,4-5-16 0,-4 5-11 0,6-10-9 0,-3 4-14 16,-1 0-6-16,2 1 9 0,-1-2 2 0,0 1 2 15,-3-3-6-15,3 2-12 0,-3-2-13 16,1-1-5-16,-1-1-5 0,0 0-4 0,0-1-6 16,0 3-4-16,-2-4-8 0,-1 2-2 0,-1-5-12 15,1 0 5-15,1 4-4 0,2-1-6 0,-1 3 1 0,0-2-9 16,-1 0 2-16,1 2-3 0,1-3 0 15,0 4-5-15,0 0 1 0,0 9-5 0,1-12-1 16,-1 12-4-16,2-9 6 0,-2 9-6 0,7-9-2 16,1 7 3-16,2-1-2 0,1-2 2 0,1 5-4 0,0 0-7 15,0 1 7-15,-1 3-5 0,0 0 2 0,-1 2 1 16,-1 1 2-16,0 1 0 0,-2 1-4 16,-1 3 4-16,-1 0-4 0,-1 4 5 0,-1 0 1 0,-2-3 1 15,-2 3 2-15,-2-5-4 0,-1 8 1 0,0-8 0 16,2 1 6-16,-3 0-3 0,2-2-7 0,2-1 4 15,-2-2-1-15,2-1-3 0,1-6 5 0,-1 12-2 16,1-12 3-16,2 11-7 0,4-6 1 16,-3-1-6-16,6-2-23 0,1 3-26 0,6-4-16 15,3-3-38-15,1 0-33 0,1-1-116 0,-2-2-285 0,3-1 127 16</inkml:trace>
  <inkml:trace contextRef="#ctx0" brushRef="#br0" timeOffset="-203453.69">24288 7088 30 0,'-3'-13'177'0,"-2"7"1"16,5 6-2-16,-2-10-3 0,2 10-5 16,-3-8-10-16,3 8-11 0,-1-7-12 0,1 7-15 15,0 0-18-15,-3-7-16 0,3 7-5 0,0 0-15 0,0 0-7 16,0 0-6-16,0 0-6 0,0 0-6 0,0 0-1 15,1 26-2-15,1-16-4 0,-1 3-4 0,0 3-3 16,1-1-2-16,-1 0-3 0,0 3 0 16,0-1-2-16,-1-2-5 0,4-4 0 0,-3 5 1 0,1-1-6 15,0-3-19-15,-1-1-16 0,-1 0-19 0,2 1-19 16,-2-2 4-16,2-1-26 0,-2 1-21 16,3-3-21-16,-3 0-17 0,1 0-16 0,-1-7-89 0,-1 13-268 15,1-13 118-15</inkml:trace>
  <inkml:trace contextRef="#ctx0" brushRef="#br0" timeOffset="-203102.9">24313 6963 40 0,'7'-4'103'0,"-2"-1"-5"0,1 1 3 0,1 1-9 16,-7 3-10-16,13-1-7 0,-13 1-16 0,13 4-3 15,-6 0-5-15,-3 1-4 0,2-1-2 0,-1 3-2 16,-1 1 2-16,0-1-3 0,-2 4-5 0,-2-1 0 16,2-2-6-16,-4 3-2 0,0-1 2 0,-2-3-4 15,-1 4 6-15,-2-4-2 0,0 1-6 0,0-1-4 16,1-3 1-16,1 3-2 0,0-5-4 16,-2 2-1-16,7-4 1 0,-7 7 2 0,2-6-11 0,5-1 3 15,-6 5-1-15,6-5 1 0,0 0-3 0,-10 3 3 16,10-3 0-16,0 0-9 0,0 0 1 0,-4 5-6 15,4-5 2-15,0 0 8 0,2 12-2 0,-2-12-7 16,1 11 0-16,3-5 6 0,0 3-2 0,1 1 6 16,1-1-6-16,-1 1-15 0,3-3-22 0,2 5-4 15,0-5-14-15,0 1-19 0,1 1-7 0,0-3-18 16,2 2-81-16,-3-2-193 0,3-2 86 0</inkml:trace>
  <inkml:trace contextRef="#ctx0" brushRef="#br0" timeOffset="-202936.69">24646 7180 141 0,'0'0'202'16,"5"-6"-7"-16,-5 6-18 0,0 0-18 0,0 0-15 15,0 0-16-15,3-5-15 0,-3 5-15 0,0 0-12 16,0 0-10-16,0 0-6 0,0 0-7 0,4 14-7 16,-4-14-2-16,0 17-15 0,2-7-25 0,0 3-30 15,-2-1-39-15,1 0-32 0,2 5-31 0,-2-2-139 16,-1 2-278-16,0-5 123 0</inkml:trace>
  <inkml:trace contextRef="#ctx0" brushRef="#br0" timeOffset="-200326.97">23912 9263 45 0,'0'0'52'0,"0"0"1"0,0 0 2 15,0 0-7-15,0 0 1 0,0 0-1 0,0 0 2 16,0 0-6-16,0 0-7 0,-1-9 2 0,1 9 1 16,0 0-13-16,0 0 11 0,0 0-5 0,0 0 1 15,0 0 0-15,0 0 6 0,0 0-8 0,0 0-12 16,0 0 7-16,0 0 1 0,0 0 4 0,0 0-3 0,0 0-9 15,0 0 8-15,5-8-2 0,-5 8-12 16,0 0 11-16,0 0-3 0,0 0 4 0,0 0-6 16,0 0-12-16,0 0 17 0,0 0-7 0,0 0 3 0,0 0-1 15,0 0-3-15,0 0 0 0,0 0 6 0,0 0-6 16,0 0-7-16,0 0-1 0,0 0 2 0,0 0-2 16,0 0 0-16,0 0-4 0,0 0-2 0,0 0 12 15,0 0-14-15,0 0 15 0,0 0-14 0,0 0-12 16,0 0 15-16,0 0-8 0,0 0 3 0,0 0 5 15,0 0-7-15,0 0-2 0,0 0 2 0,0 0-1 16,0 0 1-16,0 0 4 0,0 0-2 0,0 0 3 16,0 0 0-16,0 0 4 0,0 0-11 0,0 0 10 15,0 0-9-15,0 0 0 0,0 0-13 0,0 0-6 16,0 0-6-16,0 0 5 0,0 0-1 0,0 0-5 16,0 0-1-16,0 0 6 0,0 0 2 0,0 0 6 15,0 0 1-15,0 0 7 0,0 0-5 0,0 0-5 16,0 0 5-16,0 0 3 0,0 0 1 0,0 0-1 15,0 0 15-15,0 0-7 0,0 0 9 0,9-1-3 16,-9 1 1-16,0 0 10 0,0 0-4 0,0 0-6 16,0 0 4-16,0 0 6 0,2-6-16 0,-2 6 9 15,0 0-1-15,0 0 15 0,0 0-17 0,0 0 4 16,0 0-1-16,0 0 3 0,0 0-9 0,2-10 5 0,-2 10-3 16,0 0 0-16,0 0-7 0,0 0 9 0,0 0-6 15,0 0 6-15,0 0-7 0,0 0-1 0,0 0-4 16,0 0 4-16,1-7-4 0,-1 7 9 15,0 0-3-15,0 0-3 0,0 0 9 0,0 0-14 0,0 0 13 16,0 0-4-16,0 0-4 0,0 0 13 0,0 0-14 16,0 0 5-16,4-5 9 0,-4 5-1 0,0 0 1 15,0 0 0-15,0 0 2 0,0 0-9 0,0 0 6 16,0 0-6-16,0 0 9 0,0 0-5 0,0 0-2 16,0 0 0-16,0 0 0 0,0 0 0 0,0 0-3 15,0 0-3-15,0 0-7 0,0 0 11 0,0 0-8 16,0 0 1-16,0 0-4 0,0 0 17 0,0 0-10 15,7 19-6-15,-2-13 1 0,-2 3 7 0,-1 0 4 16,1 2-5-16,1 0 6 0,-1 4 5 0,0 3-2 16,1-1 2-16,-1 1-9 0,-1 1 15 0,3 0 0 15,-2 5-9-15,-1 1 1 0,1-1 2 0,1-4-5 16,-2 3 2-16,0-2 8 0,-1-4 2 0,2 2-2 16,-3 1 2-16,2-2 0 0,1 0 4 0,-2 0-3 15,-1-1 7-15,0-1-13 0,1-1-1 0,-1 1 0 16,0-3 1-16,3-1 1 0,-3-3-5 0,1 3 8 15,-1-3-9-15,1 1 2 0,-1-1 4 0,0 1-1 16,0-2 4-16,0-8-9 0,2 12 6 0,-2-12-1 16,0 10-7-16,0-10 0 0,0 9 5 0,0-9-5 0,0 6 3 15,0-6 4-15,0 0-11 0,0 0 2 0,1 8 1 16,-1-8-4-16,0 0 0 0,0 0 1 16,0 0 0-16,0 0-2 0,-1 10 6 0,1-10 0 15,0 0-5-15,0 0 0 0,0 0 1 0,0 0 3 0,1 9-7 16,-1-9 7-16,0 0-3 0,0 0-2 15,0 0 0-15,1 6 3 0,-1-6-3 0,0 0 5 16,4 6-6-16,-4-6 8 0,4 4-8 0,-4-4 13 16,4 6-13-16,-4-6 2 0,4 5 4 0,-4-5-8 0,6 9 9 15,-1-6-4-15,0 0 0 0,0 1-1 0,-5-4 3 16,9 9-1-16,-4-4-3 0,2-3 0 0,-1 2 1 16,2 1 1-16,0 2-3 0,-2-3 3 15,3 2-3-15,-2 1 0 0,1-3 3 0,-3 1-1 0,4 1 3 16,-2 1-6-16,-1-1 3 0,0 2-1 0,1 0-3 15,-2-2 4-15,-1 1 0 0,1 1-4 0,-1 1 4 16,-2 0-2-16,0 1 3 0,-1 1 0 0,-4 4 1 16,0 1 0-16,-3 2-4 0,0-1 6 0,-4 5-1 15,1-3 2-15,-4 2-3 0,-1 1 0 0,0 0 0 16,0-1-3-16,2-6 2 0,-2 6 7 0,1-5-5 16,3-3-4-16,-3 1 1 0,4-3-3 0,2 1 4 15,-1-1-3-15,0-2 2 0,3 3 2 0,1-4-6 16,-1 2 6-16,3-1 1 0,-1-2-5 0,2-1 3 15,1-6-2-15,1 16 4 0,0-8-2 0,1-1 2 16,3 2 0-16,-1-2-2 0,0 2-6 0,1-1 7 16,2-1-1-16,0 0 0 0,-1-1-3 0,1 3-2 15,-1-4 7-15,3 2-8 0,-4 0 5 0,1 0 1 16,1 0-2-16,-3-1 2 0,2 3-1 0,-2-3 1 16,0 3-3-16,-2-1-1 0,2 1 2 0,-3 2 4 15,-1-2-5-15,0 1 4 0,0 2-11 0,-1-2 6 16,0 3 4-16,-3-3 4 0,0 7-3 0,0-4-1 15,-3 1-5-15,3-2 5 0,-1 0-3 0,1 0 0 16,0 0 4-16,0 0 0 0,1 0-3 0,0 0 5 16,-1-2-2-16,1 4-3 0,3-2-2 0,0 1 1 0,0 0-3 15,3-1-2-15,1 0 12 0,-2 0-2 0,3 3-8 16,2-3-2-16,1 3-3 0,0-1 9 16,1 0-4-16,2 2 2 0,-1-3-2 0,1 2 1 15,-2-2-5-15,0 2 8 0,3-2-10 0,-5 1 5 0,-1-3 4 16,5 2-4-16,-6-2 1 0,-1 0 3 0,0 0-1 15,-1-2 0-15,-1 2-6 0,-1 0 7 0,1-1 0 16,-1 0-3-16,-1 1 6 0,0-1-4 16,-1 2 0-16,-1-2 0 0,0 1-1 0,-2 2 0 0,1-4-5 15,1 3 7-15,-1-1-3 0,1 0-3 0,0-1 6 16,1 1-2-16,1 1-2 0,0-1-2 0,1 0-3 16,2 1 7-16,-1-2-6 0,2 6 6 0,0-4-5 15,0 2 2-15,1 2 8 0,1 0-6 0,-2-3 2 16,1 1 1-16,2 1-4 0,-3-3 4 0,1-2 1 15,0 1-5-15,0 0 2 0,0 0 1 0,0 0-1 16,-1-1 1-16,1 1-2 0,-1-1 3 0,1-1-1 16,-3-1 1-16,0-3 0 0,-1 2 3 0,-1-7 1 15,4 13-1-15,-3-8 0 0,3-1-1 0,-4-4-3 16,1 9-3-16,1-2-5 0,-2-7-17 0,1 8-24 16,0-1-15-16,2-2-29 0,-1 1-26 0,-2-6-113 15,4 13-253-15,-4-6 112 0</inkml:trace>
  <inkml:trace contextRef="#ctx0" brushRef="#br0" timeOffset="-196137.23">24306 11745 1 0,'0'0'23'0,"0"0"1"16,0 0 1-16,0 0 0 0,0 0 4 0,0 0-4 15,0 0 3-15,0 0 2 0,0 0 1 0,0 0 3 16,0 0 8-16,0 0-3 0,0 0 5 0,0 0-1 16,0 0-6-16,0 0 1 0,0 0 1 0,0 0-2 15,0 0-1-15,0 0-8 0,0 0 1 0,0 0-13 16,0 0 8-16,0 0-3 0,0 0-1 0,25-9 7 0,-13 6-2 16,-1 2-2-16,1-1-4 0,5 0 6 15,-2 0 3-15,5-2-9 0,2-1-3 0,-2 2 4 16,7-2 1-16,4 1-3 0,-1 2 1 0,5-4-7 0,-4 3-8 15,-1-1 10-15,5 0-3 0,-1 1 2 0,1 0 0 16,-1 1-4-16,1-1-2 0,3 1 2 16,0-2 3-16,1 0 4 0,12 1-10 0,-13-1 10 15,3-3-9-15,10 1 1 0,1 0-8 0,-3-3 5 0,8 5-16 16,0-2 17-16,4-3 2 0,2 3 8 0,-2 1-8 16,2-1 0-16,3-2 0 0,21-3 3 15,-27 8 0-15,1-4-4 0,-3 0-3 0,3-3-1 0,-2 3 6 16,-1-1-5-16,-2 1-3 0,1-1 8 0,1 0-4 15,-2 3 1-15,-2-4-1 0,2 0-1 0,-4 0-3 16,3 2 3-16,-1-2 2 0,5 4-3 0,-3-6-8 16,3 1 3-16,-3 2 7 0,5 1-1 0,-1 0-4 15,-6 0 4-15,9-1 1 0,-7-1 5 0,0 4-3 16,0-2-5-16,-7 4-3 0,3-3 4 0,-14 2 2 16,14 1-18-16,0-3 17 0,-16 4-5 0,4-3-5 15,12 0 5-15,-14 1 7 0,14 1-4 0,-14-1-5 16,0 1 7-16,-1 1-2 0,1 0 3 0,13-2-5 15,-18 2 5-15,2-1-4 0,-1-1-1 0,-3 0 0 16,-2 0 4-16,3 3-7 0,-3-2 2 0,-3-2 3 16,3 1 2-16,-2 2-2 0,-8 1-12 0,-2-2 8 15,4 1 6-15,-3 0-4 0,-1 2 3 0,2 0-6 16,-6-1 0-16,1-1 5 0,-1 1 1 0,2 1-3 16,1 0-3-16,4-1-4 0,-2 1-4 0,2-2 4 15,-1 2 4-15,3-2-3 0,-2 1 0 0,-2 1 2 16,-2 0-5-16,3-1-9 0,-6 1 6 0,2-2-11 15,-5 1 1-15,0-2-5 0,-1 3-16 0,-9 0-5 16,14 0-6-16,-8 0-11 0,-6 0-6 0,0 0-19 0,0 0-51 16,0 0-151-16,5-5 67 0</inkml:trace>
  <inkml:trace contextRef="#ctx0" brushRef="#br0" timeOffset="-193130.87">27719 9535 38 0,'0'-12'29'0,"0"12"1"0,0 0 4 0,0-9 0 16,0 9 2-16,0 0-1 0,0 0-3 0,-2-8 1 16,2 8-5-16,0 0-3 0,2-10-6 0,-2 10 3 15,0 0 5-15,-2-11 2 0,2 11 2 0,-1-8-7 16,1 8 1-16,-2-9-2 0,2 9 5 0,-2-7 2 16,2 7 1-16,0 0 1 0,-2-11-4 0,2 11-10 15,0 0 8-15,0-9 1 0,0 9 3 0,0 0 4 16,-4-6 1-16,4 6-1 0,0 0-4 0,0 0-2 15,-2-7-11-15,2 7-2 0,0 0-2 0,0 0-13 16,0 0 10-16,0 0-3 0,0 0 5 0,0 0-7 16,0 0 4-16,0 0 1 0,4 30-4 0,-2-19 3 15,0 4 2-15,1 2 0 0,-2 2 0 0,0 0-5 16,1 0 4-16,2 0 11 0,-4 0-5 0,2 1-4 16,0-1 2-16,0 0 3 0,-1 6-7 0,1-5 9 15,3-1-5-15,-5 0 3 0,3-1-3 0,-1 0 0 16,-1 3-4-16,2-5 4 0,-3 2-9 0,2-2 13 15,0-2-6-15,-1 5-2 0,1-4-6 0,0-3-1 16,-1-1 11-16,0-3-2 0,1 2-7 0,-2-1 4 16,2 1-1-16,-2-4 4 0,0-6-7 0,4 13 4 15,-4-10 7-15,0-3-6 0,1 9-5 0,-1-9 8 0,0 0-2 16,1 8 1-16,-1-8 1 0,0 0 2 16,0 0-3-16,0 0-1 0,0 9 7 0,0-9-3 15,0 0-1-15,0 0 9 0,0 0-3 0,0 0 2 16,0 0 4-16,0 0 0 0,0 0-6 0,0 0 0 0,0 0-3 15,4 5-4-15,-4-5 1 0,0 0-3 16,0 0 0-16,0 0 2 0,0 0-3 0,13-1-2 16,-13 1 0-16,14-1-1 0,-14 1-2 0,13-2-3 15,-13 2 1-15,18-2-2 0,-11 2 1 0,4 2-10 0,1-2 14 16,-1 2-1-16,-1-1-4 0,0 0 1 16,-1 1 1-16,0 0-1 0,2-1-2 0,-4 3-2 15,3 0 1-15,-1 0 4 0,-1 0-6 0,-3 1 3 16,0-1-3-16,0 4 1 0,-2-2 1 0,-2 3 2 0,-2 0 6 15,-4 1-12-15,1-1 5 0,-3 2-1 0,-3 2 5 16,0 0-7-16,-2 1 3 0,0-1 1 0,0 1 2 16,-2-1 2-16,0 1-3 0,1-1 1 15,-1 0-3-15,2-2 1 0,0 1 3 0,0 0-1 0,2-3-3 16,3 1 1-16,-2 0-4 0,2-1-6 0,3 0 8 16,2-1 1-16,-1-2 2 0,-2 1 3 0,5 2-5 15,0-9-1-15,5 14 4 0,-4-7-2 0,3-1 1 16,0 2 4-16,3-1-3 0,2-1 0 0,-2 0-2 15,2 0 2-15,-1-1-2 0,1 1 0 0,1-2 2 16,-2 2-2-16,-3-2-6 0,1 1 6 0,0-1 0 16,0 1-2-16,0-1-2 0,-4 3 3 0,1-4-5 15,1 2 9-15,-3 3-1 0,-1-8-3 0,3 12-3 16,-3-6-1-16,0-6-2 0,-3 14 2 0,2-7 5 16,-3 2 3-16,1 1-4 0,-2-1-4 0,0 1 8 15,1-2-5-15,-1 2 11 0,2-1-9 0,-1 3 0 16,1-5-1-16,1 3 0 0,-2-1 3 0,2 1-4 15,0 1 0-15,4 0-1 0,-2 1-1 0,2 0 3 16,3-1-2-16,-3-2 1 0,4 2 4 0,1-1-6 16,-2 1 7-16,2 3-5 0,-1-4-1 0,1 1 7 15,-2 0-4-15,2 0-1 0,-1 2-1 0,0-5 3 16,-2 5-4-16,-1-2 5 0,2 0-3 0,-3 1-1 16,0 0-1-16,0 0 3 0,-4 2-2 0,0-3 1 15,-3 1 1-15,1 4-4 0,0-6 0 0,-1 2 2 0,1-2-2 16,0 1 3-16,-1-1-2 0,0 1 2 0,3-1 5 15,-3 0-8-15,3 0 3 0,-1 2-3 16,2-3 8-16,2 2-9 0,-1 1 8 0,3 1-8 16,-1-2 1-16,3 1 3 0,0 4 0 0,2 0 3 0,1-1-4 15,1 0-1-15,4 1 4 0,-4 0 3 0,7 4-6 16,-7-5-3-16,0 1 1 0,0-1-1 16,1 2 9-16,-2-3-5 0,1-1-6 0,0 3 4 15,-4-2 3-15,-1-3-4 0,0 0 2 0,-3-2 0 0,0 0 6 16,0-2-6-16,1 3 5 0,-2-4-6 0,0-6 3 15,2 14-2-15,-2-14-16 0,2 11-7 0,0-7-16 16,-2-4-25-16,3 9-11 0,2-6-19 0,-5-3-19 16,9 2-33-16,-9-2-76 0,0 0-241 0,15-14 106 15</inkml:trace>
  <inkml:trace contextRef="#ctx0" brushRef="#br0" timeOffset="-192734.78">28219 10287 7 0,'-4'-9'132'0,"4"9"-15"0,0 0-16 0,-4-7-2 15,4 7-9-15,0 0-11 0,0 0-4 0,0 0-4 16,0 0-2-16,-4 20-3 0,3-8-10 0,-3 0 15 16,4 4-5-16,-4 1-11 0,4 0-4 0,-4 0 1 15,3 0-3-15,0-1-12 0,1-1 2 0,0-3 1 16,1 1-5-16,-1-3-4 0,0 3-6 0,0-3 2 0,0 1 4 15,1-1-7-15,2-1 0 0,-3-1-9 0,1 1 0 16,1-1-12-16,0 0-7 0,-2-1-11 16,4 0-18-16,-3-1-24 0,0 1-6 0,-1-7-21 15,3 12-1-15,-1-8-16 0,-2-4-10 0,2 6-73 0,-2-6-198 16,0 0 88-16</inkml:trace>
  <inkml:trace contextRef="#ctx0" brushRef="#br0" timeOffset="-192401.02">28259 10247 36 0,'6'-2'85'0,"2"2"-7"0,-8 0-5 0,19-2-6 0,-11 5-5 16,1 1 5-16,-2-1-12 0,-1 3-1 0,-1 2 1 15,0 0-15-15,-1 2 16 0,-4-2-13 0,0-1-3 16,-1 3-1-16,-4-1-3 0,0 1-2 15,-1 0-8-15,-2-3 5 0,-1 3-6 0,1-2-5 0,-2-1-6 16,2 0 7-16,2-2 9 0,-2-1-17 0,3 0 8 16,-3-1 2-16,8-3 1 0,-7 6 4 0,7-6-1 15,-8 3 13-15,8-3-14 0,0 0 6 0,-5 4-5 16,5-4-4-16,0 0-1 0,0 0-1 0,0 0-5 16,-2 7 0-16,2-7 1 0,0 0-3 0,11 9-5 15,-5-5-3-15,1 4 1 0,3-1 6 0,-4 0-2 16,5 2 0-16,0-3-11 0,0 7-3 0,0-5-17 15,5 1-26-15,-2 2-23 0,0-2-8 0,3-1-22 16,-2 0-105-16,-2-2-220 0,0-1 98 0</inkml:trace>
  <inkml:trace contextRef="#ctx0" brushRef="#br0" timeOffset="-191971.15">28653 10401 109 0,'-4'-9'134'16,"-1"6"-7"-16,5 3-16 0,-8-4-10 0,8 4-7 0,-12-1-13 16,12 1-5-16,-12 7-8 0,2-2-1 15,2 2-5-15,1-1-9 0,0 3 4 0,-1 0-7 16,3 0-7-16,-1 0-3 0,2 0-1 0,3-2-13 16,0 0 7-16,1-7 2 0,1 17-6 0,3-11-2 15,-3 0-3-15,5 0 13 0,-1-2-17 0,2 0 5 16,-1-1-5-16,1 1-1 0,3-1-7 0,-1-2 2 15,-3 0 4-15,2 0-3 0,-8-1-10 0,15 0 4 16,-15 0 4-16,9 0 2 0,-9 0-3 0,9 2-1 0,-9-2 0 16,0 0-8-16,0 0 2 0,0 0-2 0,0 0-5 15,0 0 10-15,8-4-10 0,-8 4 6 0,0 0 0 16,0 0-9-16,0 0 0 0,0 0 3 16,-24 10 2-16,15-6 4 0,-3 3 3 0,1 1 4 0,-5 3-1 15,2-1 0-15,1 4 8 0,2-6-8 0,1 5 2 16,-1-2 7-16,4-2 2 0,0 1-1 0,2 1-1 15,1 0-2-15,2-3-3 0,1 2 3 0,-1-2-2 16,5 1 1-16,1-2-7 0,1 2 5 0,4-2 2 16,4-3-5-16,2 0 1 0,4 0-4 0,0 0-8 15,2-1-14-15,6-2-22 0,-6 1-31 0,-1-4-25 16,-4 4-23-16,-3-2-33 0,-2 0-118 0,-4 0-287 16,-7 0 128-16</inkml:trace>
  <inkml:trace contextRef="#ctx0" brushRef="#br0" timeOffset="-191144.72">23095 10703 96 0,'-4'-9'140'0,"4"9"-13"0,-2-8 8 0,2 8-6 16,-3-5-8-16,3 5-9 0,-2-8-13 0,2 8-11 0,0 0-11 15,0 0-12-15,0 0-3 0,0 0-7 16,0 0-7-16,0 0-4 0,0 0-2 0,2 32-1 0,-2-19 0 16,2 5-4-16,-1-1 0 0,0 1-1 15,0-1-6-15,1 2 0 0,0-2-5 0,1-1 0 0,1 1-4 16,-2-2 5-16,2 1-2 0,0-4-4 16,1 3-3-16,-3-4 1 0,2 2-1 0,0-2-6 15,-1-1 1-15,1-1 5 0,-2 1-5 0,0-3-5 16,1 1-23-16,-1-1-12 0,-2-7-20 0,3 13-3 0,-1-8-10 15,-1 1-7-15,-1-6-11 0,0 8-12 0,0-8-2 16,0 0-18-16,-4 10-106 0,4-10-234 0,-9 1 104 16</inkml:trace>
  <inkml:trace contextRef="#ctx0" brushRef="#br0" timeOffset="-190737.18">23042 10697 8 0,'4'-16'87'0,"-2"8"-2"15,6 0-2-15,-1-1-14 0,1 1 7 0,2 1-11 16,0-1-1-16,1 2-3 0,1 5-3 0,-1-3-6 16,-1 1-6-16,1 3-7 0,-3 0-5 0,0 3 3 15,-2 2 0-15,-1 1-8 0,2 2-3 0,-4 1-1 16,-1 3 4-16,-1-1 1 0,-1 5-19 0,-1 0 15 15,-3-1-7-15,-1 1 6 0,-1-2-3 0,-4 1-6 16,0 1 7-16,0-3-10 0,0 0-2 0,-1-4 4 16,1-1 4-16,1-2-6 0,0 1 2 0,2-3 6 15,1-2 6-15,-1 1-1 0,7-3-3 0,-10 4 1 16,10-4 6-16,-12-1 0 0,12 1 1 0,0 0-7 16,-9-3 0-16,9 3-2 0,0 0-4 0,-7-3-11 15,7 3 5-15,0 0-4 0,0 0 1 0,0 0 3 16,0 0-4-16,0 0-5 0,0 0-3 0,0 0 5 15,0 0 1-15,15 17-6 0,-9-12 2 0,1 2 0 16,-1 0 0-16,3 2 0 0,1-1 2 0,2 3-10 16,-1 0-17-16,2 0-13 0,0 3-31 0,0-3-15 15,-1 0-14-15,0 3-18 0,-1-6-91 0,-3 2-221 16,1-3 98-16</inkml:trace>
  <inkml:trace contextRef="#ctx0" brushRef="#br0" timeOffset="-190435.04">23374 10904 75 0,'0'0'116'0,"14"1"-3"0,-6 1-1 16,-2 1-2-16,2 4-12 0,-2 0 11 0,0 0-20 15,-2 3-8-15,-1 0-5 0,-2 1-6 0,-1 2-4 0,0 1-4 16,-3 2-6-16,0-3-4 0,-4 1-2 0,2-2-3 15,-1-1-2-15,1-2-5 0,0 0-4 0,1-4-5 16,-1 2 1-16,2-2 3 0,3-5 5 16,-5 7-12-16,5-7 3 0,-3 7-6 0,3-7-1 0,0 0-4 15,-2 7-2-15,2-7-3 0,0 0 2 0,0 0 4 16,0 0-4-16,14 5-5 0,-5-4-1 0,2-2-1 16,3-1-5-16,4 1-14 0,4-2-19 15,6-2-1-15,2 1-39 0,0 0-25 0,3-2-29 0,-1 1-136 16,0 0-279-16,0-1 123 0</inkml:trace>
  <inkml:trace contextRef="#ctx0" brushRef="#br0" timeOffset="-188298.75">24346 10533 20 0,'-8'-4'92'0,"8"4"3"0,0 0-7 16,0 0-3-16,0 0-15 0,0 0 6 0,0 0 3 16,0 0-5-16,0 0-4 0,0 0-6 0,-9 0-6 15,9 0-2-15,0 0 5 0,0 0-8 0,0 0-11 16,0 0 0-16,0 0-1 0,0 0-11 0,15-12 1 16,-4 9-3-16,-2-2-2 0,4 1-1 0,-2 0-7 15,-1 0-17-15,1-1-12 0,-1 3-23 0,-3-2-22 16,-2 1-25-16,-5 3-30 0,10-1-61 0,-10 1-187 15,0 0 83-15</inkml:trace>
  <inkml:trace contextRef="#ctx0" brushRef="#br0" timeOffset="-187854.26">24235 10545 68 0,'0'0'98'16,"0"0"-13"-16,0 0-4 0,0 0-6 0,-5 4-3 0,5-4-4 16,0 9 0-16,0-9-8 0,-1 13 5 15,1-7-8-15,-1 4 1 0,-1-1-7 0,1-1-13 0,1-8 8 16,0 14-3-16,0-6-8 0,-1-1-3 0,1-7-4 16,-3 13 1-16,3-13 2 0,0 10-7 0,0-10 0 15,0 9-2-15,0-9-1 0,0 0 0 0,3 10-4 16,-3-10-5-16,0 0 9 0,0 0-11 15,0 7 4-15,0-7-7 0,0 0 5 0,0 0 0 16,13-1 1-16,-13 1-8 0,15-6-1 0,-2 2 8 0,-2 0-4 16,3 1 3-16,3-1-8 0,-3 2 7 0,4-2-6 15,0-1-4-15,-1 2-3 0,-3 3-6 0,-1-1 14 16,1 2-4-16,-1-1 1 0,-1 2 2 0,-2 1 2 16,-1 1-1-16,1 0-2 0,-4 1-4 0,0-1 6 15,-1 3-2-15,-3 2-4 0,1 1 3 0,-3 0 1 16,-5 1-6-16,0 4 4 0,-1-3 4 0,-3 0-1 15,-2-1-2-15,0 2 3 0,0-5 1 0,0 0-8 16,2 1 6-16,-2-2-1 0,0-1-4 0,1-1 5 16,0 0-4-16,2-1-9 0,-2-1-17 0,3 0-3 15,1 0-16-15,6-3-24 0,-8 2-19 0,8-2-27 16,0 0-77-16,0 0-207 0,0 0 93 0</inkml:trace>
  <inkml:trace contextRef="#ctx0" brushRef="#br0" timeOffset="-187689.14">24570 10690 49 0,'0'0'120'0,"0"0"-9"0,0 0-9 16,0 0-12-16,4-5-13 0,-4 5-13 0,0 0-19 16,0 0-2-16,0 0-12 0,0 0-18 0,0 0-29 0,0 0-22 15,0 0-30-15,3 19-37 0,-3-19-112 16,2 9 51-16</inkml:trace>
  <inkml:trace contextRef="#ctx0" brushRef="#br0" timeOffset="-187327.01">24830 10471 47 0,'0'0'124'0,"0"0"-5"16,-11-2-18-16,11 2-6 0,-11 11 4 0,2-3 8 15,2 1-1-15,-3 4-12 0,-1 1-18 16,1 2 6-16,2-1-6 0,-2 4-3 0,1-3 0 0,2 1-12 16,2-1 5-16,3-4-13 0,-2-1-16 0,4 3 8 15,0-2-4-15,1 3-3 0,-1-5-4 0,4 0-1 16,0-2-4-16,2 0-3 0,1-2 0 0,-1 0 0 16,3-1-7-16,1 0 2 0,-5-3 1 0,6 1-2 15,0-3 8-15,-3-1-13 0,3-2-1 0,-2-1-6 16,-1 2 6-16,-2-1 0 0,2-2 1 0,-2-2-2 15,-2 1-1-15,1 0-4 0,-5 6 3 0,2-13-2 16,-2 13-7-16,-2-13 1 0,2 13-1 0,-8-10-1 16,3 5 0-16,-2 1-2 0,0 1-1 0,-2 3 2 15,-1-1-4-15,-1 4-5 0,0-1-10 0,1 4-6 16,-1 2-14-16,0-1-19 0,1 2-14 0,1-3-12 16,2 4-17-16,1-2-17 0,0 2-27 0,0 2-82 15,1-2-247-15,3-4 110 0</inkml:trace>
  <inkml:trace contextRef="#ctx0" brushRef="#br0" timeOffset="-187078.88">25016 10455 155 0,'2'-5'178'0,"-2"5"-16"0,1-11-17 16,-1 11-19-16,0 0-17 0,2-4-10 0,-2 4-8 15,0 0-2-15,5 17 3 0,-2-6-11 0,-2 4-3 16,2 4-3-16,-1-2-5 0,2 1-10 0,-4-1 6 16,1 1-6-16,2 0-9 0,-3 0 0 0,0-1-6 0,1 0-7 15,-1 2 3-15,2-3-7 0,0 2-4 16,-2-3-25-16,0 1-23 0,0-2-28 0,0-3-21 0,-2 1-31 16,2-1-23-16,0-2-18 0,-2 0-118 0,2-9-279 15,-2 9 123-15</inkml:trace>
  <inkml:trace contextRef="#ctx0" brushRef="#br0" timeOffset="-186831.05">25167 10514 109 0,'0'0'106'0,"-9"-4"-1"0,9 4-6 0,-14 4-1 15,6 1-7-15,-1 2-6 0,0 2-10 0,-3 3 11 0,3-2-12 16,3 1 2-16,-4-1-8 0,7 2-3 0,-2-3-9 15,-1 0-7-15,4 1 1 0,-1-2-7 0,3-2-2 16,-3 1 2-16,3-7 0 0,3 14-6 0,0-8-2 16,1-3-2-16,2 2 0 0,2 0-7 0,3 0 1 15,1-4-21-15,0 2-15 0,0-2-25 0,6 1-10 16,-4-2-20-16,5 0-14 0,-2 0-9 0,-3-1-9 16,4 0-1-16,-2 1-6 0,-2-1-72 0,4-1-189 15,-5 2 84-15</inkml:trace>
  <inkml:trace contextRef="#ctx0" brushRef="#br0" timeOffset="-186458.97">25356 10682 77 0,'0'0'5'15,"11"1"17"-15,-11-1-2 0,9 3 8 0,-9-3 8 16,7 1 0-16,-7-1 15 0,0 0 2 0,6 3 7 16,-6-3 8-16,0 0 2 0,8 2 13 0,-8-2-5 15,0 0 4-15,9 2 4 0,-9-2 0 0,9-2 0 16,-9 2-8-16,13-5 6 0,-6 3-6 0,1 0-3 16,4-2-2-16,-5 0-7 0,1-2-6 0,1 2 0 15,1-2 4-15,-5 0 4 0,3-1-4 0,-4 2-11 16,3-3 0-16,-4 1-4 0,-1 0-8 0,-2-2-7 15,0-1 0-15,-2 0-2 0,-1 1-2 0,-3-1-11 16,3-2 6-16,-1 3-5 0,-3-1-3 0,3 0 0 16,-5 1 1-16,4-1-5 0,1 2-3 0,2-1-1 15,-1 0 3-15,3 2-3 0,0 7-5 0,0-13-8 16,4 7 4-16,3 1 0 0,-3 0-2 0,6-2 1 16,1 4 0-16,0 1-1 0,3 1-1 0,-1 0 1 15,3 3 1-15,-3 1-2 0,-1 3-2 0,-1 0 2 0,2 5 3 16,-5 1 0-16,-2-2 1 0,-2 2-1 15,-1 0-3-15,-1 5 5 0,-2-2-8 0,-1 2 4 0,1-4 4 16,-3-3-1-16,2 2-3 0,1-2 3 16,-4-1-2-16,4 1-2 0,0-3 4 0,0-7 3 0,4 16-3 15,-3-11 4-15,5 0-2 0,1 0-3 0,6 0-13 16,0-5-26-16,6 0-19 0,3-1-36 0,8-7-32 16,3 2-24-16,-4-2-150 0,-1-2-323 15,0 0 144-15</inkml:trace>
  <inkml:trace contextRef="#ctx0" brushRef="#br0" timeOffset="-180789.04">27899 8449 8 0,'0'-11'165'0,"-1"4"-3"0,-1-3-3 16,1 2-9-16,1 8-4 0,1-17-10 0,-2 9-10 16,1 8-7-16,1-9-11 0,-1 9-14 0,2-8-9 15,-2 8-15-15,0 0-4 0,0 0-9 0,3-6-8 16,-3 6-5-16,0 0-4 0,8 17-3 0,-5-4 0 15,4 2-7-15,-4 6-10 0,0 3 9 0,-2 4-7 16,3-1-1-16,-2 2-2 0,-2-1 0 0,2 0 1 16,-2-1-7-16,0 0-1 0,0-2 3 0,1 0-1 15,0-5-1-15,-1-1-4 0,1 0 5 0,1-2-3 16,0-1-2-16,0-1-1 0,-2 2 2 0,0-7-2 0,2 1-10 16,-1-1-20-16,-1 0 1 0,2-1-8 15,-2-2-14-15,2 0-21 0,-2-7-11 0,1 11-13 16,-1-11-2-16,2 9 2 0,-2-9-2 0,2 4-19 15,-2-4-11-15,0 0-103 0,0 0-240 0,0 0 106 16</inkml:trace>
  <inkml:trace contextRef="#ctx0" brushRef="#br0" timeOffset="-180343.25">27923 8393 23 0,'5'-12'103'0,"1"2"-1"0,-1-3 0 0,4 0-3 16,3 3-9-16,1-2 2 0,4 3-8 0,-3 1-9 0,0 3-4 16,-4 1 7-16,4 0-20 0,-1 3-2 0,-1 1-5 15,1 0 11-15,-1 3-21 0,-2 2-1 16,0-2-10-16,-1 1-1 0,-1 4 7 0,-2 0-7 0,-2 2-6 16,-3-1 2-16,-1 2-14 0,-3 1 10 0,-5 4 2 15,2 0-4-15,-2-3-6 0,-5 1 4 0,4 0-15 16,-3-1 13-16,2-4-3 0,3 0 1 0,-2-1-7 15,4-3 5-15,0 0-8 0,5-5 2 0,-9 6 1 16,6-2 6-16,3-4-14 0,-5 6 10 0,5-6 0 16,0 0-3-16,0 0-2 0,0 0-2 0,14 7 5 15,-9-7-7-15,-5 0 6 0,20 0-1 0,-9 0 0 16,-1 0 0-16,0 0-5 0,2 3 6 0,1-2-2 16,-1 2-7-16,-1-1 3 0,0 1 4 0,-1 2-11 15,-2 0 6-15,1 0 2 0,-2 0 3 0,0 0-1 16,-1 1 0-16,-2 1-2 0,-1-2-5 0,-1 1 9 15,0 2-5-15,-4 2 4 0,-1-2 2 0,-1 1-2 16,-4-1-10-16,1 1 14 0,-1 0-8 0,-2 0-1 16,-2-3 8-16,3 3-7 0,-3-2 3 0,-1 1-6 15,1-1-14-15,2-2-5 0,-3 2-19 0,4-2-19 0,0-3-16 16,0 2-12-16,2-2-27 0,3 1-87 16,4-3-221-16,-14 3 98 0</inkml:trace>
  <inkml:trace contextRef="#ctx0" brushRef="#br0" timeOffset="-180163.79">28377 8515 99 0,'11'-2'108'0,"-2"-1"-3"15,2 3-15-15,-11 0-15 0,19 0-15 0,-11 0-13 16,-1 3-26-16,1-1-21 0,-3 2-7 0,0 2-22 15,-1-2-11-15,-4-4-49 0,3 14-95 0,-6-6 43 0</inkml:trace>
  <inkml:trace contextRef="#ctx0" brushRef="#br0" timeOffset="-180019.81">28390 8639 41 0,'0'0'106'0,"0"0"-4"0,0 0-7 15,0 0-8-15,0 0-8 0,0 0-7 0,0 0-8 16,0 0-4-16,0 0-6 0,13 6-14 0,-13-6-13 15,15-2-18-15,-5 1-12 0,2 1-22 16,0 0-22-16,3 0-23 0,2-1-46 0,-3-1-125 0,4-2 56 16</inkml:trace>
  <inkml:trace contextRef="#ctx0" brushRef="#br0" timeOffset="-179781.25">28721 8341 154 0,'-2'-12'183'0,"2"2"11"0,0-2-3 0,-2 6-12 16,2 6-12-16,-1-13-13 0,1 13-19 0,0 0-18 16,1-10-16-16,-1 10-8 0,0 0-10 0,0 0-9 15,0 0-10-15,0 0-8 0,9 25-4 0,-7-14-8 16,1 4-2-16,-2 5-2 0,-1 0-6 0,4 4 0 16,-5 0-2-16,1-5-6 0,1 0 2 0,0 0-3 15,1 0-2-15,-1 2-2 0,-1-2 0 0,0-1-20 16,1 1-21-16,1-2-17 0,-2 0-27 0,0-6-27 15,2 2-27-15,-2 0-14 0,5-3-29 0,-4-1-131 16,1-2-314-16,-2-7 139 0</inkml:trace>
  <inkml:trace contextRef="#ctx0" brushRef="#br0" timeOffset="-179456.79">29038 8331 70 0,'0'0'127'0,"2"-6"-11"16,-2 6-21-16,0 0 3 0,0 0-9 0,0 0-12 16,0 0 0-16,0 0-2 0,4 17-7 0,-4-8-11 0,1 1 4 15,2 0-2-15,1-1-11 0,-1 1 4 0,4-1 4 16,-2 2-1-16,3-2-4 0,0 3 0 16,3-5-2-16,-2 4 1 0,1-3 0 0,4 0-5 15,-2 0 7-15,3 0 1 0,-5-3-2 0,1 2-4 0,0-3-5 16,-2 2-5-16,-3 0-2 0,0-5-5 0,0 3-1 15,-1 0-7-15,-5-4 4 0,9 4-10 0,-7 0 2 16,-2-4 3-16,4 5-4 0,-4-5 1 16,0 0-3-16,-13 14-1 0,3-10-5 0,-5 3-8 0,2-5-9 15,-5 1-13-15,0 0-7 0,4-2-5 0,0-1-12 16,1 2-24-16,2-4-15 0,-2 1-13 0,3-3-30 16,0-1-29-16,0 0-88 0,1 0-264 0,1-4 117 15</inkml:trace>
  <inkml:trace contextRef="#ctx0" brushRef="#br0" timeOffset="-179321.2">29126 8291 39 0,'18'-5'93'0,"4"0"-16"16,4-2-16-16,2 3-20 0,-5-1-38 0,4 3-16 15,-5 2-38-15,-2-4-54 0,0 3 25 0</inkml:trace>
  <inkml:trace contextRef="#ctx0" brushRef="#br0" timeOffset="-179028.19">29471 8291 7 0,'0'0'103'0,"-4"6"8"0,4-6 0 0,0 12 16 0,-3-6-13 15,1 2-10-15,1 2-17 0,-1 1 0 0,-1-4 0 16,3 0-6-16,1 2 2 0,3 2-5 0,-1-2-4 15,3-1-9-15,1-2 0 0,2-1 0 0,3-1-7 16,-2 0 1-16,4-2-3 0,0-3 0 0,4 1-2 16,-3-5-2-16,-1 1 2 0,3-1-4 0,0-3-1 15,-7 2 4-15,0 0-5 0,-1-2-5 0,0-2 3 16,-1 0 0-16,-3 1-3 0,-1-2-4 0,-2 0-2 16,-1-1-7-16,-4 1 1 0,-2-5-8 0,1 6-2 15,-3-2-4-15,-2 2-7 0,-1 1-10 0,-1 2-11 16,-1 3-15-16,-4-1-14 0,-2 5-15 0,-3 3-23 15,-4 6-27-15,0 1-16 0,0 3-37 0,2 4-147 16,5-4-331-16,1 0 146 0</inkml:trace>
  <inkml:trace contextRef="#ctx0" brushRef="#br0" timeOffset="-175500.67">28045 11315 25 0,'0'0'46'0,"0"0"1"0,0 0 3 0,0 0-8 16,0 0 3-16,0 0-2 0,0 0-5 0,0 0-6 16,0-12 0-16,0 12 1 0,0 0 4 0,0 0-8 15,0 0 12-15,0 0-7 0,-5-9-9 0,5 9 0 16,0 0-4-16,0 0-6 0,5-9 0 0,-5 9 2 16,0 0 0-16,0 0 2 0,2-8-1 0,-2 8 1 15,0 0 0-15,0 0-4 0,0-9 5 0,0 9-4 16,0 0 0-16,0 0 4 0,0 0-2 0,0-6-3 15,0 6 4-15,0 0-8 0,0 0 0 0,0 0-2 16,0 0 0-16,0 0-6 0,0 0 2 0,0 0-6 16,0 0 10-16,0 0-15 0,0 0 5 0,0 0 12 15,0 0-2-15,5 22-13 0,-2-17 10 0,-2 2 9 16,1 1 3-16,3 2-3 0,-3-1 4 0,2 3 6 16,2 0 4-16,-2 0 1 0,0 4-2 0,1 0 1 15,-1 2 7-15,0 1-5 0,5 5 6 0,-6 0-1 16,-1 3-1-16,0 0 1 0,0-1-1 0,-2 0 3 15,0 2-2-15,0-1-4 0,0-1-1 0,-2-1-1 16,2 1 2-16,-2-7 0 0,2 6-3 0,0-8 4 16,0-1-8-16,0 1 1 0,0-1 1 0,-2-4-5 0,4 0-2 15,-2-1-2-15,0-1-2 0,0 0 4 0,0 0-8 16,0-1-7-16,2-2 5 0,-2 1 1 16,0-8-1-16,0 13 0 0,2-7 4 0,-2-6-7 15,2 9 2-15,-2-9-1 0,2 9 1 0,-2-9 0 0,1 5 0 16,-1-5-6-16,0 0 6 0,2 6-7 0,-2-6 5 15,0 0-5-15,0 0-8 0,0 0-13 0,0 0-10 16,0 0-11-16,2 7-23 0,-2-7-22 16,0 0-25-16,0 0-19 0,0 0-6 0,0 0-107 15,0 0-260-15,0 0 116 0</inkml:trace>
  <inkml:trace contextRef="#ctx0" brushRef="#br0" timeOffset="-175279.22">27941 12011 27 0,'0'0'125'0,"27"-4"-10"16,-5 0-7-16,-1-1-14 0,5-2-14 0,4-1 1 15,-1 3-9-15,0-2-12 0,1 0-1 0,-2 2-7 16,-1 2-19-16,-7 1-11 0,-2-1-30 15,-3 2-23-15,-3 1-13 0,-3 0-13 0,-1 0-7 16,-8 0-57-16,11 4-131 0,-11-4 58 0</inkml:trace>
  <inkml:trace contextRef="#ctx0" brushRef="#br0" timeOffset="-175073.55">28008 12135 109 0,'0'0'126'0,"0"0"-13"16,0 0 0-16,0 0-8 0,42-14-4 0,-23 6-12 16,12 0-1-16,-1-2-9 0,3 1-5 0,2-2-7 15,-2 2-8-15,-1 5-6 0,-5-1 6 0,-8 1-33 16,0 1-26-16,-6 0-16 0,0 3-23 0,-1 0-11 16,-6 0-3-16,-6 0-7 0,7 6-9 0,-7-6-14 15,-4 11-66-15,-4-4-161 0,-4 1 72 0</inkml:trace>
  <inkml:trace contextRef="#ctx0" brushRef="#br0" timeOffset="-174932.7">28056 12257 78 0,'0'0'113'15,"-9"5"0"-15,9-5 2 0,0 0 3 0,0 0-21 16,0 0 7-16,0 0-8 0,0 0-5 0,28-8-14 16,-12 1-5-16,5 3-9 0,4-4-9 0,4 0-18 15,-2 1-34-15,0 1-26 0,0 0-40 0,-7-1-43 16,2 4-66-16,-4-1-186 0,0 1 82 0</inkml:trace>
  <inkml:trace contextRef="#ctx0" brushRef="#br0" timeOffset="-171987.28">25704 3928 5 0,'0'0'85'0,"-14"-5"-4"0,8 1-11 15,-3 2-4-15,-2-1 2 0,4 0 16 0,7 3-5 16,-11-4 8-16,5 3 4 0,6 1-22 0,-10-1 5 16,10 1-10-16,0 0-2 0,-9-4-7 0,9 4-8 15,0 0 0-15,0 0-11 0,-7-3 4 0,7 3 4 16,0 0-12-16,0 0-4 0,0 0 0 0,0 0-7 15,23-10 1-15,-5 6-3 0,4-1-5 0,5-4 1 16,-2 3-4-16,3 1-1 0,0-1 5 0,-1 3-9 16,-6 0-17-16,-2 1-17 0,0-1-23 0,-1 1-20 15,-3 0-19-15,-1 2-14 0,-1 0-83 0,-2 2-202 16,-3-2 89-16</inkml:trace>
  <inkml:trace contextRef="#ctx0" brushRef="#br0" timeOffset="-171732.86">25835 3721 56 0,'-5'-5'112'16,"5"5"11"-16,0 0-14 0,0 0-6 0,-6-5-18 15,6 5-9-15,0 0-4 0,0 0-14 0,0 0-5 16,0 0-8-16,0 0 0 0,-6 13-1 0,6-3-6 15,1 2 5-15,-1 4-12 0,-1 0-3 0,1 1-1 16,2 2-1-16,-1-2 2 0,-1 2-8 0,5 1 6 16,-1-1-6-16,-2 0-10 0,1 0-21 0,1-2-15 15,2 0-21-15,-1-1-10 0,2 0-30 0,2-2-88 16,-5 0-191-16,1-2 85 0</inkml:trace>
  <inkml:trace contextRef="#ctx0" brushRef="#br0" timeOffset="-171362.88">25935 3774 102 0,'0'0'110'15,"0"0"-7"-15,0 0-13 0,0 0-9 0,0 0-9 16,0 0 0-16,0 0-4 0,14 21-11 15,-9-10-1-15,3 0 0 0,-1 3-8 0,0 2-6 0,2-1-3 16,0-3-2-16,-3 3-9 0,1-4 11 16,0-1-6-16,0-1-2 0,-1 0 1 0,-1-1-9 0,-1-1-4 15,0-3-4-15,2 2 5 0,-2-2 1 0,-4-4-7 16,4 8 14-16,-4-8 16 0,0 0 20 0,5 4 21 16,-5-4 7-16,0 0-8 0,0 0-16 15,6-12 0-15,-6 12-10 0,6-16-3 0,-4 5-9 16,4-8-3-16,-1 1-5 0,-1 2-2 0,-2-2 1 15,0 0-11-15,3 2 1 0,0-3-6 0,-3 4-6 0,1-3-11 16,1 1-5-16,0 6-3 0,-2 0-18 0,0 4-19 16,-2 1-37-16,3-1-34 0,-3 7-36 0,4-8-1 15,-4 8 2-15,0 0-111 0,0 0-279 16,0 0 124-16</inkml:trace>
  <inkml:trace contextRef="#ctx0" brushRef="#br0" timeOffset="-171093.13">26337 3885 149 0,'2'-12'150'0,"-2"12"-5"0,0 0-12 0,0 0-14 16,0 0-10-16,0 0-7 0,-10-13-11 0,10 13-15 15,0 0-11-15,0 0 1 0,-21 6-15 0,12 0 1 16,-1 1-4-16,-2 2-5 0,1 1-3 0,-3 1 2 15,1 0-12-15,2 1 4 0,1 0-8 0,2-3-1 16,3 1-3-16,-1-1-2 0,4 1-4 0,-1-1 2 16,0 1 2-16,3-1-6 0,5-1-1 0,-4 1-6 15,5-4-13-15,-2 3-29 0,5-2-8 0,3 3-24 16,-1-5-8-16,2 1-36 0,7-3-11 0,-1 0-90 16,-2-2-229-16,4-2 102 0</inkml:trace>
  <inkml:trace contextRef="#ctx0" brushRef="#br0" timeOffset="-170873.06">26612 3864 147 0,'0'0'153'0,"0"0"-9"0,-5-9-8 16,5 9-22-16,-8-2-7 0,8 2-10 0,-12 2-12 16,12-2 1-16,-18 7-14 0,8-4 0 0,0 2-9 15,-1 0-2-15,1 2-8 0,1 0-2 0,3 0-3 16,-1 2-4-16,0-1-9 0,3-2-1 0,1 2-4 15,3-2 2-15,0 4-4 0,0 0-6 0,2 0 5 16,1-1-9-16,4 1-24 0,2-3-11 0,2 1-33 16,3-1-23-16,3-1-43 0,2-2-29 0,1-1-81 15,2-3-244-15,0-1 109 0</inkml:trace>
  <inkml:trace contextRef="#ctx0" brushRef="#br0" timeOffset="-170240.95">27093 3682 17 0,'0'0'137'0,"0"0"-21"0,0-8-7 0,0 8-10 16,8-4-9-16,-8 4-10 0,13-4-7 0,-5 1-6 15,0 1-11-15,-8 2 0 0,16-1-8 0,-6 1-7 16,-4 3-3-16,5 0-4 0,-4 0-3 0,2 5 2 15,-2-1 0-15,-3 1-3 0,2 2-13 0,-2 2 9 16,-4-1-6-16,-2 6 11 0,-2 0-5 0,-3 0-5 16,-3-1 5-16,-2 1 3 0,-7 2-6 0,4-4 5 15,2-2 0-15,-3 0-3 0,5-5 1 0,0-2 5 16,1 0 2-16,0 0 2 0,3-1 7 0,5-2 0 16,2-3 7-16,-10 5-5 0,10-5 3 0,-8 5-5 15,8-5 1-15,0 0 0 0,-5 2-10 0,5-2 0 16,0 0-9-16,0 0-2 0,0 0-3 0,0 0-1 15,0 0-1-15,0 0-7 0,32-5-5 0,-14 2-14 16,0-3-17-16,4 1-13 0,-1 1-30 0,-1 0-10 16,7-1-12-16,-5 3-28 0,-4-2-10 0,4-1-3 15,-3 3-12-15,0-4-75 0,-1 2-236 0,-7-1 105 16</inkml:trace>
  <inkml:trace contextRef="#ctx0" brushRef="#br0" timeOffset="-169935.05">27409 3817 343 0,'4'-3'-15'15,"0"-4"14"-15,-1 2 14 0,-3 5 6 0,7-7 18 16,-4 1 6-16,-3 6 12 0,4-7 8 0,-4 7 11 15,0 0 1-15,2-8 1 0,-2 8 3 0,0 0-17 16,0 0-4-16,2-8-9 0,-2 8-7 0,0 0-8 16,0 0 1-16,0 0-2 0,0 0 0 0,0 0-15 15,0 0 2-15,0 0 0 0,-8 23 9 0,8-23-17 16,-3 11 11-16,3-5-7 0,0-6 5 0,5 11-5 16,-1-7 9-16,2 2 3 0,-1-3 4 0,5 1-6 15,-2 0 2-15,3 0 2 0,6-4-7 0,-5 0 3 16,-1 0-1-16,4-1 3 0,-3-4-8 0,0 0-1 15,-1 2 3-15,0-5-1 0,-1 5 3 0,0-3 7 16,-1 0 10-16,-2-1 6 0,-2 1 0 0,-1-1-10 16,0 0-3-16,-3-2-7 0,-1 2-3 0,0-3-1 15,0 10-2-15,-5-17-9 0,-1 10-7 0,-1 0-11 16,-2 0-8-16,0 2-14 0,-2 1-10 0,-1 3 2 16,2 2-15-16,-9-2-12 0,6 3-20 15,-4 3-3-15,2 1-18 0,2 1-20 0,-1 1-24 0,4 0-74 16,-2-2-239-16,3 1 106 0</inkml:trace>
  <inkml:trace contextRef="#ctx0" brushRef="#br0" timeOffset="-169516.72">27761 3608 216 0,'0'0'205'0,"0"0"-15"0,5-3-19 16,-5 3-17-16,0 0-18 0,0 0-17 16,0 0-15-16,0 0-9 0,0 0-12 0,13 10-6 15,-8-2-3-15,-1-1-12 0,2 4-3 0,2-1 6 16,-1 4-9-16,-1-4 1 0,-1 2-2 0,5 3-6 16,-6-4-5-16,2-3-1 0,1 3-6 0,-3-3-5 15,3 1-1-15,-2-1-4 0,0 1 1 0,0-1-3 16,0 1 1-16,1 0-2 0,0-3-3 0,-6-6-3 15,6 12-2-15,-6-12 0 0,5 7-2 0,-5-7-1 16,4 8 2-16,-4-8 8 0,0 0 9 0,7 6 21 16,-7-6 14-16,0 0 16 0,0 0 0 0,0 0-8 15,0 0-7-15,20-20-9 0,-13 5-4 0,7-6-9 16,-1-1-3-16,3-1-6 0,-3 0-2 0,6-2-5 16,-2-1-3-16,-1 3-2 0,2 0-4 0,-3 4-2 15,-3 1-1-15,-3 2-5 0,0 2-1 0,-3 5-7 16,-1-1 6-16,1 0 1 0,-1 3-17 0,0 2-23 15,-5 5-25-15,5-7-29 0,-5 7-38 0,0 0-51 16,4-8-43-16,-4 8-22 0,0 0-181 0,0 0-452 16,0 0 200-16</inkml:trace>
  <inkml:trace contextRef="#ctx0" brushRef="#br0" timeOffset="-159056.93">6334 3521 65 0,'0'0'165'16,"0"0"-11"-16,4-7-10 0,-4 7-13 0,4-8-7 0,-4 8-6 15,3-8-9-15,-3 8-14 0,1-7-1 0,-1 7-9 16,3-9 2-16,-3 9-6 0,2-6-2 0,-2 6-8 16,0 0-5-16,0 0-6 0,3-8-7 15,-3 8-3-15,0 0-3 0,0 0-5 0,0 0-2 16,0 0-4-16,0 0 0 0,0 0-1 0,0-9-2 15,0 9-6-15,0 0 0 0,0 0-5 0,0 0 2 16,0 0-3-16,0 0 2 0,-4-8-5 0,4 8-3 16,0 0-4-16,0 0-2 0,0 0 2 0,0 0-6 0,0 0-1 15,9-6-3-15,4 2 3 0,3 1 2 0,6-2-10 16,9-1-1-16,1 0-9 0,3-1-10 16,4 0-2-16,-5 2-11 0,-1 0-16 0,-2 0-20 15,-2 1-22-15,-9 3-22 0,0-2-26 0,-8 3-13 16,0-2-108-16,-1 2-285 0,-11 0 126 0</inkml:trace>
  <inkml:trace contextRef="#ctx0" brushRef="#br0" timeOffset="-158800.72">6442 3441 41 0,'-9'18'113'0,"4"-2"2"0,0 0-11 0,-4 0-8 16,0 8-9-16,1 0-3 0,-1 0-3 0,2 0-7 15,-2 0-2-15,1-1-11 0,-2 2 3 16,5-1-7-16,-4 1-4 0,1 0 2 0,0-8 1 0,2 2-17 16,2 1-2-16,-4 3 1 0,3-6-5 0,0 0-5 15,1-1-25-15,-2 2-9 0,3-6-46 0,-2 0-29 16,1-2-25-16,-1 2-85 0,-2-1-208 0,0-1 93 15</inkml:trace>
  <inkml:trace contextRef="#ctx0" brushRef="#br0" timeOffset="-158467.84">6499 3732 70 0,'31'-5'75'0,"-3"2"-8"0,0 0-1 0,-1-1-4 15,-6 2-8-15,0 1-7 0,-2-3-3 0,-2 3 5 16,-3-2 9-16,-1 2 2 0,-13 1-4 0,23-3 7 16,-17 3 19-16,-6 0-10 0,12-4 8 0,-12 4 2 15,9-3 7-15,-9 3-4 0,0 0 0 0,0 0-7 16,0 0-6-16,0 0-11 0,14 1-8 0,-14-1-7 15,0 0-7-15,0 0-4 0,6 6-5 0,-6-6-3 16,2 11-2-16,-2-11-2 0,2 14 4 0,-2-4-9 16,0-10 3-16,-2 22-5 0,4-10 1 0,-4 5-6 15,2-17 5-15,2 29-35 0,-4-13-12 0,2-4-27 16,0-12-41-16,-3 28-45 0,2-12-125 16,-2-4-290-16,3-12 128 0</inkml:trace>
  <inkml:trace contextRef="#ctx0" brushRef="#br0" timeOffset="-158057.09">6981 3807 76 0,'0'0'197'0,"0"0"-17"0,0 0-7 16,0 0-11-16,0 0-12 0,0 0-13 0,0 0-9 15,8-29-14-15,-6 22-8 0,5-2-12 0,-2 0-10 16,4-1-9-16,0 1-6 0,4-4-7 0,1 5-6 16,-3 0-12-16,2 2-5 0,-3 3-3 0,-1-2-8 15,4 2-1-15,-3 2-6 0,0-1-4 0,-10 2-2 16,21 6 1-16,-12-2-5 0,0 0-9 0,0 2-7 16,-2 2-8-16,0 0-16 0,-1 3-18 0,-1-2-10 15,0 3-32-15,-1 1-13 0,-1-1-12 0,2 2-20 16,-3-4-122-16,1 2-275 0,2-2 122 15</inkml:trace>
  <inkml:trace contextRef="#ctx0" brushRef="#br0" timeOffset="-157603.09">7582 3678 8 0,'0'0'152'0,"0"0"-18"15,0 0-8-15,0 0-14 0,-19-4-6 0,19 4-7 16,0 0-9-16,-41 13-2 0,25-3-6 0,0-1-4 0,0 2-10 16,3-1-1-16,0 1-5 0,4-2-11 0,-1 3-3 15,3-5-3-15,2 2-6 0,5-9-3 0,-5 14-2 16,5-14-6-16,0 0-1 0,2 20-3 16,-2-20 3-16,11 12-5 0,-4-6 0 0,-7-6-3 15,17 7 1-15,-7-7-8 0,4 3 7 0,-14-3-11 16,23-1-6-16,-9-1-6 0,3-4-5 0,0-3-3 15,-2-1-1-15,-1-1-2 0,-2-2 8 0,0-2 0 16,-2-2 3-16,1 1-4 0,3-6 1 0,-7 4-2 16,2-5 9-16,1-2-1 0,-2 6 6 0,0-5 0 15,-2 5 6-15,3-6 1 0,-4 5 10 0,-1-5 0 16,1 9 1-16,1 0 3 0,-5 5 19 0,1 1 13 16,3 3-3-16,-3 1-3 0,-2 6-9 0,1-11-6 15,-1 11-9-15,2-8-4 0,-2 8-3 0,0 0-1 16,0 0-5-16,0 0-1 0,0 0-3 0,-3 37 1 15,0-21-4-15,-1 4 5 0,1-1-3 0,-1 0-1 16,0 2 3-16,1-2-4 0,-3 5-1 0,3-6 3 16,2 1-4-16,2 0-2 0,-2-8-11 0,1 14-22 15,0-6-29-15,2 0-36 0,2-4-44 0,0 1-58 16,-1 1-102-16,1-7-323 0,2-1 144 0</inkml:trace>
  <inkml:trace contextRef="#ctx0" brushRef="#br0" timeOffset="-157364.68">8640 3491 106 0,'12'-4'155'0,"-2"-1"-17"15,8 1-10-15,0-1-11 0,10-2-9 0,-1 4-13 16,-1-3-8-16,4 2-8 0,-9 0-13 0,0 2-26 16,-1 0-26-16,-1 2-32 0,-2-2-28 0,-3 2-30 15,-6-1-19-15,-2 1-55 0,-6 0-162 0,11 0 72 16</inkml:trace>
  <inkml:trace contextRef="#ctx0" brushRef="#br0" timeOffset="-156975.86">8861 3460 61 0,'0'0'107'0,"-4"13"29"0,2-3-5 15,-3 5-10-15,0 1-2 0,2 4-10 0,-2-4-2 16,1 4-4-16,0 3 3 0,0 1-8 0,-2-3-7 16,2 4 0-16,0-6-9 0,3 0-6 0,-3-3-4 15,3 4-7-15,0 0-4 0,-1-2-10 0,1-2 0 16,0-2-9-16,-1-2-1 0,2-1-2 0,0-1-6 15,0-10-2-15,0 14-11 0,0-14 7 0,-1 12-4 16,1-12-3-16,0 0 2 0,0 11-3 0,0-11 0 16,0 0-3-16,0 0 1 0,-5 10-1 0,5-10 2 15,0 0-7-15,-14 3-1 0,4-3-9 0,10 0-6 16,-22-3-2-16,22 3 2 0,-20-6-2 0,11 4 7 16,9 2-5-16,-14-4 1 0,14 4-1 0,-16-1 4 15,16 1-2-15,-10-2-1 0,10 2-7 0,0 0 6 16,-13-3 1-16,13 3 1 0,0 0-4 0,0 0 2 15,-11-2 0-15,11 2-1 0,0 0 0 0,0 0-1 16,0 0 2-16,0 0 3 0,0 0 1 0,0 0 0 16,0 0 3-16,28 13-2 0,-15-9-6 0,6 1-11 15,3-3-22-15,6 2-26 0,0-1-37 0,3 1-32 16,-1-2-21-16,-2-2-118 0,1 5-294 0,-3-6 130 16</inkml:trace>
  <inkml:trace contextRef="#ctx0" brushRef="#br0" timeOffset="-156744.89">9404 3779 89 0,'0'0'158'0,"0"0"-3"0,-19-11-6 16,19 11-8-16,0 0 0 0,-34 6-9 0,17-1-12 15,3 4 1-15,-5 1-11 0,-3 6-6 0,8-6-12 0,-1 2-7 16,2 0-9-16,3 3-4 0,1-3-5 15,6 1-7-15,-1-1-6 0,6-1-5 0,-1 3-3 16,2-2-5-16,3 4-29 0,1-6-29 0,4 4-24 16,2-2-33-16,3-2-22 0,1 0-35 0,2-2-20 15,1-1-110-15,-2 1-283 0,1-3 125 0</inkml:trace>
  <inkml:trace contextRef="#ctx0" brushRef="#br0" timeOffset="-156590.89">9780 4023 75 0,'0'0'158'0,"0"0"-4"0,-10 20-18 0,3-8-5 15,-2 2-14-15,-2 0-12 0,-4 9-7 0,-1-9-33 16,-2 6-43-16,4-7-46 0,-4 6-53 0,-2-2-83 16,3-6-174-16,0 0 77 0</inkml:trace>
  <inkml:trace contextRef="#ctx0" brushRef="#br0" timeOffset="-153620.75">10236 3602 97 0,'0'0'189'0,"5"-6"-15"15,-5 6-16-15,0 0-19 0,0 0-18 0,0 0-9 16,0 0-20-16,0 0-8 0,0 0-9 0,0 0-6 16,16 11-12-16,-10-1 2 0,6 3-11 0,-2 1-2 15,3 8 1-15,3-3-14 0,-5 0 1 0,1 4-3 16,1 1-1-16,1 0-5 0,-6-7 3 0,1-2-5 15,-2-1 1-15,4-1-5 0,-5-1 0 0,-1-5-5 16,-1 0 3-16,1 0-3 0,-2-2 2 0,-3-5 8 16,5 7 21-16,-5-7 23 0,3 5 6 0,-3-5-12 15,0 0-7-15,0 0-5 0,12-10-4 16,-7 1-9-16,2-3-4 0,1-4-3 0,1-1-1 0,0 1-4 16,3-6-3-16,-2 4-4 0,0-6 0 15,4 1 25-15,-1 2-3 0,0 4-6 0,-4 1-6 0,5-6-3 16,-4 5-3-16,2 1 1 0,-3 0-6 0,1 3-2 15,-5 4-4-15,1 1-12 0,0-1-27 0,-6 9-30 16,3-8-39-16,-3 8-18 0,0 0-10 0,0 0-3 16,0 0-5-16,0 0-15 0,0 0-20 15,-7 33-131-15,-2-18-321 0,-4 1 142 0</inkml:trace>
  <inkml:trace contextRef="#ctx0" brushRef="#br0" timeOffset="-153376.93">10762 3743 71 0,'6'-3'197'0,"-6"3"-17"0,0 0-17 0,0 0-14 16,0 0-14-16,0 0-17 0,0 0-14 0,0 0-5 16,0 0 2-16,0 0-17 0,0 0-2 0,0 0-4 15,-20 23-4-15,12-15-6 0,-2-1-9 0,3 0-2 16,0 3-5-16,1-3-5 0,6-7-2 0,-7 15-5 15,2-5-2-15,2-3-1 0,2 4-8 0,1-11 1 16,2 21-15-16,1-10-21 0,-3-11-23 0,14 16-36 16,-4-2-38-16,7-4-37 0,-2-2-162 0,0-1-327 15,0 0 145-15</inkml:trace>
  <inkml:trace contextRef="#ctx0" brushRef="#br0" timeOffset="-153001.85">11244 3759 79 0,'0'0'162'16,"0"0"-8"-16,0 0-14 0,-12-9-6 0,12 9-4 15,0 0 0-15,-22 5-14 0,14 2-6 0,8-7-5 16,-20 13-16-16,11-7-8 0,2 2-8 0,-4 1-6 16,6-1-5-16,1 0-8 0,4-8-6 0,-4 15-4 15,4-6-3-15,0-9-4 0,3 15 0 16,3-5-7-16,1-3 2 0,3-3-5 0,1 0-4 15,0 1-1-15,7-3-5 0,-2 2-4 0,-3-2-1 0,-3 0-5 16,-2 0-3-16,-8-2 8 0,14 1-2 0,-14-1-3 16,10 2 3-16,-10-2-3 0,0 0-4 0,0 0 5 15,14 0 3-15,-14 0-11 0,0 0 4 0,0 0 0 16,0 0-4-16,0 0 0 0,0 0-2 16,-33 12 2-16,20-8 1 0,3 2 5 0,-3 1 1 15,2 0 1-15,0 1-2 0,3-1 3 0,-1 0 1 16,1 0-4-16,1 2 2 0,3-1 1 0,4-8 2 0,-6 17-2 15,6-7-1-15,0-10 1 0,9 20 2 16,1-10-11-16,3 0-19 0,3 2-33 0,4-1-38 16,4 0-41-16,6-5-42 0,-3 3-129 0,0 0-326 15,-5-5 145-15</inkml:trace>
  <inkml:trace contextRef="#ctx0" brushRef="#br0" timeOffset="-152844.55">11752 4078 149 0,'0'0'180'16,"0"0"-13"-16,0 0-5 0,0 0-12 0,6 7-8 16,-6-7-11-16,0 0-13 0,-26 26-8 0,14-13-17 15,-5-1-2-15,3 0-22 0,-2 2-34 0,3-2-38 16,-1-1-58-16,-1 2-65 0,1-1-109 0,-1-1-254 16,0-1 112-16</inkml:trace>
  <inkml:trace contextRef="#ctx0" brushRef="#br0" timeOffset="-151937.29">12244 3630 118 0,'-5'-6'163'16,"5"6"-2"-16,0 0-9 0,0 0-7 0,0 0-14 15,0 0-7-15,0 0-6 0,0 0-11 0,0 0-7 16,0 0-9-16,0 0-3 0,0 0-12 0,0 0 2 16,0 0-24-16,0 0 5 0,0 0-6 0,0 0-8 15,0 0-5-15,0 0 0 0,0 0-7 0,0 0-1 16,0 0-11-16,0 0 5 0,0 0-5 0,0 0-3 15,0 0-4-15,0 0-1 0,0 0-2 0,0 0-1 16,0 0-2-16,0 0-4 0,0 0-1 0,0 0 5 16,0 0-3-16,0 0-4 0,0 0 2 0,0 0 0 15,0 0 2-15,0 0-1 0,0 0-2 0,0 0 3 16,7 22-3-16,-7-22-4 0,2 7 3 0,-2-7 1 16,5 10-5-16,-5-4 9 0,4 0-3 0,-2 1 4 15,0 2-3-15,3-1 4 0,-3 2-2 0,2-2-1 16,0 3 2-16,0-1-1 0,0-1 0 0,0 1-2 15,-1 1 2-15,1 2-1 0,-2-2-2 0,1 1 5 16,2-1-5-16,-3 2 0 0,0-3 0 0,2 2 1 16,-3-2-2-16,3 1 0 0,0-3 4 0,-2 2-1 15,1-1 1-15,1-2-6 0,-2-2 5 0,1 0 1 16,-3-5-2-16,3 12 1 0,-2-9-1 0,-1-3 0 16,5 7-2-16,-5-7 7 0,2 5-6 0,-2-5 2 15,0 0 2-15,3 5-3 0,-3-5 2 0,0 0 2 16,0 0 5-16,0 0 8 0,0 0 11 0,0 0 10 15,3 6 15-15,-3-6-3 0,0 0 4 0,0 0-4 16,0 0-5-16,7-15-9 0,-5 7-2 0,4-1-5 16,-4-2-1-16,2-1-4 0,0-4-2 0,1-1-4 15,1-1-6-15,-3 1 0 0,4 1-1 0,-2-2-3 16,1 1-1-16,-2 2-3 0,1-2 3 0,1 0-2 16,0 1-4-16,0-2-3 0,0 1 4 0,3-1 1 15,-1-1-5-15,-2 2 2 0,1-2-2 0,-1 2-1 16,1 2-1-16,-4 4 1 0,2-5 0 0,-1 3-1 15,0 2 0-15,-4 2 1 0,2 0-2 16,0 2 4-16,1 2-5 0,-3 5 1 0,2-8 1 16,-2 8-1-16,0 0-3 0,2-7 2 0,-2 7 1 0,0 0-5 15,4-7 0-15,-4 7-1 0,0 0-8 0,0 0-8 16,0 0-5-16,0 0-15 0,0 0-12 0,0 0-24 16,0 0-22-16,0 0-7 0,0 0-1 0,0 0-32 15,0 0-24-15,0 0-39 0,0 0-132 16,0 0-363-16,0 0 160 0</inkml:trace>
  <inkml:trace contextRef="#ctx0" brushRef="#br0" timeOffset="-150975.03">12810 3785 61 0,'0'-10'205'0,"0"10"-14"15,0 0-9-15,2-15-8 0,-2 15-10 0,0 0-5 16,-2-10-17-16,2 10-14 0,0 0-17 0,0 0-9 15,0 0-10-15,-5-12-15 0,5 12-4 16,0 0-19-16,0 0 2 0,-20 4-8 0,20-4-1 16,-17 9-7-16,17-9-4 0,-19 12-9 0,11-5-1 0,3 1 1 15,5-8-13-15,-10 17-2 0,10-8 1 0,0-9-4 16,-4 15 3-16,4-15-3 0,5 18 5 0,4-10-4 16,-3 0-2-16,3 1-8 0,2-4-3 15,1 2 3-15,-1-2-1 0,5 4-7 0,-3-8 5 16,-4 2 1-16,3 0 1 0,-12-3 0 0,13 3 3 15,-13-3 0-15,12 3 1 0,-12-3-4 0,8 2 5 0,-8-2 2 16,0 0 5-16,0 0-3 0,9 4 4 0,-9-4-1 16,0 0-5-16,0 0-2 0,0 0 0 0,0 0-3 15,0 0 0-15,0 0-3 0,-36 8 4 0,23-4-4 16,-1 1 6-16,1-1 0 0,-1 4-1 16,1-2 4-16,-3 1-8 0,5-1 7 0,4 0 2 15,-6 1 0-15,6 0-1 0,0 0-3 0,1 0 2 16,0 0 1-16,6-7-2 0,-4 13-2 0,4-13 4 15,2 12-2-15,-2-12 1 0,2 16-3 0,2-11-10 0,4 4-5 16,-1-1-11-16,2-3-15 0,2 2-8 16,0-2-16-16,0 1-10 0,1-1-12 0,1-1-13 15,1 0-8-15,-1-3-6 0,1 1-17 0,1-2-7 16,4 0-14-16,-6 2-85 0,5-4-252 0,-5 2 111 16</inkml:trace>
  <inkml:trace contextRef="#ctx0" brushRef="#br0" timeOffset="-147924.43">13243 4191 113 0,'0'0'169'0,"0"0"-10"0,0 0-15 16,0 0-11-16,0 0-13 0,7-2-12 0,-7 2-18 16,0 0-8-16,0 0-12 0,0 0-7 0,-9 21-12 15,0-8-10-15,-5 2-14 0,-3 3-37 0,-2 3-28 16,-3-2-28-16,0 1-25 0,-1-1-104 0,1 1-210 15,6-9 94-15</inkml:trace>
  <inkml:trace contextRef="#ctx0" brushRef="#br0" timeOffset="-146064.83">13702 3774 17 0,'0'0'117'0,"0"0"-7"0,0-8 0 0,0 8-11 15,0 0 4-15,0 0-14 0,0 0-4 0,-5-7 1 16,5 7-2-16,0 0-2 0,0 0-8 0,-2-7-1 15,2 7-7-15,0 0 4 0,0 0-10 0,0 0 3 16,0 0-10-16,0 0-8 0,0 0-3 0,0 0 0 16,0 0-8-16,7-10-8 0,1 9-1 0,4-2-1 0,5-1-5 15,2 2-3-15,3-2-8 0,0 1-21 16,1 1-3-16,-2 0-14 0,-2-1-14 0,2 1-21 16,-4-1-11-16,-3 3-5 0,-1-3-9 0,-1 2-3 15,-3-1-8-15,0 1 0 0,-3 0-68 0,-6 1-183 16,12-1 81-16</inkml:trace>
  <inkml:trace contextRef="#ctx0" brushRef="#br0" timeOffset="-145688.33">13986 3702 27 0,'-24'-6'17'0,"24"6"8"0,0 0 1 15,0 0 16-15,-7-3 8 0,7 3 8 0,0 0 16 16,0 0-16-16,-8-2-3 0,8 2-1 0,0 0-8 16,0 0-5-16,0 0-9 0,0 0-1 0,0 0-9 15,0 0 2-15,0 0-5 0,-7 11 23 0,7-4-17 16,0 4 10-16,0 1 3 0,-2 6 2 0,4-2-1 15,-4 0 1-15,4 2 7 0,-4-1-12 0,1 0-3 16,1-1-6-16,1 0 8 0,-2-4-11 0,-1-1 6 16,4 3-10-16,-2-2 11 0,0 0-1 0,0-1-8 15,-2 0-1-15,-1-1-5 0,3-1 2 0,-4 0-6 16,2-3-8-16,-2 0-3 0,4-6-6 0,-9 12-8 16,5-8-6-16,-6 0-8 0,3 0-2 0,-4-3-6 15,2 1 11-15,2-2-2 0,-4 0 2 0,3 0-9 16,8 0 12-16,-19-2 2 0,11-1 1 0,0 1 1 15,8 2 6-15,-11-3-7 0,11 3 6 0,-7-4-3 16,7 4 11-16,-8-1-2 0,8 1 0 0,0 0 2 16,-8-4-2-16,8 4 0 0,0 0 0 0,0 0 3 15,0 0-4-15,0 0 8 0,0 0-14 0,0 0 10 16,25-1 0-16,-11 1-12 0,4 0-9 0,2 0 3 16,1 1-11-16,0-1-15 0,0-1-5 0,2 0-5 15,-4 1-2-15,0-2 3 0,1 1-29 0,0-3-94 16,-4 1 42-16</inkml:trace>
  <inkml:trace contextRef="#ctx0" brushRef="#br0" timeOffset="-145484.46">14102 3968 174 0,'8'-5'3'0,"1"-1"4"16,-2 2 10-16,2-3 14 0,-5 0-4 0,-4 7 26 16,9-11 17-16,-3 6-3 0,-6 5 7 0,6-12-9 15,-2 8 18-15,-4 4 4 0,4-9 8 0,-4 9 3 16,3-5-8-16,-3 5-2 0,0 0-14 0,8-4-2 16,-8 4-16-16,0 0-8 0,0 0-6 0,0 0-7 15,0 0-5-15,0 0 10 0,5 18-9 0,-4-8 0 16,-1 1 0-16,0 2 4 0,0 5-5 0,0-3 0 15,0 2 1-15,0 1 0 0,2-2-5 0,-4 0-1 16,2 2-6-16,0-1 3 0,-1 0-19 0,1-1-14 16,0-5-34-16,0 0-28 0,0 0-19 0,1 0-20 15,-2-4-3-15,-2 0-24 0,3-7-75 0,-1 12-233 16,-4-7 103-16</inkml:trace>
  <inkml:trace contextRef="#ctx0" brushRef="#br0" timeOffset="-145067.84">14238 3901 76 0,'11'-6'128'0,"-2"0"2"0,3 2-15 16,-1 1-15-16,0 2 2 0,0 1-11 16,1 2-2-16,-1 0-15 0,3 1-3 0,-4-2 3 15,-1 3-13-15,1 1-10 0,-1-1-1 0,0 2-3 0,-1 1-3 16,-1-2-2-16,0 2-10 0,-2-1 2 0,-1 3-4 15,-4-2 0-15,0-7 0 0,-4 16 1 16,1-7 2-16,-3-1-3 0,-2-1-11 0,2 1-7 16,-3 1-5-16,2 0-8 0,-3-3-3 0,4 3-8 15,-1-4-11-15,7-5-2 0,-10 8-9 0,10-8-5 16,-7 8-7-16,7-8 4 0,-7 8-5 0,7-8 5 0,0 0 6 16,-2 9 6-16,2-9 0 0,4 7-1 15,1-3 1-15,0 0 2 0,1 2 0 0,-1-2 4 16,3 3 8-16,2-2 7 0,-1 2 0 0,-1 0 0 15,-3-1-10-15,5 2 10 0,-2-1-3 0,-3-1 1 16,-1 0 6-16,-4-2 2 0,4 3 9 0,-4-7 3 16,0 10-1-16,0-10 0 0,-2 15 5 0,-2-11 8 15,-3 4 4-15,0-2-1 0,-4-1-2 0,0 3 6 16,-3-3-18-16,3 1-1 0,-2-2 0 0,-3 3-11 16,3-2-9-16,3-2-24 0,-1 1-13 0,-2 0-23 15,-1 2-26-15,5-3-55 0,1 2-164 0,-2-3 73 16</inkml:trace>
  <inkml:trace contextRef="#ctx0" brushRef="#br0" timeOffset="-144879.08">14562 4221 99 0,'0'0'139'16,"0"0"-11"-16,0 0-16 0,8 3-4 0,-8-3-19 15,0 0-1-15,0 0-6 0,-17 17-19 0,10-11-20 16,0 2-20-16,-2 0-29 0,-2 0-14 0,0 0-27 16,0-2-41-16,-4 2-48 0,3-2-147 0,3 1 65 15</inkml:trace>
  <inkml:trace contextRef="#ctx0" brushRef="#br0" timeOffset="-143358.9">15324 3796 104 0,'0'0'133'0,"-3"-9"-16"0,3 9-18 15,-1-9 8-15,1 9-16 0,-6-9-5 0,2 4-10 16,4 5-8-16,-9-4-5 0,2 3-16 0,7 1 1 16,0 0-3-16,-27 1 3 0,8 3-6 0,6 2-3 15,-4 2 1-15,1 1-1 0,-2 2-5 0,1 0 4 16,4 4-4-16,1-5-3 0,1 6-10 0,1-4 1 16,2 1-2-16,3-3-3 0,-2 1 0 0,5-2-1 15,1 0 6-15,-1-2-1 0,5 2-10 0,1 0 3 16,-2-1 3-16,5 0-3 0,-1 0 0 0,2-5 3 15,2 3-2-15,0-1-3 0,2-2-9 0,0-1 6 16,2-2-2-16,-3 0 1 0,7 0 1 0,-8-2 5 16,0-1 3-16,-5 0-8 0,4 1-2 0,-2-5-2 15,1-1 3-15,0 0 3 0,-2 0 1 0,0-1-3 16,-1 0 11-16,-3-3 0 0,2 2-1 0,1-2-5 16,-2 1 1-16,-1 4 5 0,1 0 8 15,-3 7 0-15,2-11-10 0,-2 11-3 0,2-10-4 16,-2 10-6-16,1-6-1 0,-1 6-3 0,0 0-2 0,0 0 3 15,0 0-3-15,0 0 2 0,0 0 0 0,0 0 0 16,-3 33 6-16,1-21-8 0,1-1 0 0,-3 3-10 16,6-2-15-16,-4 3-15 0,2-2-34 15,0 0-24-15,2 2-22 0,-2-2-20 0,2 3-116 16,-4-5-278-16,4-2 123 0</inkml:trace>
  <inkml:trace contextRef="#ctx0" brushRef="#br0" timeOffset="-142978.75">15503 3875 11 0,'0'0'101'0,"0"0"-1"0,0 0 8 0,0 0 2 16,5 18-9-16,-4-9-5 0,-2 0-5 15,1 3-2-15,0-5-13 0,-3 4-9 0,2-2-2 16,1 1-1-16,-1-4-6 0,-1 5 1 0,2-11-6 15,0 10-7-15,0-10-5 0,0 10-4 0,0-10 1 16,0 0 9-16,0 8 7 0,0-8 9 0,0 0 9 16,0 0-10-16,0 0-6 0,0 0-4 0,0 0-6 15,0 0-6-15,0 0-2 0,0 0-6 0,-1-26-5 16,4 16-3-16,-1 0-7 0,2 0-3 0,1-6-7 16,2 2-3-16,0-2-5 0,1 2-1 0,4 3-3 15,-4 3-3-15,0 1 10 0,1-3-8 0,0 4 3 16,-3 1-11-16,3 0 2 0,0 2 3 0,-2 3-1 15,-7 0 1-15,15 0-1 0,-5 6 4 0,-1-1 4 16,-1 0-7-16,2 2 6 0,-2 3-2 0,-1 1 1 16,0-1-7-16,0 0 8 0,2 3 0 0,-2 3-4 15,-2-1-39-15,-3-4-30 0,0 1-27 0,-1 3-36 16,-2 1-122-16,-3-6-282 0,-1 0 125 0</inkml:trace>
  <inkml:trace contextRef="#ctx0" brushRef="#br0" timeOffset="-142521.39">15978 3863 3 0,'0'0'225'0,"1"-10"-20"0,-1 10-16 16,2-6-20-16,-2 6-19 0,0 0-13 0,0 0-12 15,0 0-14-15,-11-5-14 0,11 5-7 0,-17 5-6 16,5 1-3-16,-1-2-7 0,2 3-12 0,2 0-6 15,-3 0 4-15,2-1-11 0,-1 2-5 0,3 1-8 16,1-2-3-16,1 2-1 0,1-3-3 0,0 1-5 16,4 0-3-16,1-7-1 0,-3 12-5 0,3-12 2 15,4 11-7-15,0-6 3 0,1-1-4 0,0 0-4 16,5 0-5-16,-1-3 2 0,0-1 1 0,1-1 1 16,-10 1-2-16,16-4 1 0,-6 0 0 0,-1-2-7 15,1-4 2-15,-2 1-3 0,2-5 4 0,-2-1-1 16,0-2 1-16,-2-2-5 0,5-5 4 0,-3 5-1 15,-4 0-2-15,2-5-1 0,0-3 6 0,-2 3-5 16,0-1 3-16,1 7 8 0,-1 1 3 0,-3 5 11 16,1-1 8-16,-1 5 12 0,-1-2-4 0,1 4-2 15,-1 6-3-15,-1-10-5 0,1 10-7 0,0 0-2 16,1-12-11-16,-1 12-2 0,0 0 0 0,0 0-1 16,0 0-1-16,0 0 1 0,-4 35-3 0,4-15 3 15,2-1-3-15,-2-2 3 0,1 1 3 0,0 7-3 16,-3 0 1-16,5-6 1 0,1 7 1 0,1-7-22 15,2 6-18-15,-2-7-35 0,1-2-38 0,-1 1-38 16,1 0-44-16,-4-1-146 0,-1-4-362 0,1-4 160 16</inkml:trace>
  <inkml:trace contextRef="#ctx0" brushRef="#br0" timeOffset="-141882.15">16392 3679 188 0,'0'0'217'16,"0"0"-17"-16,0 0-20 0,0 0-19 0,0 0-21 16,0 0-14-16,0 0-18 0,0 0-15 0,0 0-9 15,0 0-7-15,0 0-12 0,0 0-2 0,9 25-13 16,-6-12 0-16,2 5-5 0,0 6-1 0,-1-5-5 16,0 1-3-16,-1-1-3 0,1-2-5 0,0 1-3 15,1-3 1-15,-1 3-1 0,-1-1-3 0,-1-5-4 16,3 2 0-16,-1-4-2 0,-1-1-1 0,0-1-1 15,1 0 1-15,-3-5-4 0,-1-3 2 0,2 11-3 16,-2-11 6-16,2 6-5 0,-2-6 14 0,3 6 19 16,-3-6 15-16,0 0-3 0,0 0-10 0,0 0-1 15,13-16-5-15,-9 6-8 0,3-2 5 0,1-3-10 16,4-7-4-16,0-1-1 0,1-1-1 0,0 3-5 16,0-4-1-16,4 0 0 0,-6 0-5 0,2 1 2 15,-1 0-2-15,-2 3 25 0,-3 3-3 0,2 3-5 16,-2 1-1-16,-3 3-7 0,3 3 0 0,-3-1-14 15,-2 3-21-15,2 2-18 0,-4 4-37 0,4-9-22 16,-4 9-77-16,0 0-23 0,0 0-3 0,0 0-13 16,0 0-128-16,-19 22-364 0,8-10 162 0</inkml:trace>
  <inkml:trace contextRef="#ctx0" brushRef="#br0" timeOffset="-141650.83">16675 3838 93 0,'0'0'230'0,"8"2"-13"16,-8-2-27-16,0 0-17 0,0 0-18 0,0 0-20 15,0 0-11-15,6 10-13 0,-6-4-8 0,0 4-7 0,-2 1-6 16,2 1-7-16,-1-1-8 0,1 4-6 16,-1-2-6-16,-1 0-8 0,2-1-5 0,0 1 4 0,0-1-12 15,0-1-2-15,0-1-8 0,-1 2-6 16,2-2-26-16,1-1-13 0,-2-1-24 0,0-8-21 15,0 13-36-15,0-13-28 0,2 9-36 0,-2-9-18 16,-1 6-99-16,1-6-298 0,0 0 133 0</inkml:trace>
  <inkml:trace contextRef="#ctx0" brushRef="#br0" timeOffset="-141259.45">16772 3783 111 0,'11'-5'167'0,"-2"2"-15"0,1-1-15 16,-10 4-10-16,20-2-2 0,-20 2-18 0,19 4-6 16,-9-2-10-16,-2 2-4 0,-1 2-14 0,-7-6-4 15,12 10-5-15,-3-5 8 0,-3 4-18 0,-2-3 0 16,1 3-2-16,-2 0-1 0,-3-9-3 0,2 17 3 16,-2-11-9-16,0-6 0 0,-1 15-5 0,1-15 0 15,-1 13-6-15,1-13-1 0,-3 12-6 0,3-12 1 16,-4 10-5-16,0-5 2 0,4-5-15 0,0 0-4 15,-1 16-10-15,1-16-5 0,0 0-6 0,-2 10 6 16,2-10-1-16,0 12 3 0,0-12 1 0,5 12-1 16,-3-4 2-16,-2-8 1 0,7 13 7 0,-4-4-6 15,4 1 2-15,-2-2 1 0,0 1-1 0,1 3-4 16,1-3 4-16,-1-1-3 0,-1 1 4 0,3-2 0 16,-5 0 0-16,-1-2-1 0,1 1 4 0,-1-2-2 15,-2-4 2-15,3 10 7 0,-3-10 3 0,0 0 2 16,0 0 7-16,0 0-5 0,-12 12-2 0,12-12 1 15,-15 4-7-15,6-4 6 0,9 0-4 0,-23 1-11 16,13-2-22-16,10 1-26 0,-22-1-40 0,10-2-49 16,0 2-154-16,-1-1-317 0,-1-1 140 0</inkml:trace>
  <inkml:trace contextRef="#ctx0" brushRef="#br0" timeOffset="-139347.12">25981 9122 70 0,'0'0'145'0,"0"-13"-8"0,0 13 3 0,0-12-5 0,0 12-7 16,0-7-7-16,0 7-7 0,0 0-18 16,-2-9-21-16,2 9 7 0,0 0-11 0,0 0-4 15,0 0-7-15,-4-9-9 0,4 9-2 0,0 0-11 16,0 0-5-16,0 0-2 0,0 0-11 0,0 0 4 0,0 0 0 16,0 0 2-16,0 0-9 0,0 0 0 0,0 0-6 15,0 0 3-15,0 0 1 0,0 0-10 16,0 0 5-16,0 0-4 0,0 0-3 0,0 25 3 0,0-25 3 15,1 10-7-15,-1-10 5 0,-1 8-2 0,1-8 2 16,1 13-4-16,2-8 4 0,-3-5 1 0,0 17 1 16,0-9 7-16,2 5-8 0,-2-1 3 0,0 4 2 15,0 0 0-15,2 0-1 0,-2 2-1 0,0 0 7 16,0 0-1-16,0 0-1 0,0 0-2 0,0 0-3 16,2 1 0-16,-2 0-4 0,0 0-4 0,0 0 8 15,2 7 8-15,-4-2 1 0,2 1 3 0,0-5-5 16,0 6 2-16,2-1-3 0,-4-6 0 0,4 6-5 15,-2 2 1-15,-2-8 1 0,4 4-1 0,-2 2 0 16,0-6-4-16,2 6 5 0,-2 1-1 0,1-8-6 16,-1 3 4-16,4 6-1 0,-2-4-1 0,0 4-1 15,0-1 1-15,0-1-1 0,1-6-4 0,-3 8 4 16,0-2 0-16,0-6-2 0,0 5 0 0,0-3 2 16,0-2-4-16,0 1-1 0,2 5 4 0,-2-1-4 15,0 2 0-15,3-2 2 0,-3-4 2 0,2 5-3 0,0 2-1 16,-1-3 1-16,1-3-2 0,0-4-2 15,0 4 3-15,0-3-6 0,-2 0 7 0,4 0 0 16,-4 1 1-16,3-4-1 0,-1 2 4 0,-2 0 1 16,2 0-1-16,0-2 3 0,-2 3 0 0,0-1 0 0,2 1 1 15,-2-3 0-15,0 0-4 0,2 2 0 16,-2 1 0-16,1 2-2 0,-1-3-3 0,-1 1 3 16,1 1 1-16,0 0 0 0,0 7-1 0,-2-6 4 15,0-1 0-15,2 1 0 0,0-2-1 0,-2 2-5 0,0-1 8 16,2 5-5-16,-2-5 4 0,-1 2-6 0,3-3 6 15,-4-2-7-15,4 4 2 0,-2-2-4 0,0-2 2 16,0 1-1-16,-1 1 5 0,3-4-4 16,0 1-1-16,0-2 0 0,-2 3 2 0,4 0-2 0,-4-1-2 15,2-2-1-15,0 3 6 0,-2-1-6 0,2-2 2 16,0-2-1-16,0 1 1 0,0 0-2 16,-3 0 3-16,6-1-1 0,-3 2-2 0,0 2 2 15,0-2-1-15,0 3 1 0,0-5 0 0,2 1-4 0,0 1 6 16,-1-1-1-16,1 4 2 0,0 1-3 0,-2-1 2 15,2-4-1-15,0 3 0 0,-2-3-1 0,0 0-2 16,2-1 3-16,-2-1-1 0,0-3 0 0,2-1 0 16,-2-6-2-16,0 11-2 0,0-11 5 0,0 9-1 15,0-9-5-15,3 6 9 0,-3-6-9 0,-2 9 3 16,2-9-1-16,0 0 1 0,2 9 0 0,-2-9 1 16,0 0-1-16,0 0 3 0,0 9-3 0,0-9 2 15,0 0-4-15,2 8 1 0,-2-8 2 0,0 0 2 16,0 0-1-16,0 0 1 0,2 5 1 0,-2-5 3 15,0 0-4-15,0 0 4 0,0 0-1 0,0 0 3 16,0 0-1-16,0 0 6 0,0 0 2 0,0 0-2 16,0 0-1-16,0 0 0 0,0 0-3 0,12-13 3 15,-5 5-7-15,1 2-3 0,2-3-1 0,0 1 3 16,1-3 1-16,3-3-4 0,0 3 0 0,2 0 3 16,-1 2-2-16,1-3-3 0,-1 3 3 0,-3 2-2 0,1-2 4 15,-2 1-3-15,5 0-1 0,-3-2-4 16,1 3 4-16,-3 2-1 0,-2-1 1 0,3-2-1 15,-3 3 0-15,1 0 2 0,-4 0-3 0,0 3 3 16,-1-1-1-16,-5 3-4 0,6-4-7 0,-6 4-5 0,9-4-12 16,-9 4-19-16,0 0-14 0,5-4-21 0,-5 4-29 15,0 0-34-15,0 0-13 0,0 0-16 16,0 0-10-16,0 0 1 0,0 0-123 0,0 0-331 16,0 0 146-16</inkml:trace>
  <inkml:trace contextRef="#ctx0" brushRef="#br0" timeOffset="-139117.89">25983 11526 56 0,'-7'-8'229'0,"2"0"-3"0,1 1-19 15,-1-5-19-15,1 3-13 0,0-2-5 16,-1 0-5-16,0 2-10 0,5-1-15 0,-4-1-16 0,4 2-14 15,-2-1-7-15,2 2-15 0,0 8-10 0,-2-15-20 16,1 8-21-16,1 7-28 0,0-16-27 0,-2 9-36 16,0-1-27-16,-2-2-37 0,-1 2-27 15,-4-3-33-15,2 3-110 0,-1-2-311 0,1 1 138 0</inkml:trace>
  <inkml:trace contextRef="#ctx0" brushRef="#br0" timeOffset="-138416.34">26061 9185 98 0,'0'-8'110'0,"0"8"-9"16,0 0-6-16,0 0-11 0,0 0-10 0,0 0-10 16,0 0-9-16,0 0 1 0,0 0-9 0,0 0 3 15,0 0-10-15,0 0 3 0,-25 14-3 0,16-5 7 16,-6 1-10-16,-1 2 3 0,1-1-9 0,-4 1 4 16,-5 3-8-16,1 0 5 0,-1 0-11 0,5-5 5 15,4 1-11-15,-3-3-2 0,0 2-10 0,7-3-6 16,0 0-19-16,1 0-25 0,1 0-24 0,-1-3-25 15,0 3-79-15,3-3-188 0,-1-2 83 0</inkml:trace>
  <inkml:trace contextRef="#ctx0" brushRef="#br0" timeOffset="-138208.81">26032 9173 101 0,'0'0'99'0,"0"0"-8"16,12 4-2-16,-8 0-9 0,0 0-8 0,3 4-9 15,-1 2 0-15,4-2-9 0,1 4-4 0,0 1-13 16,1 1-29-16,1-1-10 0,-2 2-21 16,0-3-12-16,0 4-31 0,-3-1-48 0,-2-3-123 0,1-2 55 15</inkml:trace>
  <inkml:trace contextRef="#ctx0" brushRef="#br0" timeOffset="-137720.75">26053 9919 116 0,'0'0'149'0,"0"0"-10"16,-3 9-15-16,3-9-10 0,0 0-13 0,0 0-11 15,0 9 9-15,0-9-4 0,4 10-3 0,-1-3-8 16,1 3 2-16,0 4-1 0,4 1-2 0,0 2-6 0,-1-1-7 16,0 1-5-16,4-2-3 0,0 4-11 0,-2-4-3 15,1 2 0-15,1-1-6 0,-2-2-2 16,4 1-4-16,-4-2-2 0,-4-2-6 0,3-2-5 15,0 0-1-15,-2-1 0 0,1 1-5 0,-5-4 3 0,4 0-3 16,0 0 0-16,-2 0-4 0,-2-1 2 0,-2-4-4 16,3 5 3-16,-3-5 10 0,0 0 17 0,6 7 10 15,-6-7 18-15,0 0 0 0,0 0-6 16,0 0-5-16,0 0-7 0,11-16-6 0,-9 7-4 0,3-1-5 16,0-7-2-16,1 2-5 0,-2-2-4 0,3 1-3 15,1-10-1-15,-2 10-4 0,3-2 0 0,0 0-2 16,2-5 1-16,-2 4-3 0,-2 3-4 0,2-2-1 15,2 0-2-15,-4 2 5 0,1 2-6 0,-2 4-2 16,0-1 1-16,-2 6-4 0,-1-1-6 0,-1-2-12 16,-2 8-13-16,4-7-22 0,-4 7-21 0,4-4-27 15,-4 4-8-15,0 0-24 0,0 0-12 0,0 0-13 16,0 0-16-16,0 0-19 0,6 19-117 0,-9-8-336 16,0-2 150-16</inkml:trace>
  <inkml:trace contextRef="#ctx0" brushRef="#br0" timeOffset="-137460.53">26412 10139 101 0,'0'0'141'0,"0"0"-1"16,0 0-9-16,-2 11-9 0,2-11 0 15,-6 8-4-15,5-1-9 0,-2-1-4 0,3 4-3 16,-4 0-8-16,2 0-10 0,-1 2-4 0,-1-1-6 0,2 1 4 15,0 1-10-15,0-2 0 0,-2 1-15 0,2 1 4 16,0-2-8-16,2 0-6 0,-2 0-3 16,-2-2-6-16,4 1-2 0,-3-1-3 0,1 0-2 15,2-2-5-15,0-7 0 0,2 13-11 0,-2-13-22 0,0 14-33 16,0-7-27-16,0-7-27 0,0 12-20 16,0-12-35-16,0 9-125 0,0-9-299 0,0 0 133 15</inkml:trace>
  <inkml:trace contextRef="#ctx0" brushRef="#br0" timeOffset="-137042.58">26479 10101 66 0,'7'-4'153'0,"-3"-1"-4"15,3 3-3-15,0-1-15 0,-7 3-11 0,15-1-9 16,-15 1-6-16,17 1-14 0,-9 2-6 0,-1-1-4 15,1 2-9-15,2 1-2 0,-3 1-8 0,-3 1 0 16,3 1-2-16,-5-2-8 0,3 3 0 0,-1-1-5 16,-4-1-3-16,0 0-4 0,0-7-4 0,-4 14 0 15,-3-5-6-15,0 0 0 0,-2-3 1 16,-3 2-4-16,-1 2-3 0,0-3-2 0,2-1-8 0,0-1 5 16,4 2-7-16,0-2 0 0,0-1-2 0,3-1-4 15,4-3-2-15,-9 7-5 0,5-4-4 0,4-3-1 16,-5 7 6-16,5-7-3 0,0 0 0 0,9 14-1 15,-7-9 2-15,7 1-3 0,-2 0 3 0,2 1-1 16,0-2 3-16,-1 2-1 0,1 0 1 0,1-2-1 16,-1 1 0-16,-1 0 0 0,0 2-3 15,-2-1 0-15,1-1 1 0,-3-2 3 0,-2 3 0 0,1-1 0 16,-3-6-2-16,0 10 4 0,0-10 2 0,-9 10 3 16,0-7 8-16,-1 2-10 0,-2 0 3 0,1-2-6 15,-3 0 0-15,-4-1 2 0,0 1-7 0,0-1-14 16,4 0-16-16,-4-2-23 0,5 1-34 0,0-2-34 15,-3 2-175-15,-3-4-321 0,6-1 142 0</inkml:trace>
  <inkml:trace contextRef="#ctx0" brushRef="#br0" timeOffset="-135421.58">28431 9306 33 0,'0'0'66'0,"0"0"0"0,0 0-18 16,0 0 12-16,0 0-7 0,0 0 1 16,0 0-16-16,0 0 11 0,0 0 4 0,0 0-18 0,0 0 1 15,0 0 2-15,0 0-7 0,0 0-1 0,-9-1-17 16,9 1 6-16,0 0 5 0,0 0 2 0,0 0-5 15,-9-1-1-15,9 1-3 0,0 0-2 0,0 0 7 16,-9-4 0-16,9 4-2 0,0 0 15 0,0 0 6 16,0 0-4-16,-9-1-4 0,9 1 3 0,0 0-4 15,0 0-5-15,0 0 2 0,0 0-5 0,0 0 4 16,0 0-5-16,0 0 1 0,0 0-4 0,0 0 6 16,0 0-5-16,31-9-5 0,-10 4-2 0,9-3 0 15,5 2-1-15,3-2-2 0,16-1-5 0,0-1-2 16,1-2 9-16,2 2-7 0,0 3-1 0,-4-2 3 15,4 0-4-15,-3 3 4 0,-2-1 9 0,-1 2-8 16,-1-1 1-16,-16 1 1 0,1-2 3 0,-5 4 0 16,-3 0-7-16,-7-1 8 0,-8 3 1 0,0 1 0 15,-2-1-5-15,-4 0-1 0,-6 1-1 0,13-1 1 16,-13 1 1-16,9 0-9 0,-9 0 1 0,0 0 0 16,9-1-3-16,-9 1 0 0,0 0-12 0,0 0-1 15,0 0-15-15,6 4-17 0,-6-4-9 0,0 0 1 16,0 0-32-16,0 0 3 0,-16 18-41 0,8-12-71 15,-3 1-209-15,-2-2 92 0</inkml:trace>
  <inkml:trace contextRef="#ctx0" brushRef="#br0" timeOffset="-134947.95">29066 9306 38 0,'0'0'127'0,"0"0"-5"0,3-5-18 0,-3 5-8 16,0 0-21-16,0 0-5 0,0 0-1 0,0 0 1 15,0 0-2-15,0 0 2 0,16 10-6 0,-10-5-3 16,1 2 3-16,-3 2-8 0,1 1-1 0,1 5-1 15,-1 2-10-15,3 2-1 0,-3 0 4 0,1 4-4 16,1 3 4-16,-2 0-11 0,0 2 2 0,1-1 3 16,-2 0-7-16,1 0 4 0,-2 0-1 0,0-1 1 15,0-1-5-15,1-5-8 0,-3 6 9 0,2-5-5 16,1 3 4-16,-2-5-2 0,1 0-6 0,-3 0-1 16,1-4 4-16,0 2-7 0,2-6 2 0,-2 1-1 15,1-2 4-15,-1-3 3 0,0 0 1 0,1-1 0 16,-2-6 10-16,1 10 5 0,-1-10 6 0,1 7 8 15,-1-7 2-15,4 5 9 0,-4-5-7 0,0 0 2 16,0 0-11-16,4 4 8 0,-4-4-15 0,0 0-4 16,0 0-4-16,0 0-2 0,0 0-6 0,0 0-4 15,0 0-3-15,0 0-15 0,0 0-18 0,3-17-28 16,-3 17-33-16,0 0-20 0,0 0-29 0,-1-11-13 16,1 11-15-16,0 0-17 0,3-8-15 0,-3 8-22 0,0 0-112 15,0 0-337-15,0 0 150 0</inkml:trace>
  <inkml:trace contextRef="#ctx0" brushRef="#br0" timeOffset="-134193.72">29205 10082 165 0,'0'0'158'0,"0"0"-6"0,0 0-3 0,0-11-11 16,0 11-14-16,0 0-12 0,0 0-15 0,0 0-13 15,4-6-8-15,-4 6-8 0,0 0-6 16,0 0-4-16,0 0-6 0,17 20 4 0,-11-13-3 0,-1 1-3 15,4 1-2-15,-1 0-6 0,-1 1 2 0,1 1 4 16,5 0-6-16,-4 0-2 0,1 3-1 0,-1-4-6 16,-1-1-2-16,-1 1-1 0,1 1-1 0,1-4-2 15,-3 2-4-15,1-3-1 0,0 2-1 0,1-2-1 16,-3-2 2-16,2 2-5 0,-4 0 3 0,3-2 0 16,-6-4 0-16,8 5-1 0,-4-3 7 0,-4-2 10 15,7 4 9-15,-7-4 7 0,0 0-3 0,0 0-2 16,14-8-3-16,-9 5-4 0,0-7 6 0,0 2-7 15,1-4-6-15,0 2 3 0,2-6-2 16,1 0-10-16,-3 0-1 0,-3 1-5 0,4-2-1 0,-1 1 0 16,-1 1 3-16,-1 3-8 0,0 0-3 0,0 1-8 15,1 0-2-15,-2-1-6 0,-1 5-13 0,2 1-14 16,-3-1-13-16,-1 7-30 0,4-9-27 0,-4 9-28 16,0 0-10-16,4-4-4 0,-4 4-22 0,0 0-2 15,0 0-7-15,9 14-116 0,-9-14-316 0,2 12 140 16</inkml:trace>
  <inkml:trace contextRef="#ctx0" brushRef="#br0" timeOffset="-133770.65">29820 10145 146 0,'0'0'151'0,"-8"-10"-6"0,4 3-16 15,4 7-11-15,-16-6-2 0,9 6-16 0,-3-2-3 16,-3 2-8-16,3 2-10 0,-3 1 1 0,-3 0-10 15,0 4-3-15,-1 0-15 0,2 1 1 0,3 0-2 16,-1 1-3-16,1-1-5 0,5-1-4 0,0 3-4 16,3-1 0-16,3-1-3 0,1 1 0 0,1 1-4 15,3-2-9-15,4 1 7 0,3 0-11 0,5-2 9 16,2 1-3-16,0-2-4 0,-1 0-1 0,-4-2 1 16,5-2-2-16,-6-1-6 0,-2 1 1 0,1-1 1 15,-3 2 2-15,-3-2-6 0,-5-1 7 0,10 2-7 16,-10-2-1-16,8 2-1 0,-8-2 0 0,0 0 0 15,0 0-5-15,8 0-5 0,-8 0 10 0,0 0-5 16,0 0 0-16,0 0 2 0,0 0-1 0,-28 2-2 0,17 1-1 16,-1 0 1-16,1-1 1 0,-1 2 4 0,-8 3 6 15,1-1-3-15,3 3 5 0,-2-1 1 0,8-1-7 16,-2 1 2-16,2-2 1 0,2 2-3 16,3-1 0-16,0 3 1 0,0 0-4 0,2-1 4 0,3 1 0 15,0-1 1-15,7 1 0 0,-1-2 0 0,6 5-3 16,2-4-1-16,1-1-15 0,0 0-18 15,1 1-18-15,0-2-28 0,0 1-27 0,0-1-23 16,-6-3-9-16,2 2-29 0,-2 0-95 0,-2 1-280 0,0-1 124 16</inkml:trace>
  <inkml:trace contextRef="#ctx0" brushRef="#br0" timeOffset="-133357.66">29534 10593 135 0,'0'0'216'0,"1"-11"-10"0,-1 11-6 0,1-8-16 0,-1 8-19 16,0 0-19-16,0-9-16 0,0 9-15 0,0 0-13 15,0 0-12-15,0 0-12 0,0 0-4 0,0 0-7 16,0 0-1-16,5 23-6 0,-3-8 1 0,-1 1-3 16,0 4-1-16,2-1 11 0,-2 7-8 0,-2-1-5 15,2 5-7-15,1-6 0 0,1 3 2 0,-3-1-9 16,1 0-5-16,2 0 1 0,-2 0-4 0,0-1-2 16,-2-5-2-16,1 0-6 0,-1-2-2 0,1 1 1 15,-1 0-1-15,1-4-2 0,-2 2-2 0,2-3 0 16,-1-2-3-16,0-2 2 0,1 1-3 0,1-5-1 15,-1-6-2-15,0 16-1 0,-1-10-2 0,1-6 3 16,1 10-4-16,-1-10-9 0,0 9-15 0,0-9-14 16,0 0-20-16,-3 9-17 0,3-9-25 0,0 0-20 15,-2 7-27-15,2-7-25 0,0 0-32 0,0 0-152 16,0 0-378-16,-6 7 167 0</inkml:trace>
  <inkml:trace contextRef="#ctx0" brushRef="#br0" timeOffset="-133054.95">29385 11190 123 0,'0'0'147'0,"0"0"-8"0,0 0-3 15,0 0-14-15,0 0-10 0,0 0 4 0,0 0-12 16,0 0-4-16,0 0-3 0,0 0-4 0,0 0 1 16,0 0-4-16,0 0-11 0,0 0-1 0,0 0-12 0,0 0-7 15,19-8-4-15,-19 8-13 0,9-3 6 0,-9 3-5 16,8-2-6-16,-8 2-6 0,9-1-4 16,-9 1-3-16,0 0-17 0,0 0-21 0,9-1-23 15,-9 1-24-15,0 0-24 0,0 0-19 0,8-2-28 0,-8 2-15 16,0 0-102-16,10 0-268 0,-10 0 118 0</inkml:trace>
  <inkml:trace contextRef="#ctx0" brushRef="#br0" timeOffset="-132729.97">29588 11139 157 0,'0'0'179'0,"-3"-9"-10"16,3 9-13-16,0 0 8 0,-2-7-18 0,2 7-9 16,0 0-3-16,2-10-8 0,-2 10-11 0,5-12-6 15,-1 8-9-15,0-2-3 0,1-2-7 0,2 2-13 16,3-2-4-16,1 1-10 0,4-2 1 0,0 0-5 16,2 1-6-16,0-1 3 0,-1 1 2 0,-2-1-1 15,-1 2-5-15,-3 1 2 0,2 0-6 0,-1 1-3 16,-4 2-6-16,-1-1-5 0,-1 2 0 0,-5 2-2 15,10-5-5-15,-10 5-5 0,7-5-2 0,-7 5-4 16,6-3-6-16,-6 3-19 0,0 0-20 0,7-4-26 16,-7 4-25-16,0 0-17 0,0 0-18 0,0 0-6 15,0 0-29-15,0 0-10 0,0 0-16 0,0 0-138 16,-18 23-339-16,8-19 150 0</inkml:trace>
  <inkml:trace contextRef="#ctx0" brushRef="#br0" timeOffset="-132523.56">29498 11090 25 0,'-14'-4'176'0,"2"0"0"16,-1 0-8-16,1 1-7 0,1 0-10 0,-1-1-7 16,3 1-17-16,0 1-11 0,1 0-13 0,8 2-11 15,-14-3-8-15,9 0-5 0,5 3-8 0,-7-2-9 16,7 2-10-16,0 0-21 0,-10-3-22 0,10 3-26 15,0 0-27-15,-6-3-27 0,6 3-31 0,0 0-24 16,-13-2-119-16,13 2-265 0,-15 0 118 0</inkml:trace>
  <inkml:trace contextRef="#ctx0" brushRef="#br0" timeOffset="-132147.75">29338 11196 185 0,'0'0'191'15,"0"0"-12"-15,0 0-9 0,0 0-11 0,0 0-8 16,0 0-10-16,0 0-8 0,0 0-7 0,0 0-6 15,0 0-7-15,0 0-6 0,0 0-2 0,0 0-9 16,0 0-4-16,0 0-9 0,0 0-5 0,0 0-11 16,9-10-2-16,3 10-6 0,7-3-5 0,7-1-8 15,5 0 0-15,2 0-4 0,2-2-6 0,16 1 0 16,-1-3-2-16,2-1-2 0,3-1-2 0,-5 3-5 0,0-1 15 16,-12 4-4-16,1-3-5 0,-2 3-3 15,-3 1-4-15,-1 0 0 0,-3 1-1 0,-2 1-6 16,-11 1-9-16,-4 0-19 0,0-2-24 0,-1 2-25 15,-6 0-23-15,4 2-29 0,-4-1-40 0,-6-1-37 16,7 4-42-16,-7-4-130 0,3 6-389 0,-3-6 173 0</inkml:trace>
  <inkml:trace contextRef="#ctx0" brushRef="#br0" timeOffset="-131972.56">30110 11169 36 0,'0'0'141'0,"0"0"-33"0,0 0-33 0,0 0-44 16,0 0-42-16,0 0-53 0,0 0-68 0,0 0 30 16</inkml:trace>
  <inkml:trace contextRef="#ctx0" brushRef="#br0" timeOffset="-100579.05">5866 6602 19 0,'0'0'198'0,"3"-9"3"15,-3 9-16-15,0 0-9 0,-1-9-13 0,1 9-19 0,0 0-14 16,0 0-15-16,3-7-8 0,-3 7-14 0,0 0-14 16,0 0-14-16,0 0-4 0,0 0-4 15,0 0-12-15,0 0 0 0,2 28-6 0,-3-13-2 0,1 2-3 16,-1 1-3-16,-2 1-6 0,-1 6-2 15,2 1 0-15,1-7-5 0,-3 0-2 0,1 7 3 0,-1 0-2 16,2-6-1-16,-1-1-2 0,-1 6-2 0,0-8-2 16,2 2 0-16,-2-3-2 0,2-2 4 15,0 2 3-15,1-3-9 0,0-1 0 0,-1 1-20 0,1-2-22 16,0-3-23-16,0 1-17 0,1 1-12 0,0-10-32 16,-3 10-22-16,2-4-15 0,1-6-107 0,-3 7-286 15,3-7 127-15</inkml:trace>
  <inkml:trace contextRef="#ctx0" brushRef="#br0" timeOffset="-100184.91">5921 6518 76 0,'16'-6'108'15,"1"3"-13"-15,1-1-12 0,-2 3 7 0,2 3-9 16,-5 1-8-16,1 1-3 0,1 4-3 0,-2 0-9 16,-3 1 1-16,3 3-4 0,-3 2-2 0,-2-1-4 15,-4 2 1-15,0 1-8 0,-4-1-3 16,-4 1-8-16,1-5 4 0,-3 3-5 0,-3 1 3 0,0-5-7 16,-4 3 4-16,-2-4-8 0,1 2 2 0,-3-2-5 15,-1-1 0-15,0-2-1 0,2-1 2 0,2-1 1 16,1-4 1-16,-1 3 9 0,4-3 6 15,-1 4 0-15,4-4 7 0,7 0-6 0,-14 0 0 0,14 0-3 16,-9 2 4-16,9-2-3 0,0 0-5 0,0 0-6 16,-12 0-8-16,12 0-4 0,0 0-1 0,-7 0-1 15,7 0 0-15,0 0-3 0,0 0 4 0,2 13-7 16,-2-13 3-16,5 9 0 0,2-3-1 0,-1 2-5 16,-1 0-18-16,4 0-6 0,4 5-21 0,0-1-18 15,1-2-29-15,0 1-24 0,4 1-31 0,-2-2-107 16,2 2-273-16,1-5 120 0</inkml:trace>
  <inkml:trace contextRef="#ctx0" brushRef="#br0" timeOffset="-99970.5">6269 6856 72 0,'0'0'146'0,"0"0"-13"16,0 0-9-16,13-8-17 0,-3 6-5 0,7 0-16 16,1 0-6-16,1-2-7 0,4 3-11 0,4-1 0 15,1-1-10-15,-7 3-27 0,-1 0-14 0,-1 0-29 16,-5 3-29-16,-1-3-26 0,-2 0-94 0,-4 0-180 16,1 0 80-16</inkml:trace>
  <inkml:trace contextRef="#ctx0" brushRef="#br0" timeOffset="-99758.91">6409 6822 89 0,'0'0'116'0,"-3"10"1"0,2-2 20 0,0 2-12 16,-1 0-3-16,0 6-9 0,-1-4-1 0,1 3-12 15,-2 4-7-15,0-3-10 0,0 3-1 0,0 1-11 16,3-4-5-16,0 4-7 0,-2-2-6 0,2 1-1 15,-2-2-7-15,2 0-1 0,1-1-33 0,-3 1-28 16,3-2-32-16,2-2-29 0,-1 1-30 0,0-3-32 16,1 1-77-16,-1-2-234 0,-1-10 104 0</inkml:trace>
  <inkml:trace contextRef="#ctx0" brushRef="#br0" timeOffset="-99500.74">6639 6925 72 0,'0'0'170'0,"5"-5"-16"0,-5 5-18 0,0 0-13 15,0 0-15-15,0 0 7 0,0 0-10 0,0 0 2 16,0 0-2-16,5 29-5 0,-5-18-5 0,0 1-9 16,-1-1-2-16,-1 2-11 0,1 1-4 0,0-3 4 15,2 2-13-15,-1-2-6 0,0 1-3 0,0 0-4 16,-1 1-4-16,2-2-2 0,0 1-6 0,-1-3-4 15,-1 2-3-15,1-2-22 0,-3-1-19 0,3-8-16 16,-1 15-16-16,1-15-29 0,-1 10-13 0,1-10-31 16,0 0-14-16,0 13-23 0,0-13-98 0,-1 6-275 15,1-6 122-15</inkml:trace>
  <inkml:trace contextRef="#ctx0" brushRef="#br0" timeOffset="-99134.18">6609 7090 5 0,'0'0'122'16,"0"0"-17"-16,7-7-17 0,-7 7-1 0,13-5-5 15,-3 5-14-15,0-3-9 0,0 1 0 0,3-1-9 16,-2 0 1-16,2 0-10 0,4-1-3 0,-6 1-6 16,2 1-4-16,-3 0 0 0,2-2-3 0,-1-1-14 15,-4 1 12-15,-7 4-1 0,15-6-5 0,-9 0 3 16,-6 6 5-16,11-9-16 0,-6 4 16 0,-5 5 12 15,6-8 8-15,1 1 11 0,-6 3 8 0,-1 4 7 16,4-10 4-16,-4 10-3 0,4-10 1 0,-4 10-3 16,1-6 0-16,-1 6-4 0,0 0-5 0,1-8-4 15,-1 8-14-15,0 0-7 0,0 0-5 0,0 0-3 16,0 0-7-16,0 0-1 0,0 0-3 0,0 0-4 16,0 0-1-16,0 0-2 0,1 25-2 0,-2-14 2 15,1 1 5-15,-1-2-7 0,-2 2-2 0,1-2 2 16,-1 2-1-16,2-1 4 0,0 0-3 0,-1 1-1 15,2 0 1-15,0-2 0 0,-1 2-8 0,1-2-17 16,1 1-26-16,-2-2-35 0,1-9-31 0,1 19-44 16,1-10-159-16,-2-2-338 0,0-7 149 0</inkml:trace>
  <inkml:trace contextRef="#ctx0" brushRef="#br0" timeOffset="-98923.58">7292 6985 105 0,'0'0'157'16,"5"-3"-17"-16,-5 3-12 0,0 0-17 0,8-1-17 15,-8 1-21-15,12 0-34 0,-12 0-22 0,13 1-34 16,-13-1-22-16,14 0-22 0,-6 0-64 0,-8 0-135 15,10 3 60-15</inkml:trace>
  <inkml:trace contextRef="#ctx0" brushRef="#br0" timeOffset="-98775.6">7297 7042 101 0,'0'0'138'15,"0"0"-9"-15,-8 2-13 0,8-2-10 0,0 0-13 16,0 0-11-16,0 0-11 0,0 0-6 0,0 0-18 15,0 0-19-15,18 11-27 0,-9-10-46 0,4 0-20 0,0 2-80 16,6 0-157-16,10-7 71 0</inkml:trace>
  <inkml:trace contextRef="#ctx0" brushRef="#br0" timeOffset="-98510.81">7784 6728 191 0,'0'-8'222'0,"0"-2"-12"0,0 10-1 0,0-11-8 16,0 11-18-16,0-10-17 0,0 10-18 0,0 0-20 0,0 0-18 15,0 0-11-15,0 0-13 0,0 0-6 16,0 0-9-16,0 0-4 0,-9 39-8 0,6-22-6 0,-2 8-5 16,1 0-5-16,1 2 1 0,-3-9-6 15,1 5-3-15,0-4-5 0,1 0-1 0,-1 5-3 16,1-5-3-16,1-2-1 0,0 1-2 0,0-1-7 0,2-1-24 15,1-4-14-15,-2-1-16 0,2 1-22 16,-2 0-36-16,1-1-38 0,1-2-33 0,0 1-26 16,-2-3-123-16,2-7-345 0,0 0 152 0</inkml:trace>
  <inkml:trace contextRef="#ctx0" brushRef="#br0" timeOffset="-98190.93">7793 6646 67 0,'10'-9'158'16,"1"4"-11"-16,0 0-19 0,-1 1-8 0,1 1-9 0,0 2-4 15,-1 1-6-15,3 3-5 0,-2 0-8 16,1 0-7-16,-2 4-6 0,-2-1-10 0,-1 0-2 16,1 2 5-16,-3 0-14 0,-2 3-7 0,-2 0-5 15,0 1-3-15,-3-1-3 0,-4 0 2 0,-4 2-2 16,0 0-5-16,-2-2 1 0,4-3-2 0,-1-1-1 0,0 0 2 15,1-2-4-15,0 0 1 0,2-4-4 16,1 3-2-16,-2-1-2 0,7-3 0 0,-11 6-2 16,11-6-3-16,-6 2-3 0,6-2-4 0,-7 3-3 15,7-3-3-15,0 0-2 0,-5 7 0 0,5-7 0 16,-1 8 12-16,1-8-6 0,4 16-11 0,-1-7-19 16,3 1-11-16,-1 1-19 0,5 4-23 0,0-1-19 0,2 1-21 15,0-2-21-15,1 4-128 0,1-4-288 16,0-1 128-16</inkml:trace>
  <inkml:trace contextRef="#ctx0" brushRef="#br0" timeOffset="-97757.1">8167 6850 90 0,'3'-5'220'0,"-1"-2"-4"15,-2 7-17-15,4-9-21 0,-4 9-25 0,3-7-18 16,-3 7-14-16,0 0-16 0,0 0-12 0,0 0-7 0,0 0-11 15,1 41-3-15,-6-22-1 0,0 6-9 16,0 0-2-16,0-6-9 0,1 5-3 0,1-4 1 16,1-2-7-16,-2 1 0 0,-1-4-3 0,2 2-3 15,1-4-3-15,-1-4-1 0,2 2-6 0,-2-3 1 16,3-8-2-16,-1 9-1 0,1-9 0 0,-1 8 9 0,1-8 8 16,0 0 7-16,-2 7 8 0,2-7 6 15,0 0 3-15,0 0 6 0,0 0-5 0,0 0 1 16,0 0-9-16,0 0-4 0,0 0-6 0,0 0-9 15,22-10-8-15,-13 4-3 0,4-2-5 0,5-1-12 0,2 3 0 16,-3 2-8-16,-1 1-3 0,4 2-3 0,-7 1-6 16,0 0-1-16,-1 4-1 0,2-3-1 0,-4 4-4 15,2 2 1-15,-5 0 0 0,1 0 3 0,-2 2-3 16,2 0-1-16,-6 0 2 0,-2 1 4 16,-1 0 2-16,-1 0 2 0,-6 1-2 0,0-2 4 0,-4 4 2 15,-5-4 0-15,3 1 0 0,-4-3 2 0,3 1-1 16,-3-2 2-16,0 1-1 0,0-3-2 0,4-2-11 15,0 0-11-15,0 1-15 0,2-3-18 16,0 0-18-16,0 0-28 0,4 0-30 0,8 0-31 16,-11-3-45-16,5 1-165 0,6 2-404 0,0 0 179 15</inkml:trace>
  <inkml:trace contextRef="#ctx0" brushRef="#br0" timeOffset="-97585">8611 7001 27 0,'0'0'144'0,"0"0"-11"0,15-2-12 16,-15 2-21-16,14 0-1 0,-4 2-17 0,1 0-7 15,-11-2-12-15,17 3-26 0,-6 1-20 16,-2-2-19-16,-2 1-24 0,-2 0-21 0,2 0-5 16,-3 1-17-16,-4-4-48 0,6 7-127 0,-6-7 56 0</inkml:trace>
  <inkml:trace contextRef="#ctx0" brushRef="#br0" timeOffset="-97464.83">8730 7045 354 0,'0'0'-9'0,"0"0"24"16,0 0 17-16,0 0 9 0,0 0 18 0,-5 12 10 15,5-12 9-15,0 0 14 0,-4 3 5 16,4-3 4-16,0 0 0 0,0 0-3 0,0 0 1 16,0 0-11-16,0 0-6 0,0 0-9 0,0 0-8 0,0 0-2 15,0 0-9-15,0 0-20 0,0 0-10 0,0 0-18 16,0 0-31-16,0 0-47 0,12 9-59 0,-5-8-117 16,-7-1-269-16,25-3 118 0</inkml:trace>
  <inkml:trace contextRef="#ctx0" brushRef="#br0" timeOffset="-97043.77">10018 6789 14 0,'0'0'211'0,"2"-12"-1"0,-2 12-9 0,0-7-11 16,0 7-17-16,0 0-19 0,0 0-21 15,2-9-17-15,-2 9-14 0,0 0-8 0,0 0-13 16,0 0-9-16,0 0-6 0,0 0 0 0,-4 35-4 16,3-16-6-16,-1 8-8 0,0-1 1 0,0 6-1 15,0-5-3-15,-1 2-3 0,1-3-6 0,2-2-2 16,-4 1-4-16,3-5 0 0,1 6-7 0,-2-7 0 16,0-2-1-16,-1 1-1 0,3 0-3 0,-1-3-9 15,0-2-14-15,-2-4-25 0,3 1-26 0,-1-1-35 0,0-2-43 16,1-7-3-16,-4 11-14 0,1-9-32 15,-5 1-99-15,8-3-306 0,-17 0 135 0</inkml:trace>
  <inkml:trace contextRef="#ctx0" brushRef="#br0" timeOffset="-96712.89">10006 6696 125 0,'8'-7'147'0,"2"1"-15"15,-1 1-4-15,-3 1-8 0,1 4-11 0,1-2-20 16,3 2-8-16,-2 2 1 0,0 1-12 0,0 3-10 16,-1 2-5-16,-3 0 0 0,1 2-6 0,-3 2-2 15,-1 4-3-15,-3 1 0 0,0 0-1 0,-6 0-9 16,1-1 1-16,-8 5 1 0,1-6-5 0,0-1-3 16,-1-1 0-16,0-4-2 0,0 2-6 0,3-2-1 15,0-2 1-15,1-1-2 0,5-3 17 0,-1 1 2 16,0-2 1-16,6-2 2 0,-10 4 7 0,10-4-1 15,0 0 4-15,-7 0-4 0,7 0-3 0,0 0-2 16,0 0-7-16,-8 3-3 0,8-3-8 0,0 0-6 16,0 0 0-16,0 0-7 0,0 0 4 0,15 9-2 15,-6-4 0-15,0 1-12 0,1 3-21 0,6 1-20 16,-3 1-35-16,2 2-26 0,-1 0-37 0,-1 0-50 16,-2-2-111-16,1 1-325 0,-3-2 143 0</inkml:trace>
  <inkml:trace contextRef="#ctx0" brushRef="#br0" timeOffset="-96494.89">10307 7057 35 0,'3'-4'250'0,"-3"4"-19"16,0 0-22-16,0 0-19 0,4-8-17 0,-4 8-22 15,0 0-17-15,0 0-15 0,0 0-13 0,0 0-7 16,0 0-1-16,0 0-13 0,-1 23-14 0,2-14-4 0,-1 0-4 15,-1 4-5-15,2-2-5 0,-1 1-3 0,2 4-9 16,-2-4-8-16,0-1-30 0,-2 2-33 16,2 2-25-16,0 1-32 0,0-4-39 0,2-2-45 15,-2 2-138-15,1-1-334 0,0-4 148 0</inkml:trace>
  <inkml:trace contextRef="#ctx0" brushRef="#br0" timeOffset="-96110.63">10774 6876 8 0,'0'0'103'0,"4"-9"-6"0,-4 9-7 0,0 0-11 15,1-7 3-15,-1 7 5 0,0 0-8 0,0 0 3 16,3-6 2-16,-3 6 12 0,0 0 8 0,0 0 10 15,0 0 5-15,0 0-1 0,0 0 4 16,3-7 9-16,-3 7 2 0,0 0-2 0,0 0-10 0,0 0-7 16,0-12-1-16,0 12-6 0,0 0 8 0,0 0-18 15,0 0-8-15,0 0-12 0,0 0-8 0,1-8-10 16,-1 8-7-16,0 0-10 0,0 0-8 0,0 0-3 16,0 0-6-16,0 0-6 0,-4 23 1 0,1-3-6 15,0 6 11-15,-1 2-8 0,-1 1 0 0,-4 0-2 16,1 2 0-16,2-2-5 0,-2 0 7 0,-1 0-3 15,1 0-3-15,2-1 19 0,-2-3 1 0,-1 2-2 16,3-2-2-16,-2-2-1 0,3-4-30 0,3 0-16 16,-3-1-18-16,2 0-20 0,-1-1-39 0,0 0-37 15,0 0-54-15,2-6-38 0,1 2-204 0,-2-2-465 16,2-4 206-16</inkml:trace>
  <inkml:trace contextRef="#ctx0" brushRef="#br0" timeOffset="-95859">11007 6881 219 0,'0'-11'272'16,"0"5"-17"-16,0 6-22 0,4-10-21 0,-4 10-27 16,0 0-22-16,0 0-24 0,0 0-9 0,0 0-16 15,0 0-12-15,0 0-9 0,-13 45-9 0,7-19-5 16,0 2-3-16,1 2-6 0,-2 1-5 0,3-1-3 15,-4 0-8-15,0-1-3 0,3-1-7 0,-2 0-1 16,2-3-3-16,2 0-4 0,-3 0-2 0,1-1-3 16,-2-4-6-16,3-1-36 0,1-1-32 0,-4-1-41 15,3 2-44-15,0-3-56 0,1-1-54 0,-4 0-133 0,5-2-401 16,-2-1 178-16</inkml:trace>
  <inkml:trace contextRef="#ctx0" brushRef="#br0" timeOffset="-95596.95">11261 7025 2004 0,'12'-28'80'0,"-3"4"10"0,-3 6-17 0,-1 2-7 16,-1 4 5-16,-1 3 0 0,0-2 0 0,-1 5-6 16,0 1-5-16,-2 5-6 0,2-10-4 0,-2 10-10 15,2-7-6-15,-2 7-8 0,0 0-4 0,0 0-2 16,0 0 2-16,3 33 1 0,-5-14-6 0,2 9 3 15,-2-2-5-15,-1 2 2 0,1-3-4 0,-2 5 3 16,1-1-4-16,-2-3 2 0,4 2 1 0,-5-1-3 0,2-9-3 16,-1 7 2-16,3-7-24 0,0 1-7 15,0-1-31-15,0-1-18 0,-2-1-37 0,1 0-51 0,2-5-39 16,0 0-39-16,0-3-143 0,-3-2-409 16,3 1 181-16</inkml:trace>
  <inkml:trace contextRef="#ctx0" brushRef="#br0" timeOffset="-95281.85">11399 6846 70 0,'4'-6'227'0,"-1"1"-13"0,-1-1-21 16,-2 6-18-16,7-7-23 0,-7 7-13 15,5-5-18-15,-5 5-13 0,0 0-12 0,0 0-11 16,0 0-8-16,0 0-11 0,10 11-4 0,-9-4-6 0,-1 1-3 15,-1 3-6-15,-3 2-3 0,0 1-2 0,-1 1-6 16,1-2-5-16,-5-3-2 0,2 6 4 0,-2-7-8 16,0 4-3-16,2-3-1 0,1-2-4 15,2 0 0-15,0-2-3 0,-1-2 1 0,2 2-4 16,3-6-4-16,-8 7 1 0,5-1-4 0,3-6-2 0,-3 9 3 16,1-5-1-16,2-4 0 0,0 12 2 0,0-12-4 15,4 8 2-15,0-2-3 0,4 0-7 0,0 1-8 16,1-1-20-16,3 1-29 0,2-2-23 0,6 1-32 15,-3-1-33-15,2 1-34 0,-6 0-97 16,3-5-305-16,0 2 135 0</inkml:trace>
  <inkml:trace contextRef="#ctx0" brushRef="#br0" timeOffset="-95028.8">11677 7083 57 0,'0'0'127'15,"12"4"-9"-15,-9 1-3 0,-3-5-7 0,6 14 2 16,-4-5-16-16,-2 3 19 0,0-1-27 0,-2 5 2 16,0 1-6-16,-5 1 1 0,2-1 11 0,-4 0 0 15,0-2-2-15,3 1-6 0,-4-5-4 0,6-2-5 16,-2 0-7-16,1 1-4 0,3-4-11 0,-2-1-2 16,4-5-6-16,-1 10-8 0,1-10 1 0,3 9-4 15,1-4 0-15,5 0-2 0,9 0-1 0,11-2-4 16,9-1-3-16,19 0-4 0,6-2-25 0,4-3-34 15,29-1-50-15,-6-2-48 0,-27 2-60 0,-4-1-112 16,-1 1-330-16,-4-4 146 0</inkml:trace>
  <inkml:trace contextRef="#ctx0" brushRef="#br0" timeOffset="-83545.43">6222 8639 8 0,'3'-6'194'0,"-2"0"-9"0,-1 6-12 0,4-8-14 0,-4 8-14 15,2-6-24-15,-2 6-6 0,0 0-10 0,5-7-14 16,-5 7-6-16,0 0-18 0,0 0-2 0,0 0-8 16,0 0-3-16,0 0-2 0,12 9 0 0,-6 1-1 15,-2 0-8-15,3-2-12 0,0 4 10 0,2 2-6 16,-2 0-2-16,3 2-3 0,-3 0-5 0,1 0-2 15,0-2 0-15,1 0 2 0,-2 0-5 0,0 1-3 16,1-2-1-16,-5-2-2 0,5-1 1 0,-3 1 0 16,0-1-7-16,0 0 6 0,0-2 0 0,2-1-4 15,-3 2-3-15,-1-3 1 0,1 0 1 0,-1-2-4 16,1 3 1-16,-4-7 2 0,5 6 5 0,-3-2-2 16,-2-4 6-16,0 0 7 0,8 6 12 0,-8-6 5 15,0 0 4-15,0 0-5 0,0 0-2 0,0 0 4 16,14-13 1-16,-9 3-11 0,2 0 2 0,0-6-6 15,0 0 2-15,0-2-2 0,0-1-3 0,3-5-3 16,-2-1 0-16,-3 2-1 0,0 4-1 0,0 0-5 16,1 1 0-16,-1 1-6 0,1 0 8 0,-3 2-6 15,4 0 2-15,-5 4-1 0,1 0-3 0,1 1-1 16,-2 2 1-16,1 0-3 0,-2 4-1 0,3-2-3 16,-4 6-14-16,1-8-22 0,-1 8-23 0,1-8-28 15,-1 8-30-15,0 0-15 0,0 0-10 0,0 0-2 16,0 0-11-16,0 0-12 0,11 23-1 0,-11-8-137 15,2-1-329-15,0 1 145 0</inkml:trace>
  <inkml:trace contextRef="#ctx0" brushRef="#br0" timeOffset="-82658.77">7159 8920 33 0,'19'-4'146'0,"-9"4"-14"0,3-2-14 0,0 1-7 16,5-1-16-16,-4 2-21 0,0-1-26 0,-3 1-32 15,3 0-36-15,-7 1-42 0,-1 1-54 0,-6-2-125 0,9 2 56 16</inkml:trace>
  <inkml:trace contextRef="#ctx0" brushRef="#br0" timeOffset="-82481.98">7122 9046 29 0,'-7'4'238'0,"7"-4"-2"0,0 0-14 0,0 0-12 0,0 0-19 15,0 0-18-15,0 0-19 0,0 0-14 0,0 0-16 16,21 4-10-16,-8-4-15 0,6-2-16 0,0 2-32 16,3-1-18-16,-1 0-42 0,1-2-38 0,0 3-54 15,0-1-29-15,-1-2-47 0,-3 2-96 0,3-1-294 16,-5 1 130-16</inkml:trace>
  <inkml:trace contextRef="#ctx0" brushRef="#br0" timeOffset="-76527.06">8497 8397 97 0,'3'-7'187'0,"-3"7"2"0,1-7-14 16,-1 7-18-16,0 0-12 0,0 0-16 16,5-5-12-16,-5 5-13 0,0 0-16 0,0 0-12 0,0 0-6 15,0 0-6-15,0 0-6 0,0 0-5 0,0 0 2 16,3 28-9-16,-2-15-4 0,-2 3-5 0,1 3-3 15,0 0 3-15,0 0 2 0,0 6 0 0,-2-6-6 16,1 0-4-16,1 0-3 0,0 0-2 0,-1-1-4 16,1 0 4-16,0-1-3 0,-2 0-7 0,4 0 0 15,-2 0 2-15,-2-1 2 0,1-4-7 0,1 1-2 16,0-1 1-16,-1-3-6 0,1 3 6 0,0-5-3 16,-1 1 4-16,1-8-4 0,0 13 1 0,0-7-3 15,0-6-7-15,1 10-16 0,-1-10-13 0,-3 7-9 16,3-7-11-16,0 0-16 0,-1 7-6 0,1-7-8 15,0 0 1-15,0 0-6 0,0 0-30 0,0 0-26 16,0 0-120-16,0 0-285 0,0 0 126 0</inkml:trace>
  <inkml:trace contextRef="#ctx0" brushRef="#br0" timeOffset="-76156.88">8452 8429 74 0,'7'-15'139'15,"-2"4"2"-15,2-4-22 0,5 4-3 0,-2 1-7 16,4 1-7-16,4 0-5 0,0 2-6 0,2 1-4 16,1 5-7-16,-3-1-10 0,2 4-4 0,-2 1-4 15,-5 1-10-15,2 1-3 0,-2 3-3 0,-3 0-6 16,2 0 0-16,-5 2-5 0,1 5 4 0,-1-1-7 16,-4-2-1-16,-1-1-7 0,0 2 1 0,-4 0 1 15,-1 2-6-15,-1-3 0 0,0 1-2 0,-2-2 4 0,-1 0-6 16,-1-1 1-16,-1-3-5 0,0 1 5 15,-3-4-6-15,1 2-2 0,0-2 6 0,0 0-2 16,1-1 1-16,1-3-3 0,0 3 7 0,9-3 6 16,-13 1 7-16,13-1 2 0,-9 0-2 0,9 0-9 0,-9 2 6 15,9-2-6-15,0 0-4 0,0 0-5 0,0 0-1 16,-9 1-5-16,9-1 3 0,0 0-4 16,0 0-3-16,0 0 6 0,13 13-4 0,-8-8-1 15,2-1-1-15,2 3 0 0,2 1 1 0,-1 0 2 0,3 1-5 16,4 2-4-16,-2-1-22 0,3 2-32 0,0-2-28 15,0 1-35-15,1 0-42 0,-3 1-150 0,2-3-337 16,-1 1 149-16</inkml:trace>
  <inkml:trace contextRef="#ctx0" brushRef="#br0" timeOffset="-75900.75">9053 8579 182 0,'1'-8'207'0,"-1"8"-10"0,1-6-23 0,-1 6-21 15,0 0-15-15,0 0-21 0,0 0-7 0,9-1-8 16,-9 1-7-16,11 9-7 0,-4-1-7 0,1 0-2 16,1 0-6-16,-2 1-11 0,2 0-3 0,-1 1-11 15,5 4 3-15,-2-2-2 0,2 1-10 0,3 0-1 16,-5 0-5-16,3-2-11 0,-6-1-32 0,3 1-26 15,-2-1-46-15,-1-1-34 0,0 0-27 0,-2-1-34 16,2-1-96-16,-5-4-294 0,1 0 130 0</inkml:trace>
  <inkml:trace contextRef="#ctx0" brushRef="#br0" timeOffset="-75702.77">9294 8548 225 0,'0'-11'225'0,"0"11"-16"0,0 0-18 0,-2-10-25 16,2 10-10-16,0 0-12 0,-13 2-12 0,13-2-6 16,-17 16-11-16,5-6-7 0,-4 2-13 0,-4 5-8 15,1 2-7-15,-2 0-6 0,2 2-8 0,1 1-7 16,0 0-6-16,4 0-32 0,0-6-22 0,4 0-35 16,0 0-49-16,-2 0-39 0,2-1-44 0,1 0-152 15,2-4-347-15,1 0 154 0</inkml:trace>
  <inkml:trace contextRef="#ctx0" brushRef="#br0" timeOffset="-75026.88">9471 8436 1 0,'4'-5'237'0,"-2"-1"-19"15,-2 6-21-15,5-8-13 0,-2 5-22 0,-3 3-21 16,0 0-13-16,0 0-15 0,8-4-11 0,-8 4-7 16,10 12-4-16,-3-3-7 0,2 0-9 0,2 5-4 15,-3 0-8-15,1-1-8 0,2 2-2 0,-2 2-5 16,0-3-1-16,-2 4-9 0,1-3-3 0,-1-1-1 16,1 2 1-16,-3 0-6 0,-1 0-4 0,1-3 2 15,-2-2-1-15,2-1-8 0,-1-1 1 0,-2 3-2 16,0-6 0-16,0 1 1 0,-1 0-4 0,2-1-3 15,0 0 2-15,-3-6-2 0,4 10 1 0,-4-10-3 16,1 7-3-16,-1-7 7 0,0 0-1 0,1 9 1 16,-1-9 13-16,0 0 11 0,0 0 6 0,0 0-1 15,0 0-1-15,0 0-6 0,0 0 1 0,0 0-5 16,10-22 13-16,-10 15-1 0,0 7-3 0,1-11-3 16,-1 11-1-16,0-14 2 0,0 14 8 0,2-10-3 15,-1 4-8-15,-1 6-3 0,1-9-3 0,-1 9-4 16,0-9-4-16,0 9-2 0,3-5 0 0,-3 5-4 15,0 0-2-15,0 0-2 0,0-10-5 0,0 10 3 16,0 0-5-16,0 0-3 0,0 0-1 0,1-7-3 0,-1 7 5 16,0 0 0-16,0 0-3 0,0 0-2 15,0 0 6-15,0 0-2 0,0 0 1 0,0 0-1 16,0 0-2-16,0 0 3 0,0 0-5 0,0 0 1 16,0 0 3-16,0 0 8 0,0 0-6 0,0 0-2 15,0 0 2-15,0 0 9 0,0 0-7 0,0 0 3 16,0 0-4-16,3-7 4 0,-3 7 0 0,2-7 14 15,-2 7-1-15,4-8-1 0,-1-2-4 0,2 1-4 16,-1-2 1-16,3-2-3 0,1-2 0 0,0-4-5 16,6-4 6-16,-1 2 4 0,0-1-12 0,2 0-2 15,-4 5 6-15,-2 0-1 0,1 3-3 0,2-3-4 0,-2 2 4 16,0-1-3-16,-2 3-1 0,-1 4 0 16,0 0-2-16,-2 1 1 0,-1 2-2 0,-1 1 1 15,-3 5-10-15,7-9-13 0,-7 9-14 0,3-6-19 0,-3 6-17 16,0 0-15-16,6-3-9 0,-6 3-10 0,0 0-12 15,0 0-29-15,-1 19-44 0,-1-8-35 16,-4 4-185-16,-3-1-449 0,0 2 199 0</inkml:trace>
  <inkml:trace contextRef="#ctx0" brushRef="#br0" timeOffset="-74705.19">9988 8573 11 0,'0'0'185'0,"0"0"2"0,0 0-6 16,-2-10-7-16,2 10-15 0,0 0-13 0,0 0-21 15,-3-8-8-15,3 8-13 0,0 0-12 0,0 0-11 16,0 0-6-16,-19 12-6 0,10-8 0 0,0 6 3 15,0-2-6-15,-3 3-7 0,4 0-4 0,0 0-7 16,-1-1 0-16,3 0 0 0,1 0-6 0,0-1-4 16,-1 1-6-16,3-1 1 0,0-2-4 0,1 3-2 15,0-3-2-15,2-7-1 0,4 13-4 0,0-4-20 16,-2-2-19-16,6 2-26 0,2-2-28 0,0-2-31 16,2 0-32-16,0 0-30 0,4-1-151 0,-3-4-342 15,5 3 151-15</inkml:trace>
  <inkml:trace contextRef="#ctx0" brushRef="#br0" timeOffset="-74433.45">10326 8595 197 0,'0'0'191'0,"0"0"-11"0,0 0-9 0,-18-3-9 15,18 3-5-15,-19 7-9 0,7-2 3 0,-3 2-5 16,1 2-19-16,0 0 0 0,-2 1-18 0,6-3-6 16,1 2-11-16,2-1-11 0,0 0-5 0,2 1-10 15,0-2-3-15,1 3-4 0,2 0-7 0,-1 0-5 16,3 1-4-16,3-3-5 0,1 3 0 0,3-3-2 16,2 1-10-16,1 0-15 0,4-3-17 0,0 3-27 15,-2-4-25-15,1 2-42 0,-3-1-33 0,1-2-41 16,-2-1-192-16,-4 1-396 0,1-2 176 0</inkml:trace>
  <inkml:trace contextRef="#ctx0" brushRef="#br0" timeOffset="-73771.36">8837 8885 149 0,'0'0'178'0,"-4"-6"-5"15,4 6-12-15,-4-5 0 0,4 5-6 0,0 0-7 16,0 0-9-16,0 0-16 0,0 0-13 0,0 0-13 16,0 0-13-16,0 0-10 0,0 0-9 15,0 0-7-15,0 0-8 0,0 0-1 0,0 0-6 0,0 0-3 16,12 17-8-16,-8-11-3 0,-2 1 2 0,1 2-7 15,-2 1 2-15,-2 2 2 0,-1-1 2 0,0 1 0 16,-3-2-3-16,0 2-1 0,-2-2-1 0,-2 1-2 16,2 1 2-16,-2-3-1 0,0 0-1 0,0-1-2 15,1 0-3-15,3-3-3 0,0 0 2 0,1-2 0 16,4-3-1-16,-8 8-4 0,8-8-4 0,-5 4 5 16,5-4-2-16,-4 5 2 0,4-5-5 0,0 0-2 15,0 0 2-15,0 0-2 0,0 0 0 0,16 5-4 16,-3-6-13-16,3-1-11 0,3 4-11 0,0-1-12 15,1-1-35-15,1-1-27 0,1 2-33 0,-3 1-32 16,2-2-170-16,-2 3-369 0,-6-3 163 0</inkml:trace>
  <inkml:trace contextRef="#ctx0" brushRef="#br0" timeOffset="-73367.3">8323 9371 154 0,'-13'0'193'0,"2"1"-11"0,5-1-16 0,-1 2-15 15,7-2-16-15,-8 2-17 0,8-2-8 0,0 0-3 16,23 8-2-16,6-4-3 0,22-2 5 0,11 1-3 15,37-6-3-15,12 0 0 0,6-2-4 0,7 0-5 16,3 0-7-16,2-2-3 0,-1 2-6 0,6 0-4 16,3 2-2-16,-3 1-1 0,-1-5-7 0,-4 5-1 15,-5 0-7-15,-5 3-3 0,-11-3-4 0,-4 4-3 16,-38-2 8-16,0-2-14 0,-5 0 0 0,-2 4 2 16,-7-2 0-16,-16-2-4 0,-3 1 7 0,-4 1 4 15,-7-3 3-15,-3 3 1 0,-1-1 8 0,-8-1 4 16,2 1 4-16,-4 1 8 0,-8 0 4 0,11-2-4 15,-4 2-8-15,-7 0-6 0,7-5 1 0,-7 5-20 0,4-5-15 16,-4 5-25-16,0 0-34 0,0 0-29 0,-15-10-38 16,4 8-49-16,-6-1-44 0,-1 3-53 15,-3 2-56-15,-9-2-188 0,1 2-530 0,0 0 234 16</inkml:trace>
  <inkml:trace contextRef="#ctx0" brushRef="#br0" timeOffset="-72692.58">8400 10064 13 0,'-3'-15'212'15,"1"-2"1"-15,2 8-16 0,-2-2-10 0,-1 2 3 0,0-4-8 16,3 2 2-16,-1 3-5 0,1 8-13 0,1-12-17 16,-1 12-16-16,-1-8-15 0,1 8-16 15,0 0-16-15,-1-9-10 0,1 9-9 0,0 0-6 0,0 0-6 16,0 0-6-16,-6 23-3 0,6-11-2 0,-2 6-8 15,-1 0 0-15,-1 0-5 0,0 1-2 16,-2-1-4-16,0 1-4 0,1 0-2 0,1 0 3 16,0 0-6-16,3-2 2 0,-3 0-2 0,0 1 0 15,4 1-2-15,0-2-3 0,1 1 3 0,-1-3-9 0,0-3-15 16,2-1-13-16,-2 1-14 0,1-2-19 16,0 2-22-16,-1-5-33 0,1 3-39 0,1-3-25 15,-2-7-23-15,4 10-12 0,-4-10-122 0,0 0-360 0,0 0 160 16</inkml:trace>
  <inkml:trace contextRef="#ctx0" brushRef="#br0" timeOffset="-72346.01">8415 9887 61 0,'12'-6'151'0,"-1"0"-10"0,3 4 3 0,0-2-14 16,-2 2-9-16,0 2-16 0,0 1-10 0,-2 2-1 15,0 3 2-15,-1-1-6 0,-2 1-11 0,-1 2-4 16,-1 0-7-16,-3 2-5 0,-1-1-10 0,-1 1-1 16,-1 2-2-16,-3-2-7 0,-3 3 3 0,1-4-6 15,-2 5-3-15,-2-5-3 0,-1 1-3 0,-1 0-6 16,-2-1 0-16,4-1 0 0,0-2-3 0,-3-3 0 16,5 1-5-16,0 0 0 0,0-2 0 0,1 0-1 15,7-2 4-15,-10 3-2 0,10-3 0 0,-8 1 3 16,8-1 1-16,-7 3-2 0,7-3-4 0,0 0-4 15,0 0-1-15,0 0-4 0,0 0 0 0,0 0 2 16,0 0-4-16,14 13 1 0,-7-10-2 0,4 3 0 16,0-1 3-16,1 3-4 0,4 0 2 0,0 1 1 15,0 0-11-15,0 0-24 0,1 1-30 0,-1 0-34 16,2 0-39-16,-3 2-32 0,2-1-140 0,-5 1-330 16,1-1 146-16</inkml:trace>
  <inkml:trace contextRef="#ctx0" brushRef="#br0" timeOffset="-72147.61">8755 10204 80 0,'3'-7'266'0,"-3"7"-16"16,0 0-24-16,0 0-17 0,2-7-27 0,-2 7-23 0,0 0-7 16,0 0-12-16,0 0-14 0,0 0-10 0,-2 24-9 15,2-14-15-15,-2 3-6 0,1 4-8 16,1 0-8-16,-1-1-20 0,1 2-24 0,1-1-31 15,0 0-30-15,1 0-36 0,-1 2-32 0,3-3-42 0,-2 1-31 16,1 0-138-16,-2-3-339 0,0 2 150 16</inkml:trace>
  <inkml:trace contextRef="#ctx0" brushRef="#br0" timeOffset="-69830.96">8975 9947 47 0,'-6'3'64'0,"6"-3"-10"0,-11 4 9 15,6-1-14-15,5-3-8 0,-9 3 2 0,9-3-2 16,-5 5 2-16,5-5-1 0,0 0 5 0,0 0 10 15,-5 6 0-15,5-6 1 0,0 0-1 0,0 0-7 16,0 0 3-16,0 0-1 0,18 5-5 0,-9-3-1 16,4-2 0-16,1 0-11 0,0 0 4 0,6-2-2 15,1 0-6-15,-1 2-8 0,2-2 1 0,-1 4-9 16,-1-5-1-16,0 3-15 0,-1 0-16 0,-1-2-32 16,-5 4-13-16,0-5-27 0,-3 2-88 0,-2 2-190 15,-8-1 84-15</inkml:trace>
  <inkml:trace contextRef="#ctx0" brushRef="#br0" timeOffset="-69590.77">9165 9810 185 0,'0'0'210'0,"0"0"-17"0,-7-7-13 0,7 7-17 0,-4-3-19 15,4 3-10-15,0 0-19 0,0 0-8 16,0 0-12-16,0 0-1 0,0 0-9 0,0 0-5 0,-10 13 1 15,7-7-4-15,3-6-5 0,-3 14-10 0,0-5-5 16,1 1-4-16,-1 1-5 0,1 1-5 0,0 4-4 16,1 0 0-16,1 0-2 0,0-4-3 15,0 2-17-15,-2 4-20 0,4-2-24 0,-2 1-32 0,0 0-24 16,2-2-34-16,3-1-21 0,-2-2-20 0,3 3-153 16,-2-4-334-16,2-1 147 0</inkml:trace>
  <inkml:trace contextRef="#ctx0" brushRef="#br0" timeOffset="-69326.86">9536 9855 216 0,'0'0'237'16,"1"-9"-15"-16,-1 9-19 0,3-6-20 0,-3 6-17 15,0 0-17-15,0 0-18 0,0 0-14 0,0 0-7 16,0 0-9-16,0 0-8 0,0 0 0 0,-4 25-7 15,3-13-3-15,-3-1-10 0,1 8-5 0,1-4-2 16,-1 2-10-16,-1 1-6 0,2-1 3 16,-2 0-13-16,1 1-1 0,1-1-4 0,-1 2-1 0,1-3-2 15,-1 1-4-15,3-1-4 0,-1 3-2 0,2-3-22 16,-2-3-26-16,1-3-13 0,1 3-15 0,-2-1-30 16,1-1-37-16,0-2-35 0,1 1-44 0,-1-10-155 15,-2 11-386-15,2-11 171 0</inkml:trace>
  <inkml:trace contextRef="#ctx0" brushRef="#br0" timeOffset="-68984.98">9573 9792 37 0,'9'-6'171'0,"0"1"-14"0,2-2-9 0,-2 5 0 16,2-1-18-16,-3 2-13 0,3 2-15 0,-5 2 5 0,7 2-8 15,-5 0-14-15,-1 0 4 0,0 4-1 0,-2 1-4 16,-1-1-8-16,-4 1-7 0,0 1-1 16,-3 2-8-16,-2-1-1 0,0-2-2 0,-2 2-11 15,-3 1-1-15,-4-2-11 0,4 1 4 0,3-5-5 0,0 0-1 16,2-3-5-16,1 1-1 0,4-5 2 0,-6 8-1 16,3-5 3-16,3-3 1 0,-4 5 4 0,4-5 1 15,-4 4 0-15,4-4 3 0,0 0-8 0,0 0 3 16,-6 5-11-16,6-5 3 0,0 0-7 0,0 0-5 15,0 0-3-15,0 0 1 0,0 9 1 0,0-9-4 16,0 0 0-16,14 9-13 0,-8-6-17 0,3 0-22 16,1 3-25-16,1 1-23 0,0-1-33 0,5 1-24 15,-2 2-24-15,-3-4-11 0,-1 1-125 16,-1 0-331-16,3-1 146 0</inkml:trace>
  <inkml:trace contextRef="#ctx0" brushRef="#br0" timeOffset="-68714.24">9908 10026 88 0,'6'-4'176'0,"1"0"-1"0,0 3-6 16,2-2-10-16,-9 3-12 0,13-1-8 0,-13 1-3 15,12 5-8-15,-5-1-4 0,0 3-5 0,-2-1-2 16,-1 4-8-16,-3-1 1 0,0 4-6 0,-1 3-4 16,-2 0-13-16,-2-2-2 0,-4 1-5 0,0-1-7 15,0 2-7-15,1-3-5 0,1-2-3 0,-1-1-5 16,-2 1 0-16,4-3-7 0,1 0-6 0,-1 1 1 15,0-2-7-15,2-1 2 0,0-1-7 0,3-5-3 16,-4 9-3-16,4-9-1 0,0 0 1 0,7 14-1 16,4-11-5-16,0 1 2 0,10-1-5 0,9-1-2 15,4-1-17-15,0 0-16 0,7-2-30 0,10 1-19 16,-12-1-40-16,1-1-36 0,12 1-49 0,-13-1-52 0,-4 0-133 16,0-1-411-16,0 1 183 0</inkml:trace>
  <inkml:trace contextRef="#ctx0" brushRef="#br0" timeOffset="-20312.93">17254 9615 33 0,'2'-6'124'0,"-2"6"-3"0,4-12 12 16,-3 5 7-16,-1 7-3 0,3-12-13 0,-1 5-9 16,-2 7-9-16,2-13-10 0,-2 6-1 0,0 7 12 15,0-12-5-15,0 12-5 0,0-8-6 16,0 8-6-16,0 0-4 0,-2-11-11 0,2 11-7 0,0 0-11 15,0 0-5-15,-1-9-2 0,1 9-8 0,0 0-6 16,0 0-3-16,0 0-1 0,0 0-7 0,0 0-1 16,0 0-1-16,0 0-1 0,-20 14-8 0,11-6 3 15,-3 3-2-15,-1 3-3 0,-1-1 2 0,2 1-2 16,-1 0 0-16,-1 1-3 0,2-1 0 0,2 0 2 16,2 1-5-16,1-1-2 0,0 2 3 0,0-2 5 15,2 2-7-15,1-1 3 0,1 1 0 0,1-3-1 16,0 3 1-16,2-4 0 0,2 3-2 0,-1-2 2 15,3-2 3-15,1 1-2 0,4 2-2 0,2 0 2 16,2-1 1-16,4-3-2 0,2 0 1 0,5 3 1 16,3-4-2-16,1-1 1 0,0-3-1 0,2 1 1 15,0-3-3-15,0-1 3 0,-4 0 0 0,1-6 0 16,-7 0-3-16,1-1 4 0,-1 0 1 0,0-2 0 16,5-2-4-16,-7 1 2 0,1-2-2 0,-1 0-2 15,-2 0 7-15,-2-4-2 0,0 3 1 0,-2-2-3 0,-3-3-4 16,-1 1 3-16,2-2 3 0,-2-1-5 15,-3-1 1-15,-2 1 1 0,-1-1-1 0,-2-1 0 16,-1 1-1-16,-2 1-2 0,0 0 2 0,-5-6-1 16,0 7 1-16,1 2-2 0,-5-2-3 0,-1 3-2 0,2 1 1 15,-5-1-7-15,0 4 0 0,-3 0-10 16,-2 3-2-16,-7 0-11 0,-3 4-1 0,-2 3-11 16,0 1-12-16,-2 6-22 0,2 1-7 0,-1 2-9 15,1 0-20-15,-1 5-8 0,4 1-21 0,0 0-111 0,0 0-278 16,5 1 123-16</inkml:trace>
  <inkml:trace contextRef="#ctx0" brushRef="#br0" timeOffset="-19557.77">17438 9999 3 0,'-2'-11'142'0,"2"11"-14"0,0 0 14 16,2-11-15-16,-2 11-14 0,0 0-10 0,-2-9-14 15,2 9-3-15,0 0-22 0,0 0 6 0,0 0-20 16,0 0 0-16,0 0-8 0,0 0-2 0,0 0-6 16,0 0-5-16,3 26 1 0,-2-13-5 0,-1 2 4 15,0 2-1-15,0 2 0 0,0 1 0 0,-1 5 1 16,0 1 3-16,-2 1-1 0,3-1 1 0,-1 2-7 16,1-2 5-16,-2 0-8 0,2 2 4 0,0-3-2 15,0 1-5-15,0-2 11 0,-1-4 0 0,0 0-4 16,1 4-1-16,-1-3-6 0,-2-3 2 0,2 1-1 0,-1 1 2 15,1-3 0-15,0 0-8 0,0 0 6 0,-1 0 2 16,1 1-5-16,-3-3-4 0,3 1-3 16,0-4-4-16,-2 0 7 0,1 4 4 0,-1-5-3 15,1 0-2-15,0 2-2 0,0-4 0 0,0 1-2 0,1-1 5 16,0 1 3-16,-2-2-8 0,2 0-3 16,1-8 3-16,-1 10 1 0,1-10-3 0,-2 10-3 15,2-10 2-15,-2 8 1 0,2-8 0 0,0 7-4 16,0-7 0-16,0 0 0 0,-1 9 1 0,1-9 3 0,0 0-1 15,0 0 3-15,5 8-3 0,-5-8-2 0,0 0 2 16,2 5-3-16,-2-5 6 0,0 0-3 0,5 6 5 16,-5-6-4-16,0 0 3 0,7 3-2 15,-7-3-11-15,0 0 8 0,4 5 1 0,-4-5 3 0,0 0-3 16,0 0 1-16,4 5-3 0,-4-5 2 0,0 0-9 16,0 0-12-16,3 4-17 0,-3-4-12 0,0 0-11 15,0 0-12-15,0 0-35 0,0 0-25 0,5 6-35 16,-5-6-127-16,0 0-315 0,0 0 140 0</inkml:trace>
  <inkml:trace contextRef="#ctx0" brushRef="#br0" timeOffset="-17829.04">17540 10843 10 0,'-4'-6'18'16,"4"6"0"-16,-5-4-3 0,5 4 0 0,0 0-4 0,0 0 1 16,-8-5-1-16,8 5-4 0,0 0-3 15,-6-4-2-15,6 4 3 0,0 0-1 0,0 0-1 16,-10-2-2-16,10 2 0 0,-8-3-1 0,8 3 0 15,0 0 1-15,-10-3 0 0,10 3 0 0,0 0 0 0,-8-3-4 16,8 3 11-16,-8-4-2 0,8 4-2 0,-7-4 1 16,7 4 3-16,0 0 5 0,-8-5-4 0,8 5 8 15,-6-3-6-15,6 3 0 0,-7-3-1 16,7 3-3-16,-10-3 5 0,10 3-1 0,-9-4 0 0,9 4-2 16,-11-2 0-16,4 0-3 0,7 2 0 0,-10-2 3 15,10 2-3-15,-10-3-1 0,10 3 1 0,-10 0-3 16,10 0 0-16,0 0 1 0,-12 0-1 0,12 0 9 15,0 0-3-15,-9-1-4 0,9 1 7 0,0 0 4 16,0 0-6-16,-10-2 9 0,10 2-1 0,0 0 1 16,0 0 1-16,0 0-2 0,0 0 0 0,-10 0 5 15,10 0-6-15,0 0 4 0,0 0-2 0,0 0 6 16,0 0 0-16,0 0-11 0,0 0-2 0,0 0 6 16,0 0-5-16,0 0 6 0,0 0-7 0,0 0-3 15,0 0-5-15,0 0 6 0,0 0 3 0,0 0 2 16,19 10 5-16,-10-8 1 0,2 2 3 0,3-1-7 15,3 0 5-15,1 3-4 0,-1-2-3 0,2-1 1 16,0 1 3-16,-3-1-4 0,2-1 3 0,-5 1-7 16,0-1 5-16,-2 2-1 0,1-2-5 0,-1 1 4 15,0-1 1-15,-5 0-4 0,-1 0-1 0,-5-2-1 16,11 2 2-16,-11-2-7 0,10 1 0 0,-10-1 5 16,6 1 0-16,-6-1-11 0,0 0 4 0,9 3 12 15,-9-3-11-15,0 0-7 0,0 0 0 0,0 0 8 16,0 0 7-16,2 7 7 0,-2-7 0 0,0 0 1 15,-7 12-8-15,7-12 9 0,-8 13 4 0,2-4-7 0,-1 0-4 16,0 2 3-16,-1-1 1 0,-1 2 1 16,1-2-4-16,-3 5-1 0,1-1-1 0,-1 1-1 15,0-1-2-15,-1-2-2 0,3 1 5 0,-2 2-1 16,1-2 3-16,-1 1-1 0,0-1-4 0,1 0-4 16,1 0-3-16,0-3 4 0,1 0-2 0,2 0 2 15,-1 0-3-15,1-1 1 0,2 1 6 0,2 1-6 16,0-1-2-16,0 1 3 0,2 0-4 0,1-1 1 0,0 1 0 15,3 2 7-15,0-3-8 0,2 1 3 0,-1 0 0 16,2 0-1-16,-2 1-1 0,2-2 2 0,1 1-1 16,-3-1 0-16,3 0 3 0,-1 0 1 0,-1 0-5 15,1-1-6-15,-3 0 7 0,2-2-3 0,-4 0 3 16,1 1-1-16,-1 1 1 0,0 1 4 0,-2-3-5 16,0-7 2-16,-4 15 1 0,1-6 2 15,-2 0 4-15,-2-1-11 0,-1-1 10 0,-3 3-5 16,2-1 11-16,-2-2-7 0,1 2-2 0,-3-1 6 0,2-1-9 15,-2 3 3-15,-1 1 0 0,3-5-6 0,1 2 8 16,0 0-9-16,1-1 1 0,0 3 3 0,1-3 2 16,1 1-3-16,0 1 0 0,1 1 5 0,1-1-8 15,1-1-3-15,-1 2 8 0,1 1-4 0,3 0 6 16,0 0-9-16,1-1 5 0,2 2 7 0,1 0-7 16,0-1 1-16,2 1-1 0,-1 1 3 0,2-3-3 15,-1 1-4-15,0 0 1 0,1 0-1 0,-1-1 6 16,2 1-5-16,-2 0-2 0,-1-2 5 0,-1 1 1 15,1-1-8-15,1-1-1 0,-3 0 8 0,-1-2-5 16,0 1 1-16,0 0 3 0,1 0-2 0,-2-7 3 16,0 14-3-16,0-8 4 0,0-6 0 0,-2 13-2 15,1-7 1-15,1-6 1 0,-1 12-4 0,0-5-2 0,-1 1 4 16,0 0 1-16,-1 1-6 0,3-1 7 16,-2 2-1-16,2-2-4 0,0 3-1 0,0-2 1 15,1 3-1-15,3-2 2 0,-2 0 4 0,2 2-9 16,0-1 6-16,1 5-5 0,-1-4 4 0,2 1-2 0,-1-1 2 15,-1 5 2-15,0-6 0 0,3 4-4 16,-6-3 3-16,3 3-1 0,-2-4-2 0,2 0 2 16,-3-1 0-16,3-1-3 0,-1 3 11 0,-3-3-12 15,1 2 2-15,0-4 2 0,-1 2-2 0,-1 0 1 0,1-9-3 16,-1 15 2-16,1-10 5 0,-2 3-3 0,1 0-3 16,1-8 4-16,-5 16-4 0,3-8-2 0,-1 2 4 15,0-3 7-15,-2 1-4 0,3 1 1 16,-2-1-7-16,1-1 1 0,-1 0-1 0,-1 0 6 0,3-2 1 15,-1 2 1-15,-1-1-1 0,4-6-2 0,-5 11 1 16,1-6-5-16,2 2 6 0,-1-2 0 0,1 1-3 16,-2 0-2-16,4-6 12 0,-3 12-9 15,2-7 2-15,1-5 5 0,-2 11-4 0,2-11-6 0,-2 10-9 16,2-10-17-16,0 9-3 0,0-9-16 0,4 10-20 16,0-6-27-16,4 0-28 0,-5 0-117 0,-3-4-256 15,11 3 113-15</inkml:trace>
  <inkml:trace contextRef="#ctx0" brushRef="#br0" timeOffset="-16052.55">17420 12498 3 0,'0'0'29'0,"0"0"3"0,0 0 2 0,0 0-1 0,0 0-5 16,0 0 3-16,0 0-2 0,0 0 2 0,0 0-6 15,0 0 6-15,0 0-6 0,0 0-2 0,0 0 1 16,0 0-3-16,0 0-10 0,0 0 4 0,0 0-2 15,0 0-2-15,0 0 0 0,0 0-2 0,0 0 0 16,0 0-2-16,0 0 4 0,0 0-5 0,0 0-3 16,0 0-7-16,0 0 12 0,0 0 1 0,0 0 3 15,0 0-12-15,0 0 6 0,0 0-8 0,0 0 6 16,0 0 2-16,0 0-15 0,0 0 15 0,0 0-4 16,0 0-1-16,0 0-8 0,0 0 15 0,0 0-6 15,0 0-1-15,0 0-4 0,0 0 1 0,0 0 12 16,0 0-9-16,0 0 8 0,0 0-9 0,0 0 5 15,0 0 6-15,0 0-3 0,0 0 1 0,0 0 0 16,0 0 5-16,0 0 3 0,0 0 8 0,0 0-4 16,0 0 6-16,0 0 2 0,0 0-12 0,0 0-1 15,0 0 1-15,0 0-2 0,0 0-2 0,0 0 1 16,0 0-13-16,0 0 15 0,0 0 4 0,0 0-7 16,0 0-1-16,0 0 8 0,0 0 6 0,0 0 3 15,0 0-3-15,0 0-6 0,0 0 4 0,0-25 8 16,0 25-9-16,0 0 3 0,0 0 2 0,0 0 0 15,0 0-3-15,0 0-5 0,0 0-3 0,0 0 5 16,-2-8-9-16,2 8 4 0,0 0-2 0,0 0-4 0,0 0-11 16,0 0 11-16,0 0-3 0,0 0 2 15,0 0-3-15,0 0-6 0,0 0 2 0,0 0 2 16,0 0 4-16,0 0-6 0,0 0 3 0,0 0-3 16,0 0-15-16,0 0 13 0,0 0 1 0,0 0 4 0,0 0 7 15,0 0-13-15,0 0 3 0,0 0-3 16,0 0-2-16,0 0 1 0,0 0-1 0,0 0-1 15,0 0 3-15,0 0 4 0,0 0-3 0,0 0-2 16,0 0-3-16,0 0-3 0,0 0 11 0,0 0-5 0,0 0 1 16,0 0-2-16,0 0-1 0,0 0 6 0,0 0-6 15,0 0 1-15,0 0 6 0,0 0-11 16,0 0 10-16,0 0-6 0,0 0 4 0,0 0-1 16,0 0 6-16,0 0-8 0,0 0 6 0,0 0 4 0,0 0-8 15,0 0 8-15,0 0-11 0,0 0 6 0,0 0-3 16,0 0 3-16,0 0 0 0,0 0 1 0,0 0-11 15,0 0 4-15,0 0 1 0,0 0-2 16,0 0-1-16,0 0 0 0,0 0-4 0,0 0 10 0,-15 17-2 16,9-8 4-16,-7 3 2 0,0 3 9 0,-6 4-3 15,-2 1 8-15,-3 4-1 0,0 2-1 0,-3 0 3 16,-10 7 0-16,1 1 5 0,-1 2-4 16,0-3 3-16,11-4-4 0,-7 5-2 0,8-10 3 0,-5 14-4 15,10-14-2-15,-3 3-2 0,4-1 4 0,1 1-9 16,2-2 4-16,-1-4 1 0,2 2-6 0,2-1 1 15,4-7 1-15,0 2-1 0,1-1-3 0,3-4-2 16,0-2 6-16,0 3-8 0,-1-3 2 0,3-2 3 16,-4 0-1-16,4-2 4 0,0 1-6 0,0-2 1 15,3-5-11-15,-5 10 12 0,3-5-1 0,2-5-2 16,-6 8 4-16,3-4-7 0,3-4-11 0,-9 6 3 16,9-6-16-16,-8 1-6 0,8-1-25 0,0 0-21 15,-11-7 2-15,11 7-18 0,-7-7-20 0,7 7 0 16,-1-9-4-16,1 9-65 0,1-10-197 0,-1 10 87 15</inkml:trace>
  <inkml:trace contextRef="#ctx0" brushRef="#br0" timeOffset="-15656.58">16721 12725 30 0,'0'0'136'16,"-7"-10"-24"-16,5 7 7 0,2 3-7 0,0 0-8 16,-7-8-14-16,7 8-4 0,0 0-3 0,-2-6-21 15,2 6-11-15,0 0 9 0,0 0-14 0,0 0-3 16,0 0-2-16,0 0-11 0,0 24 4 0,0-13 8 0,1 4-4 15,3 2-3-15,-3 0-4 0,-1 9 3 0,3-2-6 16,-3 1 0-16,-2-1 0 0,4 4-3 16,-4 2-5-16,0 0 8 0,-2 1 3 0,2 1-6 15,0-1 4-15,-2 4 2 0,3 0-1 0,-1 0-11 0,0 0 5 16,0-3-2-16,-1 1-2 0,2 0-4 16,-2-2-4-16,2-1 3 0,0-1-1 0,1 1 13 15,0-2-7-15,0-2-1 0,-2 1 1 0,4 2-4 16,0-1-1-16,-2-1-4 0,3 2-22 0,-2 0-20 15,0-2-39-15,-1 1-28 0,2 0-41 0,0 1-136 0,-3-1-295 16,0-4 130-16</inkml:trace>
  <inkml:trace contextRef="#ctx0" brushRef="#br0" timeOffset="-14883.28">16819 13420 62 0,'-5'-3'81'0,"5"3"-13"15,0 0 5-15,-4-6 0 0,4 6-14 0,0 0-4 16,0 0-11-16,0 0 0 0,-6-3-4 0,6 3-5 16,0 0-8-16,0 0 1 0,0 0-3 0,0 0-7 15,0 0 5-15,0 0-2 0,0 0 1 0,12 20 10 16,-2-12-2-16,5-1-6 0,1 3-5 0,10 0 10 15,1 2-5-15,2-1 6 0,1-2-3 0,2 1 13 16,2-1-17-16,2 1 1 0,-2 1-2 0,3-2 0 16,-1 2-2-16,-1 0 0 0,-1-5-2 0,-1 3 0 15,2-1-6-15,-3 1-1 0,-3 1-1 0,-1-4 6 16,0 1-8-16,-7-4-2 0,-2 2 11 0,-2-2 2 16,1 1-15-16,-4-1 6 0,-3-1-9 0,1-2 5 15,-6 2-1-15,2-1-5 0,-8-1 9 0,10 3 2 16,-10-3-14-16,10 1 5 0,-10-1 8 0,7 2 1 15,-7-2-1-15,0 0 11 0,0 0 0 0,9-1 3 16,-9 1-3-16,0 0 0 0,0 0-4 0,0 0 7 16,0 0-4-16,0 0 0 0,0 0-6 0,0 0 1 15,0 0-12-15,0 0 11 0,0 0-2 0,0 0 1 16,0 0-6-16,0 0 0 0,0 0-4 0,-15 16 5 16,9-13 0-16,-4 2 2 0,-2 2-8 0,2-1 0 15,-5 3-1-15,2 0-9 0,-4 1 19 0,4-1-3 16,0 2-4-16,0 0-3 0,-1-1 6 0,3-2-3 15,1 1-6-15,1-1 1 0,2 1-17 0,-2-1-9 16,2-1-39-16,0 2-19 0,0-4-10 0,3 3-25 16,1-4-100-16,-1 2-237 0,0-1 104 0</inkml:trace>
  <inkml:trace contextRef="#ctx0" brushRef="#br0" timeOffset="-14651.57">17668 13518 52 0,'-11'-14'145'15,"0"1"-7"-15,-1-2-18 0,-2 2 8 0,1 0-9 16,-3 0-9-16,2 1 10 0,4 4-8 0,1-2 3 0,1 1-11 16,0 1-13-16,0 0-7 0,-2 2-7 15,5 1-13-15,-1 0-5 0,0 1-2 0,1-1-11 16,-1 1-11-16,6 4-21 0,-5-6-20 0,5 6-22 15,-5-4-36-15,5 4-16 0,0 0-29 0,0 0-23 16,0 0-97-16,0 0-248 0,0 0 111 0</inkml:trace>
  <inkml:trace contextRef="#ctx0" brushRef="#br0" timeOffset="-12780.81">17573 13776 40 0,'0'0'75'0,"0"0"-1"0,0 0-4 0,0 0-6 15,0 0-3-15,0 0 2 0,1-10 0 0,-1 10 1 16,0 0-5-16,0 0-9 0,0 0-1 0,0 0-1 15,0 0-2-15,0 0-7 0,0 0 0 0,0 0-6 16,0 0 6-16,0 0 0 0,0 0-1 0,0 0-2 16,0 0-2-16,0 0-1 0,0 0-3 0,0 0 9 15,0 0-11-15,0 0-3 0,0 0 1 0,0 0-1 16,0 0-6-16,0 0-2 0,0 0 1 0,0 0 1 16,0 0-1-16,0 0-4 0,0 0-1 0,0 0-1 15,0 0-8-15,0 0 2 0,0 0 2 0,0 0-9 16,0 0 3-16,0 0-15 0,0 0 19 0,0 0-6 15,0 0 0-15,0 0 7 0,-2 24-6 0,3-14 0 16,-1 1 5-16,1 0-1 0,-1 1-6 0,0 4-1 0,0 0-2 16,0-1 2-16,0 2 1 0,-1 0 0 15,1 2-4-15,0 0-4 0,3-1 18 0,-3 2 0 16,2 6 0-16,1-9-4 0,-2 7 4 0,0-5-1 16,-1 2 0-16,3-3 2 0,-2 0-9 0,-1-2 5 0,-1 0 2 15,1 1-2-15,2-2-8 0,-2 2 5 0,0-6 1 16,-1 6 5-16,1-6-6 0,1 1 3 0,-2-2-7 15,1 0 1-15,-1 0-3 0,1-1 6 0,0 2 0 16,0-2-2-16,-3 2 1 0,2-4 2 16,0 1-2-16,-1 0 6 0,2-8-8 0,2 13 6 0,-2-13-5 15,-2 10 2-15,2-10-3 0,-2 8-1 0,2-8-1 16,-3 7 6-16,3-7-4 0,0 0 1 0,0 0 0 16,0 0-4-16,0 8 1 0,0-8 1 15,0 0 0-15,0 0 3 0,0 0-4 0,0 0 4 0,0 0-1 16,-2 8 8-16,2-8-10 0,0 0 3 0,0 0-1 15,0 0 2-15,0 0 0 0,0 0 0 0,0 0-4 16,0 0 5-16,0 0 0 0,0 0 2 0,0 0-1 16,0 0 2-16,0 0-2 0,0 0 4 15,0 0-6-15,0 0 4 0,0 0-3 0,0 0 2 0,0 0 1 16,0 0-3-16,0 0-2 0,0 0 1 0,0 0-6 16,0 0 7-16,0 0 3 0,0 0-1 0,6 4-5 15,-6-4 1-15,0 0-2 0,8 4 2 0,-8-4-3 16,9 4 0-16,-5-2 0 0,-4-2 2 0,11 7-4 15,-6-7 7-15,-5 0-8 0,11 6 5 0,-8-3-3 16,-3-3 0-16,8 4 1 0,-8-4 1 0,8 5-1 16,-8-5-1-16,3 7 0 0,-3-7 0 0,6 7 7 15,-4-4 1-15,-2-3-3 0,3 10-6 0,-2-3 2 16,-1-7-4-16,-1 13 8 0,1-4-6 0,0-9 4 16,-5 13-1-16,2-6 7 0,-1-1-6 0,0 3 3 15,0 1-1-15,-2 2 2 0,0-2-4 0,1 0-2 16,-2 0 3-16,3-1-1 0,-1 2 1 0,1-1-2 15,-2 2 3-15,2-2 2 0,0 0 1 0,2 0-4 16,1 0 3-16,-1 2-3 0,0-2-5 0,0 0 3 16,2 1 1-16,2-1-1 0,0 1 0 0,5 3-1 15,-2-1 5-15,4 0-2 0,1 1 2 0,-1-1-2 16,4 1-2-16,-4-1-4 0,-2 0 5 0,0 0-5 16,5-1-1-16,-5-2 5 0,3 2 3 0,1 1-4 15,-1 0 1-15,-3-3-2 0,-3 0-1 0,2 0 1 16,-2 0 8-16,-3-1-7 0,1 1 4 0,-2 0-3 15,-2-1 2-15,0 3-2 0,-2-5 3 0,-3 4-3 16,1-3-10-16,0 2-1 0,-2 1 7 0,-1-3 1 16,2-1-1-16,-1 0-3 0,0 1-3 0,1-1 7 15,-1 3-2-15,0-4 4 0,1 1 5 0,0 0-12 16,2-3 14-16,1 1-14 0,-1 1 1 0,3 1 2 16,2-7-2-16,-8 10 6 0,5-5 1 0,3-5-1 15,-3 13 2-15,3-13-1 0,1 11 5 0,1-4-5 16,1-1 0-16,-3-6 3 0,8 13-6 0,-3-7-1 15,0 2 3-15,0-1-5 0,1 0 0 0,-2 0 4 16,0-4 2-16,1 8 3 0,2-3-7 0,-2 0-5 16,1 0 9-16,-3-2 4 0,-2 1-5 0,1-1 0 0,0-1 1 15,-1 4 3-15,2-3-3 0,-3-6-5 0,0 10 6 16,0-10-3-16,-2 13 8 0,0-8-13 16,2-5 12-16,-3 11-3 0,1-4 8 0,-1-1-15 15,-2 1 5-15,5-7-3 0,-5 10 8 0,4-4 1 16,-2 0 2-16,3-6-15 0,-4 15 10 0,3-10-7 15,-2 3 1-15,3-8 5 0,-1 14-1 0,1-4-1 0,-1-1-3 16,1-2 11-16,-2 3-3 0,2 0-9 16,2 2 6-16,-2-1-9 0,1-1 7 0,-1 2 1 15,1-1 0-15,-1 0-1 0,0-1-3 0,0 0 0 16,0 1-2-16,0-1 2 0,2 1 4 0,-1-1-8 16,-1 2 4-16,2-2 4 0,-2 2-4 0,2 0 0 0,-2-1 2 15,1-1-8-15,-2 2 10 0,1-1-1 16,0 0-4-16,0 1 5 0,0 1-4 0,0-1 2 15,0 1-3-15,-2 0 7 0,1 3-4 0,0-1 0 16,0 0 5-16,-1 3-6 0,2-7 7 0,2 4-4 16,-2-2 1-16,1 3 1 0,0 0 8 0,-1 0-2 0,3 1 13 15,-2-4-2-15,-1 4-5 0,3-2-3 16,-2-3 0-16,3-1-5 0,-3 6 5 0,3-5-3 16,-2 0-3-16,1 1 1 0,-2-3-5 0,2 2 4 15,1-2-4-15,-2 0 4 0,1 1 0 0,-2-5 0 16,0 2-8-16,1 0-17 0,-2-8-12 0,1 12-19 15,0-5-29-15,-1-7-28 0,-1 7-21 0,1-7-105 0,-9 12-252 16,9-12 112-16</inkml:trace>
  <inkml:trace contextRef="#ctx0" brushRef="#br0" timeOffset="-11741.21">17554 16248 70 0,'0'0'69'0,"0"0"0"15,0 0-4-15,0 0-7 0,-9 0 5 0,9 0-13 16,0 0 4-16,0 0-6 0,0 0-3 0,0 0-7 16,0 0-6-16,0 0 4 0,0 0-6 0,0 0 7 15,34 3-13-15,-21-3 0 0,1 0 5 0,16-2-9 16,-10 4 5-16,7-5 2 0,2 0 2 0,5 1 6 16,-2-1 5-16,3 0 0 0,4-2 12 0,-1 3-1 15,0-2-6-15,-2 3-3 0,-3 0-4 0,-1 1-7 16,-3-2-1-16,-8 2-2 0,-2 2-3 0,-1-2-5 15,-4-2-1-15,-1 4-5 0,0-1-1 0,-6 0-5 16,0-1-5-16,1 1-12 0,-8-1-3 0,11 2-11 16,-11-2-15-16,8 5-11 0,-8-5-20 0,0 0-18 15,0 0-15-15,0 0-80 0,0 0-196 0,-18 9 87 16</inkml:trace>
  <inkml:trace contextRef="#ctx0" brushRef="#br0" timeOffset="-11446.86">17735 16413 68 0,'0'0'102'0,"18"2"-7"0,-6-4-14 0,1 2-5 15,0-1-12-15,4 0 1 0,1-1-13 0,-5 2-2 16,2-1-3-16,-2 0-1 0,1 1-21 0,-1 0-16 16,-3 0-12-16,1-2-20 0,-3 2-18 0,-8 0-20 15,13 2-48-15,-7-1-118 0,-6-1 53 0</inkml:trace>
  <inkml:trace contextRef="#ctx0" brushRef="#br0" timeOffset="-11283.28">17826 16438 22 0,'0'0'85'0,"0"0"-12"0,0 0-11 0,0 0-6 16,0 0-5-16,40 3-9 0,-25-4-14 0,2-1-24 15,3-1-29-15,-1-1-42 0,2 0-72 16,-2-1 33-16</inkml:trace>
  <inkml:trace contextRef="#ctx0" brushRef="#br0" timeOffset="-8392.93">15138 13392 66 0,'0'0'66'0,"0"0"1"0,-6-3-2 16,6 3-10-16,0 0 6 0,0 0-5 0,0 0 3 0,0 0-5 15,0 0-13-15,0 0-2 0,-6-4-4 0,6 4-1 16,0 0-3-16,0 0 2 0,0 0-6 16,0 0 1-16,0 0 0 0,0 0 2 0,0 0-6 15,0 0-1-15,0 0 9 0,0 0-11 0,0 0 5 16,0 0 0-16,0 0-4 0,-11 0-2 0,11 0-2 0,0 0-3 16,0 0-10-16,0 0 4 0,0 0-5 15,0 0 14-15,0 0-10 0,0 0 11 0,0 0-8 16,0 0-2-16,0 0-3 0,0 0 5 0,0 0-9 0,0 0 8 15,0 0 0-15,0 0 0 0,0 0-1 0,0 0-8 16,0 0 5-16,0 0 3 0,0 0-6 0,0 0 2 16,0 0-10-16,0 0 11 0,0 0-4 0,0 0 4 15,0 0-1-15,0 0-6 0,0 0 3 0,28 1 2 16,-28-1 0-16,11-1-5 0,-2 1 7 0,0-1-3 16,-9 1 1-16,16 0 7 0,-4 1 1 0,-2-2 8 15,2 1-5-15,-1 0 1 0,-1 0-4 0,2-2-2 16,0 2 4-16,0 0 5 0,2 0-1 0,-2 0-8 15,4 0 4-15,0-1 3 0,-4 2-2 0,5-1-3 16,2-1-3-16,0-1-1 0,0 2 6 0,-2 0-7 16,1-2 2-16,6 2 2 0,-5-1-4 0,3 0-2 15,6-1 0-15,0 1-1 0,-6-2 2 0,-1 2-5 16,0 1 3-16,0 0 5 0,-2-1 0 0,0-1-1 16,0 2-2-16,-1 0 2 0,0-2 0 0,1 1-5 15,-1-1-3-15,-1 4 0 0,-3-4 0 0,-1 0 13 16,0 1-12-16,0 1 0 0,1-3 6 0,0 2-9 15,-1-2 6-15,1 2-2 0,-1 0 0 0,1 1 1 16,-2 0 1-16,0-2-14 0,6 0 13 0,-4 2 4 16,-2-1-7-16,-1 1 3 0,2 0-4 0,0-2 1 15,0 1 5-15,-2 1-4 0,2-1 4 0,0-1 9 16,0 2-17-16,-2-1 0 0,1 1 7 0,0 0-3 16,0-2-4-16,-1 1 6 0,0 1 1 0,1-2 7 15,0 2-8-15,-1-1 2 0,1 0-8 0,-1 1 2 16,1-3 3-16,-1 2 0 0,0 1 0 0,1 0-1 15,-1-1 1-15,0-1 4 0,-1 1-3 0,-1-1-3 0,-1 2 5 16,-8 0 0-16,18 0 2 0,-10-1-4 16,-8 1-2-16,15-1-4 0,-9-1 8 0,-6 2-5 15,14 0 0-15,-6-1 1 0,-8 1 1 0,11-1-2 16,-11 1 0-16,9 0 2 0,-9 0-7 0,12 0 8 16,-12 0-6-16,10-1 4 0,-10 1 0 0,12-1-3 15,-5-2 2-15,-7 3-8 0,13 1 13 0,-6-2 3 16,-7 1-11-16,17-1 4 0,-9-1-4 0,-8 2 6 15,17 0-1-15,-10 0 0 0,-7 0 2 0,14-1-4 16,-6 0 1-16,0-1 4 0,-8 2-2 0,14-1-1 0,-5 1-5 16,-9 0 3-16,14 0 2 0,-8-2-5 0,-6 2 8 15,15 0-6-15,-7-2-1 0,1 1 5 0,0 0-3 16,-9 1 3-16,15-3-7 0,-7 2 4 16,1 1 0-16,-9 0 1 0,18-1 2 0,-12 0-4 0,4 0 2 15,-10 1 0-15,15-1 5 0,-8 2-2 0,-7-1-7 16,16-1 6-16,-9 1 2 0,-7 0-4 0,13-3 9 15,-7 3-4-15,-6 0 5 0,13-2-3 0,-13 2-1 16,12-2 1-16,-7 2-1 0,-5 0-1 0,11-2 5 16,-4 1 1-16,-7 1-1 0,12 0 4 0,-12 0-4 15,8-3 6-15,-8 3-3 0,0 0 3 0,0 0 0 16,8-2 0-16,-8 2 0 0,0 0 0 0,0 0 0 16,0 0-7-16,0 0 2 0,0 0-2 0,0 0 0 15,0 0 1-15,10 0-3 0,-10 0-2 0,0 0-3 16,0 0 1-16,0 0-1 0,0 0-4 0,0 0-11 15,0 0-23-15,0 0-19 0,0 0-30 0,0 0-22 16,0 0-17-16,0 0-18 0,0 0-126 0,0 0-288 16,0 0 127-16</inkml:trace>
  <inkml:trace contextRef="#ctx0" brushRef="#br0" timeOffset="-6032.73">26831 11282 13 0,'0'0'48'0,"-2"-7"-1"0,2 7 0 15,0 0-9-15,0 0 0 0,0 0-3 0,0 0-2 16,0 0 5-16,0 0-11 0,0 0-5 16,0 0-5-16,2-10 10 0,-2 10 0 0,0 0-9 0,0 0 11 15,0 0-7-15,0 0-5 0,0 0 3 0,-2-10-6 16,2 10 5-16,0 0-9 0,-6-6-2 0,6 6 10 16,-5-4-8-16,5 4-7 0,-4-5 8 0,4 5-3 15,-10-5 4-15,10 5 5 0,-8-5 0 0,8 5-1 16,-9-4-2-16,5 1 6 0,4 3-6 0,-8-5 3 15,8 5 0-15,-6-4-3 0,6 4 4 0,0 0 11 16,-7-4-10-16,7 4 3 0,0 0 5 0,-6-3-15 16,6 3 2-16,0 0 2 0,0 0-9 0,0 0 9 15,29-7-10-15,-12 5 9 0,4-1-8 0,10 2-1 16,-2-2-1-16,3 1 4 0,2 1-2 0,-3-2-5 16,4 0 0-16,-3 2 2 0,0-1 3 0,-3 0-4 15,-7 1-9-15,-3 1 12 0,0-1-6 0,-5-1 0 16,-3 1-6-16,0 0-9 0,-3 1-9 0,-8 0-15 15,11-2-9-15,-11 2-28 0,8 0-69 0,-8 0-157 16,0 0 71-16</inkml:trace>
  <inkml:trace contextRef="#ctx0" brushRef="#br0" timeOffset="-5647.81">26873 11050 15 0,'0'0'65'15,"0"0"-9"-15,0 0 4 0,0 0 2 0,0 0-5 16,-23 19 5-16,14-13-19 0,-1 0 10 0,-1 0-6 0,-3 1 1 15,-1 0-7-15,5-1-8 0,-3 1 0 0,0-2-8 16,2 0 2-16,0 0-3 0,0-1-3 16,1 2-2-16,1-2 8 0,1-2-8 0,1 0-5 15,0 1-1-15,7-3 10 0,-9 4-11 0,9-4-4 0,-9 1 1 16,9-1-1-16,0 0-5 0,-6 4 4 16,6-4-1-16,0 0-6 0,0 9 14 0,0-9-8 15,0 0 3-15,15 14 4 0,-4-8-4 0,9 1-1 16,6 3-5-16,3-1 2 0,2 1-7 0,3-1-6 0,-1 3-9 15,1-3-15-15,4 2-16 0,-5-1-13 0,2 1-23 16,-3 1-43-16,-7 0-135 0,3-3 60 0</inkml:trace>
  <inkml:trace contextRef="#ctx0" brushRef="#br0" timeOffset="11896.32">13346 15437 76 0,'0'0'87'0,"0"0"-11"16,0 0-8-16,0 0-1 0,0 0-6 0,0 0 0 0,10-2-14 15,-10 2-3-15,0 0-4 0,0 0 0 0,0 0-13 16,0 0-4-16,0 0-16 0,9 2-1 0,-9-2-7 16,0 0-11-16,0 0-24 0,0 0 8 0,0 0-7 15,0 0-3-15,0 0-4 0,0 0-3 0,0 0-38 16,0 0-89-16,0 0 40 0</inkml:trace>
  <inkml:trace contextRef="#ctx0" brushRef="#br0" timeOffset="25457.65">17930 11122 76 0,'1'-8'172'0,"-1"8"-18"15,0 0-15-15,0 0-11 0,0 0-6 0,0 0-5 16,0 0-7-16,0 0-1 0,0 0 1 0,0 0-4 15,10 19-7-15,-9-9-5 0,-2 1-3 0,1 0-4 16,0 0-10-16,-1 1 0 0,-2 0-6 0,2 0-4 16,0-1-7-16,0 2-6 0,-1-1-6 0,0-1-2 15,2-1-7-15,-2 0-3 0,4-2-3 0,-2 2-6 0,1 0 2 16,0 0-3-16,1-2-1 0,-1 2-4 16,0-1-5-16,-1-2-19 0,4 3-19 0,-4-4-9 15,0-6-23-15,1 11-21 0,-2-3-8 0,1-8-22 16,1 8-12-16,-1-8-17 0,0 7-6 0,0-7-16 0,0 0-102 15,0 0-279-15,0 0 123 0</inkml:trace>
  <inkml:trace contextRef="#ctx0" brushRef="#br0" timeOffset="25809.58">17934 11078 120 0,'2'-10'167'0,"2"0"-12"0,1 2-17 0,-1 1 2 15,1 0-12-15,4-1-11 0,0 1-4 0,1 3-8 16,2 0-8-16,1 1-5 0,-1 2-6 0,2 1-8 16,-2 2-6-16,-2 2-2 0,1 2-9 0,-2 0-3 15,-1 0-2-15,-2 4-3 0,2-2-6 0,-6 2 1 16,0 1 3-16,-2-1-8 0,-3 2 1 0,-3-1-1 16,0 0-7-16,-3 2 1 0,1-5-6 0,-1 2-1 15,3 0-5-15,-2-3-4 0,1 0-1 0,2-3 0 16,-2 0-2-16,2 3-1 0,0-4-3 0,-2-1-1 15,2 3 0-15,5-5-3 0,-9 4 0 0,5 0 0 16,4-4-3-16,0 0 0 0,-7 3-6 0,7-3 5 16,0 0 0-16,-3 7-3 0,3-7 1 0,0 0 0 15,5 12-1-15,-1-8 0 0,2 1 3 0,4 1-2 16,1 1-2-16,4 1-3 0,2 0-14 0,2-1-15 16,-1-1-25-16,2 1-33 0,-1 0-22 0,7-1-21 15,-4 1-24-15,-2-2-21 0,-2 0-125 0,2 0-325 16,-2-3 144-16</inkml:trace>
  <inkml:trace contextRef="#ctx0" brushRef="#br0" timeOffset="26037.03">18443 11307 8 0,'0'0'210'16,"2"-6"-6"-16,-2 6-7 0,0 0-6 0,-6-11-10 16,6 11-13-16,-10-5-8 0,3 4-5 0,7 1-8 0,-17-2-11 15,4 4-2-15,2 1 2 0,-2 2-6 0,-2 4 1 16,-2-2-8-16,2 2-8 0,1 1-13 0,1 2-2 15,-1-4-13-15,2 4-8 0,5-2-8 16,0-1-8-16,2 3-5 0,1-3-2 0,4 2-9 0,4 0-2 16,1-2-5-16,4 2-23 0,4 1-12 0,4-1-12 15,4-3-20-15,6 1-20 0,1-3-20 0,3 1-24 16,2-3-20-16,-5 3-28 0,4-2-36 0,-1-2-47 16,-2 2-180-16,-7-2-435 0,-2-3 192 0</inkml:trace>
  <inkml:trace contextRef="#ctx0" brushRef="#br0" timeOffset="31253.4">12236 13443 10 0,'0'0'53'16,"-16"1"3"-16,4-1-2 0,2 0 0 0,2-1-1 16,-4 1-4-16,1 0 0 0,11 0 5 0,-13 0 9 15,5-2-9-15,8 2 2 0,-13 0-3 0,13 0-5 16,-10-1 2-16,10 1 2 0,-12-3-4 0,12 3 7 15,-8 0 3-15,8 0-5 0,0 0 0 0,-9-3 4 16,9 3-5-16,0 0 3 0,0 0-7 0,0 0 8 16,-10 0-9-16,10 0-1 0,0 0-1 0,0 0-3 15,0 0-6-15,0 0-2 0,0 0-6 0,0 0-2 16,0 0-4-16,0 0-1 0,0 0-4 0,32-8 2 16,-10 7-3-16,5-2 1 0,2 1 0 0,5 0-6 15,-1 1 1-15,1-3-2 0,2 2-3 0,1 0 1 16,0 0 0-16,1 2-1 0,1-3 10 0,13 0-8 15,-13 3-5-15,13-3 1 0,-11 1 0 0,9 1-1 16,-12-3 2-16,2 0 5 0,-1 3-8 0,1-1 3 16,-3 0-9-16,-3 1 3 0,-2-1 3 0,-1 0 0 15,-12 2 1-15,1-2 0 0,-3 3-4 0,-3-2 0 16,-5 1-3-16,0 0 6 0,-9 0-1 0,14 0 9 16,-14 0-13-16,8-2 0 0,-8 2 4 0,0 0-2 15,9 0 3-15,-9 0 1 0,0 0 0 0,0 0-1 16,10-1 2-16,-10 1-1 0,0 0 1 0,0 0 3 15,0 0-7-15,0 0 2 0,0 0-1 0,9 1 0 16,-9-1-1-16,0 0-1 0,0 0 0 0,0 0 1 16,0 0-1-16,0 0-1 0,0 0 0 0,0 0 2 15,0 0-2-15,0 0 4 0,0 0-5 0,0 0-1 16,0 0 11-16,0 0-12 0,0 0 6 0,0 0-2 0,0 0-1 16,0 0-3-16,0 0 0 0,0 0 4 15,0 0-5-15,0 0 3 0,0 0 2 0,0 0-3 16,0 0 0-16,0 0 3 0,0 0-1 0,0 0 5 15,0 0-5-15,0 0-2 0,0 0 2 0,0 0-2 0,0 0 2 16,0 0 2-16,0 0 1 0,0 0-3 16,0 0 7-16,0 0-6 0,0 0 3 0,0 0-3 15,0 0 3-15,0 0 3 0,0 0-4 0,0 0 1 16,0 0 5-16,0 0 14 0,0 0-1 0,0 0 7 16,0 0 4-16,6-5 1 0,-6 5-5 0,0 0-4 0,2-6-4 15,-2 6 1-15,2-9-4 0,-2 9-1 16,3-10 1-16,-3 10-2 0,2-12-4 0,2 7 2 15,-1 0-4-15,-1-3 1 0,1 2-3 0,-3 6 2 16,4-16-4-16,0 7 4 0,-2-1-7 0,1 4 2 0,-1-1 0 16,2 0 0-16,-2 2 0 0,-2 5 0 0,3-8 1 15,-3 8-3-15,5-6 0 0,-5 6-5 16,2-6 3-16,-2 6-4 0,0 0-1 0,7-3 1 16,-7 3 3-16,0 0-3 0,18 7-2 0,-12-2-1 0,3-1 7 15,0 3-3-15,3 0 5 0,-3 1-7 0,1-1 5 16,2 6 0-16,-3-4-3 0,2 0 3 0,-2 0-1 15,0 1 0-15,0 0 6 0,-3 0-8 16,4-2 2-16,-1 2 0 0,-1-2-1 0,-3 0 3 16,0 0 0-16,0-2-4 0,-1-1 4 0,0 1-2 0,0-1 1 15,1-1 3-15,-5-4-3 0,7 7 1 0,-7-7 2 16,3 4-2-16,-3-4 3 0,4 4-2 16,-4-4 3-16,0 0 4 0,0 0-1 0,0 0 9 0,0 0 8 15,0 0-4-15,0 0-1 0,0 0-1 0,0 0 0 16,0 0-2-16,11-15-3 0,-7 9 0 0,0-3-4 15,0-1-5-15,0 0 6 0,0 0-5 0,1-1 2 16,-1 1-4-16,3 0 0 0,-3 0-1 0,5 0 2 16,-4-1-3-16,-1 2-2 0,1 1 1 15,-1 0 2-15,0 2-6 0,2 1-1 0,-2 0 0 0,0 1 7 16,-4 4-8-16,11-5 1 0,-11 5-3 0,12 0 1 16,-12 0 2-16,11 4-4 0,-11-4 3 0,9 8 1 15,0-1 1-15,-2-1-2 0,-3 0 2 0,0 1-1 16,3 0 0-16,0 2 3 0,-2-1 0 0,1 1 2 15,-1-4-2-15,-1 2 0 0,5 3 4 0,-4-4-4 16,0 0-1-16,-3-2 2 0,-2-4 1 0,6 7 1 16,-1-4 2-16,-5-3-5 0,6 6 4 0,-6-6-2 15,5 4 3-15,-5-4-2 0,0 0 0 0,7 0 4 16,-7 0-3-16,0 0-3 0,11-6 2 0,-3 2 0 16,-2 0 0-16,2-3-1 0,-1 2 1 0,0-4-1 15,0 2 1-15,0 0-3 0,1 0 3 0,3-2-1 16,-1 0 0-16,-2 0 2 0,3-2-6 0,-3 1 4 15,1 1-2-15,-1 1 1 0,-1 2-3 0,0 1 2 16,-2 1-3-16,1 1-1 0,-6 3 2 0,9-4-2 16,-9 4-1-16,10 1 0 0,-10-1 1 0,6 6 0 15,0-2 1-15,-3-1-2 0,1 5 3 0,-2-2-2 16,3 2-1-16,0 2 0 0,-1-2 7 0,-2 2-2 16,1-1-1-16,1 1 1 0,-2 0-1 0,0-3 3 15,0-2-2-15,1 2-1 0,1-1 4 0,-4-6 0 16,6 9 0-16,-5-4-1 0,-1-5 0 0,5 7 4 15,-5-7 1-15,4 4-4 0,-4-4 1 0,0 0 8 16,0 0 0-16,0 0 4 0,13-6-3 0,-13 6 1 16,8-7 0-16,-4 3-1 0,1-1-3 0,-1-2 0 15,2 0-1-15,-1 0 0 0,0 1-1 0,1-2 0 16,-1-1-1-16,1 1-3 0,-1 1 2 0,2-2-3 16,-3 5 2-16,1-2-4 0,1 2 1 0,-3-2-2 15,-3 6-2-15,6-5 0 0,-6 5 0 0,8-4-2 16,-8 4-1-16,0 0 3 0,0 0 0 0,15 6-2 15,-10-3 3-15,-1 1-4 0,-2 2 1 0,3 3 1 16,-2-2-2-16,-1 3 6 0,0-1-4 0,0 1 0 16,2-1 1-16,-2 1 2 0,3 0-1 0,-3-3 0 15,0 0-1-15,0 1 3 0,0-2-4 0,2 0 5 0,-4-6 5 16,4 11-6-16,1-8 0 0,-2 1 5 16,-3-4-2-16,9 8-3 0,-4-6 6 0,2 1-3 15,2-3 0-15,2 2-1 0,1-4 1 0,1 2 0 0,1 0 1 16,-1 0-2-16,0-1 1 0,7-2-1 15,-2 0 2-15,0 0-2 0,2 0 0 0,1 1 2 16,1-2-3-16,5 1-1 0,3-1 1 0,-10 2-1 16,1 1 0-16,7-3 0 0,-8 4 3 0,1-3-3 0,1 3-1 15,6-1-1-15,-7 1 8 0,2-2-7 0,4 2 0 16,-5-2 4-16,5 1-2 0,-4-2 2 0,-1 2-5 16,7 0 2-16,-8 1 0 0,8-2 0 15,-1 1-1-15,0 0 1 0,1 0 1 0,-2-3 1 0,-5 4 0 16,6-2 4-16,-2 4-5 0,-5-4-1 0,1 1 0 15,-3 0 0-15,2 1 2 0,-2-1-1 0,0 1-1 16,2-2 2-16,-1 2-3 0,-2-1 2 0,2 1 0 16,-2 1 1-16,3-1-3 0,-7 0 3 0,3 0-3 15,4-1-1-15,-4 1 6 0,1-1-3 0,-7 2-3 16,8-2 3-16,-5 1-1 0,0 0 3 0,-1-2-2 16,1 2 2-16,-1 0-2 0,0 0-2 0,-3 0 5 15,-1-1-5-15,-9 1 3 0,15-1 0 16,-8 1-3-16,-7 0 3 0,10 0 0 0,-10 0-1 15,0 0-2-15,13 0 3 0,-13 0-2 0,0 0-5 0,7 0-10 16,-7 0-8-16,0 0-18 0,0 0-20 0,0 0-22 16,0 0-24-16,0 0-24 0,0 0-44 0,0 0-169 15,0 0-370-15,0 0 163 0</inkml:trace>
  <inkml:trace contextRef="#ctx0" brushRef="#br0" timeOffset="31807.16">13228 12335 68 0,'-3'-9'192'15,"1"-1"-3"-15,2-1-7 0,-3 3-7 0,1-3-4 16,2 11-5-16,-2-11-17 0,2 11-16 0,-2-10-13 16,2 10-21-16,0-6-12 0,0 6-8 0,0 0-11 15,0 0-6-15,0 0-10 0,0 0-1 0,2 31-5 16,-2-20-4-16,2 6-3 0,-4 4-4 0,0-2-5 15,2 6 1-15,0-5-5 0,-4 3 0 0,4-3-2 0,0 5-4 16,0-5 0-16,0 4-2 0,0-4-3 16,0-1-2-16,2-1 2 0,0 0-3 0,-2-1 2 15,4-1-5-15,-1 0 4 0,1-1-5 0,1-3 0 16,-3 1-8-16,0-2-19 0,3-1-22 0,-3-1-21 16,-2 1-21-16,2-2-18 0,-2-2-14 0,0-6-32 0,0 13-10 15,0-13-140-15,-2 8-322 0,2-8 142 16</inkml:trace>
  <inkml:trace contextRef="#ctx0" brushRef="#br0" timeOffset="32196.99">13256 12291 30 0,'14'-10'122'0,"-1"0"-7"0,1 2-7 15,-1 1-10-15,1 2-6 0,-3 1-11 16,2 3-4-16,1 2-6 0,-1 2 2 0,-1 2-12 16,-1-2-6-16,-2 2-7 0,0 3 1 0,-4-1-5 15,4 4-9-15,-5-1 2 0,0 0 5 0,-2 0-7 0,-2 3-3 16,-2-4 0-16,-2 3-4 0,-3-1-3 0,1 0-5 16,-4-1 3-16,-3-1-5 0,4 1 3 15,-2-2-6-15,2-2 4 0,-2-1-3 0,-1-1 1 16,1 0-5-16,0-2 0 0,2 1 1 0,0 0-5 0,3-2 3 15,6-1 5-15,-14 1-3 0,14-1-2 0,-9 0 4 16,9 0 1-16,0 0-2 0,-11 0-1 0,11 0-4 16,0 0-2-16,-4 3 0 0,4-3 3 0,0 0-10 15,2 14 1-15,-2-14 1 0,4 13 1 0,3-5 1 16,1 2 1-16,2-1-1 0,-3 1 1 0,5 3-2 16,1 2 1-16,-1-2-2 0,3 0 1 0,2 5-5 15,-1-6-17-15,-3 3-31 0,10-1-28 0,-8-2-32 16,1 2-28-16,-1-1-90 0,-1-1-246 0,-1 1 108 15</inkml:trace>
  <inkml:trace contextRef="#ctx0" brushRef="#br0" timeOffset="32622.94">13632 12601 78 0,'0'0'133'0,"-12"-6"-5"0,8 5-7 0,4 1-2 16,-7-5 0-16,7 5 7 0,-8-4-10 0,8 4-6 16,0 0-7-16,-6-4-8 0,6 4-8 0,0 0-9 15,0 0-8-15,0 0-10 0,0 0-4 0,0 0-9 16,14-8-1-16,-5 7-6 0,5-2-1 0,-3 0-8 15,10 2 4-15,-6-1-9 0,5 1-9 0,-4 0-17 16,-2-1-22-16,-1 4-28 0,1-4-21 0,-4 1-29 16,-1 1-25-16,-9 0-21 0,12 0-82 0,-12 0-247 15,9-1 109-15</inkml:trace>
  <inkml:trace contextRef="#ctx0" brushRef="#br0" timeOffset="32875.05">13695 12555 19 0,'0'0'169'0,"0"0"-11"0,0 0-12 0,0 0-19 15,0 0-13-15,0 0-10 0,0 0-9 0,0 0 2 16,-2 9 3-16,2-9-1 0,0 14-7 0,0-7-9 16,-2 2-5-16,1 0-11 0,-1 2 0 0,2 1 1 15,-1-2-7-15,1 3-3 0,0 0-3 0,-2-3-8 16,2 3-4-16,0-2-6 0,-2 0 2 0,2 1-9 15,0-1 0-15,0 2-4 0,0-2-1 0,0 1-5 16,0-1-20-16,2-1-31 0,-2 1-21 0,2-1-27 16,-1 0-25-16,1-2-39 0,-1-1-27 0,1 0-93 15,-2-7-284-15,4 10 126 0</inkml:trace>
  <inkml:trace contextRef="#ctx0" brushRef="#br0" timeOffset="33137.85">13872 12614 33 0,'3'-6'186'0,"-3"6"-19"0,0 0-19 0,0 0-15 16,0 0-15-16,0 0-6 0,0 0-3 0,0 0 2 16,0 0-7-16,9 18-4 0,-7-9-3 0,-2 1-6 15,2 0-10-15,-2 0-3 0,2 0-4 0,-2 2-8 16,0-3-10-16,0 3 0 0,0-2-11 0,2 2-3 15,-2-2-1-15,0-1-6 0,0-2-3 0,2 3-2 16,-2-3-4-16,0-7-12 0,-2 14-20 16,4-7-19-16,-2-7-23 0,-2 9-32 0,2-9-26 15,0 10-29-15,0-10-22 0,0 0-115 0,-2 9-293 16,2-9 129-16</inkml:trace>
  <inkml:trace contextRef="#ctx0" brushRef="#br0" timeOffset="33446.45">13930 12718 33 0,'7'-3'99'0,"3"0"-10"15,-2-2-12-15,6 3-7 0,-3-2-12 0,0 1 4 16,3 0-13-16,-3 1-4 0,0-1-11 0,0 1-9 16,-4 1-3-16,0-3 7 0,-7 4-11 15,12-2 6-15,-8-2-7 0,2 0-6 0,-6 4 1 0,5-9 8 16,-1 3-1-16,-4 0-1 0,4-1 23 0,-4 7 17 15,2-14 16-15,1 9 3 0,-3 5 5 0,0-9 6 16,0 9-3-16,0 0 5 0,1-10-18 16,-1 10-11-16,0 0-8 0,0 0-4 0,0 0-6 0,0 0 4 15,0 0 0-15,0 0 0 0,-8 24-3 0,6-14 0 16,-2 2-6-16,1 4 1 0,1 0-2 0,-2 0-7 16,2 1-2-16,0-1-5 0,1-1-2 0,0 2-14 15,-2 1-24-15,3-1-40 0,0-4-43 0,-3 1-44 16,1 3-38-16,0-1-94 0,-1-5-299 0,-1 0 132 15</inkml:trace>
  <inkml:trace contextRef="#ctx0" brushRef="#br0" timeOffset="36165.8">12286 13425 8 0,'0'0'37'0,"-9"-4"-1"0,9 4-1 0,0 0-4 15,0 0-6-15,-5-4 2 0,5 4 0 0,0 0-3 16,0 0-2-16,0 0-1 0,0 0 2 0,0 0-1 16,-9-4-5-16,9 4 1 0,0 0-6 0,0 0 2 15,-6-2-6-15,6 2 4 0,0 0-1 0,0 0 3 0,-10 0 0 16,10 0 3-16,0 0-7 0,-14 2 1 0,14-2-1 15,-11 1 4-15,11-1-2 0,-10 1 9 16,10-1 2-16,-13 3-3 0,13-3 2 0,-9 0 1 16,2 0 2-16,7 0-2 0,-16 0 1 0,16 0 0 0,-15 0 5 15,5 0-9-15,-2 0 7 0,0 2-6 0,1-1 3 16,0 0-6-16,-3 0 4 0,5 1 3 16,-4-2-10-16,-1 1 9 0,-1 0-1 0,1 0-6 15,-4 1 0-15,0-2 3 0,-1 3-6 0,-2 0 0 16,-7-2 5-16,8 1 0 0,-7 2-9 0,0-4 0 0,-2 2 2 15,9 0-3-15,-3 0 3 0,3 0-2 0,-2 1-2 16,0-1 5-16,3-1-7 0,0 0 9 0,0 2-6 16,1-2-1-16,0 1 4 0,0 0-1 0,0-2-6 15,4 2 0-15,2-2 2 0,0 1 5 0,1 1-3 16,0-2 1-16,2 1-5 0,1 0 1 16,8-1 2-16,-12 0 7 0,12 0-4 0,-10 2-8 0,10-2 5 15,-9 0-1-15,9 0 0 0,0 0 1 0,0 0 1 16,0 0-4-16,-10 0-2 0,10 0 1 0,0 0 2 15,0 0-2-15,0 0-1 0,0 0 2 0,0 0-3 16,-8 1 7-16,8-1-5 0,0 0-2 0,0 0 0 16,0 0 3-16,0 0 5 0,0 0 0 0,0 0 5 15,0 0-8-15,0 0 4 0,0 0-1 0,0 0-3 16,0 0 4-16,0 0-2 0,0 0-1 0,0 0-5 16,0 0 8-16,0 0-5 0,0 0-1 0,0 0 0 15,0 0-3-15,0 0-5 0,0 0 8 0,0 0-6 16,0 0 5-16,0 0 1 0,0 0 1 0,-2 9-2 15,2-9 9-15,0 0 8 0,0 0 1 0,3 14-5 16,-3-14 1-16,4 10-1 0,-4-10 3 0,0 10-3 16,1-2 9-16,1 1 3 0,-1 2 0 0,1-1-3 15,0 2-2-15,-1 0-2 0,-1 1 2 0,2 0-1 16,0 2-4-16,-2 0 1 0,0 2-1 0,0-2-1 16,1 2 7-16,-1 0-2 0,0 1 0 0,0-2 0 15,3 3-2-15,-2 5 1 0,3-4 2 0,-4-1 0 16,1 7-3-16,-1-5-2 0,2 3 3 0,1 1-1 15,-2 3 1-15,-1-5-1 0,2 2 0 0,-4 1-16 16,2-3-2-16,0 1 6 0,2 2-1 0,-2-2 4 16,0 1-4-16,0-6 5 0,0 5-6 0,1 2 12 15,-4 0 7-15,3-2-5 0,-2-5-1 0,0 0-3 16,2 0-2-16,0 0 2 0,-3-3-3 0,4 3 3 16,-4-4-6-16,1 0-3 0,1-2 1 0,-1-2-1 15,1 2-1-15,1-1 1 0,0 0-1 0,-1-3-1 16,1 1 0-16,-2-3 0 0,2 2-1 0,-2-2-2 15,2-7 0-15,0 13 4 0,0-13-3 0,-1 11-1 16,1-11 3-16,-2 8-2 0,2-8-2 0,-1 7 1 16,1-7-1-16,0 0 2 0,0 9 3 0,0-9-4 15,0 0-1-15,0 9 1 0,0-9-4 0,0 0-23 16,1 9-26-16,-1-9-23 0,-2 12-36 0,-1-8-47 16,0 3-31-16,-4 1-166 0,-7 1-381 0,5 1 169 15</inkml:trace>
  <inkml:trace contextRef="#ctx0" brushRef="#br0" timeOffset="38922.88">11183 14696 26 0,'0'0'89'0,"0"0"-2"0,-4-6-15 16,4 6 8-16,0 0-8 0,-9-8-5 0,9 8-12 16,-11-3 2-16,6 1-4 0,5 2 0 0,-13-2-3 15,3 0 0-15,1 1-3 0,-3-1-4 0,0 2-3 16,-1 0-6-16,-1-2-9 0,0 2 7 0,-4 1-11 15,3 2 14-15,2-3-10 0,-5 1 9 0,0-1-5 16,6 4 1-16,2-4-1 0,-1 0-6 0,4 0 1 0,7 0-6 16,0 0-4-16,-14 0 3 0,14 0-3 15,0 0 4-15,-5 4-2 0,5-4 2 0,0 0-6 16,0 0 3-16,36 6 2 0,-8-4-9 0,5 0 7 16,16-2-3-16,6-1-2 0,2 2-1 0,2-3 0 0,5 2 1 15,0 0-4-15,-5 0-3 0,3-3 4 16,-3-1-1-16,-3 4 3 0,-3-2-11 0,0 2 10 15,-14-3-5-15,13 3 2 0,-15-1 2 0,0 0 0 16,-3-1-4-16,-3 1 9 0,-4-1-8 0,-4 1 6 16,-4-2-5-16,0 3 3 0,-5 0 1 0,-3 0-2 0,3-1-3 15,-8-1-1-15,-6 2-3 0,13-1 2 16,-13 1-9-16,12 1-17 0,-12-1-23 0,7 0-21 16,-7 0-5-16,0 0-9 0,0 0-27 0,-4 12-96 15,4-12-223-15,-19 10 99 0</inkml:trace>
  <inkml:trace contextRef="#ctx0" brushRef="#br0" timeOffset="39358.38">11234 14972 76 0,'0'0'151'0,"0"0"-11"0,0 0 2 0,0 0-4 16,0 0-7-16,0 0-8 0,-10-3-1 0,10 3-4 15,0 0-3-15,0 0-6 0,0 0-4 0,0 0-1 16,0 0-8-16,0 0-5 0,0 0-14 0,0 0-6 0,0 0-11 16,0 0 1-16,0 0-2 0,0 0-6 15,0 0-5-15,0 0-4 0,0 0-5 0,14-16-4 0,-14 16 6 16,0 0-6-16,8-5-6 0,-8 5-3 0,13-3 1 15,-3-1-10-15,3 1-1 0,6 1-2 16,10 1-2-16,2-4 1 0,5 2 1 0,1-1-4 16,0 1 0-16,15-1-3 0,-13 1 4 0,-4 2 0 15,3 0-5-15,-8-1 0 0,1 1-3 0,-2 0 2 0,-10-1 2 16,2 4-3-16,-2-4-2 0,0 2 4 16,-2 2-1-16,-6-2-4 0,2-2 0 0,-2 4 1 0,0-4 5 15,-11 2-5-15,12 0-2 0,-12 0 2 16,11 2-1-16,-11-2-2 0,9 1-7 0,-9-1-9 15,0 0-19-15,9 0-19 0,-9 0-26 0,0 0-11 16,0 0-24-16,0 0-31 0,0 0-23 0,0 0-153 0,0 0-351 16,-16 18 156-16</inkml:trace>
  <inkml:trace contextRef="#ctx0" brushRef="#br0" timeOffset="40078.53">11519 14953 68 0,'0'0'142'0,"0"0"-15"16,0 0-12-16,0 0-14 0,0 0-1 0,0 0-1 15,0 0-1-15,0 0 3 0,-10 24-7 0,6-10-8 16,-1 3-4-16,0 1 5 0,-1 7 1 16,1 1-7-16,-1 1-7 0,-1 0-7 0,2 3-2 15,0-1-3-15,0 2 2 0,-2 2-5 0,2-2-6 16,0 0 6-16,1 3-6 0,2 1 0 0,-4-2-6 0,0 0 1 15,3 1-11-15,0-2 30 0,1-1-6 0,-3 0-5 16,1-2-4-16,1 0-2 0,1 0-4 0,2-1 0 16,0-1-5-16,0 2-7 0,0-4-2 15,0 0-2-15,0 0-4 0,-2 1-1 0,4-7-3 16,-2-3-2-16,0 3-3 0,0 0-1 0,0-2 1 0,0 1-3 16,0-1-3-16,2 0 4 0,-2-4-5 0,1-1 0 15,-1-1-2-15,1 4 1 0,-1-3-2 0,0 1 0 16,0-2 0-16,0-5 3 0,1 4-5 0,-1-3-2 15,0-7 6-15,2 15-5 0,-4-8 1 16,2-7 2-16,2 11-6 0,-2-4 3 0,0-7 0 16,0 11-1-16,0-11-3 0,-3 11 4 0,3-11-5 15,0 10 4-15,0-10 0 0,0 8-1 0,0-8-1 0,0 10 0 16,0-10 0-16,0 0-4 0,0 10 0 0,0-10-8 16,0 0-11-16,1 9-12 0,-1-9-6 0,2 6-19 15,-2-6-23-15,2 6-27 0,-2-6-25 16,0 0-28-16,5 7-32 0,-5-7-20 0,0 0-114 15,0 0-356-15,0 0 158 0</inkml:trace>
  <inkml:trace contextRef="#ctx0" brushRef="#br0" timeOffset="40628.01">11303 15893 52 0,'4'-9'63'16,"-4"9"-9"-16,0 0-4 0,7-7-20 0,-7 7-14 16,0 0-11-16,0 0-16 0,0 0-10 0,14 2-19 15,-14-2-43-15,0 0 19 0</inkml:trace>
  <inkml:trace contextRef="#ctx0" brushRef="#br0" timeOffset="41595.53">11369 15920 2 0,'0'0'56'0,"5"-5"3"15,-5 5 4-15,0 0-10 0,0 0 0 0,0 0-9 16,0 0-1-16,7-7-5 0,-7 7-13 0,0 0 8 15,0 0 10-15,0 0-26 0,0 0 3 0,0 0-3 0,0 0 9 16,0 0-3-16,0 0-1 0,9 13 5 0,-9-13 10 16,2 10 8-16,-2-10-9 0,2 13-2 15,-2-13 4-15,1 14-8 0,1-4 1 0,0-1-4 0,1 3 0 16,-2-2 11-16,0 0-4 0,2 3-6 16,-2 3 8-16,-1-1-3 0,3-4-2 0,-3 1 1 15,2-2 8-15,-2 7-3 0,0-2-8 0,-2-2 0 16,2-3-6-16,0 7-7 0,0-5 14 0,2 4 7 0,-2-5-10 15,0 1-1-15,-2 0-3 0,2 5 5 16,2-4-1-16,-2 2-6 0,-2 0-5 0,2 1 9 16,2-4-3-16,-2 0-2 0,0 0-1 0,2 0-3 15,-1 5 0-15,-1-6-4 0,2 2 1 0,1-2 3 16,-2 0-3-16,3 0-1 0,-4-1 0 0,3 1-5 16,-2-2 1-16,2 0 1 0,-2 0-1 0,0 0 3 15,1-2-5-15,0 0 3 0,-2-1-2 0,1 1 3 16,-1-7-4-16,0 12-1 0,3-5 3 0,-2 1-5 15,-1-8 3-15,2 11-1 0,1-5 1 0,-1 0-3 16,-2-6 4-16,2 9-3 0,-2-9 1 0,0 8-5 16,0-8 6-16,0 0-2 0,0 7-2 0,0-7 5 15,0 0-6-15,1 8 3 0,-1-8-2 0,0 0 3 16,0 0-4-16,0 0 4 0,0 0-5 0,2 8 1 16,-2-8-2-16,0 0 4 0,0 0 0 0,0 0 0 15,0 0-3-15,0 0 4 0,2 8-6 0,-2-8 1 16,0 0-1-16,0 0 7 0,3 5-5 0,-3-5 0 15,0 0 4-15,0 0-4 0,5 3 3 0,-5-3 0 16,0 0 2-16,0 0-4 0,7 3 3 0,-7-3-5 16,7 1 7-16,-7-1-4 0,9 2 2 0,-9-2-2 15,16 1-1-15,-7-2 6 0,2 1-3 0,3-2 1 16,1 4 3-16,3-4-2 0,0 0-1 16,0 0 2-16,-2 1-4 0,4-3 1 0,0 4 3 15,-3-2-6-15,5-1 2 0,0-1 0 0,-3 1 0 16,8-3-1-16,1 4 1 0,-1-2 1 0,2 0-4 15,-2 1 2-15,-1 0-2 0,5 1 6 0,-2-3 1 0,0 3-1 16,-1-2-4-16,2 3-3 0,1-2 3 0,-1-2-2 16,4 1 2-16,-3 1-2 0,0-1 5 15,3-1-3-15,-2 2 2 0,2 0-4 0,1-2 4 0,-1 2-3 16,0 0-2-16,3-4 2 0,0 2 4 16,14 0 0-16,-15-2 1 0,14 2-1 0,-15-1-4 15,1 3 5-15,0-2-4 0,1 2 6 0,1-3-3 16,2 2 1-16,-4 0 1 0,5 1-1 0,-1-1-1 15,-2 0-5-15,-2 0 7 0,15-2-6 0,-11 2 6 16,-1 1-2-16,0-2-1 0,9-1-7 0,-7 2 10 16,10-5-3-16,1 3-4 0,0 1 5 0,4-3-5 15,0 3 2-15,4-5 7 0,1 2-7 0,2 1 2 16,0 1-7-16,1 2 2 0,-1-2-1 0,0 2 2 16,-3-1 0-16,-4 3 5 0,2-4-7 0,1 3-2 15,-3-3-9-15,-4 3-15 0,-1 3-14 0,-1-3-10 16,-11 3-20-16,-2 0-10 0,0-1-20 0,0 1-8 15,-5-2-22-15,1 2-17 0,-6-4-97 0,-9 3-266 16,2 0 118-16</inkml:trace>
  <inkml:trace contextRef="#ctx0" brushRef="#br0" timeOffset="42231.92">14180 16283 11 0,'0'0'76'16,"36"7"-11"-16,-21-7 1 0,4 2-5 0,-2-2 0 15,12 1-11-15,-8 0 10 0,8 2-15 0,0-3 4 16,1 1-3-16,1 2-6 0,3-1 5 0,1-2-7 16,-1 1-1-16,4-3 1 0,1 3-1 0,-1-2-2 15,0 1 0-15,0-1-2 0,1-2 4 0,-3 3-7 16,2 0 3-16,1-3-3 0,-1 1-8 0,0-1 10 16,2 2 0-16,-2-2-6 0,3 1 0 15,-1-2-7-15,10-1 4 0,-11 1-9 0,1 3 6 0,13-5 3 16,1 1-2-16,-4 0-1 0,5 4 1 0,-1-4 3 15,-2 1-3-15,3-2 4 0,-1 2-2 0,1 1-4 16,-4-2-7-16,2 1-1 0,4 0 0 0,-5 1 5 16,2 0-5-16,-1 2 4 0,2-1-8 15,0 0 3-15,0 0-1 0,0 2-1 0,-1-2 0 16,1 6 1-16,-4-6-1 0,3 4-4 0,-3-2 1 16,-1 2 0-16,-12-3 4 0,0 4-6 0,1-3 0 15,14 1 2-15,-18-1-1 0,1 0-2 0,-1-1 1 16,1-2-2-16,-5 3-2 0,-6-1-8 0,-2-1-11 15,-2 2-8-15,-4-3-11 0,-4 2-20 0,-1 1-25 16,-12 0-12-16,19-2-12 0,-19 2-93 0,13-3-218 16,-13 3 97-16</inkml:trace>
  <inkml:trace contextRef="#ctx0" brushRef="#br0" timeOffset="42823.09">16970 16215 82 0,'20'0'94'0,"1"0"1"0,0 0-10 16,6 0 3-16,-4 0-3 0,4 0-3 0,0 1-9 15,0 1-1-15,1-1-5 0,0 0-1 0,0-2-11 16,2 2-3-16,-4-1-11 0,-3-1 10 0,4 2-9 0,1 0-5 16,-1 0-8-16,-5 1 0 0,1 0-3 15,4-2-3-15,-2 1 3 0,-3 2-12 0,6-1 2 16,-5-3-1-16,-5 4 1 0,4-3-1 0,-3 3-1 15,0-2 3-15,-5-1-5 0,0 0-4 0,-14 0-2 16,25 0-10-16,-25 0 0 0,14 1-9 0,-14-1 2 16,0 0-10-16,16 1-1 0,-16-1-16 0,0 0-1 15,0 0 7-15,0 0-23 0,0 0-1 0,0 0-1 16,0 0 0-16,0 0 0 0,0 0 7 0,0 0 6 16,0 0 4-16,0 0 3 0,0 0 6 0,0 0 3 15,0 0-2-15,0 0 4 0,0 0 5 0,0 0 4 16,0 0 1-16,0 0 5 0,0 0-2 0,0 0 4 15,0 0 15-15,0 0-9 0,0 0 14 0,0 0 3 16,0 0 8-16,0 0-3 0,0 0 4 0,0 0 1 16,13 3-2-16,-13-3 4 0,17 0-2 0,-17 0 3 15,24 1-9-15,-13-1 6 0,5 0-5 0,-4 0-3 16,1 0-2-16,4-1 10 0,-3 1-14 0,0 0-1 16,-1 0-10-16,2 0 6 0,-2 0-2 15,-2 1-12-15,0 0-12 0,-11-1-11 0,15-2-11 0,-15 2-13 16,15-2-13-16,-15 2-51 0,0 0-130 0,13 0 57 15</inkml:trace>
  <inkml:trace contextRef="#ctx0" brushRef="#br0" timeOffset="46586.13">17648 16118 43 0,'0'0'61'0,"0"0"1"0,8-16 0 0,-8 16-3 16,0 0 5-16,4-9-14 0,-4 9 2 0,0 0 13 16,5-9-12-16,-5 9 4 0,0 0-5 0,0 0 0 15,0 0 1-15,0 0-3 0,3-9-7 0,-3 9-5 16,0 0-5-16,0 0 0 0,0 0-2 0,0 0-16 15,0 0 2-15,0 0-6 0,0 0 2 0,0 0-1 16,0 0-3-16,0 0 4 0,0 0-1 0,0 0-6 16,0 0 4-16,0 0 0 0,0 0 5 0,0 0-2 15,5 30 5-15,-5-17 5 0,-4-1-3 0,4 3-3 16,0 1 4-16,-1 2 0 0,-1-1-3 0,2 3 6 16,-2-2-3-16,-2 6 0 0,1-3 0 0,2 3 10 15,-3 1 2-15,4-6-3 0,-1 5-6 0,0-5 1 16,-1-1 3-16,2 0-5 0,2 0-23 0,-2 1 11 15,0-3-10-15,-2 1 3 0,2-2 7 0,3 0-3 16,-3-3-1-16,1 4 3 0,-1-4 1 0,2-2 0 16,-2 1 2-16,0 0-4 0,0-1-1 0,1 0-1 15,-2-3 2-15,1-7 1 0,2 14-4 0,-3-8 2 16,1-6-3-16,2 11 6 0,-2-11-6 0,-1 9 2 16,1-9-8-16,-2 8 2 0,2-8 1 15,0 8-5-15,0-8-12 0,0 0-17 0,-6 7-7 16,6-7-21-16,0 0-14 0,-1 6-8 0,1-6-17 0,0 0-19 15,0 0-89-15,0 0-224 0,0 0 99 0</inkml:trace>
  <inkml:trace contextRef="#ctx0" brushRef="#br0" timeOffset="46769.25">17590 16694 92 0,'19'0'96'0,"-19"0"-14"0,18 0-20 15,-9 1-32-15,1-1-35 0,-4 3-26 0,1-2-24 16,-7-1-59-16,10 6 27 0</inkml:trace>
  <inkml:trace contextRef="#ctx0" brushRef="#br0" timeOffset="46938.25">17502 16827 70 0,'0'0'112'0,"0"0"-16"0,0 0-8 0,38-3-8 16,-38 3-28-16,20-3-11 0,-7 3-26 0,1-1-12 15,-2 0-28-15,4 1-20 0,-2-3-37 0,0 2-87 16,3-2 39-16</inkml:trace>
  <inkml:trace contextRef="#ctx0" brushRef="#br0" timeOffset="48071.28">17619 14121 11 0,'0'0'97'0,"0"0"-8"0,-8-1-11 16,8 1 1-16,0 0-4 0,0 0-4 0,0 0 3 15,0 0-11-15,0 0 1 0,0 0-9 0,0 0-2 16,0 0-1-16,0 0-2 0,0 0-8 0,0 0-3 16,0 0 3-16,0 0-3 0,0 0-2 0,0 0-6 15,0 0-2-15,0 0 5 0,28-3-8 0,-21 2 9 16,6 0 3-16,1 0-5 0,2-1 4 0,6 1 0 16,7-1-3-16,3 0-1 0,2 0-4 0,0 2-4 15,6-1-1-15,-2-1 3 0,2 1-7 0,-2 0 3 16,2-1-2-16,-6 2 5 0,-1-3-5 0,1 2-2 15,-5-1 3-15,-7 2-3 0,-3-1-1 0,-1 0 0 16,-1-2 0-16,-5 3-4 0,0-1-6 0,-5 1 1 16,-7 0 6-16,14 0-2 0,-14 0 4 0,11-1 4 15,-11 1 1-15,9 0 6 0,-9 0 8 0,7-3 4 16,-7 3 2-16,0 0 0 0,0 0-8 0,8-2 1 16,-8 2-5-16,0 0-5 0,0 0-8 0,0 0-16 15,0 0-24-15,0 0-23 0,0 0-27 0,0 0-42 16,0 0-43-16,0 0-150 0,0 0-331 0,0 0 146 15</inkml:trace>
  <inkml:trace contextRef="#ctx0" brushRef="#br0" timeOffset="49721.28">18570 14215 67 0,'0'0'141'0,"0"0"-6"0,-1-10 0 16,1 10-6-16,0 0-6 0,0 0-10 0,0 0-10 16,-2-9-13-16,2 9-11 0,0 0-11 0,0 0-4 15,0 0-6-15,0 0-5 0,0 0-8 0,0 0-2 16,0 0-8-16,0 0 4 0,0 0-3 0,0 0-3 0,7 26-3 15,-6-21-3-15,2 2 4 0,-1-1-6 0,1 1-1 16,2 1 2-16,-3 1 6 0,2 0 11 16,-3 2-11-16,2-1-1 0,1-1-4 0,-2 1-5 15,0-2-2-15,0 3 2 0,3-2-5 0,2 1 1 16,-5 2-2-16,3-2-1 0,-1-1 1 0,1 1-1 0,-2-2-4 16,1 3 0-16,2-3 1 0,-2 0-3 0,0 0 2 15,1 0-6-15,-1-1 3 0,-3-3-2 16,3 2-3-16,-1 1 2 0,0-1-2 0,1 0 5 15,-1 0 0-15,-3-6-4 0,5 8 0 0,-4-3-1 0,-1-5-1 16,0 0 2-16,5 4-2 0,-5-4 0 0,3 6 4 16,-3-6 0-16,0 0-1 0,0 0 7 0,2 7 0 15,-2-7 4-15,0 0 0 0,0 0 1 0,0 0 0 16,0 0 0-16,0 0 0 0,0 0 2 16,0 0-2-16,0 0 0 0,0 0-1 0,2 7-2 0,-2-7-1 15,0 0 0-15,0 0 3 0,0 0-6 0,0 0-1 16,0 0 0-16,0 0-2 0,0 0 0 0,0 0 0 15,0 0 2-15,0 0 1 0,0 0-8 16,0 0 2-16,0 0 2 0,0 0 0 0,0 0-5 0,0 0 1 16,0 0 1-16,0 0 3 0,0 0-1 0,0 0 0 15,0 0-2-15,0 0 1 0,0 0 0 0,0 0-4 16,0 0 2-16,0 0-1 0,0 0 0 0,0 0 0 16,0 0-1-16,0 0 1 0,0 0 7 0,0 0-8 15,0 0-1-15,0 0 2 0,0 0-1 0,0 0 0 16,0 0 2-16,0 0-1 0,0 0-4 0,0 0 6 15,0 0-2-15,0 0 4 0,0 0-5 0,0 0 3 16,-2-24-2-16,2 24 1 0,0 0-2 0,0 0 3 16,0 0 0-16,0 0-2 0,0 0-1 0,0 0 2 15,0 0 3-15,0 0-1 0,0 0-2 0,0 0 1 16,0 0-2-16,0 0 1 0,0 0 0 0,0 0 2 16,0 0-4-16,-2-10 0 0,2 10 0 0,0 0 3 15,0 0-16-15,0 0-9 0,0 0-15 0,0 0-15 16,0 0-11-16,-2-9-22 0,2 9-17 0,0 0-22 15,0 0-4-15,0 0-16 0,2-12-14 0,-2 12-129 16,-2-8-311-16,2 8 138 0</inkml:trace>
  <inkml:trace contextRef="#ctx0" brushRef="#br0" timeOffset="50243">18622 14198 51 0,'0'0'104'0,"-4"-5"4"15,4 5-5-15,-2-7 1 0,2 7 0 0,0 0-13 16,-5-7 2-16,5 7 1 0,0 0-5 0,-5-7-5 16,5 7 0-16,0 0 1 0,-4-6-1 0,4 6-3 15,0 0-9-15,0 0 0 0,0 0-7 0,0 0-8 16,0 0-2-16,0 0-12 0,0 0-4 0,-5-3-6 15,5 3-6-15,0 0-5 0,0 0-1 0,0 0 0 16,0 0 6-16,-2 20-7 0,2-13 5 0,-2 4 6 16,2-3-4-16,-1 5 2 0,2-1 5 0,-1 1 1 15,2 2 1-15,0 2-5 0,-2-2 3 0,2 3 1 16,-2 0-4-16,3-1-1 0,-2-2-2 0,2 2-3 16,-2-1 1-16,0 3-5 0,-1-3 0 0,2-5-1 15,0 6 6-15,-1-6-4 0,-1 6 0 0,3-5 2 16,-3 5-5-16,0-6 0 0,2 0 0 0,-2 2-6 15,3-3 2-15,-2-1 3 0,-2 4 2 0,1-4 6 16,0 2-7-16,0-2 3 0,1 1-5 0,-1-4 0 16,1 1-3-16,-1-7-1 0,0 11-2 0,0-4 2 15,0-7-2-15,-1 9 3 0,1-9-3 0,3 8-2 0,-3-8-2 16,-2 8 2-16,2-8-3 0,0 0 3 16,-2 10-2-16,2-10 3 0,-1 8-3 0,1-8 0 15,0 0-3-15,0 0 0 0,0 0 0 0,1 10 0 16,-1-10 0-16,0 0 1 0,0 0-4 0,0 0 1 0,1 9-13 15,-1-9-13-15,0 0-17 0,0 0-21 0,0 0-28 16,0 0-24-16,1 6-29 0,-1-6-32 16,0 0-35-16,0 0-138 0,0 0-377 0,0 0 167 15</inkml:trace>
  <inkml:trace contextRef="#ctx0" brushRef="#br0" timeOffset="50734.93">18493 14841 59 0,'0'0'168'0,"4"-6"-21"0,-4 6-6 16,5-6-15-16,-5 6-17 0,0 0-2 0,0 0-9 15,0 0 0-15,16 10-10 0,-13-5-6 0,4 4-3 16,-2 1 5-16,-3-1-4 0,5 7-12 0,-3-2-3 16,0 2-5-16,4 1-5 0,-4-5 3 0,-1-1-9 0,-1 0-4 15,2-1-5-15,-1 2-3 0,-1-4-4 16,3 4-2-16,-2-4-6 0,2 3 1 0,-4-7-1 15,2 2-1-15,-3-6-4 0,4 10 4 0,-4-10-4 16,5 4 1-16,-5-4 0 0,1 6 10 0,-1-6 6 0,5 3 7 16,-5-3 2-16,0 0-2 0,0 0 0 0,17-7-3 15,-9-1-2-15,-2 3 0 0,0-4-6 0,4 1-1 16,-1-2 6-16,3-3-3 0,-1 0-11 16,1 0-3-16,-4-3 1 0,3 2-4 0,-2-1-1 15,1 0-5-15,0-1-1 0,-1 3 1 0,1 0 0 0,-2 2-8 16,-3 1-13-16,1 3-11 0,-4 1-18 0,1 0-22 15,-3 6-38-15,5-6-28 0,-5 6-13 16,0 0-8-16,0 0-18 0,0 0-10 0,0 0-141 16,4 16-341-16,-4-8 150 0</inkml:trace>
  <inkml:trace contextRef="#ctx0" brushRef="#br0" timeOffset="51162.9">18924 14953 72 0,'0'0'196'0,"-5"-9"-13"0,5 9-9 16,-7-6-20-16,7 6-19 0,-9-1-11 0,9 1-9 15,-11 0-5-15,11 0-9 0,-12 6-2 16,5 0-10-16,-1 0-12 0,1 1-6 0,0 1-3 16,2-1-5-16,1 1-11 0,0 1-6 0,0 1-7 15,-1-1 0-15,4-1-2 0,0 1-5 0,1-9-2 0,2 13-2 16,1-6-6-16,2 0 1 0,0-2-1 0,1 0-5 15,0 1 4-15,5-2-5 0,-2 1 1 0,0-2-5 16,4-2 1-16,-3 1-2 0,-1-1 3 16,-1 0-5-16,-1 0 2 0,-7-1-2 0,11 0 4 15,-11 0-4-15,9 2 2 0,-9-2-3 0,0 0-1 0,0 0 3 16,10-4-7-16,-10 4 3 0,0 0-3 0,0 0-5 16,0 0 4-16,0 0-5 0,0 0 2 15,0 0-1-15,0 0 1 0,-36 5-3 0,30-2 3 16,-2 2-3-16,-2 0-1 0,1 0 6 0,0 1-1 15,2-1-1-15,2 3 0 0,-4-2 0 0,3 2-1 0,1 0 8 16,2-2-5-16,1 1 0 0,-1 2-1 0,3-2 1 16,0-7 0-16,1 13 2 0,3-6 0 0,-1-1-12 15,5 1-11-15,2 0-7 0,-1-2-24 16,1 1-17-16,3-2-30 0,-2 2-19 0,2-2-32 16,1 1-30-16,-2-1-104 0,0-1-306 0,0 1 136 0</inkml:trace>
  <inkml:trace contextRef="#ctx0" brushRef="#br0" timeOffset="51643.1">18822 15557 96 0,'0'0'216'0,"0"0"-10"16,0-8-22-16,0 8-19 0,0 0-16 0,0 0-17 15,0 0-16-15,0 0-6 0,0 0-8 0,0 0 0 16,0 0-2-16,-3 33-8 0,2-18 24 0,0 4-9 16,-1 0-9-16,1 7-10 0,1-1-6 0,0-6-7 15,-3 8-4-15,3 0-9 0,0 0-6 0,-1-4-1 16,1 2-8-16,0-5-2 0,-1-1-4 0,0 1-4 16,-1-4-1-16,2 2-2 0,2-1-5 0,-4 0-3 15,2-2 0-15,0 1 0 0,0-5-2 0,-1-1-1 16,1 1-2-16,-1 0-3 0,1 1-2 0,1-1 0 15,-1-3-1-15,0-2-1 0,0-6-5 0,0 14 3 16,0-8-1-16,0-6-2 0,-1 10-16 0,1-10-15 16,0 0-13-16,0 10-21 0,0-10-18 0,0 0-32 15,0 0-34-15,-5 6-33 0,5-6-54 0,0 0-153 16,0 0-411-16,0 0 183 0</inkml:trace>
  <inkml:trace contextRef="#ctx0" brushRef="#br0" timeOffset="52635.66">16867 14717 14 0,'0'0'126'0,"0"0"5"15,0 0 3-15,0 0-3 0,-1 26-12 0,0-11-5 16,0 0-5-16,1 4-2 0,-4 1-10 0,1-1-6 16,2 0-9-16,-5-1-11 0,3 2-4 0,-1-3-1 15,2 0-5-15,-2 1-2 0,3-3-6 0,-6 0-8 16,5-1-2-16,1-3-4 0,-2 2-4 0,2-3-3 15,-2 3-3-15,2-4-4 0,-2 2 0 0,2-4-19 16,0-1-14-16,1-6-16 0,-2 12-14 0,1-6-17 16,1-6-12-16,-4 7-16 0,4-7-17 0,-7 4-11 15,7-4-22-15,-8 1-83 0,8-1-233 0,0 0 103 16</inkml:trace>
  <inkml:trace contextRef="#ctx0" brushRef="#br0" timeOffset="52979.43">16871 14705 76 0,'9'0'112'0,"2"3"-8"0,-1 0 0 16,-4 1-9-16,1 3-6 0,-1 1-2 0,0 1-6 16,-2 1-7-16,-3 0 4 0,-1 1-10 0,-2 0 2 15,-3 6-8-15,0-7-2 0,-3 5-7 0,-2-2-1 16,-3 0-7-16,3 0-3 0,2-3-9 0,-2 0 1 15,0-3-3-15,-1 0 0 0,0 2-6 0,2-3-2 16,3-2-2-16,0-1 2 0,1 1 10 0,5-4 3 16,-8 5 5-16,8-5 1 0,-6 4 2 0,6-4-2 15,0 0 4-15,0 0-8 0,0 0-5 0,0 0-5 16,0 0-1-16,0 0-5 0,0 0-2 0,0 0-5 16,0 0-1-16,18 5-2 0,-11-3 2 0,-1 0-1 15,2 3-5-15,1-1 0 0,2 1-4 0,-2 2-2 16,1 1 11-16,2-2-3 0,-2 2-25 0,1-1-21 15,4 2-30-15,0 0-18 0,-5-2-31 0,2 0-20 16,-1 1-28-16,-1-1-91 0,1-1-276 0,-1-1 123 16</inkml:trace>
  <inkml:trace contextRef="#ctx0" brushRef="#br0" timeOffset="53396.4">17091 14988 49 0,'-9'-5'164'16,"9"5"-2"-16,-12 0-21 0,12 0-12 0,-12 0-6 16,6 3-2-16,-5 1 8 0,4 1-16 0,-4 2-8 15,4 0-15-15,-5 1-5 0,5 1-2 0,1 0-5 16,-2 0-5-16,3 1-9 0,1-2-6 0,1 0-3 16,2 2-6-16,1-1-6 0,0-9-2 0,4 16-4 15,1-9-2-15,0-1 1 0,2 2-5 0,1-3 5 16,3-2-12-16,0 1-4 0,-1-1 3 0,-1 1-6 15,3-2 2-15,-6-1-3 0,-6-1 4 0,12 2-3 16,-6-2-2-16,-6 0-2 0,10 0-1 0,-10 0 3 16,0 0-7-16,10-3 0 0,-10 3-1 0,0 0-2 15,2-6 3-15,-2 6-6 0,0 0 0 0,0 0-3 16,0 0 3-16,0 0 0 0,-28-1 1 0,17 2 3 16,1 5 2-16,-1-3 2 0,-2 4 2 0,-2-1 0 15,3 2 0-15,2 0-1 0,-2-2 0 0,2 2-2 16,5-1 2-16,-3 1-3 0,2-1 3 0,5-1 1 15,-1 0-5-15,2-6 2 0,0 10-1 0,3 0 4 16,1-3-3-16,6 1 2 0,1 3-3 0,1-7 2 16,5 3-15-16,2-4-18 0,-1 1-26 0,2 0-22 15,-2-1-33-15,2-3-37 0,-1 2-38 0,1 0-158 16,-6-2-366-16,4 0 162 0</inkml:trace>
  <inkml:trace contextRef="#ctx0" brushRef="#br0" timeOffset="54883.75">17229 10375 61 0,'0'0'145'16,"4"-13"-8"-16,-3 6-5 0,3 0-13 0,0 1-1 0,-1-1-6 15,2 1-7-15,-1 0-3 0,1 2-18 0,-5 4-3 16,7-7-11-16,-7 7-3 0,5-3-10 0,-5 3-6 16,0 0 8-16,0 0 0 0,12 5-3 0,-12-5-2 15,6 9-10-15,-4-5 1 0,1 2-3 0,-1 2 1 16,0 0 0-16,1 3 4 0,-1-2-4 0,1 4-1 15,1-3 0-15,1 1-5 0,-1 1-5 0,3 2 4 16,0-3-8-16,-2-1 1 0,1 1-1 0,1-1 0 16,0-1-6-16,0-2-1 0,0 2-1 0,1-1 0 15,-2-1-2-15,1 0 2 0,-1-3-4 0,-1 0 0 16,2 0 2-16,0-1 5 0,0 0-1 0,-7-3 2 16,13 1-1-16,-7-1 1 0,-6 0-2 0,18-4-4 15,-9-1 0-15,1-1 2 0,-1-2-4 0,3-2 1 16,-1 2-8-16,-1-7 9 0,2 1-10 0,0-1 2 15,-3 0 0-15,0 0-5 0,3-2-13 0,-6 1-10 16,2-1-14-16,1-1-14 0,-2 1-10 0,1 3-12 16,-3 0-25-16,1 2-9 0,-3 3-8 0,2-1-40 0,-1 6-26 15,-1-2-138-15,-3 6-338 0,1-9 150 0</inkml:trace>
  <inkml:trace contextRef="#ctx0" brushRef="#br0" timeOffset="55152.42">17852 10207 102 0,'0'0'169'0,"0"0"-9"0,-2-7-13 0,2 7-24 0,0 0-14 15,11-6-10-15,-2 2-8 0,2 1-10 0,2 1-11 16,5-2-6-16,1 1-14 0,0 2-15 0,-1-1-6 16,1 0-24-16,-6 0-5 0,1 2-25 0,-1 0-16 15,-1 0-11-15,-1 0-11 0,-3-2-13 0,-8 2-9 16,12-1-6-16,-12 1-60 0,0 0-162 0,9 0 72 16</inkml:trace>
  <inkml:trace contextRef="#ctx0" brushRef="#br0" timeOffset="55535.24">18079 10168 168 0,'0'0'-2'16,"0"0"17"-16,0 0 5 0,-28-7 1 0,28 7 13 15,-6-2-3-15,6 2 14 0,-11-1 3 0,11 1 4 16,-8-3-3-16,8 3 9 0,-8-1 11 0,8 1-17 16,0 0 5-16,-11 0 3 0,11 0-12 0,-5 4-3 15,5-4 2-15,-6 5 6 0,6-5 13 0,-4 12 7 16,2-6-6-16,2 4 13 0,-3 0-7 0,2 3 0 16,1 2-3-16,-3-1-8 0,2 4 2 0,1-2-4 15,0 0-3-15,1 0-3 0,1-1-1 0,-1-2 0 16,-1 3-5-16,0-4-9 0,0 1 3 0,1-1-7 15,-1-1-5-15,0 1-5 0,1-3 4 0,-2 1-8 16,2 0 0-16,-2-3-3 0,1-7 1 0,-1 14-3 16,0-9 0-16,1-5-2 0,-3 10-3 0,3-10-3 0,-1 8-2 15,1-8 7-15,-3 5-7 0,3-5 0 0,0 0 0 16,-6 6-7-16,6-6 4 0,-10 0-1 16,10 0 0-16,-12-1 0 0,12 1-2 0,-14-5 0 15,8 2-5-15,6 3 2 0,-12-5 1 0,7 3 0 0,5 2 1 16,-10-3 1-16,10 3-4 0,-8-3-4 15,8 3 7-15,0 0-3 0,-6-2-2 0,6 2-2 16,0 0 2-16,0 0-2 0,0 0 3 0,0 0 2 16,0 0 0-16,0 0-6 0,0 0 9 0,0 0-7 0,0 0-8 15,28 7-21-15,-22-6-8 0,5 1-20 0,-1 0-28 16,0-2-29-16,1 1-17 0,1 0-27 0,-2 0-94 16,0-1-280-16,2-1 123 0</inkml:trace>
  <inkml:trace contextRef="#ctx0" brushRef="#br0" timeOffset="55763.81">18243 10384 8 0,'0'0'161'16,"0"0"-10"-16,0 0-7 0,0 0-17 0,-11-6-3 16,11 6-11-16,0 0 6 0,-20 7-8 0,12-1-4 15,-1-1-13-15,2 2-5 0,-3-1-18 0,3 2 10 16,1-2-8-16,2 0-11 0,0 2-2 0,0-1-4 15,4-7-2-15,-1 14-11 0,2-8 1 0,6 3-2 16,-1-2-4-16,3-1-4 0,1 0-23 0,8-1-7 16,0 1-24-16,0 0-22 0,5-4-31 0,5 1-25 15,3-3-24-15,-10 0-35 0,1 0-95 0,0-3-272 16,-2 1 120-16</inkml:trace>
  <inkml:trace contextRef="#ctx0" brushRef="#br0" timeOffset="56408.57">17494 8914 203 0,'-9'-5'195'0,"9"5"-6"0,0 0-8 16,-5-5-15-16,5 5-10 0,0 0-16 0,0 0-13 15,-5-5-13-15,5 5-10 0,0 0-15 0,15-6-5 0,-3 5-14 16,5-2-3-16,-1-1-9 0,5 2-8 0,1 1-4 16,-4-2-5-16,4 2-13 0,-4 1-19 15,0 0-16-15,2 0-17 0,-3 0-30 0,-5 0-17 0,0 0-21 16,-1-1-17-16,-2 1-10 0,-1-2-18 0,-8 2-114 16,10-2-272-16,-10 2 121 0</inkml:trace>
  <inkml:trace contextRef="#ctx0" brushRef="#br0" timeOffset="56629.75">17687 8725 47 0,'-7'-7'133'0,"2"3"4"0,0-3 10 15,0 3 0-15,5 4 5 0,-8-8-7 0,8 8-10 16,-6-8-10-16,6 8-17 0,-5-2-9 0,5 2-13 16,0 0-10-16,-4-5-10 0,4 5-3 0,0 0 0 15,0 0 1-15,-1 21-4 0,-1-11-5 0,2 2-5 16,0 0 1-16,2 5-8 0,-1-1-6 0,-1 2-3 15,0-1-3-15,-1-1-6 0,2 1 6 0,-1 1-14 16,0 0-18-16,0 0-12 0,0-2-22 0,-3 1-27 16,3-1-17-16,2 1-37 0,-1-2-23 0,-1-4-27 15,0 0-104-15,-1 0-292 0,2-5 130 0</inkml:trace>
  <inkml:trace contextRef="#ctx0" brushRef="#br0" timeOffset="57033.14">17910 8706 131 0,'0'0'183'0,"0"0"-12"0,3-9-20 0,-3 9-19 15,0 0 1-15,0 0-6 0,0 0-22 0,14 16 2 0,-9-8-3 16,0 2-11-16,2 0-4 0,0 4 1 0,0 2-4 15,-1-3-9-15,2 2-11 0,-1 0 2 16,0 0-7-16,-2-3-3 0,3 2-9 0,-2-2-2 0,-1-2-1 16,0 0-7-16,0 0-5 0,1-1-3 0,-1 0-2 15,1-2-2-15,-2-1-4 0,0 1-2 0,-1-3 0 16,-3-4-2-16,6 7 4 0,-6-7 3 0,5 5 18 16,-5-5 12-16,0 0-3 0,0 0-6 0,0 0 0 15,19-14-8-15,-13 3-2 0,4-4-6 0,-1 0 2 16,0-3-5-16,2-6 4 0,1-1-10 0,0 1 0 15,-1 0-6-15,1-2-3 0,-1 3 6 0,0-3-8 16,-4 7-1-16,-2 3 5 0,1 1-8 0,-4 2 0 16,1 2-8-16,0 2-12 0,-1 1-17 0,0 2-15 15,-2 6-34-15,1-9-30 0,-1 9-35 0,0 0-17 16,0 0 9-16,0 0-15 0,0 0-17 0,0 0-145 16,0 29-356-16,-2-13 158 0</inkml:trace>
  <inkml:trace contextRef="#ctx0" brushRef="#br0" timeOffset="57297.25">18424 8813 127 0,'0'0'146'0,"-10"0"-13"15,10 0-14-15,-14 1-5 0,5 3 1 0,-1 0-4 16,-2 2-3-16,1-1-9 0,-1 5-3 0,-3-2-3 15,2 4 3-15,-1-1-1 0,1 1-6 0,3 1-3 16,0-4-10-16,3 1-6 0,0-1-6 0,2 0-12 16,1-1-1-16,-1 2-3 0,4-3-8 0,1-7 7 15,1 13-11-15,4-7 1 0,1 2-7 0,4-2-5 16,2 0-22-16,2-1-33 0,3-1-29 0,2-2-28 16,2 0-19-16,-2-1-26 0,2 0-25 0,-1-3-116 15,-1 0-295-15,0-3 130 0</inkml:trace>
  <inkml:trace contextRef="#ctx0" brushRef="#br0" timeOffset="57507.24">18685 8846 76 0,'0'0'172'0,"-11"-4"-11"0,11 4-7 0,-13 0-8 16,2 3-5-16,-3 0 6 0,1 0-8 0,0 1 7 0,-2 4-10 15,3-2-16-15,1 2-6 0,2 0-7 0,2 1-11 16,-3 0-9-16,3 1-5 0,2-1-10 0,1 1-7 15,3 0-5-15,-2 0-6 0,3-1-5 16,3 1-4-16,-1 1-3 0,2-3-20 0,4 2-16 0,0-3-22 16,3 2-34-16,3 1-43 0,4-1-33 0,0-4-40 15,1 1-166-15,0-3-358 0,-1-2 158 0</inkml:trace>
  <inkml:trace contextRef="#ctx0" brushRef="#br0" timeOffset="57724.53">18896 8872 84 0,'0'0'211'16,"0"0"-14"-16,-4-7-22 0,4 7-16 0,0 0-17 16,11-5-13-16,-11 5-10 0,15-5-14 0,-4 3-12 15,2-1-7-15,-2 2-8 0,5 0-9 0,-3 0-8 16,0-1-3-16,0 2-10 0,0-3-30 0,-3 3-31 15,1-1-26-15,-3-1-37 0,0 2-22 0,-8 0-23 16,10-2-127-16,-10 2-268 0,7-4 119 0</inkml:trace>
  <inkml:trace contextRef="#ctx0" brushRef="#br0" timeOffset="58108.28">18976 8990 146 0,'0'0'235'0,"0"0"-8"0,0 0-12 0,0 0-14 16,0 0-18-16,0 0-13 0,0 0-13 0,0 0-14 0,0 0-11 16,0 0-14-16,0 0-12 0,0 0-11 15,0 0-11-15,0 0-11 0,0 0-5 0,0 0-11 16,0 0-11-16,0 0-14 0,0 0-20 0,0 0-24 15,0 0-19-15,21 0-20 0,-21 0-30 0,14 0-15 0,-3 0-43 16,0 0-19-16,0 0-33 0,2 0-100 0,-3-2-314 16,4 0 140-16</inkml:trace>
  <inkml:trace contextRef="#ctx0" brushRef="#br0" timeOffset="58860.24">19367 8687 72 0,'4'-6'147'0,"-4"6"-13"0,0 0-5 0,4-6-9 15,-4 6-11-15,0 0-8 0,0 0-11 0,5-4-11 16,-5 4-2-16,0 0-4 0,0 0 5 0,15 8-4 16,-11-5-7-16,-1 2-9 0,1 1 1 0,0 0-2 15,-1 4 4-15,0-2-5 0,-2 1 0 0,2 1 3 16,-6 1-8-16,2-1 1 0,-2 1 0 0,0-1 2 16,-3 0-8-16,0 1 2 0,-4-3-2 0,1 2-6 15,-4-1-3-15,4 0-2 0,-4-2-3 0,4-1-1 16,-2 0-2-16,1-2 1 0,3 1-1 0,1-1-1 15,1-2-6-15,5-2-1 0,-10 5 2 0,10-5-4 16,-7 4 0-16,7-4 0 0,-5 4-7 0,5-4 1 0,0 0-6 16,0 0-2-16,0 0 4 0,0 0 2 15,0 0-3-15,14 9 0 0,-1-7 0 0,-3 1-3 16,3-2 0-16,5 2 0 0,-5-2-9 0,1 1-9 16,6-2-15-16,-5 0-8 0,3 3-14 0,-4-3-14 15,0 0-15-15,-1 0-19 0,1 0 1 0,-1 0-5 16,-1 0-6-16,0-2 18 0,0 1-7 0,-2-1 9 15,3 0-2-15,-5-1 12 0,2-1 8 0,0 1 1 16,-4-1 8-16,1 1 20 0,-2-2 3 0,0 0 4 0,0 0 9 16,0-1 18-16,-5 6 19 0,7-10 2 15,-6 7 12-15,-1 3 10 0,4-9 6 0,-4 9 3 16,4-6-2-16,-4 6-2 0,0 0-7 0,3-4-6 16,-3 4 4-16,0 0-7 0,0 0-3 0,0 0 2 0,0 0 13 15,0 0-5-15,0 0-1 0,-11 21 6 0,10-16-2 16,1-5-7-16,-2 12 0 0,2-12-1 15,0 11-5-15,2-5 2 0,0 1 0 0,2-2-1 0,0 0 0 16,-4-5 0-16,11 8 4 0,-3-4 0 0,-2-2-1 16,2-1 7-16,1 1 2 0,-9-2 2 0,14 1 2 15,-7-2 1-15,-7 1 2 0,15-4 3 0,-9 0 2 16,-1 2 2-16,0-2-3 0,-5 4 0 0,9-11-9 16,-6 5-3-16,-1 1-5 0,-2 5-4 0,0-15-3 15,-1 3 0-15,0 5-8 0,-3-2-1 0,-2-1-10 16,1 1-7-16,-1 1-9 0,1-1-11 0,0 5-12 15,0-2-9-15,-2 3-22 0,0 0-26 0,-3 0-9 16,10 3-20-16,-14 3-24 0,4-2-33 0,-1 2-134 16,1 1-337-16,0 0 149 0</inkml:trace>
  <inkml:trace contextRef="#ctx0" brushRef="#br0" timeOffset="59240.92">19843 8735 65 0,'0'0'202'0,"5"-4"-22"15,-5 4-19-15,0 0-13 0,9-3-16 0,-9 3-17 16,0 0-10-16,11 11-7 0,-5-4 7 0,1 2 0 16,1 7 4-16,-2-5-2 0,1 4-11 0,-2-2-8 15,0-1 0-15,2 3-11 0,-3-1 0 0,3-2-10 16,-2-1-1-16,0-1-5 0,0-1-2 0,0 1-3 15,-1-3 1-15,1 2-6 0,-1-5-1 0,1 2-2 16,0 0 1-16,-5-6-5 0,6 7 7 0,-2-4-1 16,-4-3 8-16,7 5 8 0,-7-5 20 0,5 2 3 15,-5-2 6-15,0 0-3 0,13-3 4 0,-13 3-10 0,11-10-10 16,-3 2-3-16,1-1-10 0,2-5-7 16,2-1-7-16,1-1 2 0,3-6-12 0,-1 3 0 15,0-2-9-15,2-3-5 0,-1 4 1 0,-5 3-5 0,2 2-5 16,-1-1-3-16,-3 2-21 0,-4 2-13 0,2 2-9 15,-3 3-27-15,0 0-19 0,-2 1-33 16,1 2-35-16,-4 4-41 0,4-7-41 0,-4 7-38 16,0 0-13-16,0 0-160 0,0 0-471 0,0 0 209 0</inkml:trace>
  <inkml:trace contextRef="#ctx0" brushRef="#br0" timeOffset="59410.82">20360 8790 158 0,'3'-6'235'16,"-3"6"-19"-16,0 0-25 0,3-8-20 15,-3 8-21-15,0 0-26 0,0 0-39 0,3-8-47 0,-3 8-44 16,0 0-42-16,0 0-38 0,0 0-33 0,0 0-67 16,0 0-200-16,0 0 90 0</inkml:trace>
  <inkml:trace contextRef="#ctx0" brushRef="#br0" timeOffset="63082.67">10405 7180 32 0,'0'0'32'0,"0"0"-9"0,0 0-16 0,0 0-23 15,0 0-17-15,0 0 8 0</inkml:trace>
  <inkml:trace contextRef="#ctx0" brushRef="#br0" timeOffset="63362.08">11669 7303 39 0,'0'0'66'16,"0"0"-6"-16,0 0-9 0,0 0 2 0,0 0-12 15,0 0-11-15,0 0-9 0,0 0-8 0,0 0-1 16,0 0-12-16,2 6-15 0,-2-6-17 0,0 0-25 16,0 0-61-16,-19 10 27 0</inkml:trace>
  <inkml:trace contextRef="#ctx0" brushRef="#br0" timeOffset="63842.27">11570 7348 30 0,'0'0'78'0,"8"1"-3"16,-8-1-17-16,0 0-13 0,0 0-14 0,0 0-19 15,0 0-12-15,0 0-25 0,0 0-26 0,-28 9-55 16,15-6 24-16</inkml:trace>
  <inkml:trace contextRef="#ctx0" brushRef="#br0" timeOffset="67733.15">12625 6475 96 0,'0'0'253'0,"-4"3"-14"0,4-3-10 0,0 0-13 15,0 0-10-15,0 0-15 0,0 0-9 16,0 0-12-16,0 0-12 0,0 0-14 0,0 0-14 16,0 0-9-16,0 0-16 0,0 0-8 0,0 0-11 15,0 0-8-15,0 0-9 0,0 0-12 0,29-8 4 0,-16 5-19 16,6 0-16-16,-6 0-29 0,1 1-26 0,-1 0-36 15,-4 2-49-15,2 0-36 0,-2 0-28 0,-9 0-12 16,11 0-4-16,-6 3-8 0,-5-3-104 16,3 7-330-16,-3-7 146 0</inkml:trace>
  <inkml:trace contextRef="#ctx0" brushRef="#br0" timeOffset="67884.03">12641 6579 39 0,'-5'2'127'0,"5"-2"8"0,0 0-9 0,0 0-4 15,0 0-7-15,0 0-11 0,0 0-5 0,0 0-4 16,0 0-10-16,0 0-4 0,17 8-5 0,-8-8-30 16,5 2-29-16,5-2-35 0,0-2-40 15,3 2-38-15,0 0-87 0,-2-3-197 0,1-1 87 16</inkml:trace>
  <inkml:trace contextRef="#ctx0" brushRef="#br0" timeOffset="68489.37">13528 5875 82 0,'2'-12'220'0,"-2"2"2"0,2-1-25 0,-2 3 6 16,0 8-7-16,1-13-10 0,2 8-10 0,-3 5-15 15,0-11-21-15,0 11-9 0,0 0-21 0,0-6-16 16,0 6-10-16,0 0-11 0,0 0-4 0,0 0-10 16,0 0-5-16,0 0-7 0,0 22-6 0,2-10-2 15,0 0-5-15,-2 0-4 0,0 0 0 0,0 4-5 16,2-4-4-16,2 4 0 0,-1 0 2 0,3-2-3 15,-4-2-4-15,3 0 0 0,2-2 0 0,-2-1-2 16,3 1 2-16,-3-1-1 0,3-1 1 0,2-1-5 16,-1-2-2-16,-3-1 0 0,-1-1-1 0,2-1-3 15,-2 2-2-15,-5-4 3 0,6 4 1 16,-6-4 0-16,11 1-2 0,-11-1 3 0,12-6-2 0,-3 0 0 16,-1 0 3-16,-1-4-5 0,2 1 4 0,-2 0-6 15,2-4 0-15,0 2 0 0,-4 1 2 0,-1-3-1 16,-2 3 2-16,5 1 3 0,-3 1 5 0,-2 0 2 15,3 2-4-15,-2-1-3 0,-3 7 2 0,4-7-4 16,-4 7-3-16,2-7-4 0,-2 7-1 0,4-6-2 16,-4 6-3-16,0 0-3 0,0 0 1 0,0 0 2 15,0 0-1-15,0 0 2 0,1 25-2 0,-1-14 3 16,0 2 2-16,0-1 0 0,0 5-1 0,-1-5 5 16,1 4 1-16,-2 1-6 0,0-1 3 0,4-3-2 15,-4 2 3-15,4 2 1 0,-2-3 1 0,2 2-2 16,-1 1 3-16,-1-6 0 0,4 6-2 0,-4-4 0 15,4-4-16-15,-2 4-17 0,1-4-23 0,0 1-30 16,-1 1-36-16,0 0-33 0,0-4-29 0,0 0-20 16,-2-7-161-16,0 11-394 0,0-11 174 0</inkml:trace>
  <inkml:trace contextRef="#ctx0" brushRef="#br0" timeOffset="68926.57">13982 5850 149 0,'0'0'211'0,"0"0"-14"0,0 0-14 0,2-7-20 16,-2 7-16-16,0 0-14 0,0 0-15 0,0 0-12 15,7-2-10-15,-7 2-10 0,14 1-11 0,-5-1-5 16,4 1-5-16,5 1-7 0,-2 0-6 0,1-2-5 15,2 0-4-15,0 2-2 0,-2-2-5 0,0 0 2 16,-5-2-4-16,1 4-6 0,-7-2-4 0,6 0 0 16,-5 0-6-16,-7 0 3 0,11 0-2 0,-11 0 2 15,14 0-4-15,-14 0 0 0,7 0-3 0,-7 0 3 16,0 0-4-16,8 0-4 0,-8 0-2 0,0 0 0 16,10 2-4-16,-10-2 1 0,0 0-2 0,0 0-2 15,4 5 2-15,0-1 1 0,-4-4 9 0,3 10-1 16,-1-1 17-16,-2 3 7 0,-2-1 0 0,1 5 7 15,-1 0 1-15,0 1 2 0,-2 1 2 0,2-1 0 16,-2 2 0-16,-2 0-5 0,2 0-1 0,-1-1-3 16,1 0-3-16,0-2 1 0,3-5-9 0,-2 2-4 15,0 0 1-15,-2 2 0 0,1 1-5 0,1-5-27 16,1-2-18-16,2 1-18 0,-4-1-30 0,4-2-33 16,0-7-39-16,0 0-27 0,0 18-37 0,0-14-20 15,0-4-121-15,0 0-379 0,0 0 169 0</inkml:trace>
  <inkml:trace contextRef="#ctx0" brushRef="#br0" timeOffset="69103.92">14093 6070 172 0,'0'0'160'0,"0"0"-15"16,0 0-13-16,0 0-16 0,0 0-10 0,0 0-17 15,0 0-31-15,24-2-26 0,-11 2-38 0,-13 0-38 16,28 0-41-16,-11-1-62 0,4-2-157 0,-1 2 70 16</inkml:trace>
  <inkml:trace contextRef="#ctx0" brushRef="#br0" timeOffset="69442.92">14520 5864 211 0,'0'0'217'16,"0"0"-6"-16,0 0-18 0,0 0-12 0,0 0-15 15,0 0-11-15,0 0-17 0,0 0-13 0,0 0-13 16,0 0-12-16,0 0-14 0,0 0-12 0,0 0-9 15,0 0-7-15,0 0-5 0,0 0-3 0,0 0-6 16,0 0-6-16,0 0-5 0,17 19 2 0,-12-13-5 16,1 1 3-16,3 3 1 0,-2-1 3 0,4 4-2 15,0 0-6-15,-2-4-1 0,-2 1-1 0,3 0-4 16,0-1-2-16,-1 4 1 0,0 1-1 0,1-6-3 16,2 3 1-16,-5 0-23 0,1-2-34 0,-2 1-24 15,0-1-29-15,-1 0-37 0,0 0-28 0,-1-2-31 16,-2-3-156-16,3 2-371 0,-5-6 163 0</inkml:trace>
  <inkml:trace contextRef="#ctx0" brushRef="#br0" timeOffset="69640.23">14714 5883 71 0,'0'0'150'0,"0"0"0"0,0 0 9 0,-18 14-14 16,9-5-12-16,-5 4-9 0,-5 4-9 0,0 2-12 16,-2-1-11-16,2 1-9 0,1 2-29 0,-1-2-32 15,4-5-35-15,2 3-23 0,-3-2-62 0,-2 3-111 16,2-4-227-16,3-1 100 0</inkml:trace>
  <inkml:trace contextRef="#ctx0" brushRef="#br0" timeOffset="70202.95">15016 5796 70 0,'0'0'174'0,"0"0"-13"0,0 0-15 0,0 0-6 15,0 0-17-15,0 0-12 0,0 0-9 0,0 0-1 0,-18 12-10 16,18-12-9-16,-5 13-5 0,2-5-9 0,3 0-3 16,-2 1-6-16,2 1-5 0,1 0 0 15,-1-1-10-15,2 1 2 0,0 0-4 0,3 1-7 16,-1-2-3-16,0 1-1 0,1-1-2 0,2 0-3 15,0 1-2-15,-1-2-4 0,2 1-3 0,1-1 0 0,-4 2-2 16,2-6 0-16,0 4 0 0,-1-2-2 0,1 1-3 16,-4-2-5-16,0 1 2 0,-3-6 3 0,5 10-2 15,-4-6 9-15,-1-4 6 0,0 9 2 16,0-9 2-16,0 0 1 0,-9 12-5 0,3-8 0 16,-5-1-5-16,-1 1-2 0,-3-2-2 0,-1 0-11 0,-1-2-6 15,4 0-21-15,-5 0-24 0,5-2-24 0,-1 0-33 16,3-1-42-16,-1-3-48 0,-5 0-99 0,7-2-318 15,-1 2 141-15</inkml:trace>
  <inkml:trace contextRef="#ctx0" brushRef="#br0" timeOffset="70352.45">15132 5725 61 0,'22'-3'107'0,"-3"1"-32"0,1 1-37 0,0 1-32 16,0 1-55-16,-7 0-51 0,4 2 23 0</inkml:trace>
  <inkml:trace contextRef="#ctx0" brushRef="#br0" timeOffset="70516.14">15390 5864 152 0,'0'0'212'0,"0"0"-20"16,0 0-15-16,0 0-19 0,1 6-19 16,-1-6-15-16,0 0-22 0,0 0-28 0,0 0-35 15,2 7-34-15,-2-7-44 0,6 5-50 0,-6-5-119 0,4 7-225 16,-4-7 100-16</inkml:trace>
  <inkml:trace contextRef="#ctx0" brushRef="#br0" timeOffset="70893.14">15737 5714 115 0,'0'0'181'16,"0"0"-25"-16,0 0-8 0,0 0 5 0,0 0-5 15,0 0-1-15,-18 18-12 0,9-8-6 0,-3 1-5 0,0 4-7 16,-1-1-9-16,-1 1-4 0,2 1-6 15,-1-1-7-15,1 0-7 0,0 2-8 0,3-2-12 0,2-1-5 16,-1 2-5-16,3-6-5 0,2 3-5 16,3-4-3-16,-1 2-1 0,2 0-4 0,0-3-2 15,3 3-2-15,1-3-4 0,2 2 2 0,2-1-6 0,-2-3-1 16,2 2-3-16,3-2-4 0,-1-2 3 16,0 1 0-16,1-3-1 0,-2-1-1 0,0 4-1 15,1-5 1-15,-3 1-3 0,-8-1 4 0,12 0-2 16,-4-2 1-16,-8 2-6 0,9-7-2 0,-5 2-2 15,0 1 1-15,-4 4 1 0,1-11-5 0,-1 11-9 0,0-11-5 16,0 11-10-16,-6-10-9 0,-1 6-13 0,1 3-15 16,-7-1-9-16,0 2-14 0,-5 0-28 15,-1 3-21-15,-3 3-34 0,-4 2-28 0,-4 0-148 16,0 2-365-16,-1 3 162 0</inkml:trace>
  <inkml:trace contextRef="#ctx0" brushRef="#br0" timeOffset="71443.1">13685 6391 41 0,'-13'-4'215'15,"-1"3"0"-15,3 0-6 0,1-1-14 0,0 2-13 16,10 0-18-16,-11-3-17 0,11 3-18 0,-7-1-12 16,7 1-17-16,0 0-11 0,0 0-6 0,0 0-7 15,0 0-7-15,30 7-3 0,6-2-8 0,22 0-6 16,34-1-2-16,6-2-6 0,6-2-2 0,8-3 2 16,5 1-10-16,5 0-2 0,5-2-5 0,3-1-5 15,-1 5-4-15,-6-2 4 0,1-3-8 0,-3 3 4 16,-7-2-6-16,-3-2-1 0,-6 2 0 0,-7-2-2 15,-34 5 0-15,4-2-3 0,-3-1 1 0,-6-1-2 16,-2 1-1-16,-4-1 3 0,-15 2-2 16,-5-2 1-16,-2 2 1 0,-2-1 0 0,-12 2 5 0,-4 2 4 15,-1 0 2-15,-1-4 4 0,-6 3-3 0,-5 1 2 16,14-2-1-16,-14 2 0 0,8 0-5 0,-8 0-2 16,0 0-9-16,9 0-17 0,-9 0-13 0,0 0-18 15,0 0-25-15,0 0-41 0,0 0-38 0,0 0-37 16,0 0-193-16,0 0-409 0,-32 3 182 0</inkml:trace>
  <inkml:trace contextRef="#ctx0" brushRef="#br0" timeOffset="72496.95">15379 5948 98 0,'0'0'169'0,"0"0"0"0,0 0 0 0,0 0-7 16,0 0 12-16,0 0-6 0,0 0-8 0,0 0-5 16,0 0-5-16,0 0-4 0,0 0-1 0,0 0-3 15,0 0-4-15,0 0 0 0,0 0-11 0,0 0-2 16,0 0-9-16,0 0-5 0,0 0-4 0,0 0-4 0,0 0-7 16,0 0-7-16,0 0-6 0,0 0-12 15,0 0 6-15,0 0-11 0,0 0-15 0,0 0-5 16,0 0-7-16,0 0-11 0,0 0-8 0,0 0-18 15,0 0-22-15,0 0-30 0,0 0-32 0,0 0-16 16,0 0-13-16,0 0-19 0,0 0-16 0,-8 26-24 16,3-16-35-16,1-1-47 0,-5 6-144 0,3-4-429 15,-3 1 189-15</inkml:trace>
  <inkml:trace contextRef="#ctx0" brushRef="#br0" timeOffset="79326.05">14386 6700 68 0,'0'0'172'0,"-8"-3"-8"0,8 3-12 0,0 0-12 16,0 0-8-16,0 0-7 0,-9-2-14 0,9 2-1 15,0 0-12-15,0 0-10 0,0 0-17 0,0 0-1 16,0 0-12-16,0 0 1 0,0 0-6 0,0 0-4 0,22-8-10 16,-11 6-3-16,1 0-2 0,-2 0-20 0,2 1-12 15,-1-1-23-15,-2 1-30 0,2 1-23 16,-2-1-29-16,-2-1-29 0,-7 2-112 0,13 0-265 15,-13 0 117-15</inkml:trace>
  <inkml:trace contextRef="#ctx0" brushRef="#br0" timeOffset="79747.27">14273 6696 82 0,'0'0'105'0,"0"0"-8"0,-6 6-4 0,6-6 3 16,-2 9-6-16,0-4 8 0,-2 1-14 16,-1 1-7-16,3 1-7 0,0-1-5 0,0 3 3 0,-1-3-1 15,-2 0-8-15,5-1 0 0,0-6-8 0,-4 13-3 16,3-8-9-16,1-5 3 0,-1 10-5 0,1-10 0 16,0 8-9-16,0-8 3 0,0 0 5 0,-2 7-10 15,2-7 4-15,0 0-5 0,0 0 1 0,6 6 0 16,-6-6-3-16,10 4-3 0,-6-3 5 0,7 2 0 15,-1-2-7-15,3 2 1 0,-1-3-3 0,1 2 3 16,4-1-8-16,-3 1-2 0,-1 0 3 0,3-1-6 16,1 2-1-16,0-1 1 0,0 0-3 0,-3 2 0 15,-5 1-3-15,2 0-1 0,0 1 1 0,-2 0 0 16,-2 1-2-16,-1 1 2 0,2 0 0 0,-4 2-5 16,-4-1 1-16,2-2-1 0,-2 3 6 0,0 0-3 15,-4 0 2-15,1-2 0 0,-4 1 4 0,1 0-4 16,-1-4 1-16,0 1 1 0,-4 1 7 0,0 0-9 15,3-3 4-15,-4 1-5 0,1-2 4 0,0 0-5 16,-1 0-22-16,1-2-27 0,-2-1-15 0,6 0-23 16,-4 0-31-16,11 0-36 0,-19-3-79 0,11 0-254 15,3 2 112-15</inkml:trace>
  <inkml:trace contextRef="#ctx0" brushRef="#br0" timeOffset="80073.09">14650 6744 86 0,'8'0'136'0,"-8"0"-9"0,14 1-16 16,-8 2-3-16,1 0-6 0,-2 0-1 0,1 2-5 16,-2 0-6-16,-1 1 3 0,2 0-13 0,-3 1-11 15,0-1 14-15,-1 4-4 0,-1-10-12 0,-3 15 2 16,1-7-6-16,-3-3 7 0,1 3-4 0,-3 2-5 15,1-2-6-15,-1-1-3 0,-3-2-3 0,5 0-4 0,0-2 2 16,0 2-1-16,0-1-8 0,5-4-3 16,-9 4-3-16,9-4-1 0,-5 3-4 0,5-3-4 15,0 0 2-15,-6 3-4 0,6-3-3 0,0 0-3 0,0 0 4 16,0 0-6-16,0 0-3 0,-4 5-3 0,4-5-2 16,0 0 3-16,0 0-7 0,17 5-15 15,-7-4-12-15,2 1-27 0,1-1-23 0,-1 0-29 16,4 2-23-16,0-3-36 0,-5 5-139 0,3-5-327 0,-1 0 146 15</inkml:trace>
  <inkml:trace contextRef="#ctx0" brushRef="#br0" timeOffset="80229.58">14887 6842 89 0,'0'0'208'0,"0"0"-14"0,0 0-18 0,0 0-18 16,0 0-18-16,0 0-13 0,0 0-26 0,0 0-39 15,0 0-47-15,0 0-38 0,0 0-17 0,0 0-24 16,0 0-31-16,0 0-80 0,0 0-189 0,0 0 83 16</inkml:trace>
  <inkml:trace contextRef="#ctx0" brushRef="#br0" timeOffset="80605.2">15207 6718 133 0,'4'-8'224'0,"-4"8"-12"0,2-5-12 16,-2 5-18-16,0 0-21 0,0 0-20 0,0 0-19 15,0 0-9-15,0 0-15 0,0 0-4 0,0 0-6 16,0 0 2-16,-17 18-2 0,11-8-4 0,-6 2-8 16,-1 0 0-16,4 4-9 0,-1-2-5 0,2-4-8 15,0 0 3-15,2 0-8 0,1 1-4 0,1-1-4 16,-1 2-2-16,3-2-3 0,-1 0-4 0,1-1-3 15,2 1 0-15,1-2-4 0,0 0 2 0,4 1-8 16,-1-4 0-16,1 0 1 0,0 2-4 0,1-6-1 16,-6-1 2-16,11 6-2 0,-6-5-1 0,4 1-2 15,-1-1 0-15,-8-1 0 0,14-1 2 0,-14 1-1 16,9-3 2-16,-9 3-7 0,11-7 2 0,-8 5-1 16,-3 2-3-16,6-9-2 0,-6 9-2 0,1-10-2 15,-1 10-3-15,-5-9-3 0,5 9-1 0,-10-9-10 16,4 8-4-16,-3-1-2 0,-3 2-6 0,2 3-11 15,-2 1-9-15,0-1-19 0,0 0-20 0,-4 4-28 16,4-1-30-16,1-2-30 0,-2 1-198 0,-3 2-403 0,6-3 179 16</inkml:trace>
  <inkml:trace contextRef="#ctx0" brushRef="#br0" timeOffset="80991.22">16494 6277 33 0,'0'0'225'0,"0"0"-15"0,0 0-28 0,0 0-8 16,0 0-19-16,0 0-17 0,0 0 0 0,3-7-14 0,-3 7-25 15,13 2-23-15,-4-2-32 0,5 2-33 0,-1 0-37 16,7-1-40-16,0 1-36 0,-3-2-35 16,-3 3-76-16,-4-1-231 0,1 0 102 0</inkml:trace>
  <inkml:trace contextRef="#ctx0" brushRef="#br0" timeOffset="81141.67">16498 6399 42 0,'0'0'182'0,"0"0"-6"0,0 0-13 0,0 0-25 16,0 0-16-16,0 0-26 0,18 3-37 0,-8-3-24 15,7-3-43-15,3 3-42 0,-3-2-110 16,1 1-172-16,2-3 76 0</inkml:trace>
  <inkml:trace contextRef="#ctx0" brushRef="#br0" timeOffset="84435.15">17086 6079 81 0,'0'0'86'0,"0"0"-22"0,0 0-2 0,0 0-2 15,0 0-5-15,0 0-3 0,0 0 4 0,0 0-4 0,0 0-1 16,0 0-5-16,0 0-18 0,0 0 7 0,0 0-3 16,0 0-4-16,0 0 3 0,0 0-7 0,0 0-1 15,0 0 1-15,0 0 1 0,0 0-6 0,0 0 0 16,0 0 1-16,0 0 0 0,0 0-13 0,0 0 17 16,0 0-14-16,0 0-3 0,0 0-1 0,0 0-1 15,0 0 4-15,0 0-4 0,0 0 4 0,0 0-12 16,0 0 11-16,0 0-2 0,0 0-6 0,0 0 6 15,0 0-5-15,0 0 2 0,0 0 1 0,0 0-2 16,0 0-6-16,0 0 0 0,0 0 5 0,0 0-2 16,0 0-4-16,0 0 11 0,0 0-2 0,0 0-5 15,0 0 6-15,0 0-2 0,0 0-7 0,0 0-4 16,0 0 10-16,0 0-3 0,0 0 4 0,0 0-3 16,0 0 6-16,0 0-7 0,0 0 2 0,0 0 4 15,0 0 4-15,0 0-2 0,0 0 11 0,0 0 1 16,0 0-2-16,0 0 3 0,0 0 5 0,0 0-5 0,0 0 3 15,0 0 4-15,0 0 1 0,0 0-2 16,0 0 0-16,0 0-1 0,0 0 5 0,0 0-3 16,0 0 3-16,0 0-7 0,0 0 3 0,0 0-4 15,0 0 9-15,0 0-13 0,0 0-5 0,0 0 3 0,0 0-4 16,0 0-1-16,0 0 12 0,0 0-18 0,0 0-2 16,0 0 5-16,0 0-5 0,0 0-5 15,0 0 1-15,0 0-2 0,0 0 3 0,0 0-2 16,0 0 3-16,0 0-5 0,0 0 2 0,0 0 0 0,-11 17 7 15,11-17-9-15,0 0 8 0,-4 6-8 0,4-6 4 16,-1 8 0-16,1-8 1 0,-3 6-1 0,3-6 0 16,0 0 6-16,-1 8-7 0,1-8 0 15,0 0 5-15,1 10 0 0,-1-10-3 0,0 0-1 0,1 11 3 16,-1-11 0-16,2 9-3 0,-2-9-2 0,2 7 5 16,-1-1-4-16,-1-6 4 0,5 7-3 0,-5-7 8 15,3 11-9-15,-1-7 4 0,-2-4-4 0,4 10 5 16,-2-3 0-16,2-1-4 0,-2 0 5 0,1 0-2 15,1 1 0-15,-1-2 0 0,2 1-3 0,-1-1 6 16,0 3-7-16,0 0 6 0,0-2-7 0,1-1 9 16,-1 2-5-16,2-2-2 0,-2 1 2 0,1-1-2 15,0 1-1-15,0-1 3 0,0 1 4 0,0 0-4 16,0-1 2-16,-1-1-2 0,2 2 7 0,-1-1 1 16,-1-1-2-16,-1 1 4 0,2 0-1 0,0-2-3 15,-1 3-5-15,-4-6 11 0,7 7-8 0,-5-4 0 16,-2-3-4-16,4 6 2 0,0-2-5 0,-4-4 6 15,0 0-3-15,4 8 15 0,-4-8-4 0,0 0-2 16,0 8 6-16,0-8-3 0,0 0-3 0,-9 9 3 16,2-5 6-16,0-2-6 0,-5 2 0 0,2-1 0 15,-3 0-3-15,1 0 0 0,-1-1-2 0,-5 1-7 0,5 0-10 16,0-3-5-16,1 2-17 0,-1-1-6 16,1-1-8-16,2 0-15 0,2 0-20 0,8 0-20 15,-15-1-24-15,9-1-24 0,6 2-92 0,-12-3-256 16,5-1 113-16</inkml:trace>
  <inkml:trace contextRef="#ctx0" brushRef="#br0" timeOffset="84804.84">17127 6134 128 0,'0'0'161'0,"0"0"-9"0,0 0-6 16,0 0-18-16,0 0-13 0,0 0-13 16,13-6-12-16,-2 2-8 0,6 1-11 0,2 0-8 15,4 0-5-15,5-2-1 0,2 1-11 0,-2 0 2 16,1 1-8-16,-2 0 1 0,1 0-4 0,-6 1 5 15,-1 0 1-15,-4 0 1 0,2 0 2 0,-6 0-1 16,-2 1 2-16,0-1 3 0,-5 1-3 0,3 1 2 16,-9 0-2-16,10-2-2 0,-10 2-3 0,7-2-3 15,-7 2-4-15,0 0-6 0,9 0-6 0,-9 0 0 16,0 0-9-16,0 0-18 0,0 0-21 0,0 0-28 0,0 0-34 16,0 0-26-16,10 2-14 0,-10-2-11 15,0 0-26-15,0 0-97 0,0 0-283 0,0 0 125 0</inkml:trace>
  <inkml:trace contextRef="#ctx0" brushRef="#br0" timeOffset="85093.27">17686 6029 56 0,'0'0'260'0,"0"0"-14"0,5-7-17 0,-5 7-21 0,0 0-18 15,0 0-27-15,0 0-19 0,0 0-17 16,0 0-18-16,0 0-11 0,0 0-13 0,0 0-11 16,0 0-5-16,1 23-7 0,-1-13-1 0,2 5-9 15,-4 1 7-15,-1 0-7 0,2 3 0 0,-1-2 1 0,-1 1-5 16,0-1-6-16,2-2-2 0,-1-1-3 0,0-3-4 16,0 1-5-16,0 1 4 0,2-1-5 15,-2 1-1-15,2 0-3 0,0-3-17 0,-3 1-22 16,3 0-18-16,-1 0-35 0,-3-2-32 0,3-1-24 15,0-1-29-15,-1 0-24 0,2-7-27 0,-3 13-114 0,-3-10-344 16,6-3 152-16</inkml:trace>
  <inkml:trace contextRef="#ctx0" brushRef="#br0" timeOffset="85346.46">17862 6111 67 0,'0'0'168'0,"0"0"-19"0,1-7-16 16,-1 7-19-16,0 0-7 0,0 0-17 0,0 0-5 16,0 0-5-16,0 0-6 0,-19 17 8 0,11-7 9 0,1 0-8 15,-1-1 0-15,-2 1-6 0,2-1 1 0,2 0-7 16,-1 0-8-16,1-1-4 0,2 1-6 16,-1-2 0-16,1 0-6 0,2-1-3 0,-1 2-5 15,-1 0-3-15,4-8-1 0,1 11-7 0,-1-3 1 0,2 0-2 16,2 1 5-16,-1-2-28 0,4-1-25 15,3 4-37-15,-1-4-38 0,3 0-33 0,0 1-42 0,1-4-114 16,1 1-308-16,-2-2 137 0</inkml:trace>
  <inkml:trace contextRef="#ctx0" brushRef="#br0" timeOffset="85740.32">18059 6389 156 0,'9'-2'161'0,"-3"0"-10"0,4 1-12 16,2-3-13-16,-1 1-10 0,0-2-5 0,0 0-5 15,-1 1 2-15,-1 0 2 0,3-1 10 0,-5-2-2 16,1 0-10-16,0-1-13 0,-1-2-4 0,-2 1 16 16,1-1-4-16,-3-2-6 0,0 2-5 0,-2-2-13 15,1-6-7-15,-1 5-6 0,-1-3-5 0,-1-2-6 16,1 3-7-16,0-1-7 0,0 3-2 0,0-3-3 15,1 6-4-15,0 0 0 0,0 1-1 0,-1 9-4 16,3-13-10-16,1 10 2 0,-1-4-6 0,3 4-4 16,3-1-4-16,1 1 0 0,0 1-2 0,0 2-1 15,3 2-1-15,-1-1-4 0,-1 5-2 0,0 1 6 16,-1 1-5-16,-3 1-2 0,2-1 0 0,-3 6 1 16,1-2 0-16,-2-2 2 0,-1 3 3 0,-1-1-4 15,-2 1 2-15,0-2-1 0,-1-2 0 0,4 1 1 16,-4-1 1-16,0 2 0 0,1-5 2 0,0 2-1 15,2 0 1-15,1-2 4 0,0 3-9 0,2 0-23 16,0-1-26-16,4-1-39 0,6 0-49 0,3-2-54 16,3-2-198-16,-3-2-424 0,12-1 189 0</inkml:trace>
  <inkml:trace contextRef="#ctx0" brushRef="#br0" timeOffset="85874.04">18875 6204 107 0,'0'0'135'0,"0"0"-51"16,0 0-46-16,0 0-53 0,0 0-44 0,0 0-63 15,0 0 29-15</inkml:trace>
  <inkml:trace contextRef="#ctx0" brushRef="#br0" timeOffset="88687.15">13237 13759 157 0,'0'-6'222'16,"0"6"-9"-16,0 0-7 0,0 0-12 0,0 0-24 15,0 0-9-15,0 0-16 0,0 0-14 0,0 0-19 0,0-9-5 16,0 9-17-16,0 0-11 0,0 0-5 0,0 0-12 15,0 0-8-15,0 0-4 0,0 0-7 0,0 0-6 16,0 0-2-16,0 0-5 0,0 0-4 16,0 0 0-16,0 24-2 0,4-19-1 0,-4 3 1 0,0-8-7 15,6 12-1-15,-3-6 3 0,-1 2-9 0,2-1 5 16,1 0-3-16,0 0 0 0,1 1-1 0,1 1-1 16,0-2-3-16,2 0 15 0,-2 2-2 0,3-4 0 15,-3 3-4-15,1-3 3 0,0 2-6 0,1-2-2 16,-1 2-3-16,0-1 1 0,-3 0-1 0,-1-1 0 15,0-2-3-15,-4-3-1 0,5 9 0 0,-3-4 1 16,-2-5-1-16,3 8 8 0,-3-8-6 0,-8 8 0 16,4-3-2-16,-5 0 1 0,-5-1-2 15,1 0 2-15,2-1-1 0,-7 2 0 0,5-2-2 0,1-2 0 16,-3 1-9-16,-1 1-16 0,3-3-13 0,-1 0-17 16,1 0-13-16,4-3-20 0,-5 2-16 0,5-3-30 15,3 1-23-15,-2-1-31 0,2-4-149 0,-1 3-362 16,1-3 160-16</inkml:trace>
  <inkml:trace contextRef="#ctx0" brushRef="#br0" timeOffset="88832.21">13201 13709 16 0,'11'-10'136'0,"-2"5"-10"0,2 0-11 16,0 2-6-16,0-1-13 0,1 1-10 0,1 0-5 15,3 3-10-15,-1-1-10 0,4 1-11 0,-2 0-33 16,4 1-22-16,-1-1-39 0,0 1-32 0,-2 1-65 15,-3-1-151-15,-1 1 68 0</inkml:trace>
  <inkml:trace contextRef="#ctx0" brushRef="#br0" timeOffset="89072.93">13578 13624 233 0,'0'0'232'0,"0"0"-19"0,0 0-20 0,0 0-14 0,0 0-27 15,0 0-20-15,0 0-17 0,0 0-13 0,0 0-8 16,0 0-15-16,0 0 15 0,0 0 5 0,0 29-8 16,0-16-2-16,2 3-8 0,-4 1-7 0,2-1 4 15,0 0-12-15,-2 0-1 0,0 3-7 0,-3-4-1 16,3 2-4-16,-1-1-8 0,-2 1-3 0,1-1-5 16,2 0-4-16,0 0-5 0,0-5-20 0,-1 1-26 15,1-1-34-15,0 0-37 0,0-1-26 0,2-10-40 16,-2 15-32-16,2-7-181 0,-2-3-399 0,2-5 177 15</inkml:trace>
  <inkml:trace contextRef="#ctx0" brushRef="#br0" timeOffset="89324.8">13706 13753 122 0,'0'0'161'0,"0"0"-6"15,-16-2 1-15,16 2-10 0,0 0-7 0,-22 15-13 16,12-9-5-16,2 2-3 0,-1 1-10 0,2 0-9 16,-2 1-5-16,2-1-1 0,1 0-6 0,1-1-8 15,-1 1-8-15,0-2-9 0,2 1-3 0,2 0-6 16,0-3-5-16,2-5 6 0,0 15-18 0,4-10 2 16,-2 2-1-16,6 0-2 0,0 1-7 0,1-2-25 15,0 0-19-15,5 0-28 0,-1-3-37 0,3 2-33 16,-3-3-31-16,1 0-28 0,-1 2-120 0,1-1-317 15,-1 0 141-15</inkml:trace>
  <inkml:trace contextRef="#ctx0" brushRef="#br0" timeOffset="89732.46">13895 14011 73 0,'11'0'168'0,"-11"0"-4"16,11 0-9-16,-11 0-9 0,15-3 0 0,-3 2-6 15,-3-2-7-15,2 1 0 0,0-1-7 0,-4 2-1 16,2-2-1-16,-2-1 0 0,0 0-3 0,-3-1 3 16,1 0-3-16,-1 0 0 0,0-2-18 0,1-3-8 15,-2 1-8-15,-1-3-11 0,0 1 2 0,-2-4-8 16,0-2-5-16,0 5-6 0,2-2-3 0,-2-4-5 16,2 1-5-16,-1 5-3 0,1-1-8 0,0 2-1 15,0-2-7-15,4 3-4 0,-1 0-3 0,4 0-1 16,-4 2-5-16,4-1 1 0,-1 5-2 0,2 0-6 15,-1-1-2-15,1 4 1 0,0-1-6 0,1 4 2 16,0 0-5-16,-3 3 1 0,-2 2 1 0,3 2-3 16,-5-1 2-16,2 3 1 0,-2 0-2 0,-4 2 5 15,0-1-3-15,0 1-2 0,-1-2 1 0,-3 0 1 16,4 0-2-16,-3-1 0 0,1 1-2 0,0-3 4 16,0 1-2-16,2-1 0 0,0-8 1 0,0 14-1 15,0-9 3-15,0 3 3 0,6-2-3 0,2 1 4 16,1 0-5-16,-1-3-8 0,12 1-18 0,-2-2-16 15,2 1-20-15,8 1-24 0,1-5-24 0,0 2-32 16,-6-3-31-16,5 1-40 0,0-1-184 0,-6 0-430 16,5-4 190-16</inkml:trace>
  <inkml:trace contextRef="#ctx0" brushRef="#br0" timeOffset="94648.7">9876 8739 33 0,'0'0'34'0,"0"0"-11"0,0 0 0 15,0 0-6-15,0 0-12 0,0 0-8 0,0 0-8 16,-10 20-10-16,7-14-21 0,1 3 9 0</inkml:trace>
  <inkml:trace contextRef="#ctx0" brushRef="#br0" timeOffset="95100.57">8901 10233 25 0,'0'0'18'0,"0"0"-11"0,0 0-12 16,0 0-3-16,0 0-8 0,0 0 4 0</inkml:trace>
  <inkml:trace contextRef="#ctx0" brushRef="#br0" timeOffset="95748.26">10020 10287 5 0,'0'0'98'16,"0"0"-13"-16,0 0-13 0,0 0-11 0,13 0-2 15,-13 0 1-15,0 0-14 0,0 0-2 16,0 0 2-16,0 0-14 0,0 0 1 0,0 0-5 16,0 0-3-16,0 0-2 0,0 0-3 0,0 0-9 0,0 0 8 15,0 0-2-15,0 0 0 0,0 0-7 0,0 0-4 16,0 0-7-16,0 0 5 0,0 0-8 0,0 0 1 15,6 1 3-15,-6-1-13 0,0 0-2 16,0 0 8-16,0 0-4 0,0 0-8 0,0 0 3 0,0 0 5 16,0 0 1-16,0 0-6 0,0 0 4 0,0 0-1 15,0 0 2-15,0 0-1 0,0 0 1 0,0 0 5 16,0 0-4-16,0 0 1 0,0 0 3 0,0 0 4 16,0 0 0-16,0 0-5 0,0 0 5 0,0 0-1 15,0 0-1-15,0 0 5 0,0 0-1 0,0 0-5 16,0 0 1-16,0 0 1 0,0 0 0 0,0 0 6 15,0 0-5-15,0 0-2 0,0 0 4 0,0 0-4 16,0 0 3-16,0 0-3 0,0 0 10 0,0 0-8 16,0 0 9-16,0 0-11 0,0 0-1 0,0 0 4 15,0 0 6-15,0 0 1 0,0 0-3 0,0 0 0 16,0 0 0-16,0 0 1 0,0 0-3 0,0 0 3 16,0 0-2-16,0 0 3 0,0 0-1 0,0 0 3 15,0 0 2-15,0 0-9 0,0 0 0 0,0 0 7 16,0 0-7-16,0 0-2 0,0 0-2 0,0 0 6 15,0 0 3-15,0 0-5 0,0 0-8 0,0 0 4 16,0 0-9-16,0 0-1 0,0 0-2 0,0 0-16 16,0 0-11-16,0 0-2 0,0 0-31 0,0 0-80 15,0 0 36-15</inkml:trace>
  <inkml:trace contextRef="#ctx0" brushRef="#br0" timeOffset="99326.33">11516 9360 28 0,'0'0'168'0,"-8"-1"3"16,8 1-15-16,-8-5-9 0,8 5-2 0,0 0-5 0,-5-5-9 16,5 5 2-16,0 0-10 0,-2-7-9 15,2 7-5-15,0 0-10 0,0 0-9 0,0 0-9 0,9-14-9 16,-2 12-6-16,0-1-12 0,-1 1-1 16,4-2-7-16,3 1-16 0,-1 2-6 0,1-1-21 15,0 0-21-15,-4 2-28 0,5 0-30 0,-5 1-28 16,-1 0-27-16,0 1-21 0,-2 1-13 0,-6-3-84 0,5 7-269 15,-5-7 119-15</inkml:trace>
  <inkml:trace contextRef="#ctx0" brushRef="#br0" timeOffset="99484.9">11440 9455 120 0,'0'0'144'0,"0"0"-11"0,0 0-12 0,0 0-15 0,26-1-10 15,-14 1-25-15,1 0-8 0,4 0-25 0,-4 1-35 16,5-1-34-16,-3 1-17 0,1 1-88 0,-3 0-148 16,6-1 66-16</inkml:trace>
  <inkml:trace contextRef="#ctx0" brushRef="#br0" timeOffset="108949.61">12368 8983 16 0,'0'0'75'0,"0"0"0"0,0 0-7 16,0 0-16-16,0 0 8 0,0 0-7 0,0 0 2 16,0 0-7-16,0 0 3 0,0 0-7 0,0 0-3 15,0 0-1-15,0 0-3 0,0 0 7 0,0 0-12 16,0 0 10-16,0 0-16 0,0 0-4 0,0 0-2 15,0 0-6-15,0 0 5 0,0 0-8 0,0 0 6 16,0 0-6-16,0 0-4 0,0 0 1 0,0 0 6 16,0 0-4-16,0 0-3 0,0 0 8 0,0 0 3 15,0 0-1-15,0 0 12 0,0 0 0 0,0 0-2 0,0 0 9 16,0 0 7-16,0 0-2 0,0 0 5 0,0 0-2 16,0 0 7-16,0 0-3 0,0 0 5 15,0 0 3-15,0 0-1 0,0 0 1 0,0 0-2 16,0 0-5-16,0 0 0 0,0 0 1 0,0 0-7 0,0 0-3 15,0 0-6-15,0 0-1 0,0 0-4 0,0 0-4 16,-1-8-2-16,1 8-4 0,0 0-6 0,7-4-1 16,-7 4-3-16,13-4 3 0,-6 2-3 0,-7 2-2 15,16-2-2-15,-9 3-2 0,4-1-3 0,0 3 3 16,-4-1-2-16,2 3-8 0,2-1 6 0,-4 3 0 16,1 0 4-16,0 0-6 0,-3 1-1 0,-1 2 2 15,2-1 2-15,-1 0 0 0,-3-1 0 0,2 3 3 16,-6-1 0-16,2 0-1 0,-2 2-1 0,-2-3 2 15,1 2-4-15,-3-2 4 0,1 2-1 0,-4-4-4 16,2 3 6-16,-4-3-2 0,0 3 2 0,-1-5-2 16,0 4-3-16,-1-5 4 0,3 0 0 0,-1 0 1 15,-1-1 4-15,1-1-3 0,-1-2-2 0,1-1 2 16,5 1-2-16,6 0 3 0,-14-5 2 0,5 3-5 16,9 2 0-16,-10-5 3 0,10 5-3 0,-10-4 0 15,10 4 1-15,-7-3-1 0,7 3-2 0,0 0-7 16,-7-6 5-16,7 6-3 0,0 0-1 0,0 0 4 15,0 0-3-15,0 0 2 0,0 0-3 0,0 0-1 16,0 0 1-16,0 0 1 0,0 0 2 0,24 12 1 16,-16-7-1-16,-2-2 3 0,1 2-3 0,0-2-3 15,2 4 0-15,0-3 5 0,-3 1-1 0,4 0-1 16,-1 1 0-16,0 0 3 0,1 0-2 0,0 1-2 16,-1-2 6-16,1 1-4 0,0 2-18 0,-3-1-20 15,1-1-12-15,2 1-32 0,-3 1-13 0,1-1-16 16,0 3-9-16,-3-6-15 0,3 5-126 0,-4-3-282 0,1-2 125 15</inkml:trace>
  <inkml:trace contextRef="#ctx0" brushRef="#br0" timeOffset="109179.98">12682 9177 118 0,'0'0'199'0,"0"-9"-9"0,0 9-15 0,0 0-7 16,0 0-13-16,0 0-9 0,2-8-16 0,-2 8-16 16,0 0-10-16,0 0-13 0,0 0-6 0,0 0-12 15,0 0-6-15,0 0-8 0,0 0-7 16,0 0-7-16,0 0-17 0,0 0-12 0,0 0-15 0,0 0-29 16,0 0-30-16,0 0-40 0,0 0-28 0,5 19-17 15,-5-19-118-15,1 10-282 0,-1-10 124 0</inkml:trace>
  <inkml:trace contextRef="#ctx0" brushRef="#br0" timeOffset="110876.78">13039 8937 11 0,'0'0'16'0,"-9"0"-1"0,9 0-2 0,0 0-1 0,0 0 3 16,0 0-5-16,0 0 4 0,0 0-4 0,0 0-3 16,0 0 6-16,0 0 5 0,0 0-2 0,0 0 3 15,-9-1-6-15,9 1 3 0,0 0 0 0,0 0-1 16,0 0 0-16,0 0 2 0,0 0 6 0,0 0-5 16,0 0-4-16,-7-4-1 0,7 4 5 0,0 0-14 15,0 0 10-15,0 0-8 0,0 0 5 0,0 0-2 16,0 0 7-16,0 0-5 0,0 0-4 0,0 0 5 15,0 0-5-15,0 0-1 0,0 0 5 0,0 0-8 16,0 0 2-16,0 0-7 0,0 0 2 0,0 0 1 16,0 0-3-16,0 0 2 0,0 0 4 0,0 0-9 15,0 0 15-15,0 0-5 0,0 0 5 0,0 0 0 16,0 0 3-16,0 0-4 0,0 0 6 0,0 0 2 16,0 0 5-16,0 0-7 0,0 0 1 0,0 0 4 15,0 0-7-15,0 0-8 0,0 0 2 0,0 0 2 16,0 0-1-16,0 0 2 0,0 0 4 0,0 0-9 15,0 0 5-15,0 0 5 0,0 0-10 0,0 0 1 16,0 0 3-16,0 0 2 0,0 0 1 0,0 0 2 16,0 0 1-16,0 0 1 0,0 0-6 0,0 0 8 15,0 0 3-15,0 0-6 0,0 0-10 0,0 0 7 16,0 0 0-16,-7-5-6 0,7 5 12 0,0 0-4 16,0 0-5-16,0 0 11 0,0 0-12 0,0 0 5 15,0 0-3-15,0 0 1 0,0 0-3 0,0 0 3 16,-4-7-3-16,4 7-2 0,0 0-1 0,0 0 4 15,0 0 1-15,0-9-2 0,0 9 4 0,0 0 7 16,0 0 9-16,0 0-7 0,-2-8 3 0,2 8-1 16,0 0-7-16,0 0-2 0,0 0 5 0,0-11 4 15,0 11-8-15,0 0-1 0,0 0-6 0,4-8 9 16,-4 8 0-16,2-6 3 0,-2 6-9 0,0 0 8 16,4-7-2-16,-4 7 7 0,0 0-5 0,3-8-7 15,-3 8 20-15,0 0-1 0,3-8-5 0,-3 8-1 16,2-6 2-16,-2 6-3 0,0 0-1 0,4-8-2 15,-4 8 1-15,0 0 8 0,2-5-5 0,-2 5 5 16,0 0-5-16,0 0-7 0,0 0 2 0,0 0-4 0,2-7-4 16,-2 7 0-16,0 0-4 0,0 0-5 0,0 0-2 15,0 0 3-15,0 0-4 0,0 0 3 16,0 0 4-16,7 19-8 0,-3-13 2 0,-4-6-2 16,0 17 6-16,1-7 3 0,1 0-12 0,1 2 5 0,-3 0-2 15,0-1 0-15,2 2 0 0,-4-3 2 0,2 2 2 16,0 0-3-16,2 1 1 0,-4-2-7 15,2 1 3-15,0-2 11 0,0 3-13 0,0-2 6 16,0 0 0-16,2 0-1 0,0 0 3 0,-2 0 0 0,0-2-3 16,2 1 3-16,-2-1 5 0,0-1-3 0,0-8 2 15,0 16-3-15,0-9 8 0,2-3-9 0,-1 4 2 16,-1-8-9-16,0 10 6 0,0-10 3 0,0 7-4 16,0-7 1-16,2 8 1 0,-2-8-1 0,0 0 3 15,0 0-2-15,0 0 1 0,0 9 2 0,0-9-2 16,0 0-1-16,0 0-3 0,0 0 4 0,0 0-3 15,0 0-5-15,0 0 6 0,0 9-5 0,0-9-18 16,0 0-16-16,0 0-18 0,0 0-12 0,0 0-19 16,2 5-24-16,-2-5-17 0,0 0-20 0,0 0-84 15,0 0-249-15,0 0 111 0</inkml:trace>
  <inkml:trace contextRef="#ctx0" brushRef="#br0" timeOffset="116101.15">13380 8900 49 0,'3'-8'113'0,"-3"8"-12"0,0 0-10 16,0 0 1-16,2-8-1 0,-2 8-8 0,0 0-1 15,0 0-7-15,0-9 3 0,0 9-7 0,0 0-7 0,0 0-18 16,0 0 9-16,0 0 0 0,0 0-12 0,0 0-11 16,0 0 0-16,0 0-2 0,0 0-7 0,0 0-3 15,0 0 1-15,0 0-5 0,0 0 3 0,0 0 1 16,17 10-6-16,-14-4-17 0,3-1 13 0,0 2 6 15,0-1-5-15,-2-1-3 0,3 3-1 0,-3 1 1 16,6-1-3-16,-4 0 6 0,-1 3-8 0,1-4 4 16,-1 3-2-16,2 1-3 0,-2-3-2 0,1 1 4 15,-2 2-2-15,-1-2-1 0,1 1 2 0,3-2-2 16,-4 2-8-16,1-2 11 0,-2 0-2 0,0 1-4 16,1 1 5-16,-1-1-2 0,0-3 3 0,0 3 0 15,0-2 1-15,0-1-1 0,-2-6 0 0,2 9-2 16,-2-9 3-16,4 9-2 0,-4-9 1 0,0 0 1 15,2 8 10-15,-2-8 8 0,0 0 11 0,0 0 14 16,0 0-1-16,4 4-3 0,-4-4 3 0,0 0-4 16,0 0 0-16,0 0-8 0,9-16 2 0,-7 10-1 15,4-1-5-15,-3-3 3 0,4 2-7 0,-2-5 0 16,3 3-2-16,-1-4-6 0,3-1 1 0,-4 1-2 16,3-2-2-16,-1 1-2 0,-3-2-1 0,5 3-5 15,-2-1-4-15,1 1 3 0,-2 4-2 0,-2-1 5 16,-1 2-10-16,1 0-8 0,-1 2-14 0,-2 3-12 15,0-3-16-15,-2 7-21 0,8-7-45 0,-8 7-25 16,4-4-16-16,-4 4-125 0,0 0-305 0,0 0 136 0</inkml:trace>
  <inkml:trace contextRef="#ctx0" brushRef="#br0" timeOffset="123133.39">9067 14386 166 0,'-1'-7'190'0,"1"7"-3"0,0 0-10 0,0 0-13 16,0 0-12-16,-2-10-9 0,2 10-11 0,0 0-10 0,0 0-12 16,0 0-15-16,0 0-5 0,0 0-13 0,0 0-7 15,-1-7-7-15,1 7-11 0,0 0-4 16,0 0-6-16,0 0-5 0,0 0-3 0,0 0 0 15,14 22-10-15,-9-14 1 0,3 3-4 0,0 3 1 16,3-1-5-16,-5 1 3 0,1 0-6 0,-1 1-2 16,3 2 2-16,-1 1-1 0,1-3-3 0,0 3 0 0,-3-1 1 15,1 0 1-15,2-3-6 0,-3 1 4 16,5-1-5-16,-4-2 2 0,-1-2-3 0,2 0 2 16,-1-1 1-16,0 0-2 0,-2-4 4 0,2 3-3 15,-4-2-1-15,5-2 0 0,-4 0-1 0,-4-4-1 16,6 7 2-16,-6-7 3 0,5 5 5 0,-5-5 8 15,5 2 4-15,-5-2-5 0,0 0 5 0,0 0-7 16,14-7 1-16,-8 3-2 0,-3-3 0 0,3-2-3 16,0 2-2-16,0-5 0 0,1-1 1 0,-2 0-2 15,1-2-2-15,1-2 2 0,1-1-3 0,-1 3-2 0,2-3 1 16,-3 0-4-16,2-1 2 0,0 1 0 16,-1 1-16-16,1 1 0 0,-2-2 2 0,-2 4-4 15,-1 3 3-15,2 1 3 0,-3-3 0 0,2 3-2 16,0 0 3-16,1 0 1 0,-2 1-1 0,-1 2 4 15,-1 2-6-15,-1 5 2 0,3-9-14 0,-3 9-14 16,3-6-15-16,-3 6-15 0,0 0-23 0,3-7-1 16,-3 7-11-16,0 0-26 0,12 3-21 0,-12-3-1 0,10 7-19 15,-5-1-112-15,-1 2-299 0,0 1 133 16</inkml:trace>
  <inkml:trace contextRef="#ctx0" brushRef="#br0" timeOffset="129139">6519 9087 10 0,'-7'-8'122'0,"7"8"-8"0,-6-5-12 0,6 5-8 16,-7-6-7-16,7 6 3 0,-5-8-10 0,5 8-2 15,-6-6-10-15,6 6 4 0,-10-4-10 0,10 4 0 16,-9-4-1-16,5 0-6 0,4 4-4 0,-7-3-1 0,7 3 4 16,0 0 3-16,-10-3-16 0,10 3-4 0,0 0 4 15,0 0-12-15,0 0 4 0,0 0-5 16,0 0-1-16,0 0-5 0,0 0 0 0,0 0 1 15,25-4-5-15,-13 1-3 0,1 2 3 0,6-1-3 0,-1 2 0 16,0-4-1-16,1 3-8 0,3-3 8 0,-2 2-18 16,-4 0-11-16,-1 0-25 0,-2 2-24 15,0-1-19-15,-4 1-20 0,0 0-26 0,-9 0-97 16,12 0-243-16,-12 0 108 0</inkml:trace>
  <inkml:trace contextRef="#ctx0" brushRef="#br0" timeOffset="129377.16">6548 9005 87 0,'0'0'107'16,"0"0"-16"-16,-9 2-5 0,9-2-4 16,0 0-12-16,-2 12 15 0,0-5 0 0,0-1 0 0,0 1 2 15,1 3 0-15,-1 0-15 0,0 3-4 0,0 2 0 16,-1-2-8-16,2 2-11 0,1 1-1 0,-1-2 0 15,1-1-7-15,-2 4-3 0,1 0-6 0,0-5-6 16,-2 2-28-16,3 1-22 0,0-3-12 0,0 1-22 16,0-2-16-16,0 0-27 0,3-1-13 0,-3-1-69 15,-3-1-197-15,3-8 88 0</inkml:trace>
  <inkml:trace contextRef="#ctx0" brushRef="#br0" timeOffset="129617.93">6701 9077 39 0,'2'-6'152'15,"-2"6"-22"-15,0 0-15 0,3-6-12 0,-3 6-15 16,0 0-2-16,0 0 5 0,0 0-3 0,7 16 4 16,-6-9-10-16,0 2 2 0,1 3-7 0,0-3-10 15,-2 2 0-15,0-1-7 0,0 2-4 0,0 1-5 16,0-3-5-16,2 0-4 0,-1-1-4 0,0 1-7 15,-2 0 4-15,1-3-6 0,1 1-5 0,-1 0-30 16,0 0-20-16,0-8-26 0,1 14-24 0,1-9-20 16,-2-5-22-16,-3 12-116 0,1-6-252 0,2-6 111 15</inkml:trace>
  <inkml:trace contextRef="#ctx0" brushRef="#br0" timeOffset="129905.13">6763 9189 59 0,'11'-6'94'0,"7"0"-18"16,-3-2-2-16,1 2-11 0,-1-1-7 0,-2 2 2 15,0 1-9-15,0-1 2 0,-2 0 4 0,-1-1-13 0,-2 1 6 16,1-2-2-16,-3 2 16 0,-1-2 11 0,0 3 3 16,-2-4 0-16,1 3 4 0,-3-2 6 0,-1 7 11 15,3-11-2-15,-2 7-9 0,-1 4-6 16,1-9-7-16,-1 9-5 0,0-8-5 0,0 8-8 0,0 0-12 15,0 0 0-15,0 0-9 0,0 0-7 0,0 0-3 16,0 0 2-16,0 0-9 0,0 0 4 0,-7 25 0 16,4-10-4-16,0 1 0 0,1 3 0 15,-1 0 0-15,2 0-15 0,1 7-21 0,-1-7-25 0,1 8-45 16,1-2-20-16,0 0-43 0,1 2-141 0,-1-7-316 16,-1 5 140-16</inkml:trace>
  <inkml:trace contextRef="#ctx0" brushRef="#br0" timeOffset="130836.76">9774 14702 90 0,'0'0'92'0,"-9"-4"4"0,4 4-8 15,5 0-4-15,-12-6-5 0,5 5-3 0,0-1 7 16,1-2-17-16,6 4-7 0,-14-2-4 0,6 1-6 15,8 1 4-15,-13-2-3 0,4-1-8 0,9 3 8 16,-11 0-6-16,11 0-4 0,-8 0-2 0,8 0 4 16,0 0-9-16,0 0 2 0,-9-1-5 0,9 1-1 15,0 0-6-15,0 0-2 0,0 0 4 0,0 0-5 16,0 0-8-16,32 5 7 0,-15-3-2 0,2 0-6 16,1-1-4-16,1 3 3 0,0-3-9 0,6 2-8 15,-7-2-10-15,-3 0-8 0,0 1-24 0,-4 0-10 16,-2-2-19-16,1 2-6 0,-5-2-6 0,1 0-12 15,-8 0 0-15,12 5-58 0,-12-5-172 0,10 0 76 16</inkml:trace>
  <inkml:trace contextRef="#ctx0" brushRef="#br0" timeOffset="131052.09">9950 14708 225 0,'0'0'-10'0,"0"0"1"0,0 0 8 0,-20-16 14 16,15 14 11-16,5 2 9 0,-8-5 5 0,8 5 6 16,-8-6 6-16,8 6 4 0,-5-4 3 0,5 4-5 15,0 0 6-15,-8-3-7 0,8 3-1 0,0 0-4 16,0 0-8-16,0 0-7 0,0 0 21 0,-11 5 12 15,11-5 15-15,-7 17-4 0,2-6-1 0,-1 5-2 0,1 2-9 16,-2 0 7-16,-2 6-2 0,2 0-6 16,2-5-8-16,-3 6-1 0,-1-1-11 0,4-6-3 15,-1 8-1-15,1-9-7 0,1 2-1 0,1-2-3 16,-1-1-2-16,2 1-4 0,-1 1-8 0,1-5-31 16,-1 0-19-16,4 2-29 0,-1-4-42 0,0 0-38 15,2-2-108-15,-2 0-275 0,0-9 122 0</inkml:trace>
  <inkml:trace contextRef="#ctx0" brushRef="#br0" timeOffset="131312.84">10001 14781 109 0,'0'0'161'0,"3"-8"-18"0,-3 8 2 15,0 0 3-15,0 0-10 0,0 0 3 0,9 19-10 16,-11-9-8-16,2 0-5 0,2 1-18 0,-2 5-5 16,0 0-6-16,1-1-9 0,-1 0-11 0,0-2-1 15,0 4-10-15,0-2-3 0,-1 0-9 0,-1-2-4 16,1-2 0-16,-1 2-7 0,2-3-8 0,-2 1-16 16,2-1-18-16,-2 0-25 0,2 1-28 0,0-4-29 15,0-7-25-15,0 13-24 0,0-13-25 0,0 9-100 16,0-9-282-16,0 0 124 0</inkml:trace>
  <inkml:trace contextRef="#ctx0" brushRef="#br0" timeOffset="131603.77">10032 14895 45 0,'0'0'87'15,"11"-4"-5"-15,-3 2-6 0,5 1-6 0,-2-2-8 16,8-2-1-16,-1 4-12 0,4-2 1 0,-4 0-5 15,-1 0-9-15,0 1-4 0,-5 0-4 0,-2-1-1 16,2-1-1-16,-2 0-8 0,-4 0 9 0,4 0-7 16,-4 0 17-16,-1-3 0 0,1 0 9 0,-3 1 11 15,1-1 6-15,-1 2-3 0,1-2 3 0,-4 7 16 16,3-11 5-16,-1 8 0 0,-2 3-9 0,0 0-10 16,3-7-5-16,-3 7-9 0,0 0 5 0,0 0 1 15,0 0 2-15,-1 31-8 0,-2-16 0 0,0 3-3 16,-2 1-10-16,4 0 0 0,-5 5 5 0,2 1-6 15,1-5-8-15,2 5-35 0,0-1-27 0,-1-4-72 16,2-2-68-16,-2 1-143 0,-2 0-341 0,0 0 150 16</inkml:trace>
  <inkml:trace contextRef="#ctx0" brushRef="#br0" timeOffset="131756.25">10401 15227 219 0,'0'0'197'0,"0"0"-50"0,5-5-76 0,-5 5-76 15,0 0-101-15,0 0-113 0,-27 4 51 0</inkml:trace>
  <inkml:trace contextRef="#ctx0" brushRef="#br0" timeOffset="137678.99">12720 14262 37 0,'0'0'59'16,"0"0"2"-16,0 0-9 0,0 0 5 0,0 0-10 0,0 0 3 15,0 0-7-15,-2-7-8 0,2 7 1 0,0 0-3 16,0 0 1-16,0 0 6 0,0 0 6 0,9-5-9 16,-9 5 2-16,9-3 5 0,-3 1-9 0,-6 2-4 15,13-8 3-15,-1 3 0 0,-1-1-6 16,0 1 3-16,6-4 7 0,0 1-9 0,5 0 11 0,6-3-13 16,1-2-7-16,0 4-5 0,5-4 5 0,1 4-4 15,1-1-1-15,0 1-2 0,1-1 1 0,1 2-7 16,-3-1 5-16,1 1 0 0,-2 1 0 15,0 2-9-15,2-4 4 0,0 2 3 0,0 3-8 0,2-1 15 16,-2-1-8-16,5-1-2 0,-1 4-3 0,12-4-3 16,-3 0 3-16,-12 4 0 0,2-1 1 0,1-1 1 15,10 1 0-15,-12-2 1 0,-4 4-3 0,1-2-4 16,1-1 0-16,-2 2-1 0,-2 1-4 0,-1 1 5 16,0-1 3-16,-2 2 5 0,1-2-10 0,1 0 6 15,1-1-3-15,-3 0 4 0,0 0 0 0,3-1 2 16,-3 2-2-16,0 0 3 0,0-1-9 0,-1-2 14 15,-1 2-7-15,2-1 0 0,0 0-6 0,1-3 5 16,-2 1-4-16,2 3 10 0,1-2-2 0,-1 1-4 16,-1-1-3-16,-1 1 1 0,-1 0 1 0,-5 1-2 15,-1-2-3-15,-1 1 2 0,1 1-1 0,-1 2 2 16,0-3 3-16,-2 2 0 0,2-2-2 0,-2 2 2 16,1-2-4-16,-2 3 3 0,-1-2-4 0,1 0 5 15,2 1-8-15,1 2 5 0,-2-1-1 0,-2 0 2 16,1 1 3-16,1 0-2 0,-6 0-5 0,1 1 0 15,4-2 5-15,-2 2 1 0,-2 2-6 0,1-2 14 16,4 2-14-16,1-1 4 0,-2-1-3 0,-2 1 3 16,-2-1 0-16,6 2-2 0,-4 1 9 0,3-4-6 15,0 3-1-15,-2 1-1 0,4-2-3 0,-3 1 2 16,2 0 2-16,1 1 2 0,-2-1 1 0,2 1-4 16,-2 2 1-16,4-2-1 0,0 2 0 0,-3-2 3 15,3 2 0-15,-2 0 4 0,-1 0-7 0,-1 0 2 16,1 2-1-16,-1-3 4 0,1 2-3 0,-2 0 1 15,1 1 11-15,-3-2-10 0,2 0 4 0,1 2-4 16,-8-4-4-16,2 3 6 0,0-1-2 0,-3 0-4 16,3 1 1-16,-2-1 0 0,-1 2 2 0,0-2-4 15,1 2 1-15,-1-1 4 0,0 3-2 0,2-2-2 16,-3 0-1-16,1 1 3 0,1 3-1 0,-1-3 1 16,1 3 0-16,-3-1-4 0,-1-2 0 0,4 6 8 15,1-2-9-15,-2 0 1 0,2 0 5 0,1 1-2 16,-2 1-2-16,-4-5 4 0,2 6-3 0,0-2-1 15,-2 2 4-15,3-1-2 0,-3-1-3 0,-2 1 3 0,-1-2 2 16,3 0 0-16,0 5-2 0,-2-3 3 16,-1-1-6-16,-1 1 6 0,2 1-5 0,-2 2-2 15,0-1 2-15,-1-1 4 0,1 1-2 0,-2-1 3 16,0 0-5-16,0-2 2 0,-2 3 6 0,1 1-6 16,-1 0-2-16,-1-2 1 0,0 2-1 0,1-1 1 0,0 2-2 15,0-2-2-15,-1 3 3 0,0-3 0 16,0 0-3-16,1 1 6 0,-1 1-4 0,0-3 2 15,1 2-1-15,-1 0 0 0,1-1-1 0,-3 0 6 16,-2 1-10-16,2-2 4 0,1 0-1 0,-1-1-4 0,4 2 8 16,-4 1-4-16,2-2-2 0,-1 1 4 0,3 0-3 15,-5-2 2-15,3-1-1 0,-1-1 0 16,0 5 0-16,2-2 2 0,-2-1-1 0,0 0 2 16,0-3-5-16,1 4 3 0,-2 1 0 0,1 1 0 15,-1-1 0-15,-2-1 0 0,-2 2 0 0,2-1 1 0,-6 5-2 16,1-4 1-16,2-2 0 0,-4 3-4 15,0-2-7-15,1-1 0 0,-5 3 0 0,5-4 6 16,-2 1-1-16,4-3-2 0,-3 1 0 0,0 0 1 16,1-2 3-16,-6 6-3 0,2-4 3 0,-1 3-2 15,2-3 1-15,-4 4 3 0,-1-2-1 0,-1 2 2 0,3-3-3 16,-4 0-1-16,-3 2 0 0,3-1 8 0,1-1-10 16,-3-1 4-16,3 0-1 0,3-3 0 15,4 1-2-15,-2-1 16 0,0 1-13 0,-2-1-4 16,4-1-1-16,-5 1 10 0,-5 1-7 0,10 1 5 15,-8-3 2-15,-1 4 3 0,-2-5-9 0,7 1 3 0,1-3 1 16,0 0-2-16,0 2 1 0,-1-2 6 0,0 0-5 16,-7 2 4-16,6-2-4 0,0-3 0 15,3 1-2-15,-5 1-6 0,3 1-1 0,0-2-9 16,1 0-1-16,1 1 2 0,4-3-17 0,-1 0-11 16,3-2-11-16,-1 0-12 0,2 1-14 0,1 0-16 15,9-2-2-15,-14 1-82 0,7-1-195 0,7 0 87 0</inkml:trace>
  <inkml:trace contextRef="#ctx0" brushRef="#br0" timeOffset="138057.77">14962 15621 98 0,'0'0'80'0,"0"0"6"0,0 0-11 0,0 0 9 15,0 0-11-15,0 0 11 0,0 0 3 0,0 18 6 16,-1-8-12-16,-2-1-7 0,-2 1-7 0,1 1-1 16,-1-1-8-16,0 5-2 0,-1-1-10 0,-3-1 0 15,1 3 1-15,0-5-5 0,-1 2-6 0,-3 0 4 16,3 1-6-16,1-5 7 0,-1 0-16 0,2 1 2 15,-2 0-4-15,0-1 19 0,1 0-29 0,2 0 4 16,-1 0-4-16,1-1 1 0,1 1-3 0,-2 0 2 16,3-1-1-16,3 4 0 0,0-3-6 0,0 2 10 15,2-1-5-15,1 0 3 0,2 2-7 0,3-2 2 16,2 3 4-16,2-2-9 0,7 0-1 0,1-4-12 16,7 5-18-16,6-5-15 0,5-1-20 0,0-3-24 15,-1 0-43-15,-1 3-112 0,-3-6-261 0,-1 0 116 16</inkml:trace>
  <inkml:trace contextRef="#ctx0" brushRef="#br0" timeOffset="140451.37">20245 13569 127 0,'0'0'126'0,"0"0"-21"0,-1-7 10 16,1 7-14-16,0 0-14 0,-4-7-4 0,4 7-8 15,0 0-10-15,0 0-6 0,0 0-3 0,0 0-3 16,0 0-9-16,0 0-11 0,0 0 3 0,0 0-5 16,0 0 5-16,0 0-1 0,12 18-15 0,-9-8 23 15,1-2-3-15,-1 5-3 0,2-3 3 0,3 6-5 16,1-2 1-16,1 4-7 0,-1-3 6 0,1 2-10 15,-4 0 11-15,3 0-13 0,-2-1 1 0,-2-1-6 16,4-1-2-16,-4-1 5 0,0-2-4 0,0 0-1 16,-1-2-5-16,-1 1-1 0,2-3 1 0,0 2-2 15,-3-3-1-15,1-2 0 0,-3-4 0 0,4 9-4 16,-4-9 6-16,1 7 2 0,-1-7 21 0,4 3 9 0,-4-3 11 16,0 0 2-16,0 0-6 0,0 0 0 0,0 0-9 15,0 0 0-15,13-14-4 0,-12 5 4 16,1-3-4-16,1 1-3 0,-2-4-5 0,3-1 0 15,1-2-3-15,-2-1-3 0,1 0-1 0,1 1-1 0,-1 0-2 16,-1-1-6-16,3 0 4 0,-3 1 12 0,0 0-4 16,2 1-3-16,-2 1 1 0,-2 5-2 15,4-2-4-15,-4 4-1 0,2 1-4 0,-1 0 6 16,0 1-9-16,-2 7 1 0,2-9-5 0,-2 9-11 16,0 0-15-16,3-9-19 0,-3 9-15 0,0 0 0 0,0 0-14 15,0 0-27-15,0 0-12 0,0 0-22 0,0 0-30 16,9 19-24-16,-8-10-120 0,-1-1-329 15,-2 3 146-15</inkml:trace>
  <inkml:trace contextRef="#ctx0" brushRef="#br0" timeOffset="140710.25">20520 13771 61 0,'0'0'150'0,"0"0"-10"0,0 0-8 16,0 0-15-16,0 0-6 0,0 0-9 0,0 0-6 15,0 0-8-15,0 0-3 0,30-9-7 16,-18 6-8-16,1 1-5 0,5-4-8 0,0 4-4 0,2-3-3 16,-3 2-8-16,2-1-2 0,0 3-7 0,-6-1-1 15,1 0-24-15,-1 0-19 0,-3 0-19 16,-1 4-23-16,-1-4-27 0,-8 2-10 0,10-2-11 0,-10 2-10 15,9-3-78-15,-9 3-205 0,0 0 90 16</inkml:trace>
  <inkml:trace contextRef="#ctx0" brushRef="#br0" timeOffset="140967.84">20735 13720 87 0,'0'0'121'16,"0"0"-7"-16,0 0-2 0,-8-2-9 0,8 2-13 0,0 0-11 15,0 0-4-15,0 0 8 0,0 0-4 0,0 0 6 16,-4 13-1-16,2-5 9 0,-1 0 0 0,2 2-9 16,-2 1-8-16,2 5 0 0,-3-5 0 0,3 2-10 15,-1-3-5-15,0 2-5 0,2 1-2 0,-1 2 5 16,0-1-8-16,1-1-2 0,0-2-6 0,-2 2-3 16,2-1-3-16,2-2-4 0,-2 2-5 0,1-2 2 15,-1 0-4-15,1 0-5 0,1 1-5 16,-2-3-18-16,1 4-25 0,-1-5-26 0,1 2-21 15,-1-1-24-15,1-2-27 0,2 3-39 0,-3-9-126 0,0 12-314 16,0-12 139-16</inkml:trace>
  <inkml:trace contextRef="#ctx0" brushRef="#br0" timeOffset="141237.01">20906 13794 151 0,'4'-7'148'0,"-4"7"-11"0,0 0-5 16,5 0 6-16,-5 0-2 0,0 0 0 0,0 0-9 15,5 18-9-15,-3-10-10 0,-2 0-7 16,0 1-5-16,-2 1-7 0,2 2-10 0,2-1-6 0,-4-2-4 16,2 2-7-16,-1 0 0 0,1-1-7 0,-3 1-11 15,3-1-3-15,-1-1-2 0,0 1-4 0,-1 0-2 16,1-2-6-16,1-8 0 0,0 14-9 15,-1-8-18-15,1-6-25 0,0 16-29 0,-1-10-19 16,1-6-35-16,0 11-22 0,0-11-19 0,0 9-19 0,0-9-95 16,0 9-284-16,0-9 126 0</inkml:trace>
  <inkml:trace contextRef="#ctx0" brushRef="#br0" timeOffset="141587.07">20973 13888 28 0,'0'0'96'0,"10"-3"-10"0,-10 3-12 16,18-4-7-16,-8 0-4 0,1 2-13 0,0 0 7 15,1 1-6-15,0-2-12 0,-12 3-3 16,19-3-7-16,-10 2 7 0,-9 1-10 0,13-6 4 0,-13 6-2 16,11-4 3-16,-11 4 0 0,8-5 0 15,-8 5-4-15,6-10 1 0,-6 10 12 0,4-12-5 0,-4 12 26 16,3-11 13-16,-3 11-2 0,2-9 3 0,-2 9-6 15,2-11-3-15,-2 11-6 0,0 0 4 16,2-12-2-16,-2 12-9 0,0 0-2 0,0 0-6 16,0 0-8-16,0 0-10 0,0 0 2 0,0 0-2 0,0 0 8 15,0 0 0-15,0 0 0 0,-6 26 2 0,4-14-7 16,0 2 3-16,-1 2-1 0,2-3-4 0,-2 0-1 16,3 2-3-16,-2 2 1 0,3-2-6 15,-2-1 2-15,2 0 0 0,-2-2-6 0,0 1-12 16,-1-1-24-16,2 1-28 0,0-2-30 0,0 0-41 0,2 0-31 15,-2 0-165-15,-3-2-341 0,3-9 151 0</inkml:trace>
  <inkml:trace contextRef="#ctx0" brushRef="#br0" timeOffset="148019.46">21480 13872 108 0,'0'0'186'0,"0"0"-6"0,-6-3-15 0,6 3-10 15,0 0-12-15,0 0-9 0,0 0-17 0,0 0-12 16,0 0-2-16,0 0-19 0,0 0-8 0,0 0-12 15,0 0-6-15,0 0-1 0,0 0-7 0,0 0-8 16,0 0 0-16,0 0-3 0,23-3-10 0,-23 3-12 16,16 3-26-16,-7-1-17 0,1 0-35 0,2 0-22 15,-2 0-37-15,-1 0-7 0,2 2-24 0,-3 2-79 16,-3-4-249-16,0 3 111 0</inkml:trace>
  <inkml:trace contextRef="#ctx0" brushRef="#br0" timeOffset="148188.18">21497 14044 90 0,'0'0'144'0,"0"0"-6"0,0 0-8 0,0 0-16 16,-3 6-7-16,3-6-15 0,0 0-4 0,0 0-13 16,0 0-31-16,14 4-28 0,-14-4-18 0,17 2-28 15,-6-2-28-15,-1 0-32 0,2 0-53 0,-2-2-156 16,4 1 70-16</inkml:trace>
  <inkml:trace contextRef="#ctx0" brushRef="#br0" timeOffset="148430.79">21812 13749 151 0,'0'0'192'0,"-4"-4"-14"0,4 4-15 0,0 0-19 16,0 0-11-16,-3-6-14 0,3 6-12 0,0 0-16 15,12-5-15-15,0 1-9 0,-1 0-11 0,8-2-20 16,1 1-15-16,0 1-15 0,0-4-22 0,0 3-19 16,8 1-12-16,-9-1-28 0,1 1-8 0,-3-1-20 15,-3 4-13-15,-4-3-62 0,2 0-193 0,-3 2 87 16</inkml:trace>
  <inkml:trace contextRef="#ctx0" brushRef="#br0" timeOffset="148808.34">22045 13650 4 0,'0'0'94'0,"0"0"-3"16,-12 10-5-16,9-7 1 0,0 5 18 0,0 0-1 15,2 2 1-15,-1 0-4 0,-1 5-3 0,2 3 7 16,1-3-7-16,0 4-8 0,0 0 2 0,-2-2-11 15,4 2 3-15,0 0-7 0,-2-2-6 0,0-2-9 16,3 1-5-16,-2 1-6 0,0-4-6 0,1-1 0 16,-1 1-8-16,2-2 0 0,-1 1-7 0,-2-1-4 15,1 1 1-15,2-2-7 0,-3 0-2 0,0-1-1 16,0 0 3-16,-3 0-2 0,2 1 6 0,-3-2-13 16,-1 0 5-16,-1 2-6 0,-1-5-8 0,-2 1-2 15,3 0-5-15,0-1 2 0,-1-1 0 0,2-2-5 16,-3 2 3-16,8-4 3 0,-9 4-3 0,9-4 4 15,-9 3-1-15,9-3-5 0,0 0 8 0,-12-2-6 16,12 2 1-16,0 0 2 0,0 0 2 0,-11-2-2 16,11 2 0-16,0 0 1 0,0 0-5 0,0 0 3 15,0 0-2-15,0 0 1 0,0 0 1 0,0 0 0 16,0 0 0-16,27-12-3 0,-16 10-6 0,0 0-17 16,4 0-11-16,1-1-22 0,0 2-25 0,3-3-28 15,-2 2-18-15,1-1-16 0,-5 0-90 0,1 2-258 16,-4-3 114-16</inkml:trace>
  <inkml:trace contextRef="#ctx0" brushRef="#br0" timeOffset="149045.11">22263 13968 118 0,'0'0'191'0,"0"0"-19"16,0 0-19-16,0 0-13 0,0 0-16 0,0 0-14 15,0 0-2-15,0 0-7 0,0 0 6 0,5 17 5 16,-5-7 0-16,0 0-9 0,-2 3-8 0,2-1 1 15,-1 5-13-15,-1-1-9 0,-2 0-4 0,3 0-8 16,1 0-8-16,-1 1-19 0,0-5-3 0,-1 5-7 16,1-5-2-16,0 1 1 0,2-1-4 0,-1-1-9 15,1 1-20-15,-1-2-22 0,3 0-17 0,-3 0-17 16,0 0-16-16,2-3-22 0,1-3-12 0,0 4-6 16,-3-8-12-16,3 10-10 0,-3-10-108 0,2 5-273 15,-2-5 121-15</inkml:trace>
  <inkml:trace contextRef="#ctx0" brushRef="#br0" timeOffset="149447">22331 13996 112 0,'5'-6'133'0,"-1"0"-7"0,4 3-8 0,-3-2-9 0,1 2-1 16,2 1-3-16,-8 2-2 0,15 0-4 15,-7 0 3-15,0 2-4 0,0 0-3 0,1 0-8 16,-2 2-16-16,-1-3-6 0,4 4-6 0,-5 2-2 15,-1-3-7-15,1 0-2 0,-1 2-4 0,-2 1-5 16,-1 0-3-16,0 1-6 0,-2 1-2 0,-2 0 4 16,-1 0-6-16,-1 0-3 0,0 2-5 0,0-1 0 15,-2 1-5-15,3-2 2 0,-1 0-2 0,-2 0-18 16,3-1-4-16,0-4-10 0,-1 6-7 0,3-5-2 16,1 5-2-16,1-10 4 0,0 13 4 0,2-5-7 15,1-1 9-15,0 1-2 0,4-1 9 0,-1 2-4 16,2-1-1-16,3 0 4 0,2 2 1 0,-2-3-3 15,2 1 10-15,-1-1-1 0,-1-1-3 0,0 3 3 16,-1-4-4-16,0 1 1 0,-2 0 0 0,-2 1 4 16,-2-1 2-16,-1-1 4 0,-3-5 4 0,-3 11 7 15,-2-4 0-15,0 0-3 0,-5 0 5 0,-1-2 3 16,0 0 1-16,-6 1 7 0,1 0-8 0,-2 0 4 16,2-2-2-16,2-1-2 0,1 0 3 0,-2 0-8 15,4 0-18-15,-2-1-15 0,3-1-39 0,2-1-19 16,8 0-58-16,-15 2-125 0,7-2-286 0,8 0 127 15</inkml:trace>
  <inkml:trace contextRef="#ctx0" brushRef="#br0" timeOffset="149790.97">23051 13831 213 0,'0'0'236'16,"3"-8"-17"-16,-3 8-12 0,4-6-18 0,-4 6-19 15,0 0-17-15,3-6-16 0,-3 6-17 0,0 0-15 16,0 0-6-16,0 0-13 0,0 0-7 0,0 0-9 16,0 0-2-16,-7 29-4 0,6-19 0 0,-3 3-4 15,1-1-9-15,0-1-4 0,-1 1-4 0,2 3-3 16,-1 3 3-16,-1-2-5 0,3-3-8 0,-3 6 2 15,1 0-1-15,0-2-7 0,0 2 3 0,2-4-6 16,0 2-3-16,1-2 6 0,-2 2-5 0,1-6-8 16,1 1 2-16,0 0-1 0,1-1-3 0,1 0-14 15,-4 0-20-15,2-4-24 0,2 3-24 0,-2-3-22 16,0-7-16-16,0 12-16 0,0-12-30 0,0 9-18 16,0-9-14-16,1 7-122 0,-1-7-338 0,0 0 150 15</inkml:trace>
  <inkml:trace contextRef="#ctx0" brushRef="#br0" timeOffset="150156.31">23074 13816 73 0,'11'-7'149'0,"1"2"-6"15,-1 1-7-15,2 2 1 0,-3-1-9 0,2 3-2 16,-1 2-2-16,-1 2-17 0,-2 3-3 0,0-1-12 15,-2 3-4-15,-1 1-10 0,-1 0 0 0,-5 0 0 16,-1 3-4-16,-3 2-4 0,0 0-8 0,-5-2-10 16,0 2-2-16,-3-2 0 0,-1-1-9 0,2-1-4 15,-2-2-2-15,5-1 1 0,-1-1-8 0,-1-2-2 16,0 0-5-16,2 0-1 0,3 0-1 0,-3-4-1 16,3 1 1-16,6-2-6 0,-11 4 3 0,6-2-5 15,5-2 1-15,-8 2 3 0,8-2-6 0,0 0 3 16,0 0-3-16,-11 0-1 0,11 0-2 0,0 0-2 15,0 0-5-15,0 0-2 0,-5 3 4 0,5-3-2 16,0 0 2-16,0 0 0 0,12 15-2 0,-5-11 5 16,0 3-4-16,0-1 0 0,1 1-2 0,2 2 4 15,2 0-7-15,-1-4-16 0,3 5-22 0,0-1-35 16,2 0-32-16,-2-2-34 0,-3 0-32 0,5 1-131 16,-6-3-332-16,0 1 148 0</inkml:trace>
  <inkml:trace contextRef="#ctx0" brushRef="#br0" timeOffset="150380.84">23365 14115 22 0,'0'0'225'0,"0"0"-13"15,0 0-10-15,0 0-22 0,0 0-13 0,1-10-18 16,-1 10-14-16,8-3-14 0,-8 3-14 0,18-3-11 15,-7 2-10-15,2-2-6 0,5 1-17 0,-5 0-19 16,6 2-22-16,-6-1-21 0,5 1-21 0,-7-1-36 16,1-1-21-16,-3 0-29 0,-2 3-19 0,-7-1-10 15,10-3-98-15,-10 3-251 0,0 0 112 0</inkml:trace>
  <inkml:trace contextRef="#ctx0" brushRef="#br0" timeOffset="150572.94">23499 14071 53 0,'0'0'149'15,"0"0"-19"-15,0 0-5 0,0 0-17 0,0 0-1 16,-11 4 0-16,11-4 23 0,-4 6-9 0,0-1 0 16,2 2-12-16,2-7-9 0,-7 16-8 0,7-7-2 15,-3 3-5-15,0-1-9 0,0 0-6 0,0 1-8 16,1-1-5-16,1 0-8 0,-2-1-1 0,1 3-5 16,0-1-3-16,1-1-15 0,0 1-22 0,-2-1-24 15,2 0-14-15,1-2-35 0,0 0-18 0,0-1-34 16,0-8-26-16,1 15-122 0,-2-7-292 0,1-8 130 15</inkml:trace>
  <inkml:trace contextRef="#ctx0" brushRef="#br0" timeOffset="150816.37">23619 14126 81 0,'0'0'200'0,"3"-5"-22"15,-3 5-16-15,0 0-6 0,0 0-1 0,0 0-3 16,0 0-16-16,5 19-2 0,-2-9-14 0,-2 2-3 16,-1-2-11-16,0 3-5 0,0-3-5 0,1 6-8 15,-1-5-9-15,3 1-6 0,-3-1-9 16,0-1-1-16,-2 2-10 0,4 0-7 0,1-2 0 0,-5-1-16 16,2 1-20-16,0-10-21 0,-3 13-32 0,3-6-42 15,0-7-23-15,-2 13-48 0,-1-7-29 0,-1 0-125 16,4-6-335-16,0 0 147 0</inkml:trace>
  <inkml:trace contextRef="#ctx0" brushRef="#br0" timeOffset="151151.99">23675 14260 96 0,'9'-1'124'0,"-1"-1"-6"0,1 0-17 16,0 0-8-16,3 2-5 0,-2-2-13 0,1 0-5 15,0 0 0-15,2 0-10 0,-1 1 2 0,-2-3 0 16,2 1 7-16,-6 2 8 0,1-1 0 0,-1-2 4 16,-6 4 9-16,9-8 2 0,-5 4 6 0,-4 4-4 15,4-10-5-15,-3 4-6 0,-1 6-4 16,2-9-3-16,1 4-4 0,-3 5 2 0,1-7-5 0,-1 7-8 16,0 0-8-16,0 0-10 0,0 0-8 0,0 0-3 15,0 0-6-15,0 0 1 0,0 0-3 0,0 0 6 16,3 20 3-16,-3-10-1 0,-1 0-4 0,1 1 1 15,0 0-3-15,-3 0 3 0,2 1-4 0,-1-3 0 16,2 0-4-16,0 1 0 0,0-2 0 0,0 2-4 16,0-10-2-16,-1 13-1 0,1-7-23 0,0 3-22 15,0-9-39-15,0 11-36 0,0-11-45 0,3 10-27 16,-3-10-31-16,0 8-150 0,0-8-389 0,0 0 173 16</inkml:trace>
  <inkml:trace contextRef="#ctx0" brushRef="#br0" timeOffset="151532.68">24338 14037 64 0,'0'0'222'0,"-6"-6"-12"16,6 6-14-16,-6-6-7 0,6 6-12 0,-6-5-13 15,6 5-12-15,-4-5-12 0,4 5-10 16,0 0-3-16,-8-6-10 0,8 6-7 0,0 0-5 0,0 0-9 16,-4-5-15-16,4 5-5 0,0 0-8 0,0 0 5 15,0 0-16-15,0 0-3 0,0 0-11 0,0 0-1 16,0 0-5-16,0 0-7 0,17-8 0 0,-7 6-2 15,2 0-5-15,-1 1 0 0,-1-3-5 0,4 3-3 16,-1-1 3-16,-1 0-4 0,0 1-7 0,1-1-15 16,0 0-15-16,-1 0-13 0,2 0-20 0,-3-2-21 15,-2 3-17-15,4-1-23 0,-13 2-33 0,19-4-18 16,-11 4-13-16,2-4-18 0,-10 4-106 0,11-3-330 16,-11 3 146-16</inkml:trace>
  <inkml:trace contextRef="#ctx0" brushRef="#br0" timeOffset="151805.26">24437 13886 75 0,'0'0'235'0,"-1"-7"-8"0,1 7-10 15,0 0-11-15,0 0-12 0,0 0-18 0,0 0-19 16,0 0-9-16,0 0-25 0,0 0-15 0,0 0-12 15,0 0-11-15,0 0 4 0,0 0 1 16,0 0-3-16,0 26 4 0,-1-13-4 0,-1 3-7 16,-1-1-6-16,1 2-5 0,-3-1-8 0,4 0-1 0,-2 1-7 15,1 2-7-15,2-4-1 0,-2 2-8 0,2-1-1 16,-2-4-6-16,4 5-26 0,-2-6-17 16,0 1-28-16,-2-1-34 0,2-1-40 0,0 1-47 15,0-4-51-15,0 3-199 0,-1-3-445 0,1-7 197 16</inkml:trace>
  <inkml:trace contextRef="#ctx0" brushRef="#br0" timeOffset="154532.24">16067 13586 68 0,'0'0'129'0,"-7"-3"-22"0,7 3 5 0,0 0-1 15,0 0-11-15,0 0-9 0,-6-4-7 0,6 4-1 16,0 0-9-16,0 0-16 0,0 0 0 16,0 0-7-16,-8-2-9 0,8 2-11 0,0 0-9 0,0 0-25 15,0 0-20-15,0 0-19 0,0 0-8 0,0 0-6 16,0 0-14-16,0 0-13 0,0 0-66 0,0 0-162 16,0 0 71-16</inkml:trace>
  <inkml:trace contextRef="#ctx0" brushRef="#br0" timeOffset="154774.51">17306 14357 70 0,'5'4'71'0,"-5"-4"-10"15,0 0-16-15,0 0-8 0,0 0-23 0,0 0-28 16,0 0-34-16,0 0-51 0,0 0 23 0</inkml:trace>
  <inkml:trace contextRef="#ctx0" brushRef="#br0" timeOffset="155983.37">16087 13558 67 0,'0'0'87'0,"0"0"0"15,0 0-12-15,0 0 11 0,0 0-2 16,-3-8-2-16,3 8-7 0,0 0 6 0,0 0-3 16,0 0-6-16,0 0-13 0,0 0 4 0,0 0-4 15,0 0-7-15,0 0-2 0,0 0-5 0,0 0-11 16,0 0 2-16,0 0-2 0,0 0 0 0,0 0-4 0,0 0-12 15,0 0 8-15,0 0 7 0,0 0-13 16,0 0 1-16,0 0-11 0,0 0 6 0,0 0 0 16,0 0 1-16,0 0 6 0,18 12-3 0,-14-8 2 15,-4-4 8-15,9 9-1 0,1-3-2 0,-2-1 0 16,1 3-4-16,1-1 3 0,1 0 9 0,0-1-4 16,4 4-6-16,-1 0 6 0,3-1 0 0,-1-2 4 15,9 8-10-15,-6-5 2 0,5 1 0 0,3 1-4 16,-2-3-3-16,2 2-5 0,-3 2 6 0,2-3-5 15,-8 0 4-15,9 2-3 0,-8-3-2 0,-1-2 2 0,2 1-3 16,-4 0-4-16,0 1 3 0,2 0-1 16,-5-1-7-16,2 1 3 0,-3-3-1 0,-1 1-2 15,2 0 4-15,-4-2-3 0,3 2-3 0,-2 0 2 16,-3-1-1-16,2 0 1 0,0-2-5 0,-2 0 9 16,-1 1-5-16,-1-1 3 0,2 0-2 0,3 2-4 0,-3-1 4 15,0 0 0-15,1 0-4 0,2-1 4 0,-1 3-5 16,-2-1-1-16,2 0 4 0,1-2-2 0,1 1 2 15,-3 0-3-15,3 1-1 0,-1-1 3 16,2 0 0-16,-1 0-1 0,-2-2 4 0,1 0-4 16,0 4 0-16,-1-3 2 0,-2-3-2 0,-1 4 1 0,4-2-2 15,-3 1 0-15,-1-2-2 0,1 0 2 0,0 0-1 16,-2 1 4-16,2-1-3 0,-7-2 2 16,11 6-1-16,-3-3 1 0,-2 0-1 0,-6-3-1 15,12 3 0-15,-3-1 0 0,-2-1 0 0,1 0 3 16,-1 2-1-16,0-1-1 0,2-1 2 0,-1 0-1 0,-8-1-5 15,14 0 6-15,-3 0-3 0,-2 0 2 0,0 1-1 16,3-1-1-16,-5 1 3 0,-7-1 0 0,16 0-2 16,-10 0 0-16,-6 0-1 0,14 1 1 0,-14-1-3 15,10 2 6-15,-10-2-2 0,12 0-2 16,-6 0 1-16,-6 0 0 0,16-2 1 0,-10 4-3 0,-6-2 3 16,13-3 3-16,-4 3-6 0,-9 0 1 0,13-2 0 15,-8 1-1-15,-5 1-1 0,11 0 2 0,-11 0 0 16,9-1 2-16,-9 1-4 0,0 0 1 15,12 0 0-15,-12 0 3 0,0 0 0 0,6-3-1 0,-6 3-3 16,0 0-1-16,0 0-3 0,0 0-4 0,10 0 5 16,-10 0-1-16,0 0-1 0,9 1-2 0,-9-1 6 15,11-1-4-15,-11 1 3 0,10 1-3 16,-10-1 1-16,10 2 0 0,-10-2 3 0,9 0-3 0,-9 0 0 16,9 1-2-16,-9-1 2 0,0 0 1 15,9 1 8-15,-9-1-8 0,0 0 4 0,0 0-2 16,0 0 3-16,7 2-3 0,-7-2 3 0,0 0 0 0,0 0 6 15,0 0 5-15,0 0-4 0,0 0 3 0,0 0-3 16,0 0-3-16,0 0 1 0,0 0-1 0,-20 12 2 16,12-8 2-16,-2 2-1 0,1 1 0 15,-1-1-1-15,1 2-1 0,-5 1-1 0,0 0 1 16,5 0 0-16,-3-1-2 0,3 1-1 0,0 2-1 0,2-2 2 16,-2 1 1-16,2 0-3 0,0-1 7 0,0-1-7 15,1 2 6-15,0-2-6 0,1-1-3 0,1 1-13 16,0 0-16-16,1-2-16 0,1 0-18 15,-2 0-17-15,4-6-28 0,-4 9 2 0,4-9-28 16,0 7 2-16,0-7-10 0,0 0-10 0,6 8-80 0,-6-8-254 16,7 2 112-16</inkml:trace>
  <inkml:trace contextRef="#ctx0" brushRef="#br0" timeOffset="156175.03">17255 14004 14 0,'-9'-17'137'15,"-1"3"19"-15,-2 0-6 0,-1 1 3 0,1 1-14 0,-1 0-2 16,0-1-11-16,0 2-8 0,3 4-1 0,-4-2-7 16,5 2-4-16,0 1-16 0,0 0-9 0,2 2-9 15,0 0-5-15,2-1-7 0,5 5-7 0,-10-6-4 16,10 6-22-16,0 0-17 0,-12-5-33 16,12 5-27-16,0 0-34 0,-7-5-34 0,7 5-21 15,0 0-121-15,0 0-282 0,0 0 126 0</inkml:trace>
  <inkml:trace contextRef="#ctx0" brushRef="#br0" timeOffset="156735.65">16001 13527 59 0,'0'0'112'0,"0"0"-8"0,0 0-9 15,0 0-21-15,0 0 0 0,0 0-4 0,0 0 0 0,0 0-1 16,0 0-4-16,-17 20-10 0,15-12-2 0,-3 1 1 16,2 2 8-16,-2 0-3 0,1-1-3 0,1 2-3 15,-3-2-11-15,4-1-7 0,2-9-1 0,-7 17 1 16,5-7-3-16,2-10-4 0,-4 14-7 0,0-7-16 15,4-7-19-15,-1 11-32 0,1-11-20 0,0 0-7 16,0 13-20-16,0-13-17 0,0 0-59 0,1 10-184 16,-1-10 82-16</inkml:trace>
  <inkml:trace contextRef="#ctx0" brushRef="#br0" timeOffset="156902.84">16079 13536 116 0,'9'-3'114'16,"-9"3"-10"-16,14-3-13 0,-14 3-7 0,14 0-12 16,-14 0-2-16,22 4-10 0,-12-2-11 0,3 1-18 15,-3 1-26-15,4-2-18 0,-1 2-7 16,-1 0-21-16,4 0-30 0,-3 2-38 0,-2-1-118 0,1 0 53 16</inkml:trace>
  <inkml:trace contextRef="#ctx0" brushRef="#br0" timeOffset="157399.31">16083 14046 53 0,'0'0'160'0,"0"0"-10"0,0 0-15 0,0 0-17 16,0 0-12-16,0 0-9 0,0 0-7 0,0 0-6 15,0 0-5-15,25-2-8 0,-16 6-1 0,3 1-4 16,-3 0-1-16,1 3-7 0,4 3-6 0,-1-1-3 15,1 1-4-15,-3 2 2 0,2-3-9 0,0 0-2 16,-3-4-5-16,2 4 1 0,-3-3-3 0,2 1 2 16,-1-1-4-16,-1-1-2 0,2 1-6 0,-4-3 4 15,2 4-6-15,-2-4-1 0,-2-1 0 0,-5-3-2 16,7 4 13-16,-7-4 4 0,8 3 17 0,-8-3 9 16,5 3 10-16,-5-3-2 0,0 0-9 0,0 0-5 15,7-10-4-15,-7 10-6 0,2-11-3 0,-2 3-4 16,0-4-3-16,1 0-3 0,2-3-4 0,-3 2-1 15,1-3-10-15,2-3 3 0,-3 3-2 0,1-1-2 16,2 1-5-16,-3 4-5 0,1 3-12 0,-1-1-14 16,0 3-26-16,0 7-31 0,2-10-36 0,-2 10-25 15,0 0-4-15,0 0 12 0,0 0-8 0,0 0-10 16,0 0-10-16,0 0-92 0,0 0-275 0,0 0 122 16</inkml:trace>
  <inkml:trace contextRef="#ctx0" brushRef="#br0" timeOffset="157975.94">16425 14137 86 0,'0'0'134'0,"0"0"-5"0,2 12 0 0,-2-12-9 0,0 10-12 16,1-5-1-16,0 3-18 0,-1-8 1 0,3 14 1 16,-1-7-2-16,0 2-9 0,0 0-5 0,-1-2-7 15,1 2-8-15,-1-1-6 0,0-2-9 0,-1-6 1 16,3 10-5-16,-2-4-4 0,-1-6-2 0,3 7-3 15,-3-7-5-15,1 9 0 0,-1-9-2 0,0 0-1 16,1 6 3-16,-1-6 7 0,0 0 5 0,0 0 14 16,0 0 4-16,2 7-1 0,-2-7 0 0,0 0-5 15,0 0 3-15,0 0-9 0,0 0-3 0,0 0-8 16,-12-17-3-16,11 8 0 0,-2 0-7 0,1-1-1 16,0 0-2-16,1-2-3 0,1 1-2 15,1 1 0-15,2-2-2 0,1 2-2 0,1 0-1 0,1-2-6 16,2 3 1-16,2 0 1 0,0 3-7 0,-1-2 1 15,3 2-1-15,-2 1 1 0,3 3 1 0,-3 1 0 16,0 1-7-16,-2 0 1 0,-8 0 2 0,15 3-1 16,-10 1 2-16,2 1-1 0,-5 1 2 0,2 1 0 15,-3 0 1-15,-1 3-1 0,-1 0 0 0,-3 2 0 16,1-3-2-16,-1 2 1 0,-1-2 1 0,1-3-1 16,0 1 0-16,0 0 0 0,-1-3 4 0,5-4-6 15,-5 7-10-15,5-7-5 0,-4 8-7 0,4-8-6 16,-1 5 3-16,1-5 1 0,0 0 5 0,0 0 4 15,5 10 0-15,-5-10 1 0,7 4 7 0,-7-4-2 16,9 3 2-16,-2-1 2 0,-7-2 0 0,15 2-3 16,-9 0 8-16,1 0-5 0,-2 1 0 0,-5-3 1 15,13 4 1-15,-9-2 2 0,-4-2 0 0,9 5-5 16,-9-5 7-16,3 6-2 0,-3-6 1 0,0 6 2 16,0-6 1-16,0 0 7 0,-7 11-6 15,3-6 0-15,-4-1-2 0,2-2-1 0,-2 5 1 0,3-2-15 16,-3-1-11-16,1-1-19 0,-1 0-24 0,2 0-6 15,-1 1-24-15,7-4-13 0,-11 3-25 0,11-3-10 16,-8 4-111-16,8-4-280 0,-8 0 124 0</inkml:trace>
  <inkml:trace contextRef="#ctx0" brushRef="#br0" timeOffset="158389.2">16818 14160 140 0,'0'0'135'0,"0"0"-8"16,0 0-20-16,0 0-8 0,-22 10 0 15,16-7-5-15,1 3 0 0,-2 1-3 0,1 3-9 0,-2-1-4 16,4 1-9-16,0-1-3 0,1-1-11 0,0 3 3 16,3-3 0-16,-1 0-21 0,1-8 4 0,0 11-2 15,4-2-1-15,-1-4-6 0,1 0-1 0,3-2-5 16,3 3 2-16,-1-5-7 0,-1 2 1 15,3-2 4-15,0-1-6 0,2-1 1 0,-1 2-5 0,-3-1-2 16,-2 0 0-16,-7 0 0 0,12-1 1 0,-12 1 18 16,0 0 6-16,10 0 5 0,-10 0-5 0,0 0-2 15,0 0-2-15,0 0-5 0,0 0-7 0,0 0-3 16,0 0 0-16,0 0-3 0,-28 11 6 16,18-6-3-16,1 0 4 0,-1 2 0 0,-1 0 0 15,-1 1 1-15,4 1 1 0,-1 0-6 0,4 0 0 0,-2-2-2 16,1 2-4-16,2 0 0 0,2-2-1 0,0 0 3 15,2-7-2-15,3 12-5 0,0-5 2 0,2 0 2 16,2 0 5-16,1-3-12 0,1 2 1 0,4-3-25 16,-1-2-16-16,6 1-30 0,-1 0-30 0,3-2-32 15,-3-3-41-15,3 3-30 0,-2-1-121 0,-1-1-343 16,1-2 152-16</inkml:trace>
  <inkml:trace contextRef="#ctx0" brushRef="#br0" timeOffset="159219.01">15699 13666 21 0,'0'0'133'16,"0"0"-12"-16,-7-3 4 0,7 3-5 0,0 0-6 15,0 0-2-15,-6-4-8 0,6 4-10 16,0 0-11-16,0 0-4 0,0 0-14 0,0 0-3 16,13-8-4-16,-2 7-7 0,-4-1-4 0,5 1-7 15,-2-2-12-15,0 2-11 0,3-1-19 0,-1 1-15 0,0 0-14 16,0-1-18-16,-2 1-10 0,-10 1-19 0,19-4-6 15,-19 4 2-15,13-1-21 0,-9 0-59 0,-4 1-175 16,0 0 78-16</inkml:trace>
  <inkml:trace contextRef="#ctx0" brushRef="#br0" timeOffset="159363.44">15839 13596 34 0,'0'0'74'0,"0"0"-12"15,0 0-5-15,0 0-4 0,0 0-6 16,0 0 10-16,0 0-3 0,0 0-6 0,0 0-4 15,0 0-2-15,-4 31-2 0,7-19-11 0,-2-1 5 16,0 4-7-16,5 2-25 0,-2-1-17 0,1 4-20 16,2 3-74-16,-1 2-119 0,-1 1 53 0</inkml:trace>
  <inkml:trace contextRef="#ctx0" brushRef="#br0" timeOffset="159851.07">17247 14428 29 0,'-8'2'144'16,"8"-2"-2"-16,-7 2-11 0,7-2 1 0,0 0-12 16,-13 2-2-16,13-2-9 0,-6 0-7 0,6 0-10 0,0 0-12 15,0 0-12-15,0 0-3 0,-8 1 0 16,8-1-25-16,0 0-13 0,0 0-10 0,0 0-10 15,0 0-22-15,0 0-24 0,32-5-29 0,-21 2-40 16,2 1-102-16,0-2-227 0,4 1 100 0</inkml:trace>
  <inkml:trace contextRef="#ctx0" brushRef="#br0" timeOffset="163035.31">24857 13889 94 0,'0'0'109'0,"0"0"5"0,-6-6 12 0,6 6-1 16,-5-4 0-16,5 4-7 0,-2-8-6 0,2 8-8 16,-4-6 10-16,4 6 9 0,-3-8-5 0,3 8-4 15,-4-7-9-15,4 7-11 0,0 0-4 0,0 0-13 16,-2-10-10-16,2 10-9 0,0 0-6 0,0 0-6 16,0 0-5-16,0 0-3 0,0 0-5 0,14 26-4 0,-9-15 13 15,3 7-4-15,0-4-5 0,-1 3 1 16,0 0-7-16,-1-1 2 0,-1 2-8 0,0-3-2 15,4 1 1-15,-1 0-3 0,-3-1-3 0,0 0 0 16,-1-3-20-16,3-2 2 0,-4-1 5 0,-1 0-2 16,2-3-2-16,0 1-1 0,-1-2 1 0,-1 0 3 0,-2-5 2 15,4 9 2-15,-4-9 1 0,4 4 6 16,-4-4 12-16,0 0 8 0,0 0 7 0,5 5-2 16,-5-5-6-16,0 0-3 0,0 0 1 0,9-21-4 15,-8 12-3-15,3-3 0 0,2-4 1 0,0 5-4 16,0-5-3-16,2-1-1 0,-1-1-3 0,-1 1-5 0,2 1 3 15,-4-4-2-15,3 4 1 0,-2 1-3 0,-1 5-1 16,0-2 0-16,-1 3-13 0,2-1-1 16,-1 3-9-16,-4 1-13 0,0 6-18 0,4-8-17 15,-4 8-22-15,0 0-6 0,0 0-30 0,0 0-9 16,9-3-9-16,-9 3-7 0,0 0-8 0,6 13-10 0,-4-6-114 16,2 5-305-16,-4-2 136 0</inkml:trace>
  <inkml:trace contextRef="#ctx0" brushRef="#br0" timeOffset="163281.51">25145 14044 36 0,'0'0'119'16,"0"0"15"-16,3 7 0 0,-3-7 2 0,-3 10-8 16,2 0 0-16,0-1-14 0,0 2-4 0,1-1-12 15,0 3-9-15,-2-2-1 0,0 4 0 0,0 2-3 16,1-2-2-16,1 1-6 0,-1-3-9 0,1-2-7 15,-2 1-7-15,1-1-7 0,0-1-1 0,1 0-1 0,0 1-12 16,0 0 2-16,1-2-9 0,-1-3 0 16,-1 4-18-16,1-10-20 0,1 14-18 0,-2-9-20 15,1-5-8-15,-1 10-19 0,1-10-16 0,-2 8-16 16,2-8-7-16,0 0 2 0,0 0-10 0,-2 6-96 16,2-6-236-16,0 0 105 0</inkml:trace>
  <inkml:trace contextRef="#ctx0" brushRef="#br0" timeOffset="163653.12">25167 14069 28 0,'5'-8'124'0,"4"0"-9"15,0 1 2-15,-3-2-5 0,3 6 1 0,0-1-5 16,-4 1-20-16,2 2-9 0,-7 1-6 0,14-1-9 0,-14 1-1 16,10 2-3-16,-5 2-6 0,-5-4-10 15,7 8 0-15,-5-3-1 0,2 1 1 0,-4-6-2 16,-4 16 3-16,2-6-5 0,-1-1-3 0,-3 0-6 15,2 1-1-15,-1-2-3 0,-3 2 3 0,4-4-7 0,-2 2-7 16,2-1 0-16,1-2-1 0,-1 0-3 16,1 1 1-16,3-6-6 0,-5 10 1 0,5-10 0 15,-2 10-16-15,2-10-3 0,5 9 2 0,-2-4 6 16,3 0 1-16,-2 1-6 0,1-2 1 0,2 2-1 16,0-3 6-16,0 2-4 0,1 0 0 0,-3-1 0 0,4 2 4 15,-5-2-1-15,3 0 4 0,-7-4-3 16,5 6-4-16,-5-6 5 0,6 7-15 0,-6-7 20 15,4 4 4-15,-4-4 9 0,0 0 3 0,0 0-1 16,-4 11-1-16,4-11 0 0,-9 4-2 0,9-4-2 16,-10 7-4-16,4-5 1 0,0 2-1 0,-1-2-10 0,7-2-7 15,-9 6-25-15,3-6-11 0,6 0-33 16,-8 4-21-16,8-4-31 0,0 0-114 0,-11 2-262 16,11-2 116-16</inkml:trace>
  <inkml:trace contextRef="#ctx0" brushRef="#br0" timeOffset="164087.07">25518 14028 158 0,'-14'5'167'0,"-1"-2"-6"15,1 2-6-15,-3 4-15 0,2 0-14 0,6 1-9 16,1-2-23-16,-2 0 0 0,2 2-9 0,5 0-11 15,-3 1-6-15,4-2 2 0,2 1-9 0,0-1-13 16,2-3 0-16,4 2-5 0,1 0-4 0,2-2-2 16,3-2-4-16,-3 2 0 0,1-2-7 0,2-1 3 15,1 0-3-15,-1-2 3 0,-1-1-5 0,-1 0-9 16,0 1-2-16,-10-1 6 0,11-1 4 0,-4 0 7 16,-7 1 4-16,0 0 6 0,12-2 2 0,-12 2 2 15,0 0 4-15,0 0-12 0,0 0-1 0,0 0 1 16,0 0-7-16,0 0 2 0,0 0-2 0,0 0-4 15,0 0-2-15,0 0 0 0,0 0 1 0,-29 3 2 16,19 2-3-16,3-1-5 0,-3 2 2 0,-1 2 0 16,3-1-1-16,-5 4-3 0,6-2-3 0,-2-2 1 15,2 1-1-15,-1 0 0 0,3 2-2 0,0-2-2 16,4 2 2-16,1-3-4 0,0-7 3 0,-1 15 3 16,3-8-6-16,3 0 3 0,-2-1-4 0,7-1 4 15,-1 1-2-15,0-2-14 0,2-1-14 0,0 3-24 16,1-4-25-16,3 0-40 0,2 0-32 0,0-2-26 15,1 0-35-15,-1 0-153 0,-3-3-382 0,4 1 169 16</inkml:trace>
  <inkml:trace contextRef="#ctx0" brushRef="#br0" timeOffset="164316.94">25845 14079 22 0,'-2'-6'217'0,"2"6"-21"0,0 0-23 16,0 0-17-16,0 0-11 0,0 0-15 0,7-12-12 16,3 8-8-16,0 1-12 0,1-2-8 0,7 2-12 15,3-3-9-15,-3 2-7 0,4-1-2 0,-1 0-5 16,-2 1-9-16,0 0-14 0,-2 3-18 0,-3-1-18 16,-1 0-21-16,-1 0-21 0,-1 0-8 0,-11 2-11 15,13-4-20-15,-7 3-1 0,-6 1-30 0,10-5-16 16,-10 5-78-16,3-4-227 0,-3 4 100 0</inkml:trace>
  <inkml:trace contextRef="#ctx0" brushRef="#br0" timeOffset="164502.79">26053 13925 90 0,'-7'-1'124'16,"7"1"3"-16,0 0-2 0,-12 2-5 0,12-2 10 16,-7 8 0-16,3-1 6 0,0 2-4 0,-1 3 8 15,1 2-11-15,-3 2 0 0,4 1-4 0,-1 1-8 16,2 1-10-16,0-1-6 0,-1-1-13 0,1 1-6 15,2-1-7-15,0 0-9 0,0 0-7 0,3 0-3 16,-3-5-6-16,2 2-20 0,-2 2-29 0,0-3-24 16,0 4-50-16,0-6-65 0,-2 1-53 0,-5 3-150 15,3-3-370-15,-4-3 165 0</inkml:trace>
  <inkml:trace contextRef="#ctx0" brushRef="#br0" timeOffset="169296.14">26546 13840 92 0,'0'0'133'0,"0"0"-12"0,0 0-16 0,0 0-6 16,11-12-10-16,1 9-9 0,3-3-17 0,6 3 5 15,0-2-15-15,5-1-2 0,-6 2-5 0,1 2-12 16,-2 1-23-16,-2 1-12 0,0 0-12 0,-5 0-10 16,1 1-9-16,-3-2-25 0,0-2-14 0,-10 3-71 15,11 2-153-15,-11-2 68 0</inkml:trace>
  <inkml:trace contextRef="#ctx0" brushRef="#br0" timeOffset="169695.14">26679 13805 101 0,'-3'11'92'0,"1"-5"18"15,2-6-8-15,2 19 0 0,-2-8-13 0,0 2 0 16,1 3-11-16,1-1 17 0,-2 2-5 0,2 0-10 0,-2 0-7 15,0 1-3-15,0-4-8 0,0 2 1 16,0-3-16-16,0-1 3 0,0 2-5 0,0-2-4 16,-2-1-3-16,2 0-7 0,-2-2-2 0,4 1 2 15,-4 1-7-15,1-5-6 0,-1 2 2 0,0 2 2 16,2-10-3-16,-2 12 1 0,0-7-6 0,2-5 14 16,-5 10-28-16,3-7 0 0,2-3-2 0,-9 7 6 15,4-4-3-15,5-3-1 0,-17 4 1 0,7-3-2 16,1 1 10-16,-1-2-15 0,-2-2 10 0,3 1-5 15,-2 1-3-15,1-3 3 0,2 0-1 0,8 3 6 0,-13-3-1 16,8 3-8-16,5 0 4 0,-11-4 0 0,11 4 0 16,0 0-1-16,-7-3 1 0,7 3 1 15,0 0-2-15,0 0-1 0,0 0-2 0,0 0 3 0,0 0 4 16,0 0-9-16,0 0 8 0,31 3-1 16,-18-3-5-16,-1 1-5 0,6 0-15 0,0 2-19 0,3-3-19 15,-2 1-13-15,0 2-26 0,-2-2-10 0,3-1-15 16,-8 3-72-16,2-3-215 0,-4 3 95 0</inkml:trace>
  <inkml:trace contextRef="#ctx0" brushRef="#br0" timeOffset="170096.64">26911 14066 59 0,'-9'-2'135'0,"9"2"-12"16,-14 2-9-16,14-2-8 0,-13 9 5 15,5-7-6-15,0 7-7 0,-1-3 4 0,4 4-11 0,-2-1-12 16,3 0-10-16,1-1-5 0,1 1-3 0,2 2-8 16,0-1 3-16,2-1-10 0,3 1-4 0,0-1-5 15,0-2 0-15,3 1-2 0,-1-2-6 0,1-1-9 16,0 0 5-16,1-1-5 0,-1-2 3 0,0-1-8 16,-8-1 1-16,9 5 3 0,-5-4-5 0,-4-1 2 15,9 2 5-15,-9-2 2 0,0 0 2 0,0 0-2 16,0 0 3-16,0 0-2 0,0 0-1 15,0 0-4-15,0 0 1 0,0 0 0 0,0 0-2 16,0 0-3-16,0 0-6 0,-28-7 5 0,28 7 2 0,-17 4 2 16,11-1 0-16,-4 2 3 0,1 1-9 0,1-1-2 15,3 0 0-15,-2 0 0 0,0 3-1 0,3-4 1 16,1 2 0-16,1 0-6 0,2-6 0 0,-4 12 2 16,4-5 2-16,0-7 1 0,6 10-3 15,-1-4-1-15,1-2 3 0,4 2-5 0,-1-2-11 0,4-1-13 16,-1 0-20-16,-1 0-23 0,0-3-22 0,7 1-16 15,-3-1-19-15,-3 0-22 0,1-1-22 0,1 0-93 16,-3-2-279-16,2-1 123 0</inkml:trace>
  <inkml:trace contextRef="#ctx0" brushRef="#br0" timeOffset="170350.08">27162 13930 124 0,'0'0'168'0,"0"0"-20"0,0 0-17 16,0-13-7-16,0 13-6 0,0 0 4 0,0 0-4 16,0 0-3-16,0 0-11 0,-4 38-11 0,4-25-6 15,-2 1-4-15,4 2-4 0,-2 1-16 0,-3-2 2 16,1 1-5-16,2 0-7 0,0-3-2 0,2-1-4 16,-1-1-9-16,1 5-3 0,-2-4 0 0,0-3-6 15,2 0-8-15,0 0-16 0,0-2-18 0,-2 3-18 16,0-4-15-16,0-6-26 0,4 12-10 0,-3-8-17 15,-1-4-16-15,2 6-10 0,-2-6-9 16,0 0-100-16,0 0-252 0,0 0 111 0</inkml:trace>
  <inkml:trace contextRef="#ctx0" brushRef="#br0" timeOffset="170645.37">27245 13859 12 0,'11'-2'89'0,"-11"2"-5"0,0 0 2 0,13 9-10 16,-13-9 3-16,10 10-1 0,-8-1-6 0,-2-3 5 16,2 5 4-16,-2 1-15 0,-4-1-12 0,0 0 2 15,-2 1-2-15,-5 2 1 0,1-3-5 0,-3 0-1 16,3-1 2-16,-3 0-4 0,1-3 1 0,3 0 1 16,0-1-6-16,-2-2 0 0,2 2-7 0,3-6-2 15,6 0-1-15,-12 5-1 0,9-1-9 0,3-4-1 16,-6 4-5-16,6-4 1 0,-2 6 2 0,2-6-4 15,0 0 3-15,11 10-7 0,-6-5-1 0,4 3 2 16,4-5-6-16,-1 3-1 0,5-1 4 0,1-1 3 16,0 0-3-16,2 2-20 0,1-1-16 0,-2-2-27 15,0-1-14-15,3 1-34 0,-4 0-25 0,0-1-102 16,-7 2-247-16,1-3 109 0</inkml:trace>
  <inkml:trace contextRef="#ctx0" brushRef="#br0" timeOffset="171068.15">27535 13998 84 0,'0'0'169'0,"-11"-6"-8"0,6 5-3 16,-6 0-5-16,11 1-8 0,-20 4-8 0,11 0-12 16,-3 0-13-16,-1 1-4 0,4 3-7 0,-2-1-11 15,4 1-8-15,-2 1-9 0,2 1-6 0,3-1-6 16,0-1-8-16,1 1-6 0,1-3-5 0,2 2-6 15,2 1 3-15,0-3-4 0,1 2-5 0,1-3-2 16,0 1 1-16,1-2-1 0,1-1-4 0,4 1-1 16,-1-2-4-16,-1-1-1 0,0 1-2 0,0-1-1 15,-8-1-3-15,9 3 0 0,-9-3 2 0,9 1-1 16,-9-1 1-16,10 1 9 0,-10-1 5 0,0 0 6 16,0 0-2-16,8 0 3 0,-8 0-5 0,0 0-2 15,0 0-5-15,0 0 6 0,0 0-9 0,-22 14-1 16,13-7-1-16,0-3-2 0,0 3-2 0,0 1 1 15,2-1 1-15,-2-1-4 0,-2 3 2 0,4-2-4 16,1-2-3-16,1 0 0 0,1 3 2 0,-1-1-2 16,3-1 0-16,2-6-1 0,-5 8 3 0,5-8-3 15,0 0 2-15,6 13 1 0,0-11-3 0,1 0 5 16,3 1-4-16,4-1 1 0,6-1-3 0,-2-1 2 16,2 0-11-16,0-1-11 0,1-2-20 0,-1 1-20 15,0 0-26-15,1 1-32 0,-4 0-26 0,1-3-36 16,0 3-208-16,-4 0-412 0,4-4 182 0</inkml:trace>
  <inkml:trace contextRef="#ctx0" brushRef="#br0" timeOffset="176287.49">20817 15054 24 0,'-8'0'130'0,"-1"-4"-4"16,9 4-3-16,-15-3-4 0,6 1-4 15,0 0-6-15,1 0 1 0,2-2-4 0,6 4-1 16,-17-3-3-16,11 1-2 0,-1 0-6 0,7 2-1 16,-14-5-7-16,9 2-3 0,5 3-4 0,-9-4 1 15,9 4-3-15,-6-5-6 0,6 5-6 0,0 0-6 0,-7-4-11 16,7 4-1-16,0 0-7 0,0 0-4 15,9-14-5-15,3 11-2 0,3-3-2 0,6 0-4 16,8-4-4-16,2 4 1 0,1-1-5 0,1 0 0 16,1 0-8-16,-2 1-13 0,-4 1-21 0,-8 4-9 15,1 0-23-15,-5-2-16 0,2 3-15 0,-7 2-18 0,2-2-15 16,-7 1-9-16,2 1-12 0,0 0-9 0,-2 1-91 16,-6-3-263-16,4 4 116 0</inkml:trace>
  <inkml:trace contextRef="#ctx0" brushRef="#br0" timeOffset="176771.4">20875 14916 109 0,'0'0'135'0,"-7"-4"2"16,7 4-26-16,0 0-15 0,0 0-13 15,0 0-3-15,0 0 0 0,0 0 7 0,-8 9 1 16,8 1-3-16,-1-1-4 0,1 4-5 0,-3 3-1 15,2 0-9-15,0 3-3 0,-1 0 8 0,0 5-12 0,1-5-5 16,-1 0 1-16,1-1-6 0,2 1-2 16,-2-3 1-16,1 2-8 0,-1-1-10 0,1-1 2 15,-2-1-4-15,1-1-6 0,1-4 1 0,1 3-1 16,-1-1-2-16,-1 4-3 0,1-5-1 0,0-1 2 16,0 0-9-16,0 2 1 0,-1-3 4 0,1-2-5 15,0-7 7-15,-1 12-8 0,1-12-2 0,0 10 1 16,0-10-9-16,-2 8 13 0,2-8-3 0,0 0 0 15,-1 8 1-15,1-8 0 0,0 0-3 0,-9 2 3 16,9-2-7-16,-9 0 4 0,9 0-3 0,-11-2-2 16,11 2-2-16,-16-3 2 0,10 2-3 0,-1-3-2 15,7 4 4-15,-15-5-2 0,9 2-1 0,-2 3 5 16,2-3-1-16,6 3-2 0,-14-6-8 0,9 5 8 16,5 1-2-16,-9-3 0 0,9 3 0 0,0 0 5 15,-9 0-12-15,9 0 12 0,0 0-10 0,0 0 3 16,0 0 2-16,0 0 0 0,0 0 3 0,0 0-3 15,0 0 1-15,0 0 3 0,29 6-6 0,-15-6-3 16,-1 1-8-16,1 0-8 0,3-1-10 0,0 2-19 16,-4-2-12-16,5 0-8 0,-1 1-8 0,-3-1-15 15,-1 0-17-15,1 0-10 0,0 0-1 0,-3-3-11 16,2 2-73-16,-1 0-225 0,-2-2 100 0</inkml:trace>
  <inkml:trace contextRef="#ctx0" brushRef="#br0" timeOffset="177012.86">21016 15305 4 0,'0'0'12'16,"5"-9"2"-16,-2 3 10 0,-3 6 17 0,0 0 16 15,2-15 7-15,-2 15 16 0,1-12-8 0,-1 7 5 16,0 5 10-16,2-8 7 0,-2 8 8 0,0 0 3 16,0-10-2-16,0 10-3 0,0 0-10 0,0 0-10 15,0 0-7-15,0 0-14 0,0 0-6 0,0 0-3 16,0 0-2-16,0 0 2 0,0 0 10 0,0 0 3 16,5 31-11-16,-4-16 2 0,-2 1-6 0,-2 0 3 15,-2 1-10-15,1 1-1 0,2-1-3 0,-4 2-5 16,2-3-3-16,-3 1-1 0,3-2-5 0,2-3 3 15,-1 0-6-15,1 0-5 0,-1 0-4 0,-1-3-14 16,3 0-18-16,-1-1-7 0,0-2-20 0,2-6-17 16,-1 12-11-16,-2-6-18 0,3-6-12 0,-1 6-12 15,1-6-17-15,0 0 6 0,-1 10-96 0,1-10-243 16,0 0 108-16</inkml:trace>
  <inkml:trace contextRef="#ctx0" brushRef="#br0" timeOffset="177449.79">21040 15263 80 0,'5'-16'97'0,"-2"10"-4"0,-3 6-11 15,10-10 2-15,-3 5-2 0,2 1-5 0,-9 4 8 16,21-5-7-16,-9 3 9 0,0 2-1 0,1 0-4 16,0 2-12-16,-3 2-4 0,1 0-3 0,-1-1-4 15,0 3 4-15,-5 0-1 0,-1-1 0 0,-1 3 0 16,-2 1-3-16,-1 0-3 0,-1 1-5 0,-3 2 1 15,-1-3-6-15,1 2-3 0,-3-2-8 0,0 0 1 16,2-1-5-16,-1 1 0 0,-1-3-1 0,3-1-7 16,0 2 0-16,-1-3-3 0,5-4-1 0,-4 6-5 15,2-1-3-15,2-5-1 0,0 0-1 0,0 11 3 16,0-11-4-16,5 6 4 0,-5-6-4 16,10 6-4-16,-4-5 1 0,-1 3 3 0,2-2-5 0,2 0-2 15,0 0 5-15,1-2-3 0,0 5-2 16,-2-3 4-16,-1 1-2 0,1-2-5 0,1 2 2 0,-3 2-2 15,0-2 7-15,-1 1-9 0,-5-4 3 0,9 6 2 16,-4-2-2-16,-3 0 3 0,-2-4-4 0,1 9 3 16,-1-9 2-16,0 0 0 0,-5 13 0 15,-1-7 6-15,1-4 3 0,-1 1 0 0,-2 0-2 16,-2 2 0-16,1-3-1 0,-2 2 2 0,0-3-3 16,1 1-2-16,1 0 0 0,2-1-13 0,-1 2-16 15,0-2-12-15,8-1-20 0,-14 0 1 0,14 0-49 0,-13 0-24 16,13 0-23-16,-12-3-141 0,12 3-314 15,-10-4 138-15</inkml:trace>
  <inkml:trace contextRef="#ctx0" brushRef="#br0" timeOffset="177720.65">21630 15245 49 0,'0'-8'234'15,"0"8"-10"-15,0 0-12 0,0 0-16 0,0 0-20 16,-2-10-19-16,2 10-16 0,0 0-13 0,5-5-12 16,-5 5-16-16,13-5-11 0,-7 3-8 0,6-2-8 15,-1 0-8-15,1 2-14 0,1 1-17 0,-2 1-29 16,0-1-28-16,1 0-22 0,-4 1-31 0,-8 0-23 15,14 1-16-15,-8 0-5 0,-6-1-19 0,7 4-114 16,-7-4-273-16,2 9 121 0</inkml:trace>
  <inkml:trace contextRef="#ctx0" brushRef="#br0" timeOffset="177870.7">21656 15312 33 0,'-9'4'143'15,"9"-4"3"-15,-7 5-8 0,7-5-8 0,-7 5-2 16,7-5-18-16,0 0-1 0,0 0-8 0,0 0-2 15,0 0-11-15,12 9-4 0,-12-9-10 0,13 2-4 16,-2 0-26-16,-1-1-29 0,2 2-38 0,-1-2-33 16,1 0-36-16,-1 1-132 0,1 0-242 0,-2-1 107 15</inkml:trace>
  <inkml:trace contextRef="#ctx0" brushRef="#br0" timeOffset="188014.89">566 12676 157 0,'0'0'186'0,"0"0"-13"0,0 0-3 0,0 0-9 0,0 0-9 16,0 0-8-16,0 0-14 0,0 0-11 0,0 0-12 15,0 0-12-15,0 0-9 0,0 0-12 0,0 0-4 16,0 0-8-16,0 0-6 0,0 0-3 0,0 0-6 15,0 0-2-15,0 0-7 0,0 0-4 0,0 0-3 16,0 0-11-16,81-14-11 0,-81 14-11 0,0 0-25 16,53 0-21-16,-53 0-28 0,0 0-25 0,39 0-24 15,-28 0-20-15,-11 0-10 0,15 0-102 0,-9 0-279 16,-6 0 124-16</inkml:trace>
  <inkml:trace contextRef="#ctx0" brushRef="#br0" timeOffset="188436.68">690 12658 121 0,'0'0'152'0,"0"0"-1"0,0 0 9 0,0 0-5 16,0 0-4-16,0 0-2 0,-32 37-13 0,32-37-10 16,-6 32-2-16,6-32 0 0,-7 39-8 0,7-39-12 15,-6 43-7-15,6-43-7 0,-4 44-8 0,4-44-12 16,-8 38-5-16,8-38-7 0,0 39-5 0,0-39-4 0,-2 38-5 15,2-38-4-15,0 36 1 0,0-36-7 0,0 0-4 16,-3 42 1-16,3-42-5 0,0 0 1 16,-1 31-6-16,1-31 0 0,0 0-3 0,0 0-1 15,0 0-1-15,-5 32-5 0,5-32 1 0,0 0-2 16,0 0-3-16,0 0-9 0,0 0-4 0,-20 17-8 16,20-17 0-16,0 0-2 0,0 0-4 0,0 0 2 15,-45-3 3-15,45 3 2 0,0 0 1 0,0 0 3 16,0 0-6-16,0 0 0 0,0 0 6 0,0 0-1 15,-54-12 1-15,54 12 6 0,0 0-5 0,0 0-3 16,0 0 5-16,0 0-2 0,0 0 5 0,0 0-6 16,0 0 4-16,0 0-4 0,0 0 2 0,0 0 0 15,0 0-3-15,0 0 9 0,0 0 1 0,0 0 0 16,0 0 0-16,0 0 0 0,0 0-6 0,0 0-21 16,0 0-21-16,0 0-17 0,126 6-27 15,-126-6-36-15,56-2-36 0,-29-2-23 0,-5 4-103 0,-4-3-314 16,2 0 139-16</inkml:trace>
  <inkml:trace contextRef="#ctx0" brushRef="#br0" timeOffset="188833.05">1022 12983 130 0,'0'0'208'0,"-15"-10"-12"0,15 10-15 0,-12 0-10 16,12 0-14-16,0 0-9 0,-24 9-10 0,14-5-14 0,2 0-7 15,1 2-14-15,-2 3-3 0,2-1-11 0,3-3-10 16,4-5-9-16,-9 12-2 0,5-5-10 0,4-7-7 16,-2 12-1-16,2-12-4 0,4 16-4 0,1-9-4 15,1 0-2-15,1-2-1 0,2 1-9 16,0-2-5-16,2 0-5 0,2-4-8 0,-2 3 0 16,-1-3-5-16,-10 0 1 0,20 3-3 0,-20-3 3 15,15 0 1-15,-15 0 4 0,10-1 9 0,-10 1 6 0,0 0 4 16,13-3 2-16,-13 3 2 0,0 0-4 0,0 0-3 15,4-6 0-15,-4 6-6 0,0 0-1 0,0 0 1 16,0 0 2-16,0 0-5 0,-36 4 4 16,26-1 3-16,-3 1-3 0,3 0 5 0,-1 2-1 15,-1-1 2-15,3 1 1 0,0 1 2 0,-2 0-1 16,2 2-3-16,3-2-4 0,-3 1 1 0,3 1-5 16,2 0 3-16,0 0-2 0,0-2-2 0,4-1-9 15,0-6 2-15,-2 13-22 0,2-13-17 0,4 13-27 16,0-10-28-16,-4-3-39 0,12 8-53 0,-3-6-57 15,-1 2-183-15,-8-4-452 0,23 0 200 0</inkml:trace>
  <inkml:trace contextRef="#ctx0" brushRef="#br0" timeOffset="189081.87">1399 12996 315 0,'0'0'304'0,"0"0"-10"0,0 0-22 15,0 0-23-15,0 0-25 0,5-8-26 0,-5 8-19 16,0 0-17-16,12-2-16 0,-12 2-17 0,18-4-9 16,-5 1-24-16,0 3-24 0,6 0-20 0,1-3-32 15,-4 2-29-15,-4 1-30 0,-2 0-37 0,-10 0-31 16,23-2-34-16,-23 2-30 0,13 2-31 0,-13-2-147 15,9 2-376-15,-9-2 167 0</inkml:trace>
  <inkml:trace contextRef="#ctx0" brushRef="#br0" timeOffset="189236.44">1445 13050 53 0,'0'0'135'0,"-17"5"9"0,17-5-3 16,-11 4-3-16,11-4-3 0,-10 4-9 0,8-2-10 15,2-2-9-15,-7 4-11 0,7-4-9 0,0 0-1 0,-3 6-6 16,3-6-4-16,0 0-5 0,0 0-7 0,21 4-8 15,-21-4-16-15,20 3-22 0,-9-3-31 16,-11 0-34-16,29 0-47 0,-13-1-54 0,2 2-97 16,-1-2-265-16,-1 1 118 0</inkml:trace>
  <inkml:trace contextRef="#ctx0" brushRef="#br0" timeOffset="190567.03">1742 12721 45 0,'0'0'106'0,"0"0"-1"0,0 0-10 0,0 0-2 16,0 0 0-16,0 0 1 0,0 0-5 0,0 0-13 15,0 0 4-15,0 0-3 0,0 0-1 0,0 0-4 0,0 0-2 16,0 0 3-16,0 0-3 0,0 0-2 0,0 0 2 15,0 0 2-15,0 0-1 0,0 0 3 16,0 0 2-16,0 0-5 0,0 0-5 0,0 0-6 16,0 0-6-16,0 0-6 0,0 0-5 0,0 0-2 15,-3-12-4-15,3 12-4 0,0 0-7 0,-4-11 2 0,4 11-2 16,-1-9-3-16,1 9-3 0,0-12 0 16,0 12-7-16,-2-11 3 0,0 5 1 0,2 6 0 0,0-10-6 15,0 10 5-15,-2-14-1 0,2 14 3 16,0-9 0-16,0 9 7 0,-1-9 2 0,1 9 2 15,0 0-2-15,-2-9-2 0,2 9-2 0,0 0-1 16,0 0-5-16,0 0 5 0,-1-8-11 0,1 8-3 0,0 0-1 16,0 0-3-16,0 0-2 0,0 0 0 0,0 0-4 15,0 0 2-15,0 0 0 0,0 0-1 16,0 0-1-16,4 32 2 0,-2-22-2 0,-2 4-2 16,5 2 4-16,-2 2-2 0,-2 0 0 0,-1 0 1 15,2 6 3-15,-4-6 1 0,4 3 1 0,-2-2 1 16,1 5 0-16,-2-3 0 0,1-2 2 0,0 0-3 15,-2 0 2-15,5-2-2 0,-4 1 1 0,1 0 2 0,-3-3-1 16,1 1 1-16,1-4-4 0,0-2 3 16,1-1-4-16,1 1 3 0,-1-2-3 0,0-1 3 15,0-7-3-15,0 14 3 0,0-8-1 0,0-6 2 16,-1 13-1-16,1-13 4 0,0 8-5 0,0-8-4 16,-2 8-15-16,2-8-20 0,0 0-20 0,-2 8-22 0,2-8-27 15,0 0-36-15,0 0-23 0,0 0-52 16,0 0-126-16,0 0-368 0,0 0 163 0</inkml:trace>
  <inkml:trace contextRef="#ctx0" brushRef="#br0" timeOffset="190792.24">1954 12871 37 0,'8'-2'142'0,"-8"2"-15"16,11 0-12-16,-4-1-14 0,4-1-1 0,0 2-13 16,1 0-5-16,2-2-12 0,-2 2-1 0,4-1-11 15,-5 2-5-15,3-2-29 0,-1 0-25 0,-13 1-26 16,23 0-30-16,-14-1-17 0,-3 2-77 0,-6-1-165 16,0 0 73-16</inkml:trace>
  <inkml:trace contextRef="#ctx0" brushRef="#br0" timeOffset="191030.42">2136 12768 202 0,'0'0'202'0,"0"0"-15"0,-2-6-15 0,2 6-12 0,0 0-22 16,0 0-19-16,0 0-15 0,0 0-7 0,0 0-14 15,0 0-5-15,0 0-3 0,-7 20-4 0,5-11 10 16,-1 1-4-16,0 0-6 0,0 2-9 15,0 1-4-15,1-2-7 0,-4 5 0 0,5-4-8 16,0 5-5-16,-1-4 1 0,-1 3-4 0,3-1-2 0,-1 1-2 16,1 0 0-16,0-1-9 0,-3-4-16 0,3 0-30 15,0 1-30-15,0-12-27 0,0 20-31 0,0-14-44 16,4 1-32-16,-4 1-113 0,0-8-325 16,4 11 144-16</inkml:trace>
  <inkml:trace contextRef="#ctx0" brushRef="#br0" timeOffset="191302">2415 12753 183 0,'0'0'232'0,"5"-5"-20"0,-5 5-17 15,0 0-23-15,0 0-22 0,0 0-20 0,0 0-13 0,0 0-9 16,0 0-6-16,0 0-3 0,6 18-1 0,-6-8-7 15,0 0-9-15,0 2-5 0,0 1-6 16,0-3-4-16,0 6-1 0,-1-3-4 0,1 0-3 16,-2 2-3-16,0-3-1 0,1 1-5 0,2-2-9 15,-2 1 1-15,1 1-8 0,-3-2 0 0,6-1-3 16,-3 1-11-16,0 1-19 0,0-1-18 0,-3 0-27 16,2 1-36-16,1-12-41 0,4 16-48 0,-4-16-31 0,1 15-151 15,-1-15-381-15,0 0 168 0</inkml:trace>
  <inkml:trace contextRef="#ctx0" brushRef="#br0" timeOffset="191733.02">2439 12645 58 0,'3'-8'190'0,"-3"8"-20"15,5-11-16-15,2 3-13 0,0 4-15 0,-1-1-14 16,3 1-10-16,4 2-13 0,-4 2-8 0,1 1-7 16,2 0-11-16,-1 1-2 0,1 2-7 0,-2-1-3 15,-1 1-13-15,-3 0 5 0,2 1-11 0,-3-1 7 16,0 2-9-16,-1-2 0 0,-1 4-2 0,-3-8-4 16,3 10 7-16,-3-4 0 0,0-6-5 0,-2 11-1 15,-1-5 2-15,3-6-6 0,-4 11-1 0,2-6-1 16,2-5-14-16,-4 9-4 0,4-9-8 0,-4 8-5 15,3-2-1-15,1-6-9 0,0 0 3 0,-3 9-7 16,3-9 1-16,0 0 5 0,0 0 5 0,4 13-13 16,0-10 4-16,-4-3 1 0,8 8-2 0,-8-8 8 15,7 9-2-15,-7-9 4 0,11 12 3 0,-6-6 3 16,-5-6-1-16,6 10-1 0,-2-3 7 0,-4-7-3 16,4 13 1-16,-3-6 15 0,-1-7 2 0,0 16 3 15,0-16 1-15,-1 12-2 0,1-12 4 0,-5 13-1 16,1-6-4-16,4-7 4 0,-10 15-1 0,6-10-4 15,-3 0-19-15,0 1-1 0,7-6-29 0,-12 10-28 16,3-9-37-16,9-1-50 0,-14 6-81 0,14-6-252 16,-16 0 111-16</inkml:trace>
  <inkml:trace contextRef="#ctx0" brushRef="#br0" timeOffset="191976.46">2945 12605 45 0,'4'6'166'15,"1"2"-8"-15,0 3-1 0,1 4-9 0,-3 2-1 16,4 0-6-16,-5 8-11 0,-2 0-16 0,1-1-11 16,-2-4-7-16,0-1-6 0,-2 6-9 0,-2-5-6 15,3-2-8-15,-5 2-8 0,2-3-8 0,-1 2 0 16,-3 0-11-16,-4 3-26 0,-1-1-18 15,-4-1-16-15,-1-2-26 0,-2 2-23 0,-1-3-30 16,-3-2-34-16,-1 3-128 0,-6-3-282 0,-2-2 125 16</inkml:trace>
  <inkml:trace contextRef="#ctx0" brushRef="#br0" timeOffset="192333.5">1652 12498 122 0,'-10'16'159'0,"-5"5"7"0,1 3-8 0,3 4-14 16,-2 1-10-16,-1 2-12 0,5 1-9 0,2 1-12 16,2-1-6-16,1 1-7 0,4 1-15 0,2-5-4 0,0 4-5 15,4-3-8-15,-2 2-5 0,2 1-14 16,1-3-31-16,3 1-43 0,1-1-25 0,-2-5-50 15,4 2-147-15,-8-8-278 0,5 0 123 0</inkml:trace>
  <inkml:trace contextRef="#ctx0" brushRef="#br0" timeOffset="192825.19">3244 12595 123 0,'0'0'216'0,"0"0"-9"0,0 0-15 0,-5-3-18 15,5 3-17-15,0 0-15 0,0 0-13 0,0 0-15 16,0 0-15-16,0 0-9 0,0 0-12 0,14-3-10 16,-14 3-13-16,16 0-20 0,-4 0-21 15,2-2-18-15,-2 4-25 0,1-2-28 0,-3 0-36 16,3 0-24-16,-3 0-21 0,-2-2-105 0,-8 2-262 0,14-1 115 15</inkml:trace>
  <inkml:trace contextRef="#ctx0" brushRef="#br0" timeOffset="193224.31">3352 12568 8 0,'-6'10'135'0,"6"-10"4"0,-3 16 7 0,-1-6 0 16,1 7 1-16,1 1-13 0,-1 0-4 0,-2 2-9 15,1 4-5-15,-2 0-9 0,2 0 0 0,-2-5-2 16,3 0-10-16,-1-1-3 0,2-1-7 0,0 1-9 16,0 0-8-16,1-1-7 0,1-5-4 0,0 0-9 15,1 1-3-15,-4-2-5 0,2-1-2 0,0 0-5 16,1-3-1-16,0-7 0 0,-3 13-5 0,1-7-1 16,2-6-4-16,-4 10-2 0,1-4-3 0,3-6 4 15,-5 6-3-15,5-6 0 0,-9 4-5 0,9-4-4 16,-16 0 0-16,8 0-2 0,8 0-2 0,-18-1 7 15,9 0-11-15,3-3 2 0,6 4-1 0,-11-4 1 16,6 1-2-16,5 3 1 0,-10-3-1 0,10 3 1 16,-7-4 3-16,7 4-6 0,0 0 1 0,0 0 0 15,-8-3-2-15,8 3 0 0,0 0-1 0,0 0-2 16,0 0 4-16,0 0-2 0,0 0 3 0,0 0 3 16,0 0-3-16,28 0 0 0,-17 0 0 0,1 0 1 15,2-1-13-15,4 2-2 0,2-1-20 0,2-3-19 16,-1 3-15-16,0-1-19 0,1-1-29 0,-2-1-10 15,0-1-14-15,-1-1-13 0,-1 1 6 0,0 1-3 16,-2-1-96-16,-2 1-266 0,2-4 118 0</inkml:trace>
  <inkml:trace contextRef="#ctx0" brushRef="#br0" timeOffset="193430.95">3549 12907 547 0,'5'-6'-27'0,"1"3"27"0,-1-1 22 0,0 0 23 16,-5 4 17-16,7-8 16 0,-7 8 13 0,6-4 20 16,-6 4 1-16,0 0 9 0,4-5-1 0,-4 5-10 15,0 0-3-15,0 0-14 0,6-5-9 0,-6 5-11 16,0 0-9-16,0 0-8 0,0 0 4 0,0 0-2 15,0 0 3-15,-1 22 14 0,1-22-11 0,-3 17 0 16,1-8-1-16,1 2-5 0,-2-2-5 16,1 1-3-16,0 2-5 0,0-1-5 0,0 2 1 0,0-1-6 15,1-1-2-15,-1 2-5 0,2-2 0 0,-1 1-10 16,0-3-19-16,-2 1-21 0,0-1-21 0,1 1-27 0,1-4-32 16,1-6-25-16,-4 13-22 0,3-8-13 15,-2 1-22-15,3-6-131 0,-5 9-339 0,5-9 150 16</inkml:trace>
  <inkml:trace contextRef="#ctx0" brushRef="#br0" timeOffset="193837.61">3600 12875 56 0,'3'-6'194'15,"3"0"-15"-15,-2 1-13 0,1 1-14 0,1 0-15 16,-6 4-11-16,10-6-13 0,-3 5-13 0,-7 1-9 15,11 0-3-15,-11 0-10 0,14 2-4 0,-6 0-2 16,1 2-8-16,-2 0-3 0,1-2-6 0,-3 3-9 16,0-1-4-16,2-1-2 0,-2 3-4 0,-3-2-2 15,2 0 3-15,0 2-3 0,-4-6 2 0,3 9 0 16,-3-9 1-16,-2 13 2 0,-3-7 3 0,3 0-6 16,-4 1-3-16,1-4-3 0,-1 4-3 0,0 2-3 15,-1-4-4-15,2 4 0 0,1-4-2 0,0-2-9 16,1 3-5-16,3-6-6 0,-5 8-7 0,5-8-2 15,-2 6 2-15,2-6 0 0,3 12 1 0,-3-12 2 16,7 10-3-16,-4-6 0 0,-1 1-1 0,4-2 2 16,-3 2-2-16,7 1 0 0,-7 1 0 0,2-4 2 15,0 4 1-15,-1-2 1 0,0 0-1 0,-1 3 0 16,-3-8 1-16,4 11-1 0,-4-7 17 0,0-4 5 16,-3 14 1-16,-1-9 6 0,-1 4-2 0,-3-3-1 15,-2 2-5-15,1-2 1 0,-7 3-4 0,0-3-8 16,5-1-21-16,-6 0-23 0,-2 2-40 0,0-2-60 15,-2-1-76-15,-9 1-111 0,0 0-355 0,1-1 157 16</inkml:trace>
  <inkml:trace contextRef="#ctx0" brushRef="#br0" timeOffset="196712.8">1129 12952 6 0,'0'0'78'0,"0"0"-11"0,0 0-3 16,0 0 5-16,0 0-3 0,-10-2-3 0,10 2-1 15,0 0-3-15,0 0 9 0,0 0-1 0,0 0-2 16,0 0-11-16,0 0 2 0,-11 0-19 0,11 0 8 16,0 0-12-16,0 0 5 0,0 0-8 0,0 0 5 15,-11 0 2-15,11 0-16 0,0 0 5 0,-12 0 1 16,12 0-3-16,0 0-2 0,-8 0-5 0,8 0 5 16,0 0-4-16,-12-1-2 0,12 1 3 0,-9 1 0 15,9-1-9-15,0 0 2 0,-9 4 3 0,9-4 1 16,0 0-3-16,-9 0-2 0,9 0-5 0,0 0 5 15,-7 3-3-15,7-3 0 0,0 0 1 0,-6 3-8 16,6-3 4-16,0 0 4 0,-7 4-7 0,7-4-1 16,-5 4 1-16,5-4 11 0,-8 4-1 0,8-4-6 15,-7 5 3-15,7-5-1 0,-9 5 7 0,9-5-7 16,-5 4-1-16,5-4-4 0,-6 3 5 0,6-3-3 16,0 0 1-16,-7 4 2 0,7-4 0 0,-5 3-1 15,5-3-7-15,0 0 5 0,-8 5-1 0,8-5-4 16,0 0 8-16,0 0-1 0,-9 2-8 0,9-2 3 15,0 0 5-15,0 0-4 0,0 0 0 0,-4 4 0 16,4-4 2-16,0 0 1 0,0 0 0 0,0 0 0 16,0 0 0-16,0 0-2 0,0 0 3 0,0 0-2 15,0 0 4-15,0 0 2 0,-8 4-5 0,8-4-4 16,0 0 5-16,0 0-9 0,0 0 7 0,0 0-3 16,0 0 4-16,0 0-2 0,0 0-4 0,0 0 3 15,0 0-3-15,0 0 0 0,0 0-8 16,0 0-17-16,0 0-15 0,0 0-30 0,0 0-27 0,0 0-9 15,0 0-7-15,0 0-99 0,0 0-230 0,0 0 101 16</inkml:trace>
  <inkml:trace contextRef="#ctx0" brushRef="#br0" timeOffset="197652.08">1029 12996 104 0,'0'0'131'0,"0"0"2"15,0 0-6-15,0 0-6 0,0 0-4 0,0 0-11 16,0 0-8-16,0 0-9 0,0 0-2 0,0 0-7 15,0 0-12-15,0 0-3 0,0 0-4 0,-13-10-7 16,13 10-6-16,-6-3-6 0,6 3-7 16,0 0 1-16,-10-1-5 0,10 1-2 0,0 0-6 15,-9-3 3-15,9 3-9 0,-7-2-2 0,7 2-4 16,0 0-6-16,-9 0 7 0,9 0-4 0,0 0 3 0,0 0-5 16,0 0-1-16,-14 2 2 0,14-2 1 0,0 0-6 15,-10 0-4-15,10 0 4 0,-6 4 1 16,6-4-3-16,-8 4-3 0,8-4 7 0,-3 4-11 15,3-4 0-15,-8 7 1 0,8-7 6 0,-4 9-1 16,2-4-7-16,-1 0 8 0,3-5-5 0,-6 10 4 0,6-5 1 16,-4 2 0-16,4-7 3 0,-4 14-6 15,2-7 3-15,2-1-2 0,0-6 2 0,-4 13-3 16,4-7 4-16,0-6 1 0,0 11-2 0,0-11 2 16,0 12 4-16,0-12 18 0,4 9 3 0,-4-4-5 15,2 0-1-15,6 0 2 0,-6 0 0 0,-2-5-6 16,9 9 0-16,-5-4 2 0,3 0-4 0,-5 0 0 15,7-2-5-15,-4 1 1 0,-5-4 13 0,10 4-16 16,-3-1 3-16,-1 0-7 0,-6-3 2 0,10 3-1 16,-5-1 3-16,1 1-4 0,-6-3 2 0,7 3-4 15,-7-3 2-15,10 1-1 0,-10-1 4 0,6 1-7 16,-6-1 4-16,9 3-5 0,-9-3 8 0,6 1-4 16,-6-1 0-16,0 0-8 0,0 0 16 0,7 3-11 15,-7-3 3-15,0 0-2 0,0 0 0 0,0 0 6 16,0 0 3-16,0 0 0 0,7 1 3 0,-7-1 4 15,0 0 0-15,0 0-3 0,0 0 4 0,0 0 2 16,0 0 1-16,0 0-1 0,0 0 2 0,0 0 1 16,0 0 1-16,0 0-4 0,0 0 4 0,0 0-1 15,0 0 1-15,0 0-1 0,0 0 2 0,0 0-3 16,0 0-3-16,0 0-2 0,0 0 0 0,0 0-2 16,0 0-4-16,0 0 0 0,0 0 1 0,0 0-3 15,0 0-2-15,0 0 0 0,0 0-2 0,0 0-2 16,0 0-1-16,0 0-1 0,0 0 1 0,0 0 1 15,0 0-2-15,0 0 2 0,0 0-4 0,-25 0-1 16,25 0 1-16,-11 2 1 0,5 0 3 0,6-2-9 16,-14 2 6-16,9 0-5 0,5-2 2 0,-11 4-1 15,4-1-1-15,7-3 3 0,-8 3-2 0,8-3 1 16,-9 5-2-16,4-1 3 0,-2 0-4 0,3-1 3 16,4-3 5-16,-9 8-11 0,6-4 2 0,-1 1 3 15,4-5 0-15,-6 8-3 0,6-8-2 0,-3 10 8 16,2-5-2-16,1-5 1 0,0 14 1 0,0-8-7 15,4 1 9-15,-2 0 0 0,0-1 7 0,4 3-8 16,-1-1 1-16,-1 1 5 0,6-2-3 0,-1-2 3 16,1 2-3-16,2-3-4 0,-1 1-19 0,2-3-18 15,1 2-22-15,-3-1-28 0,3 0-28 16,3-1-32-16,4-1-33 0,-5-1-149 0,-3 2-356 0,0-2 159 16</inkml:trace>
  <inkml:trace contextRef="#ctx0" brushRef="#br0" timeOffset="201419.43">1749 12907 75 0,'-1'-10'79'0,"1"10"-10"0,0 0-4 0,0 0-2 16,0 0-9-16,0 0-10 0,0 0-4 0,0 0-6 15,0 0 2-15,0 0-7 0,0 0 2 0,0 0-23 16,0 0-5-16,0 0-14 0,0 0-3 0,0 0-14 16,0 0-12-16,0 0-50 0,1-7-97 0,-1 7 44 15</inkml:trace>
  <inkml:trace contextRef="#ctx0" brushRef="#br0" timeOffset="202138.39">2121 12943 40 0,'0'0'75'0,"0"0"-7"0,0 0-9 16,0 0 0-16,-4-6-6 0,4 6 1 0,0 0-12 0,0 0-4 15,0 0-2-15,0 0-11 0,0 0-5 0,0 0-2 16,0 0-7-16,0 0-4 0,0 0-12 0,0 0-7 16,0 0-12-16,0 0-11 0,0 0-9 15,0 0-4-15,0 0-26 0,0 0-78 0,0 0 35 16</inkml:trace>
  <inkml:trace contextRef="#ctx0" brushRef="#br0" timeOffset="202814.2">2438 12900 46 0,'0'0'77'0,"0"0"-6"0,0 0-9 16,0 0-5-16,0 0-12 0,0 0 2 0,0 0-10 16,0 0-15-16,0 0-5 0,0 0-9 15,0 0-19-15,0 0-11 0,0 0-20 0,0 0-27 16,0 0-75-16,0 0 33 0</inkml:trace>
  <inkml:trace contextRef="#ctx0" brushRef="#br0" timeOffset="203208.99">2696 12916 56 0,'0'0'88'0,"0"0"-12"0,0 0-11 0,0 0-1 0,0 0-4 16,0 0-10-16,0 0-6 0,0 0-5 15,0 0-2-15,0 0-1 0,0 0-1 0,0 0-12 16,0 0 6-16,0 0-1 0,0 0-3 0,0 0 5 16,0 0-10-16,0 0 16 0,0 0-5 0,0 0 2 15,0 0-5-15,0 0 7 0,0 0-3 0,0 0-10 16,0 0 6-16,0 0-8 0,0 0-1 0,0 0 1 16,0 0 1-16,0 0 4 0,0 0-20 0,0 0-5 15,0 0-12-15,0 0-12 0,0 0-8 0,0 0-13 16,0 0-17-16,0 0-13 0,0 0-13 0,0 0-49 15,0 0-149-15,0 0 65 0</inkml:trace>
  <inkml:trace contextRef="#ctx0" brushRef="#br0" timeOffset="203528.41">2533 12890 8 0,'0'0'90'0,"0"0"0"0,0 0-26 16,0 0 2-16,0 0-13 0,0 0-7 0,0 0-22 15,0 0-15-15,0 0-11 0,0 0-13 0,0 0-14 16,0 0-10-16,0 0-23 0,0 0-65 0,0 0 30 16</inkml:trace>
  <inkml:trace contextRef="#ctx0" brushRef="#br0" timeOffset="203778.05">2796 12966 39 0,'0'0'87'0,"6"3"-25"0,-6-3-11 0,0 0-18 16,0 0-15-16,0 0-25 0,0 0-41 0,0 0-51 0,0 0 24 16</inkml:trace>
  <inkml:trace contextRef="#ctx0" brushRef="#br0" timeOffset="204804.52">389 11103 166 0,'0'0'255'0,"0"0"-6"0,0 0-10 16,0 0-15-16,0 0-14 0,0 0-22 0,0 0-21 16,0 0-18-16,0 0-18 0,0 0-11 0,0 0-11 15,0 0-14-15,0 0-10 0,0 0-20 0,0 0-17 16,0 0-23-16,79-26-25 0,-79 26-34 0,41-2-28 16,-41 2-35-16,37-3-36 0,-37 3-34 15,0 0-26-15,38-1-114 0,-38 1-332 0,0 0 147 16</inkml:trace>
  <inkml:trace contextRef="#ctx0" brushRef="#br0" timeOffset="205172.81">533 11067 105 0,'0'0'124'16,"0"0"1"-16,0 0 5 0,0 0-9 0,0 0 8 15,0 0-3-15,-27 40 11 0,27-40-21 0,-3 29-5 16,3-29-9-16,-2 35 4 0,2-35-9 0,0 34-7 15,0-34-6-15,-4 36-12 0,4-36-3 0,-2 34-8 16,2-34-3-16,0 0-4 0,2 45-9 0,-2-45-1 16,0 0-7-16,0 35-1 0,0-35-4 0,0 0-6 15,0 0-2-15,4 36-4 0,-4-36-9 0,0 0-12 16,0 0-13-16,0 0 3 0,0 0-3 0,2 31 3 16,-2-31 0-16,0 0 2 0,0 0 1 0,0 0 4 15,0 0-9-15,0 0 3 0,0 0-3 0,0 0 6 16,0 0-1-16,0 0 2 0,0 0 3 0,0 0 5 15,-48-3 12-15,48 3 1 0,0 0 1 0,0 0-3 16,0 0-1-16,0 0-3 0,0 0-2 0,0 0 0 16,0 0-3-16,0 0-3 0,0 0-4 0,0 0 3 15,0 0 0-15,0 0 1 0,0 0 0 0,0 0 3 16,0 0 4-16,0 0-20 0,0 0-23 0,0 0-21 16,0 0-38-16,0 0-51 0,78 11-40 0,-78-11-105 15,39 0-312-15,-39 0 139 0</inkml:trace>
  <inkml:trace contextRef="#ctx0" brushRef="#br0" timeOffset="205555.11">843 11286 98 0,'0'0'193'0,"0"0"-15"0,0 0-9 15,-49 18-16-15,49-18-13 0,0 0-16 0,-25 18-6 16,25-18-13-16,0 0-5 0,0 0-17 0,-16 24-3 15,16-24-6-15,0 0-3 0,0 0-9 0,0 0-6 16,0 0-8-16,18 44-1 0,-9-39-10 0,-2-1-13 16,2-2-11-16,0 2-3 0,1-2-3 15,-10-2-4-15,16 3-3 0,-16-3 7 0,11 1-2 16,-11-1 3-16,8 0-5 0,-8 0 15 0,0 0 6 0,11-2 0 16,-11 2-7-16,0 0-2 0,0 0-6 0,0 0 3 15,0 0 1-15,0 0-3 0,0 0 4 0,0 0 4 16,0 0 5-16,0 0 5 0,0 0 0 15,-88 15 5-15,88-15 3 0,-27 11 6 0,27-11 3 0,-27 12 7 16,27-12-1-16,-22 15-3 0,22-15 1 16,0 0-5-16,-24 23-4 0,24-23-2 0,0 0-7 15,-15 25-1-15,15-25 0 0,0 0-5 0,0 0-5 0,0 0 0 16,0 0-14-16,0 0-14 0,0 0-31 0,27 54-34 16,-27-54-37-16,23 9-35 0,-23-9-39 0,34 2-45 15,-14 0-125-15,-4-1-383 0,4-4 170 16</inkml:trace>
  <inkml:trace contextRef="#ctx0" brushRef="#br0" timeOffset="205743.76">1166 11307 201 0,'0'0'254'0,"0"0"-17"0,5-4-23 0,-5 4-22 16,0 0-22-16,6-3-14 0,-6 3-18 0,10 0-11 15,-10 0-12-15,15 0-21 0,-8-2-35 0,5 2-29 16,-12 0-33-16,19-1-30 0,-7 1-36 0,-12 0-40 16,20 1-34-16,-13 1-129 0,-7-2-295 0,0 0 131 15</inkml:trace>
  <inkml:trace contextRef="#ctx0" brushRef="#br0" timeOffset="205882.43">1211 11371 181 0,'-4'5'181'0,"4"-5"-16"0,0 0-12 0,-7 6-23 0,7-6-4 16,0 0-14-16,0 0-9 0,0 0-13 0,0 0-4 16,0 0-29-16,11 15-42 0,-1-13-58 0,0-1-75 15,-1 2-89-15,-9-3-224 0,34 0 101 0</inkml:trace>
  <inkml:trace contextRef="#ctx0" brushRef="#br0" timeOffset="206103.17">1703 11139 160 0,'-4'-4'321'16,"4"4"-11"-16,0 0-29 0,-2-7-32 0,2 7-24 16,0 0-25-16,11-6-30 0,-2 2-8 0,2 2-27 15,7-3-25-15,1 3-33 0,0-2-28 16,2 3-21-16,-1 0-32 0,-3-1-30 0,-4 2-26 15,0 0-36-15,0 0-24 0,-13 0-42 0,18 3-11 16,-12-2-5-16,-2 1-97 0,-4-2-299 0,0 0 133 16</inkml:trace>
  <inkml:trace contextRef="#ctx0" brushRef="#br0" timeOffset="206430.89">1899 11119 551 0,'-14'3'-41'0,"14"-3"23"0,0 0 17 16,-13 1 21-16,13-1 24 0,0 0 19 0,0 0 15 16,-14 1 15-16,14-1 7 0,-4 2-5 0,4-2-2 15,0 0-9-15,0 0-11 0,-5 3-14 0,5-3 4 16,-4 7 5-16,3 0 28 0,-1 2 2 0,-2 1-3 15,2 3-2-15,-1 2-5 0,-2 2-1 0,3-5-7 16,1 4-5-16,-2-1-4 0,3 2-6 0,0-2-5 16,0 1-3-16,0 0-11 0,3-3 2 0,-2 0-6 15,-1-2-4-15,1 1-6 0,0 0 0 0,-1-1-2 16,3-2-4-16,-3-1 0 0,0-8-4 0,2 15-2 16,-2-15 2-16,-2 17-5 0,2-17 2 0,-4 10-4 15,4-10-1-15,-5 9 0 0,0-4 2 0,5-5-10 16,-13 3-7-16,13-3 0 0,-15 2-3 0,15-2-1 15,-16-2 4-15,16 2-4 0,-14 0-1 0,14 0 4 16,-11-3 2-16,11 3 0 0,0 0 0 0,-16-2 2 16,16 2-2-16,0 0 0 0,-8-3-4 0,8 3 0 15,0 0-4-15,0 0-4 0,0 0-1 0,0 0 0 16,0 0-7-16,0 0-17 0,0 0-15 0,35-1-19 16,-21 1-25-16,4 0-24 0,3 0-23 0,0-2-15 15,1 1-26-15,0 0-136 0,-2-2-345 0,-2 0 152 16</inkml:trace>
  <inkml:trace contextRef="#ctx0" brushRef="#br0" timeOffset="206630.86">2051 11386 18 0,'0'0'199'0,"5"-8"-3"0,-5 2 13 15,0 6 8-15,4-9 5 0,-4 9-4 0,1-5-3 16,-1 5-12-16,0 0-12 0,0 0-22 0,4-9-20 16,-4 9-17-16,0 0-21 0,0 0-15 0,0 0-10 15,0 0-9-15,0 0-5 0,0 0-6 0,0 0-4 16,-2 29-6-16,1-13-1 0,0-3-7 0,0-2-7 15,1 1-1-15,0 5-4 0,0-2-1 0,0-2-14 16,1 3-25-16,-1 0-22 0,1-4-17 0,0-1-27 16,-1 0-30-16,2-2-41 0,-2-9-44 0,1 12-42 15,-1-12-181-15,0 13-441 0,0-13 195 0</inkml:trace>
  <inkml:trace contextRef="#ctx0" brushRef="#br0" timeOffset="207017.03">2103 11350 52 0,'0'0'212'15,"0"0"-20"-15,12-6-20 0,-12 6-14 0,7-4-6 16,-7 4-9-16,12-1-16 0,-12 1-11 0,0 0-7 16,15 4-13-16,-15-4-3 0,8 6-6 15,-8-6-3-15,8 6-11 0,-8-6-4 0,5 9-1 0,-5-9-3 16,6 12-4-16,-6-12-3 0,1 12-4 15,-1-12-3-15,-1 13-6 0,1-13-4 0,-6 12-2 0,6-12-5 16,-3 15-5-16,2-7-5 0,1-8-2 0,-3 11-17 16,3-11-4-16,2 12-7 0,-2-12-4 15,2 12-6-15,-2-12 0 0,9 8 2 0,-4-2-1 16,1-2 1-16,-6-4 0 0,12 9 4 0,-3-2-5 16,-3-4 4-16,2 2 2 0,0 0 1 0,-2 0-1 15,-6-5-5-15,10 9 4 0,-7-2 3 0,-3-7 4 0,10 9 1 16,-10-9 10-16,3 10 9 0,-3-10 3 15,3 7 5-15,-3-7 3 0,0 0 3 0,0 0 0 16,-11 16-3-16,11-16-3 0,-12 5 2 0,2 0-6 16,10-5 0-16,-15 6-11 0,7-5-18 0,-2 2-29 15,0 0-34-15,10-3-51 0,-16 0-68 0,5 3-176 16,11-3-396-16,-19-6 176 0</inkml:trace>
  <inkml:trace contextRef="#ctx0" brushRef="#br0" timeOffset="207256.56">2474 11375 18 0,'0'0'319'0,"-5"-4"-12"0,5 4-12 0,0 0-21 16,0 0-26-16,0 0-22 0,-3-7-22 0,3 7-29 0,0 0-16 15,0 0-9-15,19-3-24 0,-6 0-25 0,1 3-27 16,4-3-26-16,1 2-24 0,-2 1-36 16,-5-1-40-16,3 1-35 0,-3 0-55 0,-1-2-44 15,-1 1-193-15,-10 1-409 0,12 0 181 0</inkml:trace>
  <inkml:trace contextRef="#ctx0" brushRef="#br0" timeOffset="207469.3">2587 11289 109 0,'-3'-7'259'16,"3"7"-3"-16,0 0-4 0,0 0-20 0,-3-7-25 0,3 7-16 16,0 0-22-16,0 0-23 0,0 0-17 0,0 0-16 15,0 0-10-15,0 0 1 0,0 0-8 16,-6 17 0-16,2-8 1 0,1 3-4 0,2-3 0 0,1 2-14 16,-2-1-3-16,0 1-9 0,1 0-5 15,0 2-4-15,1 1-6 0,-2 1-7 0,1-3-2 0,1 1-7 16,3-2-28-16,-2 0-30 0,2 2-34 15,-2-1-47-15,1-1-69 0,1-1-63 0,1 2-213 16,-1-3-484-16,-3-9 214 0</inkml:trace>
  <inkml:trace contextRef="#ctx0" brushRef="#br0" timeOffset="208052.21">2907 11224 100 0,'0'0'202'0,"10"-4"-19"0,-5 2-18 15,6-2-15-15,-1 2-15 0,1 0-13 16,1-1-14-16,2 3-10 0,-1-2-11 0,-1 1-7 0,2 1-17 16,-2 0-28-16,-1 0-25 0,-2-1-28 15,-9 1-20-15,17-3-20 0,-12 3-16 0,-5 0-4 0,10 0-5 16,-10 0 0-16,0 0 10 0,0 0 9 0,0 0 7 15,0 0 13-15,0 0 20 0,0 0 21 16,0 0 22-16,0 0 11 0,0 0 10 0,0 0 20 0,0 0 12 16,0 0 38-16,0 0-8 0,0 0 5 15,0 0-3-15,0 0-6 0,-18-11-11 0,18 11-8 0,0 0-11 16,0 0-13-16,0 0-6 0,0 0-5 0,0 0 20 16,-3 18 12-16,0-8-5 0,1-1-1 15,-2 4-3-15,0 1-1 0,3 1-2 0,-3 1-1 16,0-2-1-16,1-1 1 0,2 3-11 0,0-4-4 15,-3 0-2-15,4-1-5 0,-1 2-6 0,1-2-3 0,1-3-3 16,-1 3 3-16,0-2-7 0,0 1 1 0,1-2-5 16,-1-8 5-16,-1 11-7 0,2-4-1 15,-1-7-4-15,-1 10-6 0,1-10-9 0,0 0-7 16,-1 9-1-16,1-9-6 0,0 0-7 0,-5 7-6 16,5-7-11-16,-9 0-10 0,9 0-5 0,-14-1-3 0,14 1 1 15,-13-6 1-15,6 6 8 0,1-4 5 0,6 4 3 16,-14-6 6-16,9 2 2 0,5 4 11 15,-11-2 7-15,11 2 6 0,0 0 1 0,-8-6 5 16,8 6 0-16,0 0-1 0,0 0-3 0,-7-1 4 16,7 1 1-16,0 0 10 0,0 0 5 0,0 0 1 0,0 0-2 15,0 0 2-15,0 0-1 0,22 16 2 0,-14-14-2 16,2 2-1-16,8-3-14 0,-5 1-29 0,4 2-32 16,4-3-36-16,1 0-38 0,-1-1-31 15,10 0-39-15,-3-2-113 0,0-1-343 0,-6 0 153 16</inkml:trace>
  <inkml:trace contextRef="#ctx0" brushRef="#br0" timeOffset="208261.84">3391 11390 159 0,'0'0'218'0,"0"0"2"15,-1-12-4-15,1 12-8 0,-6-9-11 16,0 5-10-16,6 4-13 0,-13-1-11 0,13 1-10 0,-17 4-7 16,5 0 4-16,-2 4 2 0,2-1-7 0,-3 0-9 15,1 2-10-15,0 2-9 0,7-2 3 0,-2 4-26 16,0-2-4-16,5 0-9 0,-1-1-8 0,1 1-4 15,1 0-9-15,2-1-6 0,1-10-2 16,4 22-4-16,2-13-13 0,3 1-20 0,5 0-24 0,1 1-39 16,1-5-31-16,-4 1-33 0,4 0-42 0,-3-3-57 15,5 0-55-15,-5 0-198 0,-3 0-502 0,3-1 223 16</inkml:trace>
  <inkml:trace contextRef="#ctx0" brushRef="#br0" timeOffset="208922.76">542 11932 54 0,'0'0'241'0,"0"0"-24"0,0 0-23 0,0 0-19 16,0 0-23-16,0 0-12 0,0 0-15 0,0 0-13 15,0 0-10-15,0 0-21 0,0 0-20 0,0 0-27 16,80-24-25-16,-80 24-34 0,36-3-33 0,-36 3-30 16,0 0-28-16,0 0-18 0,46 2-79 0,-46-2-231 15,0 0 102-15</inkml:trace>
  <inkml:trace contextRef="#ctx0" brushRef="#br0" timeOffset="209268.39">670 11892 131 0,'0'0'141'0,"0"0"-7"15,0 0-8-15,0 0-11 0,0 0-18 0,0 0-16 16,0 0-9-16,0 0 13 0,0 0 19 0,0 0-2 16,0 0-12-16,-38 43 0 0,38-43 0 0,-7 33-9 15,7-33-5-15,-4 33-1 0,4-33-7 0,-5 32-5 16,5-32-4-16,-4 32-5 0,4-32-5 0,0 0-8 15,-5 35 0-15,5-35-5 0,0 0 0 0,0 0-5 16,-2 36-2-16,2-36-2 0,0 0-3 0,0 0 0 16,0 0-4-16,-7 27-1 0,7-27 1 0,0 0-2 15,0 0-1-15,0 0-4 0,0 0-2 16,0 0 4-16,-26 15-1 0,26-15-1 0,0 0-7 16,0 0 2-16,0 0 1 0,0 0-1 0,0 0 1 0,0 0-3 15,0 0-3-15,0 0-1 0,0 0 0 0,0 0-4 16,0 0 0-16,0 0-1 0,0 0 1 0,0 0-1 15,0 0-5-15,0 0-10 0,0 0-3 0,0 0-17 16,0 0-8-16,0 0-14 0,78-5-16 16,-78 5-22-16,40 2-10 0,-40-2-16 0,41-2-13 15,-20 1-6-15,0 0 5 0,-1-3-5 0,-2 2-77 16,1-1-237-16,-6 0 105 0</inkml:trace>
  <inkml:trace contextRef="#ctx0" brushRef="#br0" timeOffset="209632.74">886 12146 677 0,'9'-3'-46'0,"-3"1"19"0,1-2 14 15,-7 4 24-15,13-6 23 0,-13 6 17 0,5-8 13 16,-3 2 7-16,-2 6 2 0,2-9 5 0,-2 9 1 15,0 0 5-15,-2-10-3 0,2 10 2 0,-6-5-1 16,6 5-3-16,-9-3-1 0,9 3-7 0,-12 0-8 16,12 0 1-16,-13 5 6 0,4-2-4 0,2 3-7 15,0-3-6-15,1 2-4 0,3 0-4 0,3-5-8 16,-12 13-2-16,9-7-4 0,0 1 0 0,1-2-4 16,2 3-1-16,0-8-3 0,2 12-1 0,-2-12 1 15,5 11 0-15,0-6-6 0,-1 0-7 0,2 0 1 16,1-3-12-16,2 0-6 0,0 1-1 0,1 0 8 15,-2 0-4-15,-1-2-6 0,-7-1 7 0,12 3-4 16,-12-3 4-16,6 0-1 0,-6 0 4 0,0 0 2 16,8 2 7-16,-8-2-2 0,0 0-2 0,0 0-2 15,0 0 2-15,0 0-2 0,0 0-2 0,0 0 2 16,0 0-5-16,0 0 1 0,0 0 5 0,-28 5 4 16,17-2 4-16,0 3 4 0,11-6 7 0,0 0 4 15,0 0 1-15,-43 24-1 0,43-24 1 0,0 0-5 16,-30 21-2-16,30-21-3 0,0 0 0 0,-18 20 0 15,18-20 1-15,0 0-1 0,0 0-2 0,-6 27 5 16,6-27-7-16,0 0 0 0,0 0-17 0,9 28-19 16,-3-23-34-16,1-2-41 0,5 2-59 0,1-3-57 15,1 1-156-15,3-3-398 0,1 1 176 0</inkml:trace>
  <inkml:trace contextRef="#ctx0" brushRef="#br0" timeOffset="209794.31">1261 12126 157 0,'0'0'202'15,"6"-8"-23"-15,-6 8-18 0,7-5-17 0,-7 5-23 16,11-3-35-16,-11 3-41 0,0 0-40 0,16-2-44 16,-16 2-35-16,0 0-91 0,14 5-178 15,-14-5 78-15</inkml:trace>
  <inkml:trace contextRef="#ctx0" brushRef="#br0" timeOffset="209924.14">1243 12196 30 0,'0'0'168'0,"0"0"-3"0,-5 5-10 15,5-5-11-15,0 0-19 0,0 0-11 0,0 0-13 16,0 0-5-16,0 0-4 0,0 0-18 16,16 12-36-16,-16-12-54 0,18 5-73 0,-6-4-111 15,7-1-216-15,-1 0 96 0</inkml:trace>
  <inkml:trace contextRef="#ctx0" brushRef="#br0" timeOffset="210469.79">1717 11878 20 0,'0'0'263'0,"-3"-6"-28"16,3 6-23-16,0 0-19 0,0 0-24 0,8-7-20 15,-8 7-14-15,17-6-14 0,1 1-13 0,3 4-26 16,0-2-27-16,0-1-28 0,8 3-35 0,-8-1-39 15,-1 2-46-15,-1 0-31 0,-8 2-126 16,1-1-271-16,-3 2 121 0</inkml:trace>
  <inkml:trace contextRef="#ctx0" brushRef="#br0" timeOffset="210916.29">1860 11872 77 0,'-9'-1'170'0,"9"1"-20"15,0 0-19-15,0 0-15 0,0 0-15 0,-2 7 1 16,2-7 2-16,0 11-14 0,-2-2 0 0,1 2 3 0,0 0-4 16,0 1-1-16,-1 0-3 0,1 0-3 0,-2 1-9 15,1-1-7-15,2-1-5 0,-3 1-8 16,1-2-5-16,1 2-6 0,1-3-4 0,-2 1 1 16,2-2-4-16,0-8-6 0,-1 15-1 0,0-10-6 15,1-5 4-15,-1 10 2 0,1-10-11 0,0 10 8 0,0-10-10 16,-3 7 0-16,3-7 1 0,-3 7 1 0,3-7-3 15,0 0-3-15,-5 5-1 0,5-5-1 16,0 0 3-16,-7 3-3 0,7-3-2 0,0 0-6 16,0 0-4-16,-12-1-3 0,12 1-5 0,0 0-9 15,0 0 0-15,-9-7-2 0,9 7-5 0,-5-6 4 16,5 6-3-16,-5-7 0 0,5 7 1 0,-6-5 0 0,6 5 3 16,0 0 3-16,-4-4 11 0,4 4-10 0,0 0 3 15,0 0-6-15,0 0 9 0,-5-7 0 16,5 7 2-16,0 0-3 0,0 0 1 0,0 0 2 15,0 0 0-15,0 0 3 0,0 0 0 0,0 0-4 16,0 0 6-16,0 0 0 0,0 0 0 0,0 0 2 0,0 0 1 16,19-1-1-16,-19 1 0 0,18 0-4 15,-7 0-9-15,2 0-23 0,6-1-7 0,-2 0-25 16,2-1-13-16,-1 1-15 0,1 0-12 0,-3-1-5 16,-3 2-12-16,1-3-64 0,-1 2-208 0,-1-2 92 15</inkml:trace>
  <inkml:trace contextRef="#ctx0" brushRef="#br0" timeOffset="211121.07">2037 12045 106 0,'3'-2'20'0,"-3"2"12"15,4-7 14-15,-4 7 20 0,5-6 15 0,-5 6 10 16,4-6 16-16,-4 6 9 0,1-7 3 16,-1 7 0-16,0 0 5 0,0 0 3 0,2-8-7 15,-2 8-4-15,0 0-9 0,0 0-9 0,0 0-14 16,0 0-7-16,0 0-9 0,0 0-14 0,0 0-4 16,0 0-7-16,0 0 1 0,0 0-5 0,0 0-3 0,0 0 0 15,-4 28-4-15,3-18 0 0,-3 0-1 16,4 1-1-16,-1-1-1 0,-1 1-6 0,0 1 4 15,2-2-4-15,0 1-2 0,0-2-17 0,0 3-21 16,0-2-30-16,0-1-30 0,0-9-28 0,0 17-28 16,0-10-21-16,0 1-21 0,2-2-104 0,-2-6-302 0,0 0 135 15</inkml:trace>
  <inkml:trace contextRef="#ctx0" brushRef="#br0" timeOffset="211497.03">2105 12033 14 0,'8'-7'173'0,"-3"2"-2"0,-1 0-7 0,0 0-14 16,-4 5-9-16,9-6-14 0,-5 2-12 0,-4 4-12 15,9-2-6-15,-9 2-11 0,9 0-4 0,-9 0-6 16,0 0-7-16,13 4-1 0,-10 0-5 0,-3-4-5 16,5 7-5-16,-5-7-5 0,4 7-3 0,-4-7-3 15,0 9-1-15,0-9-6 0,-2 10 1 0,2-10-6 16,-4 12-4-16,4-12-4 0,-3 10 1 0,0-6-6 15,3-4-3-15,-4 10 4 0,3-5-7 0,1-5-3 16,-2 9-8-16,2-9-2 0,0 10-3 0,0-10-1 16,4 11-3-16,-1-4-2 0,0-1 3 0,1-1-4 15,-1-1 1-15,1 3 3 0,1-3 0 0,2 3 1 16,0-2 2-16,-3 1 1 0,2 0 0 0,-2-1 0 16,0 1-7-16,0-1 7 0,-4-5 3 0,3 7 2 15,-3-7 6-15,3 7-1 0,-3-7 6 0,0 0 12 16,-6 9 5-16,-1-5-5 0,0-2-3 0,-1 0-7 15,-4 2 5-15,5-2-4 0,-2 0-2 0,-1-2-3 16,-1 2-13-16,5-1-23 0,-4 0-24 0,3 2-30 16,7-3-42-16,-12 0-51 0,12 0-136 0,0 0-333 15,0 0 149-15</inkml:trace>
  <inkml:trace contextRef="#ctx0" brushRef="#br0" timeOffset="211689.79">2434 12046 101 0,'10'-3'180'0,"2"3"-19"0,-2-2-9 16,2 0-17-16,0 0-13 0,0 0-17 0,1 0 0 16,-3 2-20-16,-1-1-36 0,1 1-24 0,-10 0-40 15,13-2-27-15,-13 2-34 0,10 0-16 0,-10 0-75 16,0 0-178-16,8 0 78 0</inkml:trace>
  <inkml:trace contextRef="#ctx0" brushRef="#br0" timeOffset="211880.55">2531 11983 74 0,'-2'-7'164'0,"2"7"14"0,0 0-2 16,-3-7 3-16,3 7-3 0,0 0-12 0,0 0-17 16,-4-6-12-16,4 6-19 0,0 0-15 0,0 0-16 15,0 0-9-15,0 0-9 0,0 0-7 0,0 0-1 16,0 0-1-16,-2 27-4 0,0-20-1 0,2 3-5 15,0-1-5-15,-1 3-3 0,1-3-5 0,3 4 0 16,-3 3-3-16,1-3 0 0,-1 3-15 0,1-4-28 16,2 0-38-16,-2 1-40 0,3-1-49 0,0 4-48 15,-2 1-137-15,0-8-347 0,-1 0 153 0</inkml:trace>
  <inkml:trace contextRef="#ctx0" brushRef="#br0" timeOffset="212141.48">2832 11972 26 0,'0'0'280'16,"0"0"-23"-16,2-10-24 0,-2 10-27 0,0 0-24 16,0 0-18-16,0 0-22 0,0 0-14 15,0 0-12-15,0 0-9 0,7 20-3 0,-7-11-10 16,2 1-5-16,-2 3-7 0,1-1-6 0,-1 1-10 0,2-2-2 15,-4 4-3-15,4 2-8 0,-2-5-4 0,0 5-6 16,-2-4-3-16,2 3 1 0,-2-1-11 0,3-3-16 16,-1 3-25-16,-1 1-27 0,1-3-39 15,-1-3-38-15,2 1-55 0,-1-3-35 0,-3 1-151 16,3-9-385-16,-4 12 171 0</inkml:trace>
  <inkml:trace contextRef="#ctx0" brushRef="#br0" timeOffset="212547.53">2886 11935 23 0,'3'-8'223'0,"-2"2"-11"0,-1 6-14 0,5-10-24 0,-2 6-16 16,2 0-16-16,0 1-17 0,-5 3-14 0,13-4-13 15,-7 2-8-15,-6 2-11 0,13 0-8 0,-13 0-6 16,14 3-10-16,-7-2-6 0,-1 2-8 15,0 0 4-15,-6-3-10 0,9 7-8 0,-5-3 5 16,-4-4-7-16,3 11-3 0,-2-7 1 0,-1-4-7 0,0 13 4 16,0-7-5-16,0-6 4 0,-5 12-4 15,4-7-9-15,-3 2-6 0,4-7-7 0,-5 9-9 16,1-4-3-16,4-5-13 0,-5 8-2 0,4-3 3 16,1-5 2-16,0 0 1 0,2 13 5 0,-2-13-4 15,6 5 7-15,-6-5 5 0,8 6-10 0,-4-3 11 0,-4-3 0 16,10 6 5-16,-3-4-5 0,-1 0 9 0,-6-2-7 15,9 8-1-15,-4-4 2 0,-5-4 5 16,6 5 1-16,-6-5 0 0,7 6 6 0,-6-1 13 16,-1-5 9-16,2 6 3 0,-2-6 4 0,0 0 7 15,0 0-6-15,-8 12 7 0,3-9-6 0,5-3-5 16,-11 7 0-16,5-4-4 0,0-1-5 0,-1 3-23 16,1-1-34-16,6-4-28 0,-16 7-55 0,8 0-194 15,0-5-342-15,8-2 152 0</inkml:trace>
  <inkml:trace contextRef="#ctx0" brushRef="#br0" timeOffset="212827.29">3257 11945 264 0,'0'0'259'0,"0"0"-19"0,0 0-15 15,0 0-22-15,0 0-7 0,0 0-23 0,0 0-18 16,17-13-15-16,-7 11-16 0,3 0-28 0,0-1-21 16,1 3-27-16,2-4-23 0,-3 3-25 0,-1-1-30 15,-1-1-32-15,-3 2-40 0,-1 0-15 0,1-1-20 16,-8 2-7-16,13-3-11 0,-13 3-91 0,7-1-267 15,-7 1 118-15</inkml:trace>
  <inkml:trace contextRef="#ctx0" brushRef="#br0" timeOffset="213165.93">3423 11901 639 0,'0'0'-30'0,"0"0"15"0,0 0 23 16,0 0 13-16,0 0 17 0,-7-14 7 0,7 14 24 15,0 0 10-15,0 0 5 0,0 0-2 0,0 0-5 16,0 0-9-16,0 0-16 0,0 0 2 0,0 0 2 16,0 0 5-16,-14 18 3 0,10-9-6 0,1 4 20 15,2-1 11-15,-3 4-4 0,0 0-8 0,3 1 1 16,0-1-2-16,-1 1-4 0,2-1-8 0,-2-1 3 15,2 1-8-15,0-3-9 0,1 2-1 0,-1-4-7 16,1 0-3-16,-1 0-3 0,2 0-7 0,-4-2 2 16,2 1-5-16,0-4 1 0,0-6-5 0,0 13-1 15,0-13 0-15,0 12-3 0,0-12-5 0,-2 8-1 16,2-8-6-16,-9 6-6 0,4-5-6 0,5-1-6 16,-10 3-4-16,10-3-10 0,-13 3 2 0,4-3-7 15,9 0-3-15,-14-2 2 0,14 2 6 0,-14-2-1 16,14 2 8-16,-11-2 1 0,11 2 5 0,-6-4 6 15,6 4 6-15,0 0 8 0,-10-3 5 0,10 3-1 16,0 0 5-16,0 0 2 0,-6-3-7 0,6 3-2 16,0 0 2-16,0 0-3 0,0 0-1 0,0 0-2 15,24-5-11-15,-13 2-17 0,3 3-5 0,2-2-21 16,4 1-14-16,-1-1-36 0,1-2-23 0,1 1-32 16,1 3-26-16,-2-2-120 0,1 0-324 0,-1-2 144 15</inkml:trace>
  <inkml:trace contextRef="#ctx0" brushRef="#br0" timeOffset="213403.19">3664 12098 139 0,'0'0'247'0,"1"-8"0"15,-1 8-2-15,1-7-1 0,-1 7-10 0,0 0-8 16,0 0-14-16,0-8-21 0,0 8-20 0,0 0-17 16,0 0-22-16,0 0-18 0,0 0-13 0,0 0-10 15,0 0-12-15,0 0-6 0,0 0-6 0,0 0-6 16,1 29-4-16,-1-19-5 0,0 2-9 0,0-2 1 15,0 2-7-15,0 0 1 0,0-1-5 0,0 0-6 16,0 2 1-16,2-4-6 0,-2 1 3 0,0 1 1 16,0 0-12-16,1-2-16 0,0 2-18 0,-1-5-28 0,2 4-20 15,-2-10-26-15,0 13-29 0,1-6-37 0,-1 0-36 16,0-7-35-16,0 12-191 0,0-6-458 0,0-6 203 16</inkml:trace>
  <inkml:trace contextRef="#ctx0" brushRef="#br0" timeOffset="213936.79">3730 12075 131 0,'-1'-10'233'0,"1"10"-10"0,-3-8-5 0,3 8-7 16,-2-10-16-16,2 10-10 0,0 0-14 0,1-12-13 0,-1 12-14 15,2-9-12-15,-2 9-16 0,4-9-12 16,1 5-14-16,-5 4-6 0,9-8-13 0,-4 6-6 16,-5 2-12-16,11-3 4 0,-11 3-12 0,14 1-8 15,-8 1-4-15,-6-2-3 0,12 6-6 0,-5-1-2 0,1 2-2 16,-3-2-1-16,-1-1-4 0,0 2 1 0,-3 1-2 15,2-1 1-15,-3-6 0 0,2 13-5 0,-3-7 0 16,1-6 7-16,-4 13-1 0,3-8 0 16,-3 0-2-16,4-5-3 0,-5 13 5 0,1-9-4 15,0 1-1-15,4-5-4 0,-6 8-2 0,6-8 6 0,-4 9-11 16,4-9 6-16,-3 5-6 0,3-5 2 0,0 0-6 16,0 0 3-16,-1 8-3 0,1-8 0 15,0 0-5-15,5 8 0 0,-1-3 1 0,-4-5-4 16,10 7-1-16,-5-2 1 0,3 2-5 0,-3-1-2 0,3 0-4 15,-1 1-2-15,1-1 6 0,-3-2-1 0,-1 1 0 16,4 3 1-16,-5-3 8 0,0 0-5 0,-3-5 3 16,3 10 1-16,-2-3 0 0,-1-7 2 0,-1 10-1 15,1-10 5-15,-6 8-2 0,3-2 2 16,-4-2 1-16,0 2 2 0,0-2-2 0,0 1 4 0,-4 2-2 16,5-6-15-16,-3 4-20 0,4-2-27 0,-5 1-26 15,0 0-42-15,2-4-47 0,-2 3-192 0,-2 0-401 16,1-1 179-16</inkml:trace>
  <inkml:trace contextRef="#ctx0" brushRef="#br0" timeOffset="-214150.33">3812 13128 130 0,'0'0'122'15,"0"0"-9"-15,0 0-11 0,0 0-4 0,0 0-23 16,0 0-1-16,0 0-9 0,0 0-11 0,0 0-19 15,0 0-28-15,0 0-31 0,0 0-33 0,0 0-76 16,0 0-143-16,0 0 64 0</inkml:trace>
  <inkml:trace contextRef="#ctx0" brushRef="#br0" timeOffset="-213222.93">591 13289 75 0,'0'0'61'0,"0"0"-13"0,0 0-23 0,0 0-24 0,0 0-17 16,0 0-17-16,0 0-35 0,0 0 16 0</inkml:trace>
  <inkml:trace contextRef="#ctx0" brushRef="#br0" timeOffset="-211174.94">3923 13187 129 0,'0'0'143'0,"0"0"-10"0,0 0-9 0,0 0-6 0,0 0-5 16,8 3-3-16,-8-3-6 0,0 0-3 0,0 0 3 15,0 0-11-15,0 0-8 0,0 0-1 0,0 0-2 16,0 0-3-16,0 0-9 0,0 0-5 0,0 0 2 15,0 0-7-15,0 0-10 0,0 0-5 0,0 0-3 16,0 0-7-16,0 0 1 0,0 0-9 0,0 0-3 16,0 0 0-16,0 0-5 0,0 0 3 0,0 0-4 15,0 0-7-15,0 0 3 0,0 0-9 0,0 0-2 16,0 0-12-16,0 0 1 0,0 0-7 0,0 0-13 16,0 0-5-16,0 0-8 0,0 0-10 0,0 0-18 0,0 0-10 15,0 0-13-15,0 0-10 0,0 0-12 16,0 0-20-16,0 0-110 0,0 0-265 0,0 0 117 15</inkml:trace>
  <inkml:trace contextRef="#ctx0" brushRef="#br0" timeOffset="-203083.65">22165 14969 29 0,'-4'-6'190'0,"4"6"-10"0,0 0-8 0,-5-6-10 15,5 6-13-15,0 0-12 0,-4-7-10 0,4 7-18 16,0 0-11-16,0 0-10 0,0 0-11 0,0 0-11 16,0 0-6-16,0 0-7 0,0 0-8 0,0 0-3 15,0 0-8-15,14 20 0 0,-7-7 3 0,-2-3-9 16,-1 2-5-16,1 4-2 0,2-1-2 0,-2 2-3 16,2-1-1-16,-2 1 0 0,1-2-1 0,1-4-5 15,-1 4 2-15,0-1-4 0,1-1 4 0,-2-2-3 16,4 4-2-16,-4-5 1 0,0 0 1 0,0 1 4 15,-1-3-2-15,0-1-5 0,1-2-2 0,-2 1 3 16,0 0-1-16,-3-6 0 0,7 9-3 0,-5-7 3 16,-2-2-3-16,4 7 6 0,-4-7 1 0,4 5-1 15,-4-5 1-15,0 0 20 0,0 0 4 0,0 0 3 16,0 0-1-16,0 0-9 0,0 0-6 0,11-16 5 16,-9 10-4-16,0-4 2 0,0 0-2 0,0-1-3 15,2-5-4-15,0 1-1 0,0-2-1 0,2 0 2 16,-1 0-4-16,0-1 3 0,0 0 1 0,2 3-8 15,-3-1-1-15,2-1 1 0,-1 4 0 16,2-4-3-16,-4 8-1 0,1-1 1 0,0 1-3 0,-1 3 5 16,2 0-5-16,-5 6-16 0,3-11-11 0,-3 11-16 15,3-5-3-15,-3 5 0 0,7-3-9 0,-7 3-26 16,0 0-26-16,12 8-16 0,-3-1-29 0,-4 2-19 16,0 0-120-16,-1 3-315 0,3 2 141 0</inkml:trace>
  <inkml:trace contextRef="#ctx0" brushRef="#br0" timeOffset="-202810.54">22490 15276 69 0,'-6'-4'199'0,"6"4"-11"0,0 0-7 0,-5-6-14 16,5 6-14-16,0 0-21 0,0 0-12 0,0 0-15 16,0 0-10-16,9-12-12 0,-1 11-4 0,1-2-12 15,4 0-4-15,-1 0-7 0,5 0-11 16,1-3-6-16,-3 5-8 0,4-2-8 0,-3 0-5 0,2-1-14 16,-7 2-37-16,2 2-9 0,-3 0-20 0,0-1-30 15,-2-1-21-15,-8 2-18 0,12 2-110 0,-12-2-261 16,7 1 116-16</inkml:trace>
  <inkml:trace contextRef="#ctx0" brushRef="#br0" timeOffset="-202578.65">22635 15218 63 0,'0'0'142'0,"0"0"-16"15,0 0-8-15,0 0-5 0,0 0-20 0,0 0 4 16,-5 7 2-16,5-7 7 0,-1 9-5 0,-2-2-10 15,1 4 13-15,-2 0-6 0,1 2-13 0,1 1-9 0,-1 4-6 16,1-1-8-16,-2-1-5 0,0-1-4 0,1-3-3 16,2 3-7-16,-1 3-4 0,0-4-3 15,1-3-4-15,1 0-6 0,1-1-9 0,-1 2-14 16,2-3-13-16,-1 2-20 0,-1-4-31 0,2 0-25 16,1-2-35-16,0 0-26 0,-3-5-111 0,1 9-279 0,-1-9 124 15</inkml:trace>
  <inkml:trace contextRef="#ctx0" brushRef="#br0" timeOffset="-202343.62">22750 15283 133 0,'0'0'159'0,"0"0"-7"0,7-7-14 16,-7 7 0-16,0 0-4 0,0 0-8 0,6 22-7 15,-6-22-5-15,7 15-10 0,-6-6-8 0,1 2-12 16,1 0-7-16,-2-2-10 0,0 3-2 0,1-2-7 16,0 1-3-16,-2-2-6 0,0 3-14 0,0-12-29 15,0 14-23-15,1-5-25 0,-1-9-24 0,0 14-16 16,0-14-26-16,0 9-22 0,-1-3-114 0,1-6-265 16,0 0 117-16</inkml:trace>
  <inkml:trace contextRef="#ctx0" brushRef="#br0" timeOffset="-202012.66">22817 15377 91 0,'6'-5'107'0,"-6"5"0"0,10-5-7 15,-10 5-22-15,13-6-3 0,-3 2 1 0,-10 4-8 16,21-7-5-16,-11 4-15 0,-1-1 0 0,-9 4-3 16,15-3-7-16,-15 3-1 0,14-3 3 0,-14 3-8 15,13-2-12-15,-13 2 2 0,8-4 12 0,-8 4 2 16,0 0 1-16,9-6 1 0,-9 6 4 0,0 0 14 15,5-7 7-15,-5 7-6 0,2-9-3 0,-2 9 4 16,0 0-4-16,2-13 12 0,-2 13-5 0,0 0 3 16,0 0-1-16,0-12-8 0,0 12-1 0,0 0-3 15,0 0-7-15,0 0-12 0,0 0-9 0,0 0 1 16,0 0-6-16,0 0 7 0,0 0-2 0,0 0 0 16,0 0-1-16,0 0 0 0,-7 36 6 0,5-25-10 15,1-1 1-15,-1 2-3 0,0 0-1 0,2-1 3 16,-2 2-5-16,1-1 1 0,1-2-2 0,0 1-2 15,0 0-26-15,0 0-19 0,0-11-32 0,1 19-42 16,1-12-43-16,-1-1-45 0,2 1-117 16,-3-7-340-16,0 0 151 0</inkml:trace>
  <inkml:trace contextRef="#ctx0" brushRef="#br0" timeOffset="-201808.56">23309 15247 14 0,'0'0'192'0,"0"0"-10"0,6-6-8 15,-6 6-19-15,5-1-14 0,-5 1-10 0,10-5-14 16,-1 4-10-16,-1 1-10 0,4 0-7 0,0 0-15 16,-12 0-13-16,23-3-28 0,-11 2-36 0,1 1-44 15,-1-2-51-15,0 1-38 0,-12 1-81 0,18-1-233 16,-18 1 104-16</inkml:trace>
  <inkml:trace contextRef="#ctx0" brushRef="#br0" timeOffset="-201367.55">23601 14951 122 0,'0'0'221'15,"2"-4"-21"-15,-2 4-21 0,0 0-17 0,0 0-23 16,5-6-10-16,-5 6-8 0,0 0-6 0,9 17 1 0,-7-6-6 16,5 0-5-16,-2 3 1 0,0 4-4 0,2-3-11 15,0 3-5-15,2-3-11 0,-3 1-2 0,3 3-12 16,-4-2 3-16,2-2-9 0,-1-1 2 16,3 1-1-16,1-4-2 0,-6 2 2 0,3-4-13 15,-2 2-5-15,1-4-5 0,-1 3-4 0,3-2-1 16,-4-2 1-16,-4-6-5 0,7 9-1 0,0-5 0 0,-7-4-3 15,7 8 1-15,-7-8 0 0,0 0-1 16,9 5-6-16,-9-5 17 0,0 0 3 0,9 0-1 16,-9 0-4-16,8-7-1 0,-3-2-2 0,0-2-5 15,2 2 1-15,-2-7-1 0,5 2-1 0,-1-2-2 16,0-2 7-16,2 1-14 0,-1-7-4 0,0 1 2 0,1 2-3 16,-2 3 3-16,1-1-2 0,3-3 2 15,-4 6-4-15,-1 2 12 0,-2-3-15 0,-1 9 2 16,-1 0-3-16,1 1 1 0,-2 1 1 0,-1 1 2 15,-2 5-16-15,5-6-20 0,-5 6-22 0,4-4-20 16,-4 4-7-16,0 0-16 0,0 0-21 0,0 0-23 16,8 18-27-16,-6-8-23 0,-2 2-15 0,1-1-14 0,-1 6-122 15,0-2-370-15,2 1 165 0</inkml:trace>
  <inkml:trace contextRef="#ctx0" brushRef="#br0" timeOffset="-201119.55">24109 15171 154 0,'0'0'233'0,"0"0"-9"0,0 0-15 16,7 0-12-16,-7 0-12 0,0 0-20 0,0 0-15 15,0 0-16-15,0 0-12 0,6 2-12 0,-6-2-8 16,1 8 1-16,-1-8-4 0,1 12-9 0,-2-2 2 16,0 0-10-16,1-1-7 0,0 3-4 0,-2 1-7 15,1-3-6-15,1 3-6 0,-1 3-4 0,1-4-6 16,-2-1-3-16,2 0 1 0,0-1-7 0,0 4-3 15,-2-4-7-15,4-1-18 0,-2 0-25 0,-3-1-15 16,3-8-24-16,0 13-26 0,1-7-27 0,-1-6-33 16,0 0-24-16,2 13-24 0,0-10-9 0,-2-3-134 15,0 0-363-15,0 0 162 0</inkml:trace>
  <inkml:trace contextRef="#ctx0" brushRef="#br0" timeOffset="-200731.12">24166 15185 2 0,'7'-9'158'0,"-4"4"-6"0,-3 5-7 16,8-4-7-16,-8 4-9 0,9-1-14 0,-9 1-3 15,0 0 4-15,14 3-6 0,-14-3 5 0,9 4-5 16,-4 0-12-16,0 1-10 0,0-2-7 0,-1 3-7 16,-1 1-10-16,-3-7 1 0,5 10-5 0,-5-3-13 15,0-7 1-15,1 10-7 0,-1-4 0 0,0-6-4 16,-1 12-4-16,-2-5-4 0,2 0-5 0,-3-1-1 15,2 3-2-15,2-9-3 0,-4 12-9 0,4-12-5 16,-1 10-11-16,1-10 0 0,-2 10-2 0,2-10-13 16,0 0 6-16,3 12-5 0,-3-12 3 0,4 10 0 15,-4-10 2-15,7 7 0 0,-7-7 7 0,9 8-1 16,-2-4 0-16,-7-4-4 0,9 5 3 0,-9-5 1 16,9 6 0-16,-9-6-4 0,7 7 6 0,-7-7-2 15,0 0 6-15,7 4-2 0,-7-4 3 0,2 3-1 16,-2-3-3-16,0 0 12 0,0 0-5 0,0 0 5 15,-12 7 5-15,12-7-10 0,-12 6 6 0,5-4-1 16,0 0 1-16,-1 0 0 0,8-2-1 0,-14 1-11 16,9 1-9-16,-4 0-10 0,9-2-25 0,0 0-32 15,-17 4-25-15,17-4-34 0,-7 0-135 0,7 0-297 16,0 0 133-16</inkml:trace>
  <inkml:trace contextRef="#ctx0" brushRef="#br0" timeOffset="-200278.93">24648 15189 115 0,'-15'-3'204'0,"15"3"-5"0,-17 3-11 0,17-3-13 15,-19 8-12-15,5-3-14 0,4 1-13 0,-1 1-18 0,1 2-11 16,1 1-9-16,4-3-10 0,-1 2-13 0,1-1-2 15,1 3-7-15,4-11-4 0,-3 12-8 16,3-12-4-16,3 18-6 0,-1-10 1 0,-2-8-8 0,13 11 0 16,-3-4-4-16,-1-4-3 0,1 0-4 15,-2 0-2-15,-8-3 1 0,14 5-7 0,-5-4 0 16,-9-1-2-16,13 1 5 0,-13-1-4 0,13 3-2 0,-13-3 5 16,0 0 4-16,0 0 4 0,14-4 1 15,-14 4 2-15,0 0 5 0,0 0-5 0,0 0-6 16,0 0-2-16,0 0-4 0,0 0 7 0,0 0-9 15,0 0 5-15,0 0-5 0,0 0 6 0,0 0 1 16,-47 7 1-16,35-2 4 0,-2 4 0 0,3-2 0 16,3 0 3-16,-2 1-1 0,-1 0-5 0,2 0-2 0,2 1 0 15,3 1-4-15,-1-3 8 0,-1 2-14 16,3-3 3-16,3-1 0 0,0-5 0 0,3 13-4 16,-1-8 1-16,7 0 3 0,2 0-5 0,0-1 4 15,7 0-7-15,-1-2-7 0,1-2-20 0,1 2-17 16,-2-1-19-16,2-1-29 0,-8 0-27 0,1 0-40 15,5-1-46-15,-4 1-46 0,-3 0-171 0,-10 0-448 16,15-2 198-16</inkml:trace>
  <inkml:trace contextRef="#ctx0" brushRef="#br0" timeOffset="-199069.3">22580 15897 58 0,'0'0'119'15,"0"0"-8"-15,0 0-14 0,-6-6-3 0,6 6 5 16,0 0 1-16,-7-2-4 0,7 2-6 0,-7-4-3 15,7 4-11-15,-10-1-1 0,10 1-14 0,-12-1 0 16,4-1 7-16,8 2 16 0,-17 2-4 0,7-2-6 16,-1 1-5-16,2 1-4 0,1-2-3 0,1 3-1 15,7-3-6-15,-17 1-3 0,11 0-9 0,1 2-1 16,5-3-3-16,-12 2-1 0,12-2-7 0,-10 2-6 16,10-2 0-16,-5 2-2 0,5-2-4 0,0 0-5 15,0 0 2-15,-10 3-5 0,10-3 3 0,0 0-2 16,0 0 3-16,0 0-7 0,12 12 8 0,-1-9-3 15,8 1 3-15,-1-1-1 0,11 0 5 0,3 0 1 16,8-2 2-16,-3 1 0 0,23-2 2 0,2-3-5 16,1-1 5-16,3-1-2 0,25 1-1 0,-29 1 0 15,1-4-2-15,28-3-1 0,-27 7-1 0,3-2-1 16,23 0 0-16,-28-1-1 0,-1 3-1 0,6-2-1 16,21-5 2-16,-27 5 0 0,0 1-4 0,3-1-1 15,-4-1-2-15,2-1 5 0,-1 4-3 16,-2-2-2-16,-3 3 0 0,-1-1-2 0,-5-1 5 0,1 2-2 15,-13-1 0-15,3-1-1 0,-3 0 2 16,13 0 0-16,-12 3 4 0,-5-3 7 0,4 3-10 16,-3-3 5-16,1 0 0 0,-5 2 1 0,1-1 0 0,-3 2 1 15,-1-2-2-15,-6 2 6 0,6-2-3 0,-10 1 4 16,3 1-7-16,-1-2 5 0,-2 2 0 16,2 1-4-16,-1 0 5 0,-1-2 3 0,-4 1 4 0,3-1-2 15,-3 1 0-15,-3 0 2 0,0 0 1 16,0 0 2-16,-4 0 6 0,-7 1 0 0,11-2-1 15,-11 2-9-15,9-1 14 0,-9 1 0 0,0 0-2 0,10 0-3 16,-10 0 0-16,0 0 2 0,8-1-8 0,-8 1 1 16,0 0-5-16,0 0-3 0,0 0-6 0,0 0 3 15,0 0-19-15,0 0 10 0,0 0-17 0,0 0-14 16,0 0-22-16,0 0-24 0,0 0-29 16,6-4-42-16,-6 4-56 0,0 0-61 0,0 0-59 15,0 0-165-15,0 0-515 0,-30-13 229 0</inkml:trace>
  <inkml:trace contextRef="#ctx0" brushRef="#br0" timeOffset="-195105.8">22406 16689 18 0,'0'0'53'15,"-5"-9"-6"-15,5 9-5 0,-2-11-7 0,1 5-4 16,-2-3 0-16,0 2 4 0,3 7-5 0,-2-14 0 16,-1 7-8-16,1-3-2 0,-1 3-3 0,2-1 3 15,-2 0 1-15,-2 2 1 0,5 6 16 0,-2-12 2 16,-1 7 2-16,3 5 9 0,-4-13-4 0,2 10-2 16,2 3 8-16,-2-10 13 0,2 10 12 0,0 0 1 15,-2-10 3-15,2 10 3 0,0 0 3 0,-3-8 1 16,3 8 1-16,0 0-1 0,0 0-4 0,-2-7-1 15,2 7-3-15,0 0-5 0,0 0-13 0,0 0 0 16,-4-6-7-16,4 6-8 0,0 0-5 0,0 0-3 16,0 0-8-16,0 0-7 0,0 0-4 0,0 0-1 15,0 0-2-15,0 0-8 0,0 0 6 0,0 0-3 16,0 21-4-16,0-21 4 0,0 20-5 0,-1-9-3 16,-1 0 7-16,2 2-3 0,0-1 1 15,-1-1-2-15,2 5-4 0,-2 0 1 0,0-4-6 0,-2 1 5 16,3-3-1-16,0 3 5 0,0-3-4 0,0-1-1 15,0 1 1-15,0-1-2 0,3 2 4 0,-3-11-8 16,-3 13-15-16,2-6-20 0,1-7-22 16,1 15-10-16,-1-15-16 0,0 12-26 0,0-12-11 15,0 0-14-15,3 13 3 0,-3-13-12 0,-3 6-110 16,3-6-277-16,0 0 122 0</inkml:trace>
  <inkml:trace contextRef="#ctx0" brushRef="#br0" timeOffset="-194740.53">22372 16449 78 0,'10'-9'133'0,"2"-4"-4"0,-2 5-13 0,1 2-5 16,-2 0-17-16,0 1-11 0,1 2-10 0,-10 3-5 15,15-2-9-15,-15 2-7 0,12 3 0 0,-5 0-5 16,-2 2-5-16,-1 2-3 0,-2 0-5 0,1 4 4 15,-3-3-7-15,0 5 3 0,-3-4-4 0,-1 4-5 16,-1-3-2-16,0 0-1 0,-4-1-4 0,2 1 4 16,0 0-4-16,-1-1 0 0,0 0-5 0,-1-1-2 15,0-3 6-15,0 1-2 0,1-2 1 0,2 0-3 16,-1-3-5-16,7-1 3 0,-10 5 4 0,4-2 4 16,6-3-2-16,-7 2 5 0,7-2-3 0,-6 3-4 15,6-3 4-15,0 0-12 0,0 0 1 0,-7 2-5 16,7-2 2-16,0 0 1 0,0 0-2 0,0 0-3 15,0 0 3-15,9 12-2 0,-3-8 5 16,-6-4-5-16,11 7-2 0,-5-1 10 0,2-1-15 16,1 2-17-16,0-1-22 0,0 2-29 0,0 0-35 15,-3 2-36-15,3-3-87 0,-5 0-250 0,2 0 112 0</inkml:trace>
  <inkml:trace contextRef="#ctx0" brushRef="#br0" timeOffset="-194476.56">22639 16647 198 0,'0'0'194'15,"0"0"-23"-15,0 0-18 0,-1-9-18 0,1 9-12 16,0 0-15-16,0 0-7 0,11-5-11 0,-3 3-9 15,0 1-9-15,2 0-11 0,1 1 0 0,0-1-19 16,-11 1-14-16,22-1-17 0,-10 1-20 0,-12 0-28 16,19 0-21-16,-9 0-3 0,-10 0-22 0,0 0-20 15,17 0 1-15,-17 0-7 0,0 0 3 0,13-1-55 16,-13 1-173-16,0 0 77 0</inkml:trace>
  <inkml:trace contextRef="#ctx0" brushRef="#br0" timeOffset="-194287.78">22790 16626 236 0,'0'0'-12'0,"0"0"13"0,0 0 16 16,0 0 16-16,0 0 7 0,0 0 11 0,0 0 19 15,-27-15-2-15,27 15 7 0,0 0-1 0,0 0 4 16,0 0-9-16,0 0-5 0,0 0-5 0,0 0-10 0,-6-2 12 16,6 2 13-16,0 0 0 0,-6 17 6 0,3-10-3 15,0 1-5-15,1 2-9 0,-1 0-1 16,1-1-5-16,0 2-3 0,0 1-11 0,0-2-3 16,0 6-1-16,-3-5-5 0,3 0 1 0,0 5-3 15,2-6-8-15,-2 2-12 0,2-1-27 0,0 1-20 16,0-12-25-16,-1 18-26 0,1-18-39 0,1 14-29 15,-1-14-85-15,-2 11-258 0,2-11 114 0</inkml:trace>
  <inkml:trace contextRef="#ctx0" brushRef="#br0" timeOffset="-194070.89">22862 16686 27 0,'0'0'151'0,"0"0"-6"16,0 0-5-16,0 0 1 0,12 21-11 0,-11-9-13 16,2-2-8-16,0 2-9 0,-3-1-9 15,1 4-8-15,-1-2-7 0,1 3-8 0,-1-3-6 16,0 3-10-16,-1-3-16 0,2 3-17 0,-1-5-23 0,0-11-27 16,-1 19-37-16,1-13-25 0,0-6-31 0,-3 14-81 15,3-14-222-15,-2 9 99 0</inkml:trace>
  <inkml:trace contextRef="#ctx0" brushRef="#br0" timeOffset="-193751.58">22909 16806 28 0,'5'-4'83'16,"-5"4"-6"-16,10-7-7 0,-10 7-2 0,11-7-11 0,-4 3 2 15,-7 4-14-15,12-5 5 0,-5 2 7 0,-7 3-15 16,13-5 0-16,-13 5 9 0,8-6 2 15,-8 6 9-15,5-7 7 0,-5 7-5 0,7-6-5 16,-7 6-1-16,5-11 2 0,-5 11-3 0,2-10 8 16,-2 4-4-16,0 6-1 0,1-9 12 0,-1 9 2 15,-1-9 4-15,1 9-2 0,0 0-3 0,0 0-10 16,0-8-8-16,0 8-9 0,0 0-8 0,0 0 0 16,0 0-6-16,0 0-5 0,0 0 3 0,0 0-1 15,0 0-5-15,-5 34 1 0,5-23-1 0,0 0-3 16,-2-1-3-16,2 2 1 0,-1 0-2 0,1 0-1 15,-1 3 0-15,2 1 0 0,-1-7-18 0,0 1-14 16,0-10-29-16,-1 19-15 0,-2-13-30 0,3-6-46 16,-1 13-37-16,1-8-128 0,0-5-325 0,0 0 144 15</inkml:trace>
  <inkml:trace contextRef="#ctx0" brushRef="#br0" timeOffset="-193451.66">23323 16641 22 0,'0'0'172'15,"0"0"-16"-15,0 0-13 0,0 0-17 0,0 0-11 16,0 0-12-16,4-7-8 0,-4 7-3 0,11-3-4 15,-4 2-5-15,2-1 0 0,3 1-6 0,0 0-4 16,-1-2-6-16,3 1-9 0,-2 0-4 0,0-1-9 16,3 0 1-16,-3 1-7 0,0-1 0 0,0 1-8 15,-1 0-3-15,-1 0-3 0,0-1-20 0,-10 3-18 16,18-4-32-16,-18 4-14 0,13-1-20 0,-13 1-22 16,10-2-15-16,-10 2-13 0,8-2-92 0,-8 2-239 15,0 0 106-15</inkml:trace>
  <inkml:trace contextRef="#ctx0" brushRef="#br0" timeOffset="-193213.66">23474 16502 116 0,'0'0'199'0,"0"0"-12"0,0 0-15 16,0 0-21-16,-7-4-18 0,7 4-10 0,0 0-7 15,0 0 13-15,0 0-3 0,-2 22 8 0,2-12-14 16,0 0-8-16,1 3-12 0,-1 0 5 0,0 2 1 15,1 1-9-15,-2-4-13 0,3 4-7 16,0-3-9-16,-2 0-3 0,2 2-9 0,-2 2-3 16,2-7-8-16,-2 3 0 0,0-2-27 0,-2-1-23 15,1 1-31-15,1-2-18 0,0-9-24 0,-1 16-20 16,-1-6-41-16,2-10-25 0,-1 13-29 0,1-13-136 16,-6 10-355-16,6-10 157 0</inkml:trace>
  <inkml:trace contextRef="#ctx0" brushRef="#br0" timeOffset="-190460.86">23949 16386 160 0,'0'0'155'0,"0"-11"-3"15,0 11-3-15,0-9-5 0,0 9-9 0,0 0-5 16,-3-12-12-16,3 12-6 0,0 0-12 0,-3-6-11 16,3 6-7-16,0 0-13 0,0 0-11 0,0 0-3 15,0 0-7-15,-17 15-2 0,11-5-2 0,-5 3 1 16,-3 9-5-16,-2 1 5 0,3 0-5 0,0 0-1 16,-1 3-1-16,5-2-4 0,-1 0-5 0,5 0 1 15,-2 2-3-15,4-2-2 0,1-5 1 0,1-1-3 16,1 3 0-16,1-5-5 0,3 2 3 0,1-4-1 15,3 3-7-15,2-3 2 0,-1 1 0 0,3-1 0 16,2-3-3-16,-3 0 0 0,4-2 2 0,1 1-10 16,2-3-19-16,-3-2-13 0,4 0-17 0,-1-2-17 15,-1-1-15-15,-3-2-20 0,2 2-12 0,0-4-16 16,-3 0-13-16,-1 1-4 0,2-2-13 0,-2-1-91 16,1-2-267-16,-3-1 118 0</inkml:trace>
  <inkml:trace contextRef="#ctx0" brushRef="#br0" timeOffset="-190205.54">24240 16469 29 0,'0'-10'180'0,"0"0"8"0,0 10-5 0,0-13-5 16,0 13-18-16,0-7-19 0,0 7-15 0,0 0-14 15,0 0-13-15,0 0-9 0,0 0 0 0,0 0 3 16,0 0-7-16,6 38-3 0,-6-19-7 0,1-3 2 15,-1 4-8-15,-1-1-6 0,1 1 0 0,1-2-8 16,-2-2-3-16,2 5-7 0,0-3-3 0,-1 0-6 16,-1 0-2-16,2-2-6 0,-2 0 2 0,1 1-1 15,-1-2-6-15,-1-6-21 0,2 2-20 0,0-11-26 16,0 19-16-16,0-19-34 0,-2 13-26 0,2-13-27 16,0 9-31-16,0-9-144 0,0 0-347 0,0 0 153 15</inkml:trace>
  <inkml:trace contextRef="#ctx0" brushRef="#br0" timeOffset="-189803.53">24404 16573 101 0,'0'0'114'0,"14"-5"-8"0,-14 5-11 0,22-2-3 16,-11-1-15-16,-11 3-6 0,22-1-12 0,-8 1-14 15,-14 0-17-15,18-1-20 0,-18 1-13 16,0 0-18-16,19 0-19 0,-19 0 3 0,0 0-9 16,0 0-3-16,14-1-1 0,-14 1-38 0,0 0 81 15,0 0-34-15,0 0 9 0,0 0 6 0,0 0 12 16,0 0 4-16,0 0 12 0,0 0 11 0,-19-29 7 16,19 29 1-16,-9-10 12 0,9 10 7 0,-8-9 10 15,8 9 29-15,-7-10 8 0,7 10 16 0,-8-7-3 16,8 7 6-16,0 0-8 0,-5-7-11 0,5 7-13 15,0 0-9-15,0 0-5 0,0 0-5 0,0 0 15 16,0 0 0-16,-12 19 6 0,8-7 7 0,0 0 4 16,1 6-7-16,0 0 1 0,0-1-14 0,0 1 3 15,-2-2-9-15,-3 1-5 0,4-1-3 0,2 0-4 16,-1 0-8-16,-1 3 5 0,3-4-9 0,-3-3-15 16,4 4-21-16,-1-3-22 0,1-13-26 0,-1 22-24 15,-1-11-37-15,2-11-26 0,4 18-32 16,-4-18-135-16,7 13-328 0,-7-13 145 0</inkml:trace>
  <inkml:trace contextRef="#ctx0" brushRef="#br0" timeOffset="-189546.59">24675 16505 2 0,'0'0'213'16,"1"-11"-7"-16,-1 11-19 0,0 0-15 0,4-11-23 15,-4 11-14-15,0 0-19 0,0 0-4 0,0 0-2 16,0 0-9-16,0 0-5 0,8 30-3 0,-8-14-2 16,5-2 5-16,-5 3-10 0,0-2-12 0,-3 3-7 15,3-2 0-15,-1 2-9 0,-1 0-9 0,0 0-3 16,-2-1 1-16,3 0-12 0,-1-1 1 0,-1-4-9 16,1 3-11-16,0-3-21 0,2-1-7 0,0-11-20 15,-5 21-30-15,5-21-24 0,0 13-39 0,0-13-23 16,0 0-32-16,1 18-127 0,-1-18-331 15,0 0 147-15</inkml:trace>
  <inkml:trace contextRef="#ctx0" brushRef="#br0" timeOffset="-189141.54">24750 16477 118 0,'5'-5'146'15,"-1"-1"-6"-15,-4 6-17 0,8-11-11 0,-8 11-7 16,12-7-12-16,-12 7-8 0,8-3-8 0,-8 3-10 16,12 0-5-16,-12 0-14 0,0 0 1 0,16 9-4 15,-16-9-6-15,6 9 0 0,-5-1-5 0,-1-8 2 16,-3 17-5-16,3-17 3 0,-4 19-7 0,-1-8-6 16,0-2 5-16,1 1-12 0,-2-2 4 0,-2 1-2 15,4-1 3-15,-2-2-8 0,1 1 3 0,5-7-11 16,-7 10-1-16,7-10-12 0,0 0-6 0,-4 8-7 15,4-8 18-15,0 0-8 0,0 0 3 0,0 0 3 16,0 0 1-16,10 10-6 0,-10-10 5 0,0 0 3 16,14 3-6-16,-14-3 9 0,11 2-7 0,-11-2 1 15,13 1 7-15,-13-1-3 0,10 2-3 0,-10-2-4 16,9 1 8-16,-9-1-1 0,8 6-2 16,-8-6 6-16,0 0-1 0,8 9 0 0,-8-9 16 0,0 0-7 15,-2 14 3-15,2-14-11 0,-9 11 7 16,9-11 0-16,-10 11 5 0,5-7-6 0,-1 2-1 0,6-6-5 15,-11 10-14-15,2-5-18 0,9-5-24 0,-12 10-34 16,12-10-27-16,-10 4-95 0,10-4-228 0,0 0 100 16</inkml:trace>
  <inkml:trace contextRef="#ctx0" brushRef="#br0" timeOffset="-188883.68">25039 16351 15 0,'4'-3'162'0,"-4"3"2"0,0 0-13 15,19 6-4-15,-10 2 4 0,0 0-4 0,0 2-11 16,-1 5-14-16,-1-1-12 0,0 2-3 0,0 0-11 16,0 9-5-16,-3-7-4 0,-2 1-9 0,-3 0-4 15,0 0-5-15,-3 1-3 0,-1-4-6 0,-2 4-10 16,-2 3-3-16,0-5-4 0,-1-2-3 0,-2 3-12 15,1-4-20-15,-5-1-23 0,5 1-13 16,-3-2-39-16,1-2-14 0,4-1-47 0,-2-3-31 0,3 1-137 16,0-2-320-16,8-6 142 0</inkml:trace>
  <inkml:trace contextRef="#ctx0" brushRef="#br0" timeOffset="-188563.34">25448 16367 152 0,'0'0'236'16,"0"-19"1"-16,0 19-12 0,-2-17-18 0,2 17-6 16,-4-11-18-16,4 11-20 0,0 0-19 0,0 0-17 15,0 0-15-15,0 0-12 0,0 0-7 0,0 0-10 16,0 0-6-16,-13 39-6 0,10-15 2 0,-2-5-6 15,2 8-1-15,0-7-1 0,0-2-10 0,1 8-2 16,-2-7-5-16,3 0-2 0,1-2-6 0,-2 2-4 16,2-2 0-16,0 0 3 0,2-2-11 15,-2-2-1-15,0 2-5 0,0-3-1 0,1-2-4 0,-1 1-19 16,1-2-21-16,-1-9-18 0,3 19-31 0,-3-19-18 16,2 12-23-16,-2-12-32 0,6 10-33 0,-6-10-27 15,0 0-18-15,0 0-120 0,0 0-373 0,0 0 165 16</inkml:trace>
  <inkml:trace contextRef="#ctx0" brushRef="#br0" timeOffset="-188219.96">25493 16358 85 0,'20'-7'152'0,"-11"6"-13"16,-9 1-20-16,23 1-3 0,-23-1-8 0,18 11-5 15,-10-4-12-15,2 1-5 0,-5 3-13 0,-2-1-5 16,2 1 1-16,-5 1 0 0,0 0-15 0,-2 3 2 16,-4-3-8-16,1 2-2 0,-3-2-3 0,2-2-7 15,-3 1 2-15,1-3-7 0,-2 1 0 0,-1-2 1 16,3-1-6-16,-2 0-1 0,3 2-1 16,0-5-8-16,7-3 12 0,-6 6-2 0,6-6-1 0,0 0 10 15,-12 6 2-15,12-6 2 0,0 0-1 16,0 0-3-16,-9 2-7 0,9-2 3 0,0 0-6 15,0 0-5-15,0 0-4 0,0 0-1 0,0 0-1 0,0 0 1 16,0 0-5-16,0 0-4 0,28 5 5 0,-22-1-2 16,6-1-2-16,-1 2-7 0,0-3-14 0,1 4-22 15,-1-1-29-15,1-1-20 0,2 0-35 0,-2-1-19 16,3 0-25-16,-3 0-109 0,-1 2-294 16,2-3 131-16</inkml:trace>
  <inkml:trace contextRef="#ctx0" brushRef="#br0" timeOffset="-187785.87">25886 16530 14 0,'0'0'175'0,"0"0"-4"0,0 0 1 0,-7-15-8 16,7 15-10-16,-9-4-10 0,9 4-8 0,0 0-3 16,-25 4-9-16,14 1-12 0,1 1-5 0,0-1-13 15,1 2-6-15,0-1-5 0,0 1-11 0,2 0-8 16,1 1-6-16,2-1-6 0,4-7-6 0,-3 14-2 15,3-14-5-15,0 15-2 0,0-15-3 0,3 10-6 16,3-4-2-16,-6-6 2 0,11 8-5 0,-6-4 1 16,2 0-6-16,1-1 2 0,-8-3-5 0,14 2 2 15,-14-2-3-15,14 2 7 0,-14-2-10 0,10 2 1 16,-10-2-4-16,12 2 7 0,-12-2-3 16,4 2 0-16,-4-2 4 0,0 0 0 0,0 0 5 0,0 0-5 15,0 0 2-15,5 1-2 0,-5-1-2 16,0 0-3-16,0 0-1 0,-20 13 1 0,13-9-2 0,-2 4 4 15,-5-1 1-15,4-1 1 0,-2 5 6 0,0-5 3 16,2 7 4-16,1-4 2 0,-3 4-5 0,4-4 2 16,3-1-4-16,1 2 2 0,-2-1-3 0,2 0-6 15,4-9 6-15,0 19-6 0,0-19-5 16,8 13 3-16,-2-7 0 0,3-1 0 0,1 3-3 16,5-4 2-16,-2-1-5 0,5 0-7 0,-1-2-23 15,-2 1-20-15,-2-2-21 0,0 0-20 0,-13 0-30 16,23-2-25-16,-3-3-25 0,-2 3-29 0,-9-1-26 15,4-1-141-15,-1-2-389 0,1 0 173 0</inkml:trace>
  <inkml:trace contextRef="#ctx0" brushRef="#br0" timeOffset="-165604.96">25540 15421 106 0,'0'0'146'0,"0"0"4"0,0 0-3 16,0 0-3-16,0 0-5 0,0 0-3 0,0 0-13 15,0 0-2-15,0 0-8 0,0 0-12 0,0 0-4 16,0 0-10-16,0 0-7 0,0 0-5 0,0 0-11 16,0 0-4-16,0 0-9 0,0 0-1 0,0 0-8 15,0 0-5-15,0 0-3 0,0 0-2 0,0 0-2 16,0 0-2-16,0 0 6 0,0 0-4 0,0 0 1 15,23-6-4-15,-5 4-5 0,-1 2-3 0,0-2-4 16,2 2-9-16,-2-2-2 0,0 2-14 0,1-1-13 16,-5 1-11-16,-1-1-14 0,-1 1-22 0,-4 1-29 15,5-1-22-15,-4 0-34 0,-8 0-22 0,11 0-97 0,-11 0-298 16,9 1 132-16</inkml:trace>
  <inkml:trace contextRef="#ctx0" brushRef="#br0" timeOffset="-165422.22">25612 15502 45 0,'0'0'159'0,"0"0"-15"0,0 0 0 0,0 0-11 16,0 0-12-16,0 0-11 0,0 0-7 0,22 6-13 15,-8-5-17-15,2-2-30 0,4 2-28 0,0 1-30 16,0-2-30-16,3 1-41 0,-2-2-87 0,-2 1-186 15,0 1 82-15</inkml:trace>
  <inkml:trace contextRef="#ctx0" brushRef="#br0" timeOffset="-162733.57">26427 15208 33 0,'0'0'134'0,"0"0"1"0,0 0 1 16,-6-6-9-16,6 6-5 0,-5-7-15 0,5 7-12 15,-4-5 1-15,4 5 4 0,-7-8-1 0,7 8-11 16,-2-7-3-16,2 7-1 0,-3-8 0 0,3 8-2 15,-4-7-11-15,4 7-5 0,0 0-2 0,0-10-7 16,0 10-5-16,0 0-7 0,7-7-4 0,-7 7-9 16,11-5-1-16,-6 4-3 0,-5 1-7 0,17 0-2 15,-7 4-4-15,-2-2-3 0,-1 3 2 0,3 1-4 16,-4 1-1-16,1 1-2 0,-3 2 0 0,-2-3 0 16,0 6 1-16,-2 3-3 0,0-4 2 0,-4 4-1 15,-5 0 1-15,3 2 0 0,-13 3 0 0,11-4 3 16,-11 1-6-16,2-6 1 0,-2 6 3 0,1-8-5 15,3 0 4-15,-4 1-2 0,2-3-2 0,-1 1 3 16,0-2-5-16,2-1 3 0,3-2 0 0,-1-2 2 16,1 1-5-16,-1-2 1 0,5 0 2 0,1 1 1 15,0-2 1-15,8 0-1 0,0 0 0 0,-13 0-2 16,13 0 3-16,0 0-3 0,0 0 0 0,-9-3-2 16,9 3 0-16,0 0-1 0,0 0-1 0,0 0 1 15,0 0 1-15,0 0-2 0,0 0-1 0,25-6 6 16,-25 6-5-16,13-2-1 0,-2 4 3 0,1-2-2 15,-3 1 2-15,0-1-3 0,4 1 2 0,-4 3-2 16,2-3 2-16,-1-1-2 0,3 2 4 0,-4 1-17 16,4 1-24-16,0-1-18 0,-3 2-36 0,8-2-25 15,-4 0-33-15,1 2-31 0,3-2-104 0,-7-3-310 16,0 2 138-16</inkml:trace>
  <inkml:trace contextRef="#ctx0" brushRef="#br0" timeOffset="-162536.48">26571 15366 202 0,'0'0'230'0,"0"0"-17"0,0 0-13 0,0 0-18 16,0-9-14-16,0 9-23 0,0 0-15 0,0 0-14 16,0 0-11-16,0 0-16 0,0 0-10 0,0 0-13 15,0 0-23-15,0 0-21 0,0 0-25 0,0 0-25 16,0 0-45-16,11 15-19 0,-11-15-37 0,5 7-27 15,-5-7-96-15,2 8-272 0,-2-8 120 0</inkml:trace>
  <inkml:trace contextRef="#ctx0" brushRef="#br0" timeOffset="-162285.66">26846 15130 135 0,'0'-9'249'0,"2"-1"-11"16,-2 10-10-16,2-10-16 0,-2 10-22 0,0-10-20 16,0 10-19-16,0 0-22 0,0 0-10 0,0 0-10 15,0 0-15-15,0 0-10 0,0 0-10 0,6 21-6 16,-6-8-7-16,0-1-4 0,0 4-5 0,3 1-5 16,-3 2-2-16,2-4-4 0,-2 3-7 0,2 0-3 15,-2-1-22-15,6 1-18 0,-6-3-29 0,6 0-21 16,-4 2-27-16,2-2-45 0,1-2-33 0,-5-2-31 15,2 0-130-15,-2 0-350 0,2-1 155 0</inkml:trace>
  <inkml:trace contextRef="#ctx0" brushRef="#br0" timeOffset="-161721.22">27328 15269 160 0,'0'0'214'16,"0"0"-11"-16,0 0-10 0,0 0-13 0,0 0-7 0,0 0-12 15,-5-11-8-15,5 11-8 0,0 0-10 16,0 0-8-16,0 0-12 0,0 0-11 0,0 0-8 15,0 0-7-15,0 0-4 0,0 0-12 0,0 0-10 16,0 0-7-16,0 0-5 0,5-4-7 0,-5 4 1 16,18-1-6-16,-5-2-6 0,8 0 2 0,8-1-3 15,2-2-5-15,3 3-1 0,2-3-6 0,0 3 5 16,0-1-9-16,-4-2 2 0,-1 3-3 0,-4-2 0 16,-7 1 1-16,-2 3 12 0,-3-1 0 0,-3 0-6 15,-3 1 3-15,0 1 6 0,-9 0 1 0,12-2 6 16,-12 2 5-16,8-4 5 0,-8 4 2 0,9-1 1 15,-9 1-5-15,0 0 5 0,0 0-7 0,8-1-5 0,-8 1-2 16,0 0-3-16,0 0-11 0,0 0-1 16,0 0-15-16,8-1-17 0,-8 1-16 0,0 0-31 15,0 0-26-15,0 0-32 0,0 0-40 0,0 0-41 16,0 0-48-16,0 0-223 0,0 0-503 0,0 0 222 16</inkml:trace>
  <inkml:trace contextRef="#ctx0" brushRef="#br0" timeOffset="-160907.6">28142 15070 1 0,'0'0'226'0,"-2"-11"-10"0,2 11-3 0,-3-5-16 16,3 5-17-16,0 0-14 0,-7-6-20 0,7 6-11 15,0 0-13-15,-10-1-15 0,10 1-6 0,-10 6-12 16,1 0-4-16,-1 1-8 0,2 0-1 0,-4 6-9 16,1 0-5-16,1 0-6 0,0 0-4 0,3-4-5 15,2 2-3-15,1-2-5 0,3 2-2 0,-2 1-5 16,1-5-3-16,4 4 0 0,1-2-2 0,1 2-2 16,0-2 1-16,5 0-8 0,-2-2 10 0,2-2-11 15,2 0 6-15,0-1-8 0,0 0-1 0,2-1-3 16,5-1 3-16,-1-2-3 0,1-1 0 0,-3 0-5 15,-4-2 7-15,0-1-2 0,-1 0 0 0,3-1-4 16,-6 1 1-16,4-3 1 0,-6-1 0 0,2-1-4 16,-3-1 1-16,0 0 0 0,0-3-2 0,-8 1 0 15,2 1-3-15,-4-3 0 0,-3-1 1 0,2 5-4 16,-1-1 11-16,-2 4-10 0,1-2-3 0,-5 2 2 16,6 3-3-16,-2-1 2 0,-1 2-4 0,-2 2 4 15,-1 1-11-15,5 1-8 0,-2-1-21 0,0 4-23 16,2 0-19-16,0 1-35 0,4 0-38 0,-2 0-32 15,5 3-34-15,-2-3-115 0,4-5-368 0,0 0 163 16</inkml:trace>
  <inkml:trace contextRef="#ctx0" brushRef="#br0" timeOffset="-160713.28">28464 15147 144 0,'0'0'261'0,"0"0"-13"0,5-6-12 0,-5 6-18 0,0 0-21 16,0 0-20-16,0 0-17 0,5-4-16 0,-5 4-20 16,0 0-11-16,0 0-19 0,0 0-20 0,0 0-26 15,0 0-28-15,0 0-31 0,0 0-31 0,0 0-46 16,10 10-42-16,-10-10-31 0,3 6-144 0,-3-6-329 16,0 0 145-16</inkml:trace>
  <inkml:trace contextRef="#ctx0" brushRef="#br0" timeOffset="-160317.56">28607 14925 4 0,'1'-7'219'15,"-1"7"-16"-15,0 0-13 0,0 0-21 0,3-9-14 16,-3 9-14-16,0 0-15 0,0 0-9 0,8 0-18 15,-8 0-5-15,15 3-13 0,-5-2-2 0,4 1-11 16,-2-2-5-16,1 1-2 0,-2 1-5 16,4-2-6-16,-1 0-4 0,-2 2-2 0,-2-1 0 0,2 0-2 15,-1-1-8-15,-3 1 2 0,3-1 0 0,-4 2 0 16,-7-2-7-16,13 0 0 0,-13 0-4 0,11 1 0 16,-11-1-7-16,4 3-3 0,-4-3 2 15,0 0-2-15,0 0-1 0,10 2-2 0,-10-2-3 16,5 3 1-16,-5-3 4 0,6 6 7 0,-4-1 5 0,-1 3 3 15,2 0 19-15,-3 4 3 0,-2-1-6 0,1 2 11 16,-4 3 2-16,1 1 1 0,-1 0-8 0,-1-1-2 16,0 1-2-16,1 1-2 0,0 0-9 15,0-2-1-15,3 0-1 0,-1-4-10 0,-1 1 6 16,3-1-14-16,-2 2-16 0,1-2-15 0,2-1-26 0,-3 4-25 16,4-5-28-16,-2-1-41 0,1-9-55 0,-1 14-37 15,2-8-193-15,-1-6-454 0,0 0 200 0</inkml:trace>
  <inkml:trace contextRef="#ctx0" brushRef="#br0" timeOffset="-160156.5">28731 15153 23 0,'0'0'173'0,"0"0"-19"0,0 0-11 0,0 0-16 15,6-8-15-15,-6 8-6 0,14 0-19 16,-3 2-2-16,4-1-14 0,3-1-31 0,2 2-29 15,0 2-43-15,0-2-45 0,-1 1-94 0,-6-1-184 0,0 2 81 16</inkml:trace>
  <inkml:trace contextRef="#ctx0" brushRef="#br0" timeOffset="-159434.02">26804 15743 26 0,'-8'-5'146'0,"-1"2"0"0,-1-1-8 16,2 1-4-16,1 0-5 0,-2 0-2 0,0 2-2 15,9 1-4-15,-15-5-5 0,8 4-7 0,7 1-5 16,-10-3-11-16,10 3-5 0,-9-3-10 0,9 3-2 16,0 0-8-16,-10-1-3 0,10 1-6 0,0 0-3 15,0 0-3-15,-10-2-8 0,10 2-2 0,0 0-6 16,0 0 0-16,0 0-7 0,0 0-2 0,0 0-5 16,0 0 3-16,0 0 7 0,0 0 9 0,0 0 1 15,37 0 0-15,-8-1-5 0,5 0-4 0,19-4 0 16,7-1-3-16,32-1-2 0,1-3-3 0,3 4-1 15,0-6-4-15,2 5-4 0,1-3 0 0,-3 3-4 16,-1-1-2-16,1 0 4 0,1 2-6 0,-1-1 5 16,-1-1-4-16,-1-3-3 0,2 7-2 0,6-5 4 15,-6 3-4-15,-31 2 1 0,35-5-3 0,-35 3 3 16,28-1-3-16,-34 1 3 0,4 1-1 0,-4 0-1 16,-4-2-3-16,-16 4 5 0,-3-1-6 0,0-2 3 15,-4 0-1-15,0 3 0 0,-4-2 2 0,-6 4 7 16,-10-1 5-16,4 0 8 0,-6 2 1 15,2-1 5-15,-4-1 2 0,-1 0 4 0,-7 2-7 16,13 0 5-16,-13 0 1 0,11-2-2 0,-6 0-3 0,-5 2-4 16,0 0-2-16,0 0-2 0,12 0-1 0,-12 0-9 15,0 0 1-15,0 0 0 0,0 0-2 0,0 0-6 16,7-2-17-16,-7 2-5 0,0 0-16 16,0 0-16-16,0 0-16 0,0 0-18 0,0 0-21 15,0 0-30-15,0 0-44 0,-28 4-47 0,17-2-190 16,-6-2-451-16,-2 0 200 0</inkml:trace>
  <inkml:trace contextRef="#ctx0" brushRef="#br0" timeOffset="-157295.66">26886 16051 140 0,'0'0'182'0,"-5"-6"-8"16,5 6-12-16,0 0-12 0,-8-5-12 0,8 5-9 15,-4-3-10-15,4 3-10 0,0 0-9 0,0 0-11 16,0 0-8-16,0 0-9 0,-10-2-8 0,10 2-10 0,0 0-1 15,0 0-5-15,0 0-9 0,-7 9 0 16,7-9-5-16,-2 10 3 0,2-10-6 0,-2 10-5 16,2-10-2-16,2 11-4 0,-2-3 5 0,4-2-2 15,-4 0-7-15,5 2 0 0,-1 2-3 0,0-1 25 16,4-1-1-16,0 0-8 0,-3-5 1 0,3 8-2 16,0-4-4-16,-1 0-3 0,-1-2-2 0,3 3-4 15,-2-1-1-15,2 0 0 0,-3-1-3 0,1 2-1 16,-1 0-2-16,2-2 2 0,-4 2-2 0,1-3 0 15,-3-1-2-15,-2-4-1 0,4 9 2 0,0-5-1 16,-4-4 1-16,1 7 0 0,-1-7 3 0,2 8 4 16,-2-8 0-16,-2 10 6 0,-3-3-1 0,5-7 0 15,-8 7 0-15,-3-2-3 0,1-1 1 0,-3 2-6 16,-1-2 3-16,3 0-1 0,-2 3-31 0,1-4 5 0,-1 0-1 16,3-2-11-16,0 0-14 0,1 0-9 15,0-1-11-15,9 0-36 0,-16-2-32 0,9 1-13 16,7 1-24-16,-8-8-33 0,2 1-106 0,2 1-328 15,0-5 145-15</inkml:trace>
  <inkml:trace contextRef="#ctx0" brushRef="#br0" timeOffset="-157108.78">26881 16075 53 0,'7'-6'152'0,"-7"6"-1"0,9-5-15 16,0 0-1-16,0 0-14 0,0 2-13 0,5-3-14 15,-1 4-6-15,1-3-4 0,-1 1-10 0,-2 1-8 16,9-1-7-16,-2-1-6 0,-2 3-5 0,2 0-11 16,-7-1-20-16,2 0-31 0,-1 2-30 15,-3-1-40-15,-9 2-28 0,14-1-92 0,-14 1-221 0,0 0 98 16</inkml:trace>
  <inkml:trace contextRef="#ctx0" brushRef="#br0" timeOffset="-155267.01">27222 16070 174 0,'0'0'192'0,"0"0"-14"0,-2-8-16 0,2 8-18 16,0 0-15-16,0 0-13 0,0 0-10 0,0 0-15 16,0 0-10-16,0 0-10 0,0 0-1 0,0 0-4 15,16 11-7-15,-11-5-2 0,4-1 1 0,-3 3-3 16,3-2-6-16,1 1 0 0,-2 1-8 0,-1-3 29 16,1 2-10-16,0 1-8 0,1-3-6 0,-5 1-7 15,5 2 0-15,0-2-1 0,-4-2-2 0,1 1-7 16,1 1-4-16,-1 0-15 0,0-2-23 0,-2 2-28 15,3-2-20-15,-5 0-31 0,2 1-24 0,0 0-39 16,-4-5-27-16,5 8-107 0,-5-8-313 0,3 4 139 16</inkml:trace>
  <inkml:trace contextRef="#ctx0" brushRef="#br0" timeOffset="-155043.93">27355 16064 161 0,'0'0'203'0,"0"0"-16"0,0 0-19 0,0 0-15 0,0 0-13 16,-4-5-8-16,4 5 3 0,0 0-10 0,0 0-6 15,-12 21-7-15,3-7-6 0,2-3-14 0,-1 0-8 16,-1 3-10-16,4-3-5 0,-4 5-6 0,0-1-4 16,0-1-8-16,2 2-8 0,0 0-5 0,-3-2-15 15,7-3-29-15,-3 0-33 0,1-2-26 0,2 1-31 16,1 0-36-16,2-1-32 0,0-2-143 15,0-7-330-15,5 10 146 0</inkml:trace>
  <inkml:trace contextRef="#ctx0" brushRef="#br0" timeOffset="-154803.62">27512 16018 2 0,'2'-5'230'0,"-2"5"-16"15,5-7-21-15,-5 7-19 0,0 0-25 0,0 0-8 16,5-4-7-16,-5 4-10 0,0 0-2 0,7 13-7 16,-6-6-8-16,2 4-9 0,-3 1-5 0,2 5-5 15,-2 1-9-15,2-2-8 0,-2 3-4 0,0-3-8 16,0 3-5-16,-2-4-2 0,2 3-8 0,0-2-12 16,0 0-17-16,0-4-26 0,0 0-20 0,-2 0-28 15,2-2-34-15,2 0-27 0,0 0-28 0,-2-2-40 16,0-2-114-16,0-6-326 0,0 11 145 0</inkml:trace>
  <inkml:trace contextRef="#ctx0" brushRef="#br0" timeOffset="-154527.53">27645 16195 40 0,'0'0'125'0,"5"-6"-5"0,-5 6-6 0,0 0-2 0,0 0-3 16,0 0-20-16,0 0-2 0,13 8-10 0,-9-6-5 15,4 1-8-15,-8-3-2 0,14 1-3 0,-5 1-5 16,3-2-13-16,-1-2 3 0,-3 2-1 0,-8 0-6 16,15-5 1-16,-8 3 7 0,-2 0-2 0,-5 2-1 15,13-4-3-15,-9 0-1 0,1-1 3 16,-5 5-1-16,4-9-14 0,-2 6 6 0,0-5-6 16,-2 8 0-16,-2-10 2 0,2 10-11 0,-6-12 2 15,1 7-2-15,1 1-5 0,4 4-7 0,-14-8-7 0,14 8-10 16,-18 0-16-16,6 0-25 0,12 0-6 0,-22 0-29 15,11 2-31-15,0-1-24 0,2 4-88 16,0-2-248-16,9-3 110 0</inkml:trace>
  <inkml:trace contextRef="#ctx0" brushRef="#br0" timeOffset="-154093.22">27868 15838 106 0,'5'-4'158'0,"0"1"-7"16,2 1-13-16,-7 2-9 0,14-4-15 0,-6 4-13 16,-8 0-7-16,0 0-7 0,19 1-12 0,-19-1-9 15,10 6 0-15,-10-6-10 0,7 8-1 0,-7-4-12 16,0-4-2-16,0 10-6 0,0-10 0 0,-6 15 0 15,3-9-7-15,-3-1-1 0,1 3 0 16,-2-1-3-16,3 0-6 0,-1-3 0 0,1 3-5 0,-1-2-8 16,5-5-8-16,-8 9-4 0,8-9-6 0,0 0 3 15,-2 13-5-15,2-13 8 0,0 0 1 0,7 14-6 16,-7-14 3-16,12 4 4 0,-7 0-3 0,-5-4-6 16,16 5 3-16,-9-2 10 0,-7-3-10 15,16 6 4-15,-8-3 0 0,-8-3-2 0,9 2 9 16,-9-2-8-16,9 5-3 0,-9-5 5 0,0 0 9 15,5 6 8-15,-5-6-4 0,0 0 4 0,0 0 7 16,0 0-9-16,-20 10 4 0,8-8-4 0,1 2 5 0,0-3-6 16,-1 5 4-16,4-3 1 0,-2 0-9 15,0 0-17-15,-2 0-19 0,12-3-25 0,-15 4-23 0,5-1-28 16,4 1-27-16,-3 1-77 0,9-5-230 16,-12 4 101-16</inkml:trace>
  <inkml:trace contextRef="#ctx0" brushRef="#br0" timeOffset="-153797.6">28045 16195 19 0,'-10'1'206'0,"10"-1"-9"0,0 0-22 0,-7 2-13 16,7-2-16-16,0 0-13 0,0 0-10 0,0 0-11 16,0 0-7-16,0 0-11 0,0 0-12 0,0 0-3 15,0 0-8-15,0 0-7 0,0 0-5 16,0 0-7-16,28-1-3 0,-17 1-4 0,0-2-5 0,0 0-4 16,1-1-7-16,2 3-18 0,-1-1-14 0,1-2-14 15,-3 0-34-15,3 3-22 0,-1 0-28 16,-1-2-27-16,-2 1-28 0,1-2-104 0,-4 2-282 0,-7 1 124 15</inkml:trace>
  <inkml:trace contextRef="#ctx0" brushRef="#br0" timeOffset="-153581.42">28163 16086 87 0,'-6'-3'192'0,"6"3"-7"0,0 0-13 0,-9-2-17 15,9 2-15-15,0 0 3 0,-8 5-12 0,8-5-6 16,-3 14-6-16,-2-6-7 0,3 2-12 0,-1 1-7 16,1-1-7-16,-2 3-9 0,2 2-9 0,-2 1-6 15,4 0-3-15,-1-3-6 0,2 2-20 0,-1 1-21 16,1-5-24-16,-1 2-29 0,3-1-32 0,-1-1-45 16,2 0-45-16,-1 0-137 0,-1-1-324 0,0 1 143 15</inkml:trace>
  <inkml:trace contextRef="#ctx0" brushRef="#br0" timeOffset="-150839.72">28484 16040 41 0,'-5'-7'167'0,"5"7"13"16,-2-9 0-16,2 9-1 0,-7-11-20 0,5 7-12 15,-2-1-8-15,4 5 6 0,-6-10 2 0,6 10-3 0,-3-8-7 16,3 8-5-16,-4-7-10 0,4 7-10 16,-4-7-16-16,4 7-9 0,0 0-11 0,0 0-6 15,0 0-11-15,-2-5-11 0,2 5-7 0,0 0 1 16,0 0-7-16,0 0-6 0,0 0-3 0,0 0-3 16,0 0-5-16,2 28 2 0,1-17-7 0,-6-4 1 15,7 2 3-15,-3 2-7 0,3 0 1 0,-4 6-1 16,2-5 2-16,0 3-6 0,-2-1 5 0,3-3-3 15,-2 1-1-15,3-1 1 0,-2-2 2 0,-1 1-1 16,2 1 0-16,1 0-3 0,-4-2 0 0,1 0-1 16,0-2-9-16,1 0-16 0,-2-7-12 0,3 13-11 15,-1-6-13-15,0-1-26 0,-2-6-12 0,2 10-30 16,0-6-29-16,-2-4-15 0,0 0-18 0,3 7-150 16,-3-7-363-16,0 0 162 0</inkml:trace>
  <inkml:trace contextRef="#ctx0" brushRef="#br0" timeOffset="-150491.75">28712 16033 162 0,'0'0'168'0,"0"0"-10"0,0 0-17 16,0 0-11-16,0 0-19 0,0 0-8 15,0 0-15-15,0 0-9 0,0 0-8 0,0 0-4 0,0 0-3 16,0 0-7-16,0 0-9 0,0 0 2 0,0 0-9 15,11 19 0-15,-11-19-1 0,7 7-10 0,-7-7-3 16,7 11 5-16,-1-4-4 0,-6-7-4 0,11 9 0 16,-6-3 1-16,0 0-2 0,0-1 0 15,-5-5-8-15,15 10 6 0,-8-4-2 0,-1-1 5 0,4 2-3 16,-4-2-5-16,3 2-1 0,-4-3-3 16,1 1 2-16,-6-5-2 0,10 5 1 0,-10-5-1 15,8 5-2-15,-8-5 0 0,5 8-1 0,-5-8-3 0,0 0 4 16,3 7-5-16,-3-7 2 0,0 0 0 0,0 0 3 15,-13 13-18-15,7-8-1 0,6-5-11 0,-16 4-16 16,9-1-15-16,7-3-8 0,-17 3-26 16,17-3-21-16,-14 0-16 0,14 0-17 0,-17-4-8 15,17 4-77-15,-12-5-242 0,12 5 107 0</inkml:trace>
  <inkml:trace contextRef="#ctx0" brushRef="#br0" timeOffset="-150329.6">28799 15998 64 0,'0'0'97'0,"16"-8"-7"0,-7 4-9 16,-9 4-10-16,19-9-6 0,-8 7-5 0,0-2-8 15,2 1-5-15,-13 3-11 0,22-3-9 0,-8 0-13 16,-1 3-20-16,-2-1-14 0,1 1-17 0,-1-2-12 16,2 1-10-16,-13 1-31 0,23 1-96 0,-16-2 44 15</inkml:trace>
  <inkml:trace contextRef="#ctx0" brushRef="#br0" timeOffset="-150081.28">29102 15898 43 0,'0'0'166'0,"0"0"1"0,0 0-3 0,0 0-6 16,0 0-17-16,2-9-9 0,-2 9-21 0,0 0-4 15,0 0-19-15,0 0-7 0,0 0 2 16,0 0-5-16,0 0 1 0,0 0-1 0,1 29-4 15,-1-29-8-15,2 22 2 0,-1-11-10 0,-1 0-3 16,3 0-8-16,-3 2-1 0,1-2-7 0,0 0-1 16,1-1-6-16,-1 0-1 0,0 2-5 0,3-2 1 0,-2 1-4 15,1-1-5-15,-3-10-18 0,5 15-16 16,-4-7-25-16,-1-8-26 0,4 13-27 0,-4-13-36 16,3 11-30-16,-3-11-143 0,2 11-328 0,-2-11 145 15</inkml:trace>
  <inkml:trace contextRef="#ctx0" brushRef="#br0" timeOffset="-149725.75">29410 15961 70 0,'0'0'221'15,"1"-7"-6"-15,-1 7-12 0,0 0-13 0,0 0-14 16,-1-10-11-16,1 10-13 0,0 0-12 0,0 0-16 16,0 0-12-16,0 0-13 0,0 0-9 0,2-6-14 15,-2 6-6-15,0 0-3 0,0 0-13 16,0 0-1-16,0 0-5 0,0 0 2 0,19 13-10 16,-19-13 5-16,13 10-1 0,-6-4 12 0,3 0 0 0,-1 2-5 15,0-2-5-15,2 0-5 0,1 0-1 0,2 3-2 16,-3-2-2-16,1-2-7 0,-3-1 1 15,2 2-4-15,-1 1 7 0,1-4-12 0,0 1-2 16,-2 2-7-16,-1-2-19 0,3 1-23 0,-4-1-23 16,-1 0-12-16,-6-4-24 0,14 8-14 0,-14-8-19 15,9 8-24-15,-9-8-16 0,0 0-18 0,0 0-18 16,5 3-117-16,-5-3-339 0,0 0 150 0</inkml:trace>
  <inkml:trace contextRef="#ctx0" brushRef="#br0" timeOffset="-149521.54">29615 15939 88 0,'0'0'204'15,"-5"-8"-17"-15,5 8-12 0,0 0-20 0,0 0-10 16,0 0 1-16,0 0-3 0,0 0-6 0,-23 16-5 16,14-7-13-16,-2 2-9 0,1 2-8 0,-3 0-17 15,3 2-3-15,-1-1-5 0,-3 1-10 0,4 0-8 16,-3-1-14-16,4 3-22 0,-2-1-21 0,1 0-25 15,-2-1-27-15,3-1-29 0,-2 1-42 0,0-1-40 16,1 1-148-16,-1-4-333 0,2-2 147 0</inkml:trace>
  <inkml:trace contextRef="#ctx0" brushRef="#br0" timeOffset="-136025.55">27208 10514 53 0,'-8'-7'94'0,"8"7"-5"15,-4-4 9-15,4 4-7 0,0 0-1 0,-7-6-3 16,7 6 3-16,0 0-5 0,-2-6 5 0,2 6-3 16,0 0-8-16,-4-6-3 0,4 6-1 0,0 0-10 15,-6-7 3-15,6 7-3 0,-2-6-1 0,2 6 0 16,0 0 5-16,-6-9 2 0,6 9 2 0,-5-5 4 15,5 5 1-15,0 0-9 0,-2-7-3 0,2 7-4 16,-4-5-5-16,4 5-4 0,-5-7-3 0,5 7-2 16,-2-9 1-16,2 9-7 0,-2-8 2 0,2 8 0 15,0 0-6-15,0-11-2 0,0 11-1 0,0 0-8 16,0 0 2-16,0-10-4 0,0 10-1 0,0 0-5 16,0 0-4-16,0 0-1 0,0 0-4 0,0 0-1 15,0 0 1-15,0 0-2 0,0 0-3 0,11 21 2 16,-9-11-3-16,-2 0 2 0,2 2-3 0,-2-1 4 15,0 4-1-15,2-3-2 0,0 0 0 0,-2 0-2 16,1-2 2-16,-1 3-2 0,0-2 4 0,0 1 0 0,2 0-4 16,-2-1 1-16,-3-1-1 0,3 0-1 0,0-10-1 15,0 13 2-15,0-4 2 0,0 1 1 16,-2-4 0-16,2-6-4 0,3 13-1 0,-1-7 3 16,-2-6-3-16,-3 9-3 0,3-9-9 0,1 8-5 0,-1-8-11 15,0 0-10-15,-3 10-17 0,3-10-18 0,0 0-15 16,0 0-13-16,0 11-12 0,0-11-10 15,0 0-18-15,0 0 2 0,2 7-9 0,-2-7-2 0,0 0-121 16,0 0-295-16,0 0 131 0</inkml:trace>
  <inkml:trace contextRef="#ctx0" brushRef="#br0" timeOffset="-135779.25">27294 10494 115 0,'0'0'146'16,"2"-8"-13"-16,-2 8 0 0,5-5-11 0,-5 5-11 15,0 0-15-15,0 0-8 0,3-6-16 0,-3 6-6 16,0 0-2-16,0 0-7 0,0 0-8 0,0 0-3 16,0 0-1-16,0 0 8 0,2 24-2 0,-2-14 0 15,0-1-6-15,0 3 1 0,0-1-2 0,0-1-3 16,-5 1-7-16,5-1-1 0,-1 1-4 0,-1-1-4 16,0 1 0-16,2-2-1 0,0 2-4 0,-4-2-3 15,6 1-1-15,-2-2-13 0,0-8-17 0,0 14-14 16,2-8-26-16,-2-6-12 0,0 11-20 0,2-6-15 15,-2-5-6-15,3 9-14 0,-3-9-100 0,5 4-239 16,-5-4 106-16</inkml:trace>
  <inkml:trace contextRef="#ctx0" brushRef="#br0" timeOffset="-135539.69">27488 10483 80 0,'0'0'108'0,"0"0"-6"0,-14-2 1 0,14 2-5 16,0 0-9-16,-15 13 0 0,7-7-7 0,0 1 7 16,-1 0-8-16,-1 3 0 0,4-2-8 0,-1 0 0 0,0 1-2 15,1-1-11-15,1-1-10 0,1 0-2 16,1-2-4-16,1 1-1 0,2-6-3 0,0 11-3 16,0-11-7-16,2 11 3 0,2-5-10 0,-4-6-7 15,8 8-22-15,1-2-8 0,1-1-27 0,0-2-24 0,1 1-14 16,-2-1-9-16,5-3-8 0,-1 2-7 0,-2-1-90 15,5-1-207-15,-5 1 92 0</inkml:trace>
  <inkml:trace contextRef="#ctx0" brushRef="#br0" timeOffset="-135213.65">27575 10646 68 0,'0'0'71'0,"0"0"3"0,0 0 3 0,0 0 3 16,0 0 0-16,0 0 1 0,0 0 3 0,0 0-2 15,0 0 1-15,0 0 4 0,0 0 3 16,0 0 0-16,0 0-5 0,0 0-12 0,0 0-3 0,0 0-2 15,0 0-12-15,0 0-3 0,0-15-7 0,0 15 10 16,0-8-4-16,0 8-4 0,0 0-7 0,-2-13-2 16,2 13-1-16,0-11-9 0,0 11 3 0,-1-12-8 15,1 12-1-15,1-12-2 0,1 6-5 0,-2 6 0 16,2-11 1-16,3 5-5 0,-1 1 3 0,1 0-7 16,0 2-3-16,-5 3 0 0,8-6-3 0,1 5 4 15,-9 1-5-15,10 1-1 0,-10-1-1 0,8 3 5 16,-8-3-1-16,6 9 3 0,-3-3-1 0,-3 0-8 15,0-6-2-15,-2 17 12 0,0-8-4 0,-3-1-2 16,3 2-2-16,-3 1 3 0,1-1-3 0,-2-1 1 16,5-1 6-16,-4 1-1 0,1 2-2 0,2-2-2 15,0-2-2-15,2 2-25 0,4-2-30 0,0 2-34 16,2-1-6-16,3 1-36 0,-1-4-24 0,1 3-91 16,3-2-269-16,-3-3 119 0</inkml:trace>
  <inkml:trace contextRef="#ctx0" brushRef="#br0" timeOffset="-132086.05">17921 15125 61 0,'0'-9'148'0,"0"9"-5"0,0 0-11 0,0 0-14 0,0 0-9 16,0 0-24-16,0 0-5 0,0 0-10 16,0 0-10-16,0 0-5 0,0 0-4 0,0 0-3 15,0 0-8-15,0 0 8 0,0 0 0 0,5 18-4 16,-5-18-5-16,1 16 1 0,-1-5-1 0,1-2-2 16,1 1-2-16,-2-4-9 0,1 5 6 0,0-1 3 0,-1 2 8 15,0-1-5-15,2 0 7 0,-4 0-15 16,4-5-3-16,-2 5 2 0,0-3-1 0,-2 2-5 15,4 1-3-15,-2-5 0 0,0-6 1 0,1 14-5 16,-1-8 6-16,0-6-6 0,0 11-4 0,0-11 2 16,0 13-5-16,1-11-2 0,-1-2 5 0,0 13-4 15,0-6-1-15,0-7-25 0,1 9-21 0,-1-9-18 16,0 8-35-16,0-8-13 0,0 7-23 0,0-7-14 16,0 0-107-16,0 0-268 0,0 0 118 0</inkml:trace>
  <inkml:trace contextRef="#ctx0" brushRef="#br0" timeOffset="-131819.65">18020 15154 45 0,'0'0'184'16,"0"0"-14"-16,2-7-16 0,-2 7-15 0,0 0-19 15,0 0-13-15,0 0 0 0,0 0-4 0,0 0-1 16,0 0 2-16,0 0-6 0,-2 29-4 0,2-20-13 15,-1 3 0-15,1-6-11 0,1 6-2 0,-1-1-6 16,2 0-6-16,-2-1-7 0,0 0-4 0,0 3-3 16,0-4-3-16,1-1-2 0,-2 1-2 0,1-9-6 15,0 16-2-15,0-10-5 0,0-6-7 0,0 13-16 16,0-7-22-16,-2 2-23 0,2-8-31 0,-1 11-14 16,1-11-26-16,0 9-17 0,0-9-11 0,0 0-10 15,0 0-95-15,1 7-270 0,-1-7 120 0</inkml:trace>
  <inkml:trace contextRef="#ctx0" brushRef="#br0" timeOffset="-131563.65">18102 15203 37 0,'0'0'136'0,"0"0"-13"0,0 0-8 16,0 0-15-16,0 0-8 0,0 0 3 0,0 0 3 15,0 0-10-15,0 0-4 0,0 0-3 0,0 0-1 16,-16 14-9-16,10-10-13 0,3 1 5 0,3-5-4 15,-8 9-1-15,3-4-5 0,1 0-8 0,0 2-4 16,4-7-1-16,-4 9-9 0,4-9 4 0,-4 9-8 16,4-9-3-16,0 7 4 0,0-7-6 0,4 8 6 15,-4-8-13-15,7 8 3 0,0-5-5 0,-2-1-14 16,3 0-8-16,4 2-11 0,0-3-28 0,0 2-21 16,1-2-18-16,-2-1-3 0,1 3-25 0,0-2-6 15,0-5-4-15,-2 4-71 0,0 3-212 0,-2-3 94 16</inkml:trace>
  <inkml:trace contextRef="#ctx0" brushRef="#br0" timeOffset="-131246.83">18249 15320 46 0,'0'0'90'0,"0"0"14"0,0 0-3 0,0 0-2 16,0 0 2-16,0 0 2 0,0 0 7 0,0 0-17 16,-5-21-4-16,5 21 6 0,1-6-6 0,-1 6-4 15,0 0-3-15,4-16-1 0,-4 11-10 16,3-1-7-16,-3 6-2 0,2-12-11 0,-1 5-3 0,2 1-3 15,0-1-2-15,0 0-1 0,-3 7-6 0,7-12-4 16,-5 6-7-16,2 1-11 0,1 1 7 0,-5 4 0 16,8-5-6-16,-8 5-5 0,9-4 0 0,-9 4-1 15,9 0-3-15,-9 0 2 0,9 4 3 16,-5 1-9-16,0-1 8 0,-4-4-6 0,2 13 6 16,-2-6 0-16,-1 2 2 0,0-1 8 0,-1 4-4 0,0-4 13 15,0-2-2-15,0 3-3 0,-2 1-3 0,3-2-1 16,-1 0-1-16,0-1-2 0,2-7-1 0,0 12-2 15,2-6 1-15,-2-6-7 0,4 10-15 16,0-3-9-16,0-2-18 0,-4-5-27 0,13 7-26 16,-2-5-24-16,1 1-35 0,-2-1-17 0,3 0-118 15,0-2-303-15,-13 0 135 0</inkml:trace>
  <inkml:trace contextRef="#ctx0" brushRef="#br0" timeOffset="-131111.69">18538 15326 32 0,'9'-10'101'0,"-9"10"-25"0,0 0-28 0,0 0-33 0,0 0-26 15,0 0-33-15,0 0-47 0,0 0 21 16</inkml:trace>
  <inkml:trace contextRef="#ctx0" brushRef="#br0" timeOffset="-129929.84">29733 15861 79 0,'-1'-9'150'0,"1"9"23"0,1-11-8 16,-1 11-6-16,0-9-10 0,0 9-9 0,1-7-1 15,-1 7-7-15,0 0-8 0,3-8-11 0,-3 8-14 16,0 0-8-16,0 0-17 0,0 0-5 0,0 0-5 16,0 0-8-16,0 0-2 0,0 0 3 0,0 0-7 15,5 19-2-15,-1-10-4 0,-2 2-1 0,1 2-1 16,1-3 0-16,0 6-5 0,-1-5-1 0,2 7 4 15,-3-7-1-15,3 5 1 0,-1 1-4 16,-2-5 0-16,0 1-5 0,0 0-3 0,1 2-4 0,-1 2 4 16,-2-5-6-16,2 0-2 0,-2-2-2 0,1 1 1 15,-1-1-5-15,0 2 2 0,0-6-4 0,2 4 1 16,1-4-13-16,-3-6-12 0,0 11-19 16,0-11-21-16,0 0-15 0,0 16-18 0,0-16-19 15,0 0-18-15,0 9-21 0,0-9-28 0,0 0-27 16,0 0-116-16,0 0-339 0,0 0 150 0</inkml:trace>
  <inkml:trace contextRef="#ctx0" brushRef="#br0" timeOffset="-129671.2">30036 15845 43 0,'0'0'229'16,"1"-7"-8"-16,-1 7-26 0,0 0-24 0,3-7-19 15,-3 7-20-15,0 0-9 0,0 0-2 0,0 0-7 16,0 0-7-16,6 23-1 0,-2-12-10 0,-3 0-7 16,0-1-6-16,1 2-6 0,-1 1-3 0,0-2-6 15,2 2-3-15,-2 0-6 0,0-2-8 0,2 0-1 16,-3 2-10-16,3-3-3 0,-2 1-4 0,1 0 0 16,-3 1-4-16,2-1-17 0,-1-1-23 0,-1 0-14 15,1-2-29-15,0-8-28 0,-4 14-39 0,4-14-20 16,-1 9-26-16,-2-4-22 0,3-5-115 0,-2 8-328 15,2-8 145-15</inkml:trace>
  <inkml:trace contextRef="#ctx0" brushRef="#br0" timeOffset="-129389.74">30234 15875 8 0,'0'0'160'0,"0"0"-5"0,0 0-8 15,-18 20-15-15,9-10-9 0,-4-3-12 16,-1 2-9-16,-9 7-9 0,7-5-8 0,-2 0-8 0,1 0-7 16,-1 0-7-16,2-2-8 0,0 0-6 0,6-2-1 15,-1-2-4-15,3 2-9 0,0-4-1 0,3 0-5 16,0 1 0-16,5-4-6 0,-5 5 2 0,5-5-5 16,0 0-6-16,0 0 6 0,0 0-5 0,13 11-1 15,-4-11-1-15,4 0 3 0,4 0-9 16,-4 0 7-16,8 0-5 0,-4 1-10 0,3 2 4 15,-3-1-20-15,-1 1-31 0,-2-2-28 0,-1 1-27 16,-1-1-19-16,-1 3-22 0,-5-2-79 0,-6-2-239 0,14 8 106 16</inkml:trace>
  <inkml:trace contextRef="#ctx0" brushRef="#br0" timeOffset="-128964.7">30257 16183 107 0,'0'0'154'0,"0"0"-2"0,19-10-8 0,-11 8-7 15,1-4-6-15,1 1-10 0,-1-1-14 0,4 3 5 16,-3-5-5-16,2 3-9 0,-1-2-1 0,-1 1-8 16,2 0-7-16,0-6-3 0,-1 4 0 0,-1-1-5 15,5 0 1-15,-8-1-3 0,0 0-9 0,1-1-4 16,-3 0-6-16,-1 0 0 0,0 1-9 0,-3-4-7 15,0 2 0-15,-1-5-4 0,-2 1-1 0,2 5-5 16,-3-5-2-16,2-1 1 0,-2 2-4 0,1 4 0 16,0-2-2-16,-1 3 0 0,0 0 1 15,-1 4 6-15,4-3-5 0,0 9-2 0,-1-10-2 0,1 10-2 16,0 0-2-16,6-12-3 0,-2 9-2 0,3 0-4 16,-7 3 1-16,21 0-5 0,-9 2 1 0,6 1-2 15,-7 1-2-15,6 3 4 0,-6-2-3 0,3 4 2 16,-2-1 0-16,-3 0-1 0,-1-1 0 0,0 2 0 15,0-1 6-15,-1 3-5 0,-4-3 4 16,0 1-1-16,0-2-3 0,-2 1 1 0,-1 0-2 16,2 1 5-16,-3 1-2 0,2-1 1 0,-1-1-13 0,4 1-21 15,-1-1-17-15,0-2-18 0,5 3-26 16,4-2-40-16,4 2-48 0,5-1-32 0,-2-3-128 16,3 2-366-16,4-5 161 0</inkml:trace>
  <inkml:trace contextRef="#ctx0" brushRef="#br0" timeOffset="-127479.85">29076 15694 2 0,'0'0'37'0,"0"0"5"16,0 0 8-16,0 0-11 0,0 0-4 16,-1-13-5-16,1 13-5 0,0 0 5 0,0 0-4 15,0 0 4-15,-7-13-3 0,7 13 9 0,0 0-20 16,-5-7 3-16,5 7 1 0,0 0-23 0,0 0 2 15,-14-7-12-15,14 7-4 0,-9-3 7 0,9 3-8 16,-15-3 6-16,15 3-6 0,-12-3 9 0,12 3-2 16,-11-4 2-16,11 4-5 0,-13-2 2 0,13 2-1 15,-10-4-2-15,10 4-7 0,-10-1 5 0,10 1-25 16,-10-5-45-16,10 5 20 0</inkml:trace>
  <inkml:trace contextRef="#ctx0" brushRef="#br0" timeOffset="-127261.28">28939 15618 78 0,'0'0'-13'15,"-9"-5"10"-15,9 5-2 0,0 0 4 0,0 0-2 16,0 0 5-16,0 0 2 0,0 0 0 0,0 0 2 15,0 0-6-15,0 0 9 0,0 0-4 0,0 0-1 16,0 0 12-16,17-12-1 0,-17 12 3 0,23-4 12 16,-5-1-3-16,10 3-4 0,1-3 4 0,5 0 3 15,3 4-2-15,2-5 6 0,13-1-3 0,-1 2 0 16,0-1-2-16,-13 3 4 0,13-5 0 0,-1 2 3 16,-12 3-3-16,3-1-6 0,10-2-3 0,0-1-2 15,-15 5 3-15,1-5 0 0,3 3-8 0,-4 1 0 16,-2-1-6-16,-1 0 14 0,1 1-18 0,-4-2-4 15,-2 2 1-15,-6-1-13 0,-3 0-7 16,2-1-11-16,-7 3-9 0,-1 0-15 0,-3 2-55 16,1-2-113-16,-11 2 51 0</inkml:trace>
  <inkml:trace contextRef="#ctx0" brushRef="#br0" timeOffset="-125813.58">20599 17098 137 0,'0'0'156'0,"-4"-5"-26"0,4 5-3 0,0 0-6 16,12-7-16-16,-2 2-9 0,4 1-11 0,4-1-11 15,3 0-2-15,5-1-7 0,-4 0-8 0,-1 3-1 16,-1-1-20-16,0-1-8 0,0 1-13 0,-1 1-24 16,0 0-22-16,-6 0-12 0,0 0-26 0,-1 1-11 15,1 1-29-15,-6-1-62 0,1 2-183 0,-8 0 81 16</inkml:trace>
  <inkml:trace contextRef="#ctx0" brushRef="#br0" timeOffset="-125399.81">20818 16988 112 0,'0'0'131'0,"-10"-2"-14"0,10 2-9 15,0 0-8-15,0 0-1 0,-7 8 5 0,7-8-6 16,-1 14-3-16,1-3 2 0,-1 1-1 0,1 4-3 15,0 0-9-15,0 1-10 0,1 1 3 0,-1 2-11 16,0-1-7-16,1 0-2 0,1-2-5 0,0 0-1 16,1 2-4-16,-1-3-7 0,-1-3 4 0,1-3-8 15,-1 4 0-15,-1-3-7 0,1-1-3 0,2 0 2 16,-2-1-8-16,-1-2 0 0,1 0-2 0,-1-7-4 16,0 12 6-16,0-6-6 0,0-6 2 0,-1 9-3 15,1-9-11-15,-2 9 5 0,2-9-11 0,-6 6-5 16,6-6-3-16,-8 8-6 0,4-5-5 0,-3-1 0 15,7-2-13-15,-9 1-9 0,9-1-8 0,-12 2 1 16,4-2 7-16,8 0 0 0,-13 0 8 0,7 2-8 16,6-2 11-16,-14-2 5 0,14 2 3 0,-12 0-8 15,12 0 14-15,-11 0 13 0,11 0-13 0,0 0 6 16,-9-2 0-16,9 2 1 0,0 0 0 0,0 0-1 16,0 0-3-16,0 0 4 0,0 0 3 0,0 0-4 15,0 0 1-15,0 0 4 0,0 0 3 16,27 2-6-16,-27-2-1 0,24-2-5 0,-11 2-10 15,6-1-22-15,-1 0-9 0,1 1-25 0,0-1-15 0,0-1-80 16,0 0-193-16,-2 0 85 0</inkml:trace>
  <inkml:trace contextRef="#ctx0" brushRef="#br0" timeOffset="-125174.78">21025 17287 109 0,'0'-11'168'0,"0"11"-5"15,0 0-12-15,0 0-16 0,0 0-20 0,0 0-13 16,0 0-9-16,0 0 0 0,0 0 2 0,0 0 1 16,0 0-3-16,2 26-3 0,-2-13-3 0,2-2-7 15,-2 6 0-15,0-3-10 0,-2 1-4 0,2-1-12 16,0 2 2-16,2 2-11 0,-1-5-5 16,0 3 1-16,-1-3-5 0,3 1-13 0,-3 0-19 0,1 2-19 15,0-1-24-15,-2-5-27 0,4-1-23 0,-3-9-18 16,1 18-45-16,0-9-135 0,-1-9-310 0,0 12 138 15</inkml:trace>
  <inkml:trace contextRef="#ctx0" brushRef="#br0" timeOffset="-124765.68">21061 17283 112 0,'9'-6'158'0,"1"3"-12"0,0-1-11 0,0 1-8 16,2 1-3-16,-12 2-11 0,16 1-15 0,-5 2-5 16,-11-3-12-16,15 7-2 0,-10-3-7 0,0 0-9 15,-1 5-3-15,-1-3-6 0,-2 4-3 0,-1-10-5 16,-4 19-4-16,3-11-1 0,-3 1-15 16,-1 3 8-16,0-4-5 0,-2 1-5 0,1-2-2 0,2 0-4 15,4-7 4-15,-8 13-5 0,8-13-2 0,-2 12 1 16,2-12-9-16,0 12 10 0,0-12-9 0,5 10 0 15,0-4-7-15,-5-6 6 0,17 8 3 0,-10-3-4 16,5-1-3-16,-1 0 1 0,2 2 1 0,4 0 0 16,-6-1-3-16,2 0-6 0,-3 0 7 15,1-1-3-15,0 1-1 0,-2 0-2 0,-3-2 4 16,0 2 3-16,-3 0 4 0,-3-5 15 0,2 9-1 16,-2-9 8-16,-8 14-3 0,2-9-4 0,-2 0 4 15,-2 0-1-15,-1 0 5 0,2 2-5 0,-2-2-8 16,1 0-1-16,-1-2 1 0,11-3-3 0,-13 5-15 15,4-2-12-15,9-3-19 0,-13 5-28 0,13-5-20 16,-12 1-50-16,12-1-57 0,0 0-117 0,0 0-328 16,0 0 145-16</inkml:trace>
  <inkml:trace contextRef="#ctx0" brushRef="#br0" timeOffset="-124576.25">21620 17270 120 0,'0'0'186'0,"11"-5"-19"0,-4 2-19 15,2 0-13-15,2 2-16 0,0-1-9 16,-1 2-11-16,-10 0-42 0,17 2-33 0,-17-2-39 16,14 5-35-16,-9-4-42 0,-1 2-76 0,-4-3-182 15,0 0 80-15</inkml:trace>
  <inkml:trace contextRef="#ctx0" brushRef="#br0" timeOffset="-124426.06">21586 17394 41 0,'0'0'152'0,"0"0"-10"16,0 0-8-16,0 0-23 0,23 8-17 0,-10-8-3 15,-3 1-37-15,-10-1-24 0,31 2-40 0,-11-5-47 16,2 4-74-16,-4-1-141 0,3-1 62 0</inkml:trace>
  <inkml:trace contextRef="#ctx0" brushRef="#br0" timeOffset="-105163.7">29162 15966 11 0,'0'0'32'0,"-7"-5"1"0,7 5-9 0,0 0 2 15,0 0-2-15,-4-5-3 0,4 5 10 0,0 0-14 16,0 0 6-16,0 0 0 0,0 0 1 15,-6-5-3-15,6 5-1 0,0 0 3 0,0 0-2 16,0 0 2-16,0 0-3 0,0 0 2 0,0 0-2 16,0 0 3-16,0 0 1 0,0 0 2 0,0 0 2 15,-4-6 8-15,4 6 4 0,0 0-12 0,0 0 3 0,0 0-2 16,0 0 0-16,0 0 2 0,0 0 0 0,0 0-7 16,-1-8 1-16,1 8 2 0,0 0-3 15,0 0 1-15,-4-8 1 0,4 8-5 0,0 0-6 16,-4-7 5-16,4 7 5 0,0 0-14 0,-4-6 13 15,4 6 6-15,0 0-4 0,0 0-2 0,-3-5 2 16,3 5 0-16,0 0 4 0,0 0-4 0,0 0 7 0,0 0-2 16,0 0-4-16,0 0 5 0,-4-8 2 15,4 8-2-15,0 0 0 0,0 0 3 0,0 0 1 16,0 0-4-16,0 0-1 0,0 0-4 0,0 0 4 16,0 0-7-16,0 0-3 0,0 0-1 0,0 0-3 15,0 0-1-15,0 0-6 0,0 0 5 0,0 0-9 16,0 0 2-16,0 0-5 0,0 0-1 0,0 0 3 0,0 0-2 15,0 0-1-15,0 0 3 0,0 0-4 16,0 0 0-16,0 0 0 0,0 0-1 0,4 28 1 16,-6-22 1-16,2-6 2 0,-2 12 7 0,2-12-4 15,0 12-4-15,0-5 4 0,-4-2 0 0,3 6 0 16,0-5-1-16,-2 3 5 0,3 1-6 0,0-1 4 16,0 0-2-16,-3 1 6 0,3-2 4 0,0 4-2 0,0-12-3 15,0 16 1-15,0-8-4 0,0 3 2 16,0-4-1-16,0 3 3 0,0-1-4 0,0-9-1 15,2 15 1-15,-2-10-1 0,1 2-1 0,-1-7-2 16,0 14 1-16,1-8 1 0,-1-6-1 0,0 12 2 16,0-12-4-16,-1 11 0 0,1-11-2 0,1 9 3 15,-1-9-3-15,0 8 2 0,0-8 1 0,0 0-4 16,0 7 4-16,0-7-2 0,0 0 0 0,0 0-1 16,0 0 1-16,-2 9-3 0,2-9 6 0,0 0-6 15,0 0 4-15,0 0 0 0,0 0 2 0,-2 8-6 16,2-8 3-16,0 0-3 0,0 0 6 0,0 0-7 15,-2 6 13-15,2-6-10 0,0 0 1 0,0 0 3 16,0 0-3-16,0 0-3 0,0 0 2 0,-2 8 1 16,2-8-1-16,0 0 1 0,0 0 1 0,0 0-3 15,0 0 2-15,0 0-4 0,-1 8 6 0,1-8-2 16,0 0-2-16,0 0 3 0,0 0-1 0,0 0-1 16,0 0 2-16,0 0 0 0,0 0-5 0,0 0-6 15,0 0-16-15,0 0-16 0,0 0-13 0,0 0-27 16,0 0-20-16,0 0-26 0,0 0-12 0,0 0-17 15,0 0-103-15,0 0-279 0,0 0 124 0</inkml:trace>
  <inkml:trace contextRef="#ctx0" brushRef="#br0" timeOffset="-99673.59">22891 17216 79 0,'0'0'104'0,"0"0"-9"16,-1-12 1-16,1 12-9 0,0 0-11 0,0 0-2 16,-2-11-2-16,2 11-18 0,0 0 5 0,0 0 1 15,3-14 3-15,-3 14 1 0,0 0 0 0,0-13-7 16,0 13-2-16,0 0 0 0,-4-12 6 0,4 12-8 16,-4-7-2-16,4 7-2 0,0 0-12 0,-4-12-2 15,4 12 0-15,-7-8-5 0,7 8-3 0,-13-7-3 16,13 7 0-16,-16-5-12 0,10 3 2 0,6 2 0 15,-14-2-5-15,6 2-1 0,8 0 1 16,-15 1 0-16,6 2-4 0,0 1-5 0,-1 2 13 0,1-1-10 16,1 3 3-16,1 2-3 0,-2-2 9 0,2 2 30 15,1 0-11-15,1 1-3 0,1-1 1 0,1-1-8 16,0 0 2-16,1-2-4 0,2 2 7 0,2 1-9 16,-1-3 2-16,1 1-6 0,3 0 0 15,-2-1-2-15,4-2-5 0,-2 2 10 0,4-3-7 16,2 1 2-16,5 1 2 0,-5-2-4 0,2-4-1 0,-3 1 3 15,1-1 1-15,-3 0-5 0,2 0 3 0,-10 0-2 16,18-3-2-16,-10 0-1 0,-3-2 2 0,1 0-1 16,2-1-2-16,-4 0 6 0,1-3 0 0,-2 0-3 15,0-1 2-15,-1 3 2 0,-1-3-2 16,3 1 0-16,0-1 6 0,-4 2-3 0,0-1 3 16,0 9 1-16,1-11 3 0,-1 11 6 0,1-10 2 15,-1 10-3-15,1-8-2 0,-1 8-1 0,0 0-2 16,3-8-8-16,-3 8-2 0,0 0-3 0,0 0 2 15,0 0 1-15,0 0-4 0,0 0 2 0,1 27-1 16,-2-17-1-16,2 2-4 0,-3 5 3 0,-2-1 1 16,1 1-1-16,5-2-2 0,-5 2 3 0,3-2-1 15,-4 3 3-15,4-1 1 0,-1-7-7 0,0 3 3 16,2 3-2-16,-2-3 1 0,2 2 4 0,-1-4-3 16,-1 4 2-16,2-3-3 0,-1-1-12 0,1 1-16 15,2-1-26-15,-2-1-22 0,-1-10-41 0,0 17-42 16,1-8-39-16,-1-2-137 0,0-7-360 0,0 0 160 15</inkml:trace>
  <inkml:trace contextRef="#ctx0" brushRef="#br0" timeOffset="-99498.01">23011 17402 141 0,'0'0'199'0,"0"0"-17"0,0 0-27 15,4-6-14-15,-4 6-13 0,0 0-30 0,0 0-11 16,0 0-26-16,0 0-32 0,0 0-36 16,18 7-43-16,-13-4-42 0,-5-3-87 0,8 7-194 15,-8-7 87-15</inkml:trace>
  <inkml:trace contextRef="#ctx0" brushRef="#br0" timeOffset="-99171.53">23277 17225 32 0,'0'0'161'0,"18"2"-15"16,-8 0-12-16,0 3-4 0,-1 3-6 0,0 1-8 16,-3 1-13-16,2 3-8 0,-5-1-11 0,-2 1-1 15,0 4-8-15,-2-4-4 0,-2 2-5 0,-2 1-11 16,-3-2 1-16,1-2-3 0,-1-3-7 15,1 1 4-15,-2 0-1 0,0-3-5 0,0 2 1 16,2-2 4-16,-2-2-7 0,2 0 8 0,2-2-4 16,5-3 2-16,-7 5 1 0,7-5 3 0,-6 5-10 15,6-5 0-15,0 0-4 0,0 0-1 0,0 0-7 16,0 0-3-16,0 0 1 0,0 0-8 0,23 1 1 16,-12-1-3-16,2-2-6 0,5 2 2 0,-1-2-20 15,2 2-17-15,0-1-24 0,-1 4-21 0,2-2-43 16,1 0-34-16,-2-1-48 0,3 3-122 0,-3-3-342 15,1 2 151-15</inkml:trace>
  <inkml:trace contextRef="#ctx0" brushRef="#br0" timeOffset="-97926.4">23713 17521 140 0,'0'0'155'0,"0"0"-6"0,0 0-5 0,0 0-6 15,0 0-9-15,0 0-8 0,0 0-7 0,0 0-8 16,0 0 1-16,0 0-9 0,0 0-6 0,0 0-2 16,0 0-9-16,0 0-6 0,0 0-1 0,0 0-6 15,0 0-6-15,0 0-6 0,0 0 4 16,20-18 1-16,-18 13-4 0,5 1-2 0,-1-3-4 16,0 1-5-16,1-1-7 0,-1 0-3 0,2-2-2 15,-1 0-3-15,3-2 0 0,-3-2-6 0,1 3-1 16,-3-2-2-16,4-2 0 0,-1 1 0 0,-2-3-5 15,-1 5 1-15,1 0 1 0,-1-1 8 0,0 3 4 0,0 0 1 16,-3 0 2-16,0 4-4 0,0-2 2 16,-2 7 5-16,1-10-2 0,-1 10 0 0,3-8 1 15,-3 8-8-15,0 0-2 0,3-6-7 0,-3 6 0 16,0 0-4-16,0 0-8 0,0 0 3 0,0 0-2 16,0 0-2-16,0 0 2 0,0 0-4 0,0 0-4 15,0 0 5-15,-8 30-3 0,3-21 2 0,2 1 0 16,1 2 1-16,0-3-6 0,1-1 4 0,1 4 0 15,1-4 0-15,1 1-1 0,0-2 2 0,3 4 4 16,0-4-6-16,5 1 1 0,-2-2 6 0,1 0-7 16,2-2 4-16,-1-1-3 0,3 2 4 0,-2-2-3 15,2-2 2-15,-2-1-6 0,0 0 7 0,3-1 3 16,-4 0-2-16,0-2-2 0,-1-1 2 0,0 1-3 16,-1-3-5-16,0-2 7 0,0-1 1 0,0 1-3 15,-2-3 0-15,-2 4 0 0,4-5 0 0,-4 2-2 16,-1-2 4-16,-1 2-3 0,2 0 8 0,-4 0-8 15,2 3 11-15,0 0-1 0,-2 7 2 16,1-9-3-16,-1 9-3 0,1-10-3 0,-1 10-4 16,0 0-4-16,0 0 0 0,0 0 5 0,0 0-4 15,0 0 1-15,0 0 2 0,-10 21-5 0,6-12 3 16,1 3-1-16,-1-1 1 0,2 1 0 0,-2 4-2 16,4-4 1-16,-2 1-16 0,4-1-16 0,2-1-36 15,0 2-14-15,1-2-34 0,4 1-38 0,0-1-38 16,1 1-56-16,-2-3-172 0,1-4-454 0,3-1 200 15</inkml:trace>
  <inkml:trace contextRef="#ctx0" brushRef="#br0" timeOffset="-97473.66">24389 17388 139 0,'7'-4'177'0,"-7"4"9"0,0 0-13 16,0 0 0-16,0 0-8 0,-16 31-13 0,10-24-15 15,0 3-6-15,2-1-7 0,-1 2-13 16,3-1-14-16,-1-2-1 0,0 2-10 0,3-10-11 16,-7 10-3-16,7-10-8 0,-3 12-4 0,3-12-6 15,-3 7 3-15,3-7 13 0,0 0 11 0,0 0 8 16,0 0-13-16,0 0 6 0,0 0 2 0,0 0-8 16,0 0-10-16,0 0-4 0,0 0-7 0,0 0-19 15,3-36 12-15,2 20-9 0,-1 6 3 0,-1-6-5 16,3 0-7-16,1-1-16 0,1 0 12 0,-1-2-2 15,2 1-3-15,0-4-1 0,1-3-6 0,-1 7 1 16,1 0-6-16,-3 1 0 0,2 2 1 0,0 2 1 16,-3 5-3-16,-1 3-2 0,-5 5-1 0,8-10-5 15,-8 10-13-15,10-3 12 0,-10 3 1 0,0 0 0 16,18 8 0-16,-12-2 7 0,3 3-6 0,-4 3 21 16,0-2 4-16,2 2-1 0,-2 3 4 0,1 0-4 15,-2-3-1-15,0 1 0 0,1 2-5 0,-1-3 3 16,0 0-4-16,-1-1-15 0,3 0 14 0,-2 0 2 15,-2-1-21-15,-1 1 21 0,3-3-27 16,-1 2-6-16,-1-1-23 0,2 1-8 0,0-1-14 16,-3 1-17-16,-1-10-28 0,0 0-6 0,4 17-20 15,-4-17-19-15,0 0-20 0,0 17-22 0,0-17-27 16,0 0-18-16,-9 12-136 0,9-12-403 0,0 0 178 0</inkml:trace>
  <inkml:trace contextRef="#ctx0" brushRef="#br0" timeOffset="-97324.45">24470 17402 67 0,'-8'-7'127'0,"8"7"9"0,0 0-19 0,-9-7-1 16,9 7-15-16,0 0-15 0,0 0-1 0,0 0-10 15,0 0-13-15,0 0 6 0,0 0-10 0,0 0-7 16,0 0 1-16,41 2-12 0,-24 1-20 0,-17-3-26 16,32 0-42-16,-15 0-56 0,2 1-81 0,-7-1-198 15,-12 0 88-15</inkml:trace>
  <inkml:trace contextRef="#ctx0" brushRef="#br0" timeOffset="-96696.95">22704 17809 171 0,'0'0'167'16,"-9"-6"-4"-16,3 2 3 0,1-1-13 0,-2 3-2 16,1-3-3-16,0 2-3 0,6 3-4 0,-11-7-13 15,5 4-7-15,6 3-6 0,-6-4-4 0,6 4-6 16,-7-3-7-16,7 3-4 0,0 0-13 0,-6-6-8 15,6 6-7-15,0 0-7 0,0 0-10 0,0 0 2 16,20 0-7-16,10 1-1 0,7 2 0 0,23-5-1 16,34 5-5-16,7-6-1 0,13 1-3 0,9 3 2 15,-1-5-7-15,9 6-1 0,-2-4 2 16,5-4-2-16,5 5-2 0,-1 1-3 0,-3-6-6 16,-10 6 3-16,-3-4-4 0,-5 0 0 0,-12 1 3 15,-15 0 1-15,1-1 0 0,-32 6 1 0,-3-2 7 16,-3 2-2-16,-16-3-5 0,0-2 0 0,-6 2 5 15,-10 0 11-15,-1 1 5 0,-4-1 16 0,-5 1 13 0,0-2 8 16,-11 2 8-16,18 0 3 0,-18 0-2 16,11-3 0-16,-11 3-8 0,9-3-9 0,-9 3-4 15,0 0-11-15,0 0-1 0,14-3-9 0,-14 3-14 16,0 0-34-16,0 0-29 0,0 0-57 0,0 0-48 16,0 0-56-16,0 0-63 0,0 0-66 0,0 0-226 15,-59 6-592-15,30-3 262 0</inkml:trace>
  <inkml:trace contextRef="#ctx0" brushRef="#br0" timeOffset="-87469.73">0 13594 1630 0,'0'0'40'0,"91"24"-2"0,-29-19-3 0,1-1-6 16,2-1 3-16,25 3-6 0,-27-5-1 0,4 2-3 15,27-2 4-15,-29 1-11 0,35-4 3 0,-3 4-4 16,-1-1 4-16,5 1-4 0,3-5 2 0,1 3-1 15,7 0 0-15,-2-4 3 0,7 6 0 0,6-7-7 16,-2 1 2-16,1 1-1 0,-4 0 2 0,1 3-2 16,-1-2-2-16,0-1 2 0,3 0 4 0,2-1 1 15,1-1 0-15,-7 3 0 0,-1-1-3 0,-3-3 5 16,-3 3 2-16,-4-2-3 0,0 5-2 0,-1-4 1 16,-3 4-5-16,-6-1 4 0,-7-5-4 0,1 2 1 15,-29 1 3-15,5 0 5 0,-2 0-10 0,2-3 3 16,-5 3-1-16,-5 0 1 0,2-1 0 0,-20 3 1 15,2-3-7-15,-6 0 2 0,-3 2-3 0,-4-1 2 16,-7 2-1-16,-7 0 1 0,1 0-4 0,-14 1-1 16,18-2 0-16,-18 2-3 0,0 0-8 0,16 2-17 15,-16-2-24-15,0 0-25 0,0 0-20 0,0 0-42 16,0 0-47-16,0 0-151 0,0 0-360 0,-49 29 160 16</inkml:trace>
  <inkml:trace contextRef="#ctx0" brushRef="#br0" timeOffset="-86837.98">371 14328 99 0,'0'0'202'0,"0"0"-14"0,0 0-13 16,0 0-17-16,0 0-14 0,0 0-15 0,0 0-9 15,0 0-17-15,0 0-10 0,0 0-9 0,0 0-13 16,0 0-4-16,0 0-8 0,0 0-5 0,0 0-4 16,77-16-3-16,-46 11-7 0,-31 5 1 0,67-6-10 15,-33 0-3-15,-2 5-19 0,-32 1-24 0,60-5-26 16,-32 4-38-16,-9-1-41 0,1 2-39 0,-1 0-104 16,-8 0-286-16,2-2 127 0</inkml:trace>
  <inkml:trace contextRef="#ctx0" brushRef="#br0" timeOffset="-86375.46">558 14325 9 0,'0'0'143'0,"0"0"-8"0,0 0-6 16,-5 48-5-16,5-48-8 0,-4 32-3 0,4-32-10 15,0 45-10-15,0-45-5 0,0 52-9 0,4-22-1 16,-4-30-7-16,2 50-6 0,0-25-6 0,-2-25-9 16,1 43-2-16,-1-43-6 0,6 35-2 0,-6-35-8 15,4 33 1-15,-4-33-2 0,0 0-6 0,4 34-3 16,-4-34-3-16,0 0-1 0,2 31-3 0,-2-31 6 16,0 0-8-16,0 0 4 0,0 0-4 0,2 34-1 15,-2-34-1-15,0 0-5 0,0 0 11 0,0 0-4 16,0 0-5-16,0 0 7 0,0 0-4 0,0 0-6 15,-21 28 4-15,21-28-15 0,0 0 3 0,0 0 0 16,0 0 1-16,-44 0-1 0,44 0-3 0,0 0 6 16,0 0-3-16,0 0-4 0,-56-9 5 0,56 9-6 15,0 0 6-15,0 0 0 0,0 0 1 0,-40-6 5 16,40 6-5-16,0 0-4 0,0 0 8 0,0 0-4 16,0 0-12-16,0 0 7 0,0 0 2 15,0 0-1-15,0 0 7 0,0 0-4 0,0 0 1 0,0 0-1 16,0 0 5-16,0 0-1 0,0 0 6 0,0 0-7 15,0 0 2-15,0 0 0 0,0 0 3 0,0 0-1 16,125-3-3-16,-125 3-27 0,53 2-33 0,-53-2-38 16,56-4-33-16,-28 2-138 0,-28 2-288 0,40-5 128 15</inkml:trace>
  <inkml:trace contextRef="#ctx0" brushRef="#br0" timeOffset="-86102.28">1005 14702 103 0,'0'0'213'0,"0"0"-7"0,0 0-12 0,-14-13-14 16,14 13-9-16,0 0-20 0,-13-2-13 0,13 2-11 16,0 0-13-16,-25 7-7 0,16-3-12 0,-2 3-10 15,-2 3-4-15,-4 0-2 0,7 2-7 0,-2 1-3 16,1-1 0-16,11-12-5 0,0 0-3 0,-27 39-9 15,27-39-3-15,-11 21-8 0,10-12 0 0,-1 3-8 16,2-2 1-16,0 0-8 0,1 2-1 0,1-2 1 16,4-1-10-16,1-1-21 0,6 2-22 15,1-2-39-15,4-1-27 0,3 0-47 0,5-4-39 16,5 0-190-16,-3-3-400 0,3 0 177 0</inkml:trace>
  <inkml:trace contextRef="#ctx0" brushRef="#br0" timeOffset="-85900.08">1469 14628 235 0,'0'0'238'0,"0"0"-25"0,0 0-25 0,0 0-19 15,0 0-19-15,10-11-12 0,-10 11-17 0,22-4-9 16,-3 3-32-16,2-3-21 0,-2 3-35 0,3-1-31 15,-4 2-41-15,3 2-48 0,-4-5-30 0,-3 4-116 16,-14-1-262-16,23 4 116 0</inkml:trace>
  <inkml:trace contextRef="#ctx0" brushRef="#br0" timeOffset="-85729.3">1478 14735 128 0,'0'0'211'0,"-8"4"-13"0,8-4-16 15,0 0-16-15,0 0-19 0,0 0-22 0,0 0-3 16,0 0-18-16,0 0-6 0,0 0-7 16,0 0-9-16,0 0-13 0,36 8-33 0,-19-10-26 15,2 4-39-15,3-4-45 0,-2 1-50 0,7-2-133 16,-6-1-279-16,-1 2 123 0</inkml:trace>
  <inkml:trace contextRef="#ctx0" brushRef="#br0" timeOffset="-85147.66">2197 14436 36 0,'0'0'217'0,"2"-11"-20"0,-2 11-15 15,4-6-14-15,-4 6-18 0,0 0-18 0,0 0-17 16,0 0-19-16,0 0-6 0,0 0-13 0,0 0-6 15,0 0-9-15,0 0-18 0,5 28 8 0,-5-10-3 16,1-1-5-16,0 9-2 0,2 3-3 0,-5-3 1 16,5 4-2-16,-3-2 6 0,3-2-11 0,-2-1 0 15,0-1 29-15,1-8-5 0,-2 3-2 0,0-1-3 16,1-3-5-16,-1 2-4 0,0-5-2 0,-3 6-4 16,3-7-3-16,2 3-2 0,-4-1-3 0,4 0-5 15,-2-2 2-15,1-2-1 0,-1 0-5 0,0 1 0 16,0-3-5-16,0-7-25 0,0 13-17 0,-1-7-25 15,1-6-37-15,-3 13-26 0,3-13-37 0,-2 10-42 16,2-10-145-16,-6 8-366 0,6-8 161 0</inkml:trace>
  <inkml:trace contextRef="#ctx0" brushRef="#br0" timeOffset="-84643.74">2152 14428 84 0,'0'-12'201'0,"1"-1"-21"16,3-2-20-16,0 3-15 0,1 0-13 0,5-1-15 16,1 1-16-16,5 1-4 0,-1 3-11 15,3 0-9-15,0 0-8 0,9 2-8 0,0 2-4 16,-7 0-5-16,-1 3-4 0,3 2-1 0,-3-1-7 15,-5 4-1-15,-2 0-5 0,2-3-2 0,-1 4 0 16,-3 0-8-16,-3 2-1 0,0-3-2 0,1 3-2 16,-5 0 4-16,-3-7-3 0,7 13-2 0,-7-6 3 15,0-7-2-15,-7 15 2 0,7-15-1 0,-7 17-1 16,0-9 1-16,3-2-3 0,-1 1 0 0,5-7-1 16,-10 9 1-16,10-9-2 0,-8 9-4 0,3-6-1 15,5-3 1-15,0 0-5 0,-5 8-2 0,5-8 0 16,0 0-2-16,0 0 1 0,-2 9 0 0,2-9-3 15,0 0-3-15,0 0 5 0,7 13 1 0,-7-13-3 16,11 9 0-16,-6-3 3 0,3 0-2 0,-2-1 1 0,-6-5-1 16,9 11-1-16,-3-4 2 0,-6-7-5 15,10 11-1-15,-10-11 5 0,7 14-3 0,-7-14-1 16,5 14 4-16,-5-14-1 0,-2 16 0 0,2-16 4 16,-7 16-2-16,0-7 1 0,0-2-1 15,-4 0-1-15,4 1 4 0,-5-4-1 0,-1 3 1 0,2-4-5 16,-3 2 1-16,2-1 1 0,1-1-2 0,-6 1-16 15,6-1-17-15,11-3-30 0,-23 6-27 0,14-6-46 16,9 0-40-16,-14 2-127 0,14-2-326 0,0 0 144 16</inkml:trace>
  <inkml:trace contextRef="#ctx0" brushRef="#br0" timeOffset="-84408">2825 14394 1748 0,'0'0'120'0,"-1"-9"-43"0,1 9-18 0,0 0-19 16,-1-12-15-16,1 12-2 0,1-7-9 0,-1 7-9 16,5-6 1-16,3 0 2 0,2 2-5 15,7-3 3-15,2 1-2 0,9-1 0 0,-3 0 3 16,2 2-6-16,1 0-9 0,-6 3-24 0,0-1-34 0,-3 0-44 15,1 2-44-15,-8 1-143 0,-1 1-322 0,-3-2 143 16</inkml:trace>
  <inkml:trace contextRef="#ctx0" brushRef="#br0" timeOffset="-83975.4">2986 14318 32 0,'-9'3'127'0,"9"-3"-2"0,0 0-1 16,-1 13 28-16,0-6-9 0,2 5-2 0,-1-1-6 16,0 5-8-16,0 3-14 0,0 0-4 0,0-2-7 15,4 0-12-15,-3 0-6 0,-1 4-5 0,1-3 2 16,1 1-5-16,-1-3-8 0,1 1-5 0,-2-1-4 16,-1-3-7-16,4-2-2 0,-2 0-7 0,-1-1-4 15,0-1-2-15,1 2-5 0,1-2-1 0,-2-2-2 16,0-7-4-16,1 12-3 0,-1-12-4 0,-1 8 2 15,1-8-3-15,-2 12-2 0,2-12 0 0,-1 6-2 16,1-6-1-16,-3 7-4 0,3-7 1 0,0 0-7 16,-2 6-1-16,2-6-7 0,0 0-3 0,-9 3-5 15,9-3-4-15,0 0-8 0,-14-3-3 0,14 3 3 16,-10-3 2-16,10 3 0 0,-13-3 4 0,13 3 2 16,-12 0-2-16,6-2 6 0,6 2 2 0,-14-1 1 15,14 1 0-15,-10-1-2 0,10 1 3 0,-9 0 0 16,9 0 8-16,0 0-14 0,-10-2 5 0,10 2-4 15,0 0 2-15,0 0-2 0,0 0 7 0,0 0 5 16,0 0-5-16,0 0 2 0,0 0 5 0,20 9-6 16,-10-7-7-16,3 0-9 0,0 0-10 0,5-1-26 15,-2 1-13-15,3-1-32 0,-1-2-27 0,2 1-24 16,-1 0-97-16,-1-3-272 0,-4 3 120 0</inkml:trace>
  <inkml:trace contextRef="#ctx0" brushRef="#br0" timeOffset="-83759.86">3201 14617 110 0,'0'0'199'16,"1"-5"-2"-16,-1 5-2 0,0 0-24 0,0 0-13 15,0 0-19-15,0 0-17 0,1-8-11 0,-1 8-11 16,0 0-11-16,0 0 6 0,3 20-8 0,-2-11-6 16,-2 5 0-16,1 2-12 0,0 0-4 0,0 1-3 15,-1 2-6-15,-1-3-5 0,1 3-6 0,0 0-1 16,1-2-2-16,-1 2-6 0,-1-1-2 15,4-2-4-15,-2 2-10 0,-2-3-17 0,2-2-37 0,-4-3-39 16,4 0-39-16,0 0-44 0,-1-2-40 0,1 0-125 16,0-8-346-16,-6 9 153 0</inkml:trace>
  <inkml:trace contextRef="#ctx0" brushRef="#br0" timeOffset="-83343.9">3261 14568 199 0,'5'-5'192'0,"2"2"-18"15,-1 0-15-15,-6 3-9 0,18-3-16 0,-10 2-14 16,3 2-4-16,-2 2-12 0,1-1-8 16,-2 1-9-16,1 3-9 0,-2 2-3 0,1-2-5 15,1 3-2-15,-4-1-4 0,0-3-6 0,-1 6-7 0,0-2-5 16,-3 0 0-16,-1-1-3 0,0 3-3 15,0-5-6-15,0 4 0 0,0-10-3 0,-2 14-3 16,0-7-3-16,2-7-3 0,-5 11-7 0,4-4 5 16,1-7-7-16,-3 10-6 0,3-10-8 0,-2 8-1 15,2-8-10-15,-2 9 0 0,2-9-4 0,2 9 5 16,-2-9 0-16,2 7 2 0,-2-7-1 0,3 11-2 0,-2-6 3 16,-1-5 1-16,7 9-1 0,-3-5 4 15,-1 3-6-15,1-2 4 0,0-1 0 0,-4-4 4 16,4 10-5-16,-3-4 5 0,-1-6-6 0,4 9 3 15,-4-9 1-15,0 10 0 0,0-10 1 0,-3 10 3 16,-2-5-2-16,0-1 4 0,-4 2-3 0,0 0 4 16,0-1 0-16,2-3-1 0,-1 0-1 0,-1 4 1 0,1-3-2 15,-3 0-11-15,3 0-18 0,0-2-24 16,-2 1-47-16,3 0-43 0,7-2-167 0,-17 1-336 16,8-1 149-16</inkml:trace>
  <inkml:trace contextRef="#ctx0" brushRef="#br0" timeOffset="-81576.16">3947 14398 117 0,'0'0'189'0,"-7"1"-13"0,7-1-16 0,0 0-9 0,0 0-13 16,-8 1-12-16,8-1-9 0,0 0-5 15,0 0-9-15,0 0-6 0,0 0-7 0,0 0-5 0,0 0-7 16,0 0-4-16,0 0-14 0,0 0-5 0,0 0-4 16,0 0-3-16,0 0-5 0,0 0-7 0,0 0 3 15,0 0-8-15,29-5 0 0,-17 4-5 0,1 1-11 16,1-2-31-16,-1 2-23 0,2-1-32 16,-1 1-39-16,0-1-36 0,-3 1-36 0,-2 2-99 0,0-1-305 15,-1-1 136-15</inkml:trace>
  <inkml:trace contextRef="#ctx0" brushRef="#br0" timeOffset="-81394.94">3917 14515 66 0,'0'0'197'0,"0"0"-18"0,0 0-18 0,0 0-18 0,0 0-13 16,0 0-14-16,0 0-8 0,0 0-19 15,30-2-23-15,-15 2-25 0,-2 0-51 0,10 2-33 16,-3-2-45-16,0 0-105 0,0 2-209 0,-2-2 94 0</inkml:trace>
  <inkml:trace contextRef="#ctx0" brushRef="#br0" timeOffset="-80856.3">4673 14221 115 0,'-2'-6'232'0,"2"6"-23"0,0 0-20 15,0 0-22-15,-4-10-21 0,4 10-22 0,0 0-6 16,0 0-11-16,0 0-5 0,-5 22-8 0,3-10-3 0,1 4-6 16,-1-1-8-16,2 3-8 0,-3 1-1 15,0-1-2-15,2 1-3 0,0-2-6 0,0-1-2 16,1 2-8-16,0 1-1 0,0-3 0 0,-2-1-9 15,1 0-5-15,2 1 3 0,-2-4-9 0,1 2 5 16,-1-1-8-16,1 0 1 0,0-4-7 0,-2 2-20 0,2-1-22 16,-1-5-20-16,1-5-20 0,-1 14-40 15,1-14-35-15,1 8-20 0,-1-8-39 0,0 0-111 16,0 0-335-16,3 6 149 0</inkml:trace>
  <inkml:trace contextRef="#ctx0" brushRef="#br0" timeOffset="-80553.5">4858 14316 129 0,'0'0'143'0,"0"0"-13"0,0 0-11 16,0 0-7-16,0 0-5 0,0 0-4 0,8 16-4 0,-5-9-14 15,-1-1-3-15,1 2-11 0,2-1-7 16,0 2-7-16,0-1-8 0,3 1 6 0,-4 0-9 15,2 0 6-15,3 1-16 0,-3-2 1 0,1 0-3 16,2-1-3-16,0 3-8 0,-2-3 6 0,0 2-2 16,-2-5 1-16,1 5-3 0,1 0 4 0,-5-4-7 15,2 0 0-15,-4-5 1 0,1 9 2 0,-1-9 7 16,-2 9-7-16,2-9 5 0,-13 9-4 0,1-4-11 16,1-1-7-16,0 1-14 0,-2-2-14 0,-1-1-19 15,3 0-28-15,1-1-33 0,-1-1-35 0,-1-1-26 16,1-2-90-16,-2-1-271 0,3-2 120 0</inkml:trace>
  <inkml:trace contextRef="#ctx0" brushRef="#br0" timeOffset="-80408.58">4961 14267 47 0,'20'0'51'0,"-1"0"-25"15,2 0-32-15,-2 1-14 0,-6-1-22 0,2 1 11 16</inkml:trace>
  <inkml:trace contextRef="#ctx0" brushRef="#br0" timeOffset="-80078.7">5134 14339 22 0,'-3'5'163'0,"-4"4"-13"0,4-2 0 0,-1 2-9 16,-1-2-9-16,1 2-8 0,1 0-7 0,2-1-1 16,-2 2-10-16,2-1-12 0,0-2-7 0,1-7-6 15,2 16-7-15,-1-10-6 0,2 1-10 0,2 1 0 16,2-1-8-16,-2-2-1 0,5 0-7 0,0-1-1 16,1-4-3-16,1 3-2 0,-2-4-3 0,2-1-11 15,1 2 11-15,-3-2-6 0,3-3 3 0,-3 1-4 16,0-2 3-16,0-1 0 0,-2-1 6 0,0 1 1 15,-2-4-5-15,-1 2 0 0,0-2-3 0,-2-1-2 16,-2 0-1-16,-2 0-3 0,0 1-4 0,-2-2-1 16,-3 1 1-16,2 2-6 0,-3-1-2 0,2 4-4 15,-2-2-7-15,-2 1-13 0,2 4-6 0,0 3-19 16,-2-2-12-16,-4 6-26 0,3-1-21 0,-3 3-39 16,3 1-33-16,1 2-153 0,-3-1-349 0,2 2 154 15</inkml:trace>
  <inkml:trace contextRef="#ctx0" brushRef="#br0" timeOffset="-79809.54">5463 14280 143 0,'0'0'205'0,"5"-7"-21"0,-5 7-20 0,0 0-18 15,0 0-8-15,0 0 2 0,0 0-9 0,15 11-14 16,-11-3-2-16,3 1-7 0,1-1-6 0,-2 1-7 16,1 1-8-16,1 1-6 0,3 1-8 0,-3 3-5 15,3-2-8-15,-1-1-5 0,-1-3-4 0,0 2-4 16,-2-4-3-16,3 2-18 0,-1-1-22 0,-2 0-26 16,-2-1-26-16,0-1-31 0,-5-6-37 0,9 10-23 15,-7-7-11-15,0 3-28 0,2-2-98 0,-4-4-298 16,0 0 132-16</inkml:trace>
  <inkml:trace contextRef="#ctx0" brushRef="#br0" timeOffset="-79638.44">5624 14304 121 0,'0'0'140'0,"0"0"1"0,-22 14 1 0,13-7-9 0,-2 2-5 16,-2 4-7-16,-1 1-10 0,0 0-7 0,-6 6-18 15,1 0-1-15,0-1-10 0,5-5-29 0,-7 5-41 16,5-4-42-16,4 0-55 0,-1 0-127 0,-3-1-236 16,5 0 105-16</inkml:trace>
  <inkml:trace contextRef="#ctx0" brushRef="#br0" timeOffset="-79159.69">5954 14198 87 0,'0'0'203'0,"-11"-5"-17"0,11 5-10 0,-16 1-14 16,7 1-8-16,-4 0-13 0,0 5-12 15,2 0-7-15,-6 3-13 0,2-1-10 0,0 3-10 16,2-1-6-16,4-1-7 0,-3-2-9 0,6 2-8 15,0 0-6-15,0-3-1 0,4 5-9 0,-2-5-2 16,4 1 0-16,0-8-5 0,1 13-4 0,1-8 0 16,-2-5-4-16,6 10 0 0,-1-7-3 0,2 0-2 0,0-2-2 15,5-1 1-15,-2 0-3 0,-1-1 0 16,2-2-4-16,-2 0 1 0,2-1-3 0,-1-1-1 16,-1 0 0-16,-2-1 2 0,2-2-4 0,-1 0-3 15,0-1 3-15,-3 1-3 0,-1-1 2 0,2-1-2 16,-4 3 0-16,2-2-1 0,-1 2 1 0,-1 1 8 15,-2 6 5-15,4-10 8 0,-1 6-3 0,-3 4-3 16,3-8-4-16,-3 8-5 0,0 0-7 0,0 0 2 16,0 0-2-16,0 0-1 0,0 0-3 0,0 0 0 15,-2 23 15-15,0-11-3 0,-1 4 1 0,-1 0 3 16,3 1-1-16,-3 0 3 0,0 0-1 0,2 0 0 16,-2-1-3-16,1 1 0 0,1 0 2 0,-1 1-4 0,-1-2 1 15,2 0-2-15,1 4 2 0,-2-4-32 16,3 3-29-16,-3-3-27 0,0 0-40 0,1-1-53 15,0-2-73-15,-3-1-157 0,2-3-428 0,-1 0 190 16</inkml:trace>
  <inkml:trace contextRef="#ctx0" brushRef="#br0" timeOffset="-78977.46">6002 14459 33 0,'0'0'226'0,"0"0"-12"0,0 0-19 16,3-5-23-16,-3 5-19 0,0 0-13 0,0 0-18 16,0 0-10-16,0 0-18 0,0 0-29 0,0 0-34 15,0 0-42-15,0 0-58 0,13 12-65 0,-13-12-91 16,0 0-242-16,1 13 108 0</inkml:trace>
  <inkml:trace contextRef="#ctx0" brushRef="#br0" timeOffset="-78591.5">6289 14212 213 0,'3'-4'198'0,"-3"4"-18"0,11-3-14 16,-11 3-15-16,12 0-2 0,-3 4-5 0,1 2-6 15,0 2-17-15,-3-1-9 0,1 3-9 0,-1 0-7 16,-3 1-6-16,-1 5-7 0,-3-1 0 0,-3 1-7 16,-2 2-5-16,-2-3-4 0,-4 0-5 0,0-1-2 15,-3 0-10-15,1-3-8 0,-1 3-1 0,1-4-5 16,2-2-2-16,-1-1-5 0,3-1-1 0,0 1-2 16,-2-4-1-16,4 1-2 0,1-2-3 0,1 1 2 15,5-3-2-15,-12 3-2 0,12-3 1 0,-6 3-5 16,6-3 5-16,0 0 0 0,0 0-1 0,-9 1 0 15,9-1-2-15,0 0-4 0,0 0-3 0,0 0-2 16,0 0-1-16,0 0-2 0,0 0 2 0,0 0-2 16,14 11 1-16,-5-7 0 0,1 1 0 0,1-1-6 15,0 0-9-15,0 2-33 0,1-1-30 0,1-1-40 16,-2 2-51-16,2-2-61 0,-3 1-164 0,1-1-422 16,-4 0 186-16</inkml:trace>
  <inkml:trace contextRef="#ctx0" brushRef="#br0" timeOffset="-78251.84">6526 14266 225 0,'5'-7'226'0,"-5"7"-20"16,0 0-17-16,4-5-18 0,-4 5-7 0,0 0-3 16,0 0-4-16,17 6-9 0,-12 0-13 0,3 0-9 15,-1 1-2-15,3 0-5 0,-1-1-8 0,2 0-8 16,-1 3-6-16,-1-1-8 0,-1-2-2 0,2 0-8 16,-3 1-4-16,2 0-8 0,-1-1-6 15,1 1-2-15,-1-1-13 0,1 0 0 0,-2 0 4 0,3-1-7 16,-7 0-12-16,5 2 1 0,-3-3-9 0,4 1-13 15,-4 0-24-15,-1 0-24 0,1 0-18 0,-1-1-26 16,0 2-20-16,-1-1-20 0,-3-5-45 0,5 8-42 16,-2-3-27-16,-3-5-137 0,2 9-403 0,-2-9 179 15</inkml:trace>
  <inkml:trace contextRef="#ctx0" brushRef="#br0" timeOffset="-77829.56">6818 14186 101 0,'0'0'234'0,"0"-7"-6"0,0 7-16 16,0 0-24-16,-2-9-20 0,2 9-18 0,0 0-13 15,0 0-14-15,0 0 4 0,-14 22-6 0,2-10-5 0,1 3-12 16,2 2-2-16,-2 0-7 0,-3 5-10 0,0 1-5 16,-5-1-2-16,6-2-18 0,-5 1-3 15,4-6-5-15,1 7-6 0,1-5-15 0,0 0-19 16,2-1-25-16,-2 2-27 0,-2-5-36 0,4 5-42 16,0-6-45-16,-1 3-44 0,1-2-142 0,-1 0-377 0,0-1 167 15</inkml:trace>
  <inkml:trace contextRef="#ctx0" brushRef="#br0" timeOffset="-77515.51">6969 14223 164 0,'3'-7'247'16,"-3"7"-22"-16,0 0-18 0,5-5-22 0,-5 5-20 0,0 0-14 16,0 0-13-16,0 0-7 0,0 0 4 0,4 16 4 15,-5-6-11-15,0 1-7 0,-1 2 0 16,0-1-4-16,-1 5 3 0,2-5-13 0,-1 2-8 16,-1-3-4-16,2 2-13 0,-2 1-1 0,1-2-13 15,0 1-5-15,1-1-7 0,0-1-3 0,-1 0-7 0,1-1-2 16,1 1-18-16,0-2-19 0,0 0-17 15,-1-1-31-15,1 1-31 0,-2 1-31 0,2-10-36 16,0 11-49-16,0-11-41 0,2 12-195 0,-2-12-458 16,0 7 203-16</inkml:trace>
  <inkml:trace contextRef="#ctx0" brushRef="#br0" timeOffset="-77208.29">7059 14416 109 0,'3'7'172'0,"-3"-7"-7"16,2 7-8-16,-2-7-14 0,9 5-20 0,-4-1 3 15,2-2-13-15,2 4-2 0,2-3-1 16,1 1-4-16,-1-4-10 0,3 0-6 0,-2-2-7 16,2 2-14-16,-3-2-2 0,2 0 4 0,-7 1-4 15,2-2 3-15,1-1-1 0,-1 0-7 0,-3-2-3 0,1 1-6 16,-1-2-3-16,-1 1-1 0,-1-2-1 0,-3 8 5 15,2-11-5-15,-3 2-7 0,-1-2-3 16,2 11-1-16,-6-16-3 0,3 9-5 0,-3-2-6 16,1 4-4-16,-1 0-3 0,1 0-1 0,-2 1 1 15,0 0-12-15,-1 4-19 0,8 0-14 0,-15-2-21 16,6 4-23-16,9-2-28 0,-15 2-37 0,9-1-42 16,6-1-35-16,-12 6-120 0,8-3-364 0,4-3 162 0</inkml:trace>
  <inkml:trace contextRef="#ctx0" brushRef="#br0" timeOffset="-76999.94">7262 14175 128 0,'0'0'194'16,"7"-5"-18"-16,-7 5-19 0,8-1-16 0,-8 1-11 15,13-3-12-15,-1 3-10 0,2-2-10 0,5-3-17 0,2 1-25 16,-2 2-31-16,1-1-38 0,7-3-33 16,-8 1-38-16,1-1-30 0,-1 1-79 0,-3-1-209 15,2 0 94-15</inkml:trace>
  <inkml:trace contextRef="#ctx0" brushRef="#br0" timeOffset="-76674.94">7658 13967 154 0,'2'-5'168'0,"-2"5"-1"0,1-10 1 15,-1 10-2-15,3-9-2 0,-3 9-14 0,0 0-15 16,-2-9-15-16,2 9-9 0,0 0-10 0,0 0 1 16,-20 10-5-16,8 0-2 0,-2 4-5 0,-5 4-1 15,-4 3-5-15,4 2-7 0,4 0-6 0,2-7-5 16,4 1-6-16,3 1-3 0,-1-1 5 0,5 1-9 16,-1-3-5-16,1 3-8 0,5-5-1 0,1 0-3 15,0 1-5-15,1-3-3 0,4-2 0 0,0 2 1 16,0-3-5-16,1 1-3 0,-2-3-3 0,2-2 0 0,-2 2-3 15,0-3 0-15,3 0 0 0,-3-1-1 16,-2-2-1-16,-6 0-1 0,13-2-1 0,-7-1 0 16,1 0-1-16,-7 3-1 0,9-8-3 0,-7 6 1 15,-2 2-3-15,3-12 3 0,-3 12-7 0,-3-11 3 16,3 11-3-16,-6-9-2 0,3 4-1 0,3 5 0 16,-10-5-9-16,1 4-4 0,-3 2-14 0,0 1-10 15,-1 1-23-15,0 0-26 0,-6 4-33 0,2-1-50 16,-2 0-53-16,1 4-166 0,0-1-423 0,3 0 188 15</inkml:trace>
  <inkml:trace contextRef="#ctx0" brushRef="#br0" timeOffset="-72151.89">710 15524 152 0,'0'0'173'15,"0"0"-12"-15,0 0-9 0,0 0-9 0,0 0-18 16,0 0-12-16,0 0-12 0,0 0-10 0,0 0-7 16,0 0-15-16,-46-7-2 0,46 7-9 0,0 0-6 0,0 0-3 15,0 0-6-15,0 0-4 0,61-5-2 16,-42 4-12-16,3-3-21 0,-1 2-20 0,1 2-31 15,0-2-23-15,-1 1-35 0,-3-2-29 0,4 2-94 16,-7 1-247-16,-1-2 109 0</inkml:trace>
  <inkml:trace contextRef="#ctx0" brushRef="#br0" timeOffset="-71739.86">782 15527 101 0,'0'0'134'0,"0"0"-5"16,-13 56-1-16,13-56-12 0,-2 46-4 0,-1-21 26 15,3-25-12-15,-2 44-10 0,2-44-5 0,0 43-14 16,0-43-13-16,4 38-4 0,-4-38-9 0,0 0-3 16,3 43-7-16,-3-43-8 0,0 0-2 0,8 32-4 15,-8-32-7-15,0 0-5 0,0 0-5 16,3 30 1-16,-3-30-6 0,0 0 6 0,0 0-6 15,0 0-3-15,0 0 4 0,0 0-2 0,0 0-8 16,-13 34 4-16,13-34-3 0,0 0-6 0,0 0 1 16,0 0-2-16,0 0-1 0,-39 0-3 0,39 0 2 15,0 0-1-15,0 0-2 0,0 0 3 0,0 0-3 16,0 0 0-16,0 0 2 0,0 0 1 0,-60-21-2 16,60 21-2-16,0 0 5 0,0 0 0 0,0 0-2 15,0 0-2-15,0 0-3 0,0 0-3 0,0 0 1 16,0 0-1-16,0 0 1 0,0 0 0 0,0 0 0 15,0 0 8-15,0 0-3 0,0 0-2 0,0 0 0 16,0 0-1-16,61-2 5 0,-40 4-19 0,6-3-22 16,-6 1-24-16,0-1-43 0,8 1-43 0,-10 0-48 15,2 0-108-15,-6-1-323 0,5-2 144 0</inkml:trace>
  <inkml:trace contextRef="#ctx0" brushRef="#br0" timeOffset="-71307.42">1127 15786 120 0,'0'0'189'0,"0"0"-1"16,-17 6-23-16,17-6-9 0,-10 5-15 0,1 0-13 16,3 0-9-16,0 0-13 0,-1 1-11 0,3 0-12 15,-2 2-5-15,0 1-5 0,2-3-10 0,3 0-6 16,-1 1-7-16,2-7 0 0,2 12-5 0,1-8-6 15,3 1-2-15,0 2-1 0,0-4-2 0,3 1-6 16,2-3-1-16,1 0-3 0,-2 1-1 0,-1-1-2 16,1-1-3-16,-10 0 2 0,13-1 0 0,-5 0 1 15,-8 1-10-15,10-2 3 0,-10 2 5 0,0 0-6 16,5-3 4-16,-5 3 6 0,0 0 1 16,0 0-2-16,0 0-5 0,0 0-1 0,0 0-2 15,0 0-1-15,0 0-1 0,-25-5-1 0,14 7 5 16,-1 3-1-16,1-3 3 0,-2 1 5 0,-3 5 2 15,1-1-5-15,-2 3 8 0,5-4 2 0,0 1 2 16,0-1-2-16,-1 0 0 0,4 1-4 0,0-1-3 16,3 2-3-16,-2-2-1 0,4 1-2 0,-1 1 0 15,3-2-3-15,2-6 0 0,-2 11 0 0,5 0-3 0,-3-11 3 16,4 10-2-16,2-2-16 0,2-5-15 16,2 0-21-16,2 3-30 0,3-4-21 0,1-1-30 15,4 0-36-15,-1-1-46 0,0 0-172 0,-4-1-404 16,4-2 179-16</inkml:trace>
  <inkml:trace contextRef="#ctx0" brushRef="#br0" timeOffset="-71113.45">1423 15788 239 0,'0'0'250'0,"0"0"-20"0,6-8-31 0,-6 8-11 15,0 0-24-15,9-4-14 0,-9 4-13 0,12-3-14 16,-12 3-13-16,20-3-22 0,-9 0-26 0,-11 3-32 16,21-1-38-16,-4-1-32 0,-17 2-38 0,18-1-50 15,-18 1-158-15,13 3-311 0,-13-3 138 0</inkml:trace>
  <inkml:trace contextRef="#ctx0" brushRef="#br0" timeOffset="-70933.86">1399 15869 142 0,'0'0'221'0,"0"0"-16"0,0 0-17 0,-9 3-22 15,9-3-14-15,0 0-13 0,0 0-11 0,0 0-17 16,0 0-4-16,28 0-10 0,-12-1-8 16,-3 1-11-16,7-2-11 0,-2 2-24 0,1 0-36 15,4-2-41-15,-4 2-48 0,3-2-64 0,-3 2-134 16,-4-2-303-16,-2 1 134 0</inkml:trace>
  <inkml:trace contextRef="#ctx0" brushRef="#br0" timeOffset="-68544.54">2146 15602 122 0,'0'0'110'0,"0"0"-10"16,0-9-8-16,8 7-7 0,1 0-17 16,5-1-2-16,-1 0-6 0,7 0-9 0,-3 2-2 15,4-2-8-15,0 2-17 0,0-1-25 0,-1-1-24 16,0 2-15-16,-3 2-27 0,-3-1-56 0,-2-1-132 15,1 2 58-15</inkml:trace>
  <inkml:trace contextRef="#ctx0" brushRef="#br0" timeOffset="-68126.4">2287 15564 2 0,'0'0'126'0,"0"0"-18"0,-9 6-7 0,9-6 2 16,-2 16 15-16,-2-4-9 0,2 5-8 0,1 3-13 16,1 4 3-16,-2-4-11 0,3 5-3 0,-1-4-7 15,0 2-7-15,1-2-5 0,0-4-5 16,-1 1-4-16,2 0-3 0,-2-2-8 0,1 2-5 16,0-3 1-16,1-2 2 0,0-1-13 0,-1-3 3 0,1 1 1 15,0-1-8-15,-3-2 2 0,1-7-5 0,1 13 5 16,-1-13-6-16,0 10 2 0,0-10 2 0,-2 8-5 15,2-8 2-15,-7 8-5 0,7-8-3 16,-7 2-1-16,7-2 4 0,-10 3 0 0,10-3-9 16,-15-2-1-16,15 2-1 0,-15-3 3 0,9 3 1 15,6 0-1-15,-13-4-3 0,13 4 3 0,-12-1 0 16,12 1 2-16,-7-6 6 0,7 6-1 0,-7-2-3 16,7 2 3-16,0 0-1 0,-6-3-5 0,6 3 0 15,0 0-2-15,0 0 1 0,0 0 1 0,0 0 0 16,0 0-2-16,0 0 1 0,0 0 2 0,29 0-1 15,-17 0 3-15,1 0-4 0,1 0-3 0,4 0-9 16,1-1-15-16,0-1-31 0,0 2-31 0,3-2-42 16,-2 1-35-16,0 1-91 0,-3-3-273 0,1 2 122 15</inkml:trace>
  <inkml:trace contextRef="#ctx0" brushRef="#br0" timeOffset="-67890.58">2534 15865 107 0,'0'0'180'15,"0"0"-23"-15,-16 4 0 0,10-2-1 0,-2 3-12 16,-1 0-8-16,2 3-19 0,0 0-4 0,-3 0-6 16,4 2-8-16,-2-1-9 0,2 1-6 15,1-1-10-15,-2 1-5 0,5-1-8 0,-1 1-3 0,0-1-9 16,3 0 0-16,3-1-5 0,0-1-6 15,-1-1-31-15,-2-6-15 0,15 16-25 0,-6-12-50 16,2 2-41-16,0-3-40 0,1-2-117 0,-1 2-305 16,3-3 136-16</inkml:trace>
  <inkml:trace contextRef="#ctx0" brushRef="#br0" timeOffset="-67693.51">2705 15827 137 0,'0'0'157'0,"6"-2"-17"0,-6 2-9 0,16-3-10 15,-6 3-13-15,3 0-10 0,6 0-9 0,0-1-17 16,0-1 7-16,2 1-18 0,-2 1-3 16,4-1-28-16,-3 0-24 0,-2 1-40 0,0 0-22 15,0-1-33-15,-6 1-96 0,-2 0-201 0,2 0 90 16</inkml:trace>
  <inkml:trace contextRef="#ctx0" brushRef="#br0" timeOffset="-67471.46">2933 15717 165 0,'0'0'183'0,"0"0"-6"0,-4-5-16 0,4 5-22 15,0 0-18-15,0 0-18 0,0 0-6 0,0 0-8 16,0 0 10-16,-7 15-3 0,6-8-5 0,-2 3-8 15,2 0-9-15,0 2-3 0,0 1-4 0,-1 2-5 16,2-5-1-16,-1 3-8 0,1 0-4 0,0-2 2 16,0 6-13-16,0-4-3 0,1-1 0 0,-1 0-25 15,2-2-21-15,-1 1-25 0,1 0-31 0,0-1-48 16,0 0-45-16,1-3-144 0,-3-7-329 0,5 13 146 16</inkml:trace>
  <inkml:trace contextRef="#ctx0" brushRef="#br0" timeOffset="-66904.21">3169 15609 1 0,'3'-11'146'0,"-3"11"-17"0,0 0-11 0,10-4-13 0,-10 4-11 15,16-3-8-15,-8 2-1 0,5 0-12 16,-13 1-5-16,22-1-22 0,-12-1-13 0,-10 2-24 16,16 0-18-16,-16 0-13 0,16 0-25 0,-16 0-11 15,11 0-3-15,-11 0 3 0,0 0 3 0,11 2 1 16,-11-2 0-16,0 0 11 0,0 0 9 0,0 0 1 16,0 0 21-16,0 0-1 0,0 0 14 0,0 0 9 15,0 0 12-15,0 0 11 0,0 0 12 0,-43-6 6 16,43 6 3-16,0 0 4 0,0 0-6 0,-11 1-13 15,11-1 9-15,0 0-7 0,-7 7 7 0,7-7 3 16,0 15 20-16,-3-7-14 0,3 5-2 0,-2 1 0 16,2 0 1-16,0 2 3 0,3-3-6 0,-3 2-5 15,0 2 0-15,1-1-4 0,-1 0 2 0,1-2-4 16,-1-2-3-16,2 1-4 0,-2-1-3 0,1-2 0 16,3 1-7-16,-3-1-3 0,0 1 1 0,-1-11-7 15,1 14 7-15,-1-14-1 0,-2 12-7 0,2-12 3 16,-8 11 0-16,5-5-4 0,3-6 3 15,-8 8-2-15,8-8-2 0,-9 4-6 0,9-4 0 0,-12 3 1 16,7-3-4-16,5 0-3 0,-13 0 7 0,13 0-4 16,-10-3-4-16,10 3 8 0,-9-2-4 0,9 2-3 15,-9-5-1-15,9 5 4 0,-5-3 2 0,5 3-7 16,0 0 3-16,-6-5-6 0,6 5 2 0,0 0 0 16,0 0-4-16,0 0 8 0,0 0-5 0,0 0 2 15,0 0-1-15,37 1 0 0,-27-1-6 16,2 2-13-16,2-1-26 0,2 0-20 0,0-1-24 15,-3 1-24-15,4-2-26 0,-2 1-11 0,-2-1-83 0,2 1-254 16,-3-1 112-16</inkml:trace>
  <inkml:trace contextRef="#ctx0" brushRef="#br0" timeOffset="-66688.83">3454 15805 2 0,'1'-3'161'0,"-1"3"6"15,2-9 1-15,-2 9-2 0,0 0-8 0,2-7-6 16,-2 7-12-16,0 0-13 0,0 0-18 0,0 0-14 15,1-7-13-15,-1 7-9 0,0 0-4 0,0 0-4 16,0 0-3-16,4 24-6 0,-4-12 3 0,0-2-6 16,0 1-6-16,-1 1 0 0,2 1-5 0,-1-1-5 15,-1 1-1-15,1 3-2 0,0-3-7 0,1-2 2 16,2 0-11-16,-2 0-16 0,-1-2-12 0,1 2-19 16,-1-11-25-16,0 18-33 0,1-11-19 0,-1-7-27 15,0 0-25-15,0 15-127 0,0-15-308 0,0 0 137 16</inkml:trace>
  <inkml:trace contextRef="#ctx0" brushRef="#br0" timeOffset="-66303.11">3543 15754 51 0,'0'0'146'15,"9"-7"-9"-15,-1 4-13 0,-2 0-2 0,-6 3-5 16,15 0-9-16,-15 0 0 0,13 4-10 0,-6-2-11 15,1 2-9-15,-3-1 3 0,1 2-1 16,-1-1 1-16,-1 2 6 0,0-2-4 0,-2 3-7 16,-2-7-5-16,6 10 1 0,-5-5-13 0,0 2-5 15,-1-7-3-15,0 10-9 0,0-3 2 0,0-7-4 16,-2 11-4-16,2-11-10 0,-4 10 6 0,1-6-7 16,3-4-2-16,-4 10-3 0,4-10 1 0,0 8-4 15,0-8-8-15,3 11-4 0,-2-5 0 0,2 0-1 16,-1 0-2-16,-2-6-7 0,7 11 5 0,-2-4 0 15,-2-1 0-15,1 0 0 0,2 0-5 0,-3-1 1 16,1 1 0-16,0-1 4 0,0 0-5 0,1 0 1 16,-5-5 5-16,4 6-6 0,-4-6 0 0,2 6 3 15,-2-6 5-15,0 0 4 0,2 6 5 0,-2-6 0 16,0 0-3-16,-9 8 1 0,9-8 0 0,-13 4-1 16,8-3 1-16,5-1-2 0,-13 1-17 15,4 1-14-15,9-2-25 0,-15 0-33 0,15 0-37 0,-15-2-52 16,8 1-152-16,7 1-347 0,-13-4 154 0</inkml:trace>
  <inkml:trace contextRef="#ctx0" brushRef="#br0" timeOffset="-65997.93">4047 15754 141 0,'0'0'249'0,"0"0"-9"0,-18-16-18 0,18 16-16 16,0 0-23-16,0 0-14 0,0 0-15 0,0 0-17 15,0 0-13-15,0 0-11 0,0 0-13 0,0 0-9 16,0 0-7-16,0 0-11 0,0 0-3 0,0 0-11 15,23-3 3-15,-11 3-14 0,-12 0-8 0,22 0-25 16,-9 0-22-16,0-1-27 0,-13 1-33 0,22 0-40 16,-13 0-40-16,-9 0-41 0,19-3-151 15,-19 3-367-15,10 0 164 0</inkml:trace>
  <inkml:trace contextRef="#ctx0" brushRef="#br0" timeOffset="-65818.95">3998 15838 34 0,'-7'3'189'0,"7"-3"-25"0,0 0-14 15,0 0-16-15,0 0-5 0,0 0-9 16,0 0-17-16,0 0 0 0,32 6-18 0,-21-6-13 16,2 0-32-16,1-3-46 0,-1 2-50 0,2-1-47 15,-3 1-90-15,-12 1-210 0,24-4 93 0</inkml:trace>
  <inkml:trace contextRef="#ctx0" brushRef="#br0" timeOffset="-58605.7">452 16424 106 0,'0'0'155'0,"0"0"-16"15,0 0-18-15,0 0-11 0,0 0-16 16,0 0-15-16,0 0-4 0,0 0-8 0,0 0-8 15,0 0-4-15,0 0 5 0,0 0-18 0,0 0 0 16,0 0-9-16,0 0-3 0,43 55 1 0,-43-55-2 16,14 29-5-16,-14-29-1 0,17 29 0 0,-17-29 0 15,16 29-13-15,-16-29 6 0,16 28 2 0,-16-28-4 16,16 26-2-16,-16-26 4 0,13 21 3 0,-13-21-13 16,0 0 4-16,18 29 3 0,-18-29-1 0,0 0-3 15,13 19-1-15,-13-19 6 0,0 0-1 0,0 0-2 16,0 0-2-16,19 22 0 0,-19-22 1 0,0 0 9 15,0 0 7-15,0 0 9 0,0 0 10 16,0 0 11-16,0 0 9 0,0 0 5 0,0 0-5 16,0 0-2-16,0 0-1 0,0 0-6 0,0 0-5 15,0 0-7-15,0 0-4 0,0 0-2 0,0 0-7 16,0 0 5-16,0 0-11 0,21-60-2 0,-21 60-1 16,0 0-2-16,10-39-5 0,-10 39 1 0,0 0-3 15,8-36-4-15,-8 36-3 0,5-27-2 0,-5 27 0 16,0 0-5-16,7-33 0 0,-7 33-6 0,0 0 3 15,0 0-4-15,9-32-9 0,-9 32 0 16,0 0-14-16,0 0-16 0,0 0-13 0,0 0-18 16,0 0-15-16,0 0 7 0,0 0-12 0,0 0-17 15,0 0-16-15,0 0-7 0,0 0-26 0,0 0-88 0,0 0-273 16,0 0 120-16</inkml:trace>
  <inkml:trace contextRef="#ctx0" brushRef="#br0" timeOffset="-58136">962 16629 131 0,'0'0'180'0,"0"0"-17"0,0 0-12 15,0 0-12-15,0 0-17 0,-25-11-18 0,25 11-7 16,0 0-12-16,0 0-10 0,0 0-10 0,-15 12-2 15,15-12-7-15,-7 9-6 0,3-1-3 0,4-8-9 16,-5 14-2-16,2-6-5 0,3-8 0 0,-2 14-6 16,2-14 0-16,2 14-1 0,-2-14-3 0,8 9-3 15,-6-4 4-15,-2-5-2 0,10 11-6 0,-10-11-6 16,11 4 0-16,-11-4-3 0,10 7-3 0,-10-7 1 16,11 1 1-16,-11-1-3 0,11 0-1 0,-11 0 4 15,0 0 0-15,14 0 0 0,-14 0 2 0,0 0-1 16,0 0-8-16,0 0 5 0,9-8 1 0,-9 8 0 15,0 0-1-15,0 0-3 0,0 0-4 0,0 0 2 16,0 0 2-16,0 0-3 0,-23-10-2 16,23 10 2-16,-15-1-10 0,15 1 13 0,-18 4 4 15,8-1-2-15,10-3 4 0,-20 7-1 0,11-3-5 16,9-4 4-16,-18 10 6 0,11-2 4 0,-1-1-6 16,8-7 2-16,-9 12 3 0,9-12-2 0,-7 14-3 15,7-14-5-15,-3 11 5 0,3-11 4 0,-1 13-7 16,1-13 0-16,0 0 7 0,9 18 2 0,-1-10-9 15,1-5-4-15,3 0-14 0,1 1-23 0,-2-1-33 16,8-2-17-16,-1 2-34 0,0-2-14 0,0-1-121 16,-18 0-275-16,24-1 122 0</inkml:trace>
  <inkml:trace contextRef="#ctx0" brushRef="#br0" timeOffset="-57954.34">1258 16641 142 0,'0'0'131'0,"0"0"-12"0,14-3-15 0,-14 3-12 16,20-4-8-16,-20 4-33 0,21-1-35 0,-8-1-29 16,-13 2-35-16,26 2-65 0,-26-2-123 0,19 2 54 15</inkml:trace>
  <inkml:trace contextRef="#ctx0" brushRef="#br0" timeOffset="-57769.71">1274 16730 30 0,'0'0'147'0,"0"0"-12"16,0 0-9-16,0 0-17 0,0 0-8 0,0 0-9 15,0 0-6-15,0 0-9 0,0 0-6 0,0 0-1 16,31 8-8-16,-16-8-15 0,-15 0-32 0,30-2-24 15,-9 2-40-15,-3 0-43 0,2-2-78 0,-20 2-184 16,36-3 81-16</inkml:trace>
  <inkml:trace contextRef="#ctx0" brushRef="#br0" timeOffset="-57493.02">1872 16502 168 0,'0'0'194'0,"0"0"-24"16,0 0-20-16,0 0-13 0,0 0-14 0,0 0-15 15,0 0-10-15,24-8-9 0,-12 5-10 0,0 2-22 16,-12 1-19-16,29-4-33 0,-14 1-22 16,-2 1-40-16,-13 2-31 0,25-1-28 0,-12 1-74 15,-3 1-205-15,-10-1 90 0</inkml:trace>
  <inkml:trace contextRef="#ctx0" brushRef="#br0" timeOffset="-57073.63">1952 16486 21 0,'0'0'124'0,"0"0"-4"15,-2 10-2-15,-1-3 12 0,2 5-4 16,-2 3-8-16,-1-2-8 0,2 1-3 0,1 2-8 16,-2 1-7-16,2 2-10 0,1-2-5 0,-2 0-4 15,2-2-6-15,-1-3-7 0,2 1-8 0,-1-1-1 16,0 0-3-16,0 0-3 0,2-1-3 0,-2 0-2 15,1 0-7-15,-1-11-6 0,0 13 0 0,0-13-1 16,0 12-4-16,0-12 0 0,-1 11-2 0,1-11 1 16,0 0 0-16,1 11-4 0,-1-11-3 0,0 0 1 15,0 0 4-15,0 0-3 0,-5 12-5 0,5-12-6 16,0 0 5-16,-10 5-2 0,10-5-6 0,-13 2-4 16,13-2-2-16,-10 0 0 0,10 0-1 15,0 0 5-15,-17 0-5 0,17 0 2 0,0 0-2 16,-16-2 3-16,16 2 2 0,0 0-2 0,-12 0-1 15,12 0 3-15,0 0-8 0,0 0 8 0,0 0-3 16,0 0 1-16,0 0-4 0,-14 0 2 0,14 0-2 16,0 0-1-16,0 0-2 0,0 0 3 0,0 0-5 15,0 0 12-15,0 0-4 0,0 0 2 0,0 0 2 0,34 5-3 16,-34-5-4-16,26 0-15 0,-8 3-26 16,0-5-33-16,0 2-20 0,2 0-40 0,1 0-135 15,-6 0-295-15,-15 0 130 0</inkml:trace>
  <inkml:trace contextRef="#ctx0" brushRef="#br0" timeOffset="-56647.37">2296 16699 50 0,'0'0'195'0,"0"0"-21"16,-18-2-7-16,18 2-14 0,0 0-13 0,-18 5-11 15,18-5-12-15,-12 10-14 0,12-10-13 0,-12 9-4 16,4-3-10-16,8-6-7 0,-9 11-7 0,9-11-1 16,-8 15-10-16,8-15-8 0,-2 14-2 0,2-14-4 15,0 12-3-15,0-12-1 0,0 0-4 0,8 20 2 16,-8-20-9-16,8 9-2 0,-8-9 3 0,11 7-7 16,-11-7-2-16,13 1-1 0,-13-1-2 0,0 0-2 15,0 0 4-15,23 0-4 0,-23 0-1 0,0 0 0 16,13-5 1-16,-13 5-3 0,0 0-6 0,0 0 7 15,7-9-4-15,-7 9 0 0,0 0-6 16,0 0 4-16,0 0-2 0,0 0-3 0,0 0 6 0,0 0 3 16,0 0-1-16,-25-12 3 0,25 12 4 15,0 0-2-15,-25 7 6 0,25-7 7 0,-21 11-3 16,13-4 4-16,-1-2-2 0,9-5-1 0,-17 14-2 16,11-7-2-16,0 1-2 0,1 0-2 0,5-8-4 15,-8 11 2-15,7-2 0 0,1-9-1 0,-3 13 0 16,3-13 7-16,5 12-9 0,0-6-17 0,-5-6-18 15,22 10-33-15,-8-6-42 0,-2 0-41 0,4-3-38 16,1 2-138-16,3-3-346 0,1 1 153 0</inkml:trace>
  <inkml:trace contextRef="#ctx0" brushRef="#br0" timeOffset="-56295.82">2631 16567 139 0,'0'0'252'15,"0"0"-16"-15,0 0-23 0,4-13-25 0,-4 13-17 16,0 0-25-16,0 0-15 0,0 0-12 0,0 0-11 15,0 0-14-15,0 0-6 0,0 0-7 0,0 0-12 16,6 41-4-16,-5-30-4 0,-1 3-3 0,0-1-4 16,2 1-1-16,-2 3-4 0,-2 2-4 0,1-8-4 15,1-11-6-15,-1 25 3 0,-1-15-7 0,2-10-6 16,-1 22 0-16,1-11 1 0,0-11-1 16,-2 24-5-16,-1-14-3 0,3-10-27 0,-1 19-18 15,1-19-17-15,0 16-22 0,0-16-29 0,0 0-28 16,0 16-43-16,0-16-25 0,0 0-137 0,0 13-357 15,0-13 157-15</inkml:trace>
  <inkml:trace contextRef="#ctx0" brushRef="#br0" timeOffset="-55937.4">2689 16515 142 0,'0'0'144'0,"17"-3"-22"16,-17 3-10-16,17 3-14 0,-17-3-9 0,15 5-4 16,-15-5-15-16,13 10-3 0,-5-5-6 0,-2 4-4 15,-6-9-8-15,4 16 3 0,-4-16-5 0,-4 21-6 16,0-10-1-16,-3 3-2 0,-1 0-6 0,0-5-7 16,1 1 5-16,-6 2-3 0,4-5-3 0,1-1 1 15,-2 1 1-15,10-7-6 0,-13 8-4 0,13-8 2 16,-9 4 2-16,9-4 2 0,0 0 10 0,-14 3-3 15,14-3-2-15,0 0 4 0,0 0 5 0,0 0-5 16,0 0-3-16,0 0-3 0,0 0-2 0,0 0-4 16,0 0-6-16,0 0-1 0,0 0-3 0,0 0 6 15,0 0-5-15,0 0-3 0,0 0-3 0,0 0 0 16,31 11 7-16,-21-6-3 0,-1-1 1 16,6 3-4-16,1 1 1 0,-1 0-31 0,0-1-34 15,1-2-36-15,0 3-44 0,-3-2-141 0,0 1-302 16,-13-7 134-16</inkml:trace>
  <inkml:trace contextRef="#ctx0" brushRef="#br0" timeOffset="-55511.8">3012 16676 25 0,'-10'-9'213'0,"10"9"-16"16,0 0-19-16,-12-5-19 0,12 5-12 0,0 0-12 15,0 0-7-15,0 0-15 0,-27 14-4 0,21-7-13 16,-1 0-3-16,7-7-17 0,-11 16-4 16,6-7-7-16,5-9-8 0,-5 15-4 0,5-15-6 15,-2 17 0-15,2-17-6 0,2 15-4 0,-2-15-4 16,6 15 0-16,-6-15-2 0,10 9-1 0,-5-2 1 16,-5-7-8-16,12 6-3 0,-12-6 1 0,14 4-1 15,-14-4-3-15,13 4 2 0,-13-4-8 0,0 0 1 16,16-1 5-16,-16 1-5 0,0 0 2 0,0 0-2 15,0 0-4-15,0 0 1 0,0 0-4 0,0 0 2 16,0 0 0-16,0 0-1 0,0 0 1 0,0 0-6 16,0 0 4-16,0 0-1 0,0 0 4 0,0 0 6 15,0 0 10-15,-46 12 1 0,37-8-1 0,-1 1 4 16,1 2 2-16,9-7 8 0,-15 10 2 0,7-3-3 16,2 0-3-16,-1 2-1 0,7-9 0 0,-7 12-8 15,7-12-2-15,-3 11 3 0,3-11-7 0,0 0 0 16,0 19-1-16,0-19 2 0,7 11-3 0,-1-5-4 15,-1-1-23-15,-5-5-30 0,21 8-35 0,-10-3-39 16,2-4-52-16,-13-1-42 0,27 2-199 16,-11 0-440-16,-2-3 195 0</inkml:trace>
  <inkml:trace contextRef="#ctx0" brushRef="#br0" timeOffset="-55202.5">3570 16725 81 0,'0'0'276'0,"0"0"-14"0,0 0-26 16,0 0-20-16,0 0-23 0,0 0-19 0,0 0-21 16,9-10-15-16,-9 10-12 0,18-3-14 0,-18 3-11 15,23-6-13-15,-11 5-30 0,-12 1-33 0,24-3-32 16,-15 0-43-16,-9 3-40 0,20 1-42 0,-20-1-52 16,0 0-112-16,0 0-321 0,21 0 141 0</inkml:trace>
  <inkml:trace contextRef="#ctx0" brushRef="#br0" timeOffset="-55031.29">3569 16812 173 0,'-9'6'237'0,"9"-6"-14"0,0 0-20 0,0 0-20 16,0 0-18-16,0 0-13 0,0 0-12 0,0 0-10 15,0 0-10-15,0 0-13 0,0 0-10 0,31 8-34 16,-31-8-35-16,22 1-36 0,-22-1-49 0,26 2-56 15,-13-1-59-15,-13-1-107 0,21 2-301 0,-21-2 133 16</inkml:trace>
  <inkml:trace contextRef="#ctx0" brushRef="#br0" timeOffset="-52111.48">18758 14404 5 0,'0'0'68'15,"0"0"-1"-15,0 0-1 0,0 0-13 0,0 0-14 16,0 0 4-16,0 0-7 0,0 0-5 0,0 0-5 16,0 0-11-16,11 23-8 0,-6-13-21 0,-1 3-3 15,4 3-17-15,-2 9-32 0,2 2-70 0,-2 2 31 16</inkml:trace>
  <inkml:trace contextRef="#ctx0" brushRef="#br0" timeOffset="-51121.84">18558 14320 28 0,'0'0'53'0,"-5"-7"2"0,5 7-5 0,0 0-4 16,-3-8-1-16,3 8 6 0,-4-6 0 0,4 6 2 16,0 0-7-16,-4-9 7 0,4 9-9 0,-3-6 2 15,3 6 7-15,0 0-8 0,-4-8-3 0,4 8-7 16,-2-8 2-16,2 8 7 0,0 0 8 0,-3-8-10 15,3 8-2-15,0 0-4 0,-6-7 0 0,6 7-4 16,-3-6-7-16,3 6 1 0,0 0 2 0,0 0-4 16,-2-8-6-16,2 8 5 0,0 0 2 0,-4-8 0 15,4 8 6-15,0 0-2 0,-4-5-5 0,4 5 4 16,0 0 1-16,0 0 4 0,-4-7-2 0,4 7 3 16,0 0 3-16,0 0 0 0,-4-7 2 0,4 7-6 15,0 0 2-15,0 0-9 0,0 0 6 0,0 0-9 0,0 0 3 16,0 0-6-16,0 0-4 0,0 0-3 15,0 0-4-15,0 0-3 0,0 0-9 0,0 0 0 16,0 0-2-16,0 0-14 0,15-1-15 0,-15 1-15 16,20 4-21-16,-2-3-20 0,2 1-31 0,8 2-130 15,-6-2-273-15,10 0 121 0</inkml:trace>
  <inkml:trace contextRef="#ctx0" brushRef="#br0" timeOffset="-49921.55">18547 14205 76 0,'0'0'78'0,"5"-4"-13"0,-5 4 0 15,0 0-6-15,0 0-6 0,5-6-8 0,-5 6-2 16,0 0 2-16,0 0 2 0,6-3 1 0,-6 3-2 16,0 0-1-16,0 0 3 0,0 0-6 15,0 0 3-15,2-9-13 0,-2 9 0 0,0 0 1 0,0 0 0 16,0 0 5-16,-4-11 1 0,4 11-8 0,0 0 1 16,0 0 2-16,-4-8 0 0,4 8-4 0,0 0-1 15,-6-5-2-15,6 5-2 0,0 0-1 0,0 0-5 16,-7-4 1-16,7 4 1 0,0 0-2 0,0 0-5 15,-6-3 0-15,6 3 9 0,0 0-1 0,0 0 3 16,0 0 2-16,-7-4 10 0,7 4 5 0,0 0 14 16,0 0 5-16,0 0 8 0,0 0 7 0,0 0 1 15,0 0-2-15,0 0-4 0,0 0-6 0,0 0-8 16,0 0-9-16,8-14-2 0,-8 14-8 0,14-6-3 16,0 3-2-16,7-1-12 0,-1 0-13 0,14-1-18 15,-1 2-23-15,5 1-19 0,2-1-34 0,12 0-31 16,-1 1-45-16,-11 1-35 0,-3 2-101 0,1-1-323 15,-2 0 144-15</inkml:trace>
  <inkml:trace contextRef="#ctx0" brushRef="#br0" timeOffset="-48826.52">18654 16160 61 0,'0'0'154'0,"0"0"-16"0,-4-5-4 15,4 5-2-15,0 0-8 0,0 0-5 0,0 0-1 16,-7-4-5-16,7 4 1 0,0 0-10 0,0 0-11 16,-3-8 4-16,3 8-7 0,0 0-5 0,0 0-7 15,-1-8-8-15,1 8-8 0,0 0 2 0,-3-8-4 16,3 8-8-16,0 0 6 0,0-9-15 0,0 9-1 15,0 0-3-15,-1-9-5 0,1 9 2 0,0 0-1 0,-1-7-6 16,1 7-2-16,0 0-2 0,-3-10-5 16,3 10-3-16,-4-6 2 0,4 6 3 0,0 0-9 15,0 0 2-15,-2-6-5 0,2 6 0 0,0 0-4 16,0 0 5-16,0 0-6 0,-3-8 1 0,3 8 1 16,0 0-1-16,0 0-1 0,0 0 1 0,0 0-6 0,0 0 3 15,0 0-2-15,0 0 2 0,0 0 0 16,0 0 5-16,0 0-7 0,0 0-2 0,0 0-1 15,0 0-1-15,0 0 3 0,0 0-3 0,0 0 1 16,0 0 1-16,0 0-4 0,0 0 8 0,0 0-1 16,0 0-1-16,0 0 1 0,16-1 2 0,-5 2-2 15,2-1 2-15,7 0-2 0,8 0-8 0,-2-1-14 16,5 3-14-16,-4 0-22 0,6-2-23 0,-2 2-29 16,4-2-39-16,1 2-29 0,-4-4-158 0,-4 2-363 15,1-2 161-15</inkml:trace>
  <inkml:trace contextRef="#ctx0" brushRef="#br0" timeOffset="-44571.36">18000 15134 5 0,'0'0'46'0,"0"0"1"0,0 0-9 0,0 0 0 15,0 0-2-15,0 0 0 0,0 0 1 0,0 0-8 0,0 0-1 16,0 0-3-16,0 0 8 0,0 0-8 0,0 0-4 15,0 0-2-15,0 0-3 0,0 0-3 16,0 0 0-16,0 0-2 0,0 0-1 0,0 0 3 16,0 0-1-16,0 0 11 0,0 0-3 0,0 0 4 15,0 0-6-15,-21 13 10 0,16-10-1 0,-1 1-1 0,0 0 14 16,-3 3-3-16,1-1 5 0,-3 0-6 16,3 1 1-16,-3 0-2 0,1 1-5 0,0-3 7 15,1 4-2-15,-2-1-7 0,3-4-7 0,-2 4 7 16,3-1-11-16,-1-2 5 0,1 2-5 0,2-3-2 15,0 1-5-15,0-1 5 0,5-4 0 0,-9 6-6 0,9-6 6 16,-5 5-6-16,5-5-5 0,-5 3 5 0,5-3-2 16,0 0-1-16,0 0-2 0,-4 6 1 0,4-6 3 15,0 0-1-15,0 0 3 0,0 0-1 0,0 0-1 16,0 0-7-16,0 0-17 0,0 0-8 16,0 0-17-16,0 0-9 0,0 0-24 0,0 0-11 0,0 0-92 15,0 0-190-15,0 0 85 0</inkml:trace>
  <inkml:trace contextRef="#ctx0" brushRef="#br0" timeOffset="-43555.56">17774 15231 50 0,'0'0'76'15,"0"0"-6"-15,0 0-5 0,-5-6 13 0,5 6-29 16,0 0 6-16,0 0-11 0,0 0-3 0,10-13-6 0,-10 13-4 16,5-5-13-16,-5 5 9 0,10-8-2 15,-5 4-7-15,0 0-12 0,2 1 15 0,0-1 0 16,0-1 0-16,3 1-9 0,-3-2-2 0,3 0 5 15,-1 3 9-15,0-1-23 0,-3-2 12 0,0 3-9 16,2-3 0-16,-3 3 14 0,2-1-13 0,-2 1 14 16,-5 3-12-16,10-5 7 0,-10 5-9 0,9-4 4 0,-5 1 4 15,-4 3 0-15,0 0-1 0,7-4 1 16,-7 4 10-16,0 0-6 0,0 0 5 0,0 0 0 16,0 0 4-16,0 0-3 0,5-4-3 0,-5 4-1 15,0 0-6-15,0 0 1 0,0 0 4 0,0 0-4 16,0 0-5-16,0 0 4 0,0 0-1 0,0 0-6 15,0 0 1-15,0 0-1 0,0 0 1 0,0 0-10 0,0 0 6 16,0 0 2-16,0 0 0 0,0 0 2 16,0 0 10-16,4 17 2 0,-4-17-3 0,-1 9 3 15,1-9-4-15,0 11 1 0,0-11-2 0,0 17 17 16,-1-7 1-16,-1-2-1 0,2 2-11 0,-1 1 3 0,1 0 3 16,0 0-4-16,-1 0 2 0,-2-1 4 15,3 2 0-15,0 0-1 0,0-2-10 0,0 3-5 16,0-3 6-16,0 1-1 0,0 1-5 0,3 0 7 15,-2-1-7-15,-1 0 5 0,0 0-9 0,0 0 4 0,3-2 1 16,-3-2-2-16,1 1-5 0,1 0 1 0,-2-1-1 16,0-7 1-16,3 11 0 0,0-5 0 0,-2-1-4 15,-1-5 11-15,2 10-4 0,-2-10-5 16,0 9 4-16,0-9-3 0,2 7 0 0,-2-7 2 16,0 9-1-16,0-9-4 0,0 0 0 0,1 7-1 0,-1-7 1 15,0 0 1-15,0 0-5 0,-1 12 7 0,1-12 3 16,0 0-7-16,0 0 0 0,0 7 2 0,0-7-2 15,0 0 1-15,0 0-3 0,0 0 5 16,0 0-3-16,1 10 3 0,-1-10 0 0,0 0-7 16,0 0 11-16,0 0-5 0,0 0-1 0,0 0 1 0,0 0-2 15,0 0-2-15,0 0 2 0,0 0 10 0,0 0-7 16,0 0-2-16,0 0 0 0,0 0-3 16,-9 2 0-16,9-2-5 0,0 0-3 0,-15-2 7 15,15 2-2-15,-13 1-3 0,5-2 4 0,-2 1 1 16,10 0-3-16,-18 1 2 0,8-1-2 0,2 0-2 0,1 1 4 15,7-1-1-15,-16 1-4 0,10-1 7 0,6 0-3 16,-9 2-3-16,9-2 2 0,0 0 0 0,-10 2-1 16,10-2 3-16,0 0 1 0,-7 3-1 15,7-3 1-15,0 0 1 0,0 0-5 0,0 0 5 16,27 2 2-16,-14-2-4 0,5 2 5 0,2-2-4 0,1 2 2 16,-1-2-2-16,10 2-20 0,-2-2-14 0,-7 2-29 15,7-1-24-15,1-1-25 0,-8 1-27 0,1-1-112 16,-2 0-273-16,-1-2 120 0</inkml:trace>
  <inkml:trace contextRef="#ctx0" brushRef="#br0" timeOffset="-40189.62">17403 14176 25 0,'0'0'39'0,"0"0"3"0,0 0 4 15,0 0 1-15,0 0-2 0,0 0 1 0,1-10-6 16,-1 10 4-16,0 0-4 0,0 0 0 0,2-8-1 0,-2 8 2 15,0 0-8-15,0 0 11 0,1-8 7 16,-1 8 0-16,0 0 3 0,0 0 5 0,0 0-7 16,0-9 4-16,0 9 5 0,0 0 3 0,0 0-3 15,0 0 3-15,0 0-1 0,0 0 4 0,0 0-4 16,0 0-5-16,0-8-4 0,0 8-3 0,0 0-6 0,0 0-7 16,0 0-6-16,0 0-6 0,0 0-1 0,0 0-3 15,0 0-1-15,0 0-7 0,0 0 5 16,0 0-6-16,11 17-3 0,-6-13 2 0,-1 1-2 15,1 3-3-15,1 1-2 0,-1 0 7 0,2-1-3 0,0 1-3 16,-1 1 4-16,2 0-2 0,1-2 2 0,-3 3-4 16,2-2-3-16,-2 0 0 0,3-1 1 0,0 2 2 15,0-3 0-15,-1 1-1 0,1-2-1 0,-3-1 5 16,-1 0-4-16,2-1-2 0,-2 0 2 16,1-2-5-16,-1 2-1 0,-5-4 6 0,7 4 5 0,-7-4-5 15,6 4 8-15,-6-4 2 0,0 0 9 0,5 4-1 16,-5-4-2-16,0 0-1 0,0 0 3 0,11-3-5 15,-11 3 1-15,8-6-2 0,-8 6 0 16,8-7-3-16,-3 4-1 0,0-1-1 0,0-2-3 0,0 0 0 16,2-1-2-16,-1 1 15 0,2-3-18 0,-3 1-1 15,1 1 2-15,2-2-2 0,0 1 4 0,-1 0-6 16,1 1-6-16,-2 0-9 0,2 1-13 16,-2 1-15-16,1 0-20 0,-2 3-21 0,-1-2-33 15,-4 4-23-15,8-7-31 0,-8 7-103 0,10-1-294 0,-10 1 130 16</inkml:trace>
  <inkml:trace contextRef="#ctx0" brushRef="#br0" timeOffset="-39153.82">17830 14266 17 0,'0'0'124'0,"0"0"-15"0,8-13-16 0,-4 10-8 0,3 0 7 16,1 1-24-16,1 0-2 0,1-1-8 0,1 0-5 15,-2 1-5-15,3 1-6 0,-3-3-10 0,-2 1 1 16,1 3-2-16,1-2-3 0,-9 2-10 0,12-1 10 16,-12 1-11-16,7-1-4 0,-7 1-4 0,8-1 8 15,-8 1-1-15,0 0 0 0,9-1-15 0,-9 1 10 16,0 0-5-16,0 0 1 0,0 0-5 0,0 0 5 16,6-3 0-16,-6 3 1 0,0 0-3 0,0 0-1 15,0 0-6-15,0 0 12 0,0 0-12 0,0 0 9 16,0 0 2-16,0 0 5 0,0 0 21 0,-4 16-10 15,4-16-2-15,-2 11 4 0,-1-6 1 0,1 3-2 16,-1 0 0-16,1-1-1 0,-2 2 2 0,1 1-2 16,2-1 1-16,-2 2 8 0,1-2-8 0,1 1 4 15,-1-1-7-15,1 1 2 0,1 0-3 0,-3-1-1 16,3-1-2-16,0 1 1 0,-1 0-1 0,0-1-7 16,1-8-1-16,-1 13 2 0,1-6-2 0,0-7 1 15,-3 13-3-15,2-8 2 0,1-5-4 0,-3 9 2 16,3-9-2-16,-2 8-1 0,2-8 0 15,-5 7 3-15,5-7-3 0,-8 4 6 0,8-4-3 0,-9 0-5 16,9 0 3-16,-14 0 2 0,14 0-2 0,-13 0 2 16,13 0-1-16,-11-3-6 0,11 3 0 0,-8-6 0 15,8 6-1-15,-5-6 4 0,5 6-3 0,-7-4 2 16,7 4-3-16,0 0 1 0,-3-7-1 0,3 7-2 16,0 0 1-16,0 0 2 0,0 0-4 0,11-9 0 15,-11 9 1-15,12-2 4 0,-5 0-6 0,1 2-7 16,2 0-12-16,3 0-5 0,-2 0-8 0,2 0-9 15,0 0-4-15,1 0 2 0,-1 2-11 0,0 0-6 16,1-2 5-16,-3 0 0 0,1 1 5 0,2-1-1 0,-4 0 4 16,-1 0 7-16,2 0 5 0,-11 0 3 15,16-1 0-15,-9-3 3 0,1 2 4 0,-1-1 3 16,-1-1-1-16,-1 0 12 0,-5 4 7 0,11-8 0 16,-7 3 4-16,0 0 6 0,-4 5 7 0,7-6 7 0,-7 6 11 15,5-7 4-15,-5 7 1 0,5-4 0 16,-5 4 0-16,0 0-3 0,0 0-4 0,0 0 0 15,0 0 2-15,0 0-1 0,0 0 2 0,0 0 5 16,-21-2-1-16,21 2 4 0,0 0-12 0,-15 10 3 16,10-7-5-16,0 2 1 0,1-1-3 0,4-4-4 15,-5 10 3-15,2-6 3 0,3-4-7 0,-2 10 0 0,2-10-1 16,2 10 1-16,2-5-4 0,0 1-1 16,-4-6 3-16,8 7-6 0,-3-3-2 0,-1 0 4 15,2 0-2-15,-6-4 0 0,8 5 0 0,-5-3-2 0,-3-2 0 16,7 6-4-16,-7-6 0 0,6 2 2 0,-6-2-1 15,0 0 0-15,7 4 0 0,-7-4-1 16,0 0 1-16,0 0-1 0,0 0 2 0,0 0-1 16,0 0-7-16,-18 5 5 0,7-2-4 0,-1-2 4 15,2 2 1-15,-2-1 4 0,-1 4 1 0,2-3-1 0,2 1 0 16,-3-1 0-16,6 1-3 0,-2 0 3 0,1 1 4 16,2 1-1-16,1-3-1 0,4-3 1 0,-7 10-3 15,6-4 2-15,1-6-1 0,4 10 3 16,1-1 0-16,5-2-9 0,-2-2-23 0,3 0-22 0,2 1-32 15,4-1-33-15,-1 0-29 0,-3-2-127 0,1 2-288 16,-2-3 128-16</inkml:trace>
  <inkml:trace contextRef="#ctx0" brushRef="#br0" timeOffset="-25351.83">15294 13357 42 0,'0'0'50'0,"-5"-7"0"0,5 7-4 0,-1-7-11 16,1 7-1-16,0 0 4 0,-1-11-2 0,1 11-1 15,0 0 4-15,-3-8-5 0,3 8 5 0,0 0-5 16,-2-9-9-16,2 9 1 0,0 0-1 0,-3-8 3 16,3 8 9-16,0 0-1 0,0 0 0 0,-3-7 0 15,3 7-1-15,0 0-6 0,0 0 8 0,0 0-13 16,0 0 7-16,-2-7-6 0,2 7 4 0,0 0-5 16,0 0 0-16,0 0-6 0,0 0 5 0,0 0-8 15,0 0-2-15,0 0-3 0,0 0-2 0,0 0-4 16,0 0 3-16,0 0-1 0,0 0-4 0,0 0-1 15,0 0 1-15,0 0-3 0,0 0 4 0,0 0 1 16,0 0 0-16,0 0-2 0,0 0 1 0,0 0 5 16,0 0-9-16,0 0-1 0,-5 19 5 0,5-19-3 0,0 0 10 15,0 11-11-15,0-11 3 0,0 8-2 16,0-8 3-16,0 12-8 0,0-12 10 0,1 7-5 16,-1-7 3-16,0 12-3 0,0-6 7 0,0-6-1 15,1 11 4-15,-1-4-7 0,0-7 3 0,2 12-1 0,-2-12 2 16,0 11-2-16,1-5 6 0,-1-6-1 15,0 10 4-15,0-10-9 0,0 8 9 0,0-8-2 16,1 7 1-16,-1-7 0 0,0 0-4 0,0 9 3 16,0-9 0-16,0 0 0 0,0 0 5 0,0 0-2 0,0 8 12 15,0-8-7-15,0 0 1 0,0 0 3 0,0 0 1 16,0 0 1-16,0 0 1 0,0 0 4 0,0 0 2 16,0 0-3-16,0 0 4 0,0 0-7 0,0 0 3 15,0 0-6-15,0 0-2 0,0 0 2 16,0 0-2-16,0 0-3 0,0 0-1 0,0 0 0 0,0 0 8 15,0 0-12-15,3-23-3 0,-3 23-1 0,0 0 2 16,0-11 0-16,0 11 1 0,0-8-2 0,0 8-3 16,0-10 3-16,0 10-1 0,0-7-2 0,0 7 2 15,1-11-5-15,-1 11-2 0,1-8 2 0,-1 8 3 16,2-8-4-16,-2 8-1 0,0-9 1 0,0 9 0 16,0-9-2-16,0 9 3 0,0 0-3 0,0-9 1 15,0 9-2-15,0 0 3 0,0-10-1 0,0 10-1 16,0 0 4-16,0 0 0 0,1-7-3 0,-1 7 1 15,0 0 2-15,0 0 1 0,0 0-4 0,0 0-1 16,0 0-2-16,0 0 0 0,0 0 2 0,0 0-1 16,0 0-5-16,0 0 2 0,0 0 3 0,0 0-3 15,0 0 0-15,0 0 3 0,0 0-4 0,0 0 1 16,-4-8 0-16,4 8 2 0,0 0-2 0,0 0 0 16,0 0 2-16,0 0-3 0,0 0 3 0,0 0-1 15,0 0-2-15,0 0 3 0,0 0-2 0,0 0 3 16,0 0-3-16,0 0 1 0,-4 21 2 0,4-21-2 15,0 0 1-15,0 0-1 0,0 0 0 0,0 0-2 16,0 8 2-16,0-8 1 0,0 0 5 0,0 0-2 16,-2 7-6-16,2-7 1 0,0 0 1 0,0 0 0 15,0 0 3-15,0 10-1 0,0-10-5 0,0 0 0 16,0 0 2-16,0 0 0 0,0 0 2 0,0 0 2 16,0 0-1-16,0 0-3 0,0 0 0 0,1 7-1 15,-1-7 3-15,0 0 0 0,0 0 0 0,0 0-1 16,0 0 4-16,0 0-2 0,0 0 3 0,0 0-2 15,0 0-3-15,0 0-1 0,0 0 4 0,0 0-1 16,0 0-1-16,0 0 2 0,0 0-1 0,0 0 3 16,0 0-4-16,0 0-1 0,0 0 4 0,0 0-6 15,0 0 5-15,0 0-3 0,0 0 2 0,0 0-3 16,0 0 1-16,0 0 4 0,0 0-3 0,0 0 4 16,0 0-5-16,0 0 4 0,0 0-1 0,0 0 1 15,0 0-1-15,0 0-1 0,0 0 5 0,0 0-4 16,0 0-1-16,0 0-2 0,0 0 1 0,0 0 1 15,0 0-1-15,0 0 2 0,0 0-1 0,0 0 3 16,0 0-5-16,0 0 2 0,0 0-3 0,0 0 2 0,0 0 1 16,0 0 1-16,0 0 1 0,0 0 0 0,0 0 0 15,0 0-4-15,0 0 1 0,0 0 3 16,0 0-4-16,0 0 1 0,0 0 2 0,0 0 17 16,0 0-22-16,0 0 3 0,0 0 0 0,0 0 3 15,0 0-4-15,0 0 3 0,0 0-3 0,0 0 11 0,0 0-13 16,0 0 1-16,0 0 3 0,0 0 6 0,0 0-6 15,0 0-1-15,0 0 0 0,0 0 3 16,0 0-8-16,0 0 5 0,0 0 2 0,0 0-1 16,0 0-2-16,0 0 2 0,0 0-2 0,0 0 1 0,0 0 1 15,0 0 1-15,0 0-2 0,0 0 0 0,0 0 0 16,0 0 1-16,0 0-2 0,0 0 3 16,0 0-3-16,0 0 3 0,0 0-2 0,0 0 1 15,0 0-2-15,0 0 0 0,0 0-2 0,0 0 5 0,0 0-1 16,0 0 1-16,0 0-3 0,0 0 2 0,0 0 2 15,0 0 0-15,0 0-4 0,0 0 3 0,0 0-4 16,0 0 3-16,0 0-1 0,0 0 1 0,0 0-3 16,0 0-1-16,0 0 0 0,0 0 2 15,0 0 2-15,0 0-1 0,0 0 1 0,0 0-2 0,0 0 3 16,0 0-4-16,0 0 5 0,0 0-3 0,0 0 1 16,0 0-1-16,0 0 0 0,0 0 0 0,0 0-4 15,0 0 4-15,0 0-3 0,0 0 5 0,0 0-3 16,0 0-1-16,0 0 2 0,0 0-2 0,0 0 0 15,0 0 2-15,0 0-4 0,0 0-2 0,0 0-1 16,0 0 3-16,0 0-1 0,0 0-2 0,0 0 6 16,0 0-3-16,0 0 1 0,0 0-4 0,0 0 1 15,0 0-2-15,0 0-2 0,0 0 0 0,4-22 1 16,-4 22-2-16,0 0-1 0,0 0 3 0,0 0-1 16,0 0-2-16,0 0 2 0,0 0-3 0,0 0-3 15,0 0 0-15,0 0-1 0,0 0-1 0,0 0 3 16,0 0-6-16,0 0 0 0,0 0-4 0,0 0 0 15,0 0-2-15,0 0-5 0,0 0-5 0,0 0-8 16,0 0 5-16,0 0-1 0,0 0-1 0,0 0-7 16,0 0 2-16,0 0-10 0,0 0-3 0,0 0-10 15,0 0-7-15,0 0-11 0,0 0-5 0,6-3-10 16,-6 3-54-16,0 0-168 0,0 0 75 0</inkml:trace>
  <inkml:trace contextRef="#ctx0" brushRef="#br0" timeOffset="-20253.79">15156 13305 27 0,'0'0'63'0,"0"0"0"0,-6-2 3 16,6 2-12-16,0 0 5 0,0 0 4 0,-5-5-9 15,5 5-3-15,0 0-8 0,0 0-6 0,0 0 5 16,0 0 1-16,0 0 1 0,0 0-4 0,0 0 3 16,0 0 8-16,0 0-12 0,0 0-2 0,0 0-4 15,0 0-17-15,0 0 7 0,0 0-2 0,0 0-9 16,0 0 7-16,0 0-2 0,0 0 1 0,-13 7 1 15,13-7 4-15,-2 10 5 0,0-2-7 0,1-1 9 0,1-7-6 16,-1 19-10-16,-1-6 8 0,1-2 5 0,-3 6 4 16,0-2 1-16,2 2 4 0,-6 2-9 15,4-1-1-15,-1 0 0 0,0 2 6 0,0 2-13 16,0-2 7-16,1-2-1 0,-2 0-7 0,2 2 3 0,1-1 3 16,-3 1-1-16,4-1-3 0,-1-1 0 15,0 1-5-15,2 2 4 0,-3 5 0 0,4-2-2 0,-4-4-3 16,3-1-5-16,1 0 4 0,0 7 0 15,-1-5 2-15,1-2-2 0,-1 5 1 0,2 1 0 0,0-9 8 16,1 10 1-16,1-7 2 0,-3 1-5 0,3 2-6 16,-2-2-1-16,1 0 2 0,0-2 0 0,-4 3 1 15,5-3-2-15,-4 1-4 0,1 0 2 0,0-2-1 16,-3 2 1-16,3-2-1 0,-1 3-1 0,0-3 3 16,-2 3-2-16,3-1 2 0,-4-2-3 0,2 5 1 15,-1-6-2-15,1 1 2 0,-1-1-5 0,1 0-1 16,0 1 0-16,1 1 1 0,0-1-1 15,-1-1 2-15,1 5-2 0,0-3-2 0,0 0 0 16,-1 6 1-16,2-7-1 0,-2-1-2 0,2 1 2 0,0 3 9 16,2-1-9-16,-2-1-1 0,2 0 0 0,-1 1 1 15,1 0 0-15,-2-2-2 0,0 1 0 0,3-1 0 16,-3 0 0-16,1-1-14 0,1 2 2 16,-2-3 4-16,0 0-3 0,0 3 2 0,2-1 1 0,-2-3 0 15,0 3 4-15,0-2-2 0,3 1-1 0,-6-3-1 16,3 2 0-16,0 0 4 0,0 2-1 0,0-6-1 15,0 3 9-15,0 1-7 0,-2-4 0 0,2 6 0 16,2-2 0-16,-2-2 3 0,3-3-1 0,-3 4 2 16,1-3-1-16,0 5-2 0,-1-4 0 0,3 4 0 15,-2 0 6-15,0-5-6 0,0 6 5 0,2 0-6 16,0-6 1-16,-6 1 0 0,6 3-2 0,-2 2 2 16,-2-6 7-16,2 0-1 0,-1 4-5 0,-1-2 3 15,1-2-4-15,0 2 2 0,0-2-2 0,1 0 2 16,-2 2 0-16,1-2 0 0,0-3-3 0,0 3 3 15,1-3-1-15,-1 4 0 0,1-3 0 0,-2 0-6 16,1 1 7-16,0-1-3 0,0-9 3 0,-1 15-1 16,-2-7 1-16,3-1-3 0,0 4 3 0,0-2-3 15,-3 1 0-15,6-1 5 0,-6 3 1 0,1-4-6 16,2 2 9-16,-2 2-10 0,-1-2 3 0,2 2-1 16,-2 1 3-16,3 3 1 0,-2-2-3 0,2 0-2 15,0-3 0-15,0 2-5 0,0 1 8 0,0-2-3 16,2 2 4-16,-2-1-3 0,0 3 2 0,0-5-4 15,3 1 6-15,-3-1-3 0,0 0-1 16,1 1 3-16,2-3 1 0,-3 2 1 0,1 0-3 0,-1-1 3 16,1-4-2-16,0 2 2 0,-1 1-1 0,0 1-4 15,1-3 3-15,-1-7 1 0,0 11 1 0,0-5 4 16,0-6-3-16,0 11-5 0,0-11 7 0,0 11-4 16,0-6-3-16,0-5 1 0,-1 11 1 0,1-11-1 15,-2 9 0-15,2-9 3 0,-3 11-2 0,3-11-1 16,-1 10 4-16,-3-4-1 0,4 1-1 0,0-7-5 15,-4 14 6-15,4-7 0 0,-2-1-8 0,2-6 7 16,-4 10-1-16,4-10-2 0,-1 9-3 0,1-9-1 16,-2 10 6-16,2-10 1 0,-2 8-3 0,2-8 2 15,0 11-2-15,0-5 4 0,0 3-3 0,0-9 0 16,0 14 2-16,0-7-2 0,0-7-1 16,0 11 2-16,0-6-2 0,0 6 2 0,0-11-3 15,0 14 3-15,0-7-1 0,2 0 4 0,-2-7-3 0,0 16 0 16,-2-9 26-16,2-7-5 0,0 13 0 0,2-7-1 15,0 4-3-15,-2-10-1 0,-2 13 4 0,2-6-10 16,2 1-3-16,-2-8 0 0,-4 14 2 0,4-10-2 16,0-4 0-16,-3 12-3 0,3-12 1 0,0 10-2 15,0-10 1-15,-1 7 2 0,1-7-6 0,0 9 5 16,0-9-5-16,-1 8 1 0,1-8-2 0,0 0-3 16,0 8-2-16,0-8 2 0,0 0 0 0,0 0 0 15,0 9-2-15,0-9-4 0,0 0 12 0,0 0-1 16,0 0 1-16,0 0 10 0,0 0 4 15,0 0 6-15,0 0 6 0,0 0-2 0,0 0 4 16,0 0 2-16,0 0 0 0,0 0-2 0,0 0-5 0,0 0-4 16,0 0-1-16,0 0-3 0,0 0 1 0,0 0-5 15,0 0-2-15,0 0 0 0,0 0-1 0,0 0-1 16,0 0-4-16,0 0-1 0,0 0-1 0,0 0 1 16,0 0-2-16,0 0-3 0,0 0-3 15,0 0 6-15,0 0-5 0,0 0 4 0,0 0-7 16,0 0 2-16,0 0 0 0,0 0-6 0,0 0 3 15,0 0-8-15,0 0 0 0,0 0-4 0,0 0 3 0,0 0 2 16,0 0 0-16,0 0 1 0,0 0 4 0,0 0 0 16,0 0 2-16,0 0-4 0,0 0-2 0,12-22-1 15,-6 15 1-15,0 2 3 0,1-2 1 16,1 1 1-16,-2-1-2 0,4 0 0 0,0-2 5 16,-1 1-3-16,-2 0 3 0,4 3 1 0,-2-3-2 15,0 1-1-15,1 0 2 0,0 1 0 0,0 1-2 16,-2 0 5-16,3-1-3 0,-11 6 1 0,14-7-5 15,-7 5-4-15,-7 2-11 0,14-6-7 0,-9 2-14 0,-5 4-24 16,8-6-26-16,-8 6-41 0,0 0-20 16,9-3-26-16,-9 3-113 0,0 0-319 0,0 0 141 15</inkml:trace>
  <inkml:trace contextRef="#ctx0" brushRef="#br0" timeOffset="-20032.91">15026 16240 104 0,'-5'-2'192'15,"-4"-2"-7"-15,-1-1-11 0,5 0-10 0,-2 1-7 16,-4 0-13-16,4 0-9 0,-1 0 3 0,1-1-9 16,-2 1-11-16,0-1-8 0,3 0-11 0,-2-1-14 15,-3 2-9-15,5 2-7 0,-1-3-17 0,7 5-35 16,-14-10-27-16,9 3-23 0,-5-1-50 0,4-1-28 15,-1 1-37-15,2-1-147 0,-2-3-317 0,1-2 141 16</inkml:trace>
  <inkml:trace contextRef="#ctx0" brushRef="#br0" timeOffset="-19265.68">15060 13401 56 0,'-2'-7'81'0,"2"7"-1"15,0 0-13-15,0 0-6 0,0 0 2 0,0 0 4 16,0 0 9-16,-19 17-3 0,9-8-4 0,-3 1 2 16,-1 4-7-16,-7 4 6 0,1 1-16 0,-2-1 0 15,0 0-6-15,3 0-1 0,-1 0-3 0,5-7-8 16,-1 2-4-16,3-2 1 0,-2-1-6 0,3 1 1 15,0-2-6-15,5-2-20 0,-2-1-29 0,3-1-27 16,1 0-32-16,0 0-19 0,1 0-71 0,4-5-190 16,0 0 84-16</inkml:trace>
  <inkml:trace contextRef="#ctx0" brushRef="#br0" timeOffset="-19077.69">15087 13447 57 0,'5'3'98'15,"-5"-3"-9"-15,13 7-8 0,-3-1-5 0,-1 2-13 16,7 0-5-16,-3 2-16 0,1 0-21 0,1 2-16 16,-2 0-23-16,2 2-22 0,-1 6-49 0,0-4-97 15,-3 0 44-15</inkml:trace>
  <inkml:trace contextRef="#ctx0" brushRef="#br0" timeOffset="-18083.91">15363 15035 133 0,'0'0'149'0,"0"0"-8"0,0 0-4 0,0 0-15 16,0-8-18-16,0 8-4 0,0 0-12 0,0 0-11 15,0 0-4-15,0 0-6 0,0 0 6 0,0 0-8 16,0 0-6-16,0 0 0 0,11 24-6 0,-7-15 3 16,-3 1-7-16,5 2 6 0,-1-3-13 0,-2 5-7 15,2 0 6-15,-3-2-6 0,4 5-1 16,-1-2-4-16,1 1-4 0,-1-2-1 0,-1-3 1 0,-1 2-1 15,1-3-3-15,2 0-5 0,-2 0 0 0,2-1-2 16,-2 2 1-16,0-5-8 0,1 1 7 0,-3-1-5 16,2-1-1-16,-4-5 4 0,5 8-4 0,-5-8 7 15,5 5-9-15,-5-5 14 0,4 4 12 0,-4-4 17 16,0 0 9-16,0 0 2 0,0 0-11 16,0 0-4-16,9-10-5 0,-4-1-2 0,-1 3-4 0,1-4-2 15,3-5-5-15,-3 1-2 0,0-3-5 0,4 2-3 16,4-6-1-16,-3-2-1 0,-1 7-4 0,5-5-1 15,0 0 0-15,-2 7-2 0,-3 2 0 0,0-1 1 16,-3 6-4-16,2-1-1 0,-5 4-1 0,1 1 1 16,0-2-7-16,0 2-15 0,-4 5-13 0,5-7-17 15,-5 7-25-15,3-4-25 0,-3 4-26 0,0 0-11 16,0 0-8-16,0 0-10 0,0 0-6 0,0 0-8 16,8 20-116-16,-10-11-305 0,-1 1 136 0</inkml:trace>
  <inkml:trace contextRef="#ctx0" brushRef="#br0" timeOffset="-17829.43">15657 15191 16 0,'0'0'187'0,"0"0"-8"0,0 0-12 16,0 0-19-16,0 0-27 0,0 0-2 0,0 0-13 15,0 0-14-15,7 3-2 0,-7-3-9 16,0 10-5-16,0-10 1 0,0 17-9 0,-2-7-4 0,4 0-7 15,-4 1-4-15,1-1-6 0,1 1 2 0,0 0-7 16,0 1-5-16,-2-1-1 0,4 0-1 0,-2 0-5 16,0-1-2-16,0-2-1 0,0-2-4 0,1 4-5 15,1-3 1-15,-1 2-7 0,0 1-22 16,0-4-19-16,-1-6-18 0,3 13-28 0,-3-8-23 16,0-5-23-16,3 9-19 0,-2-3-124 0,-1-6-286 0,0 0 126 15</inkml:trace>
  <inkml:trace contextRef="#ctx0" brushRef="#br0" timeOffset="-17409.47">15778 15112 50 0,'0'0'154'0,"10"-4"-20"16,-5 3 3-16,-5 1-14 0,11 1-6 0,-11-1-10 15,12 3-6-15,-6-1-3 0,1 2-9 0,-1 0-8 16,-1 0-3-16,1 1-4 0,-2-1-7 0,1 3-2 0,-2 0-9 16,-1-1 1-16,1 1-8 0,-2 1-6 15,-2 2-3-15,0-1-2 0,-4 0-4 0,-1-1-2 16,-1 2-3-16,2-3 0 0,-2 1-5 0,1-4-2 16,0 3 1-16,-1-3-1 0,1 3-3 0,6-7-4 15,-8 6-3-15,3-3 1 0,5-3-3 0,-5 5-4 16,5-5-2-16,0 0-1 0,-4 9 6 0,4-9-4 0,0 0-4 15,0 0 7-15,9 9-7 0,-3-7 1 16,-6-2 0-16,8 5-2 0,1-2 2 0,-3 1 3 16,1-2-4-16,-2 0 5 0,-5-2-5 0,14 6-4 15,-8-2 2-15,-2-1 1 0,1 0 2 0,-5-3-4 16,6 7-2-16,-6-7 5 0,2 6-3 0,-2-6 5 0,0 10-3 16,0-10-1-16,-5 9 5 0,1-5-7 15,-1 0-6-15,-4 4-11 0,-1-2-13 0,0-1-10 16,-1 1-19-16,0 1-16 0,-1-3-27 0,-2-2-24 15,3 4-29-15,-2 0-85 0,2-3-262 0,2-2 115 16</inkml:trace>
  <inkml:trace contextRef="#ctx0" brushRef="#br0" timeOffset="-4436.07">746 17352 47 0,'0'0'128'15,"0"0"-19"-15,0 0-16 0,0 0-7 0,0 0 5 16,0 0-26-16,0 0-8 0,0 0-1 0,0 0-3 16,0 0 1-16,0 0-15 0,0 0 6 0,32 6 0 15,-32-6-1-15,18 19-1 0,-7-7-5 0,1 1-2 16,-2 0-5-16,2-1-1 0,-1 0 1 0,-2 3-8 15,4-2-2-15,-1-1 3 0,-1-1-4 0,-5 1 0 16,8-1-4-16,-8 1-3 0,1-4 4 0,-2 0-7 16,4 0 3-16,-9-8-8 0,7 13 1 0,-7-13 1 15,7 7 1-15,-7-7 3 0,6 10 1 16,-6-10-7-16,0 0 4 0,9 7-1 0,-9-7 5 16,0 0 16-16,0 0 5 0,5 6 7 0,-5-6-2 15,0 0-4-15,0 0-3 0,0 0-6 0,0 0 1 16,8-19-5-16,-5 9 4 0,1 1-3 0,-1 0-6 15,0-1-3-15,1 0 5 0,-2-3-5 0,2 3-6 16,-4 10-2-16,5-18 3 0,-1 7-6 0,-4 11 8 16,5-19 0-16,-5 19-5 0,4-11-3 0,-4 11-3 15,2-11-2-15,-2 11 7 0,0 0 0 0,7-10-4 16,-7 10-6-16,0 0-11 0,0 0-14 16,0 0-18-16,4-13-14 0,-4 13-26 0,0 0-2 0,0 0-17 15,0 0-15-15,0 0-108 0,0 0-249 16,0 0 110-16</inkml:trace>
  <inkml:trace contextRef="#ctx0" brushRef="#br0" timeOffset="-3793.57">1165 17531 2 0,'3'18'124'0,"-3"-18"-11"0,1 17 0 16,-1-17-9-16,-1 22-3 0,1-8-1 0,0-3-3 16,0-11-14-16,0 25-8 0,1-14-7 0,-1 3-5 15,0-14-8-15,2 21-3 0,-2-21-1 0,0 15-4 16,0-15-1-16,0 14-9 0,0-14 3 0,6 12-6 16,-6-12-4-16,0 0-6 0,0 0 6 15,0 14 3-15,0-14 6 0,0 0 6 0,0 0 10 16,0 0 4-16,0 0 1 0,0 0-7 0,0 0-6 15,0 0-6-15,0 0-3 0,0 0-7 0,0 0 0 16,0 0-5-16,0 0 0 0,-17-40-4 0,15 29 0 16,0-5-2-16,0-2-1 0,0 2-2 0,2 16 0 15,0-25-9-15,-1 14 7 0,1 11-9 0,1-25 3 16,1 14 1-16,-2 11-2 0,2-19-4 0,-2 19 1 16,4-13-4-16,-4 13 1 0,8-9-5 0,-8 9 1 15,5-12 1-15,-5 12 0 0,9-5-5 0,-9 5 3 16,0 0-1-16,14-2 2 0,-14 2 1 0,0 0-4 15,0 0-2-15,0 0 4 0,23 6-3 0,-23-6-1 16,6 9-3-16,-6-9 2 0,5 9-4 16,-5-9 0-16,0 0 6 0,4 14-4 0,-4-14-2 15,0 0-12-15,2 14-3 0,-2-14-10 0,0 0 4 16,0 0 2-16,2 15 8 0,-2-15-11 0,0 0-1 16,0 13-6-16,0-13 15 0,0 0-8 0,0 0-2 15,0 0 4-15,6 14 0 0,-6-14 4 0,0 0-2 16,8 13 8-16,-8-13-2 0,0 0 5 0,8 13-2 15,-8-13-8-15,0 0 2 0,7 12 1 0,-7-12 7 16,0 0 4-16,7 10-4 0,-7-10 5 0,5 7-6 16,-5-7 12-16,0 0-6 0,6 10 1 0,-6-10 8 15,0 0-8-15,0 0 5 0,0 14 0 16,0-14 1-16,0 0 8 0,0 0-7 0,0 0 6 16,-11 17-14-16,11-17 5 0,0 0 0 0,-9 10 8 15,9-10-22-15,-7 6-6 0,7-6-8 0,-6 8-13 16,6-8-26-16,0 0-14 0,-9 10-70 0,9-10-174 15,0 0 77-15</inkml:trace>
  <inkml:trace contextRef="#ctx0" brushRef="#br0" timeOffset="-3575.73">1416 17522 50 0,'0'0'105'0,"20"-5"-12"15,-20 5 0-15,15-4-13 0,-15 4-5 16,21-1-9-16,-21 1-12 0,23-1-14 0,-23 1-21 16,23 0-29-16,-23 0-31 0,23 2-63 0,-23-2-113 15,18 2 49-15</inkml:trace>
  <inkml:trace contextRef="#ctx0" brushRef="#br0" timeOffset="-3397.92">1458 17613 84 0,'0'0'151'0,"0"0"-20"0,0 0-10 15,0 0-7-15,0 0-8 0,0 0-20 0,0 0-7 16,0 0-4-16,0 0-24 0,0 0-22 0,56-7-23 15,-37 6-25-15,-19 1-35 0,31-5-38 0,-13 3-53 16,-18 2-157-16,29-5 70 0</inkml:trace>
  <inkml:trace contextRef="#ctx0" brushRef="#br0" timeOffset="48.45">2253 17341 7 0,'0'0'65'0,"0"0"15"15,0 0-7-15,0 0-14 0,0 0 8 0,0 0-15 16,0 0 8-16,0 0-10 0,0 0 3 0,0 0-12 16,0 0 3-16,0 0-4 0,0 0 15 0,0 0-26 15,0 0 9-15,0 0-14 0,0 0 3 0,0 0 4 16,0 0 2-16,0 0-22 0,0 0 5 0,0 0 5 16,0 0 2-16,-2-19-4 0,2 19 4 15,0 0-1-15,0 0-1 0,0 0-1 0,0 0 3 16,0 0-5-16,0 0-3 0,-2-9 1 0,2 9-2 15,0 0-2-15,0 0-1 0,0 0 6 0,0 0-6 16,0 0 1-16,-3-15 7 0,3 15-2 0,0 0-2 16,0 0 1-16,0 0-2 0,-1-12-5 0,1 12 2 15,0 0 0-15,0 0 5 0,0 0-5 0,0 0 7 16,-1-11-6-16,1 11-1 0,0 0 6 0,0 0-3 16,0 0-4-16,0 0-6 0,0 0 7 0,0 0-9 15,0 0 0-15,0 0 15 0,0 0-18 0,0 0 0 16,0 0 0-16,0 0-3 0,0 0-6 0,0 0 13 15,0 0-4-15,0 0 1 0,0 0-3 0,0 0 4 16,0 0-4-16,0 0 8 0,26 27-8 16,-18-21 0-16,-3 3 3 0,2 2 6 0,0-1-6 0,2-3 5 15,-1 3 2-15,-2 0-1 0,3 1-6 0,-1-3 7 16,0 2 1-16,-3 1-2 0,4-1 3 0,-2-3-5 16,1 3 6-16,-3-1-2 0,4-1 3 15,-3 1 3-15,1-1-6 0,1-1 0 0,-8-7 2 16,8 11 1-16,-8-11-7 0,9 9-4 0,-9-9 11 15,7 8-4-15,-7-8-4 0,0 0 2 0,8 8 5 16,-8-8-1-16,0 0-1 0,3 8 6 0,-3-8 8 16,0 0 6-16,0 0 3 0,0 0 9 0,0 0 1 15,0 0-1-15,0 0-7 0,0 0 1 0,0 0-5 16,0 0 1-16,0 0-1 0,0 0-1 0,9-24-7 16,-8 15-2-16,1-2 1 0,-1 0 2 0,-1 11-4 15,4-21-7-15,-3 6 1 0,0 4-5 0,1-2 7 16,0 1-6-16,0-1 1 0,0-2-1 15,0 4-1-15,0 1-5 0,-1-1 2 0,1 0-2 16,-2 0 4-16,5 1 1 0,-5 10-5 0,3-14 2 16,-3 14-4-16,2-11 1 0,-2 11-1 0,0 0-4 15,2-14-7-15,-2 14-12 0,0 0-16 0,0 0-13 16,0 0-15-16,0 0-23 0,0 0-20 0,0 0-9 16,0 0-13-16,0 0-22 0,0 0-94 0,0 0-269 15,0 0 120-15</inkml:trace>
  <inkml:trace contextRef="#ctx0" brushRef="#br0" timeOffset="298.16">2587 17407 2 0,'0'0'127'0,"8"8"8"0,-8-8-8 16,5 7-6-16,2 0-8 0,-7-7-12 0,6 12-6 15,-1-2-1-15,-1-4-6 0,1 5-6 0,-1-3-10 16,1 1-5-16,-1-2-5 0,-2 3-4 0,1-3-7 16,0 3-5-16,-3-10-5 0,3 15-3 0,0-9-6 15,0 3-3-15,-3-9 3 0,2 15-17 0,-2-15-28 16,3 12-19-16,-3-12-23 0,0 0-21 0,3 13-18 16,-3-13-6-16,0 9-18 0,0-9-72 0,0 0-207 15,0 0 92-15</inkml:trace>
  <inkml:trace contextRef="#ctx0" brushRef="#br0" timeOffset="690.14">2648 17377 59 0,'0'0'121'0,"17"-3"-9"0,-8 1-10 16,-9 2-9-16,20 0-6 0,-20 0-15 0,16 2-6 15,-8 0-1-15,-8-2-3 0,15 4-10 0,-8 2-9 16,-4-1 2-16,-3-5-4 0,9 10 1 0,-9-10-10 16,8 11-1-16,-8-11-2 0,1 13-1 0,0-7-2 15,-1-6-2-15,0 12-6 0,0-12-1 0,0 0-2 16,0 0-5-16,-3 22-1 0,3-22 4 0,1 8-3 16,-1-8-2-16,0 0-3 0,1 10-2 15,-1-10-2-15,0 0 4 0,0 0 0 0,7 11-3 16,-7-11 2-16,0 0-8 0,0 0 7 0,10 10 1 15,-10-10 3-15,8 5-6 0,-8-5-1 0,0 0-6 16,14 10 12-16,-14-10-9 0,6 4 7 0,-6-4-7 16,0 0 5-16,6 10 4 0,-6-10-10 0,0 0 5 15,-1 12 2-15,1-12-1 0,0 0 0 0,0 0-3 16,-11 17 5-16,11-17-1 0,-11 7-1 0,11-7-1 16,-10 8-5-16,10-8-15 0,-10 7-18 0,10-7-26 15,-8 10-22-15,8-10-13 0,-7 8-83 0,7-8-194 16,0 0 86-16</inkml:trace>
  <inkml:trace contextRef="#ctx0" brushRef="#br0" timeOffset="1112.32">2980 17416 124 0,'-23'4'140'0,"23"-4"-5"16,0 0-8-16,-13 13-20 0,7-7-11 0,3 3 4 16,3-9-23-16,-5 12-4 0,5-12-5 0,-1 14-8 15,1-14-2-15,0 0-8 0,6 23-6 0,-1-17 0 16,-5-6-4-16,13 12-4 0,-13-12-8 16,12 8-6-16,-4-5-4 0,-8-3-1 0,20 5 7 0,-11-2-5 15,-9-3-4-15,0 0-3 0,19 3-3 0,-19-3 3 16,0 0-1-16,11 2-2 0,-11-2 6 15,0 0-2-15,0 0 5 0,0 0-2 0,0 0 2 16,0 0-5-16,0 0-3 0,0 0 1 0,0 0-1 0,0 0-1 16,0 0 1-16,0 0 5 0,-37 8 7 15,28-4-4-15,9-4 7 0,-18 7 0 0,9 0 4 16,0-3-9-16,2 2 2 0,-5 2 1 0,5-2-3 16,-1 2-3-16,3-3 5 0,5-5-2 0,-9 11-5 15,2-5-2-15,7-6 10 0,-2 12-11 0,2-12 0 16,0 0-1-16,6 16 2 0,-6-16 1 0,14 6-8 15,-5-4-18-15,-9-2-24 0,26 3-28 0,-9-3-29 16,2-1-35-16,-3-3-27 0,2 0-117 0,0 2-294 16,-18 2 131-16</inkml:trace>
  <inkml:trace contextRef="#ctx0" brushRef="#br0" timeOffset="1304.58">3301 17448 132 0,'11'-7'146'0,"-11"7"-13"0,18-3-5 15,-8 0-13-15,-10 3-18 0,31-4-9 0,-12 0-1 16,1 1-11-16,0 1-15 0,-1 0-24 0,-4-1-33 16,1 1-18-16,-4 2-31 0,-12 0-40 15,22-2-75-15,-22 2-174 0,17-1 77 0</inkml:trace>
  <inkml:trace contextRef="#ctx0" brushRef="#br0" timeOffset="1516.9">3428 17341 77 0,'0'0'169'16,"-5"-8"-10"-16,5 8-10 0,0 0-28 0,0 0-12 15,0 0-15-15,0 0-7 0,0 0 2 0,0 0-1 16,0 0 0-16,0 0 0 0,0 0-3 0,9 39-13 15,-6-28-5-15,-3-11-6 0,6 25-2 0,-6-11-7 16,4 3-9-16,0-2-1 0,-2 1-5 16,4-1-2-16,-3 2-28 0,1-2-27 0,0-3-36 15,-2 0-46-15,2-2-41 0,0 2-117 0,-4-12-281 16,4 21 125-16</inkml:trace>
  <inkml:trace contextRef="#ctx0" brushRef="#br0" timeOffset="1894.54">3665 17319 106 0,'0'0'152'0,"0"0"-6"0,23 19-10 15,-16-9 1-15,3 2-10 0,1 2-8 0,-1 1-7 16,0 2-11-16,1-3-3 0,-1 3-2 15,-2-3-8-15,-2-3-6 0,1 0-5 0,1 0-6 16,-1-2-1-16,-3-3 3 0,-4-6-4 0,11 13-7 16,-11-13-9-16,6 9 9 0,-6-9 6 0,5 8 3 15,-5-8 11-15,0 0 11 0,0 0 7 0,0 0-9 16,12 4-11-16,-12-4-3 0,0 0-9 0,0 0-6 16,18-21-7-16,-12 12-4 0,1-1-2 0,-1 0-10 15,2-5-5-15,1 1 0 0,3-5 1 0,-1 3-11 16,-1-7-1-16,1 6-3 0,0-1 0 0,-2 0-2 15,3-3-1-15,-5 5-3 0,0 2-12 0,-1 5-9 16,-1-1-4-16,-5 10-20 0,10-14-23 0,-10 14-25 16,5-5-18-16,-5 5-13 0,0 0-4 15,0 0-29-15,0 0-42 0,0 0-26 0,15 21-160 0,-15-21-401 16,0 25 177-16</inkml:trace>
  <inkml:trace contextRef="#ctx0" brushRef="#br0" timeOffset="2337.39">4136 17407 121 0,'0'0'210'0,"0"0"-18"0,0 0-19 0,0 0-11 16,0 0-13-16,0 0-6 0,0 0-8 15,0 0-13-15,0 0-8 0,-30 18-8 0,30-18-8 16,-10 16-10-16,6-6-7 0,4-10-11 0,-7 19-4 15,6-10-4-15,1-9-8 0,-5 15-8 0,5-15-3 16,4 17-2-16,-4-17-2 0,3 12-3 0,-3-12-3 16,7 10-6-16,-7-10 1 0,10 9-2 0,-10-9-2 15,14 5 0-15,-14-5-3 0,17 1-2 0,-17-1 1 16,16 3-5-16,-16-3 0 0,0 0-1 0,17 0 0 16,-17 0-1-16,0 0 3 0,0 0-3 0,14 0-3 15,-14 0 1-15,0 0-1 0,0 0-3 0,0 0-3 16,0 0 1-16,0 0 2 0,0 0-5 0,0 0 2 15,0 0 1-15,0 0 2 0,0 0-2 0,0 0 4 16,-41 18 3-16,34-11-4 0,-1 0 5 0,8-7 2 16,-15 15 2-16,7-8-6 0,8-7 1 0,-10 14 7 15,6-8-8-15,4-6 0 0,-8 16 0 0,8-16 1 16,-2 13-3-16,2-13 1 0,0 0 0 0,11 13 3 16,-11-13-2-16,12 7-2 0,-5-2 2 15,-7-5-5-15,26 2-20 0,-15 1-26 0,7-3-19 16,1-3-22-16,-1-1-35 0,1 4-32 0,1-3-45 15,-2-1-198-15,-1 1-421 0,0-3 187 0</inkml:trace>
  <inkml:trace contextRef="#ctx0" brushRef="#br0" timeOffset="86962.37">17342 12066 28 0,'0'0'129'0,"0"0"-18"16,0 0-5-16,0 0-13 0,0 0-13 0,0 0-4 16,11-17-11-16,-11 17-7 0,8-9-2 0,-6 5 2 15,-2 4-6-15,6-8 3 0,-5 2-3 0,-1 6-12 16,4-9 1-16,-4 9-4 0,4-10 10 0,-4 10-3 15,1-9 0-15,-1 9 4 0,2-11 0 0,-2 11-6 16,2-10 0-16,-1 5 6 0,-1 5 9 0,2-7 7 16,-2 7 0-16,0 0 1 0,2-8-6 0,-2 8-2 15,0 0-1-15,0 0-7 0,0 0-6 0,-2-10-2 16,2 10-3-16,0 0-3 0,0 0-1 0,0 0-6 16,0 0-6-16,0 0-5 0,0 0 4 0,0 0-9 15,0 0-2-15,0 0-6 0,0 0 4 0,0 0-5 16,0 0-1-16,0 0 2 0,0 0-1 0,0 0 3 0,0 0-8 15,0 0 2-15,-11 18 6 0,11-18-1 0,-5 11-5 16,4-5 0-16,1-6-2 0,-4 10 5 16,4-10-3-16,0 11-1 0,-2-6 7 0,2-5-5 0,-1 10 1 15,1-10 0-15,1 8 3 0,-1-8-4 0,3 8 2 16,-3-8-1-16,4 5 4 0,-4-5 0 0,8 6-5 16,-3-4 1-16,-5-2 3 0,12 3 2 15,-3-3-2-15,-9 0 1 0,18 0 4 0,-8-3-3 0,1 1-5 16,1-2 4-16,-3 0-1 0,2 3 1 0,-4-4 4 15,2-1-6-15,0-1 3 0,0 1-1 0,-1-2-2 16,-1 0 4-16,-1-1 9 0,0 1 2 0,0-2 2 16,-2 2-2-16,0-2-1 0,-4 2-5 0,1-3-1 15,-1 3 2-15,0 8 2 0,-4-13-6 0,1 4-1 16,-5 2-5-16,-1 1-1 0,-1 3-3 0,-4-2 2 16,0 3-2-16,-4 2 2 0,0-2-3 15,-1 4 1-15,0 1 0 0,2 3-7 0,3-1-17 0,0 2-15 16,2 0-24-16,-2 4-32 0,7-3-39 0,-1 0-40 15,4 5-174-15,-2-5-377 0,2 2 166 0</inkml:trace>
  <inkml:trace contextRef="#ctx0" brushRef="#br0" timeOffset="88262.67">17607 14013 4 0,'0'0'122'0,"0"0"-3"0,-5-4-15 0,5 4-3 16,0 0-2-16,0 0 4 0,0 0-19 0,-8-4 4 15,8 4-11-15,0 0-4 0,0 0-11 0,0 0-2 16,0 0-10-16,0 0-8 0,-9 0 2 0,9 0-2 16,0 0-14-16,-8 8 10 0,8-8 4 0,-4 9 0 15,-1-5-2-15,1 3-8 0,-1-3-2 0,1 3 9 16,-1 0-1-16,1 1-6 0,2-1-1 0,-1-1-2 15,3-6-4-15,-5 11-3 0,4-4 0 0,1-7-2 16,-1 10-1-16,1-10 2 0,0 11-1 0,0-11 1 16,6 7 0-16,-6-7 1 0,6 5-2 0,-1-2 8 15,-5-3-8-15,13 2-3 0,-5-2-1 0,-8 0-1 16,15 0 2-16,-6-2 0 0,2-1 2 0,0-2-2 16,-5 3 1-16,3-2-2 0,-1-1-3 0,-1 0 1 15,-1 1 3-15,-1-3-2 0,0 2-3 0,-1-1 3 16,-3-1-5-16,-1 7 1 0,1-12 0 0,-1 12-3 15,-2-14-1-15,-1 7 0 0,-2 1-3 0,0-2-5 0,-2 0-8 16,2 5-9-16,-1-1-10 0,6 4-8 16,-13-6-20-16,8 5-19 0,5 1-26 0,-9-5-28 15,9 5-38-15,-13 3-109 0,13-3-298 0,0 0 132 16</inkml:trace>
  <inkml:trace contextRef="#ctx0" brushRef="#br0" timeOffset="89344.15">18353 11776 81 0,'0'0'82'0,"0"0"-9"0,0 0-5 0,0 0-8 16,-4-7-5-16,4 7-7 0,0 0-3 0,0 0-8 16,0 0-2-16,0 0-8 0,0 0 3 0,0 0-8 15,0 0 6-15,0 0-3 0,0 0-4 0,-19 13-1 16,14-8 2-16,-1-1-10 0,6-4 2 0,-9 9-6 15,4-4-6-15,5-5 13 0,-6 7-3 0,1-2-7 16,5-5 3-16,-8 7-1 0,6-4 2 0,-2 2-8 16,4-5 0-16,-7 8-1 0,7-8 1 0,-5 5-1 0,5-5 5 15,0 0-8-15,-5 4 4 0,5-4 6 16,0 0-8-16,0 0 1 0,-6 4 4 0,6-4-10 16,0 0 12-16,0 0-8 0,0 0-2 0,0 0 11 15,-9 0 0-15,9 0-4 0,0 0 8 0,0 0 8 0,0 0-8 16,-12 0-2-16,12 0 14 0,0 0-9 0,0 0 9 15,0 0-2-15,0 0 2 0,0 0-11 16,0 0 6-16,0 0-6 0,0 0 6 0,0 0-13 0,0 0 14 16,37-4-6-16,-17 3 0 0,1-1-3 0,6 2 0 15,1 0-4-15,3-3-1 0,2 3 4 0,0-6 5 16,3 5-3-16,1-2-3 0,0 1 2 0,2 0 0 16,0-1-7-16,0 0 14 0,-1-1-7 0,-1 2-5 15,-1-2-2-15,-2 1 2 0,-1 0-2 0,-1 0-1 16,-11 0-10-16,2 2-14 0,-3-1-15 0,-2 1-12 15,-6 0-20-15,-2 2-18 0,-4-1-86 0,-6 0-185 16,8 4 83-16</inkml:trace>
  <inkml:trace contextRef="#ctx0" brushRef="#br0" timeOffset="89815.32">18717 11939 63 0,'-4'-12'139'15,"4"12"-7"-15,-5-7-6 0,5 7-23 0,0 0-2 16,-3-7-8-16,3 7-9 0,0 0-17 0,0 0-8 16,-3-5 1-16,3 5-9 0,0 0-6 0,0 0-4 15,0 0-3-15,0 0-4 0,0 22 6 0,1-11-4 16,-1 1 3-16,0 3 2 0,0 3 1 0,-1 3 2 16,-1 5-3-16,2-1 0 0,-1 4-3 0,1 1 4 15,-1-3-7-15,-2 4 4 0,1-1-2 0,2-2-2 16,-2 1 0-16,2 0-9 0,2-2 5 0,-4 0-5 15,1-3-2-15,2-5 4 0,1 1-11 0,-2-2 1 16,1 0-1-16,0 1-3 0,2-1 1 0,-1-1-1 16,2-1 0-16,-4-4-5 0,1 1 1 0,1-3 0 0,-2 0 1 15,0 2-3-15,0-5 2 0,0-7-7 0,0 12-8 16,0-12-5-16,-2 9-12 0,2-9-1 0,-1 9-11 16,1-9-11-16,-2 6-14 0,2-6-18 15,-6 3-12-15,6-3-23 0,0 0-22 0,0 0-119 16,0 0-274-16,-15-9 122 0</inkml:trace>
  <inkml:trace contextRef="#ctx0" brushRef="#br0" timeOffset="90206.85">18556 12633 76 0,'0'0'202'0,"-5"-6"-14"16,5 6-7-16,0 0-25 0,0 0-16 0,0 0-15 15,0 0-11-15,0 0-6 0,0 0-19 0,0 0-9 16,0 0-11-16,0 0-4 0,20 13-8 0,-11-4-6 16,0-1-5-16,-3 3 0 0,1-2-4 0,3 4-8 15,-2-3 1-15,-3 1-7 0,1-1-2 0,-1-2-6 16,2 0-4-16,0 1 3 0,-2-4 0 0,-1-1 0 15,0 3-4-15,1-3 5 0,2 1 2 0,-1-3 5 16,-1 1 4-16,-5-3 5 0,10 3-3 0,-10-3 10 16,11 0 0-16,-11 0 8 0,11-4-1 0,-4 0-3 15,-2-1-6-15,0 1-1 0,4-4-6 0,-3 0-3 16,0 1-4-16,1-2 0 0,-2 1-4 0,3-2-2 16,-2-1-6-16,-1 1-7 0,-1 0-16 0,0 0-16 15,1-1-3-15,1 4-17 0,-3 1-18 0,1 0-31 16,-4 6-29-16,4-8-41 0,-4 8-28 0,2-5-143 15,-2 5-361-15,0 0 159 0</inkml:trace>
  <inkml:trace contextRef="#ctx0" brushRef="#br0" timeOffset="90457.22">19012 12655 151 0,'0'0'187'0,"-9"-9"-8"0,4 6-9 15,5 3-9-15,-14-3-14 0,4 3-12 0,-2 0-7 16,-6 5-4-16,2 0-5 0,-2 0-8 0,0 2-12 0,3 0-8 16,-2 5-3-16,3-2-10 0,0 0-7 0,5 0-7 15,0 0-1-15,3-1-8 0,-1 2-5 0,2-2-4 16,3 3-2-16,0-2-6 0,4 0 2 16,1-1-4-16,5 1-7 0,1-2-8 0,3 4-19 0,3-3-22 15,0-2-30-15,3 1-18 0,0-2-33 0,2-2-22 16,2-1-34-16,-3 1-16 0,0-3-134 0,1 0-330 15,-4-1 146-15</inkml:trace>
  <inkml:trace contextRef="#ctx0" brushRef="#br0" timeOffset="90832.51">19218 12711 79 0,'1'-11'170'0,"-1"11"-11"15,0 0-15-15,0-9-14 0,0 9-10 0,0 0-11 0,0 0-5 16,0 0-13-16,0 0-7 0,0 0 1 0,-22 13-11 15,17-9 1-15,0 3-10 0,1 1 0 0,0-2-11 16,2 2-1-16,-2-2-4 0,3 1-9 0,1-7-3 16,-4 15 0-16,4-8-6 0,1 0 1 0,-1-7-5 15,5 12-3-15,-2-5-7 0,1-4-4 0,1 1-4 16,-1 0-6-16,-4-4 0 0,6 6-1 0,-2-3-1 16,-4-3 0-16,0 0-1 0,9 2 7 0,-9-2-5 15,0 0 2-15,4 5 1 0,-4-5 0 0,0 0-2 16,0 0 3-16,0 0-4 0,0 0-2 0,0 0-1 15,-13 7 0-15,13-7 0 0,-15 5 6 0,4-1-4 16,-1 0 6-16,0 2 0 0,-1-1 2 0,2 0 5 16,-6 2-3-16,6 0 5 0,2 0 2 0,-3 1-6 15,5-1 1-15,-1 0-2 0,1 1 3 0,4 1-1 16,-2-2-4-16,3-2 2 0,2-5 0 0,5 17-1 16,0-8 1-16,2-2-3 0,2 0 1 0,4 1-2 15,1 1-14-15,2-1-15 0,0-1-21 0,1-1-22 16,-4-3-19-16,4 4-31 0,-6-3-35 0,0 0-144 15,-2 0-317-15,-2 0 140 0</inkml:trace>
  <inkml:trace contextRef="#ctx0" brushRef="#br0" timeOffset="91505.58">18984 13241 11 0,'0'0'215'0,"-2"-10"-9"0,2 10-7 16,-4-10-9-16,1 5-6 0,3 5-13 0,0 0-13 15,-4-8-11-15,4 8-18 0,0 0-16 0,0 0-11 16,-2-7-16-16,2 7-9 0,0 0-10 0,0 0-6 15,0 0-8-15,0 0-9 0,0 27 3 0,0-14-8 16,-2 4-2-16,2 2-4 0,0 5 12 0,-1 0-6 0,-2 4-3 16,2 0-3-16,-3-2-1 0,3 0-5 15,1-1-2-15,-5 2-4 0,5-8-4 0,-4 0-1 16,3 2 1-16,0-2-3 0,1-1 1 0,-2-1-4 16,2 2-2-16,2-2 7 0,-2-4-8 0,-2 0 1 15,4-2-3-15,-2 0 0 0,0 1-1 0,1-5 4 0,-1 3-7 16,1-1 1-16,2 2 2 0,-2-5-3 0,-1 1 5 15,1 0-3-15,-1-7 0 0,5 13 1 16,-5-6-2-16,3-2 5 0,-3-5-7 0,1 11-1 16,3-6 3-16,0 0 1 0,-4-5-2 0,4 8 1 15,-4-8-3-15,4 9 3 0,-2-6-2 0,-2-3 2 0,3 8 0 16,-3-8 0-16,5 5-3 0,-5-5 1 0,0 0-1 16,0 0 0-16,0 0 2 0,0 0-1 15,0 0 2-15,4 6-1 0,-4-6 0 0,0 0-1 16,0 0 1-16,0 0 0 0,0 0 0 0,0 0-1 15,0 0-3-15,0 0 1 0,0 0 2 0,0 0-4 0,0 0 3 16,1 7 1-16,-1-7-1 0,0 0 0 0,0 0 0 16,0 0 0-16,0 0 4 0,0 0 0 15,0 0-1-15,0 0 5 0,0 0 14 0,0 0-2 0,0 0 2 16,0 0-1-16,0 0 1 0,13-13-5 16,-8 8 0-16,4-3-4 0,-2 2 4 0,2-1-3 0,2-3-2 15,3 1-1-15,-1-3 0 0,2 3-1 0,-5 1-1 16,0-1-1-16,2 3 0 0,-3-1-2 0,-2-1 2 15,1 3-1-15,-3 1-8 0,0 0-11 16,0 0-16-16,-5 4-21 0,7-6-30 0,-7 6-24 0,0 0-48 16,9-8-24-16,-9 8-34 0,0 0-16 0,0 0-131 15,0 0-385-15,0 0 171 0</inkml:trace>
  <inkml:trace contextRef="#ctx0" brushRef="#br0" timeOffset="91671.29">18879 13802 213 0,'-14'-2'217'0,"1"-1"-6"0,13 3-9 0,-20-5-20 0,10 3-19 15,2-1-17-15,8 3-12 0,-14-3-17 16,14 3-22-16,-10-4-25 0,10 4-31 0,-8-7-38 16,8 7-52-16,-8-5-56 0,8 5-165 0,-7-10-295 0,7 10 130 15</inkml:trace>
  <inkml:trace contextRef="#ctx0" brushRef="#br0" timeOffset="92770.26">18410 12614 5 0,'-3'-6'95'0,"3"6"8"16,-3-7-8-16,3 7-8 0,0 0 1 0,0 0 0 0,-4-10 9 16,4 10 3-16,0 0-2 0,0 0 0 0,-3-6-9 15,3 6-7-15,0 0-3 0,0 0-1 0,0 0-3 16,0 0-2-16,0 0-6 0,0 0-7 15,0 0-7-15,0 0-2 0,0 0-6 0,0 0-3 16,0 0-11-16,0 0-3 0,0 0 0 0,0 0-1 0,21 12 10 16,-16-8 8-16,1 4-13 0,2-1 2 0,1 0-4 15,-1 1 4-15,2 1 0 0,-3 1-3 16,1-2-5-16,1 2 2 0,0-2 4 0,0 2-7 16,1 2 0-16,0-3 0 0,-2 1-4 0,4 0 0 0,-2-1-1 15,-3-1-3-15,1 2 2 0,0-2-3 0,2-2 2 16,-2 3-1-16,-2-4-3 0,1 3 1 0,-2-2-4 15,0-1-1-15,-3-1 1 0,3 0-4 0,-1 1 0 16,-4-5 1-16,7 8-3 0,-5-4 6 16,2 0-4-16,-4-4 3 0,9 7-6 0,-7-4 3 0,-2-3-3 15,7 5 1-15,-7-5 2 0,0 0 0 0,5 4-2 16,-5-4 0-16,0 0 4 0,7 2 2 0,-7-2 5 16,0 0 5-16,0 0 7 0,0 0 4 0,0 0 0 15,0 0-3-15,0 0-1 0,0 0-1 0,11-6-5 16,-11 6 0-16,8-8-3 0,-5 3-2 0,1-1-1 15,3-2-3-15,-2 1 2 0,0-1 0 0,1 0-3 16,1-2-2-16,0 0-1 0,3-5-3 0,1 1 2 16,-2-1-2-16,2 1 0 0,-2 0 1 0,1-2-1 15,3 1-2-15,-6 5 1 0,4-3-2 0,-3 1 0 16,-1 2 5-16,1 0-5 0,-1 1-3 0,0 0 2 16,1 0-1-16,-3-1 0 0,-1 5 1 0,2-4 9 15,-2 4-10-15,0-1 1 0,-4 6-2 0,6-9 0 16,-5 4 0-16,-1 5 1 0,4-5 0 0,-4 5 0 15,4-6-4-15,-4 6-3 0,0 0 0 0,4-5-8 16,-4 5-8-16,0 0-6 0,0 0-12 0,0 0-10 16,0 0-18-16,4-6-17 0,-4 6-15 0,0 0-33 15,0 0-22-15,0 0-22 0,0 0-14 0,0 0-146 16,0 0-366-16,0 0 162 0</inkml:trace>
  <inkml:trace contextRef="#ctx0" brushRef="#br0" timeOffset="93456.3">18405 12623 98 0,'4'-9'155'0,"-4"9"-5"0,2-5-20 16,-2 5-10-16,6-5-13 0,-6 5-13 0,9 0-8 16,-9 0 4-16,17 3-3 0,-5 1-8 0,-1-1-5 15,1 5-1-15,2 0-8 0,3 2 2 0,-6 0-4 16,2 2-4-16,0-3-4 0,-1 3-4 0,0-1-4 15,1 2 2-15,-1-2-6 0,1 1 0 0,-5-2-7 16,6 1 5-16,-5 0-8 0,2-4-1 0,-2 1-3 16,0 0-2-16,0 1-2 0,0-2-1 0,-2-3-1 15,2 2-2-15,-3 0-3 0,0-3-2 0,-1 0 1 16,2 0-3-16,-7-3-3 0,6 4 1 0,-6-4 1 16,5 6-2-16,-5-6 1 0,0 0-1 0,5 4 0 15,-5-4 1-15,0 0 2 0,0 0-4 0,7 3 11 16,-7-3-13-16,0 0 2 0,0 0-1 0,0 0-2 15,0 0 2-15,0 0-2 0,0 0-1 0,0 0 0 16,5 3 0-16,-5-3-1 0,0 0-2 0,0 0 2 16,0 0 1-16,0 0-1 0,0 0 4 0,0 0 2 15,0 0-2-15,0 0 3 0,0 0-2 0,0 0-2 16,0 0-1-16,0 0 1 0,6-13 0 0,-6 13-1 16,3-6-3-16,-3 6 2 0,4-7 1 0,-4 7-2 15,6-9-2-15,-3 5 0 0,-3 4-1 0,5-11-3 16,-4 6 5-16,-1 5-1 0,5-9-2 0,-2 6 0 15,1-3-1-15,-4 6 5 0,5-10-3 0,0 3 0 16,-3 1-1-16,1-1 0 0,3-3-3 0,-2 0 4 16,4-5-1-16,-3 5-3 0,4-5 5 0,-2 1-3 15,0-1 1-15,-1 1 0 0,3-2-1 0,-2 6-3 16,0-6 1-16,1 1-4 0,0 1-1 0,-3 3-1 16,1 2-19-16,-1-1-9 0,-1 1 3 0,0 1-6 15,-2 3-17-15,2-1-13 0,-1 0-16 0,1 2-26 16,-4 4-21-16,2-7-24 0,-2 7-26 0,3-7-96 15,-3 7-299-15,0 0 133 0</inkml:trace>
  <inkml:trace contextRef="#ctx0" brushRef="#br0" timeOffset="103062.31">18523 10020 17 0,'10'-1'21'0,"1"1"-5"0,2 0 3 0,-1 0-3 0,-1 0-1 15,1 0-3-15,0 1-3 0,-1 2 3 0,0 0-3 16,1-1 3-16,-1 2-2 0,1-1-3 0,-1 1 0 16,2 0-4-16,0 2 5 0,2 1 1 0,-3-1-6 15,4 3 3-15,-3-1-4 0,2 0 3 0,1 4-1 16,-4-2 1-16,5 3 1 0,-2-2-6 0,-1 3 0 15,2-2 11-15,-1 4-4 0,-2-3 2 0,6 6-4 16,-7-3 3-16,4 3-1 0,-3-2 0 0,1-1-4 16,-3-1 3-16,6 5-4 0,-5-3 3 0,2 4-2 15,-3-4 2-15,-2-1 3 0,0 0-3 0,1 2-6 16,-1-1 3-16,-1 1 5 0,-2 0-4 0,2-3 1 16,-2 2-4-16,-1 1 2 0,-1-1 1 0,0-1-2 15,-1 2-3-15,-1-1 4 0,1 0 2 0,-2-1-8 16,0 2 6-16,-1 0-6 0,2 0 4 0,-1 0-4 15,-1 0 3-15,1 0-1 0,-1 1 1 0,0 0-2 16,-1 6 1-16,1-6-5 0,0 0 7 0,-3 6-6 16,1 0 1-16,-3 1-1 0,0-3 5 0,-1 1-3 15,1 2 2-15,-2-2 1 0,-1 2-9 0,0-2 10 16,2 2 0-16,2-2 1 0,-1 1-2 0,2-6-3 0,-2 7 2 16,3-3-5-16,1 2 0 0,-1-4 6 15,2 4 0-15,0 2-2 0,0-1 2 0,0 0-6 16,2-7 5-16,-1 8-3 0,0-1 4 0,2 1 1 15,3-1-3-15,-4-7 5 0,4 7-4 0,-1 0-2 0,0-1 3 16,0-6-1-16,1 0-2 0,-1 0-3 0,3 8 7 16,0-1-1-16,1-2 0 0,-4 0 3 0,3-4-7 15,1 5-3-15,-3-2 13 0,5 3-4 16,0 0 0-16,1-2 2 0,0 0-4 0,-1 2-1 0,3-2 4 16,-1 1-2-16,2 1-3 0,0-1 3 0,1 1-2 15,0 0 3-15,-1 1-5 0,-1 3 10 0,4-3-6 16,-3 2 3-16,-1 2-3 0,0-1-2 0,-1 0 5 15,0 0-5-15,-3 0 1 0,0 1-1 0,-2-1 2 16,0 2 2-16,-2-2-7 0,4 0 4 0,-3 3-1 16,-1-1 3-16,-1-1-4 0,0 1 3 0,0 0-9 15,-5-1 6-15,3 0 1 0,-2 0 1 0,0-1-7 16,-1 2 11-16,-2-1-4 0,1 1-1 0,-2-1-3 16,-1 1 8-16,2 1-6 0,3-2 3 0,-2 4-6 15,0-2-10-15,-2 0 1 0,0 2-10 0,-2 0-26 16,0-2 12-16</inkml:trace>
  <inkml:trace contextRef="#ctx0" brushRef="#br0" timeOffset="103328.09">19684 14709 10 0,'2'25'11'0,"0"0"2"0,1-1-6 15,-1 4-1-15,2-4 1 0,0 2-5 0,-2-8-2 16,2 6-10-16,0 2 9 0,-1-2-7 0,1 2-8 15,-2-8 4-15</inkml:trace>
  <inkml:trace contextRef="#ctx0" brushRef="#br0" timeOffset="103648.38">19480 15970 8 0,'-12'15'20'0,"2"-2"-1"0,-1 0-4 15,2 0 2-15,-2 1 8 0,-1-1-15 0,1 0 5 16,2-1-5-16,-2-2 4 0,1 2 7 0,2-2-2 15,0 1 3-15,0 0-1 0,1-2-8 0,-1 4 7 16,2-3-10-16,-3 0 6 0,4 1 0 0,-3-4-12 16,-1 6 4-16,2-4-2 0,-1 0 2 0,-1 1-8 15,5-1-4-15,-5-1-9 0,3-2-3 0,0-2-6 16,0 2-25-16,1-2-52 0,-2-2 24 0</inkml:trace>
  <inkml:trace contextRef="#ctx0" brushRef="#br0" timeOffset="104780.64">19362 12953 8 0,'4'33'14'0,"4"3"-4"0,-2-3 5 0,2 2-2 16,-2-2 0-16,-1 1-7 0,-1 0 8 0,1 2-5 0,-1-4 1 15,-1 3-11-15,-1-2 6 0,2 2-2 16,-1-3-1-16,-1 0-5 0,-1-2 2 0,1 1-5 16,2-2 4-16,-2 2-3 0,2-2 5 0,0-3-1 15,2 4-6-15,-2 0 1 0,5-2-2 0,-5 0 6 0,2 4-4 16,-1 0 2-16,0-1-8 0,0-1-13 16,3-1 6-16</inkml:trace>
  <inkml:trace contextRef="#ctx0" brushRef="#br0" timeOffset="128084.21">17431 11923 45 0,'0'0'53'16,"0"0"1"-16,0 0-7 0,0 0 4 0,0 0-6 15,0 0-5-15,0 0-4 0,0 0 4 0,0 0-5 16,0 0-4-16,0 0-4 0,0 0-8 0,0 0 8 16,0 0-3-16,0 0-4 0,0 0 2 0,0 0 0 15,0 0-10-15,0 0 1 0,0 0 5 0,0 0 2 16,0 0-9-16,0 0 1 0,0 0 1 0,0 0 0 15,0 0-9-15,0 0 4 0,0 0-2 0,0 0-1 0,0 0 1 16,0 0 2-16,0 0-2 0,0 0-4 16,-4 7-7-16,4-7 5 0,0 0-2 0,0 0 2 15,0 0 3-15,0 0 3 0,0 0-7 0,0 0 6 16,0 0-9-16,0 0 8 0,0 0-11 0,0 0 7 0,0 0 3 16,0 0 5-16,0 0-5 0,0 0-15 15,0 0-4-15,0 0-8 0,0 0-3 0,0 0 4 16,0 0-13-16,0 0-3 0,-1 9-10 0,1-9-9 15,-4 7-30-15,4-7-94 0,-7 8 41 0</inkml:trace>
  <inkml:trace contextRef="#ctx0" brushRef="#br0" timeOffset="128941.32">17838 15130 95 0,'0'0'114'0,"0"0"-14"16,0 0-2-16,0 0-4 0,0 0-12 0,0 0-8 15,0 0-3-15,0 0-12 0,0 0-6 0,0 0-21 16,0 0-11-16,1-9-21 0,-1 9-21 0,0 0-12 16,0 0-9-16,0 0 2 0,0 0-2 0,0 0-4 15,0 0-7-15,0 0-6 0,0 0-35 0,1 24-100 16,-1-24 45-16</inkml:trace>
  <inkml:trace contextRef="#ctx0" brushRef="#br0" timeOffset="129216.11">17818 16029 67 0,'0'0'110'0,"0"0"-9"0,0 0-8 0,0 0-15 0,0 0-22 16,0 0-19-16,0 0-31 0,0 0-25 0,0 0-19 15,0 0-45-15,0 0-87 0,0 0 38 0</inkml:trace>
  <inkml:trace contextRef="#ctx0" brushRef="#br0" timeOffset="129907.19">19128 14008 105 0,'2'7'132'0,"-2"-7"0"16,0 0-5-16,0 0-14 0,0 0-7 0,0 0-17 15,0 0-4-15,0 0-13 0,0 0-7 0,0 0-7 16,0 0-2-16,0 0-16 0,0 0-14 0,0 0-14 0,0 0-23 16,0 0-10-16,0 0-11 0,0 0-13 0,0 0-9 15,0 0 0-15,0 0-4 0,0 0-3 16,0 0-3-16,0 0-13 0,0 0-47 0,0 0-134 16,0 0 59-16</inkml:trace>
  <inkml:trace contextRef="#ctx0" brushRef="#br0" timeOffset="130331.43">18884 11817 4 0,'0'0'29'0,"-9"22"-17"0,7-13-20 15,-1-1-8-15,-1 4 4 0</inkml:trace>
  <inkml:trace contextRef="#ctx0" brushRef="#br0" timeOffset="130755.87">18901 14249 69 0,'0'0'137'16,"0"0"-6"-16,0 0-7 0,0 0-21 0,0 0-15 15,0 0 0-15,0 0-14 0,0 0-12 0,0 0-18 16,0 0-19-16,0 0-13 0,0 0-26 0,0 0-17 16,0 0-13-16,0 0-17 0,0 0-17 0,0 0-44 15,0 0-132-15,0 0 59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19:15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23490 7114 5 0,'0'0'20'0,"0"0"-10"0,0 0-12 15,0 0-4-15,-14 27-6 0,10-11 3 0</inkml:trace>
  <inkml:trace contextRef="#ctx0" brushRef="#br0" timeOffset="-34638.23">17095 4169 50 0,'0'0'63'0,"0"0"-5"0,0 0-3 0,0 0-11 0,0 0 2 15,0 0-7-15,0 0 14 0,0 0-12 0,0 0 4 16,0 0-6-16,0 0 8 0,0 0-7 16,0 0 1-16,0 0 15 0,0 0-10 0,0 0 11 15,0 0 3-15,0 0-18 0,0 0 2 0,0 0-1 0,0 0 6 16,0 0-15-16,0 0 3 0,0 0 2 0,0 0-2 15,0 0 7-15,0 0-8 0,0 0 6 0,0 0-9 16,0 0 1-16,0 0-1 0,0 0 2 0,0 0-5 16,0 0-5-16,0 0 1 0,0 0-1 0,-5 5-5 15,5-5 5-15,0 0-5 0,0 0-3 0,0 0-2 16,0 0 0-16,0 0 0 0,0 0-4 0,0 0-2 16,0 0-4-16,0 0 0 0,0 0 7 0,0 0-8 15,0 0-26-15,-3 9-28 0,3-9-48 0,0 0-42 16,-1 10-99-16,1-10-258 0,-1 7 114 0</inkml:trace>
  <inkml:trace contextRef="#ctx0" brushRef="#br0" timeOffset="153634.31">25935 9119 5 0,'0'0'14'16,"0"0"2"-16,0 0-2 0,0 0-4 0,0 0 1 16,-4-6 3-16,4 6-3 0,0 0 0 0,0 0 5 0,0 0-9 15,0 0 2-15,-8-4-4 0,8 4 1 16,0 0-3-16,0 0 6 0,0 0-3 0,0 0 0 16,-3-6-5-16,3 6 8 0,0 0-3 0,0 0-4 0,0 0-2 15,0 0-1-15,0 0 6 0,0 0-6 0,0 0 1 16,0 0 0-16,0 0-1 0,0 0 3 0,0 0-3 15,0 0-6-15,0 0-10 0,0 0-12 16,0 0-30-16,-5 19 13 0</inkml:trace>
  <inkml:trace contextRef="#ctx0" brushRef="#br0" timeOffset="154480.64">25981 9010 2 0,'0'0'41'0,"0"0"-15"0,0 0-8 0,0 0-4 15,0 0 1-15,0 0-13 0,0 0-8 0,0 0-13 16,0 0-20-16,0 0 8 0</inkml:trace>
  <inkml:trace contextRef="#ctx0" brushRef="#br0" timeOffset="161211.46">23913 9280 27 0,'0'0'27'0,"0"0"-5"0,0 0 0 0,0 0-3 16,0 0 1-16,0 0-1 0,0 0-6 0,0 0 5 0,0 0 0 15,0 0 2-15,0 0-3 0,0 0 0 0,0 0 4 16,0 0-1-16,0 0 0 0,0 0 0 0,0 0 0 16,0 0-2-16,0 0 1 0,0 0 3 15,0 0-8-15,0 0 6 0,0 0 6 0,0 0-1 0,0 0-7 16,0 0-4-16,0 0 10 0,0 0-2 0,0 0-5 16,0 0-1-16,0 0-4 0,0 0-1 0,0 0-7 15,0 0 4-15,0 0-5 0,0 0 0 0,0 0 2 16,0 0 6-16,0 0-1 0,-11 10-4 0,11-10 2 15,-5 9-5-15,2-4-4 0,3-5 3 0,-5 9 3 16,5-9-1-16,-1 6-1 0,1-6-3 0,0 0 2 16,1 12 0-16,-1-12 10 0,6 5 3 0,-1-2-1 15,3-1 5-15,4-1 0 0,-1 2 3 0,2-3-10 16,0-2 3-16,-2 2-1 0,3-1 2 0,-2 0-4 16,-2-1 0-16,3 1-6 0,-4-2 7 0,-3 0-6 15,3-1 4-15,-3 2 1 0,-6 2 1 0,9-7-4 16,-5 4-3-16,-4 3 4 0,7-7 9 0,-7 7-2 15,2-8-6-15,-2 8 10 0,0 0-10 0,-4-11-6 16,4 11-5-16,-6-5 6 0,6 5-6 0,-9-5 6 0,2 3 0 16,7 2-7-16,-15 0 2 0,15 0 5 15,-16 3-7-15,5-1 4 0,1 2-2 0,4-1-1 16,-1 0-4-16,0 0 4 0,0 0-3 0,2 1 6 0,0 0 0 16,5-4-8-16,-10 8 7 0,7-5-3 0,3-3 5 15,-3 10-3-15,3-10-4 0,0 0 2 0,0 10 1 16,0-10 3-16,5 5-3 0,-5-5 3 0,6 8 5 15,-6-8-11-15,8 3 6 0,-8-3-1 0,9 0-4 16,-9 0 6-16,9 0-2 0,-9 0 1 0,10 0 8 16,-10 0-5-16,0 0 6 0,9-4-7 0,-9 4 0 15,4-7 4-15,-4 7-3 0,0 0 4 0,0 0-11 16,-3-12 14-16,3 12-16 0,0 0 8 0,-5-10-1 16,5 10-6-16,-9-6 0 0,1 4 5 0,8 2-3 15,-12-3-8-15,4 2 2 0,-2-1 9 0,10 2-1 16,-18 3-4-16,10-3-2 0,8 0-5 0,-13 4 11 15,8-3-6-15,5-1 4 0,-10 3-6 0,10-3 6 16,-8 6-5-16,5-4 0 0,3-2 4 0,0 0 4 0,-3 9-4 16,3-9 3-16,0 0-2 0,0 0 0 15,13 8-1-15,-13-8 10 0,9 2-9 0,-9-2 4 16,14 0-1-16,-14 0 0 0,14-3-2 0,-14 3-1 0,13-3 0 16,-8 2 3-16,1-2-3 0,-6 3 7 0,10-4 0 15,-6-1-6-15,-4 5-3 0,8-7 5 16,-6 4-3-16,-2 3 1 0,7-10 1 0,-7 10-3 0,2-9 3 15,-2 9-5-15,-1-10 0 0,1 10 4 0,0 0-2 16,-4-10-4-16,-1 6-3 0,5 4 4 0,0 0 2 16,-11-2 0-16,11 2-2 0,-11 0-5 0,11 0 4 15,-16 7-2-15,9-3 6 0,-2 2-1 0,3 0 6 16,-2-1-2-16,1 2 2 0,3 0-5 0,-1-3-4 16,2 1 5-16,3-5 11 0,-5 10-10 0,4-4-4 15,1-6-1-15,1 9 6 0,-1-9-1 0,4 8 1 16,-4-8-4-16,4 8 3 0,-4-8-2 0,2 5 10 15,-2-5-11-15,5 3 5 0,-5-3 2 0,0 0-1 16,0 0 0-16,8 3-2 0,-8-3 4 0,0 0-5 16,0 0 6-16,0 0 1 0,0 0-9 0,8-10 0 15,-8 10 2-15,1-7 2 0,-1 7-3 0,0-8 2 16,0 8-4-16,0 0 6 0,-3-13 1 0,3 13-12 16,-1-8 7-16,1 8-2 0,0 0 7 0,-8-6-9 0,8 6 3 15,-7-1 6-15,7 1-8 0,0 0-5 0,-15 3 10 16,15-3-1-16,-10 8-4 0,7-4-6 15,-3 1 6-15,6-5-2 0,-8 8 2 0,5-5-2 0,3-3 5 16,-1 9 0-16,1-9-6 0,0 0 7 0,2 13 2 16,-2-13 0-16,10 4-6 0,-4 0 8 0,-6-4-6 15,13 0 2-15,-5 1 4 0,0-1-5 0,2-1 5 16,-2 0-1-16,-8 1-3 0,14-5-4 0,-8 1 5 16,1 3-4-16,-2-3 6 0,-5 4-4 0,10-8 3 15,-6 3 1-15,0 1-7 0,-4 4 2 0,5-11 6 16,-4 7-2-16,-1 4-1 0,-1-11-2 0,1 11 3 15,-3-9-6-15,3 9 5 0,-3-6-6 0,3 6 0 16,-7-4 3-16,7 4 8 0,-10-2-14 0,10 2 3 16,-10 0-2-16,10 0-1 0,-12 4 6 0,6 0-1 0,-4 2-6 15,1-1 11-15,2-1-9 0,-2 2 8 16,3-3-5-16,1 2-1 0,5-5 6 0,-8 6 5 16,5-2-11-16,3-4 3 0,0 0-4 0,0 0 5 0,-2 9-2 15,2-9 2-15,0 0 2 0,0 0 2 0,0 0-4 16,0 0 8-16,0 0-8 0,0 0 5 15,0 0-6-15,0 0 0 0,0 0-2 0,0 0 8 16,17-16-2-16,-17 16 0 0,2-8-3 0,-2 8 5 0,2-7-4 16,-2 7 0-16,0 0-2 0,-4-12 1 0,4 12-2 15,-3-7 0-15,3 7 3 0,0 0-7 0,-3-8-11 16,3 8-8-16,0 0-3 0,0 0-4 0,0 0-12 16,0 0-17-16,0 0-24 0,0 0-64 0,0 0-160 15,-11 16 71-15</inkml:trace>
  <inkml:trace contextRef="#ctx0" brushRef="#br0" timeOffset="162123.61">24785 9142 5 0,'0'0'18'0,"-12"-1"1"0,12 1 3 15,-10-2 8-15,2 0-3 0,8 2-2 0,-15-2 8 16,10-1-2-16,5 3-2 0,-12-3-3 0,7 0 4 16,5 3-3-16,-7-2 2 0,7 2 0 0,0 0-6 15,0 0-1-15,-11-1-3 0,11 1 1 0,0 0-1 16,0 0 2-16,0 0-2 0,0 0 0 0,-7-3-6 16,7 3 7-16,0 0 0 0,0 0 0 0,0 0-7 15,0 0-1-15,0 0 1 0,0 0-1 0,0 0 4 16,0 0 4-16,0 0-4 0,0 0 10 0,18 12-8 15,-9-9 4-15,-2-1-8 0,0 0 8 0,3 1-2 16,-1 1-7-16,-1-3 2 0,-1 1-3 0,2-1-1 16,-3 0 2-16,1 2-7 0,-1-1 4 0,2 2-4 15,0-3 1-15,-2 2 0 0,-6-3 0 0,10 3-3 16,-6-1 8-16,-4-2-7 0,8 5-4 0,-8-5 2 16,5 4 3-16,-5-4-10 0,2 6 8 0,-2-6 0 15,-1 10 5-15,1-10-11 0,-9 17 8 0,0-3-3 16,-4 2 3-16,-10 4-31 0,-1 5-29 0,-4 0-37 0,-12 7-49 15,2-1-149-15,6-8 66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5T04:08:09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19231 10387 4 0,'16'30'13'0,"-2"0"-4"0,3 3 1 15,1 10 1-15,-9-8-2 0,2 14-1 0,-4-1 1 16,-1 5-1-16,-2 0-5 0,-6 2-3 0,0 1 4 0,-3 3-5 16,-3 1 5-16,2-2-1 0,-1-3-4 15,2 0 0-15,-1-1 1 0,3-2-5 0,1 2 6 16,2-4 0-16,2-1-6 0,1 1 5 0,6-6-3 15,0 2 0-15,0-3 3 0,1-5-3 0,5 6 5 0,-4-9-5 16,4 9 0-16,-2-11 2 0,3-1-5 0,6 10 1 16,-4-10-6-16,1-1-9 0,-1 0 4 15</inkml:trace>
  <inkml:trace contextRef="#ctx0" brushRef="#br0" timeOffset="621.76">19655 14294 2 0,'-8'29'17'0,"2"2"-4"15,-1-1 2-15,0 0-4 0,-1-4-2 0,4 1-1 16,0 3-1-16,2 0 0 0,-1-4 0 0,-2 0 1 15,4-3-4-15,0-2 6 0,-2 3-3 0,3 1-2 16,-1-5 5-16,2 6-3 0,-1-1 0 0,0 0 2 16,-1-1-1-16,-2 1-4 0,2-6 5 0,-3 2 0 15,5-2-2-15,-1 0 2 0,0 1 5 0,2 5-5 16,-2-2 6-16,2-3 0 0,0 0-2 0,-2-2-5 16,0 1 0-16,1 0-8 0,0-1 9 0,-1 9-1 15,1-2-6-15,-1 3 5 0,0-9 1 0,0 7 0 16,-1-2-2-16,1 4-1 0,0-3-2 0,-1-2 1 15,1 3 0-15,-1-5 3 0,3-3-1 0,1 1 0 16,-1 0 5-16,5-2-2 0,-2 8 5 0,0-6-6 16,3 5 3-16,3-1 2 0,1-1 0 0,0 1 9 15,4-2-8-15,-3-6 3 0,7 4 2 0,2 2-6 16,-2-1 0-16,3-1-3 0,0 0 5 0,0 1-6 16,-2-2-5-16,-6-3 13 0,2 6-17 0,-6-6 2 15,-2 2 8-15,-1 1-15 0,-3 9 0 0,-4-3-7 16,-1 2 10-16,-6-3-5 0,-1-5 1 0,-6 5 2 15,-2 1-2-15,-5-2 1 0,-1 1 0 0,-3-4-5 16,-3 3 10-16,0 1-14 0,-3 0-5 0,-1-5-10 16,-11 9-53-16,1-2-89 0,6-9 41 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52:45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23078 11843 5 0,'0'0'68'0,"0"0"-5"0,0 0-7 16,0 0-4-16,0 0 1 0,0 0-15 0,0 0 2 15,0 0-4-15,0 0-2 0,0 0-6 0,0 0-5 16,0 0 1-16,0 0-4 0,0 0-6 0,0 0-5 16,0 0 4-16,0 0 6 0,0 0-15 0,0 0 5 15,0 0-3-15,13 5 1 0,-13-5-2 0,0 0 1 16,0 0-4-16,0 0-3 0,0 0-5 0,0 0-11 16,0 0-2-16,0 0-4 0,0 0 1 0,0 0-4 15,4 5-2-15,-4-5-6 0,0 0 5 0,0 0-1 16,0 0-2-16,0 0-30 0,0 0-66 0,0 9 30 15</inkml:trace>
  <inkml:trace contextRef="#ctx0" brushRef="#br0" timeOffset="2179.02">23481 11479 102 0,'0'0'105'0,"0"0"-29"0,0 0-1 0,0 0-6 16,0-10-4-16,0 10-15 0,0 0-9 16,0 0-16-16,0 0-22 0,0 0-21 0,0 0-20 0,0 0-55 15,0 0-100-15,0 0 44 0</inkml:trace>
  <inkml:trace contextRef="#ctx0" brushRef="#br0" timeOffset="46405.71">17075 14434 28 0,'0'0'36'0,"0"0"2"0,0 0-10 0,0 0 1 15,0 0-8-15,0 0-10 0,0 0-3 0,0 0-13 16,0 0-12-16,0 0-13 0,0 0-32 0,0 0 15 16</inkml:trace>
  <inkml:trace contextRef="#ctx0" brushRef="#br0" timeOffset="49758.02">17251 16743 11 0,'0'0'28'0,"0"0"6"15,0 0 5-15,0 0-11 0,5-3 0 0,-5 3-11 16,0 0 9-16,0 0-4 0,0 0-8 0,0 0 0 16,0 0 0-16,8-5-1 0,-8 5-6 0,0 0-2 15,0 0-4-15,0 0-12 0,0 0-2 0,0 0-4 16,0 0-1-16,0 0-23 0,0 0-43 0,0 0 19 15</inkml:trace>
  <inkml:trace contextRef="#ctx0" brushRef="#br0" timeOffset="54196.85">18455 13530 19 0,'0'0'52'0,"0"-12"-5"0,0 12-1 16,0 0-10-16,0 0-8 0,0 0-9 0,0 0-3 0,0 0-6 16,0 0-5-16,0 0-8 0,0 0-3 0,0 0-7 15,0 0 1-15,0 0-7 0,0 0-1 16,0 0-15-16,0 0-37 0,0 0 17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09:29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8103 3315 66 0,'-1'-7'153'0,"1"7"-1"0,0 0 1 15,0-10-5-15,0 10-10 0,0 0 2 0,0 0-9 16,-1-10-5-16,1 10-7 0,0 0-7 0,0 0-7 16,-3-6-6-16,3 6-7 0,0 0-8 0,0 0-7 15,0 0-6-15,0 0-7 0,-5-5-5 0,5 5-6 16,0 0-2-16,0 0-5 0,0 0-5 0,-8-3-1 15,8 3-7-15,0 0-3 0,0 0-1 0,0 0-3 16,-11-2-1-16,11 2-5 0,0 0-3 0,0 0 2 16,0 0-6-16,0 0-2 0,0 0 2 0,0 0-4 15,0 0 3-15,0 0-5 0,0 0 2 0,42-1-4 16,-15-1 1-16,5-1-15 0,5-1-9 0,-1 2-15 16,0-2-22-16,-1 1-22 0,-1 0-25 0,-2 2-42 15,-12-1-29-15,-1 2-24 0,-7 0-103 0,-2 0-324 16,-4-1 144-16</inkml:trace>
  <inkml:trace contextRef="#ctx0" brushRef="#br0" timeOffset="428.2">8298 3257 154 0,'0'0'153'0,"0"0"-16"0,0 0-19 0,0 0-10 15,-5 7 5-15,5-7 6 0,0 15-7 0,1-2 0 0,0 3-16 16,-1 8-2-16,0-5 1 0,4 8-10 0,-2-1-5 16,1 0-8-16,-1-1-8 0,0-2-2 0,-1-3-7 15,2-1-6-15,0 6 3 0,0-5-8 0,-4-1-3 16,6-2-4-16,-2-1-2 0,-1 0-4 16,1-3-4-16,2-1-2 0,-3-2-9 0,1-1 8 15,-1 1-6-15,0-2 1 0,-2-8-5 0,3 10 3 16,-3-10-4-16,2 9-1 0,-2-9 3 0,0 0-2 15,0 0 11-15,4 10-10 0,-4-10-3 0,0 0 1 16,0 0-3-16,0 0 0 0,-18 6-3 0,18-6 0 16,-21-2-3-16,8 2 1 0,-1-1-1 0,-2 0-3 15,0-1 2-15,4 2-1 0,-2-1-1 0,2-1 2 16,1 1-4-16,11 1 2 0,-16-1-4 0,10 1 5 16,6 0-4-16,-13-1 4 0,13 1-2 0,-9 1-1 0,9-1-2 15,0 0 0-15,0 0 0 0,0 0-1 0,0 0-1 16,0 0 3-16,0 0 5 0,0 0-3 15,0 0-3-15,33 4-1 0,-15-3-11 0,1-1-9 16,3 0-24-16,0 0-26 0,8 2-42 0,2-4-42 16,-1 2-167-16,-10 0-352 0,2-1 156 0</inkml:trace>
  <inkml:trace contextRef="#ctx0" brushRef="#br0" timeOffset="698.33">8749 3617 114 0,'0'0'221'0,"1"-7"-14"0,-1 7-16 0,0 0-17 0,0 0-17 15,0 0-14-15,0 0-13 0,-15-3-11 0,15 3-9 16,-16 7-4-16,6-1-7 0,-6 4-6 0,0 1 1 16,-3-1-8-16,5 2-5 0,-1 0-11 0,2 1-4 15,-2-2 1-15,6-1-13 0,1 2-3 0,3 0-3 16,-3-2-7-16,4 2-1 0,0-1-7 0,3-1 1 15,1-1-6-15,3 1-1 0,2-1-4 0,5-1-10 16,0-1-19-16,7-1-18 0,3 0-11 0,2-3-34 16,7 1-34-16,1-2-23 0,3-4-32 0,0 1-16 15,-1-2-13-15,-1-1-120 0,0 2-332 16,-2-3 148-16</inkml:trace>
  <inkml:trace contextRef="#ctx0" brushRef="#br0" timeOffset="873.13">9362 3610 92 0,'5'-3'201'0,"-5"3"-15"0,0 0-15 0,7-4-15 15,-7 4-15-15,0 0-14 0,10-2-15 0,-10 2-9 16,11 0-10-16,0 0-11 0,-1 1-11 0,0-1-19 0,0 1-23 16,3 1-38-16,-1-1-32 0,0 1-34 15,-1 0-37-15,-2 2-23 0,-2-1-73 0,-1 0-224 16,0 0 99-16</inkml:trace>
  <inkml:trace contextRef="#ctx0" brushRef="#br0" timeOffset="1009.33">9435 3684 163 0,'-8'4'157'0,"8"-4"-7"0,0 0-11 0,0 0 3 16,0 0-26-16,0 0-12 0,0 0-6 0,0 0-16 15,0 0-20-15,26 8-22 0,-7-8-32 0,2 0-53 16,11-3-52-16,-2 3-90 0,1-4-202 0,3 0 89 15</inkml:trace>
  <inkml:trace contextRef="#ctx0" brushRef="#br0" timeOffset="1302.33">10353 3333 167 0,'4'-6'228'0,"-4"6"-19"16,0 0-24-16,3-3-19 0,-3 3-17 0,0 0-14 16,0 0-6-16,0 0-2 0,4 23-4 0,-4-5 6 15,0-3-5-15,0 3-12 0,-2 0-8 16,4 7-6-16,-4-4-7 0,-1 2-9 0,1 2-11 0,-1-5-2 16,3-2-5-16,1 1-8 0,-3-3 1 0,0 1-9 15,2 0-2-15,-2-1-1 0,2 2-6 16,-3-1-6-16,2-1-2 0,-2-3-3 0,2 3-2 15,-2-5-23-15,3 3-21 0,-5 10-14 0,2-10-30 16,-1-2-45-16,0-2-44 0,0 1-42 0,0-3-40 16,2 5-130-16,2-13-394 0,-8 13 174 0</inkml:trace>
  <inkml:trace contextRef="#ctx0" brushRef="#br0" timeOffset="1702.28">10417 3346 169 0,'1'-5'199'0,"-1"5"-18"0,4-11-7 15,-4 11-17-15,2-5-15 0,-2 5-13 0,8-5-13 16,-8 5-13-16,10-3-12 0,-10 3-8 0,18 3-6 16,-8 0-7-16,2 2-7 0,-1-1-11 0,-2 1 0 15,-1 1-7-15,-2 0-6 0,-2 1-2 0,2 2-4 16,-4-4-4-16,-2 3 0 0,0-8-2 0,-3 17-4 15,0-9-2-15,0 0-10 0,-5 0-15 0,4 0-4 16,0-1-10-16,2 0-5 0,-1-1-2 0,-1-1-6 16,4-5-11-16,-3 12 6 0,1-7-4 0,2-5 3 15,0 0-1-15,3 16 3 0,-1-12 1 0,1 2 5 16,1-1 4-16,0 1 3 0,1 0-3 0,4 2 9 16,-3-1 10-16,1-1-11 0,0 0-3 0,0 1 5 15,-1-1 3-15,-1-2-5 0,-1 2 5 0,0-1 1 16,0 1 4-16,-2-1 6 0,-2-5 14 0,2 10 9 15,-2-10 7-15,1 10 6 0,-1-10-1 16,-7 9 4-16,2-5-3 0,-4 2 0 0,-1 0-7 0,0-2-1 16,-1-1-8-16,0 1-21 0,2 0-24 0,-1-1-22 15,2-2-35-15,8-1-51 0,-10 2-128 0,10-2-283 16,-13-5 126-16</inkml:trace>
  <inkml:trace contextRef="#ctx0" brushRef="#br0" timeOffset="1896.03">10874 3336 26 0,'20'-4'162'0,"1"0"-15"0,1 3-15 0,4-6-11 15,-4 4-15-15,-1 3-10 0,-1 0-7 16,-1-2-47-16,-1 2-30 0,-1-1-34 0,-6 2-36 15,1-1-85-15,-6 2-154 0,-6-2 69 0</inkml:trace>
  <inkml:trace contextRef="#ctx0" brushRef="#br0" timeOffset="2252.17">11033 3330 82 0,'0'0'146'0,"-3"16"-3"0,3-5 9 15,-1 1-11-15,-2 4 1 0,1 2-11 0,0-1-4 16,0-2-8-16,0 1-13 0,4-1-11 0,-2 1-7 16,-2 0-3-16,4-4-13 0,0 3-4 0,-2-4-8 15,3 1-6-15,-2-1-5 0,2 1-1 0,-2 0-2 16,2-3-9-16,-3 1-5 0,1-1-1 0,0 1-3 16,1-1-4-16,-1-2-10 0,-1-7-5 0,-3 14-14 15,3-14-11-15,-6 14-18 0,-2-9-13 0,2 0-13 16,-6 0-4-16,2 0-3 0,-2-2 6 0,0 0 3 15,2-1 4-15,10-2 8 0,-20 0 4 0,20 0 7 16,-11 3 16-16,11-3 9 0,-12 1 11 0,12-1 16 16,0 0 5-16,0 0 10 0,-13-1 0 0,13 1-4 15,0 0-9-15,0 0-3 0,0 0-2 0,0 0 0 16,0 0 3-16,0 0-3 0,0 0-3 0,57-5-2 16,-36 2-10-16,9 2-4 0,-1 1-14 0,2-3-25 15,1 1-26-15,1-1-33 0,-3 2-32 0,1-2-95 16,-4 0-250-16,3-3 111 0</inkml:trace>
  <inkml:trace contextRef="#ctx0" brushRef="#br0" timeOffset="2482.23">11467 3524 105 0,'0'0'191'0,"0"0"-22"0,0 0-15 15,0 0-25-15,0 0-16 0,0 0-3 16,0 0-6-16,0 0-1 0,0 0 6 0,-8 36 5 0,6-21-9 15,-2 2-4-15,0 0-12 0,-1 1 2 0,0-2-9 16,1 1-9-16,2-4-12 0,-1 2 0 0,-1 1-6 16,2-4-7-16,-1 0-2 0,0 5-2 15,1 1-2-15,-1-2-5 0,1-3-10 0,-1-1-24 16,1-2-24-16,0 0-16 0,1 0-35 0,1-10-35 16,-4 16-30-16,4-7-37 0,-2-2-129 0,2-7-329 15,-5 8 145-15</inkml:trace>
  <inkml:trace contextRef="#ctx0" brushRef="#br0" timeOffset="2922.54">11522 3547 154 0,'0'0'186'0,"4"-6"-14"0,-4 6-14 16,5-5-23-16,-5 5-11 0,0 0-11 0,10-2-11 15,-10 2-4-15,0 0-11 0,13 3-11 0,-13-3-6 16,8 5-9-16,-8-5-7 0,8 6 0 0,-5-2-7 16,1 0-6-16,-4-4-2 0,6 10-3 0,-3-4-2 15,-2-1-8-15,-1-5 1 0,3 14-1 0,-4-7-1 16,1-7-2-16,-4 12-4 0,0-3 5 0,0-1-8 16,-3 1 1-16,5-2-3 0,-7 0-3 0,4-1-1 15,1 1-3-15,3-1-5 0,-3-1-1 0,4-5-4 16,-4 11-3-16,4-11-3 0,-4 10-4 0,4-10 1 15,-1 10-2-15,1-10 3 0,0 0 1 0,3 16-1 16,-1-9-4-16,-2-7 1 0,5 15 0 0,-1-6 0 16,0-1-1-16,0 1-4 0,1 0 5 0,0-4 5 15,0 4-6-15,-5-9 2 0,6 13-1 0,-2-4 5 16,0-2-1-16,-4-7-3 0,3 13 5 0,-3-13 2 16,2 12 1-16,-2-12-5 0,0 9 10 0,0-9 10 15,0 0 1-15,-7 15 6 0,1-11 2 0,-3 1 2 16,-2-1-4-16,-2 1 2 0,3-2-2 0,-8 1-2 15,2-1-4-15,-1 0-11 0,5-2-23 0,0 0-24 16,0-1-40-16,12 0-61 0,-22-1-125 0,11-1-295 16,-1-2 130-16</inkml:trace>
  <inkml:trace contextRef="#ctx0" brushRef="#br0" timeOffset="3930.63">12971 3514 8 0,'0'0'201'0,"-9"0"15"0,9 0-21 15,0 0-13-15,0 0-21 0,-6-3-12 16,6 3-18-16,0 0-7 0,0 0-18 0,0 0-11 15,0 0-8-15,0 0-12 0,29-1-6 0,-11 1-21 16,2-1-33-16,1 1-36 0,5 1-55 0,-5-1-55 16,1 1-142-16,-9 0-295 0,1-1 131 0</inkml:trace>
  <inkml:trace contextRef="#ctx0" brushRef="#br0" timeOffset="4080.14">13048 3621 148 0,'0'0'200'16,"0"0"-24"-16,0 0-5 0,0 0-27 0,0 0-11 16,0 0-16-16,17 4-14 0,-4-5-14 0,4 1-25 15,3-1-42-15,1-1-57 0,7 1-66 0,-5 1-105 16,4-3-222-16,-7 0 99 0</inkml:trace>
  <inkml:trace contextRef="#ctx0" brushRef="#br0" timeOffset="5795.99">14252 3115 163 0,'0'0'204'0,"-3"-10"-3"0,3 10-15 0,-4-9-7 16,4 9-8-16,-5-9-6 0,5 9-5 0,-2-7-13 15,2 7-10-15,0 0-19 0,-2-7-10 0,2 7-13 16,0 0-10-16,0 0-12 0,0 0-12 0,-5-7-6 15,5 7-9-15,0 0-11 0,0 0 2 0,0 0-6 16,0 0-3-16,0 0-3 0,9 29 1 0,-7-15-4 16,4 2-4-16,-4 1 3 0,2 1-5 0,-2 0-2 15,1-1-4-15,1-2 2 0,0 3-3 0,1-1 2 16,0 2-3-16,-3-2 1 0,0 0 3 0,3-1-3 16,-1 2-4-16,-2-3 3 0,2 1-6 0,-1-4 6 15,-1 0-6-15,3 0 2 0,-3 0 2 0,0-2 0 16,3 3-1-16,-3-2 6 0,0 0-22 0,0-1-13 15,-1-2-19-15,-1-1-21 0,0-7-24 0,2 14-42 16,-2-14-33-16,4 11-31 0,0-6-148 0,-4-5-369 16,0 0 163-16</inkml:trace>
  <inkml:trace contextRef="#ctx0" brushRef="#br0" timeOffset="5976.09">14510 3283 188 0,'0'0'186'0,"0"0"-23"0,0 0-16 0,0 0-19 15,0 0-16-15,2-8-14 0,-2 8-14 0,0 0-30 16,0 0-31-16,0 0-30 0,18 13-46 16,-11-10-47-16,-1 4-71 0,4-4-184 0,-3 1 81 0</inkml:trace>
  <inkml:trace contextRef="#ctx0" brushRef="#br0" timeOffset="6390.46">14896 3065 117 0,'11'-5'187'0,"2"4"-16"16,0 1-15-16,-2 1-15 0,3 1-12 0,-2 1-13 15,-1 1-16-15,1 0-10 0,-3 0-5 0,1 1-8 16,-1 2-11-16,-1 1-2 0,-1-2-9 0,-3 1-2 16,1 2-12-16,-1-4 0 0,-3 3 3 0,-1-1-4 15,0-7 1-15,-5 17 2 0,1-9-6 0,2-1-5 16,-2-2 0-16,4-5-5 0,-6 12-5 0,6-7-2 16,0-5-10-16,-3 8-5 0,3-8-4 0,-3 8-1 15,3-8 1-15,0 0-5 0,4 11 3 0,0-7 1 16,-4-4 0-16,9 9-4 0,-1-5 6 0,-2 0-5 15,3 2 2-15,0-1 0 0,0 2-4 0,1-1 6 16,-1 1-7-16,3 0 7 0,-5-1-6 0,1 1 2 16,-1-1-3-16,0 1 4 0,-3-1-14 0,-1 0 15 15,0 0 4-15,-3-6 7 0,-1 14 15 0,1-7 5 16,-4-2-5-16,-4 5 3 0,0-3-5 0,-3 0 0 16,0-3 1-16,1 1-3 0,-1-2-5 0,-3 3-2 15,4-2-16-15,-3 0-18 0,-1-1-25 0,4-1-23 16,2-1-40-16,-1 0-50 0,2 0-148 0,7-1-330 15,-9-4 146-15</inkml:trace>
  <inkml:trace contextRef="#ctx0" brushRef="#br0" timeOffset="6770.15">15338 3038 101 0,'0'0'229'0,"0"0"-21"16,5-6-20-16,-5 6-19 0,0 0-22 0,6-7-13 16,-6 7-10-16,12-4-17 0,-2 2-7 0,0 0-11 0,8 0-9 15,0 1-9-15,-5 1-7 0,6 0-4 0,-2-1-6 16,-3 1-3-16,-2 1-6 0,0 0-2 0,-1 1-10 16,0-2-2-16,-5 0-3 0,-6 0-1 15,11 0-2-15,-11 0-3 0,8 0-2 0,-8 0-3 0,0 0 5 16,10 0-5-16,-10 0 1 0,0 0-5 15,8 2-1-15,-8-2-4 0,0 0 2 0,0 0-3 16,5 5 1-16,-5-5-3 0,5 9-2 0,-3-1 5 0,1-3-4 16,0 6 7-16,0 0 12 0,-1 1 13 0,1 0 0 15,-2 5-3-15,0-2-4 0,3 2 2 16,-5 1 0-16,2-7-3 0,-2 4 1 0,-2-2-4 16,2 3-2-16,1 0-2 0,-1-3 4 0,-2-1-5 15,3 2-17-15,-1-4-16 0,1 2-20 0,0-1-26 16,0 0-33-16,0-1-40 0,1-1-37 0,1-3-39 15,-2-6-142-15,0 13-380 0,0-13 169 0</inkml:trace>
  <inkml:trace contextRef="#ctx0" brushRef="#br0" timeOffset="6940.82">15466 3259 28 0,'-3'-7'197'0,"3"7"-22"0,0 0-12 15,0 0-21-15,12-10-15 0,-2 7-13 0,4 0-13 16,5-2-17-16,-1 2-33 0,13-2-19 0,-1-3-39 16,2 4-24-16,-2-2-44 0,-1-1-15 0,-2 2-79 15,-7 3-183-15,1-4 82 0</inkml:trace>
  <inkml:trace contextRef="#ctx0" brushRef="#br0" timeOffset="7209.17">15862 3142 224 0,'9'-8'1'0,"2"-1"24"0,-4 1 11 0,0-3 15 15,-1 3 26-15,1-1 27 0,-3 2 14 0,-4 7 14 16,6-8 1-16,-3 3-10 0,-3 5-7 0,4-7-12 15,-4 7-12-15,0 0-15 0,4-5-4 0,-4 5-14 16,0 0-5-16,0 0-7 0,0 0-7 0,0 0-6 16,0 0-1-16,0 18-1 0,0-18-3 0,1 10-3 15,1 1-4-15,-2-5-4 0,3 2 3 0,-2-1-4 16,3 3 2-16,1 1-9 0,2-2 4 0,-2 1-2 16,2 1 0-16,6-1 0 0,0 1 3 15,-4-2-4-15,0 0 1 0,-2-1-6 0,1 1 2 0,0 0-2 16,-2-4-1-16,-2 2 3 0,-1-2-1 0,-1 1-3 15,1 0 12-15,-1-1-11 0,-2-5 8 16,2 11 7-16,-2-11 1 0,-6 13 0 0,1-9-2 16,-4 2-12-16,-1-1-9 0,0-1-15 0,-2 0-14 0,4-3-26 15,8-1-31-15,-17 4-29 0,5-4-46 16,5 0-125-16,7 0-312 0,-22-9 138 0</inkml:trace>
  <inkml:trace contextRef="#ctx0" brushRef="#br0" timeOffset="7362.1">16103 3006 2 0,'17'-5'144'16,"2"-2"-19"-16,1 4 9 0,-1-1-35 0,0 0-26 16,0 3-41-16,-1 0-40 0,2 2-40 0,-2 0-45 15,-4 3-99-15,3-2 44 0</inkml:trace>
  <inkml:trace contextRef="#ctx0" brushRef="#br0" timeOffset="7892.17">16413 3165 106 0,'1'13'149'0,"0"-8"0"15,-1-5-1-15,3 14-11 0,-3-6-9 0,1-2-8 16,2 0-8-16,-3-6-6 0,1 12-11 0,-1-7-5 15,0-5-7-15,1 11 0 0,-1-11-6 0,3 5 6 16,-3-5 2-16,0 0 9 0,0 0 3 0,-2 9 10 16,2-9 6-16,0 0 5 0,0 0 7 0,0 0 1 15,0 0-3-15,0 0-18 0,0 0-6 0,0 0-12 16,0 0-6-16,0 0-7 0,0 0-6 0,0 0-7 16,0 0-10-16,0-30-8 0,4 21-1 15,1 1-11-15,-1-2-2 0,1 3-18 0,3-3 5 0,1 1-11 16,1 3-2-16,-1 0-11 0,-1-1 8 0,2 3-4 15,-2 2-7-15,-2 0-2 0,-6 2 3 0,17 2-5 16,-10-2-5-16,1 4 10 0,0 1 2 0,3 0-2 16,-3 1 1-16,0 1 0 0,-1 0 1 15,-1 3 0-15,-2-7-2 0,1 8 3 0,-1-6-2 0,0 1 6 16,0-1 0-16,0 0-2 0,-4-5-5 16,4 4 11-16,-4-4 1 0,0 0 2 0,5 8 1 0,-5-8 1 15,0 0 0-15,0 0 2 0,4 4-4 0,-4-4 3 16,0 0-4-16,0 0 0 0,0 0 0 15,0 0-10-15,0 0-3 0,0 0-11 0,-3-29 6 0,4 23 1 16,-1 6-1-16,8-16-3 0,0 8-3 16,1 0-4-16,-2 0 6 0,1 1-1 0,1 2 2 15,0 2 1-15,-3-1-5 0,1 3 5 0,-7 1 1 16,15-2-1-16,-7 4 2 0,-8-2-2 0,12 5 5 0,-3-1-1 16,-1 2 0-16,0 2 1 0,-3-1 0 0,2 0-12 15,-2 3-11-15,-1-3-15 0,-1 2-25 16,1 1-35-16,-4-10-36 0,4 18-46 0,-4-11-192 15,0-7-416-15,1 13 184 0</inkml:trace>
  <inkml:trace contextRef="#ctx0" brushRef="#br0" timeOffset="8324.42">17002 3191 139 0,'5'-6'162'15,"-5"6"-21"-15,0 0-9 0,0 0-7 0,0 0-5 16,1 20 5-16,-1-11-5 0,-1 0-13 0,0 2 1 16,-1-2-9-16,1 1 2 0,0 1-6 0,-2-2 1 15,2 2 1-15,-2-4-15 0,2 0-6 0,1-7-2 16,-1 9-1-16,1-9 7 0,-2 6 11 0,2-6 15 16,0 0 9-16,0 0 16 0,0 8 13 0,0-8-3 15,0 0-20-15,0 0-8 0,0 0-12 0,0 0-7 16,0 0-12-16,3-32-10 0,0 21-11 0,-1 2-1 15,1-4-11-15,2 3-1 0,-1-6-12 0,6 3 0 16,-2-3-2-16,2 0-9 0,1 1-18 0,-2-2 14 16,2 5-5-16,-1-1-17 0,-4 4 13 15,1-1 3-15,-1 3-4 0,-1 3-4 0,1 0-3 0,-2-1-3 16,-4 5-6-16,8-4-4 0,-8 4 0 0,9 0 0 16,-9 0-1-16,9 6 1 0,-4-1-4 0,0 3 4 15,0 1 2-15,2 1 1 0,-2 1 2 0,2 4-1 16,0-2 1-16,-3 0 2 0,2 1 0 0,-1 1 8 15,0-2-10-15,-1 0 2 0,1-1 0 16,-1-1 9-16,0 1-10 0,0-2-23 0,0 0-28 16,2 0-31-16,-4-4-41 0,1 1-38 0,-2-1-49 0,-1-6-46 15,3 10-26-15,-3-10-147 0,-5 6-468 0,5-6 207 16</inkml:trace>
  <inkml:trace contextRef="#ctx0" brushRef="#br0" timeOffset="8468.34">17050 3255 147 0,'0'0'174'16,"0"0"-17"-16,0 0-16 0,14-6-11 0,-2 3-9 15,2 0-19-15,-1 1-10 0,1-1-30 0,3-1-44 16,3 4-52-16,0-4-70 0,-8 2-64 0,3 1-182 16,-3-3 81-16</inkml:trace>
  <inkml:trace contextRef="#ctx0" brushRef="#br0" timeOffset="9812.58">8206 4531 106 0,'0'0'107'0,"0"0"-9"16,0 0-10-16,0 0 6 0,0 0 2 0,0 0-9 15,0 0-9-15,0 0-7 0,0 0-10 0,0 0-1 16,0 0-11-16,0 0 0 0,0 0-2 0,-24-4 7 16,24 4-1-16,-12 0-4 0,12 0 7 0,-12 0 5 15,12 0-6-15,-11 0 5 0,11 0-1 0,-13-2 2 16,13 2-2-16,-8 2 1 0,8-2-16 0,-7 0-2 16,7 0 0-16,0 0-5 0,0 0-3 0,0 0-3 15,-13 0-6-15,13 0-1 0,0 0-6 0,0 0-1 16,0 0 3-16,0 0-5 0,0 0 0 0,32 0-4 15,-12 0-2-15,10-2-3 0,0 1-11 0,5 0-12 16,-3-2-14-16,0 0-23 0,-2 0-31 0,1 0-21 16,-2 2-21-16,-8-1-27 0,-3 2-102 0,1 0-275 15,-6-1 122-15</inkml:trace>
  <inkml:trace contextRef="#ctx0" brushRef="#br0" timeOffset="10225.84">8456 4481 77 0,'0'0'136'0,"0"0"-9"0,0 0-14 0,0 0-21 15,0 0-7-15,-6 8-3 0,6-8-2 0,1 12-9 16,0-2 4-16,3 7 5 0,-1 1 8 0,-1 0-9 16,-1 1 3-16,3 7-3 0,-2-7-7 0,-1-1-9 15,1 2-4-15,-2-1-2 0,2-3-2 0,-1 0-2 16,0 1-9-16,-1-1-6 0,0-3-5 0,2-3-6 15,-2 1 5-15,1-2-2 0,-1 1 0 0,-1 0-4 16,1-10-6-16,0 12 6 0,-2-6-7 0,2-6 2 16,-1 10-9-16,1-10 1 0,-5 6-3 0,1-2-10 15,4-4-5-15,-18 8-11 0,8-6-2 0,0 0-5 16,-3-1-5-16,1-1-3 0,-2 2 3 0,0-2 0 16,0 0 0-16,-2-2-2 0,2 2 4 0,2-1 10 15,0-2-4-15,0 2 9 0,3-1 1 0,2 1 9 16,7 1 2-16,-14-1 4 0,14 1 2 0,-9-2-1 15,9 2 4-15,0 0-4 0,0 0-1 0,0 0-5 16,0 0 3-16,0 0 0 0,0 0 0 0,0 0 1 16,39 0 3-16,-20-2 1 0,3 1-1 0,3-2 6 15,-2 3-5-15,7-1-3 0,-2-1 2 0,1 0-4 16,-1 1-27-16,-6-1-41 0,7-1-35 0,-2 1-44 16,-6 2-114-16,-2-2-279 0,0 0 124 0</inkml:trace>
  <inkml:trace contextRef="#ctx0" brushRef="#br0" timeOffset="10655.91">8926 4714 78 0,'0'0'206'0,"-9"-3"-27"15,1 2-3-15,8 1-13 0,-16 1-11 0,3 2-8 16,3 2-14-16,-1 3-9 0,-1-2-15 0,2 2-1 15,-2 1-8-15,0 1-12 0,3 0-8 0,0-1-4 16,1-2-11-16,4 2-13 0,2-1 0 0,0-1-7 16,4 4 1-16,0-1-4 0,3-2-1 0,4-1-6 15,-1 2-1-15,2-3-3 0,4-1-2 16,-2-1-7-16,-1 0-4 0,2-1-2 0,0 0-12 0,-2-1 2 16,-2-2 5-16,2 1-1 0,-3-1-1 0,-8 0-3 15,13 2 3-15,-13-2 0 0,11-2 10 0,-11 2 8 16,7 2 10-16,-7-2-4 0,0 0-4 0,0 0-4 15,0 0 1-15,0 0-6 0,0 0 0 16,0 0-3-16,0 0 5 0,0 0-4 0,-37 3-1 0,27 1-10 16,-1 3 3-16,-1-4-5 0,0 3 8 0,1 0 1 15,-2 1 0-15,1 3-6 0,-3-1 9 0,6-2-9 16,0-1-1-16,2 2 0 0,-1 0 2 0,3 0-2 16,0 0 1-16,1 0-1 0,3-2 4 15,1-6-5-15,0 12 2 0,0-12 4 0,3 10 2 16,3-4-21-16,1-2-14 0,2-1-20 0,5 3-28 0,-1-5-37 15,7-1-47-15,2 0-39 0,-3 0-174 0,2-1-399 16,-1-3 176-16</inkml:trace>
  <inkml:trace contextRef="#ctx0" brushRef="#br0" timeOffset="10825.48">9454 4764 56 0,'9'-3'142'0,"3"1"-5"0,-1 0-11 16,2 1-20-16,1 1-18 0,-1 1-31 0,-1-2-35 15,1 0-28-15,0 2-34 0,-3-1-75 0,1 3-124 0,-6 1 54 16</inkml:trace>
  <inkml:trace contextRef="#ctx0" brushRef="#br0" timeOffset="10966.97">9503 4850 95 0,'-7'3'142'0,"7"-3"-14"0,0 0-13 0,0 0-5 0,0 0-7 15,0 0-3-15,0 0-17 0,17 10-30 16,-7-10-36-16,4 0-48 0,6 0-122 0,0-2-165 16,11 0 73-16</inkml:trace>
  <inkml:trace contextRef="#ctx0" brushRef="#br0" timeOffset="11531.88">10497 4517 64 0,'0'0'241'0,"8"-3"-26"0,-8 3-25 0,15-3-19 0,-5 1-19 16,3 0-12-16,7 1-10 0,2-2-17 15,-1 1-10-15,6-3-10 0,-5 4-22 0,7-1-18 16,-9 1-23-16,-2 0-15 0,-3 1-31 0,-3-2-22 16,1 2-19-16,-5-1-14 0,-8 1 2 0,12 0-3 15,-12 0 2-15,13-2 4 0,-13 2 4 0,6-1-1 16,-6 1 9-16,0 0 6 0,0 0 16 0,0 0 8 16,0 0 12-16,0 0 5 0,0 0 11 0,0 0-1 15,0 0 17-15,-16-12 14 0,16 12 0 0,0 0 16 16,0 0 1-16,0 0-2 0,0 0-7 0,0 0-4 15,0 0-9-15,0 0-1 0,0 0-6 0,0 0 1 16,0 0 9-16,-11 16 6 0,10-7 8 0,0 2 5 16,-1 3 3-16,1 1 1 0,0 2-2 0,1 0 1 15,-3-1-4-15,0 1 1 0,3 2-3 0,-2-2-2 16,4-1-4-16,-2 2-1 0,1-6-7 0,3 2 1 16,-3-1-10-16,1-3 5 0,0 0-7 0,-1-1 4 15,0 1-2-15,1 0-4 0,0-4-1 0,-1 3-1 16,-1-3-1-16,0-6 1 0,3 12-16 0,-3-12 8 15,0 6-7-15,0-6 2 0,-5 7-7 0,5-7-5 16,-8 6-4-16,8-6-7 0,-14 2-6 0,7 0 2 16,-3-1 2-16,-1-1 2 0,1 0 9 0,10 0-6 15,-13-1 8-15,13 1-3 0,-11 0 3 0,11 0-1 0,-9 2 0 16,9-2-1-16,0 0 7 0,-8 2 4 16,8-2-3-16,0 0-6 0,0 0 3 0,0 0 0 15,0 0 1-15,0 0-2 0,0 0 2 0,28 5-5 16,-14-3-14-16,6-1-13 0,0-1-14 0,7 0-36 15,1 0-30-15,2-1-24 0,-2-1-33 0,1 2-98 16,-9-1-292-16,9-2 129 0</inkml:trace>
  <inkml:trace contextRef="#ctx0" brushRef="#br0" timeOffset="11733.44">11159 4733 18 0,'-5'-5'165'0,"5"5"-3"0,-12-3-10 0,12 3-7 15,-15 3-12-15,6 0-7 0,-1 3-1 0,-2 2-3 16,3-3-6-16,-1 2 1 0,0 2-4 0,-3 3-9 16,2 1-5-16,1-3-11 0,4-1-12 0,0 0-6 15,2 0-9-15,0 0-2 0,-1 0-6 0,4 0-7 16,2 2-16-16,4-3-20 0,0-2-27 0,3-1-42 16,5 2-50-16,5-3-46 0,1 1-154 0,-1-2-334 15,-2-2 148-15</inkml:trace>
  <inkml:trace contextRef="#ctx0" brushRef="#br0" timeOffset="11918.41">11376 4705 155 0,'10'-3'163'0,"-1"1"-6"0,3 0-28 16,2 2-14-16,2-2-9 0,4 1-5 0,-1 1-11 15,0-2-16-15,2 4-34 0,-5-2-39 0,0-2-43 16,-2 2-31-16,-3 0-97 0,-5 2-183 0,-6-2 81 16</inkml:trace>
  <inkml:trace contextRef="#ctx0" brushRef="#br0" timeOffset="12124.96">11510 4632 132 0,'-3'-4'197'0,"3"4"-12"15,0 0-26-15,0 0-13 0,0 0-19 16,0 0-12-16,0 0-2 0,-7 14-2 0,7-14-1 0,-2 15 1 16,2-4 2-16,-3-1-6 0,2 1-10 0,0 2-1 15,-1-1-7-15,-2 5 6 0,2-1-14 0,-1 0-2 16,1-2-7-16,0 2-6 0,-1-1-3 16,-1-2-10-16,1-2-21 0,2 1-31 0,0 0-44 15,1-2-60-15,-2 1-49 0,0-3-56 0,-1 3-133 16,3-5-370-16,0-6 165 0</inkml:trace>
  <inkml:trace contextRef="#ctx0" brushRef="#br0" timeOffset="12332.29">11794 4520 33 0,'7'-2'197'0,"2"-6"-22"16,2 7-16-16,2-2-15 0,6 0-11 0,-1 0-16 16,2 1-12-16,2 0-11 0,0-1-15 0,-3 3-37 15,-1 0-44-15,0-1-34 0,-4 1-34 0,-3 1-33 16,-1-2-76-16,-2 1-191 0,0-1 84 0</inkml:trace>
  <inkml:trace contextRef="#ctx0" brushRef="#br0" timeOffset="12682.38">12002 4489 22 0,'0'0'113'0,"-1"7"-2"16,1-7-2-16,0 0 20 0,-1 18-3 0,1-8-10 15,-1 2 6-15,-1 7 0 0,-1-1-7 0,3-2-4 16,-3 1-7-16,1 1-4 0,2-1-8 0,-2 2 1 16,2-3-14-16,-1-3-6 0,1 0-8 0,0 2-5 15,-1-3-3-15,1-1-7 0,1-1-4 0,0 0-5 16,-1 0 1-16,3-1-3 0,-3-2-5 0,0-7-4 15,1 13 2-15,-1-7-15 0,0-6-9 0,0 0-17 16,-1 13-2-16,1-13-11 0,0 0-4 0,-3 9-4 16,3-9-8-16,-6 5-12 0,-1-3 3 0,7-2 0 15,-14 0 0-15,5 0 4 0,9 0 4 0,-14-4 9 16,8 1 3-16,6 3 16 0,-11-3 7 0,5 0 9 16,6 3 9-16,0 0 5 0,-12-2 2 0,12 2 1 0,0 0 0 15,-7-1-2-15,7 1-3 0,0 0-11 16,0 0 9-16,0 0-4 0,0 0 0 0,0 0 0 15,0 0 0-15,32 0-4 0,-12 1-12 0,1 0-13 16,3-3-21-16,-2 2-16 0,7-4-29 0,1 3-29 16,-9-2-25-16,10 0-119 0,-13 2-277 0,4-2 123 15</inkml:trace>
  <inkml:trace contextRef="#ctx0" brushRef="#br0" timeOffset="12884.24">12343 4731 115 0,'4'-8'194'0,"-4"8"7"0,3-6 0 0,-3 6-3 15,0 0-7-15,1-7-11 0,-1 7-19 0,0 0-18 16,0 0-17-16,0 0-17 0,0 0-16 0,0 0-8 16,0 0-15-16,0 0-4 0,0 0-8 0,-1 21-1 15,1-21-4-15,-1 20-4 0,-3-7-6 0,4-2 1 16,-2 6-4-16,2-3-6 0,-2 0 0 0,2 2-3 16,-1-5-4-16,2 5-9 0,-1-5-16 0,2 0-25 15,0 1-20-15,-2-3-32 0,2 3-38 0,-2-3-35 16,2-3-35-16,-2-6-157 0,-2 14-368 0,2-14 163 15</inkml:trace>
  <inkml:trace contextRef="#ctx0" brushRef="#br0" timeOffset="13300.33">12390 4714 197 0,'9'-5'205'0,"-2"-2"-6"0,2 1-10 15,-1 2-18-15,-2 0-18 0,6 1-17 0,-3 0-12 16,-9 3-12-16,14 1-13 0,-14-1-10 0,15 2-12 16,-10 1-5-16,4 1-9 0,-4-1-6 0,1 2-10 15,-3 1-6-15,-3-6 0 0,4 11 1 0,-4-4-6 16,2 2 1-16,-2-9-7 0,-6 17-1 0,5-8-1 16,-5-1-3-16,0 0-1 0,1 1-1 0,-3 0-6 15,2-1 2-15,0-1-9 0,-1 0-12 0,5-1-11 16,-4 0-2-16,2-1-8 0,4-5-11 0,-4 11-7 15,1-7 0-15,3-4 0 0,3 10 2 0,-3-10 5 16,4 11 9-16,2-4-11 0,2 1 10 0,-3-3 0 16,3 3 3-16,-1-2 4 0,2 2-2 0,-4-3 8 15,1 3-1-15,-1-3-3 0,-1 1 5 0,0 0-1 16,-1 0 2-16,2-1 8 0,-5-5 2 0,2 10 11 16,-2-3 6-16,0-7 6 0,-6 9 4 0,0-5 4 15,2 2-1-15,-5-2 4 0,0 0 0 0,-3 1-1 16,0-3 1-16,-1 1-2 0,0-1-2 0,1 2-2 15,-2-3-2-15,2 1-10 0,-1-1-14 0,1 1-35 16,2-2-34-16,-2 0-50 0,3-2-65 0,-1 1-124 16,10 1-332-16,-13-7 148 0</inkml:trace>
  <inkml:trace contextRef="#ctx0" brushRef="#br0" timeOffset="13531.18">13068 4695 2879 0,'0'0'163'0,"10"0"-164"0,-10 0-6 16,0 0 2-16,10 1 2 0,-10-1 1 0,0 0 7 0,0 0 5 16,9 2 1-16,-9-2 2 0,0 0-3 15,12 0 1-15,-4 0-3 0,1 0 8 0,5 0-11 16,-3 0-34-16,2 0-29 0,1 2-40 0,-1-2-43 15,-1-2-42-15,-1 4-47 0,-4-4-166 0,-7 2-429 16,13 2 190-16</inkml:trace>
  <inkml:trace contextRef="#ctx0" brushRef="#br0" timeOffset="13680.99">13070 4792 112 0,'-7'6'232'0,"7"-6"-10"0,-4 4-8 16,4-4-15-16,0 0-10 0,0 0-24 0,-4 5-17 15,4-5-15-15,0 0-16 0,0 0-18 0,0 0-26 16,17 3-38-16,-3-2-56 0,5-2-75 0,2 0-84 16,6-2-94-16,0-3-297 0,-6-1 133 0</inkml:trace>
  <inkml:trace contextRef="#ctx0" brushRef="#br0" timeOffset="17825.77">14157 4482 142 0,'0'0'234'0,"0"0"-27"16,0 0-9-16,0 0-17 0,-1-9-12 0,1 9-14 16,0 0-22-16,0 0-17 0,0 0-13 0,0 0-13 15,0 0-11-15,0 0-9 0,0 0-11 0,0 0-8 16,0 0-6-16,0 0-4 0,0 0-8 0,0 0 0 16,8 29-5-16,-6-13-3 0,0 0-1 0,0 3 1 15,-2-2 11-15,1 1-2 0,1 2-2 0,0-3 1 16,-2 3 0-16,2-4 2 0,1 1-6 0,1 0 0 15,-3 2-4-15,3-4 0 0,0 1 0 0,-2-1-6 16,-1-3-2-16,1 0-8 0,0-1-18 0,0-1-8 16,0-2-17-16,1 0-22 0,-2-1-22 0,0-1-36 15,4 4-25-15,-3-5-37 0,1 1-158 0,-3-6-360 16,2 8 159-16</inkml:trace>
  <inkml:trace contextRef="#ctx0" brushRef="#br0" timeOffset="18006.8">14382 4649 76 0,'0'0'194'0,"0"0"-15"0,4-10-20 16,-4 10-17-16,0 0-9 0,0 0-11 0,0 0-15 16,0 0-14-16,0 0-20 0,0 0-20 0,0 0-30 15,0 0-32-15,15 10-26 0,-15-10-34 0,8 7-33 16,-4-4-89-16,-1 2-204 0,-3-5 90 0</inkml:trace>
  <inkml:trace contextRef="#ctx0" brushRef="#br0" timeOffset="18406.68">14792 4417 84 0,'13'-6'137'0,"-2"4"-8"15,1-2-4-15,-2 3-10 0,1 2-18 0,-1 1-5 16,1 1-7-16,-2 2-3 0,-1 1-12 0,-1 4 2 16,2-1-3-16,-5 1-2 0,0 1 9 0,-1 1-2 15,-3 0-7-15,0 4-1 0,-4 0-7 0,-1-5-6 16,-1 4-6-16,0-5-3 0,0-2-1 0,1 3-2 16,-1-3-7-16,1 0-7 0,3 0-3 0,-2-3-6 15,4-5-10-15,-4 9-1 0,4-9-5 0,-2 6 1 16,2-6 0-16,0 0-3 0,7 7 3 0,-7-7 7 15,14 5-12-15,-2-2 2 0,-1-2-2 0,0 1 1 16,1 1 1-16,1-2-3 0,-2 0 3 0,3 1-2 16,-3-1-6-16,2 3 4 0,-3 1-7 0,-2-1 11 15,-2-2-7-15,0 2 7 0,-1 1-4 0,-1-1 3 16,-4-4 7-16,4 7 6 0,-4-7 7 16,3 8 12-16,-3-8 0 0,-5 10 6 0,-1-5-2 15,-1 0 1-15,-5 1-3 0,-1 0-3 0,1-2-5 16,-4 2-3-16,2-2-8 0,-1-1-26 0,0 0-20 15,-1 1-32-15,0-3-34 0,7-1-42 0,-3 0-173 0,0-1-337 16,1 1 149-16</inkml:trace>
  <inkml:trace contextRef="#ctx0" brushRef="#br0" timeOffset="18766.06">15248 4400 1883 0,'11'-5'174'0,"-3"-1"-104"0,-1 2-48 0,-2 0-2 16,-5 4-17-16,8-4-3 0,-8 4-2 16,11-3 3-16,-11 3-3 0,10-3 1 0,-4 1-2 15,8 2 1-15,2-1 1 0,2 1-1 0,-1 0 5 0,4-2-10 16,1 2 8-16,-3 0 1 0,3 0 0 0,-2 0 1 16,-2 0-1-16,-4 0-5 0,-2-2 0 15,-3 4 5-15,0-2-2 0,-9 0 2 0,13 0-12 16,-13 0 10-16,11-2 8 0,-11 2 0 0,6 2 2 15,-6-2 2-15,0 0-3 0,0 0 1 0,0 0-3 16,9 0 2-16,-9 0-11 0,0 0 3 0,4 8 0 0,-4-8 3 16,2 14 10-16,-2-6-1 0,0 3 5 0,-2 1 12 15,0 2 3-15,0 3 5 0,0 0 6 16,-2 1 0-16,1 3 1 0,0-3-5 0,-2 1-3 16,1 1-2-16,0-3-5 0,0 0-2 0,0 0 0 15,-1 1-8-15,4-3-23 0,-2-3-25 0,2-1-29 0,0 0-37 16,1-1-53-16,1-1-46 0,-1-2-175 0,-1 1-399 15,1-8 177-15</inkml:trace>
  <inkml:trace contextRef="#ctx0" brushRef="#br0" timeOffset="18946.08">15510 4550 131 0,'12'-4'128'0,"-2"-1"-13"0,4 2-11 16,-1 1-12-16,6-3-9 0,0 1-21 0,4 1-18 16,-1-2-34-16,0 1-23 0,-2-1-23 0,2 2-8 0,-3-2-21 15,-1 1-38-15,-2-3-109 0,-4 2 49 0</inkml:trace>
  <inkml:trace contextRef="#ctx0" brushRef="#br0" timeOffset="19170.68">15820 4450 201 0,'1'-5'25'0,"0"-2"16"0,2 2 24 15,-3 5 3-15,1-10 6 0,-1 10 7 0,0-9 5 16,0 9 6-16,0 0-1 0,0-10-6 0,0 10-16 15,0 0 3-15,0 0-16 0,0 0-11 0,0 0-9 16,0 0 1-16,0 0-4 0,0 0-3 0,0 0 0 16,0 0-7-16,0 0 1 0,13 17-8 0,-8-9 9 15,2-3 6-15,0 6-12 0,1-3 4 0,1 0-1 16,-1 1-2-16,1 0 2 0,1-2 1 0,1 0 3 16,-2 2-1-16,4 0-6 0,-4-1-2 0,-4-2 5 15,2 1-7-15,0 0 2 0,-1 0 3 0,-6-7-7 0,6 13 2 16,-3-6-1-16,-2-3 4 0,-1-4-8 15,-4 15-16-15,-1-7-21 0,-2 1-26 0,-1-3-16 16,-1 0-18-16,-2-2-34 0,-1 1-119 0,1 2-258 16,-3-6 115-16</inkml:trace>
  <inkml:trace contextRef="#ctx0" brushRef="#br0" timeOffset="19500.32">16428 4452 30 0,'13'1'178'0,"0"-2"-7"16,3-1-18-16,3 2-15 0,0 0-16 0,2 0-8 16,-2 0-26-16,9-2-13 0,-7 0-43 0,-1 1-39 15,-3-1-48-15,-3 2-50 0,-3 0-51 0,-2-1-169 16,-9 1 75-16</inkml:trace>
  <inkml:trace contextRef="#ctx0" brushRef="#br0" timeOffset="19714.37">16621 4314 101 0,'0'0'131'0,"0"0"-9"0,0 0-1 0,0 0-15 16,0 0 7-16,0 0 10 0,2 26 3 0,1-14 4 15,0-3 0-15,-3 4-12 0,2-4-12 0,-1 3-10 16,1 0-7-16,-1-1-6 0,2 2-7 0,-1 2-8 16,-1-5-5-16,1 1-7 0,-1 0-16 0,0 0-25 15,3 1-33-15,-4-2-39 0,3 0-45 16,-3-3-25-16,1-1-42 0,0 4-88 0,-1-10-279 0,1 12 124 16</inkml:trace>
  <inkml:trace contextRef="#ctx0" brushRef="#br0" timeOffset="20334">17307 4259 196 0,'0'0'254'0,"7"-4"-4"0,-7 4-10 16,0 0-12-16,0 0-13 0,0 0-12 0,0 0-13 0,0 0-14 16,0 0-17-16,0 0-12 0,0 0-10 0,6-2-12 15,-6 2-2-15,0 0-13 0,0 0-13 16,0 0-3-16,0 0-3 0,0 0-4 0,0 0-9 16,0 0-10-16,0 0-5 0,0 0-5 0,0 0-8 15,0 0-8-15,0 0-5 0,0 0-1 0,0 0-3 16,0 0-6-16,0 0-3 0,0 0-2 0,0 0-1 0,0 0 0 15,0 0-3-15,0 0-4 0,0 0 5 16,0 0-6-16,0 0-3 0,0 0 1 0,0 0-3 16,0 0-2-16,0 0-1 0,0 0-2 0,0 0 3 15,0 0-4-15,-22 13 0 0,13-7-2 0,3-1-1 16,1 0-4-16,0 0 7 0,-3 1-1 0,-2 3-3 16,3 0-5-16,0 1 7 0,-1 1 0 0,1 2-1 0,1-2 0 15,1 3-2-15,1-3 2 0,3 0 0 16,0 1 1-16,3-2 1 0,1 1 4 0,2 0-8 15,-1-1 1-15,5-1 1 0,-2 0-2 0,2-1 6 16,3-1-4-16,1-1 3 0,0 0-1 0,0-1 1 16,3 0-2-16,-2-1 0 0,3-3-2 0,-5 0 7 15,1 0-8-15,-1-1 5 0,-12 0-1 0,23-5 1 16,-11 2 1-16,-1-2-3 0,-1-1 3 0,1 2 3 16,-2-3-6-16,-1-1 3 0,0-1-6 0,-1 0 0 15,-2-2 0-15,-1-1-2 0,0 0 4 0,-1-1-3 16,-2 2-1-16,0-3-1 0,-2-1-1 0,0 3 0 15,-4 0-3-15,2 2-1 0,-2-3-2 0,-5 2-3 16,2 3-14-16,-1-1-4 0,-4-1-5 0,2 4-7 16,0 1-7-16,0 2-12 0,0 1-15 0,-1 0-22 15,-2 2-19-15,4 2-34 0,10-2-35 0,-23 3-33 16,14 2-209-16,-3 1-468 0,6-1 207 0</inkml:trace>
  <inkml:trace contextRef="#ctx0" brushRef="#br0" timeOffset="20519.46">17623 4376 139 0,'0'0'223'0,"0"0"-10"0,0 0-11 0,9 3-16 16,-9-3-20-16,0 0-14 0,0 0-20 0,0 0-16 15,6 2-28-15,-6-2-28 0,0 0-25 0,0 0-33 16,0 0-41-16,10 6-51 0,-10-6-47 0,0 0-105 15,11 2-261-15,-11-2 115 0</inkml:trace>
  <inkml:trace contextRef="#ctx0" brushRef="#br0" timeOffset="20996.46">18138 4120 186 0,'0'0'204'0,"0"0"-20"0,0 0-12 16,0 0-15-16,0 0-11 0,0 0-7 0,0 0-13 0,0 0-10 16,-17 18-6-16,11-9-14 0,1-3-8 0,-2 3-6 15,2 0-8-15,-2-1-7 0,2 1-6 0,-1 1-3 16,3 0-7-16,0 1-5 0,0 0-3 0,1-3-6 15,1 3-5-15,1-1 1 0,0-1-7 16,0 1 5-16,2-3-7 0,-1 4-3 0,2-5 0 16,0 1 3-16,2 1-4 0,2-1 2 0,2 2-4 0,0-3-2 15,2-2-1-15,-1 3 0 0,0-2 0 0,0-3-1 16,3 1 0-16,-2 0-3 0,1-2 1 0,1-1 2 16,-2 0-3-16,1-1 0 0,-1-2-2 15,0 2 4-15,-1-2-3 0,1-2-2 0,-1-1 3 16,1-1 0-16,-4-1 1 0,0-1-4 0,-1-1 1 15,0 1 6-15,-1-1-3 0,-3 0 8 0,0-4-6 0,0 3 3 16,-2 0-1-16,0 1 13 0,-3-1-9 0,-1 0-3 16,0 0-3-16,-2 0-3 0,1 2-1 15,-1 0-1-15,-1 2-5 0,-3 0-1 0,2 2-15 0,-2 2-7 16,2 1-10-16,-3-1-7 0,-1 3-21 16,0 1-13-16,-1 1-19 0,1 1-26 0,0 1-37 15,1 2-35-15,4 0-28 0,-1-1-116 0,8-5-358 0,-6 9 158 16</inkml:trace>
  <inkml:trace contextRef="#ctx0" brushRef="#br0" timeOffset="21432.89">18526 4157 97 0,'0'0'206'0,"0"0"-8"15,0 0-21-15,0 0-13 0,0 0-16 0,0 0-18 16,0 0-15-16,0 0-11 0,0 0-7 0,0 0-13 16,0 0-4-16,0 0-7 0,0 0-6 0,0 0-5 15,0 0-9-15,-17 17-6 0,17-17-4 0,-6 10-5 16,0-2-3-16,1 0 3 0,-1-1 1 0,0 1-3 16,3 0-7-16,-3 0 1 0,1 0-4 0,3 2-2 15,-1-3-2-15,1 0-1 0,2-7-1 0,1 16-1 16,-1-10-5-16,4 0 4 0,-2 1-3 0,1-1 0 15,1 0 0-15,3 1-2 0,-1-1 4 0,0 1-4 16,3-3-1-16,0 0 0 0,2-1-1 0,1 2 3 16,-2-4-2-16,5 1-2 0,-4-4 1 0,1 2-1 15,-1-2 1-15,0-1 8 0,-2-1-2 0,1-1 0 16,-1 0 4-16,-1-2-2 0,2 1 2 0,-4-3 7 16,1 1-4-16,-3-2-4 0,-2 0 2 0,2-2-5 15,-2 2 7-15,-2 0-5 0,-2-2-1 0,4 3-5 16,-6-1 1-16,1 0-4 0,0 0-3 0,0 2-7 15,-5-2-17-15,-2 2-9 0,1 1-10 0,-2-2-12 16,0 6-16-16,-2-1-26 0,-1 3-20 0,0-1-40 16,3 1-36-16,-1 1-172 0,12 0-389 0,-22 3 172 15</inkml:trace>
  <inkml:trace contextRef="#ctx0" brushRef="#br0" timeOffset="21952.52">19035 4055 31 0,'0'0'213'0,"0"0"-13"0,-5-10-14 0,5 10-8 16,-8-8-13-16,2 5-11 0,6 3-11 0,-13-4-11 15,4 4-12-15,-2 0-12 0,-2 2-4 0,0 0-8 16,-5 5-5-16,2-1-8 0,-1 4-9 0,-1-3-11 15,4 3 1-15,0 1-10 0,2-4-6 0,3 3 0 16,1-1-10-16,1-1-1 0,3 1-7 0,1 0-4 16,-1 2-3-16,2-3 1 0,2 1 1 0,0-9-4 15,4 14 0-15,1-6-3 0,2-2-2 0,2-1 2 16,1 0-1-16,-1-1-3 0,4-1-2 0,-3 0-4 16,1-1 0-16,1 0 6 0,-4-2-8 0,2 0 1 15,2-2 8-15,0 0-8 0,2-2-3 0,-2 1 8 16,-2-2-7-16,3-1 1 0,-4 0 3 0,1 1 0 15,0-1 0-15,-2-1 6 0,-1-1 2 0,0-2 0 16,0 5 7-16,0-3 4 0,-3 2 2 0,-1 1 6 16,1 0 10-16,-4 5-4 0,6-9 3 0,-6 9-7 15,3-4-3-15,-3 4-7 0,0 0-7 0,7-4-9 16,-7 4-3-16,0 0-3 0,0 0-3 0,0 0-3 16,0 0 2-16,0 17 1 0,0-17-1 0,-3 17 2 15,-1-6-1-15,2 1-2 0,2-1-2 0,-3 3 14 16,-1 2-14-16,2-4 0 0,-2 1 2 0,0 1 4 15,1-2-3-15,2-2-1 0,-1 4 3 0,-1-3-1 16,3-1 9-16,-2 0-10 0,0 2-13 0,1-2-26 16,0-1-28-16,0 0-26 0,-2 0-28 0,3-9-39 15,-1 18-43-15,-1-11-56 0,-1 1-140 0,3-8-431 16,-7 11 191-16</inkml:trace>
  <inkml:trace contextRef="#ctx0" brushRef="#br0" timeOffset="22294.01">19339 4032 212 0,'4'-5'215'0,"-1"-1"-16"0,-3 6-20 16,6-4-27-16,-6 4-12 0,6-2-16 0,-6 2-16 15,12 6-5-15,-3 0-13 0,-3 2-3 16,1 0-13-16,-2 2-5 0,0 1-6 0,0-1-9 0,1 1-8 15,-3-1-2-15,1 2-2 0,0-2 2 16,-6 2-6-16,2 0-3 0,-1-1-1 0,-5 0 4 16,1-2 3-16,-3 1 1 0,1-3 5 0,-3 4-5 15,1-4-3-15,2 0-4 0,-1-1-3 0,-1 1 1 16,3-4-3-16,1 1-2 0,5-4-5 0,-8 7-4 16,4-5 1-16,4-2-4 0,-8 4-1 0,8-4-1 0,-3 6-6 15,3-6 1-15,0 0-8 0,0 0 6 0,-4 7-1 16,4-7 2-16,0 0-3 0,10 6-10 0,-1-3-17 15,2-1-27-15,7 0-32 0,0 0-36 16,3 0-41-16,0-1-52 0,0-2-135 0,7-3-374 16,0 0 166-16</inkml:trace>
  <inkml:trace contextRef="#ctx0" brushRef="#br0" timeOffset="22463.94">19840 4081 2204 0,'5'-6'69'0,"2"-3"-55"15,-4 2-3-15,1 1 25 0,-1 2 13 0,-3 4 9 16,5-9-2-16,-5 9-8 0,5-7-6 0,-5 7-8 16,4-5-6-16,-4 5-16 0,9-7-27 0,-3 6-27 0,3-2-31 15,3 2-30-15,-1 1-39 0,1 2-30 16,0 1-31-16,-2 3-116 0,-5 0-345 0,-5-6 153 16</inkml:trace>
  <inkml:trace contextRef="#ctx0" brushRef="#br0" timeOffset="22605.4">19879 4164 42 0,'0'0'174'16,"0"0"-9"-16,-4 5-12 0,4-5-15 0,0 0-12 15,0 0-15-15,0 0-10 0,0 0-8 0,0 0-12 16,9 8-18-16,-9-8-25 0,12 2-34 0,0-2-40 16,3 0-49-16,2 2-110 0,-3-2-211 0,6-3 93 15</inkml:trace>
  <inkml:trace contextRef="#ctx0" brushRef="#br0" timeOffset="23355.21">20901 3915 10 0,'1'-8'263'0,"-1"8"-24"0,0 0-23 0,3-7-23 16,-3 7-21-16,0 0-21 0,2-7-19 0,-2 7-17 15,0 0-10-15,0 0-16 0,0 0-6 0,0 0-2 16,2 30 14-16,-1-17-9 0,1 4-5 0,-2-1-9 15,2 2-7-15,-1 1-5 0,0-4-3 0,-1 5-3 0,4-2-4 16,-1 1-2-16,-2-2 0 0,0 0-9 16,2 0-3-16,-2-1-3 0,-1-4 2 0,3 1-6 15,-2-1 0-15,3 2-3 0,-3-2-25 0,2-1-22 16,0 0-19-16,-1 0-33 0,0-3-27 0,-2-8-46 16,5 14-40-16,-3-9-29 0,-2 1-121 0,0-6-363 0,0 0 161 15</inkml:trace>
  <inkml:trace contextRef="#ctx0" brushRef="#br0" timeOffset="23526.76">21148 4098 2 0,'0'0'216'0,"3"-3"-9"16,-3 3-10-16,0 0-14 0,6-4-16 0,-6 4-19 15,0 0-16-15,0 0-13 0,0 0-23 0,0 0-27 16,0 0-37-16,0 0-28 0,0 0-22 0,0 0-41 15,0 0-40-15,0 0-134 0,0 0-253 0,7 19 113 16</inkml:trace>
  <inkml:trace contextRef="#ctx0" brushRef="#br0" timeOffset="23938.04">21408 3941 136 0,'7'-4'191'0,"-7"4"-15"0,15-3-12 0,-6 2-9 15,1-2-23-15,2 5-2 0,-1 0-13 0,1 1-8 16,-1 1-12-16,1 1-4 0,-1-1-15 0,-1 2-13 16,-2 1-3-16,4-1-3 0,-6 3-9 0,-1-2-6 15,-2 0-8-15,-1-1 7 0,1 2-7 0,-3-1-5 16,0-7-2-16,-5 12 2 0,3-4-3 0,-1-2-4 15,0 0 1-15,-1 0-4 0,0 0-6 0,-1 0-2 16,2-1-9-16,3-5-3 0,-7 8-20 0,7-8-9 16,-4 7 9-16,4-7 2 0,-2 9-3 0,2-9 4 15,1 8-3-15,-1-8 9 0,5 11-3 0,-4-5 1 16,3 1 3-16,4 0 5 0,-3 2-2 0,0-2 1 16,1-1-4-16,0 3-1 0,-3-4 4 15,2 1-2-15,-1-1 1 0,-1 1 5 0,-3-6-3 0,4 9 2 16,-4-9-5-16,0 9 13 0,0-9-5 0,-6 8 3 15,-1-5 4-15,1 1-6 0,-3-2-3 0,-2 2-11 16,0-3-12-16,1 0-13 0,-1 1-21 0,3-2-27 16,8 0-25-16,-15-2-44 0,4 1-90 15,3 0-265-15,8 1 118 0</inkml:trace>
  <inkml:trace contextRef="#ctx0" brushRef="#br0" timeOffset="25314.26">21681 3930 76 0,'0'0'156'0,"0"0"-14"0,0 0-7 16,0 0-25-16,0 0 0 0,0 0-14 0,0 0-5 16,-17 14-13-16,17-14-2 0,-5 6-11 0,5-6-6 15,-5 6-7-15,5-6-5 0,-4 5-3 0,4-5-7 0,-4 8 1 16,4-8 0-16,-1 11-5 0,-1-6-4 16,2-5-2-16,4 12-1 0,-1-5-1 0,1 3 6 15,1-3 6-15,1 4 0 0,3-2-1 0,0 0-9 16,3 3-1-16,-2-3 0 0,-2 1 3 0,3 1-8 15,0-2-5-15,-3 0 5 0,1-2-4 0,0 3-13 16,-3-3 9-16,1 2-2 0,-2 0-2 0,1-2 0 16,-1-1 1-16,-3 0-4 0,-1 0 5 0,-1-6 1 15,-5 12-1-15,0-3-1 0,-3-4 0 0,-2 1 0 16,-2-1-12-16,0-2-12 0,-6 0 8 0,0 0-4 16,0-2 2-16,1-1 1 0,2 0 0 0,2-1 7 15,2-1 0-15,0 1-9 0,4-2 7 0,-1 1 6 0,8 2-7 16,-11-6 0-16,7 2 3 0,4 4-7 15,-3-10 0-15,3 10-4 0,5-14-11 0,1 4 5 16,2 1-6-16,3-6 5 0,0 2 0 0,3-1 1 16,-2 0 2-16,2 0 10 0,-1 0-4 0,-1 0 7 0,1 0 0 15,-3 1 10-15,2-1-1 0,-3 0 14 0,-3 3 7 16,1 0 2-16,-4 2 18 0,0-1 5 16,1 1-7-16,-4 1 0 0,0-1-6 0,0 9-5 15,-3-14-4-15,3 14-3 0,-2-8-2 0,2 8-1 16,-4-9-6-16,4 9-2 0,-8-3-4 0,8 3-3 15,-11 0-3-15,11 0-1 0,-16 7 1 0,9-1-13 0,-4 0-14 16,4 1-19-16,-1 1-23 0,2 0-20 16,1 1-36-16,-2 0-27 0,2 2-35 0,1-2-104 15,0 1-307-15,3-4 137 0</inkml:trace>
  <inkml:trace contextRef="#ctx0" brushRef="#br0" timeOffset="25725.79">21960 3953 240 0,'4'-6'243'0,"-4"6"-14"0,5-3-21 15,-5 3-18-15,0 0-19 0,0 0-23 0,7-5-20 16,-7 5-15-16,0 0-12 0,0 0-8 0,0 0-6 16,5 14-10-16,-4-7-1 0,-1 2-7 0,1 1-2 15,1-1-3-15,0 1-10 0,2-1-5 0,-1 1-2 16,3 1-5-16,-2-1-4 0,5 1 7 0,-3-3-13 15,3 1-2-15,1-1-2 0,1-1-3 0,-1-3 3 16,1 3 0-16,-2-6-13 0,2 2 3 0,-1-1 0 16,-3 0-6-16,1-2 5 0,-8 0-1 0,15-2-2 15,-8-1-1-15,-1-1 5 0,-6 4-9 0,8-9 2 16,-4 3 6-16,3-1-11 0,-3-3-1 0,1 3 1 16,-3 0 5-16,1 1-2 0,-3 6 5 0,4-12 1 15,-2 6 12-15,-2 6-5 0,2-8 3 0,-2 8-5 16,4-7-2-16,-4 7-8 0,0 0 1 0,0 0-9 15,0 0-2-15,0 0-5 0,0 0 2 0,0 0-1 16,0 0 3-16,0 0-1 0,-4 32 5 0,2-21-1 16,2-1-2-16,-2 2 0 0,1 5 1 0,-2-1 1 15,3-5 4-15,-1 8-17 0,-1-3-18 0,2-2-25 16,1-1-35-16,0 2-36 0,-1 1-44 0,0-5-33 16,1-2-207-16,-1-9-441 0,-1 18 195 0</inkml:trace>
  <inkml:trace contextRef="#ctx0" brushRef="#br0" timeOffset="26267.35">22383 4138 30 0,'6'-5'205'0,"-6"5"-18"0,5-2-20 0,-5 2-23 16,0 0-14-16,0 0-19 0,0 0-7 15,0 0-3-15,0 0-18 0,0 0-8 0,0 0 1 0,9 10-7 16,-9-10-3-16,0 7-12 0,0-7-1 0,3 5 0 15,-3-5-19-15,0 0 8 0,0 0 4 0,0 0 8 16,0 0 15-16,0 0 17 0,0 10 13 0,0-10 13 16,0 0 11-16,0 0-7 0,0 0-6 0,0 0-9 15,0 0-14-15,0 0 2 0,0 0-15 16,2-22-9-16,-1 15-9 0,-1 7-3 0,5-15-7 0,-4 8-2 16,5-3-10-16,0 1 6 0,2-2-19 0,3-3-2 15,2-1-5-15,-2 2-3 0,6 0-4 0,-1 2-4 16,-1 0 1-16,1 3-8 0,-4 3 2 15,-1 0-4-15,-1 1-3 0,-1 3-6 0,-1 1-4 0,-8 0 2 16,17 6 3-16,-8-1-2 0,-4 1 4 16,4 1-1-16,-3 2 5 0,-2 0-2 0,1 1 2 0,-1-1-1 15,0 0 0-15,1-1 3 0,-5 0 1 0,1-1 0 16,-1-7 1-16,3 10 8 0,-3-10-5 16,0 7 3-16,0-7 4 0,2 6 0 0,-2-6 0 15,0 0 2-15,0 0 1 0,0 0 7 0,0 0-8 16,0 0 7-16,0 0-9 0,0 0 2 0,0 0-1 15,0 0-9-15,5-19 0 0,-5 19-1 0,5-11-4 0,2 3 4 16,-1 1-4-16,2-1-2 0,-2 1 2 0,2-1-3 16,1 1 0-16,0 0-2 0,0 1 3 15,-1 2-3-15,-3 2 2 0,2-1-7 0,-7 3 1 0,13-2 1 16,-13 2-1-16,13 3-1 0,-8 0 5 16,0 1-4-16,0 1 7 0,-1 1-1 0,0 2 1 0,3 1-12 15,-3 0-16-15,-1 0-22 0,-2 2-26 0,0-2-43 16,1 1-42-16,-2 0-52 0,0-10-164 0,-2 19-418 15,0-12 185-15</inkml:trace>
  <inkml:trace contextRef="#ctx0" brushRef="#br0" timeOffset="26686.35">22930 4078 84 0,'0'0'197'0,"0"0"-31"0,0 0-18 0,5 0-20 15,-5 0-10-15,0 0-9 0,0 0-16 0,3 13-5 16,0-8-3-16,-3-5-2 0,0 15-14 0,0-9-4 16,2 4-6-16,-1-3 2 0,1-1-6 0,-2-6-8 0,0 10 2 15,0-10-8-15,1 7 7 0,-1-7 10 16,0 0 14-16,0 9 13 0,0-9 18 0,0 0 20 16,0 0 22-16,0 0 10 0,0 0-12 0,0 0-15 15,0 0-16-15,0 0-3 0,0 0-21 0,3-24-3 16,-1 15-14-16,1-5-10 0,-1 4 2 0,5-4-3 15,-2-2-18-15,1 1-9 0,1-2-9 0,3 2 4 16,-1-2-11-16,-2 0-3 0,2 1-5 0,3-1 2 16,-2 3-11-16,-1 1 7 0,-3 5 1 0,-2-1-3 15,1 5-7-15,-2-2 3 0,-1 2-12 0,-2 4 8 16,7-4-11-16,-7 4 0 0,0 0-2 0,0 0 4 16,15 10 1-16,-11-6 2 0,1 6-3 0,0-1 2 15,0 1-1-15,0 1 2 0,-1 0 4 0,1 4-3 16,-1-3 3-16,0-2 0 0,-1 3 4 0,2 2-6 15,-1-3 4-15,1 3 4 0,-3-2-2 0,2-3 7 16,-1 0-33-16,0 1-33 0,-1-4-49 0,0-1-44 16,0 1-51-16,-2-7-55 0,1 16-188 0,-1-16-483 15,-7 10 213-15</inkml:trace>
  <inkml:trace contextRef="#ctx0" brushRef="#br0" timeOffset="26847.21">23012 4092 230 0,'0'0'284'16,"0"0"-13"-16,0 0-22 0,3-10-19 0,-3 10-27 16,5-6-23-16,2 1-20 0,0 2-19 0,2-1-4 15,4 2-40-15,-1-1-25 0,1-1-46 0,1 2-40 16,-1 0-51-16,1-2-60 0,-2 2-61 0,-3-1-129 16,1 1-342-16,-10 2 151 0</inkml:trace>
  <inkml:trace contextRef="#ctx0" brushRef="#br0" timeOffset="29329.28">8800 5924 191 0,'-5'-6'254'0,"5"6"-15"0,0 0-17 15,-5-7-18-15,5 7-20 0,0 0-21 0,0 0-19 0,0 0-18 16,0 0-15-16,0 0-14 0,0 0-12 16,0 0-10-16,0 0-6 0,11 18-6 0,-4-7-7 15,2 2-7-15,2 4-2 0,2 2-6 0,-6 0-3 16,4-2-3-16,-1 1-3 0,1 3-3 0,-2-3-1 16,0-1-5-16,-1-1 0 0,0 0 2 0,2-2-5 0,-4 0-2 15,2-4 2-15,-3 2-5 0,1-2 5 0,1 0-3 16,-3-4 1-16,2 2-1 0,-2-1-1 15,0 0-1-15,2-2 2 0,-2 1-3 0,0-1 0 16,0-2-1-16,-4-3 7 0,6 6 9 0,-2-3 9 0,-4-3 24 16,5 3 18-16,-5-3 6 0,0 0-1 15,0 0 4-15,14-7-2 0,-14 7-13 0,9-13 1 16,-3 4-7-16,1-4-4 0,-2-3-7 0,1-3-7 16,4-7 1-16,1 1-4 0,0-1-9 0,-2 2-8 15,2-2 4-15,0 1-3 0,2 0-3 0,-2 2-6 0,-1-1-9 16,-1 7-3-16,0 0-6 0,-2 2 9 0,-1 5-13 15,-2 1-4-15,0 0-8 0,-2 3-11 0,2 1-21 16,-4 5-22-16,4-7-29 0,-4 7-30 16,0 0-24-16,4-5-3 0,-4 5-11 0,0 0-16 0,5 15-31 15,-3-7-20-15,0 5-24 0,-1 3-157 0,-2 0-446 16,1 0 197-16</inkml:trace>
  <inkml:trace contextRef="#ctx0" brushRef="#br0" timeOffset="29765.18">9411 6124 146 0,'0'0'218'0,"0"0"-13"0,0 0-2 16,-17-15-3-16,11 14-15 0,6 1-9 16,-19-3-13-16,8 3-15 0,-3 4-12 0,4 1-8 0,-3-1-15 15,1 1-10-15,1 3-12 0,1-1-7 0,-1 0-13 16,4 2-6-16,-2-2-4 0,-1 4-9 0,6-2-2 15,0 2-7-15,2-1 0 0,2 0-7 16,1 0-3-16,2-1-2 0,2 0-5 0,4 1-3 0,1-3-5 16,4 3-8-16,3-3-1 0,2 1 1 0,-4-4-15 15,3-1 5-15,-5 1-7 0,-3-1-3 0,3-3 6 16,-6 3-4-16,0-3 6 0,-7 0 1 0,11 2 2 16,-11-2 3-16,7 1 7 0,-7-1 11 15,0 0 7-15,7 0 3 0,-7 0-8 0,0 0 0 0,0 0-2 16,0 0-5-16,0 0-3 0,0 0 3 0,0 0-3 15,-30 0 0-15,19 1 6 0,0 2-8 0,1-1 2 16,-2 3 1-16,-6 1 0 0,3 0 7 0,2 0-3 16,3 0 5-16,-3 1 2 0,3-1-4 0,0 3 1 15,2 0 4-15,-1 0-8 0,4-1-3 0,-3 0-2 16,7 1 2-16,-2-1-3 0,2 1-3 0,0-1 6 16,1-8-1-16,4 15-4 0,3-7-3 0,1-2-16 15,5-2-19-15,0 2-27 0,4-2-28 0,2-1-41 16,3-2-52-16,8-2-51 0,-1-2-236 0,-8 1-500 15,6-2 221-15</inkml:trace>
  <inkml:trace contextRef="#ctx0" brushRef="#br0" timeOffset="29982.2">9909 6135 153 0,'0'0'269'0,"1"-6"-21"0,-1 6-20 16,0 0-22-16,0 0-17 0,6-6-17 0,-6 6-15 16,11 0-13-16,0 0-14 0,4-2-11 0,-1 2-14 15,6 0-7-15,2 2-17 0,-2-2-27 0,-2 0-31 16,3 1-31-16,-2-1-39 0,-6 4-40 0,1-3-36 16,-2 2-34-16,-1-1-30 0,-6 1-108 0,0 0-319 15,-5-3 141-15</inkml:trace>
  <inkml:trace contextRef="#ctx0" brushRef="#br0" timeOffset="30142.32">10009 6210 105 0,'-5'2'185'0,"5"-2"-1"15,-12 2-8-15,12-2 6 0,-7 3-12 0,7-3-13 16,-6 2-8-16,6-2-15 0,0 0-11 0,0 0-9 16,0 0-3-16,0 0-6 0,0 0-5 0,0 0-10 15,20 6-16-15,-8-4-17 0,7-2-23 0,1-2-34 16,7 2-45-16,2-2-64 0,2 0-67 0,-3-4-144 15,2 1-347-15,-3-3 153 0</inkml:trace>
  <inkml:trace contextRef="#ctx0" brushRef="#br0" timeOffset="30592.38">11021 5931 56 0,'0'0'232'16,"0"0"-20"-16,0 0-20 0,0 0-20 0,16-12-17 16,1 7-19-16,2 0 2 0,11 0-18 0,-2-2-16 15,1 3-27-15,3 0-32 0,-5 2-34 0,1 0-46 16,0-1-39-16,-10 3-46 0,1-1-118 0,-7 1-256 16,0-2 114-16</inkml:trace>
  <inkml:trace contextRef="#ctx0" brushRef="#br0" timeOffset="30962.84">11262 5887 5 0,'0'0'124'0,"-1"8"20"0,0-1 8 0,1 4 8 16,0-1-15-16,0 5-10 0,0 1-1 0,-1 0-10 16,2 0-10-16,-1 0-4 0,1 2-6 0,-1-1-6 15,0 0-12-15,3 1 5 0,-2-1-13 0,-1-4 0 16,1 3-5-16,2-3-7 0,-1-2-5 0,1 1-5 15,-3 1-8-15,1-4-4 0,1 2-2 0,-1-3-6 16,-1-1-2-16,1 0-3 0,-1-7 3 0,3 12-7 16,-3-12-3-16,0 10-2 0,0-5-3 0,0-5-3 15,0 0 0-15,0 11-1 0,0-11-8 0,0 0-1 16,-9 6-12-16,5-4-2 0,4-2-3 0,-14 2 2 16,8-2-10-16,-5 0 1 0,11 0 3 0,-16 0 1 15,5 0 1-15,11 0 3 0,-12-2 3 0,12 2 9 0,-10-1 7 16,10 1 5-16,0 0-1 0,-12-1 3 15,12 1 0-15,0 0-4 0,-7-3 2 0,7 3-2 16,0 0-4-16,0 0 3 0,0 0-5 0,0 0-3 16,0 0 5-16,0 0-6 0,40 1-10 0,-19-2-23 0,7 1-18 15,-1 0-32-15,1-2-36 0,2 1-35 16,2 0-40-16,-2-2-133 0,-3 1-350 0,1-3 155 16</inkml:trace>
  <inkml:trace contextRef="#ctx0" brushRef="#br0" timeOffset="31351.92">11729 6128 196 0,'-6'-7'190'0,"6"7"-7"0,-10 0-10 0,10 0-6 16,-15 0-7-16,3 3-12 0,1 1-14 0,0 2-8 16,1-2-7-16,0 2-10 0,3 2-15 0,1-3 1 15,-3 2-18-15,2 2-6 0,2-1-9 0,1 0-5 0,2-2-5 16,-1 1-3-16,2 1-4 0,1-8-3 15,2 14-4-15,2-7-2 0,0 0-8 0,3-2-8 16,0 2-1-16,2-3-7 0,-1 1-4 0,-3-1-5 0,0-2-3 16,4 0 2-16,-9-2 0 0,6 5-4 15,-6-5 4-15,8 4 0 0,-8-4 3 0,8 1 5 16,-8-1 7-16,0 0 4 0,0 0 4 0,0 0 5 16,0 0-2-16,0 0-3 0,0 0-2 0,0 0-6 15,0 0-1-15,0 0-4 0,0 0-3 0,0 0-2 0,-28 1 7 16,20 2 3-16,8-3-5 0,-18 5 0 15,7 0 4-15,0 1 1 0,-3 3 2 0,3-4-2 0,2 4 3 16,-3-4-6-16,6 5-2 0,-3-4-3 16,3 0 1-16,-1 3-2 0,4-4-2 0,0 2-1 0,3-7-1 15,-1 12 2-15,1-12 0 0,6 15-20 0,2-8-24 16,1-1-25-16,2-1-45 0,6 0-42 0,4-5-45 16,1 3-209-16,5-3-436 0,-8-2 193 15</inkml:trace>
  <inkml:trace contextRef="#ctx0" brushRef="#br0" timeOffset="31624.41">12033 6022 208 0,'0'0'300'0,"0"0"-19"15,2-9-35-15,-2 9-27 0,0 0-26 0,2-7-21 16,-2 7-26-16,0 0-15 0,0 0-14 0,0 0-11 15,3 21-7-15,-2-9 1 0,1 4-11 0,-2 1-7 16,3 2-7-16,-3-1-4 0,2 1-3 0,0-3-8 16,-2 1-4-16,1 0-3 0,0-2-7 0,1-1-2 15,-1 0-7-15,-1-3 2 0,1 2 0 0,-2-3 1 16,2 2-9-16,-1 0-9 0,4-2-27 0,-4 0-24 16,0 1-24-16,0-3-26 0,0-8-29 15,-4 11-42-15,3-5-34 0,1-6-25 0,0 10-184 0,0-10-424 16,-4 5 187-16</inkml:trace>
  <inkml:trace contextRef="#ctx0" brushRef="#br0" timeOffset="31968.3">12086 5953 59 0,'12'-11'205'0,"-5"1"-5"15,3 5-12-15,-2-1-20 0,-2 2-15 0,3 1-17 16,-1 2-12-16,-8 1-17 0,15 4-9 0,-6 0-10 15,2 3-5-15,-4 2-5 0,0 0-6 0,1 0-5 16,-4 3-5-16,-1-2-5 0,0 2-2 0,-4 1 0 16,-4 3 2-16,-4 0-4 0,1 1-2 0,-1-1-6 15,-5-3 1-15,1-1 1 0,3-5-2 0,-1-1 0 16,3-1-1-16,-2 0 3 0,0-2 6 16,3 0 1-16,2-1 4 0,-2 0 9 0,7-2 4 0,-9 3 6 15,9-3 1-15,0 0 0 0,-9 3 0 0,9-3 2 16,0 0 2-16,-6 1-10 0,6-1-11 0,0 0-10 15,0 0-9-15,0 0-12 0,0 0 1 0,0 0-12 16,0 9 3-16,0-9-4 0,9 13 1 0,-5-7-7 16,7 3-2-16,-1-1-20 0,1 1-26 0,3 1-16 15,3 3-32-15,-1-3-25 0,0 3-32 0,6 2-39 16,-4-5-46-16,2 2-44 0,-6-2-162 0,3-1-468 16,-2-1 207-16</inkml:trace>
  <inkml:trace contextRef="#ctx0" brushRef="#br0" timeOffset="32367.78">12486 6204 76 0,'-2'-5'264'0,"2"5"-7"16,0 0-10-16,-2-10-18 0,2 10-21 0,0 0-22 16,0 0-23-16,-9-1-15 0,9 1-15 0,-13 7-7 15,3 0-15-15,1 1-9 0,0 0-12 0,0-1-7 16,0 2-10-16,3-1-8 0,2 0-7 0,-3 1-6 15,2-1-5-15,3-1-1 0,1 3-8 0,2-2-16 16,0 0-2-16,5-2 0 0,-1 1-13 0,1-1 0 16,1-1-6-16,3 0-3 0,0 0-3 0,1-2 1 15,-5 0-5-15,2-1 2 0,-2 0-3 0,-6-2 0 16,13 2 3-16,-13-2-2 0,4 3 1 0,-4-3 3 16,0 0 0-16,10 1 7 0,-10-1 11 0,0 0 3 15,5 5-2-15,-5-5-5 0,0 0-1 0,0 0-1 16,-17 6-2-16,9-1-1 0,-3-1 2 0,1 1 1 15,1 2-2-15,-1-2 2 0,0 1 4 0,-1 3 5 16,1-1 6-16,-2 3 2 0,3-3-2 0,-2 1-1 16,5-1-6-16,0 0 3 0,-1 2-5 0,5-5 1 15,-4 4-2-15,4-4 2 0,1 2-2 0,1-7-1 16,5 14 2-16,0-7-4 0,7-1-7 0,0 0-15 16,5 0-25-16,4-3-40 0,8 3-40 0,-4-4-73 15,3-2-55-15,-9 1-165 0,0-1-446 0,9-1 197 16</inkml:trace>
  <inkml:trace contextRef="#ctx0" brushRef="#br0" timeOffset="32609.91">13365 6170 3213 0,'0'0'195'0,"0"-11"-126"0,0 11-30 0,0 0-18 15,0 0 20-15,0-9 24 0,0 9 11 0,0 0 0 16,0 0-2-16,0 0 1 0,0 0-4 0,0 0-9 16,6-5-9-16,-2 1-4 0,-4 4-3 15,19 0-10-15,-6 0 0 0,5 0-21 0,3 0-24 0,-2 0-23 16,2 0-35-16,-1 1-38 0,-6-1-41 0,-2 0-48 16,2 0-43-16,-5 2-45 0,0-1-258 0,-1 3-585 15,-2-2 258-15</inkml:trace>
  <inkml:trace contextRef="#ctx0" brushRef="#br0" timeOffset="32775.4">13394 6278 211 0,'0'0'239'0,"-7"3"-4"0,7-3 8 0,0 0-17 16,0 0-11-16,-4 5-22 0,4-5-18 0,0 0-18 0,0 0-17 15,0 0-26-15,28 0-29 0,-9-2-34 0,-1 1-46 16,11 0-63-16,0-2-71 0,1 0-76 0,-4 0-112 15,5-1-342-15,-4 0 152 0</inkml:trace>
  <inkml:trace contextRef="#ctx0" brushRef="#br0" timeOffset="35018.06">15305 5777 11 0,'-4'-7'276'0,"4"7"-14"15,-2-7-19-15,2 7-19 0,0 0-24 0,0 0-18 16,0 0-20-16,-2-8-18 0,2 8-19 0,0 0-19 15,0 0-9-15,0 0-11 0,0 0-11 0,0 0-8 16,0 0-6-16,-3 28-8 0,5-15-2 0,-2 2-4 16,1 3-4-16,0-1 0 0,-1 1 0 0,0 0-1 15,0-1-5-15,1-2 1 0,1 2-6 0,-2-6-1 16,0 4-5-16,0-2 0 0,0 0-3 0,0-1 1 16,0 1-2-16,0-2-2 0,0 1 0 0,0-2-4 15,0 0-24-15,0 2-23 0,0 0-26 0,-2 0-41 16,1-2-40-16,0-3-47 0,0 4-35 0,-1-3-151 15,-3 1-401-15,5-9 178 0</inkml:trace>
  <inkml:trace contextRef="#ctx0" brushRef="#br0" timeOffset="35216.35">15483 5934 31 0,'6'-6'273'0,"-6"6"-14"0,3-4-18 0,-3 4-17 15,0 0-18-15,0 0-19 0,7-3-23 0,-7 3-13 16,0 0-19-16,0 0-17 0,0 0-12 0,0 0-15 16,0 0-15-16,0 0-14 0,0 0-23 0,0 0-32 15,10 10-26-15,-10-10-36 0,3 7-35 0,0-2-42 16,0 0-33-16,-3-5-144 0,5 7-338 0,-5-7 150 16</inkml:trace>
  <inkml:trace contextRef="#ctx0" brushRef="#br0" timeOffset="35602.51">15844 5719 208 0,'10'-6'216'0,"0"2"-13"0,1 1-13 16,-1 0-18-16,-3 2-18 0,-7 1-14 0,21 1-15 15,-12 2-10-15,-1-1-14 0,-2 1-8 0,4 3-10 16,-1-2-8-16,-1 3-5 0,-2-1-9 0,-1 1-5 15,-1 2-3-15,0 0-8 0,-2-2-2 0,-2 0 3 16,-1 2-2-16,-3 2 2 0,-1-2-3 0,0 2-4 16,-4-3 4-16,3 2-7 0,-2-1-5 0,-1 0-3 15,3-1-12-15,-2-2-9 0,2 0-16 0,2-1-6 16,-1-1-4-16,0 1-3 0,5-5-4 0,-1 12-2 16,1-12 2-16,0 9 1 0,0-9 3 0,3 11 0 15,2-5 3-15,0 1-1 0,1-1 6 0,1 3-4 16,1-1 3-16,2 2 4 0,-1-2 1 0,-1 0 1 15,-1 1 1-15,1-2-5 0,-2 3 5 0,-3-4-1 16,1 2 3-16,-3-3-1 0,2 1 2 0,-3 2 3 16,0-8 5-16,-3 14 3 0,1-9 2 0,-4 1-2 15,1-1-1-15,-2-1 3 0,-2 3-6 0,2-4-6 16,-2 0-15-16,-2 1-18 0,1-4-24 0,2 2-36 16,8-2-41-16,-15-2-175 0,6 0-339 0,9 2 150 0</inkml:trace>
  <inkml:trace contextRef="#ctx0" brushRef="#br0" timeOffset="36144.25">16251 5864 2264 0,'10'-7'216'16,"-3"-1"-132"-16,-3 4-18 0,1-1-22 0,-1 0 15 15,0 1 11-15,-4 4-4 0,5-6 2 0,-5 6-4 16,0 0-3-16,4-4-3 0,-4 4-10 0,0 0-9 15,0 0-8-15,0 0-5 0,0 0-5 0,0 0 2 16,0 0-1-16,0 0-9 0,0 0 3 0,5 13-7 16,-5-13-1-16,1 11 3 0,1-5-3 0,-1 2-1 15,4 1 2-15,0 0-5 0,3 1 3 0,-5-1 0 16,4 1-4-16,3-2 3 0,-2 3-3 0,2-4 0 0,-1 2 2 16,4 3-2-16,-4-4-1 0,0 1-1 15,1-2 1-15,-3 0 1 0,0 0 4 0,-2-2-5 16,3 4-10-16,-5-4-10 0,-1 0-4 0,-2-5-3 15,0 13-1-15,0-13-3 0,-5 11-5 0,-2-7-1 16,-2 2-4-16,2-1-6 0,-4-2-1 0,-1 1-1 0,1-4 4 16,0 2 2-16,-1-2-3 0,1-3-1 0,-1 0 8 15,1 0-2-15,3-1 8 0,2-1-3 0,-2 1-2 16,2-3-11-16,1-2-4 0,1 2 2 16,2-1-1-16,2 8 2 0,2-17 5 0,2 8 5 0,1-2 1 15,0-1 0-15,4 2 0 0,2-4 5 0,1 2 5 16,2-1 6-16,-1-2-3 0,-3 3 7 0,4-2 3 15,-4 2 11-15,4-1 6 0,-6 2 11 16,-2 1 10-16,1 1 16 0,-1-1-5 0,-2 1 0 16,1 1 2-16,-4 1 4 0,2-1-3 0,-2 1-2 0,-1 7-2 15,-2-12 2-15,-2 6-2 0,4 6-5 0,-9-10-2 16,2 5-7-16,-2 2-3 0,-1 0-1 16,0 3-6-16,10 0-1 0,-18 3 0 0,4 2-1 15,0 2 1-15,1-1-4 0,-2 2-20 0,2 2-19 0,-1 1-26 16,4-3-38-16,-2 1-42 0,3 0-37 0,3 1-192 15,-2-3-400-15,1 3 177 0</inkml:trace>
  <inkml:trace contextRef="#ctx0" brushRef="#br0" timeOffset="36596.21">16623 5739 80 0,'4'-3'313'0,"-4"3"-11"0,4-8-9 0,-4 8-27 0,3-6-22 16,-3 6-22-16,0 0-30 0,0 0-22 0,5-3-24 16,-5 3-18-16,0 0-4 0,0 0-20 0,1 22-8 15,-1-12-5-15,-2 2-6 0,2-1-14 0,0 1-8 16,-2 1-5-16,5-1-5 0,-3 0-3 0,2 0-5 16,1 0-2-16,2-2-2 0,0 2-5 0,2-3 1 15,-1 0 0-15,3-1-9 0,6 2-2 0,-4-3-3 16,0-2 0-16,-2-1-6 0,1-2-5 0,2-1-1 15,-1-1-4-15,-1 1-1 0,2-3-2 0,-4 0 2 16,3-2-2-16,-1-1 0 0,-1-1 5 0,2 0-5 16,-3-1 1-16,-1-1 0 0,0-2 3 0,2 1 1 15,0-1 5-15,-1-5 2 0,-4 5 6 0,1-2 2 16,1 2 15-16,1 0 4 0,-2 2 12 0,-4 2 7 16,3 1-2-16,-4 5-2 0,2-8-5 0,-2 8-8 15,3-6-9-15,-3 6-5 0,0 0-13 0,5-5-8 16,-5 5-5-16,0 0-2 0,0 0 7 0,0 0-6 15,2 21 10-15,-2-12-11 0,-2 2 11 0,2 0-17 16,-1 0 6-16,2 2 1 0,-2 2-6 0,1 1 13 16,-1-1-1-16,2-2 0 0,-4 3-12 0,5-4-12 15,-1 1-44-15,4 4-30 0,-4-1-24 0,2-4-30 16,-2 1-38-16,2-2-64 0,-1 0-57 0,1-1-221 16,-1 0-566-16,-2-10 250 0</inkml:trace>
  <inkml:trace contextRef="#ctx0" brushRef="#br0" timeOffset="36888.37">17363 5720 2930 0,'-2'-10'80'15,"1"0"0"-15,-1-1-32 0,1 6-13 0,1 5-5 16,-4-12 3-16,4 12-5 0,-1-5-2 0,1 5-8 15,0 0-2-15,0 0-5 0,0 0-3 0,0 0 1 16,0 0-2-16,0 0-1 0,0 0 0 0,23 22 5 16,-12-6 7-16,0-1 0 0,0-1 0 0,2 2-5 15,-2-2 4-15,1 1 2 0,-1 2 3 0,1-3-7 16,-1 0 7-16,1 0-7 0,-3-1 4 0,2-1-2 16,-3-1 0-16,-3-3-1 0,4 2-9 0,-1-2-36 0,-3-1-30 15,1 1-42-15,-2 0-37 0,-1-2-45 16,2-1-49-16,-1-1-32 0,-4-4-175 0,2 10-474 15,-2-10 210-15</inkml:trace>
  <inkml:trace contextRef="#ctx0" brushRef="#br0" timeOffset="37077.11">17618 5701 166 0,'0'0'306'0,"-1"-12"-24"0,1 12-23 0,0-6-28 16,0 6-24-16,0 0-25 0,0 0-13 0,0 0-6 15,-21 17-3-15,7-3-9 0,-4 6-17 0,-1 1-2 16,-2 3-17-16,-1-1-13 0,0 3-2 0,1-2-10 16,1-1-24-16,1 1-35 0,0-2-28 0,-1 3-48 15,5-4-67-15,2-5-91 0,3 0-246 0,0-4-485 16,-3-1 215-16</inkml:trace>
  <inkml:trace contextRef="#ctx0" brushRef="#br0" timeOffset="38524.21">18092 5602 192 0,'2'-13'284'0,"-2"13"-17"0,0-10-12 0,0 10-14 16,2-6-11-16,-2 6-18 0,0 0-19 0,0 0-23 15,1-9-18-15,-1 9-21 0,0 0-21 0,0 0-11 16,0 0-12-16,0 0-10 0,0 0-7 0,0 0-8 15,1 27-6-15,-1-13-5 0,0 2-5 0,-1 1-5 16,2 1 2-16,-1-1-4 0,0-1 1 0,-1 3-4 16,2-2 0-16,-1 1 2 0,0 0-1 0,3-2-4 15,-3-1-2-15,0 1 2 0,1-3-3 0,2-2-6 16,-2 0-3-16,-1 2 1 0,0-3-6 0,1 0 0 16,1 0 4-16,-2 0-4 0,1 0 0 0,0-3-3 15,0 1-1-15,-1-8-26 0,3 13-24 0,0-7-18 16,-2 0-27-16,-1-6-36 0,1 9-41 0,-1-9-46 15,1 9-44-15,-1-9-196 0,0 0-482 0,0 0 213 16</inkml:trace>
  <inkml:trace contextRef="#ctx0" brushRef="#br0" timeOffset="38834.11">18478 5559 78 0,'0'0'271'0,"4"-6"-23"0,-4 6-20 0,0 0-14 15,0-8-30-15,0 8-20 0,0 0-21 0,0 0-10 16,0 0-16-16,0 0-11 0,0 0-11 0,0 0-9 16,6 19-5-16,-3-8-12 0,-1 0 0 0,1 2 7 15,-3 2-1-15,1 2 10 0,-1 2 10 0,3 0 1 16,-2-2-11-16,1-1-9 0,0-4-5 0,-2 3-7 15,0-1 2-15,1 2-12 0,0-5-6 0,2 1-6 16,-2 1-1-16,-1-2-4 0,3 1-3 0,-2-1-18 16,-1-2-32-16,1 2-25 0,1-3-24 0,-2 3-30 15,0-11-43-15,0 13-44 0,0-13-31 0,1 10-31 16,-1-10-149-16,0 0-424 0,0 0 187 0</inkml:trace>
  <inkml:trace contextRef="#ctx0" brushRef="#br0" timeOffset="39069.43">18694 5625 16 0,'0'0'230'0,"4"-6"-26"0,-4 6-21 0,0 0-18 0,0 0-14 16,0 0-5-16,0 0-12 0,0 0-6 16,-37 17-9-16,20-6-6 0,3 2-10 0,-3-1-2 15,1 0-11-15,2-1-5 0,5-1-13 0,0-2-6 16,1 0-9-16,1-1-6 0,1 2-2 0,0-1-6 15,5 0-1-15,-1-1-3 0,2 0-2 0,0-7-3 16,4 13-3-16,5-4-12 0,1-5-20 0,6 2-29 16,4-1-32-16,1 1-40 0,6-1-26 0,-6-2-40 15,1 0-169-15,-2 1-363 0,1-2 161 0</inkml:trace>
  <inkml:trace contextRef="#ctx0" brushRef="#br0" timeOffset="39450.47">18972 5853 137 0,'0'0'252'0,"4"-4"-8"16,-4 4-9-16,0 0-10 0,7-8-24 0,-7 8-16 0,7-6-12 15,-3 2-14-15,-4 4-16 0,9-10-7 16,-5 7-8-16,1-4-14 0,1 0-11 0,-1 2-4 16,2-3-3-16,-1-1-3 0,0 0-12 0,-1-1 1 15,0 0-11-15,-3 0-8 0,2-2-5 0,-4 1-6 16,1-4-6-16,2-2-3 0,-2 5-8 0,-1-1 2 15,1 1-6-15,-1 2-1 0,0 0 2 0,2 0-2 16,-2 1-5-16,1 2 4 0,-1 7-7 0,1-10-6 16,-1 10-3-16,3-6-3 0,-3 6-5 0,4-6-6 15,-4 6-3-15,9-1-4 0,-9 1-4 0,12 5 1 16,-5 0-2-16,-1-2-1 0,2 4-5 0,-2 2 7 0,-1 1-1 16,1 0-2-16,-4 1 4 0,1 0 0 15,0 1 0-15,-3-1 6 0,2 1-3 0,-1 0-2 16,-1-1 6-16,-1 2 2 0,1-3-6 0,1 2 8 15,-1-2-6-15,-1 0-1 0,1-2 4 0,2 3-4 0,-2-4-8 16,1 0-8-16,1 0-15 0,2 1-18 0,-2-3-19 16,3 1-27-16,2 2-34 0,2-3-22 15,2-1-33-15,1 0-43 0,2 0-149 0,2-4-412 16,2 1 182-16</inkml:trace>
  <inkml:trace contextRef="#ctx0" brushRef="#br0" timeOffset="39657.18">19898 5650 15 0,'2'-5'310'0,"-2"5"-29"16,0 0-23-16,0 0-24 0,0 0-23 15,3-8-23-15,-3 8-23 0,11-3-14 0,0 5-16 16,1-4-14-16,8 2-28 0,-8 0-34 0,7 0-42 15,-1 0-48-15,-1 2-53 0,3-2-60 0,-3 1-187 0,-3-1-356 16,-2 0 158-16</inkml:trace>
  <inkml:trace contextRef="#ctx0" brushRef="#br0" timeOffset="39825.85">20006 5734 205 0,'0'0'229'0,"0"0"-16"0,0 0-21 16,0 0-15-16,0 0-22 0,0 0-12 0,0 0-19 16,11 8-23-16,-4-7-34 0,5 1-44 0,-1-1-50 15,8-1-57-15,-1 1-60 0,0-2-85 0,3-1-249 0,-1 0 110 16</inkml:trace>
  <inkml:trace contextRef="#ctx0" brushRef="#br0" timeOffset="42494.39">20625 5337 94 0,'0'0'215'0,"0"0"-24"15,0 0-21-15,0 0-24 0,0 0-11 0,0 0-19 16,0 0-14-16,0 0-13 0,0 0-5 0,0 0 4 15,1 30 6-15,2-14-5 0,-2 1-7 0,0 0-4 16,2 3-2-16,-1-2-8 0,1 1-5 0,0-2-6 16,-1 0-2-16,1 0-4 0,-1 0-4 0,2 1-7 15,-2-2-3-15,1 1-3 0,-2-5 1 0,3 4-7 16,-1-3-2-16,-1 1-2 0,1-2-2 0,0 0-17 16,-2-1-24-16,1-1-30 0,0 2-41 0,1-2-37 15,-1-1-33-15,-2-1-173 0,0-1-361 0,0-7 160 16</inkml:trace>
  <inkml:trace contextRef="#ctx0" brushRef="#br0" timeOffset="42687.3">20798 5541 17 0,'3'-6'212'0,"-3"6"-22"0,0 0-16 0,0 0-19 15,0 0-18-15,8-2-14 0,-8 2-14 0,0 0-7 16,0 0-16-16,0 0-31 0,0 0-33 0,8 14-32 16,-5-9-38-16,0 0-49 0,0 1-108 0,-3-6-222 15,2 11 99-15</inkml:trace>
  <inkml:trace contextRef="#ctx0" brushRef="#br0" timeOffset="43105.97">21039 5400 38 0,'3'-4'221'0,"-3"4"-18"0,7-7-10 16,3 4-12-16,-1-2-12 0,2 3-9 0,1 2-16 16,0 0-6-16,3 0-14 0,-3 2-12 0,3 0-8 15,2 1-11-15,-3 0-11 0,-4-1-7 0,2 3-9 16,-2-1-7-16,-1 1-8 0,-3-2-3 0,1 0-6 15,-4 3-4-15,2-3-4 0,-1 2-2 0,-4-5 0 16,4 11-4-16,-4-5 0 0,0-6 4 0,-5 13-3 16,-3-5-3-16,2-1-3 0,1 0-8 0,1-2-11 0,0-1-1 15,4-4-6-15,-6 10-8 0,3-5-10 0,3-5-9 16,-4 8 2-16,3-2 2 0,1-6 4 16,5 9 1-16,-1-2-1 0,0-3 11 0,3 1 0 15,-1 1-5-15,4 0 3 0,-4 1 3 0,6 0 1 0,-3 0-3 16,1-2-1-16,-1 3 5 0,0-2 7 15,-2 0-10-15,0 1 4 0,-2-1-3 0,0 0 0 0,-1 0 3 16,-1-1 0-16,-1 1 0 0,-2-6 4 16,1 13 3-16,-1-13 1 0,-3 13 10 0,-1-6-3 15,0-2-2-15,-4 2 2 0,-1 0-7 0,-2-2-2 0,0 2-16 16,-1-3-14-16,0 1-19 0,2-1-24 16,-3-1-34-16,4 0-39 0,-4-2-167 0,-1-1-341 15,4-1 151-15</inkml:trace>
  <inkml:trace contextRef="#ctx0" brushRef="#br0" timeOffset="43600.11">21569 5463 193 0,'7'-4'249'0,"-7"4"-24"15,0 0-22-15,5-6-23 0,-5 6-22 0,0 0-19 16,0 0-15-16,0 0-13 0,0 0-7 15,0 0-12-15,5 17-12 0,-5-9-4 0,3 0-7 0,-2 2-10 16,3-1-3-16,1 2-4 0,1 0-5 16,0-1-6-16,2 0-1 0,3 2-8 0,-1-2 1 0,0 3-3 15,-1-3-1-15,1-2-5 0,-2 2-4 0,-1-2 0 16,2 1-3-16,-1-2-3 0,-3 1 0 16,2 0 3-16,-4-2-6 0,0 1 2 0,0-1-3 15,-1 1 7-15,-2-7-3 0,-1 10-3 0,-3-4 0 0,-2 0-6 16,-4-1-7-16,-1 0-6 0,0 0-2 0,-1-3-4 15,-2 1-9-15,2-2 5 0,1 0-11 0,1-1 7 16,2 0-1-16,8 0-9 0,-14-5-6 0,9 0-7 16,5 5-1-16,-5-9-2 0,4 3 4 0,1 6 2 15,2-13-1-15,2 1-10 0,2 5 2 0,2-5 1 16,-2 2 1-16,3-3-3 0,0-1 1 0,3-1 8 16,-2 1 7-16,-2-1 5 0,1 1 5 0,-2-1-2 15,2 2 20-15,-4 3 7 0,3-6 12 16,-3 5 4-16,-2-1 18 0,1-1-2 0,-3 4 2 0,0-1 27 15,-1 1 20-15,0 9-16 0,-1-15-7 0,0 5-4 16,-2 4-4-16,-1 0-8 0,4 6 3 0,-5-9 0 16,0 6-2-16,5 3-8 0,-6-7-5 0,6 7-4 15,-12-1-1-15,12 1-6 0,-17 5-4 0,6-2-20 16,-1 4-26-16,-3 2-37 0,2 0-53 0,2-2-44 16,-1 6-181-16,-1-3-376 0,5-4 167 0</inkml:trace>
  <inkml:trace contextRef="#ctx0" brushRef="#br0" timeOffset="44052.73">21941 5388 108 0,'0'0'285'0,"7"-4"-21"15,-7 4-23-15,6-5-24 0,-6 5-27 0,0 0-21 16,0 0-22-16,0 0-14 0,0 0-16 0,0 0-9 15,1 21-11-15,-3-12-8 0,0 2-9 0,2 6-7 16,-1-1-4-16,1-6-6 0,0 4-7 0,0-2-1 16,1 0-3-16,1 0-7 0,0-2-6 0,3 1-2 15,-1 0-3-15,3 0-4 0,3-4 3 0,-2 1-5 16,-2-4-4-16,3 2 0 0,1-2 0 0,-1-2-2 16,-2 0-2-16,4-2-3 0,-3 0 2 0,1-2-2 15,1-2-2-15,-4-1 2 0,1 2-4 0,-2-2 6 16,1-4-1-16,3 2 2 0,-3 0 5 0,0-2 3 15,-1 2 5-15,0-3 4 0,1 0 6 0,-1 0 2 16,-1 1-6-16,2 0 4 0,-3 4 7 0,1-1 9 16,-1 0 4-16,-3 6 3 0,3-6-6 0,-3 6-10 15,0 0-7-15,5-7-9 0,-5 7-7 0,0 0-8 0,0 0-6 16,0 0-7-16,0 0 6 0,0 0-4 16,0 0-6-16,0 0 3 0,7 19 1 0,-7-9 3 15,1 0-1-15,-2 0-2 0,1 6 2 0,1-2 8 16,0 1-7-16,1 1-4 0,-2-1 1 0,1 2 0 15,1-1-23-15,-2-4-33 0,2 1-18 0,-1-1-27 16,0 0-35-16,-1 0-38 0,0-1-50 0,2-1-55 16,-2 0-227-16,0-3-542 0,0-7 241 0</inkml:trace>
  <inkml:trace contextRef="#ctx0" brushRef="#br0" timeOffset="44464.57">22488 5419 192 0,'3'-5'292'0,"-3"5"-26"15,2-7-23-15,-2 7-26 0,0 0-25 16,5-6-22-16,-5 6-22 0,0 0-16 0,0 0-13 16,0 0-10-16,13 19-4 0,-6-7-14 0,-1 2 0 15,3 3-6-15,0-1-3 0,0 2-4 0,0-1 4 16,1 1-4-16,-1-1-12 0,-1 0-3 0,2-1-3 15,-1 1-8-15,-1-2 1 0,0-2-5 0,-3-3-2 0,1 0-2 16,-1-2-6-16,0 0-3 0,-1-1-1 16,1-1-5-16,-3-3 0 0,2 2-3 0,-4-5 7 15,5 8 14-15,-5-8 27 0,0 0 24 0,5 3 18 0,-5-3-8 16,0 0-13-16,17-14-8 0,-8 3-9 16,3-2-6-16,1 1-6 0,3-9-7 0,0 2-20 15,1-3 11-15,1-1-5 0,-1 1-3 0,2-1-3 16,-3 1-7-16,1-2-9 0,0 5 5 0,-8 5 0 0,-2-2 9 15,1-1-15-15,1 2-5 0,-1 1-2 0,-2 0-4 16,-1 5 2-16,-1 1-4 0,1 2-6 0,-5 6-22 16,4-8-31-16,-4 8-30 0,2-8-24 15,-2 8-37-15,0 0-43 0,2-6-30 0,-2 6-21 16,0 0-30-16,0 0-48 0,0 0-217 0,0 0-573 0,-23 25 253 16</inkml:trace>
  <inkml:trace contextRef="#ctx0" brushRef="#br0" timeOffset="47596.96">9206 7531 250 0,'-5'-9'248'0,"5"9"-9"0,0 0-13 0,-1-8-19 16,1 8-17-16,0 0-22 0,0 0-17 16,-5-8-19-16,5 8-20 0,0 0-14 0,0 0-13 0,0 0-9 15,0 0-7-15,0 0-8 0,14 25-4 0,-8-15-8 16,4 9-2-16,3 4-8 0,-2 1-1 0,1 0-3 16,-2 0-5-16,-1-6-1 0,1-1-5 0,-2 2-4 15,1-3 3-15,1 3-6 0,-3-5-1 0,2 2-2 16,-1 0 1-16,0-3-1 0,-3-3-4 0,1 0 2 15,-1-1 2-15,-1 1-6 0,-1-5 7 0,1 2-5 16,0-1-1-16,-4-6-1 0,5 7 4 0,-2-3 2 16,-3-4 14-16,0 0 27 0,2 7 9 0,-2-7 20 15,0 0 1-15,0 0-4 0,0 0-12 0,0 0-4 16,12-18-5-16,-8 5-9 0,2-1 0 0,0 0-6 16,1 0-5-16,-3-3-4 0,1-1 15 0,1-1-23 15,0 0 1-15,2-4-7 0,-4 4-3 0,2 2 3 16,1-2-6-16,-1 1 3 0,-1 0-8 0,0 3 2 15,1 0-6-15,-3 0-10 0,0 3-2 0,2 1-4 16,-3 2-6-16,1 1-1 0,-2 2 4 0,-1 6-27 16,6-11-9-16,-6 11-17 0,1-7-20 0,-1 7-25 15,0 0-17-15,5-4-10 0,-5 4-15 0,0 0-22 16,16 4-18-16,-8 0-22 0,1 1-20 0,3 1-151 16,-3 3-415-16,0-1 184 0</inkml:trace>
  <inkml:trace contextRef="#ctx0" brushRef="#br0" timeOffset="47850.89">9720 7770 47 0,'0'0'225'0,"0"0"-19"0,4 5-20 16,-4-5-15-16,0 0-21 0,0 0-17 0,0 0-12 15,0 9 0-15,0-9-1 0,-2 12-1 0,2-5-10 0,0-7-12 16,-1 19-7-16,1-9-9 0,0 3-5 15,0-2-3-15,-1 0-7 0,1-1-2 0,0 3-5 0,0-3-4 16,-1 3-5-16,1 1-2 0,0-3-9 16,0 0-2-16,0 1-3 0,0-2 1 0,0 1-6 15,0-1-22-15,-3 1-32 0,7 0-15 0,-5-3-34 0,1 1-39 16,0-9-17-16,1 13-27 0,-1-9-21 0,0-4-145 16,0 12-347-16,0-12 153 0</inkml:trace>
  <inkml:trace contextRef="#ctx0" brushRef="#br0" timeOffset="48268.43">9729 7760 32 0,'4'-9'186'0,"-3"2"-3"16,2-5-13-16,-1 5-16 0,-2 7-26 0,7-9-4 16,-2 5-12-16,0 2-12 0,-5 2-11 0,13-1-11 15,-13 1-6-15,15 3-7 0,-6 1-4 0,1-1-8 16,0 3-3-16,-1 0-7 0,-1 0 1 0,0-1-6 15,0 3-3-15,0-1-10 0,-1 0 1 0,-3 0 3 16,-1-1-6-16,1 0 0 0,-3 1 2 0,1 2 6 16,-2-9-2-16,1 12-2 0,-4-5-1 0,0 0 0 15,-1 4-2-15,-1-2-2 0,2 0-3 0,-1-5-11 16,2 2-2-16,-1 1-13 0,3-7-9 0,-1 6 2 16,1-6-1-16,-2 9-4 0,2-9-12 0,3 11 7 15,-3-11 2-15,5 9-3 0,-1-3 8 0,1-1 1 16,0-1 0-16,2 2 2 0,0-1 3 0,1 2-4 15,-2 1 5-15,4-3-5 0,-3 1 8 0,-2 0 1 16,3 0-2-16,-3-2-4 0,1 2 4 0,-2 0-1 16,0-3 3-16,-4-3 3 0,5 10 15 0,-5-10 19 15,0 7 1-15,0-7 7 0,-1 9-5 0,1-9 5 16,-7 8 5-16,2-6-7 0,-4 1-2 0,0 1 1 16,-2-1-6-16,-1 0-1 0,2 0-4 0,1-2 2 15,0-1-6-15,9 0-12 0,-14 3-16 0,14-3-27 16,-10 1-36-16,10-1-36 0,-10 0-43 0,10 0-177 15,0 0-353-15,-10-4 156 0</inkml:trace>
  <inkml:trace contextRef="#ctx0" brushRef="#br0" timeOffset="48484.88">10262 7803 118 0,'4'-4'270'0,"-4"4"-14"0,4-6-18 0,-4 6-16 0,6-3-19 16,-6 3-21-16,0 0-19 0,0 0-19 15,9-3-15-15,-9 3-9 0,11-1-16 0,-11 1-7 16,20 1-19-16,-8-1-23 0,1 0-31 0,4 1-41 16,-3-1-49-16,-3 2-49 0,3-2-58 0,-3 3-166 0,-1 0-367 15,-5-2 162-15</inkml:trace>
  <inkml:trace contextRef="#ctx0" brushRef="#br0" timeOffset="48653.59">10277 7939 154 0,'-7'6'267'0,"7"-6"-10"0,0 0-12 16,0 0-17-16,0 0-17 0,0 0-22 0,0 0-20 0,0 0-17 15,0 0-16-15,0 0-20 0,0 0-19 0,20 4-20 16,-6-6-32-16,-1 2-49 0,7-1-51 0,0-2-50 15,1-1-66-15,0 2-164 0,-1-2-363 0,-1-1 161 16</inkml:trace>
  <inkml:trace contextRef="#ctx0" brushRef="#br0" timeOffset="50284.18">11149 7590 30 0,'-1'-9'188'0,"1"9"-4"0,0 0-2 15,1-13 0-15,-1 13-10 0,0 0-11 0,0-8-14 16,0 8-10-16,0 0-10 0,0 0-13 0,0 0-1 15,0 0-11-15,0-10-9 0,0 10-12 0,0 0-8 16,0 0-5-16,0 0-14 0,0 0-5 0,0 0-7 16,0 0-11-16,0 0-5 0,0 0-1 0,0 0-6 15,0 0 2-15,0 0-4 0,14 22 0 0,-7-13-5 16,2 5 1-16,-1 0-1 0,1-1 2 0,1 1-3 16,1 3-2-16,0-2-1 0,-1 1-1 0,1 0-1 15,0-1 1-15,-2-1-2 0,1 3 1 0,0-3-2 0,1 0 3 16,-4-4 0-16,0 2 0 0,0-3 1 0,0 5-3 15,-1-5-1-15,1 1 2 0,-1 2 0 0,1-4 2 16,0 1-5-16,-3 0 3 0,0-1-1 16,1 1-3-16,-3-3 2 0,3 1-1 0,0-1 1 0,-3-1 1 15,-2-5 1-15,6 8-2 0,-3-5-1 0,-3-3 2 16,4 7 1-16,-4-7-3 0,3 4 3 0,-3-4 3 16,0 0-1-16,0 0 14 0,7 4 16 0,-7-4 12 15,0 0-1-15,0 0-6 0,0 0-2 0,4-15-4 16,-3 8-5-16,1-1-3 0,1-3 3 0,-2 2-2 15,1-5-4-15,1-1 1 0,1-3-5 0,-1-1-1 16,2 2-3-16,2-7 1 0,-2 5-4 0,3-7 0 16,-3 7-5-16,1-6 0 0,0 6 1 0,3-4-4 15,-3 3-1-15,0 1 0 0,2 2 1 0,-4 0 2 16,0 5-7-16,-1-1 0 0,0 4 1 0,1 0-4 16,0 1 4-16,0 2-6 0,-4 0-11 0,0 6-8 15,4-9-13-15,-4 9-23 0,2-5-15 0,-2 5-21 16,0 0-15-16,0 0 5 0,0 0-11 0,0 0-29 15,14 9-24-15,-8-4-16 0,-1 7-26 0,1-2-127 16,-4 2-363-16,4 3 161 0</inkml:trace>
  <inkml:trace contextRef="#ctx0" brushRef="#br0" timeOffset="50548.21">11700 7787 135 0,'0'0'225'0,"0"0"-27"0,0 0-16 0,0 0-16 16,0 0-22-16,0 0-10 0,0 0-5 0,-2 10-7 15,2-10-1-15,3 13-13 0,-3-5-8 0,0 5-7 16,-1-2-7-16,2 1-5 0,-1 1-2 0,2 2-10 16,0 0-9-16,-1-1-2 0,-1-1-10 0,0-1-2 15,-1 3-7-15,2-3 4 0,-4-1-6 0,6 1-4 0,-3-3-4 16,1 2-1-16,1-2-16 0,0-1-16 0,-2 2-19 15,2-1-26-15,0 0-28 0,-1-3-28 16,2 0-25-16,-3-6-19 0,2 11-27 0,0-6-140 16,-2-5-341-16,2 8 150 0</inkml:trace>
  <inkml:trace contextRef="#ctx0" brushRef="#br0" timeOffset="50962.36">11730 7786 118 0,'4'-8'168'0,"0"1"-10"0,0 3-10 16,4-2-6-16,0 4-8 0,1-3-3 0,-2 2-12 15,2 2-13-15,2-2-4 0,0 2-12 0,1 2-6 16,-1-1-8-16,-3 2-8 0,4 0-4 0,-3 3-10 16,0-2-3-16,-2 1-4 0,0 1-4 0,0 2-6 15,1 1-6-15,-6-1-1 0,1 2 1 0,2-2 4 16,-5 5 6-16,0-2-1 0,0 2-4 0,0-2-4 15,-3-4-3-15,0 5 0 0,1-4-3 0,0 1-7 16,0 0-10-16,0-3-9 0,2-5-8 0,-2 11-9 16,0-4-4-16,2-7-4 0,0 11 0 0,0-11-1 15,2 9 0-15,0-3 4 0,-2-6-3 0,2 10-6 16,3-7 4-16,-1 1 1 0,2 3 1 0,-2-3 4 16,2 0 2-16,1 4-3 0,-1-3 9 0,0 0-2 15,0-3 0-15,-2 2 0 0,-4-4 3 0,6 11 1 16,-1-8 1-16,-3 2 5 0,-2-5 0 0,3 9 5 15,-3-9 1-15,-1 8 3 0,1-8 4 0,-4 7-2 16,4-7 0-16,-9 7-1 0,5-4 0 0,-5 1-1 16,2 0 3-16,7-4-5 0,-13 4-5 0,4-3-15 15,0-1-15-15,2 3-27 0,0 0-32 0,7-3-32 16,-11 0-31-16,11 0-83 0,-12 1-257 0,12-1 114 16</inkml:trace>
  <inkml:trace contextRef="#ctx0" brushRef="#br0" timeOffset="51404.21">12244 7845 2264 0,'5'-10'104'0,"-1"-1"-81"0,0 0-2 16,-2 4-5-16,-4 0-3 0,2 7 1 0,-4-17-3 16,-2 13-5-16,0 0-2 0,-1-1 9 0,-1 4-2 15,8 1-3-15,-18 2 1 0,7 1-2 16,0 2 0-16,-1 4 4 0,-1-1-2 0,4 3-2 0,-1-1-1 15,2-1 3-15,3 2 0 0,1-2-4 0,-1 2 0 16,1 0 2-16,4-2-1 0,2 1 2 0,1 0-4 16,3-1 1-16,0-2-1 0,3 0-6 0,1 1-3 15,1-4-4-15,0 1-2 0,1-3 2 0,0 3-5 16,-2-2 2-16,2-2-1 0,-4 0 2 0,-1 1-1 16,-7-2 1-16,14 1 2 0,-8-1 0 0,-6 0 4 15,7 4 5-15,-7-4 8 0,0 0 4 0,6 1 8 16,-6-1 2-16,0 0 0 0,0 0-1 0,0 0-8 15,0 0 2-15,0 0-4 0,0 0-1 0,0 0-1 16,0 0-3-16,-21 11 10 0,10-7-6 0,1-1-3 16,3 3 5-16,-5 1 3 0,2-2 0 0,1 3 1 15,-1-2 0-15,1 2-5 0,0-2 2 0,1 1-3 16,2-2-2-16,2 2-1 0,-2-1 0 0,2-1 1 16,4-5-1-16,-3 11-1 0,3-11 2 0,3 10 0 15,1-5 3-15,2 0-5 0,6 0-7 0,1-2-19 16,4 1-22-16,2-2-19 0,3-1-35 0,6 0-36 15,1-2-52-15,0 0-46 0,-9 1-123 0,0 0-381 16,-1-4 168-16</inkml:trace>
  <inkml:trace contextRef="#ctx0" brushRef="#br0" timeOffset="51688.21">12713 7840 107 0,'-4'-3'242'0,"4"3"-3"16,-10-5-4-16,10 5-11 0,-6-7-10 15,6 7-14-15,0 0-17 0,-7-1-15 0,7 1-16 16,0 0-12-16,0 0-12 0,0 0-9 0,0 0-8 16,0 0-8-16,0 0-13 0,0 0-4 0,0 0-9 15,0 0-9-15,0 0-6 0,27-6 7 0,-11 6-16 16,2-2-8-16,-1 0-5 0,2 2-5 0,1-1-1 15,-5 1-4-15,-2 0-30 0,6-1-14 0,-3 1-21 16,-3 0-23-16,5 1-26 0,-5 0-26 0,0 1-39 0,-1 0-34 16,1-2-18-16,-3 1-29 0,-1 1-135 15,-9-2-396-15,11 1 175 0</inkml:trace>
  <inkml:trace contextRef="#ctx0" brushRef="#br0" timeOffset="51915.28">12862 7709 170 0,'-6'-3'235'0,"6"3"-14"0,0 0-25 0,0 0-23 15,0 0-20-15,0 0-18 0,0 0-10 0,0 0-9 16,-4 16 4-16,4-16-9 0,0 16-9 0,0-4-8 16,2-1-2-16,0 2-1 0,-2 3 0 15,3-3-8-15,-2 2-5 0,1 2-6 0,0 0-11 0,0 0 0 16,-2-4-4-16,2 2-12 0,0 2-24 0,-2-4-27 15,0-1-35-15,0 0-48 0,0 5-55 0,0-5-44 16,0 0-185-16,0-1-404 0,-4-1 180 0</inkml:trace>
  <inkml:trace contextRef="#ctx0" brushRef="#br0" timeOffset="53488.3">13164 7477 20 0,'0'-7'239'16,"0"7"-6"-16,0 0-6 0,-2-9-17 0,2 9-16 16,0 0-19-16,0 0-18 0,0 0-19 0,-2-7-17 15,2 7-17-15,0 0-9 0,0 0-15 0,0 0-8 16,0 0-11-16,0 0-3 0,0 0-8 0,18 19-4 16,-14-10-7-16,3 4-2 0,0 1-4 0,5 2-2 15,-2 0-2-15,0 0-3 0,1-1-4 0,0 3 1 16,-2-1-4-16,-2-2-4 0,4-2-2 0,-2 5 3 15,0-3 0-15,-2 0-5 0,1-1 2 0,-3-4-4 16,4 1 0-16,-4-1 1 0,-1-3 0 0,1 2-2 16,-1-4-1-16,-4-5 3 0,4 7-1 0,-2-4 1 15,-2-3 0-15,0 0 15 0,4 6 17 0,-4-6 19 16,0 0 23-16,0 0 14 0,0 0 0 0,0 0-14 16,0 0 0-16,0 0-9 0,13-16-10 0,-13 5-7 15,4-5-2-15,-2 1-9 0,4 0-1 0,-3-2-8 16,2-1-6-16,0 1-1 0,1-1-2 0,-2 2-6 15,3-3-5-15,0-1 0 0,-4 1-5 0,3 2-2 16,-2-1-8-16,1 0-1 0,1 0-2 0,-4 5-9 0,2 3 5 16,0-2-3-16,-2 3-2 0,-2 3 2 0,0 6-14 15,2-12-8-15,-2 12-15 0,2-8-19 16,-2 8-14-16,0 0-24 0,0-7-34 0,0 7-11 16,0 0-15-16,0 0-27 0,0 0-4 0,0 0-25 15,5 27-191-15,-7-16-442 0,2-1 196 0</inkml:trace>
  <inkml:trace contextRef="#ctx0" brushRef="#br0" timeOffset="53950.28">13767 7645 211 0,'0'0'204'0,"0"0"-14"0,0 0-11 0,0 0-12 16,-19-9-17-16,19 9-12 0,-13 2-13 0,13-2-14 15,-16 6-11-15,7-1-9 0,0 1-8 0,1-4-8 16,-2 6-7-16,-1 5-5 0,3-4-9 0,0 1-11 16,2-1-2-16,-1-2 0 0,3 4-4 0,2-3 5 15,2 2-15-15,-3-1 2 0,3-9-1 0,5 16-3 16,-1-6 2-16,3-4-5 0,1 1 2 0,4 2-8 16,1-5 3-16,1-1-8 0,-1 2 0 0,4-3-3 15,0 3 4-15,-5-4-6 0,-1-1 4 0,-1 0-2 16,-2 2-1-16,0-1-3 0,-8-1 0 0,9 0 3 15,-9 0-3-15,9 1 1 0,-9-1 1 0,0 0-2 16,10 0 7-16,-10 0 0 0,0 0 9 0,0 0-4 16,0 0 0-16,4 2 0 0,-4-2-2 0,0 0-3 15,0 0 0-15,0 0-1 0,-23 8 0 0,14-3-1 16,-4-2 3-16,2 3-2 0,-2 2 4 0,1 0 3 16,1 0-1-16,2-2 1 0,-9 3 2 0,9-2-3 0,-1-1-2 15,2 1-4-15,1-1-1 0,1 0 0 16,4-2-2-16,-4 2 1 0,4 1 0 0,2-7-4 15,-2 10 5-15,2-10-3 0,4 11-2 0,2-6 1 16,2 1-3-16,3-2-12 0,3-1-16 0,4 1-26 0,2-2-31 16,9 0-22-16,-6-2-35 0,6-1-41 0,1-1-33 15,-9 3-136-15,7-4-379 0,-6 0 168 0</inkml:trace>
  <inkml:trace contextRef="#ctx0" brushRef="#br0" timeOffset="54175.73">14542 7657 186 0,'1'-6'275'0,"-1"6"-23"0,0 0-18 15,0 0-28-15,1-7-23 0,-1 7-16 0,9-2-18 0,-2-2-13 16,4 4-15-16,3-2-6 0,-2 2-25 0,2 2-29 15,0-4-31-15,-1 1-31 0,-1 1-33 16,-2 0-37-16,-3-2-35 0,3 4-32 0,-10-2-21 0,12 0-124 16,-7 3-306-16,-5-3 135 0</inkml:trace>
  <inkml:trace contextRef="#ctx0" brushRef="#br0" timeOffset="54342.43">14571 7741 120 0,'0'0'197'0,"-7"5"-5"0,7-5-18 16,0 0-4-16,0 0-6 0,0 0-9 0,0 0-13 16,0 0-18-16,0 0-13 0,0 0-11 0,0 0-18 15,0 0-23-15,31-4-25 0,-17 4-30 0,8-2-39 16,5-5-36-16,1 3-55 0,0 2-140 0,-8 0-289 16,10-1 128-16</inkml:trace>
  <inkml:trace contextRef="#ctx0" brushRef="#br0" timeOffset="60022.18">15766 7374 110 0,'-4'-4'186'0,"4"4"-3"0,0 0-5 0,0 0-10 15,-5-9-10-15,5 9-17 0,0 0-12 16,0 0-11-16,-5-7-17 0,5 7-11 0,0 0-5 0,0 0-11 16,0 0-13-16,0 0-7 0,-9 0-8 0,9 0-3 15,-8 7-3-15,3 0-1 0,0 1 1 0,-3 2-1 16,-3 4 0-16,1 0 1 0,-2 1 1 0,2 1-3 15,0 0-4-15,0-1-2 0,2 0 0 0,1-3-4 16,4 0-4-16,-1 4-2 0,-2-5 0 0,4 0-1 16,2-3-4-16,0 4-2 0,0-2-3 0,1-1 3 15,6 2 4-15,-3-3-5 0,2 1 1 0,2-4-2 16,1 1 3-16,2-1-2 0,-1-1-2 0,4-2 2 16,-1 0 5-16,0-2-2 0,1 0 2 0,-1-2 5 15,1-2 1-15,3-1-3 0,-1 0 3 0,-6-1-4 16,4 2 2-16,-2-2 5 0,-2-1-5 0,-1-1 0 15,-3-1-4-15,1 2-3 0,-1-2 3 0,-1 0-4 16,2 1 2-16,-4-2-2 0,0 0 1 0,-2-1-9 16,-1 0 4-16,2-1 0 0,-4 1 0 0,0-1-3 15,-1 1-3-15,1 1 1 0,-5 1 7 0,5-1-9 16,-2 1-2-16,-3 2 1 0,2-1-6 0,-1-1-2 16,0 4-6-16,1-2-9 0,1 5-15 0,4 2-14 15,-9-8-19-15,9 8-19 0,-9-1-20 0,9 1-24 16,0 0-9-16,-18 7-16 0,14-3-14 0,-1 3-15 15,1-3-137-15,-1 2-350 0,4 1 155 0</inkml:trace>
  <inkml:trace contextRef="#ctx0" brushRef="#br0" timeOffset="60185.45">15997 7464 183 0,'0'0'202'0,"0"0"-18"0,10 1-14 0,-10-1-21 15,0 0-15-15,0 0-11 0,0 0-16 0,0 0-19 16,0 0-36-16,7 3-20 0,-7-3-34 0,0 0-29 16,2 8-42-16,-2-8-35 0,7 7-94 0,-7-7-218 15,0 0 96-15</inkml:trace>
  <inkml:trace contextRef="#ctx0" brushRef="#br0" timeOffset="60585.08">16324 7227 126 0,'0'0'236'0,"0"0"-23"0,0 0-15 0,0 0-18 16,0-8-17-16,0 8-19 0,0 0-19 0,0 0-14 16,0 0-12-16,8-4-5 0,-8 4-8 15,18 2-13-15,-5-1 0 0,6 0-9 0,4 1-5 16,-3-2-5-16,9-3 1 0,-1 4-8 0,-7-1-5 0,2-1-1 15,-5 0-7-15,3-1 0 0,-6 1-5 0,-1 1-4 16,-4-1-3-16,-2 0-2 0,-8 1-1 0,15 0-1 16,-15 0-8-16,9 1 5 0,-9-1-4 0,8 0 0 15,-8 0 0-15,0 0 0 0,0 0-5 0,9 0 1 16,-9 0-6-16,0 0 5 0,0 0-3 0,4 5 0 16,-4-5-2-16,0 9 2 0,0-1-2 0,0 3 30 15,0 0-5-15,-2 3 4 0,2 4 2 0,-2-1-1 16,1-1 0-16,-1 3 1 0,0-2 0 0,-3 1-1 15,1-1 0-15,1 3-5 0,2-5-1 0,-2 3-2 16,2-1 3-16,-1-3-6 0,-1-1-3 0,2 4 1 16,-1-5-3-16,2 4-21 0,-1-4-31 0,0 0-18 15,1-1-37-15,-3 1-40 0,3-12-45 0,0 19-36 16,0-9-179-16,0-10-424 0,-2 11 188 0</inkml:trace>
  <inkml:trace contextRef="#ctx0" brushRef="#br0" timeOffset="60765.1">16487 7467 109 0,'0'0'151'0,"16"-6"-14"15,-3 2-9-15,6 4-23 0,3-2-31 0,7 1-34 16,-2 1-40-16,4-2-51 0,-3 0-65 0,0 0-125 15,3-1 56-15</inkml:trace>
  <inkml:trace contextRef="#ctx0" brushRef="#br0" timeOffset="60945.37">17007 7420 14 0,'0'0'236'0,"6"-5"-19"16,-6 5-23-16,7-2-16 0,-7 2-15 0,11-4-11 15,1 1-14-15,3 2-16 0,5 0-13 0,9 0-7 16,0 1-15-16,0 0-18 0,1 0-38 0,-2 0-38 16,-6 2-35-16,8-2-30 0,-9 1-39 0,-2-1-41 15,-4 1-86-15,-2 1-259 0,1-2 115 0</inkml:trace>
  <inkml:trace contextRef="#ctx0" brushRef="#br0" timeOffset="61163.32">17282 7282 171 0,'-5'-3'220'0,"5"3"-16"0,0 0-20 15,-6-3-21-15,6 3-20 0,0 0-19 0,0 0-10 16,0 0-15-16,0 0-12 0,-3 17-6 0,3-10-5 16,0 3-7-16,-2 1-5 0,2 0-5 0,-1 2-3 15,0-3-8-15,1 5-2 0,0-2-2 0,-3-1-3 16,3 0-4-16,0 4-2 0,3 2-11 0,-6-7-23 15,3 5-43-15,0-2-48 0,3-1-31 0,-2-2-40 16,0 1-135-16,-1-12-321 0,0 17 141 0</inkml:trace>
  <inkml:trace contextRef="#ctx0" brushRef="#br0" timeOffset="61446.09">17744 7189 55 0,'2'-10'313'0,"-2"0"-19"0,0 4-18 15,1-1-20-15,-1 7-25 0,1-10-24 0,-1 10-23 16,0 0-24-16,3-8-22 0,-3 8-17 0,0 0-11 0,0 0-13 16,0 0-9-16,-1 27-5 0,2-10-10 15,0 1-7-15,0 6-3 0,3-3-8 0,-5-2-5 16,2 0-2-16,2 0-5 0,-3 0-4 0,1-1-5 15,0 0-3-15,0-1-1 0,2 1-4 0,-2-1-1 0,3 1-20 16,-1-1-19-16,-2-4-26 0,-1 0-27 0,3 0-31 16,-2 0-37-16,3 0-35 0,-1-4-27 15,1 0-42-15,-1 0-135 0,-3-9-405 0,5 11 180 16</inkml:trace>
  <inkml:trace contextRef="#ctx0" brushRef="#br0" timeOffset="61625.15">18018 7342 189 0,'4'-7'244'0,"-4"7"-16"0,2-7-19 15,-2 7-22-15,0 0-20 0,0 0-18 0,3-6-21 16,-3 6-8-16,0 0-18 0,0 0-21 16,0 0-22-16,0 0-31 0,0 0-40 0,0 0-29 0,2 21-18 15,-2-21-32-15,0 9-44 0,2-3-125 0,-2-6-279 16,0 0 123-16</inkml:trace>
  <inkml:trace contextRef="#ctx0" brushRef="#br0" timeOffset="62014.25">18184 7202 135 0,'10'-7'169'0,"-2"1"-1"0,-2 1-13 0,1 2-16 16,0 1-13-16,1 0-12 0,-8 2-8 0,14 0-13 15,-5 1-12-15,0 1-5 0,-3 0-13 0,1 2 0 16,0 0-8-16,-2 1-5 0,-1 0-8 0,0 1-1 16,-3 1-1-16,2-1 8 0,-2 0 9 0,2 3-3 15,-3-9-3-15,-3 16-6 0,2-10-2 0,-3 3-5 16,2-1-3-16,-2-1-5 0,0 0-1 0,1-1-2 16,3-6-4-16,-5 9-8 0,5-9-15 0,-2 7-7 15,2-7-7-15,-4 8-6 0,4-8-2 0,0 0 2 16,1 10-5-16,-1-10 7 0,5 5 3 0,-5-5 0 15,9 6 0-15,-6-1 3 0,-3-5 0 0,10 7 2 16,-6-3 1-16,1 0-3 0,1 1 7 0,-2 0-4 16,0-2-6-16,-1 3 7 0,0-1-6 0,-3-5 8 15,6 8-3-15,-5-5 13 0,-1-3 9 0,0 0 5 16,0 13 5-16,0-13 1 0,-5 9 2 0,1-4-4 16,-1 0-2-16,-2 1 1 0,0-2-5 0,-1 2-12 15,0-3-18-15,2 0-14 0,-3-1-30 0,0 3-16 16,1-4-37-16,8-1-29 0,-11 2-142 0,3 1-304 15,8-3 136-15</inkml:trace>
  <inkml:trace contextRef="#ctx0" brushRef="#br0" timeOffset="62518.11">18413 7267 34 0,'0'0'236'16,"5"-7"-8"-16,-5 7-21 0,4-4-20 0,-4 4-19 15,0 0-21-15,0 0-17 0,6-2-17 0,-6 2-14 16,0 0-7-16,0 0-8 0,0 0-12 0,0 0-8 16,6 14-8-16,-4-8-3 0,0 1-5 0,-1 1-5 15,3 0-3-15,0 1-6 0,0 2 0 0,0-1-3 16,0-1 2-16,3 1-2 0,0-1 4 0,0 3-3 16,-1-3 2-16,0 1-8 0,2-1 3 0,-3 1-6 15,2-1 1-15,0-1-5 0,0-1 2 0,0-1-6 16,-3 1 0-16,-1-3 0 0,0 2-1 0,-3-6 0 15,4 9-2-15,-1-5 1 0,-3-4-1 0,0 0-2 16,-8 12 4-16,1-8-8 0,-2 0-12 0,-3-1-1 16,0-2-3-16,-2 0-1 0,3-1-3 0,-7 0 2 15,6-2 2-15,2 0 0 0,0-1 5 0,0-2-3 0,3 1-3 16,2 0-4-16,0-1-9 0,-1-3 6 16,3 1 2-16,2 1-4 0,-1-3-2 0,2 9 4 15,4-20 0-15,1 11 1 0,2-2-5 0,-1 2 8 16,1-3 3-16,2-1-2 0,1 0 3 0,0 1-2 0,-1 1 2 15,4-1-1-15,-7 1 3 0,0 2 7 0,1-1 4 16,-1 1 7-16,-1 0 6 0,-1 2 0 0,-1 0-1 16,-1-1 1-16,1 0-4 0,-3 0 7 15,0 0 2-15,0 8 2 0,-1-13 1 0,-2 9 0 16,3 4 0-16,-5-9-1 0,5 9-6 0,-10-6-4 0,5 5 1 16,5 1-7-16,-8-4 2 0,8 4-2 0,-12 0-4 15,12 0-3-15,-16 5-14 0,9 1-26 0,-2 0-26 16,-1 0-25-16,3 1-42 0,0-1-44 0,-3 1-166 15,2 0-373-15,2-1 165 0</inkml:trace>
  <inkml:trace contextRef="#ctx0" brushRef="#br0" timeOffset="62962.7">18715 7150 50 0,'6'-5'276'0,"-2"1"-13"0,-4 4-22 15,5-7-22-15,-5 7-25 0,5-3-24 0,-5 3-16 16,0 0-21-16,0 0-16 0,0 0-9 0,7 12-8 16,-7-4-9-16,-3 2-5 0,3 2-7 0,0-2-4 15,0 0 0-15,2 3-6 0,-1-2-10 0,1 0-3 16,0 0-5-16,2 1-4 0,-1-3 0 0,2 1-6 16,-1-2-5-16,1 0-3 0,2-1 1 0,1-1-4 15,0 1 4-15,1-3-8 0,-2-1-4 0,0-1-1 16,3 1-2-16,-1-3 7 0,4 1 2 0,-13-1-11 15,14-4-3-15,-5 2 3 0,0-2-4 0,0-1 1 16,-2 0-3-16,2-1-2 0,0-4-2 0,0 3 0 16,0-2-2-16,3-3 2 0,-5 4 0 0,0 0 7 15,1 1 3-15,-1-2 2 0,-1 0 7 0,-2 4 5 16,0 1 2-16,-4 4 0 0,9-6-2 0,-9 6-6 16,5-6-7-16,-5 6-8 0,0 0-5 0,0 0-1 15,0 0-3-15,0 0-1 0,0 0 1 0,8 13 1 16,-8-4-2-16,0 3 5 0,0-1-7 0,0 3 8 15,-2 1 0-15,2 0 2 0,-1 2 0 0,0-2-4 16,1 2 3-16,0-5-1 0,-1 3 3 0,2-3 0 16,0-1-3-16,0 1-24 0,1 0-25 0,-2-2-27 15,0 0-34-15,0 2-28 0,0-3-41 0,1 0-43 16,-1 0-57-16,0-9-153 0,0 0-460 0,-1 19 203 16</inkml:trace>
  <inkml:trace contextRef="#ctx0" brushRef="#br0" timeOffset="63156.78">19536 7261 2842 0,'4'-5'188'0,"-4"5"-112"0,6-5-32 16,-6 5-22-16,7-8-12 0,-7 8-6 0,4-5-3 15,-4 5-3-15,6-4 4 0,-1 2-15 16,4-1-17-16,1 2-17 0,2 1-24 0,-1-1-27 15,2 1-38-15,1-2-35 0,-1 4-40 0,0-1-191 0,-2 3-435 16,-1-2 192-16</inkml:trace>
  <inkml:trace contextRef="#ctx0" brushRef="#br0" timeOffset="63316">19614 7322 103 0,'0'0'232'0,"0"0"-4"16,0 0-16-16,-5 5-9 0,5-5-19 0,0 0-17 15,0 0-20-15,0 0-16 0,0 0-19 0,0 0-18 16,0 0-13-16,0 0-19 0,27 1-26 0,-14-2-40 16,7 1-47-16,7-6-46 0,0 0-58 0,1 0-127 15,1-1-304-15,1-2 136 0</inkml:trace>
  <inkml:trace contextRef="#ctx0" brushRef="#br0" timeOffset="64686.91">19871 6995 200 0,'0'0'201'0,"0"0"-17"0,0 0-8 0,0 0-16 15,0 0-14-15,0-10-22 0,0 10-6 0,0 0-14 0,0 0-11 16,5-7-11-16,-5 7-7 0,9-4-12 0,-3 2-4 16,-6 2-6-16,13 0-5 0,-13 0-6 0,14 1 0 15,-6 0-8-15,1 3-3 0,1 1-7 16,-4-2-3-16,2 3-3 0,2 1 0 0,-2 0-3 0,-2 0-1 16,-1 2-3-16,-2 1 3 0,1 0-6 0,-1 2 2 15,-3-2 6-15,-2 3-6 0,0-3 2 0,-2 2-3 16,-5 3 4-16,-1-1 0 0,-1-1 2 0,-2 0-1 15,-2-2 0-15,0 1 2 0,-2-3-3 0,1 1-1 16,-2-1-2-16,0-4 1 0,1 2 5 0,3-3-2 16,1-2-2-16,3-1 0 0,0 0-2 0,2 2 4 15,2 1-2-15,6-4 4 0,-9 2 2 0,9-2-2 16,-9 0-2-16,9 0 3 0,0 0 5 0,-9 1-1 16,9-1-5-16,0 0-2 0,0 0-4 0,0 0 1 15,0 0-4-15,0 0 3 0,0 0-4 0,0 0-2 16,0 0 0-16,22 4 0 0,-12-2 0 0,4-2 0 15,-1 1 0-15,6 2-1 0,0-1-17 0,2-2-15 16,0 0-27-16,-1 4-32 0,8-1-16 0,-1-1-31 16,1 0-42-16,-7 0-29 0,0-2-106 0,1 1-338 15,-1-1 149-15</inkml:trace>
  <inkml:trace contextRef="#ctx0" brushRef="#br0" timeOffset="64865.93">20339 7140 222 0,'0'0'234'0,"0"0"-23"15,0 0-17-15,0 0-21 0,0 0-21 0,-2-9-18 16,2 9-28-16,0 0-36 0,0 0-23 0,0 0-26 16,0 0-26-16,0 0-51 0,0 0-34 0,0 0-44 0,0 0-80 15,4 23-230-15,-4-23 102 0</inkml:trace>
  <inkml:trace contextRef="#ctx0" brushRef="#br0" timeOffset="65214.84">20523 7053 33 0,'5'-7'242'0,"-5"7"-19"0,0 0-15 15,4-5-27-15,-4 5-14 0,0 0-17 0,0 0-20 0,0 0-12 16,0 0-16-16,0 0-10 0,0 0-6 0,-13 19-6 15,8-10-4-15,2-1-10 0,2-1-8 16,-2-2-7-16,3-5-4 0,-2 17-8 0,0-11 0 16,2 1-3-16,0-7 0 0,2 13-3 0,0-7-6 0,2 2-1 15,0-3 0-15,4 1-2 0,2-2 1 0,0-1-5 16,2 0-1-16,3-3 1 0,4 2-1 0,-1-4-2 16,1 0-1-16,-5 1 6 0,-1-2 3 0,-3 1 3 15,2-1 8-15,-1-3 4 0,-2 2-3 0,0-2 2 16,-1 0 3-16,-2-3-2 0,-1-1-3 0,0 3-4 15,-1-2-6-15,-2-4-3 0,-1 2 1 0,-2 1-8 16,-1 0 2-16,-2 0-8 0,1-1-1 0,-1 2-8 16,0 2-7-16,1 1-15 0,-3 0-13 15,1 2-23-15,5 4-24 0,-10-7-23 0,10 7-31 0,-12-2-26 16,12 2-36-16,-13 4-181 0,13-4-408 0,-11 4 181 16</inkml:trace>
  <inkml:trace contextRef="#ctx0" brushRef="#br0" timeOffset="65684.03">20975 6912 168 0,'0'0'231'0,"0"0"-28"0,0 0-16 0,4-5-24 16,-4 5-18-16,0 0-20 0,0 0-10 0,0 0-12 15,11 11-9-15,-6-5-7 0,2 1-5 0,1 4-3 16,-1-2 1-16,6 4-3 0,1 1-4 0,-1-2-7 15,-3-3-4-15,3 4-6 0,2-3-3 0,-2 3-7 16,1-2-2-16,-1 0-4 0,-4-4-5 0,0 2-5 16,-3-3-5-16,2 2 1 0,-4-2-1 0,2 0-1 15,-4-2-6-15,1 1 2 0,-3-5 2 0,-3 10-10 16,3-10 4-16,-12 9-5 0,3-5-2 0,-4 0-8 16,-1-1-4-16,1-3 4 0,-1 0-5 0,1 0 1 15,1 0 2-15,1-3 1 0,2-1 0 0,3 2-5 16,0-2-6-16,2-3-2 0,1 0-1 0,3-2 1 15,0 9 2-15,5-23 2 0,2 13-2 0,2-4 0 16,2-3 0-16,1 4-3 0,2-1 4 0,6-5 0 16,-4 6 0-16,-2-3-3 0,-4 2 8 0,1 0-1 15,-1 1 0-15,-3 1 4 0,-1 3 4 0,-2-3 6 16,1 4 7-16,-1-3 1 0,-1-2 2 0,-2 6-1 16,-1-3 8-16,0 2 7 0,1 1-1 0,-1 7 0 0,-4-12-4 15,1 5-2-15,-1 2-4 0,4 5-8 16,-10-8-2-16,4 7 1 0,6 1-4 0,-20 0-3 15,11 1 4-15,-4 5-11 0,-2 0-11 0,-2 2-17 16,1 1-19-16,0 1-26 0,2 2-31 0,-1-2-33 0,3 1-40 16,5 0-33-16,-6 0-119 0,8-2-356 0,2-2 158 15</inkml:trace>
  <inkml:trace contextRef="#ctx0" brushRef="#br0" timeOffset="66108.42">21343 6817 24 0,'3'-6'279'16,"1"0"-10"-16,-4 6-19 0,3-9-16 0,-3 9-26 0,7-3-26 15,-7 3-21-15,0 0-19 0,0 0-19 0,0 0-11 16,0 0-13-16,0 0-12 0,0 0-10 0,7 16-4 16,-4-8-8-16,0 2-4 0,0-2-7 0,3 1-4 15,0 4-6-15,0-3 0 0,2-1-5 0,-2 2-6 16,2-2 0-16,2-3-3 0,-1 2-4 0,0 0 7 15,3-4-8-15,-3-1 1 0,-3 1-5 16,2-1 3-16,0 0-7 0,0-3 3 0,-1 2 0 16,-7-2 0-16,12-5-12 0,-5 2 11 0,0-2-3 0,0 1-4 15,-2 0-1-15,4-3 1 0,-4-1-1 0,1-1-2 16,0 2 5-16,-1-4-3 0,1 4 8 0,-2-3 10 16,1 3-5-16,-2-1 11 0,-1 1 9 0,1 3 8 15,1-3 7-15,-4 7-1 0,3-7-1 0,-3 7-6 16,0 0-6-16,4-7-12 0,-4 7-6 0,0 0-6 15,0 0-6-15,0 0-5 0,0 0 2 0,0 0 0 16,5 15-3-16,-5-15 1 0,-1 21-1 0,-2-8-4 16,3 2 5-16,0 0 0 0,-1 3 1 0,-1-3-4 15,4 4 0-15,1-3 0 0,-1 2-10 0,-1 0-23 16,5-2-26-16,-4 0-30 0,1-4-35 0,2 4-38 16,-2-5-42-16,3 2-56 0,-2-3-236 0,-1-4-529 15,3 4 234-15</inkml:trace>
  <inkml:trace contextRef="#ctx0" brushRef="#br0" timeOffset="66588.22">21936 6761 249 0,'0'-7'281'0,"0"7"-13"16,-2-10-21-16,2 10-25 0,-2-9-22 0,2 9-27 15,0 0-19-15,0 0-20 0,0-7-15 0,0 7-12 16,0 0-9-16,0 0-13 0,16 17-6 0,-10-8-4 16,0 0-11-16,2 2-5 0,4 4-6 0,-5 0-1 15,2-2-4-15,1 1 4 0,-3 1-12 0,2 2 2 16,-3-3-1-16,3 4 1 0,-4-1-2 0,3-4-4 0,-3 0 1 16,0-5-3-16,0 3-6 0,2 2 4 15,-4-4 3-15,1 2-9 0,1-6-1 0,-1 3-1 16,1 1-1-16,-3-3-2 0,3 0 0 0,-3 1-5 15,1-3-1-15,-3-4-3 0,6 9 3 0,-6-9 0 0,4 5 4 16,-4-5-7-16,4 5 10 0,-4-5 15 0,0 0 25 16,0 0 1-16,0 0 0 0,0 0-10 15,16-16 2-15,-9 9-5 0,-2-6-6 0,2-2-1 16,1 0-1-16,3-9-13 0,-1 1 8 0,0 0-1 0,0-4-12 16,-1 3-2-16,3-3 3 0,-3 2-7 0,1-2-8 15,-1 3 8-15,-3 5-2 0,-2 2-5 0,1-3-4 16,-1 3-10-16,-1 0 20 0,-1 4-3 15,1 1-4-15,-3 2-5 0,1 3-3 0,0 0-2 0,-1 7-1 16,3-10-6-16,-3 10-7 0,1-9-22 0,-1 9-20 16,0 0-19-16,0 0 7 0,0 0-10 0,0 0-17 15,0 0-18-15,0 0-24 0,-11 21-49 0,5-10-44 16,0 0-48-16,0 4-210 0,-1-3-529 0,4-1 233 16</inkml:trace>
  <inkml:trace contextRef="#ctx0" brushRef="#br0" timeOffset="66795.53">22428 6963 240 0,'3'6'386'0,"-3"-6"-12"16,0 0-5-16,2 5-4 0,-2-5-18 0,0 0-17 15,0 0-25-15,4 7-28 0,-4-7-35 0,0 0-26 16,0 0-26-16,0 0-30 0,4 5-49 0,-4-5-50 15,0 0-62-15,0 0-62 0,0 0-52 0,0 0-56 0,0 0-54 16,0 0-47-16,0 0-249 0,0 0-565 16,0 0 249-16</inkml:trace>
  <inkml:trace contextRef="#ctx0" brushRef="#br0" timeOffset="69756.2">7585 9319 100 0,'-2'-6'223'0,"2"6"-17"0,0 0-12 16,0 0-16-16,0 0-11 0,0-12-18 0,0 12-16 0,0 0-17 16,0 0-11-16,0 0-13 0,0 0-14 0,0 0-4 15,0 0-15-15,0 0-4 0,13 18-1 16,-7-8-1-16,1 6-5 0,0 0 4 0,4 9-3 16,-1-2 4-16,-1 0-2 0,-3-5-1 0,7 7-5 0,-3 0 3 15,-3-3-11-15,1-2-1 0,-1-3-6 16,2 2 4-16,-1-3-4 0,0 1-4 0,0 0-2 15,0-2-2-15,1 0-4 0,0-2 5 0,0 2-7 0,1-2 0 16,-4-2-4-16,2-2 2 0,-2 1-4 0,2-2-2 16,-2 1 1-16,2-1 0 0,-2-4 0 0,0 2 0 15,-1-2-1-15,0 0 0 0,0-1 4 0,-5-3-1 16,5 6 1-16,-5-6 4 0,0 0 7 16,0 0-3-16,14-8-6 0,-11 0 4 0,4-1-5 0,-2-1 1 15,-1-3-4-15,4-3 0 0,-3-4-2 0,4-3-1 16,-1-1-1-16,-2 0 1 0,0-3 0 0,3 1 2 15,-1-1-5-15,-2 3-2 0,1-1 4 0,-1 1-1 16,0 5-1-16,1-6 1 0,-3 6-4 0,1 2 1 16,0 2-1-16,-1 0-2 0,1 3 2 0,-1 2 9 15,-2 1-13-15,1 3 0 0,-1-1 0 0,-2 7 1 16,3-10 4-16,0 6-16 0,-3 4-5 0,2-8-10 16,-2 8-11-16,0 0-8 0,5-3-10 0,-5 3-12 15,0 0-24-15,14 9-40 0,-9-5-37 0,2 6-36 16,-2 1-161-16,0 1-397 0,-3 0 175 0</inkml:trace>
  <inkml:trace contextRef="#ctx0" brushRef="#br0" timeOffset="70067.28">8181 9664 242 0,'7'-5'242'16,"-7"5"-19"-16,0 0-4 0,0 0-22 0,0 0-16 16,0 0-14-16,0 0-19 0,0 0-15 0,0 0-13 15,0 0-12-15,0 0-8 0,0 0-6 0,-17 13-4 16,9-8-6-16,-2 2-9 0,-1 0-3 0,-1 3 0 16,1-1-12-16,-2 1 3 0,3-1-7 0,-4 3-6 15,5-5-8-15,0 3 0 0,1-3-8 0,-1 1-3 16,5-3-6-16,0 2 0 0,2-1-3 0,-1 0-1 0,1 1-2 15,2-7 2-15,2 14-5 0,2-9 0 16,3 3-6-16,0 0-22 0,6-2-22 0,2-1-36 16,4 0-29-16,1-2-49 0,8 0-35 0,-6-3-48 15,-2 0-160-15,8 0-423 0,-1 0 187 0</inkml:trace>
  <inkml:trace contextRef="#ctx0" brushRef="#br0" timeOffset="70549.25">8704 9624 226 0,'-6'-3'224'0,"-3"-2"-4"0,0 2-8 0,-3 1-10 16,2 1-11-16,-2 0-11 0,1 1-13 0,-1 1-18 15,0 0-5-15,-2 3-19 0,3-1-14 0,-1 2-11 16,1 0-11-16,2 0-8 0,2 1-5 0,-3 1-10 15,3 0-5-15,1 0-7 0,2 2-4 0,3-2-5 16,-2 0-6-16,1 0-4 0,0 2 1 0,2-9-4 16,5 14 0-16,0-5-5 0,1-2-2 0,1-1-1 15,2 0-1-15,3-1-5 0,-3-1-7 0,1 1-3 16,1-2-5-16,-2-1 2 0,2 0-3 0,-1 0-3 16,-3-1 5-16,1 1 0 0,-1-1 6 0,-7-1-7 15,10 0 3-15,-10 0 0 0,7 1 2 0,-7-1 7 16,0 0 6-16,8 2 3 0,-8-2 6 0,0 0-5 15,0 0-2-15,0 0 2 0,0 0-2 0,0 0-3 16,0 0-7-16,0 0-2 0,0 0 3 0,-30-3-4 16,14 7-2-16,2-1 1 0,-3 3 10 0,-2-1-3 15,1 1 1-15,0 1-2 0,1 0 13 0,5-2-8 16,-1 2-5-16,2-2 0 0,1 1 3 0,1 1-5 16,1-1-1-16,2-1 0 0,0 3-4 0,3-2 1 15,-1-2-4-15,1 4 1 0,3-8 2 0,1 12 1 16,1-5-1-16,3-2 1 0,3 2-11 0,3-1-17 15,2-2-14-15,5 0-20 0,0-1-29 0,1-2-34 16,1 1-40-16,1-3-42 0,7 2-39 0,0-1-225 16,-9-1-500-16,2 0 221 0</inkml:trace>
  <inkml:trace contextRef="#ctx0" brushRef="#br0" timeOffset="70791.83">9351 9664 41 0,'0'0'294'0,"-5"-5"-16"0,5 5-14 0,0 0-18 16,0 0-21-16,0 0-19 0,0 0-20 0,0 0-18 0,12-7-18 15,-4 6-14-15,5 0-13 0,-2 0-14 16,2-1-10-16,6 1-19 0,-1 0-24 0,-1 1-18 0,-3-2-34 15,-1 2-36-15,-3 0-39 0,-1 2-48 16,-2-2-43-16,-7 0-46 0,13 1-145 0,-13-1-380 0,7 1 169 16</inkml:trace>
  <inkml:trace contextRef="#ctx0" brushRef="#br0" timeOffset="70956.14">9317 9758 208 0,'0'0'222'0,"0"0"-5"15,-5 2-12-15,5-2-14 0,0 0-14 0,0 0-12 16,0 0-10-16,0 0-12 0,0 0-12 0,22 5-11 16,-10-5-26-16,5 0-20 0,3 0-31 0,-1 2-37 15,1-4-39-15,2 2-46 0,0-3-61 0,-1 2-177 16,1 0-343-16,0-3 152 0</inkml:trace>
  <inkml:trace contextRef="#ctx0" brushRef="#br0" timeOffset="105258.27">10617 9376 106 0,'-4'-5'205'0,"-1"-1"-7"0,1 1 3 0,4 5-8 0,-5-8-10 16,5 8-9-16,-4-9-14 0,4 9-12 15,-1-7-12-15,1 7-16 0,0 0-11 0,0 0-14 16,-4-4-10-16,4 4-11 0,0 0-6 0,0 0-7 0,0 0-2 16,0 0-1-16,21 23-5 0,-14-9-4 0,2 1-2 15,-1 1-7-15,5 7-1 0,-2 1-2 0,0 0-2 16,3-1-2-16,-4 0-4 0,-4-5-3 15,2 1-1-15,0 0 3 0,-2-2-6 0,2 2-4 0,-3-4-1 16,0 1-3-16,1-1-4 0,-2-3 1 0,0-2-1 16,0 0 1-16,0 0-2 0,2 0 1 0,-2-5 0 15,0 1-1-15,-2-1 1 0,-2-5-4 0,5 6 5 16,-2-2-3-16,-3-4 2 0,0 0-2 0,0 0 1 16,0 0-4-16,16-10-1 0,-10 2 2 0,-3 0-3 15,4-4 3-15,-2 0-3 0,1-4-1 0,1-1 3 16,-1-2-3-16,-1 2 3 0,3-7-2 0,-2-1-1 15,1 2 1-15,-1-1-2 0,-3-2-2 0,2 7 3 16,4-5-1-16,-6 6 0 0,3-1-2 0,-1 2 5 16,0 3-5-16,-1 0 4 0,1 2-4 0,-3 2 2 15,0 4-2-15,0 0 2 0,-2 6-3 0,4-10-5 16,-3 5-10-16,-1 5-5 0,0 0-26 0,2-8-12 16,-2 8-19-16,0 0-16 0,0 0-2 0,0 0-19 15,0 0-17-15,0 0-26 0,0 0-1 0,7 25-17 16,-4-15-12-16,0 0-109 0,-1 0-322 0,7 4 143 0</inkml:trace>
  <inkml:trace contextRef="#ctx0" brushRef="#br0" timeOffset="105551.95">11219 9596 139 0,'0'0'199'0,"0"0"-9"0,0-11-7 15,0 11-3-15,-6-8-13 0,6 8-9 0,-7-8-12 0,3 3-12 16,4 5-11-16,-12-5-13 0,3 4-9 0,0 1-11 16,-3 0-10-16,2 1-4 0,-2 1-7 15,1 4-9-15,0 0 2 0,-1-1-7 0,-2 7-3 16,4-5-7-16,-3 5-1 0,2 0-9 0,3-2 6 0,0 0-11 16,2 0 2-16,2 0-2 0,0 3-7 0,2-4 3 15,0 3-7-15,4 0-1 0,0-4 0 0,2 3-3 16,4 0 2-16,2-2-3 0,1 3-12 0,3-3-27 15,0-1-28-15,4 1-21 0,-1-3-25 0,2 0-21 16,2-1-31-16,-4 0-14 0,4-2-18 0,-2-2-137 16,0 0-344-16,1-1 152 0</inkml:trace>
  <inkml:trace contextRef="#ctx0" brushRef="#br0" timeOffset="105778.14">11565 9639 117 0,'3'-7'184'0,"-3"-3"-9"0,0 1-2 15,0 9-5-15,-3-14-3 0,0 9-5 0,3 5-8 16,-5-7-14-16,5 7-11 0,-9-5-11 0,9 5-4 16,-17 4-5-16,4 0-6 0,0 3 0 0,-5 1-11 15,1 3-4-15,3-1-13 0,1 1-6 0,-1 2-5 16,2-2-3-16,3-1 2 0,4 1-11 0,-1-2-5 16,1 3 0-16,3-1 5 0,1-1-17 0,2 1-3 15,1-1-5-15,1-1-3 0,3-1-6 0,4 2-24 16,-1 0-28-16,2-3-29 0,6-2-38 0,-1 2-36 15,4-2-24-15,1-2-32 0,-4 1-173 0,2-3-396 16,-2 0 175-16</inkml:trace>
  <inkml:trace contextRef="#ctx0" brushRef="#br0" timeOffset="106132.08">11989 9671 38 0,'0'0'258'0,"0"0"-6"16,0 0-15-16,2-9-12 0,-2 9-18 0,0 0-13 15,0 0-20-15,0 0-15 0,0 0-17 0,3-5-14 16,-3 5-12-16,10-4-14 0,-4 2-9 16,3 0-9-16,1-1-5 0,4 2-10 0,5-2-6 0,0 1-6 15,2-2-1-15,-2 3-2 0,2-2 6 0,-3 2-5 16,0-2-4-16,-2 1-1 0,-3 0 4 0,-3 1-3 15,1 0 6-15,-5 1-2 0,-6 0 2 16,13-1 4-16,-13 1 4 0,10-2 3 0,-10 2 8 0,0 0 4 16,11 0 11-16,-11 0-7 0,0 0 4 0,0 0-6 15,9-1 9-15,-9 1-24 0,0 0-3 0,0 0-11 16,0 0-1-16,0 0-14 0,0 0 2 16,0 0-19-16,0 0-27 0,5-3-34 0,-5 3-35 0,0 0-38 15,0 0-42-15,0 0-49 0,0 0-53 0,0 0-42 16,0 0-243-16,-20 8-587 0,20-8 260 0</inkml:trace>
  <inkml:trace contextRef="#ctx0" brushRef="#br0" timeOffset="106719.95">12588 9374 132 0,'-8'-2'146'16,"8"2"-4"-16,-13-1-7 0,13 1-9 0,-9-4-2 16,9 4-2-16,-11-3-1 0,11 3 2 0,-5-3-4 15,5 3-2-15,0 0-9 0,-8-2-2 0,8 2-12 16,0 0-5-16,0 0-8 0,0 0-10 0,0 0-6 15,0 0-7-15,0 0-5 0,0 0-6 0,22-4-3 16,-5 3-4-16,2-1-4 0,2 1-3 0,5-5-6 16,-4 6 0-16,1 0-4 0,-2-2-14 0,1 2-20 15,0 2-23-15,-7-1-32 0,-1 0-33 0,-1-1-29 16,-3 2-33-16,-3-2-13 0,1 1 1 0,-8-1-89 16,7 4-285-16,-7-4 126 0</inkml:trace>
  <inkml:trace contextRef="#ctx0" brushRef="#br0" timeOffset="107275.12">12722 9340 47 0,'-4'-4'179'0,"4"4"-16"0,0 0 0 0,0 0-10 16,0 0-16-16,-5-3-7 0,5 3-18 15,0 0-12-15,0 0-12 0,0 0-10 0,0 0-6 16,0 0-6-16,0 0 3 0,0 0-9 0,-4 19 10 15,6-11 0-15,0 3 1 0,-2-1-5 0,0 2-9 0,1 0-3 16,1 1 4-16,0-2-2 0,-2 7-7 0,2-5-2 16,0 1-1-16,-2-1-6 0,2 0-4 15,0-2 0-15,-2 1-6 0,1 0-1 0,1-2 1 16,-2 0-1-16,2 0 0 0,-2 0-7 0,2 1-1 0,1-3 3 16,-3-8-4-16,0 16-4 0,0-9 1 0,2 0-4 15,0 1 4-15,-2-8-7 0,0 13 2 0,0-7-6 16,2 0 9-16,-2-6-7 0,0 12 0 0,3-7-2 15,-3-5 1-15,0 9 0 0,0-9-2 0,4 10 2 16,-4-10 0-16,0 8-1 0,0-8 0 0,2 6-4 16,-2-6 3-16,0 0-2 0,0 0 0 0,0 8-3 15,0-8 3-15,0 0 0 0,0 0-1 0,0 0-3 16,0 0 5-16,-4 8-1 0,4-8-3 0,0 0 1 16,-11 1-4-16,11-1 2 0,-10 0-2 0,10 0 4 15,0 0-2-15,-15-1-4 0,15 1 0 0,-12-3 9 16,12 3-6-16,-13-2 0 0,7 1-1 0,6 1-2 15,-14-4 3-15,7 1-3 0,0 3 2 0,7 0 0 16,-14-3-2-16,6 3 2 0,8 0 4 0,-11-2-6 16,4 1 0-16,7 1 0 0,-11 0-1 0,11 0-2 15,0 0 3-15,0 0-4 0,0 0 6 0,0 0-5 16,-9 1 6-16,9-1-2 0,0 0 3 0,0 0 0 16,34 5 1-16,-21-5-1 0,7-1 5 0,1 1-5 15,-2 0-2-15,9 0 3 0,0 0-14 0,-5 1-19 16,-4 1-32-16,2-2-38 0,-2 1-39 0,0 0-30 0,-2-1-34 15,-6 1-122-15,3-2-355 0,-1 0 157 0</inkml:trace>
  <inkml:trace contextRef="#ctx0" brushRef="#br0" timeOffset="107530.43">13196 9614 184 0,'0'0'213'0,"-13"-4"-7"16,4 1-4-16,-1 3-15 0,-3 0-5 0,-5 2-11 16,5 0-14-16,-6 2-14 0,2 2-11 15,1-1-17-15,0 2-8 0,5-1-13 0,0 2-11 16,2-1-2-16,-1 0-10 0,2 3-9 0,3-4-7 0,1 4-6 16,0-3 1-16,4 0-4 0,0 2-7 0,4 1 1 15,2-1-6-15,1-1-8 0,3 0-20 0,7 1-21 16,-1-2-32-16,0 1-39 0,4-2-26 0,3 1-33 15,-4-5-35-15,2 1-23 0,-1 1-122 0,-2-3-352 16,0-2 157-16</inkml:trace>
  <inkml:trace contextRef="#ctx0" brushRef="#br0" timeOffset="107806.14">13490 9501 78 0,'2'-12'242'0,"1"1"0"15,-3 1-10-15,0 2-10 0,0 8-8 0,0-12-12 16,0 12-17-16,0-9-20 0,0 9-19 0,0 0-13 16,0-8-22-16,0 8-9 0,0 0-8 0,0 0-7 15,0 0-8-15,0 0-5 0,-1 34-5 0,-3-17-1 16,4 0-2-16,-2 1-3 0,0 0-2 0,-2-2-7 16,3 2-2-16,-1 0-7 0,4-1-3 0,-2 0-5 15,0 1-4-15,-2-3-2 0,4 0-4 0,-2-3 1 16,0 1-3-16,0 0-5 0,1-2-17 0,-1 0-24 15,0 1-14-15,0-2-30 0,2 0-17 0,0 1-29 16,-2-1-27-16,0-3-25 0,2 0-20 0,-2-7-25 16,0 11-21-16,0-11-121 0,0 0-379 0,-2 7 168 15</inkml:trace>
  <inkml:trace contextRef="#ctx0" brushRef="#br0" timeOffset="108132.14">13486 9426 126 0,'6'-7'155'0,"-1"2"-8"0,4 1-7 0,-2 1-13 0,0 1-5 15,3 0-10-15,0 2-1 0,1 4 0 0,0-1-6 16,1 4-8-16,-1-1-10 0,-3 0-7 16,0 2-9-16,0 2-7 0,-3 1-3 0,1-2-9 0,-3 2-3 15,-3 0-2-15,0 3-6 0,-5-3-6 0,-2 3 0 16,1-3-4-16,-6 2-2 0,3-4-6 0,-1 1-1 15,0-3-2-15,3 1 0 0,-1-2-1 0,3-1-10 16,1-1-3-16,0 0-4 0,4-4 1 0,-6 6-6 16,6-6 8-16,-4 6-4 0,4-6 2 0,0 0 2 15,0 0-5-15,10 12 2 0,-6-9 4 0,-4-3 0 16,11 7-1-16,-2-4 3 0,0 2-2 16,0-1 1-16,4 0-10 0,5 2 6 0,-9 0-3 0,5-2-18 15,4 1-37-15,-2 1-36 0,1-1-26 0,1-1-45 16,-5 1-133-16,-3-1-319 0,8 0 141 0</inkml:trace>
  <inkml:trace contextRef="#ctx0" brushRef="#br0" timeOffset="108368.11">13995 9660 198 0,'0'0'206'0,"0"0"-5"15,-6-9-11-15,6 9-12 0,-11-4-11 0,11 4-9 16,-16 2-9-16,5 0-2 0,0 1-5 0,-3 3-5 15,-3 2-10-15,2 0-7 0,0-1-5 0,-1 3-7 16,3 1-5-16,3-3-15 0,4 0 5 0,-3 1-15 16,5-1-9-16,-1 1-8 0,3-1-5 0,-1-1-6 15,3-7-7-15,5 14 2 0,0-5-5 0,1-3 2 16,5 1-11-16,1 0-14 0,5 0-20 0,2-1-25 16,1-1-29-16,-3-1-33 0,2-1-42 0,-1 1-36 15,2-2-39-15,1-2-206 0,-4-2-446 0,1 1 197 16</inkml:trace>
  <inkml:trace contextRef="#ctx0" brushRef="#br0" timeOffset="109345.08">14452 9511 49 0,'0'0'143'0,"0"0"0"0,0 0-6 16,0 0-4-16,0 0-10 0,0 0 0 0,-1-8-9 15,1 8-6-15,0 0-5 0,0 0-2 0,0 0-4 16,0 0-4-16,0 0-5 0,0 0-6 0,0 0 0 15,0 0-12-15,0 0-7 0,0 0-3 0,0 0-4 16,0 0-3-16,0 0-10 0,0 0 2 0,0 0-8 16,0 0-1-16,0 0-5 0,0 0-6 0,0 0 6 15,0 0-8-15,0 0-1 0,0 0-5 0,0 0 2 16,0 0-5-16,0 0-5 0,0 0 2 0,0 0-8 16,0 0 6-16,0 0 3 0,0 0-4 0,0 0 0 0,0 0 0 15,0 0-6-15,0 0 4 0,0 0-3 0,0 0 0 16,0 0 2-16,0 0-5 0,0 0 4 0,0 0-2 15,0 0 4-15,0 0-6 0,-17 0 3 16,17 0 2-16,0 0 1 0,0 0-6 0,-16 3 2 0,16-3-1 16,0 0-1-16,-11 0 1 0,11 0 1 0,-10-2 1 15,10 2-2-15,-11-1 1 0,11 1 0 0,-11 0 1 16,2 0-3-16,9 0 6 0,-11-3-6 16,2 2 1-16,9 1 10 0,-11-2-2 0,11 2 9 0,-9-1 1 15,9 1 3-15,0 0-1 0,-9 0 2 0,9 0-2 16,0 0 3-16,0 0-2 0,0 0 0 0,0 0-8 15,-9-3 3-15,9 3-2 0,0 0-1 0,0 0-3 16,0 0 12-16,0 0-18 0,27 0 1 0,-13 1-1 16,3-1 4-16,4 3-6 0,1-3 1 0,1 2 0 15,-1-2 2-15,6 0-5 0,-7 1 6 0,0 0-1 16,-1 1-3-16,2-2 5 0,-1 0 1 0,-2 0 2 16,-2 0 2-16,0 0 1 0,-3 0 4 0,-4 0 1 15,-3 0 3-15,-7 0 5 0,14-2-2 0,-14 2 3 16,11 0 4-16,-11 0-4 0,9-1 22 0,-9 1-20 15,9-1 2-15,-9 1-4 0,0 0-1 0,0 0-7 16,0 0 4-16,9-3 4 0,-9 3-11 0,0 0-3 16,0 0-6-16,0 0-2 0,0 0-13 0,0 0-23 15,0 0-20-15,0 0-26 0,0 0-29 0,0 0-26 16,0 0-14-16,0 0-42 0,0 0-31 0,0 0-192 16,0 0-443-16,-13 17 197 0</inkml:trace>
  <inkml:trace contextRef="#ctx0" brushRef="#br0" timeOffset="109698.36">14993 9286 136 0,'0'0'173'0,"-7"-5"-7"16,7 5-13-16,-7-3-7 0,7 3-5 0,0 0-9 16,0 0-7-16,-5-3-6 0,5 3-10 15,0 0-9-15,0 0-10 0,0 0-11 0,0 0-5 0,0 0-8 16,0 0-10-16,0 0 0 0,25-7-9 0,-4 6-5 15,0 1-4-15,7-2-1 0,1 4-14 0,0-4 4 16,-1 4-6-16,-6-2-13 0,1 0-15 16,-5-2-24-16,-1 2-23 0,-5 0-18 0,-2 2-40 0,0-2-22 15,-2 0-24-15,-1 1-108 0,-7-1-289 0,0 0 128 16</inkml:trace>
  <inkml:trace contextRef="#ctx0" brushRef="#br0" timeOffset="110123.43">15148 9271 180 0,'0'0'199'0,"0"0"-7"0,0 0-12 0,0 0-17 16,0 0-16-16,-2-6-12 0,2 6-17 0,0 0-13 16,0 0-15-16,0 0-11 0,0 0 2 0,0 18-1 15,-1-11-5-15,-1 4-3 0,2 2 7 0,0 4 4 16,-1 1-13-16,-1 0 2 0,0-1-9 0,2 2-6 15,-2 0-4-15,4-2-2 0,0 2-2 0,1 0-4 16,-1-3 2-16,-1 0-8 0,-1-3-7 0,5 2-2 16,-3-3-6-16,-2 0 2 0,1-2-6 0,0 1 2 15,-2-3-2-15,2-1-1 0,0 1-2 0,-1-8-6 16,-1 12 5-16,1-12-2 0,0 9-3 0,-2-3-1 16,2-6-1-16,-3 7 2 0,3-7 0 0,-5 3-2 15,5-3-7-15,-11 3-1 0,11-3-5 0,-13-3-3 16,13 3-2-16,-17-3-2 0,7-1 1 0,1 2 1 15,1-2-2-15,-2 1 5 0,3 0-1 0,1-1 1 16,6 4-4-16,-13-5 6 0,13 5-1 0,-7-4 0 16,7 4 0-16,-7-3 1 0,7 3-3 0,0 0-2 15,0 0 3-15,0 0 0 0,0 0-1 0,0 0 2 0,0 0 1 16,0 0-1-16,0 0-2 0,0 0-19 0,31 9-17 16,-17-6-18-16,4 1-28 0,0-1-24 0,1 2-33 15,0-3-30-15,2 0-9 0,-2 0-134 16,0 0-345-16,-2-1 153 0</inkml:trace>
  <inkml:trace contextRef="#ctx0" brushRef="#br0" timeOffset="110508.65">15499 9555 66 0,'0'0'136'0,"1"-10"-3"0,-1 10-1 0,0 0 0 16,-5-12-12-16,5 12-8 0,-10-2-9 0,10 2 12 15,-17 5-5-15,7-2-2 0,-4 3-1 0,0 1-6 16,4-1-9-16,-1 1-6 0,4 2-5 0,-2-1-5 15,2 2-2-15,0-2-12 0,4-1-2 0,2 3-4 16,0-1-8-16,2 0-1 0,2 1-1 0,4-2-6 16,-2-1-6-16,3 1-2 0,0-2-5 0,2 2-4 15,-1-3 4-15,-1-1-7 0,2 1-7 0,1-1-5 16,-4-1 0-16,0-1 0 0,-2 0-1 0,-5-2 1 16,12 2-5-16,-12-2 5 0,9 1 0 0,-9-1-2 15,0 0 2-15,0 0-1 0,0 0-1 0,0 0 3 16,10-3-4-16,-10 3 0 0,0 0-4 0,0 0 3 15,0 0-3-15,0 0 2 0,-29-7 4 0,29 7 1 16,-18 4 6-16,9-1-1 0,-3 0-2 0,3 0 5 16,-2 2 5-16,1 0-4 0,2-2 4 0,-1 2-4 15,-1 3 6-15,5-2-1 0,-3 0-3 0,4 3-3 16,1-2-3-16,1 0 5 0,2 2-3 0,0-9 0 16,2 17-1-16,2-8-5 0,5 0-10 0,0-2-37 15,3 0-29-15,3 1-38 0,3 1-38 0,0-3-26 16,0 0-40-16,0 0-143 0,-2-5-381 0,2 0 169 15</inkml:trace>
  <inkml:trace contextRef="#ctx0" brushRef="#br0" timeOffset="110776.32">15892 9582 218 0,'4'-11'243'0,"0"-1"-8"0,1 3-5 16,-1 1-2-16,-1 2-11 0,-2-1-18 0,-1 7-21 0,2-7-19 15,-2 7-22-15,0 0-15 0,0 0-13 0,0 0-11 16,0 0 9-16,0 0-13 0,6 20-5 0,-8-7 2 16,2 3-15-16,-1-1 1 0,2-1-4 15,-2 3-3-15,1-3-8 0,0 1 7 0,-1 0-14 0,1 2-8 16,-2-1-8-16,4-3 2 0,-4-2-8 0,4 0 0 16,0 2-6-16,-3-2-3 0,1 1-22 0,0-2-21 15,1 0-26-15,-1 1-26 0,0 0-27 0,0-5-30 16,0-6-21-16,-2 15-19 0,2-8-16 0,0-7-29 15,-3 9-15-15,3-9-136 0,-6 2-393 0,6-2 174 16</inkml:trace>
  <inkml:trace contextRef="#ctx0" brushRef="#br0" timeOffset="111069.29">15959 9484 47 0,'6'-19'182'0,"3"5"-14"0,1 0-9 16,2 1 0-16,1 1-6 0,-6 3-14 0,0 3-10 15,3 0-15-15,-1 3-9 0,1 2-8 0,0 0-7 16,2 1-8-16,-2 2-5 0,2 3-5 0,-3 1-4 16,0 2-10-16,-2-1-3 0,1 3-8 0,-4-2 1 15,-2 2-5-15,0 1-7 0,-2 0-5 0,-2 0-2 16,-4 3 1-16,-2-2-2 0,1-3-6 0,-2 3 0 16,1-5-5-16,-1 3 3 0,3-4-4 0,-1 0 0 15,1 1-5-15,-1-2 2 0,1 0-5 0,2-2 1 16,4-3-5-16,-7 9 0 0,4-6 2 0,3-3 1 0,-3 10 4 15,3-10-5-15,4 10 0 0,1-6-1 0,2 2 0 16,2-1 1-16,1 1-1 0,0-1-22 16,8 1-25-16,-1-1-32 0,2-2-38 0,1 1-40 15,0 0-39-15,1-1-123 0,1 0-338 0,5-2 150 0</inkml:trace>
  <inkml:trace contextRef="#ctx0" brushRef="#br0" timeOffset="111454.32">16502 9604 208 0,'0'0'221'0,"0"-10"-8"16,0 10-6-16,0 0-12 0,-9-8-17 0,9 8-15 16,-13-1-4-16,13 1-11 0,-14 2-4 15,4 1-12-15,-1 1-8 0,2 1-12 0,-3 1-4 0,3 0-14 16,1 1-9-16,3 1-3 0,-2-1-10 0,4 1-9 16,2-2-1-16,0 4-5 0,1-10-5 0,6 15-7 15,2-5-2-15,-1-2-2 0,2-1-8 0,5 3 0 16,-3-4-4-16,4 0 1 0,-2-1-6 0,0 0 0 15,0-2 0-15,-1 1-3 0,-3-1-4 0,1-3 2 16,-2 3-1-16,-2-2 0 0,-6-1-5 0,12 0-2 16,-12 0 3-16,0 0-7 0,9-4 3 0,-9 4-4 15,0 0-1-15,0 0-5 0,0 0 0 0,-21-7-2 16,21 7 2-16,-19 1-2 0,5 1 13 0,-3 0-6 16,1 4 6-16,-3-1 1 0,2 0 10 0,-2 0 3 15,6-1 3-15,0 1-3 0,3 1 2 0,0 0-4 16,0 0 3-16,2 0-7 0,2 2-1 0,2-3 3 15,1 0-4-15,3-5 0 0,-2 13 10 0,2-13-10 16,5 13-5-16,2-6-2 0,2 0-12 0,5 0-26 16,2 1-23-16,0-1-22 0,0 0-26 0,3-2-34 15,-1 2-23-15,0-3-40 0,-1-1-41 0,-5 0-223 0,-2 0-498 16,2-2 221-16</inkml:trace>
  <inkml:trace contextRef="#ctx0" brushRef="#br0" timeOffset="129469.08">8218 11001 102 0,'-4'-9'200'0,"4"9"-17"16,0 0-13-16,-1-7-19 0,1 7-17 0,0 0-13 15,0 0-15-15,0 0-14 0,0 0-10 0,0 0-4 16,0 0-5-16,0 0-12 0,0 0-5 0,13 18-5 16,-8-7-4-16,-1 1 0 0,4 2-6 0,-2 4-1 15,2-3-3-15,1 0 0 0,-2 2-6 0,1 0-6 16,-2-2-1-16,3 2 1 0,-1 0-4 0,1-1-1 15,-5-5-2-15,0 1-2 0,2-2-5 0,0 1 4 16,-1-2 1-16,2 0-5 0,-3-2-1 0,1-1 3 16,-1-1-4-16,1 0 2 0,-2-2 3 0,-3-3 11 15,8 7 9-15,-8-7 14 0,4 3 13 0,-4-3-4 16,0 0-1-16,0 0-2 0,0 0-6 0,15-13-6 16,-11 6 0-16,1-4-7 0,-1 0 1 0,4-6-2 15,-3-2-4-15,3 0-4 0,-1-5-2 0,2 0-1 16,3-2-2-16,-5 2-6 0,1 1-1 0,1-2 2 15,0 6-2-15,0-4-4 0,-4 6 6 0,0-1-6 16,0 7-2-16,0 0 1 0,0 1-5 0,-2 4-5 0,0-1-9 16,-1 1-19-16,-2 6-24 0,3-7-16 15,-3 7-16-15,0 0-10 0,0 0-10 0,0 0-21 16,0 0-30-16,0 25-15 0,-2-9-15 0,0 1-136 0,-2 1-347 16,3-1 154-16</inkml:trace>
  <inkml:trace contextRef="#ctx0" brushRef="#br0" timeOffset="129714.47">8674 11186 72 0,'0'0'164'0,"0"0"-6"0,0 0 7 0,0 0-2 0,-21 14-8 15,12-7-3-15,0 0-7 0,-1 2-13 0,-2 1-5 16,1 3-7-16,2 0-12 0,0 0-10 0,-1 0-10 15,2 2-7-15,2-5-8 0,2 0-10 0,0 2-4 16,1-1 0-16,2 0-9 0,0-1-5 16,2 1 0-16,4-3-9 0,2 3-14 0,-1-4-22 0,4 1-18 15,6 0-26-15,-1-1-30 0,4-1-28 0,9-3-30 16,-5-3-35-16,-2 2-141 0,0-1-333 0,7-4 148 16</inkml:trace>
  <inkml:trace contextRef="#ctx0" brushRef="#br0" timeOffset="130113">9094 11205 67 0,'-10'-2'182'0,"10"2"0"0,-20 4-9 16,10-1-2-16,0 2-11 0,-3 0-16 0,2 2-6 16,-2 5-7-16,0-3-10 0,4 1-14 0,3-1-9 15,-2 1-13-15,4-1 0 0,2 1-15 0,0 1-3 16,4 0-9-16,2-1-3 0,1 1-5 0,3 0 0 15,3-3-14-15,-1-2-14 0,3 2-9 0,2-2-6 16,-1-2 0-16,3 1-8 0,-1-1-9 0,1-1 5 16,-4-3 3-16,-2 1-2 0,-4-1 5 0,2 0 0 15,-9 0-5-15,14 0 7 0,-14 0 0 0,9-1 3 16,-9 1 3-16,0 0 12 0,6-7-4 0,-6 7 3 0,0 0-7 16,0 0 5-16,0 0-1 0,-15-12 0 15,15 12 8-15,-14-2-3 0,2 4 3 0,1-1 1 0,-3 1-3 16,0 0 5-16,2 1 3 0,-5 4 5 0,3 0 3 15,2 1-6-15,1-2-6 0,0 1 0 16,3 1-3-16,1-1 3 0,0 1-5 0,2 0-3 16,1-2 0-16,2 4 1 0,0-3-5 0,2-7 1 0,4 17-1 15,4-11 1-15,0 3-2 0,2-3-1 0,1-1-17 16,7-1-16-16,0 0-20 0,0-1-24 16,5-2-27-16,5 1-41 0,1-2-31 0,2 1-32 0,-4-1-181 15,-5-3-406-15,7-3 179 0</inkml:trace>
  <inkml:trace contextRef="#ctx0" brushRef="#br0" timeOffset="130286.68">9729 11260 55 0,'0'0'136'0,"8"-1"-12"0,-8 1-9 0,0 0-14 16,14 0-8-16,-7 0-14 0,-7 0-28 0,17 3-29 15,-8-3-27-15,1 3-28 0,-2-1-39 0,-2 0-39 16,-6-2-121-16,9 6 53 0</inkml:trace>
  <inkml:trace contextRef="#ctx0" brushRef="#br0" timeOffset="130425.17">9751 11343 160 0,'0'0'177'0,"0"0"-2"0,0 0-10 16,0 0-11-16,0 0-13 0,0 0-10 0,0 0-15 15,0 0-12-15,24 3-21 0,-10-3-34 0,4 0-23 16,0 1-34-16,10-3-50 0,0-1-58 0,3 1-101 16,1-1-235-16,3-1 105 0</inkml:trace>
  <inkml:trace contextRef="#ctx0" brushRef="#br0" timeOffset="130943.33">11002 11147 150 0,'-7'-8'232'0,"2"1"-13"0,1-3-9 15,2 4-19-15,2 6-11 0,-3-11-14 0,3 11-14 16,4-10-19-16,1 6-8 0,4-1-10 0,3 1-3 16,1 2-14-16,1 2-8 0,6 2-12 0,-1 2-1 15,-1 1-12-15,1 3-10 0,-6 3-4 0,1 0-5 16,-5 1-6-16,-1 4-2 0,0-3-3 0,-6 3-2 15,-4 1-3-15,-4-2-5 0,0 4 1 0,-4-2-2 16,-9 2-4-16,1 0 5 0,-4-2-6 0,4-3 5 16,-5 1-5-16,5-3-3 0,-6 1-3 0,0-1 4 15,5-4-5-15,-2-5 5 0,4 4 2 0,6-5 5 16,3 2 6-16,2-1 16 0,-2-3-9 0,8 0 1 0,-11 3-1 16,11-3 0-16,-7 3-4 0,7-3 7 15,0 0-14-15,0 0 2 0,0 0-9 0,0 0 0 16,0 0-7-16,0 0 3 0,0 0-7 0,0 0 3 15,27-3-2-15,-13 3-3 0,5-2 3 0,0 1-15 0,1 1-19 16,3-2-14-16,3 0-29 0,1 3-29 0,-6-1-36 16,8 1-40-16,-1-1-34 0,3 2-38 15,-12-2-170-15,2 0-449 0,7 0 198 0</inkml:trace>
  <inkml:trace contextRef="#ctx0" brushRef="#br0" timeOffset="131298.94">11495 11245 39 0,'-2'-12'225'0,"2"12"-8"0,-4-7-11 0,4 7-10 16,-8-8-13-16,8 8-11 0,-8-3-16 0,8 3-7 15,0 0-8-15,-15 9-3 0,8-2-4 0,-1 2-12 16,0 0-3-16,0 1-16 0,1 3-4 0,0 1-9 16,1-2-3-16,2 0-9 0,3 0-10 0,0 1-7 15,2-2-1-15,1-1-6 0,5 1-7 0,0-3-1 16,2 2-3-16,4-1-5 0,5-2-3 0,2-1-3 15,-1-2 0-15,0-2 0 0,-3-1-4 0,6-2-3 16,0-2 1-16,-1 2-8 0,-3-3 4 0,2-2 1 16,-7 1-2-16,3-2 7 0,-7 0 0 0,2 0-1 15,-4-1-4-15,0 1-3 0,-2-5 0 0,-1 1-7 16,0-2 0-16,-4-2-3 0,-4-2 2 16,-1 2-3-16,-1 2 0 0,-3-1-3 0,-1-1-1 0,2 5-3 15,-1 1 3-15,0 2-5 0,-1 1 1 0,0 1-7 16,-2 2-6-16,2 0-14 0,1 2-10 0,-2 2-17 15,1 2-15-15,1-1-19 0,-3 3-26 0,2 2-31 0,1-2-45 16,1 2-28-16,2 0-41 0,0 0-141 16,5 0-430-16,1-1 190 0</inkml:trace>
  <inkml:trace contextRef="#ctx0" brushRef="#br0" timeOffset="131609.37">12060 11298 84 0,'0'0'251'0,"0"0"-9"0,0 0-11 15,0 0-14-15,0 0-12 0,0 0-14 0,0 0-19 16,0 0-20-16,0 0-15 0,9 0-11 0,-3 2-11 16,3-1-11-16,7-1-11 0,0 0-2 0,12 2-8 0,2-2-4 15,-5 1-1-15,-3-1-4 0,6 0-5 0,-7 0 0 16,0 0-4-16,1-1 0 0,-2-1-4 0,-3 2 3 15,-4 0-1-15,1-1-3 0,-4 1 4 16,-3-2-4-16,-7 2 16 0,14 0-20 0,-14 0 0 0,10-1-1 16,-10 1 1-16,7-1-8 0,-7 1-4 0,0 0-2 15,0 0-6-15,12 0-4 0,-12 0-17 0,0 0-19 16,0 0-28-16,0 0-34 0,0 0-34 16,0 0-43-16,0 0-57 0,0 0-56 0,0 0-258 0,0 0-556 15,-22 9 247-15</inkml:trace>
  <inkml:trace contextRef="#ctx0" brushRef="#br0" timeOffset="134727.78">12870 11030 134 0,'-2'-9'179'16,"2"9"-4"-16,0 0-5 0,0-10-4 0,0 10-3 15,0-8-5-15,0 8-5 0,0 0-8 0,-2-9-12 16,2 9-3-16,0 0-15 0,0 0-9 0,0 0-16 16,0 0-9-16,0-9-7 0,0 9-11 0,0 0-6 15,0 0-1-15,0 0-8 0,0 0-4 0,0 0 3 16,-2 26-3-16,2-15 1 0,0 3-1 0,0 1-1 16,0 2-2-16,0 1 0 0,-4 0-1 15,0 0 1-15,4 1-7 0,0 0 5 0,-2 0-3 0,0 0-1 16,2 1-6-16,0-2 0 0,-2-3-7 0,2 3 5 15,0-1-10-15,0-3 3 0,2-3-1 0,-2 1-2 16,0 2 2-16,0-4-6 0,2 1 3 0,0-1-2 16,-2-3-1-16,0 1-3 0,0 0-26 0,0-8-13 15,3 13-8-15,-3-13-14 0,0 10-13 0,0-10-19 16,1 7-19-16,-1-7-23 0,0 0-33 0,4 7-18 16,-4-7-37-16,0 0-151 0,0 0-394 0,0 0 174 15</inkml:trace>
  <inkml:trace contextRef="#ctx0" brushRef="#br0" timeOffset="134903.28">13003 11248 119 0,'0'0'184'0,"0"0"-3"16,0 0-12-16,4-5-10 0,-4 5-21 0,0 0-8 0,0 0-14 15,0 0-14-15,0 0-14 0,0 0-15 16,0 0-32-16,0 0-28 0,0 0-32 0,0 0-38 15,14 8-15-15,-14-8-27 0,2 7-112 0,-2-7-230 16,0 0 102-16</inkml:trace>
  <inkml:trace contextRef="#ctx0" brushRef="#br0" timeOffset="135348.57">13205 11065 19 0,'9'-7'189'0,"0"-1"-12"0,2 1-10 0,-2 1-7 0,4-1-3 16,-1 4-19-16,5 2-9 0,-3 0-6 0,-1 2-7 16,8 1-9-16,-2 3-14 0,-2 1-6 0,1 1-5 15,-2 2-9-15,2-1-6 0,-5 2-8 0,-3-1-2 16,0 3-8-16,-1-3-1 0,-2 2-3 0,-2-1-8 16,-3 1 1-16,-4 0-6 0,-3 1-4 0,-2-1 2 15,1-2-4-15,-3 1-4 0,-3 2 2 0,1-5-1 16,3 0-3-16,-2-1-6 0,3 0 1 0,1-2-3 15,1-1 1-15,1 1-3 0,4-4-1 0,-7 6-4 16,7-6 2-16,-5 3 1 0,5-3-3 0,0 0 0 16,0 0 1-16,0 0-1 0,14 8-2 0,-7-7-2 15,1 0 1-15,-1 2 1 0,7-2 1 0,-3 3 0 16,5-1-3-16,-1 1 1 0,-1 0 1 0,-3-1-3 16,2 3 0-16,-1-1-1 0,-1 2 1 0,-1-2-1 15,-2 3 0-15,-1-2-2 0,1 1 4 0,-3-1-5 16,-2 1 5-16,-1-2-1 0,1 1 3 0,-3-6-4 15,-3 13 3-15,-2-7 4 0,0 0-3 0,-3 1 6 16,-1-2 2-16,-1 2 0 0,-3-3 4 0,0-1-4 16,1 3 0-16,0-4 0 0,-2 0-1 0,3 0 0 15,-2-1-2-15,-1 0-10 0,1 1-24 0,3-4-24 16,-1 2-32-16,2 0-32 0,9 0-41 0,-12-4-50 16,6 2-135-16,6 2-368 0,-7-8 163 0</inkml:trace>
  <inkml:trace contextRef="#ctx0" brushRef="#br0" timeOffset="135736.17">13800 11065 105 0,'2'-4'233'0,"-2"4"-8"0,0 0-13 0,0 0-16 0,5-5-18 16,-5 5-15-16,0 0-17 0,0 0-16 0,11-1-9 15,-11 1-12-15,16 1-9 0,0-1-8 0,-1 0-8 16,4 2-7-16,-2-2-7 0,-3 0-8 0,1 0-4 16,-3 0-9-16,3 0-3 0,-3-2-3 0,1 2-5 15,-4-1-5-15,1 2-2 0,-10-1-2 0,12 0-2 16,-12 0-1-16,9-1 2 0,-9 1-5 16,5 3-4-16,-5-3-3 0,0 0 3 0,0 0-10 0,11 1-1 15,-11-1 0-15,5 8 4 0,-5-2-2 0,4-1 6 16,-4 7 18-16,4-1-1 0,-5 2 1 0,2 3 0 15,-2 1-3-15,-2 0 2 0,-1-2 3 16,4-3-2-16,-4 4-4 0,-1 1 0 0,3-1-1 0,0 0-2 16,-1-4-3-16,-2 4-1 0,5-4-6 0,-2 0 2 15,0-1 0-15,0 0-3 0,0-1-10 0,2 0-21 16,-1 1-25-16,1-1-30 0,-2-1-26 0,0 2-34 16,0-2-33-16,0-2-30 0,2 0-33 0,-3 2-179 15,-1-4-438-15,-1 0 193 0</inkml:trace>
  <inkml:trace contextRef="#ctx0" brushRef="#br0" timeOffset="135892.14">13896 11351 185 0,'0'0'189'0,"0"0"-16"0,1-9-9 0,1 4-17 16,-2 5-14-16,10-7-15 0,-2 3-9 0,3-1-14 15,3 2-24-15,3-2-28 0,2 0-29 0,1 2-30 0,0-1-39 16,0 0-30-16,-2 1-26 0,4-2-85 15,-3 0-212-15,-1-4 94 0</inkml:trace>
  <inkml:trace contextRef="#ctx0" brushRef="#br0" timeOffset="136189.78">14277 11118 160 0,'2'-4'180'0,"-2"4"-11"16,2-9-12-16,-2 9-15 0,0 0-13 0,4-8-16 15,-4 8-14-15,0 0-9 0,0 0-2 0,0 0 5 0,0 0-7 16,5 20-1-16,-5-13-6 0,2 4-8 0,-2-3-1 15,2 3 1-15,0 0-8 0,1 0-1 0,-1 0-2 16,0-1-4-16,5 3 4 0,0-4-3 16,2 1-3-16,0 0-3 0,0-1 3 0,2 2-1 0,-1-2-1 15,0 0-5-15,1-1-2 0,-2-2-3 0,1 1-5 16,-1 0 0-16,1 1-5 0,-2-1-3 0,1-1 2 16,-5-2-7-16,3 1 0 0,-3-1-7 15,1 0 3-15,-5-4 0 0,5 7 5 0,-5-7-3 0,0 0-1 16,0 0 0-16,-11 13 4 0,5-11-7 0,-2 2-4 15,-3-1 0-15,3 0-5 0,-1-2-14 0,-2 1-13 16,2 0-26-16,9-2-21 0,-18-2-33 0,7 0-22 16,2 1-29-16,-2-2-38 0,2-1-17 0,0-1-161 15,0 0-396-15,2-2 176 0</inkml:trace>
  <inkml:trace contextRef="#ctx0" brushRef="#br0" timeOffset="136330.72">14395 11136 14 0,'10'-8'159'0,"0"-1"-9"0,-1 3-7 16,1-2-1-16,-1 0-12 0,4 5-11 0,1-4-7 16,-1 1-20-16,1 2-12 0,1 2-32 0,3-1-22 15,0 2-40-15,0-1-41 0,0 1-59 0,-7 1-58 16,2 1-187-16,0-1 83 0</inkml:trace>
  <inkml:trace contextRef="#ctx0" brushRef="#br0" timeOffset="136613.7">14870 11110 153 0,'0'0'255'0,"0"-9"-18"0,0 9-18 0,0 0-20 15,0 0-18-15,0 0-21 0,0 0-17 0,0 0-12 16,0 0-9-16,0 0-7 0,0 0-3 0,17 17-10 0,-10-9 0 15,-2 2 2-15,3 1-4 0,-1 4-1 0,1-1-11 16,1-1-5-16,-1 1-7 0,1 0-5 0,1-1-4 16,0 2-11-16,-3-6-2 0,4 4-4 15,-4-5-7-15,0 2 0 0,1-1-3 0,0-2-8 0,-1 0-14 16,-1 0-30-16,1 0-30 0,-3-1-40 0,1-1-47 16,-2 1-32-16,-3-6-36 0,5 6-42 15,-5-6-161-15,0 0-431 0,0 0 191 0</inkml:trace>
  <inkml:trace contextRef="#ctx0" brushRef="#br0" timeOffset="136804.09">15023 11133 186 0,'0'0'210'0,"-10"-5"-12"16,10 5-8-16,-11 1-1 0,11-1-13 0,-14 10-7 15,2-2-6-15,2 2-6 0,1 2-15 0,-4 1-8 16,2 0-11-16,-2 0-10 0,1 2-12 15,1-1-10-15,-1 0-9 0,5-3-11 0,-2 2-27 0,-1-1-35 16,0 2-37-16,2 0-51 0,0-1-45 0,-1-2-54 16,4-1-179-16,-3-1-386 0,-1 0 170 0</inkml:trace>
  <inkml:trace contextRef="#ctx0" brushRef="#br0" timeOffset="138950.01">15284 11023 169 0,'0'0'230'0,"2"-8"-13"0,-2 8-17 16,2-10-6-16,-2 10-11 0,4-5-12 0,-4 5-12 16,0 0-16-16,1-6-13 0,-1 6-19 0,0 0-17 15,0 0-4-15,0 0-11 0,0 0-8 0,0 0-6 16,8 14-6-16,-8-3-3 0,2 0-2 0,2 6-1 16,-1 0 1-16,-2 0-1 0,0 1-2 0,1 0-6 15,0 1-4-15,1-2-1 0,2 2-7 0,-3-1-4 16,0-1 2-16,0-2-2 0,1-2-1 0,-2 0-7 15,0-1 1-15,1 0-3 0,-2 0-2 0,1-2-1 16,1 1-2-16,-2-1-27 0,1-2-19 0,-1-1-15 16,0 5-18-16,-1-4-35 0,0 0-28 0,1-8-36 15,-2 11-28-15,2-11-32 0,-4 9-127 0,1-6-381 0,3-3 168 16</inkml:trace>
  <inkml:trace contextRef="#ctx0" brushRef="#br0" timeOffset="139264.07">15431 11232 19 0,'2'-6'183'0,"-2"6"-21"0,0 0-16 0,0 0-5 0,0 0 0 15,0 0 3-15,0 0-2 0,0 0-7 0,6 19-9 16,-6-19-10-16,4 13-11 0,-3-7-7 0,6 1-9 16,-1-1-4-16,0 2-3 0,2-3-9 0,2 1-2 15,-2-2-10-15,2 0-11 0,1 0 2 0,0-2-3 16,-1-1-7-16,1 1-1 0,0-1-1 0,-4-2 9 15,3-2-2-15,1 0-5 0,-4-3-4 0,2 2-3 16,-2-1 5-16,0-1 2 0,-3-1-6 0,0 0-3 16,-3 0-2-16,2-2-5 0,-3-1-1 0,0 0-6 15,-1 0 1-15,-3-1 1 0,1 3-6 0,-1-3-3 16,-2 2-2-16,1 0 0 0,-1 2-3 0,0 0-2 16,1 2 1-16,-1 3-7 0,-2-2-13 0,-3 3-16 15,11 1-15-15,-18 0-21 0,9 1-40 0,1 1-26 16,3 2-35-16,-1 1-45 0,-1 0-154 0,7-5-395 15,-5 7 176-15</inkml:trace>
  <inkml:trace contextRef="#ctx0" brushRef="#br0" timeOffset="139450.79">15561 11001 70 0,'0'0'193'0,"-5"-2"-18"0,5 2-21 0,0 0-18 16,0 0-12-16,18-5-21 0,-6 5-36 0,6 0-50 15,2 0-32-15,1-4-49 0,-1 5-96 0,-1-3-174 16,4-1 77-16</inkml:trace>
  <inkml:trace contextRef="#ctx0" brushRef="#br0" timeOffset="139834.21">15941 10703 183 0,'4'-4'189'0,"-4"4"-20"0,5-8-12 16,-5 8-4-16,9-4-5 0,-9 4-7 0,13 3-5 16,-7 1-8-16,2-2-8 0,0 3-11 0,0 2-8 15,1 2-10-15,-1-1-7 0,-2 0-8 0,1 1-6 16,-2 2-10-16,-4-2-3 0,0 2-5 0,-3-2-6 0,-1 1-5 15,-2-1-4-15,0 0 0 0,-1 0-6 0,-1 0 1 16,1-2-5-16,-3 0-5 0,1 0-1 0,3-2-5 16,1 0-6-16,0 0-6 0,4-5-8 15,-6 8-3-15,2-4-5 0,4-4-6 0,-1 7 5 0,1-7 0 16,0 0-3-16,10 12-3 0,-5-8 4 0,0 0 0 16,6 0 5-16,-1 1-4 0,-1 0 0 0,0 1 3 15,0-2 0-15,0 2 0 0,-3 0 4 0,-1-2-9 16,-1 1 8-16,0 0 3 0,0 0 0 0,-4-5 0 15,-2 9 6-15,2-9 6 0,-7 11-1 0,2-7-1 16,-4 0-1-16,-4 1 2 0,3-2-1 0,-1 2 2 16,-1-1-3-16,3 0 0 0,0-2-5 0,2 0-16 15,-1 1-22-15,0-2-28 0,1 2-37 0,7-3-37 16,-14 4-190-16,8-1-356 0,6-3 158 0</inkml:trace>
  <inkml:trace contextRef="#ctx0" brushRef="#br0" timeOffset="145248.47">16159 11139 79 0,'0'0'150'0,"-11"0"1"0,11 0-2 0,0 0-1 0,0 0 4 16,-8-9-1-16,8 9-2 0,0 0-6 0,-5-4-2 15,5 4-6-15,0 0-10 0,0 0-11 0,0 0-12 16,-5-4-9-16,5 4-10 0,0 0-7 0,0 0-1 15,0 0-2-15,0 0-3 0,0 0-3 0,0 0-3 16,18 19-6-16,-9-13 1 0,0 0-8 0,1 3-5 16,4 0-5-16,-4-2-6 0,1 1-2 0,-1-1-1 15,0 1-6-15,-1 1 2 0,2 0-5 0,-1-1-5 16,-1 2-12-16,-1-1-23 0,0-1-12 0,0 3-20 16,0-3-28-16,-1 1-22 0,-3 0-28 0,1 0-42 15,0-1-7-15,0 1-23 0,-1-1-135 0,-3-3-363 16,-1-5 161-16</inkml:trace>
  <inkml:trace contextRef="#ctx0" brushRef="#br0" timeOffset="145462.29">16303 11126 159 0,'-4'-9'150'0,"4"9"-10"0,-4-4-21 16,4 4-12-16,0 0 13 0,0 0 2 0,0 0 0 15,-22 13 2-15,11 1-12 0,-2-1-5 0,2 2-11 16,-2-1-4-16,-5 4-8 0,5-1-10 0,-6 1-6 16,2 2-6-16,3-3-5 0,3-2-22 0,-2 2-21 0,3-1-30 15,-1-1-24-15,3 1-26 0,0-2-45 16,3-3-41-16,0 0-112 0,-3-1-285 0,3-4 127 16</inkml:trace>
  <inkml:trace contextRef="#ctx0" brushRef="#br0" timeOffset="145837.5">16542 11029 142 0,'19'-2'183'0,"0"0"0"0,-1 2-10 0,0 1-10 16,0 0-19-16,1 4-6 0,-6-1-11 0,3 3-15 0,0 0-8 15,-5-1-8-15,-1 1-10 0,-1 2-10 0,-1-1-7 16,0-1-7-16,-3 3-9 0,-1 0 1 0,-4 0-6 16,-2 1-3-16,-3 0-6 0,-1 0 0 0,-6 1-2 15,-1-1-6-15,-2 2-2 0,1-4-3 0,-2 1-4 16,0-3 0-16,0 1-8 0,4-2 9 0,2-3-10 16,-2 0 2-16,2 0 1 0,2 1-1 0,1-3-1 15,7-1-2-15,-12 3 2 0,12-3-4 0,-8 0-4 16,8 0 2-16,-8 2-2 0,8-2 1 0,0 0 0 15,0 0-4-15,0 0 0 0,0 0 1 0,0 0-5 16,0 0 4-16,0 0 0 0,32 5-1 0,-20-2-3 16,1 0 3-16,5 1 0 0,-1 0 1 0,1 0-21 15,-1 1-19-15,0-1-40 0,1 1-35 0,1-1-36 16,0 0-53-16,-5 0-119 0,3 0-344 0,3-2 152 16</inkml:trace>
  <inkml:trace contextRef="#ctx0" brushRef="#br0" timeOffset="146010.44">17001 11207 157 0,'-2'-9'209'0,"2"9"-4"0,0 0-13 16,0-9-12-16,0 9-17 0,0 0-16 0,0 0-15 16,2-8-15-16,-2 8-16 0,0 0-15 0,0 0-20 15,0 0-28-15,0 0-44 0,0 0-36 0,0 0-40 16,0 0-44-16,19 10-131 0,-19-10-277 0,3 6 123 0</inkml:trace>
  <inkml:trace contextRef="#ctx0" brushRef="#br0" timeOffset="146348.26">17245 11015 25 0,'10'-2'195'0,"1"-1"-7"0,1 2-11 0,-1 2-11 15,2 3-6-15,-3-1-16 0,2 1-13 0,-3 1-13 16,-2 2-10-16,0 2-8 0,-1-1-5 0,1 1-10 16,-5 1-1-16,-1 1-5 0,-2 1-9 0,-3 0-1 15,-2 0-8-15,-4 1-6 0,-2 1-5 0,-3 0-5 16,-1-2-7-16,-6 4-2 0,5-7-1 16,-1 1-6-16,2-1-2 0,-3 0-1 0,7-2 0 0,0-1-4 15,-1-1-6-15,2 0-1 0,3-1-2 0,1-2 2 16,3 2-5-16,4-4 2 0,-10 4-2 0,10-4 0 15,-8 3 1-15,8-3-2 0,-5 3-3 0,5-3-1 16,0 0-1-16,0 0 2 0,0 0 0 0,27 3 6 16,-11 0-6-16,5-2-2 0,7 0 4 0,2-1-3 15,2 2 0-15,2 0-4 0,0 2-25 0,-1-3-35 16,-2 3-42-16,2-1-41 0,-2-1-41 0,-4 3-171 16,-6-3-384-16,-1 1 170 0</inkml:trace>
  <inkml:trace contextRef="#ctx0" brushRef="#br0" timeOffset="148104.1">17748 11097 163 0,'-2'-9'211'0,"2"-1"-12"0,-2 4-4 0,2 6-9 15,0-11-14-15,0 11-17 0,-2-10-18 0,2 10-11 16,0 0-13-16,0 0-2 0,0 0-12 0,10 0-12 0,-10 0-9 15,8 12-1-15,-2-2-7 0,0-1-7 0,2 3-5 16,2 1-5-16,-1 1-2 0,-1 1-7 16,3 0-6-16,-2-1-1 0,3-1-2 0,-1 2-6 0,0-1 0 15,-1-1-1-15,3 0-17 0,-2 0-25 0,-1 1-24 16,-1-5-30-16,-1 3-32 0,1-3-34 16,1-2-42-16,-4 1-20 0,1 0-126 0,-2-3-349 0,1-2 156 15</inkml:trace>
  <inkml:trace contextRef="#ctx0" brushRef="#br0" timeOffset="148309.97">18054 11072 13 0,'0'0'161'16,"0"0"-15"-16,-6-7-2 0,6 7-12 0,0 0 0 15,-25 17-6-15,9-5-8 0,-1-1-7 0,-6 6-12 16,1 1-6-16,-2 1-12 0,-2 0-10 0,4-1-8 15,2 0-1-15,-1 0-10 0,2 1-2 0,1-2-7 16,-1 1-10-16,1 0-26 0,4-3-37 0,3-4-36 16,4-1-37-16,0 0-47 0,-3-1-82 0,4 0-250 15,1-1 110-15</inkml:trace>
  <inkml:trace contextRef="#ctx0" brushRef="#br0" timeOffset="148553.96">18152 11005 68 0,'4'-5'203'0,"0"1"-23"0,-4 4-19 0,3-6-22 16,-3 6-6-16,0 0 5 0,0 0-1 0,15 11-4 16,-10-2-5-16,0 1-6 0,0 0-12 0,-1 6-8 15,-2 0-11-15,2 0-7 0,-1 0-10 0,-2 0-10 0,2 2-1 16,-1-1-9-16,-2-2-2 0,1 2-9 15,1 0-1-15,-1-1-24 0,-1 0-26 0,2 1-17 16,-2-2-25-16,0-4-38 0,3 1-28 0,-1-2-30 16,1 0-33-16,0 0-110 0,-2-3-311 0,1 0 138 0</inkml:trace>
  <inkml:trace contextRef="#ctx0" brushRef="#br0" timeOffset="148842.51">18418 11195 137 0,'0'0'134'0,"0"0"-13"0,0 0-8 16,0 0-2-16,0 18-7 0,0-18 8 0,1 10-13 15,2-6-7-15,1 1-11 0,-4-5-4 0,10 9-1 16,-4-5-4-16,2-3-5 0,1 2 0 0,3-1-5 16,1-2-4-16,1 0 0 0,-1-1-4 0,-1 0 3 15,0-2 12-15,-1 3 5 0,0-3-5 0,-1-1-5 16,-5-2-6-16,1 2-6 0,-1-2-5 0,-3 0-4 15,-2 6-5-15,4-13-5 0,-5 4 1 0,-6 0-7 16,1 0-2-16,-2 1-7 0,3 1 0 0,-4-1 0 16,0 3-6-16,0 1 0 0,0 0-3 0,-2 2-10 15,-1 2-13-15,1 0-19 0,1 2-25 0,-1 2-22 16,0 0-32-16,5-1-49 0,0 2-175 0,3-2-363 16,3-3 160-16</inkml:trace>
  <inkml:trace contextRef="#ctx0" brushRef="#br0" timeOffset="150253.28">18604 10668 39 0,'-9'-3'87'0,"9"3"-7"0,0 0-4 0,-10 0-8 15,10 0-5-15,0 0-3 0,0 0-7 0,-11 0 2 16,11 0-6-16,0 0 5 0,-9 2-15 0,9-2 1 16,0 0-1-16,-7 2-1 0,7-2 0 0,0 0 4 15,-8 6-2-15,8-6-1 0,0 0 0 0,0 0 4 16,-8 0-2-16,8 0 5 0,0 0-2 0,0 0-6 16,0 0 3-16,0 0 5 0,0 0-1 0,0 0 2 0,0 0 4 15,0 0 3-15,0 0-2 0,0 0-1 0,0 0-4 16,0 0 3-16,0 0 0 0,0 0-5 15,0 0-7-15,0 0 1 0,0 0-5 0,0 0-1 0,0 0-2 16,0 0-3-16,0 0-2 0,0 0-1 0,0 0-5 16,18-16-1-16,-12 13-3 0,0 1-3 15,1-1-4-15,2 1 3 0,-2 1-3 0,-7 1-5 16,17 0 0-16,-9 1 0 0,-1 0-4 0,0 2 0 0,-1 2 0 16,-1-1 4-16,2 1-2 0,-2 3-4 0,0 1 1 15,-4-2 4-15,2 1-1 0,-2 1 2 0,-2 1-1 16,-1-1 2-16,-1 3-8 0,-3-4 7 0,1 3-1 15,-1-1 1-15,1 0-4 0,-1-2 0 0,-2 0 0 16,-1-1 1-16,3-1 1 0,0 0 1 0,1-2 0 16,0 1-1-16,5-5 1 0,-6 6-2 0,6-6-2 15,-7 5-2-15,7-5 8 0,-6 4-4 0,6-4-3 16,0 0 1-16,0 0-2 0,0 0 1 0,15 5-1 16,-15-5 0-16,17 3 1 0,-6-2-2 0,1 0 0 15,0 2 3-15,1 0-1 0,-1 1-1 0,1 1-1 16,-3 1 0-16,0 0 1 0,-2-1 0 0,1 2-1 15,-5-3-8-15,1 2 5 0,-3 1 4 0,1-3-5 16,-3-4 7-16,-1 12-2 0,1-12 1 0,-5 12-4 0,-1-6 2 16,1 0 2-16,-5-3 2 0,0 1-4 0,-3-1 3 15,2-1-2-15,-4 1 3 0,2-2 5 16,0 2-3-16,-1-3-4 0,2 0 2 0,-1 0 1 16,-1 0-2-16,3 0 4 0,2 2-8 0,-3-2-14 0,6 1-27 15,6-1-16-15,-12 0-32 0,12 0-48 0,-8 0-154 16,8 0-321-16,0 0 143 0</inkml:trace>
  <inkml:trace contextRef="#ctx0" brushRef="#br0" timeOffset="150590.04">19139 11126 118 0,'0'0'205'0,"0"0"-10"16,-8 0-15-16,8 0-14 0,0 0-11 0,0 0-18 16,-6-4-13-16,6 4-8 0,0 0-12 0,0 0-7 15,0 0-8-15,0 0-8 0,0 0-1 0,0 0-9 16,29-6-2-16,-17 4-7 0,1 1-5 0,2-1-10 0,4-2-3 15,-3 4-7-15,2-2 2 0,-6 1-3 0,0 0-7 16,1-2-3-16,-1 2-3 0,-3-1-2 16,0 2-2-16,-2 2-2 0,-7-2-11 0,17 0-21 15,-11 0-18-15,-6 0-25 0,13 1-27 0,-7 2-29 0,2-2-24 16,-1 0-42-16,-1 1-125 0,-6-2-330 16,15 3 146-16</inkml:trace>
  <inkml:trace contextRef="#ctx0" brushRef="#br0" timeOffset="150870.09">19623 10891 164 0,'1'-9'245'16,"-1"9"-8"-16,2-13-12 0,-2 13-13 0,-2-9-13 15,2 9-20-15,0 0-16 0,2-10-22 0,-2 10-14 16,0 0-14-16,0 0-10 0,0 0-12 15,0 0-8-15,0 0-6 0,0 0 8 0,0 0-3 0,2 31-8 16,-2-18-7-16,0 3-2 0,1 0 1 0,-1 1-8 16,2 0-7-16,-1 0-1 0,-1 2-9 15,2-2-2-15,-2-1-3 0,2 1-6 0,-2-1-2 0,2 0 7 16,1 1-11-16,-2-1-5 0,2-4-23 0,-1 0-31 16,0 2-31-16,-2-1-34 0,0-2-43 0,0 2-42 15,1-3-40-15,-4 2-184 0,1-2-443 0,-1-2 197 16</inkml:trace>
  <inkml:trace contextRef="#ctx0" brushRef="#br0" timeOffset="151057.26">19822 11094 67 0,'0'0'221'15,"5"-8"-4"-15,-5 8-10 0,3-6-11 0,-3 6-19 16,5-3-15-16,-5 3-19 0,0 0-19 0,0 0-11 15,0 0-10-15,0 0-14 0,5-4-25 0,-5 4-25 0,0 0-22 16,0 0-26-16,0 0-50 0,0 17-46 16,0-17-42-16,2 7-124 0,-2-7-291 0,0 0 129 15</inkml:trace>
  <inkml:trace contextRef="#ctx0" brushRef="#br0" timeOffset="151482.47">20059 10897 12 0,'12'-6'186'0,"0"5"-13"0,1-3-8 16,-3 3-9-16,3 2-12 0,-2-1-6 0,1 2-12 0,-1 0-21 16,-1 1-6-16,0 1-2 0,-1 2-10 0,-1-2-8 15,-1 1-11-15,-2-2-6 0,-3 2-2 0,4 1-10 16,-6-6-5-16,5 7-3 0,-5-7-4 0,-2 10 1 15,2-10-6-15,-3 11-6 0,-3-5 4 0,0 1-5 16,0 1-2-16,-4 0 0 0,1-1-5 0,-1 0 0 16,2 0-6-16,0 0-12 0,2 1-4 0,0 0 3 15,3-2-15-15,-1 0-7 0,1 1-8 0,3-7 3 16,0 12-1-16,4-5-3 0,0-1 3 0,0 0 0 16,3 0-8-16,2 1 10 0,0-2 1 0,2 3 0 15,-4-1 2-15,3 0 3 0,-3-2 9 0,2 2-6 16,-4-3 5-16,1 2-4 0,-1-2 8 0,-1 0-4 15,-4-4 2-15,5 7 0 0,-5-7 19 0,0 8 7 16,0-8-3-16,0 0 13 0,-10 9-2 0,2-7 3 16,2 1-4-16,-2-1 0 0,-1-1-3 0,-2 2-1 15,1-2-3-15,3 2-1 0,-2-2-2 0,9-1 3 16,-12 2-13-16,5-1-24 0,7-1-21 0,-13 1-24 16,13-1-35-16,-7 2-41 0,7-2-128 0,0 0-292 15,0 0 130-15</inkml:trace>
  <inkml:trace contextRef="#ctx0" brushRef="#br0" timeOffset="151950.69">20446 10981 106 0,'0'0'203'0,"3"-6"-20"16,-3 6-13-16,3-6-21 0,-3 6-19 15,0 0-13-15,0 0-10 0,0 0-1 0,12 9-12 16,-8-4 2-16,1 1-6 0,1 2 1 0,1 0-7 0,0 2 2 15,6 2-2-15,-4-2-3 0,4 2-3 0,0 0-8 16,-2-1-6-16,4 0-8 0,-3 0-4 0,2 0-5 16,-4-2-2-16,-1-2-5 0,3 2-3 15,-5-2-2-15,1 2-5 0,-2-2-4 0,1-1 0 0,-4-1-5 16,1 0-2-16,-4-5 2 0,0 9-3 0,0-9 3 16,-7 9-7-16,-2-5 1 0,0 0 1 15,-4-2-5-15,-1-1 2 0,1-1 1 0,-2 2-5 0,-2-2-5 16,5-2-10-16,-1 1-5 0,1-1-3 0,2 0-5 15,0-2 0-15,0 0-6 0,5 1 2 0,-1-3-7 16,1 1 2-16,5 5-9 0,-1-13 4 0,1 13 2 16,5-18-3-16,-1 7 3 0,1 0 3 0,3 0 5 15,1-4 5-15,1 1-3 0,0-2 5 0,-2 0 1 16,1 2 1-16,-2-1-2 0,1 3 4 0,-3-4 3 16,2 0 1-16,-4 1 2 0,-1 3 0 0,0-5-2 15,0 5 4-15,-5 2 14 0,0-2-8 0,1 2-2 16,-3 1 2-16,1 2 0 0,-3-2 0 0,-3 3 1 15,4 3-3-15,-4 2 2 0,-4 1 0 0,3 1-4 16,-3 2 1-16,3 2 1 0,-5 4 0 0,0-1 1 16,2 2-10-16,4-2-20 0,2 2-26 0,1-1-31 0,4 2-44 15,-1 0-29-15,1 0-140 0,6-1-323 16,-2-1 144-16</inkml:trace>
  <inkml:trace contextRef="#ctx0" brushRef="#br0" timeOffset="152372.51">20757 10900 14 0,'5'-6'225'0,"0"2"-11"0,-1 0-17 15,1-1-19-15,-5 5-13 0,5-5-24 0,-5 5-12 16,0 0-14-16,9 0-11 0,-9 0-6 0,5 9-3 16,-5-9 3-16,5 11-5 0,-4 0-8 15,4-4-7-15,-2 5-3 0,2-1-6 0,-1-2-9 0,1 3-4 16,3 1-1-16,1-3-5 0,-2-1-4 0,2 0-5 15,3-1 0-15,1 2-7 0,3-4-4 0,-3-1-1 16,-1-3-1-16,5 3-4 0,-6-4 3 0,1-1-5 16,-4-1-1-16,2-1-5 0,2-2 1 0,-2 0 0 15,-1-1-2-15,1-1-4 0,-2-1 3 0,-2 0-5 16,1-2 2-16,-1 0 0 0,0-1 5 0,-1 2 8 16,2-1-1-16,-2 0-4 0,-1-1 0 0,-3 3 13 15,3 1 9-15,0 1 4 0,-4 5 10 0,3-8-17 16,0 3-4-16,-3 5-5 0,4-6-3 0,-4 6-7 15,0 0-4-15,0 0 0 0,0 0 2 0,0 0 0 16,0 0 3-16,-4 32 6 0,1-22-3 0,1 3-1 16,-1 2 4-16,-2 1-3 0,2 0 1 0,-3 2-2 15,4-1-4-15,-1 0-2 0,1-3 0 0,0 2-1 16,2-4 8-16,0 0-18 0,-1-2-19 0,2 2-20 16,-1-2-23-16,0 1-36 0,-1-2-30 0,1 1-38 15,1-2-50-15,-1-8-28 0,-1 17-210 0,0-11-485 16,1-6 215-16</inkml:trace>
  <inkml:trace contextRef="#ctx0" brushRef="#br0" timeOffset="152589.37">21614 11056 1862 0,'6'-7'93'0,"0"0"12"0,-1 1-36 0,0-1-2 16,0 4 0-16,-5 3 1 0,8-8-3 0,-8 8-8 15,5-5 4-15,-1 1-9 0,-4 4-5 0,10-5-4 16,-3 2-5-16,4 2-4 0,1 0-6 16,1 1-6-16,-1-2-19 0,6 4-19 0,-6-1-21 0,2 0-31 15,-2-1-23-15,-1 3-35 0,0 0-23 0,-2-1-25 16,-3 2-18-16,0 0-130 0,-6-4-348 0,3 6 155 16</inkml:trace>
  <inkml:trace contextRef="#ctx0" brushRef="#br0" timeOffset="152737.26">21701 11117 104 0,'0'0'163'0,"0"0"3"0,-8 2-15 0,8-2-11 0,0 0-13 15,0 0-8-15,0 0-15 0,0 0-7 0,0 0-10 16,23 7-6-16,-10-4-15 0,-1-2-25 0,2-1-31 16,4 2-36-16,2-1-41 0,-3-1-44 0,-2 0-98 15,3-4-227-15,0 1 101 0</inkml:trace>
  <inkml:trace contextRef="#ctx0" brushRef="#br0" timeOffset="154058.69">22518 10629 89 0,'-3'-3'223'0,"3"3"-14"0,-2-12-7 0,2 12-6 15,-3-7-15-15,3 7-9 0,0 0-11 16,-3-8-17-16,3 8-12 0,0 0-16 0,0 0-14 15,0 0-12-15,0 0-10 0,0 0-13 0,0 0-3 0,0 0-7 16,0 0-3-16,0 0 2 0,0 0-7 0,0 28 6 16,0-14-1-16,-1 1 3 0,1 4-1 0,0 0-3 15,-1-2 1-15,-2 1-1 0,2-1 3 0,0 0-5 16,1 2-3-16,-4-4-1 0,4 2-2 0,-3 2-4 16,3-6-5-16,-2-1-1 0,2 1-2 0,-1-2-7 15,1 1 1-15,-2 1-1 0,2-2-9 0,-1 0 2 16,1-1 3-16,0 1-6 0,0-1-1 0,-1-3-1 15,2 1-18-15,-1-8-14 0,0 11-18 0,0-5-28 16,0-6-24-16,-1 11-47 0,1-11-15 0,1 7-40 16,-1-7-37-16,0 0-188 0,0 0-449 0,0 0 198 15</inkml:trace>
  <inkml:trace contextRef="#ctx0" brushRef="#br0" timeOffset="154389.81">22751 10758 90 0,'3'-4'193'0,"-3"4"-1"0,5-9-10 16,-5 9-20-16,3-8-16 0,-3 8-16 0,0 0-16 15,1-8-12-15,-1 8-8 0,0 0-8 0,0 0-8 16,0 0-12-16,0 0-1 0,0 0-3 0,1 25-14 16,-1-18 3-16,0-7-4 0,2 12 0 0,-1-5 0 15,2 3 0-15,-1-3 1 0,4 1-2 0,-2 1 1 16,1 3-5-16,4-3 2 0,-1-1-6 0,2 2-4 15,3 1 0-15,1 0-3 0,-3 0-2 0,0-3-2 0,-2-1-3 16,0 2-1-16,0-1 1 0,1 0-2 16,-4-1-5-16,1 1-3 0,-2-3 1 0,0 0-6 15,-1 2 3-15,-1-3-2 0,0 2-1 0,-3-6-2 0,2 10 4 16,-2-10-3-16,0 0 4 0,-10 14-4 0,4-9 1 16,-3-1-3-16,-4 0-1 0,3 0-18 15,-2-2-16-15,0 0-20 0,1-2-23 0,0 0-30 0,-2-2-32 16,4 1-31-16,-2-4-37 0,-3 1-123 0,3-1-352 15,0-4 156-15</inkml:trace>
  <inkml:trace contextRef="#ctx0" brushRef="#br0" timeOffset="154555.94">22809 10691 56 0,'15'-8'202'0,"3"0"-11"0,-1-2-7 16,1 4-5-16,-2 1-8 0,4-1-18 0,-3 1-14 15,4 1-15-15,-1 1-13 0,1 0-10 0,-2 3-24 16,1 0-37-16,-2 4-50 0,0-2-46 0,-5 4-35 16,0-2-39-16,-3 3-111 0,-2-1-259 0,-3 0 115 15</inkml:trace>
  <inkml:trace contextRef="#ctx0" brushRef="#br0" timeOffset="154710.84">23109 10824 45 0,'0'0'180'15,"0"0"-8"-15,0 0 5 0,0 0-11 0,0 0-14 16,0 0-17-16,-2 6-17 0,2-6-8 0,0 0-12 16,0 0-12-16,0 0-10 0,5 10-31 0,-5-10-37 15,7 7-39-15,-3-4-37 0,2 0-37 0,-1 2-123 0,-5-5-246 16,12 4 109-16</inkml:trace>
  <inkml:trace contextRef="#ctx0" brushRef="#br0" timeOffset="155064.57">23438 10656 112 0,'0'0'212'0,"-1"-10"-16"0,1 10-17 0,-4-7-12 0,4 7-11 16,-8-4-10-16,8 4-8 0,0 0 5 0,-22 11 1 16,11-3-4-16,-2 3-11 0,0 5-1 15,-3 4-3-15,3 1-4 0,1-4-5 0,0 5-7 16,3-5-8-16,0-1-4 0,1 0-8 0,3 0-3 0,1 1-15 15,1 2 1-15,3-4-9 0,3 1-7 0,2-2-4 16,0 1-1-16,2-4-4 0,4 2-4 0,-1 0-10 16,4-4 1-16,-1 2-5 0,1-4-3 15,-2 1-2-15,-2-3-3 0,0-1 4 0,2 1-5 0,-3-3-2 16,0 1-2-16,1-2 1 0,-2 0 1 0,-8-1-10 16,10-2 5-16,-3-1 0 0,-7 3-5 0,8-7-2 15,-4 1-1-15,-2 0-2 0,-2 6-3 16,0-16-6-16,-2 8 3 0,2 8-12 0,-4-13-3 0,0 5-3 15,-1 1-1-15,-2 0-13 0,0 4-9 0,2-2-12 16,-3 1-11-16,8 4-19 0,-15-2-17 0,7 2-25 16,8 0-23-16,-15 0-35 0,7 2-41 0,2 1-183 15,6-3-444-15,-13 3 196 0</inkml:trace>
  <inkml:trace contextRef="#ctx0" brushRef="#br0" timeOffset="155512.51">23783 10696 171 0,'5'-9'263'0,"-1"4"-10"0,-2-4-14 0,-2 9-23 16,5-8-21-16,-5 8-22 0,2-3-22 0,-2 3-10 15,0 0-9-15,0 0-7 0,0 0-9 0,15 17-8 0,-10-6-4 16,4 6-9-16,-2 1-5 0,2 4-7 0,-2-4 1 15,2-1 9-15,0 0-20 0,0 1-8 0,4 4-3 16,-6-7-1-16,1 2-12 0,2-3-3 16,-5-4-4-16,3 2-5 0,-3-4-3 0,2 3-3 0,-1-4-4 15,0 3 12-15,-2-5-20 0,1 3 2 0,-1-2 2 16,0 0-3-16,-1-2-3 0,-3-4 1 16,7 7-1-16,-7-7 0 0,5 5 6 0,-5-5 11 0,0 0 3 15,7 1-4-15,-7-1 1 0,11-10-9 0,-4 4 6 16,0-3-3-16,4-5-5 0,1 0-3 0,4-5-1 15,0-1-2-15,1-2-3 0,1-4-6 0,-3 3 9 16,2-2-6-16,-2 0 3 0,-1 2-6 0,-1-1 2 16,1 2-5-16,-5 6 0 0,-1 1 1 0,-1-2-4 15,0 5 12-15,-1 4-13 0,-3-1 1 0,0 3 1 16,0 0-6-16,-3 6 1 0,5-7-6 0,-5 7-7 16,3-6-29-16,-3 6-4 0,0 0-17 0,0 0-9 15,0 0-23-15,0 0-29 0,0 0-31 0,-11 28-20 16,9-16-46-16,-2 2-34 0,0 6-193 0,0-5-487 15,-2 2 215-15</inkml:trace>
  <inkml:trace contextRef="#ctx0" brushRef="#br0" timeOffset="156034.26">22562 11407 149 0,'-19'-2'174'0,"0"0"-8"0,5 0-5 16,0 1 3-16,1 0-9 0,3-1-2 0,-1 2-7 16,11 0-8-16,-12-2-8 0,12 2-5 15,-10-1-1-15,10 1-6 0,-8 0-5 0,8 0-11 0,0 0-8 16,0 0-7-16,30-8-10 0,1 3-12 0,23-1 2 16,5 0-10-16,38-1-5 0,-1 1-2 15,2-1-2-15,11 7-3 0,2-3-7 0,2 0 0 16,-4 0-1-16,-4 2-8 0,-5-2 3 0,-1-1-1 0,-35 2-1 15,3-1 5-15,-2-1-8 0,-9 2-1 0,-2-1 5 16,-4 0 3-16,-14 1 2 0,-2-1 4 0,-1 0 7 16,-3-1 1-16,-5 1 5 0,4 0 13 15,-12 0-15-15,-4 1 4 0,1 1 2 0,-2 0 2 0,0 1-6 16,-1-3-5-16,-5 2-5 0,-6 1-1 0,14-1-3 16,-14 1-5-16,6-1-6 0,-6 1-5 0,8-2-1 15,-8 2-2-15,0 0-11 0,8 0-18 0,-8 0-22 16,0 0-25-16,0 0-26 0,0 0-28 0,0 0-36 15,0 0-42-15,0 0-43 0,0 0-45 0,0 0-206 16,-32-4-523-16,15 1 232 0</inkml:trace>
  <inkml:trace contextRef="#ctx0" brushRef="#br0" timeOffset="157182.34">8157 11885 14 0,'0'0'101'0,"-6"2"-3"0,6-2-21 0,0 0 18 16,-7 5 6-16,7-5-5 0,0 0 8 0,0 0 5 15,22 13-3-15,-3-9-13 0,8 1-2 0,7-1-5 0,21-2-5 16,9-2-5-16,30-1-10 0,1-3-7 15,3-2 0-15,1-2-5 0,0 1-5 0,2-2-4 16,-4-1 4-16,0 2-7 0,-4-1-1 0,-3-1-7 16,-26 5 1-16,2 1-1 0,1 0-4 0,-2 0-6 0,-5 2 0 15,-5-1 0-15,-2-1-1 0,-21 1-4 0,-1 1 3 16,-3 0-1-16,-10 1 0 0,-3 0 6 16,-3 0 9-16,0 1 11 0,-5 0 7 0,-7 0 13 0,13-1 2 15,-4 1 7-15,-9 0 1 0,7-1 2 0,-7 1 0 16,0 0-3-16,0 0-10 0,12 0-5 0,-12 0-11 15,0 0-4-15,0 0-7 0,0 0 0 0,0 0-27 16,0 0-39-16,0 0-45 0,8 1-55 0,-8-1-71 16,0 0-40-16,0 0-170 0,0 0-440 0,0 0 196 15</inkml:trace>
  <inkml:trace contextRef="#ctx0" brushRef="#br0" timeOffset="157346.04">10052 11865 47 0,'0'0'123'0,"0"0"-19"16,0 0-40-16,0 0-37 0,0 0-41 0,8 2-45 16,-8-2-63-16,0 0 28 0</inkml:trace>
  <inkml:trace contextRef="#ctx0" brushRef="#br0" timeOffset="-182330.33">27375 8903 38 0,'-14'-3'170'0,"8"0"4"0,6 3 3 0,-13-4 4 0,8 3 5 16,5 1-2-16,0 0-11 0,-13-2-9 0,13 2-17 16,-9-1-10-16,9 1-15 0,0 0-13 0,0 0-8 15,-7-3-5-15,7 3-11 0,0 0-2 0,0 0-9 16,0 0-6-16,0 0-5 0,0 0-8 0,0 0-6 16,24-7 0-16,-4 2-9 0,8 3-9 0,3-3-4 15,2-1-6-15,-3 3-21 0,4-1-15 0,-7 0-26 16,2 1-17-16,-11 1-24 0,2-2-31 0,-2 2-14 15,-7-1-13-15,3 2-8 0,-7-1-4 0,-1 1 0 16,1-2-7-16,-7 3-111 0,10-3-292 0,-10 3 130 16</inkml:trace>
  <inkml:trace contextRef="#ctx0" brushRef="#br0" timeOffset="-181945.62">27629 8815 112 0,'0'0'115'15,"0"0"-8"-15,0 0-19 0,0 0-4 0,-7 4-10 16,7-4-2-16,-4 6 8 0,4-6 10 0,-5 10-3 15,0-4 3-15,1 2-3 0,0 4-10 0,0 4 10 16,-1 1 11-16,1 0-8 0,-1 3-8 0,0 4-2 16,1-5-7-16,2 7-5 0,-5-2 1 0,5-3-1 15,-1 3-10-15,2-5-8 0,-2 0-1 0,6-2-5 16,-6 0-2-16,3 0-3 0,0 0-6 0,3 0-2 16,-2 0-2-16,0-4-2 0,-1-3 1 0,2 0-2 0,0 0-3 15,-2-1-7-15,0-1-1 0,2-2 1 16,-2-6-1-16,0 10-2 0,0-10-3 0,2 5 3 15,-2-5-7-15,0 0 5 0,-6 7-4 0,6-7-5 0,-11 0-3 16,11 0 0-16,-17-1-1 0,5-2 6 0,2 0-3 16,-1 0-1-16,0-1 0 0,2 1-2 0,0 0 2 15,9 3-4-15,-11-4 7 0,4 0-5 16,7 4 4-16,-10-2 2 0,10 2-1 0,-6-3 0 0,6 3-1 16,0 0-2-16,-7-3 0 0,7 3 3 0,0 0-5 15,0 0-4-15,0 0 9 0,0 0-2 16,30 6 3-16,-11-8-3 0,0 2-5 0,4 0-18 15,4 2-15-15,1-2-23 0,-1 1-31 0,2 0-5 0,1-1-24 16,-8-1-12-16,-1 0-19 0,8-2-18 0,-8 2-101 16,-2-1-291-16,-2-3 130 0</inkml:trace>
  <inkml:trace contextRef="#ctx0" brushRef="#br0" timeOffset="-181722.82">27948 9139 56 0,'3'-10'124'0,"-1"0"14"0,0 1 8 16,-2 2 6-16,0 7 6 0,3-13-1 0,-3 13-7 15,0-9-1-15,0 9-8 0,1-7-11 0,-1 7-8 16,0 0-13-16,0 0-10 0,0 0-13 0,0 0-4 16,0 0-3-16,0 0-6 0,-16 2-7 0,16-2 9 15,-13 17-3-15,5-7-7 0,-3 2-4 0,3-1-6 16,1 0-9-16,1-1-3 0,0 1-3 0,3-1-3 16,-2 1-3-16,5 1-3 0,-2 0-2 0,2-2-9 15,2-1-23-15,3 2-15 0,6 2-19 0,-4-4-31 16,2 0-26-16,2 0-31 0,4 0-30 0,1-1-24 0,2-1-26 15,1 0-119-15,-2-4-350 0,-5 1 154 0</inkml:trace>
  <inkml:trace contextRef="#ctx0" brushRef="#br0" timeOffset="-181544.76">28248 9315 84 0,'0'0'188'0,"11"0"-14"0,-11 0-9 0,0 0-12 16,0 0-12-16,4 3 9 0,-4-3 0 0,0 0-6 15,0 11-1-15,0-11-11 0,-5 10-16 0,5-10-7 0,-10 15-12 16,4-6-6-16,0-1-10 0,0 3-11 0,0-2-25 16,-1 1-23-16,3-4-33 0,-2 1-42 0,-1 1-51 15,5-1-37-15,-4 0-46 0,0-2-107 0,4 0-317 16,2-5 140-16</inkml:trace>
  <inkml:trace contextRef="#ctx0" brushRef="#br0" timeOffset="-181098.3">28819 9017 2035 0,'-2'-12'116'16,"-5"1"-21"-16,1 2-13 0,2 1-8 0,-2 0-13 15,4 2 4-15,-2 1-6 0,4 5-5 0,-6-9-1 16,6 9-2-16,-5-7 0 0,5 7-9 0,-2-5-6 15,2 5-6-15,0 0-5 0,0 0-7 0,0 0-3 16,0 0-2-16,0 0-4 0,0 0 0 0,8 26-1 16,-4-14 1-16,3 5 3 0,-2 0-2 0,3 0-2 15,2 0-4-15,-5 0 7 0,5 1-4 0,1 4 0 16,-5-5 0-16,-1-5 3 0,3 1-5 0,-1-5 3 16,1 7-2-16,-2-5 0 0,0 0 2 0,0-1 5 15,-1 1-7-15,1-4 3 0,-3-1-3 0,0 0 5 0,3-2 2 16,-6-3 2-16,3 8 3 0,-3-8 8 0,6 4 9 15,-6-4 5-15,0 0 4 0,0 0-7 0,16-12 11 16,-9 3-17-16,0-4 3 0,2-3-7 16,0-2-3-16,-1-1-7 0,6-5 1 0,-4 0 3 0,0-2-5 15,-2 1-8-15,3-2-3 0,-3 2-11 0,2 2-3 16,-3 5 7-16,-2-1-4 0,1 2-4 0,-2 1-3 16,-1 4-5-16,1 4-7 0,-2 2-15 0,2-1-21 15,-4 7-23-15,2-8-28 0,-2 8-5 0,0 0-11 16,0 0-12-16,0 0-12 0,0 0-24 0,-8 29-26 15,4-13-188-15,0 1-423 0,-4-1 187 0</inkml:trace>
  <inkml:trace contextRef="#ctx0" brushRef="#br0" timeOffset="-180849.52">29383 9097 118 0,'0'0'222'0,"0"0"-11"0,-11-10-7 16,11 10-7-16,-16-1-2 0,7-3-8 0,-1 5-14 0,-3-1-10 16,0 5-11-16,-6 0-16 0,2 5-11 15,0-3-9-15,0 2-14 0,2 3-5 0,2 0-14 16,0-1-9-16,4-1-11 0,1 0-3 0,3 0-4 16,2 2-7-16,0-2-3 0,3 1-6 0,3-2-12 15,0 4-15-15,5-5-17 0,0 3-19 0,3-5-39 16,4 1-35-16,2 0-52 0,2 0-33 0,0-2-35 15,-1-1-146-15,1-2-393 0,1-2 174 0</inkml:trace>
  <inkml:trace contextRef="#ctx0" brushRef="#br0" timeOffset="-180451.4">29721 9090 88 0,'2'-6'244'0,"-2"6"-4"0,2-7-9 0,-2 7-19 16,0 0-16-16,0 0-21 0,0 0-10 0,-11-5-16 15,11 5-10-15,0 0-3 0,-24 9-17 0,17-3-12 16,-1 2-8-16,-3-3-9 0,3 4-11 0,3-1-10 16,-1-1-7-16,2 0-4 0,0 3-4 0,3-4-7 15,0 1 0-15,1-7-2 0,3 14-14 0,0-8-8 16,3-1 0-16,2 3-3 0,-2-3-5 0,2 0-7 16,3 1-6-16,-1-3 3 0,0-3-2 0,-3 2-3 15,4 0 0-15,-4-2 3 0,-7 0 4 0,14 1-4 16,-14-1-4-16,12-1 6 0,-12 1-2 0,6-2 6 15,-6 2 2-15,7-2 6 0,-7 2 0 0,0 0 2 16,5-6 3-16,-5 6-2 0,0 0-3 0,0 0 0 16,0 0 3-16,0 0-4 0,0 0-1 0,-35 6-1 15,25-2 6-15,-3 1-6 0,1 2-3 0,1-1 3 16,1 2-3-16,-4 2 1 0,5-1-4 0,1 0-3 16,2 0 1-16,1-2 0 0,1 0-3 0,3 0 3 15,-1 0 2-15,2-7 0 0,4 15-1 0,3-7 2 16,4 0 6-16,-1-1-15 0,9 0-14 0,1-2-14 15,1 1-27-15,8-3-36 0,0-2-29 0,-2 6-30 16,0-4-43-16,-8-3-32 0,0 0-192 0,-2 0-452 16,-2 0 200-16</inkml:trace>
  <inkml:trace contextRef="#ctx0" brushRef="#br0" timeOffset="-179895.38">27858 9632 15 0,'-31'4'146'0,"0"0"-1"0,1 1 10 0,1-1 1 0,9-1 1 15,-1-1 1-15,8 1-12 0,2-1-8 0,3-1-10 16,2 0-8-16,6-1-5 0,-8 6-4 0,8-6 1 15,0 0 6-15,17 10 0 0,14-6 9 0,24 1-10 16,39-5 6-16,7-4-13 0,15-2 3 0,18 1-3 16,11-7-7-16,9 5-4 0,8 0-7 0,3-3-3 15,9 6-6-15,-5 1-6 0,-7-2-8 0,-1 5-4 16,-8-1-4-16,-11-4-4 0,-9 4-5 0,-14 2-3 16,-13-1-8-16,-13 0 3 0,-34 1-2 0,-6-1-7 15,-16 3 2-15,1-5-4 0,-2 4-2 0,-8-2-3 16,-6 1 5-16,-4 0-1 0,-6 0 6 0,-1-1 14 15,-4 2 4-15,0-2 7 0,-7 0 6 0,0 0-1 16,12-2-6-16,-12 2 2 0,8-1 0 0,-8 1-11 16,0 0-10-16,0 0-11 0,0 0-12 0,0 0-23 15,0 0-32-15,-36-6-32 0,17 4-28 0,0 1-52 16,-3-3-30-16,-5 1-50 0,-2 1-40 0,1 0-50 16,-3-1-240-16,1 0-603 0,-1-1 267 0</inkml:trace>
  <inkml:trace contextRef="#ctx0" brushRef="#br0" timeOffset="-178564.42">27930 9764 5 0,'-18'-3'147'0,"5"2"-8"15,-8-1-6-15,4-1-7 0,-4-1-14 0,-4-1-15 16,-6 1-3-16,3 1-9 0,-1 1-10 0,-6-2-12 16,3 0 7-16,-1 1-8 0,-1 3-5 0,0-7-4 15,1 3-9-15,-3 1-2 0,3-2 4 0,3-1-1 16,-4 1-5-16,2-1-3 0,-1-1 1 0,1 1-3 16,3 1 0-16,-2-2-7 0,-5 1 1 0,5-1-4 0,1-2-2 15,-1 1 5-15,-1-3 3 0,3 2-4 16,2-6 4-16,0-2 1 0,1 1-4 0,3-1 4 15,-2-1 0-15,3-1-1 0,2-3-3 0,2-1 7 0,4 1 0 16,0-4 0-16,1 1-4 0,1-3 2 0,4-3-7 16,4-4 4-16,-1 1-2 0,5-11-7 0,2 9 0 15,1-15-3-15,3 3 2 0,0 0-5 16,4-1-4-16,3 1-1 0,1-3-1 0,2 2 0 0,0 2-2 16,1-1-1-16,2 2 3 0,-2 3-3 0,6-2 2 15,-1 3-5-15,3-1 6 0,1 5-4 0,-5 6 4 16,10-4 4-16,-8 7 2 0,4 3-3 0,0 1 1 15,2-1-4-15,-3 1 2 0,2 2 3 0,13-9-3 16,-12 11 6-16,11-6 0 0,-6 9 0 0,15-6-2 16,-2 0 1-16,5 1 1 0,2 1-2 0,4 2-2 15,0-2-1-15,30-2-1 0,-23 6-2 0,23-4 1 16,-24 8 0-16,29-6-2 0,-1 2-3 0,-4 4 0 16,4 1-3-16,-28 5 3 0,32-2-3 0,-4 7-1 15,2-4 0-15,0 4 0 0,-2-2 1 0,-1 3-2 16,-2 2-1-16,2 2 2 0,-29 3-3 0,4 1-1 15,28-2 3-15,-34 2-1 0,2 1 1 0,-1 2 2 16,1-3-3-16,-3 3-3 0,0 1-1 0,-2 1 4 16,-2 1-1-16,3-2 19 0,-7 3-6 0,0 2 1 15,-1-1-1-15,-1 1-2 0,-1 4-1 0,0-1-2 0,-10-3-2 16,7 6 0-16,-1 1-3 0,-8-6 3 16,9 10 0-16,-13-7-2 0,9 10 1 0,-11-5 0 15,9 7-3-15,-11-6 3 0,5 9-4 0,-4 4 0 16,3-1 3-16,-5 6-2 0,-4-3 0 0,-4 2 1 15,-5-8 1-15,4 12-5 0,-4 0 4 0,-2 1-2 16,-4-12 5-16,-2 1-5 0,3 8-2 0,-7-10 4 16,-2 0-4-16,0 12 5 0,-1-13-2 0,-6 2-2 15,0-2 5-15,-3 2-4 0,-3-2 4 0,-9 11-1 16,4-15-1-16,-8 10-2 0,0-11 7 0,-10 6-7 0,7-8 2 16,0-3 2-16,-16 9 0 0,0-5 0 15,-1-4-1-15,-1 1 2 0,-1-3-4 0,1-1 6 16,11-5-5-16,-12 0-3 0,10-2-10 0,-11 2 1 15,9-6-6-15,3-2-4 0,1 0 0 0,2 1-25 16,-2-3-17-16,5 0-28 0,-1-1-32 0,0-1-36 0,2-5-48 16,-2 4-158-16,0-5-396 0,0 1 176 0</inkml:trace>
  <inkml:trace contextRef="#ctx0" brushRef="#br0" timeOffset="-178070.55">30822 8797 87 0,'0'0'95'0,"0"0"-4"0,0 0-21 0,0 0 5 0,0 0-17 16,0 0 3-16,0 0-5 0,10 9 3 0,-7-5 11 15,-3-4-13-15,4 12-3 0,-3-6-7 16,0-1 0-16,-1-5 0 0,4 14-18 0,-3-10 12 15,2 3-4-15,-3-7-2 0,1 10-3 0,0-5 4 0,-1-5-7 16,1 10 3-16,-1-10 2 0,3 9 0 0,-3-9-3 16,0 9 1-16,0-9-2 0,1 7-4 0,-1-7-4 15,0 0-1-15,2 7-2 0,-2-7-4 0,0 0 4 16,0 0 2-16,0 0 6 0,1 8 4 0,-1-8-2 16,0 0 11-16,0 0-1 0,0 0 7 0,0 0 7 15,0 0 7-15,0 0 0 0,0 0 2 0,0 0 14 16,0 0-5-16,0 0-5 0,0 0-7 0,0 0-6 15,0 0-6-15,0 0-11 0,0 0-29 0,0 0-33 16,0 0-28-16,0 0-55 0,10-15-58 0,-10 15-176 16,1-9-371-16,-1 9 164 0</inkml:trace>
  <inkml:trace contextRef="#ctx0" brushRef="#br0" timeOffset="-177790.92">31125 8841 91 0,'0'0'207'0,"0"0"-23"0,0 0-19 0,0 0-22 15,1 6-16-15,-1-6-8 0,0 8-13 0,0-8-10 16,-3 16-8-16,2-6-7 0,-1-1-8 0,0 1-9 15,2-10-2-15,0 11-10 0,2-4-3 0,-2-7-5 0,0 9 0 16,0-9 2-16,2 8-5 0,-2-8-1 0,12 1-7 16,3-6-12-16,12-4-18 0,7-4-19 0,20-5-24 15,-2-1-25-15,2-2-30 0,-3 1-27 16,0-1-152-16,-5-2-297 0,3-1 133 0</inkml:trace>
  <inkml:trace contextRef="#ctx0" brushRef="#br0" timeOffset="-174937.12">28723 11335 95 0,'-4'-17'155'16,"-2"-1"3"-16,1 2-22 0,0-1 2 0,0 0-2 15,1 6 1-15,1 1 0 0,-2 0-5 0,2 1-2 16,0-1-16-16,0 1-3 0,2 3-10 0,1 6-2 16,-5-10-11-16,5 10-10 0,-1-6-8 0,1 6-8 15,0 0-11-15,-3-9-9 0,3 9-5 0,0 0 0 16,0 0-7-16,0 0-4 0,0 0-1 0,0 40-2 16,0-20 2-16,0 6-8 0,3 5 5 0,-2 15 4 0,2 3-4 15,0-4 3-15,3 7-5 0,-4 1 4 16,7 0-4-16,-3 4 0 0,1 1-6 0,5 23 4 0,-3-23-5 15,0-1 0-15,2 3 0 0,-4 1-4 0,4 20 0 16,-7-26 3-16,2 3-3 0,1 22-2 0,-7-26-2 16,1 0 5-16,1 3-5 0,-1 2 4 15,-1 1-4-15,0-2 0 0,1 0-5 0,2 0 3 0,0-5 0 16,-1 0 2-16,9 0-4 0,-3-2 3 0,1-2 1 16,-1 2-6-16,1-2-5 0,-1-3 0 0,1 0-4 15,-3-13-1-15,0-1-5 0,-2 4-3 0,-1-3 3 16,-2 0-2-16,-5-3-7 0,0 1-3 0,-1 0-9 15,-1-4-5-15,-4-1-8 0,-1-1-6 0,1-2-11 16,2-7-19-16,-2-1-12 0,5-5-12 0,-3 0-16 16,3-2-10-16,0 1-11 0,2-3-126 0,-3-1-295 15,6-5 130-15</inkml:trace>
  <inkml:trace contextRef="#ctx0" brushRef="#br0" timeOffset="-174396.47">28322 13331 59 0,'-22'0'110'0,"2"-1"-15"0,1 2 0 0,0 0-5 15,-1-1-2-15,5 1-6 0,1 0 3 16,1-1 2-16,3 2 0 0,-1 1-4 0,2-3-3 15,1 1-3-15,8-1-1 0,-14 1-1 0,14-1-9 0,0 0 6 16,-5 5-6-16,5-5-1 0,20 3 4 0,0-1-2 16,11 1-4-16,22-3-6 0,8 3-9 15,31-1 2-15,6-4-5 0,10-6-3 0,3-2-5 16,12 1-2-16,1 5-3 0,12-8 0 0,-1 5-3 0,5-2-5 16,-4-3-5-16,3 3 8 0,-6-2-11 0,9-1 14 15,-6 5 0-15,-1-5 5 0,-6 5 10 0,2 1-2 16,-4-2-1-16,-4 2-2 0,-3 5-2 0,-13-3-6 15,-7 4-5-15,-36 0 1 0,-1 0-6 0,-6 1-1 16,-20 0-6-16,2-1 2 0,-10 4 1 0,-8-4-4 16,-3 0-2-16,-6-1-1 0,-1 1-1 0,-4 0 1 15,4-1-4-15,-11 1-6 0,10 0-19 0,-10 0-40 16,0 0-37-16,0 0-38 0,0 0-20 0,-24-15-36 16,7 12-167-16,-13-5-385 0,-1-2 171 0</inkml:trace>
  <inkml:trace contextRef="#ctx0" brushRef="#br0" timeOffset="-171688.17">28784 11750 95 0,'0'0'96'0,"0"0"-16"16,0 0 9-16,-18 8 6 0,11 1 3 0,-7 3-21 16,-1 2 11-16,-6 4-7 0,3 1-2 0,-6 1-3 15,4 1-2-15,-2-2-5 0,-1 2-11 0,2-2-6 16,-1 1 2-16,0-5-7 0,1 2-8 0,6-4-5 15,1 0 4-15,-2-2-5 0,3 0-5 16,2-4-17-16,1 1-14 0,1-1-27 0,3-1-20 0,2-2-32 16,0 0-33-16,-2-1-88 0,6-3-217 0,0 0 96 15</inkml:trace>
  <inkml:trace contextRef="#ctx0" brushRef="#br0" timeOffset="-171488.95">28722 11850 78 0,'0'0'212'16,"10"-2"-23"-16,-10 2-19 0,0 0-17 0,0 0-15 15,7 0-19-15,-7 0-7 0,0 0-14 0,6 3-14 16,-6-3-2-16,9 3-7 0,-9-3-6 0,12 4-10 16,-3 0-5-16,2-1-3 0,0 1-10 0,0 0-29 15,1 2-29-15,-4-1-31 0,-1-3-40 0,-1 2-27 16,0 0-140-16,-2 0-276 0,0 1 122 0</inkml:trace>
  <inkml:trace contextRef="#ctx0" brushRef="#br0" timeOffset="-170715.38">27945 11798 40 0,'0'0'120'0,"0"0"-14"0,0 0-4 0,0 0-16 0,0 0-4 15,32-12-13-15,-10 7-7 0,-5-1 3 0,2 0-12 16,-2 2-5-16,-4 1-9 0,0 0 1 15,-3 1-7-15,0-1 3 0,-2 2-7 0,0 0 2 0,-8 1 0 16,7-1-3-16,-7 1 6 0,8-1 2 0,-8 1 7 16,0 0 0-16,8-3-4 0,-8 3 3 0,0 0 0 15,0 0-7-15,0 0-6 0,0 0 3 0,0 0-3 16,0 0-5-16,0 0-6 0,0 0-3 0,0 0 0 16,0 0 2-16,0 0-1 0,0 0-6 0,-10 20 4 15,8-9 0-15,-3 2-3 0,4 3 0 0,-2 3 6 16,-1-2-2-16,2 2 1 0,-1-3-1 0,1 2 0 15,-1 0 6-15,2-2-5 0,-2 3-1 0,5-2 5 16,-4-2-4-16,2-2-2 0,-2 4 1 0,-1-6-3 16,1 4-2-16,-1-2 0 0,0-3 0 0,3-2-4 15,-2-1 2-15,0-1 0 0,0 0-1 0,2-6 6 16,-5 9-4-16,0-4-7 0,5-5 9 0,-4 6 0 16,4-6-1-16,-9 3-3 0,9-3 3 0,-9 1 0 15,9-1-3-15,0 0 0 0,-11-1-1 0,11 1 10 16,0 0 0-16,0 0-3 0,-9-6-7 0,9 6 5 0,0 0-3 15,0 0-5-15,0 0 3 0,0 0-3 16,0 0 1-16,0 0 0 0,24-15-5 0,-12 13-1 16,0-2-9-16,5 2-11 0,1-1-12 0,0 0-7 15,0 0-23-15,-1 0-3 0,3 0-13 0,-3-1-14 0,2 1-5 16,-2 1-8-16,-4-1-3 0,5-1 7 0,-7 0 9 16,1 1 16-16,0-1 4 0,-1-2 6 15,-1 0 3-15,-1 0 10 0,0 1 12 0,-2-2 12 16,0 1 6-16,-3 0 9 0,0-1 15 0,-4 7 11 15,4-10 5-15,-3 5 42 0,-1 5 0 0,0-11-2 0,0 11 11 16,0 0-7-16,-1-10-4 0,1 10-1 0,0 0-9 16,-8-4 4-16,8 4 1 0,0 0 1 15,-20 11 5-15,9-1 7 0,-1 1-7 0,-1 4-7 0,2-3 5 16,0 0-13-16,5 2-2 0,-2-2-3 0,4-1-6 16,4 2-2-16,-1-2-4 0,1 0-1 0,3 0 2 15,5 3 0-15,2 0-5 0,1-2-9 0,3 0-26 16,4-1-10-16,9-1-20 0,-3-2-29 0,7-2-34 15,1 1-14-15,-1-4-28 0,-1 0-85 0,2 0-254 16,2-5 112-16</inkml:trace>
  <inkml:trace contextRef="#ctx0" brushRef="#br0" timeOffset="-170000.42">31249 12998 146 0,'-4'-8'175'0,"4"8"-6"16,-5-5-4-16,5 5-10 0,0 0-18 0,0 0-6 16,-7-8-7-16,7 8-11 0,0 0-12 0,0 0-9 15,0 0-12-15,0 0-6 0,0 0-4 0,-5 19-9 16,4-8-3-16,0 5-5 0,-1 2-3 0,0 0-5 16,0 2-15-16,0 5-40 0,-1 1-41 0,2-1-48 15,-1-1-52-15,-3 0-136 0,-1-6-310 0,3 0 137 16</inkml:trace>
  <inkml:trace contextRef="#ctx0" brushRef="#br0" timeOffset="-169526.59">31135 13537 50 0,'0'0'198'0,"0"0"-12"0,0 0-24 0,0 0-8 16,0 0-15-16,0 0 0 0,-8 6-3 0,8-6-3 16,0 0-14-16,7 15-8 0,-4-7 3 0,3 1-11 15,-2 1-1-15,2 0-16 0,1 3 0 0,-1-2-11 16,1 2-3-16,0-2-7 0,3 3-7 0,-1 1-3 15,0-1-7-15,0-3 0 0,1 0-7 0,2 3 1 16,-5-4 0-16,3 2-5 0,-2-3 0 0,6 2 1 16,-6-3-10-16,1-3-1 0,-2 0-5 0,3 0 1 15,1 1 7-15,-9-2-3 0,5-1 5 0,3-1-2 16,-2 0-2-16,-8-2 8 0,10 1 13 0,-10-1 6 16,13-4 3-16,-7 2-7 0,-6 2-8 0,10-12 3 15,-5 2-5-15,2 2-3 0,-2-3-1 0,-3 0-10 16,5-4-5-16,-2 0 3 0,-1-3 2 0,3 1-8 15,0-2-7-15,-2 5-1 0,1-3 11 0,-2 2-9 16,1-1-3-16,-1 6-6 0,-4 0-6 0,3-2-5 16,-2 3-17-16,0 1-15 0,0 1-12 0,-1 7-28 15,0-10-25-15,0 10-21 0,-1-11-22 0,1 11-26 16,-1-10-23-16,1 10-5 0,0 0-15 0,-8-3-152 16,8 3-398-16,0 0 176 0</inkml:trace>
  <inkml:trace contextRef="#ctx0" brushRef="#br0" timeOffset="-169312.5">31647 13562 101 0,'0'0'177'0,"0"0"-10"15,7-4-7-15,-7 4 2 0,0 0-10 0,0 0 0 16,0 0-7-16,0 0-8 0,0 0 0 0,0 0-8 16,0 0-11-16,-30 0-4 0,20 4-5 0,-1 0 3 0,-1 2-12 15,-4 3-8-15,1-1-8 0,0 1-6 16,2 1-10-16,3-1-1 0,0-1-11 0,2 1-4 15,3 4-4-15,1-3-6 0,2-1-2 0,3 1-6 16,2-1-17-16,0 1-23 0,4-1-40 0,3 0-50 0,3-4-56 16,6 3-56-16,3-6-183 0,-2 0-423 15,9 0 188-15</inkml:trace>
  <inkml:trace contextRef="#ctx0" brushRef="#br0" timeOffset="-168938.36">31975 13581 33 0,'0'0'211'0,"-13"4"-25"0,13-4 2 15,-18 6-2-15,5-2-2 0,0 1-2 0,2 3-1 0,-1-2-11 16,2 1-11-16,2-1-18 0,1 1-13 0,2 2-12 16,1-3-7-16,0 0-11 0,3 1-11 15,1-7-6-15,6 20-10 0,2-13-7 0,-1-1-3 16,3 2-9-16,2-2-4 0,1 0-3 0,0-3-3 15,3 4-4-15,-2-4-8 0,-1 0-4 0,-1 0 0 0,-1-3-7 16,-4 2 1-16,-1-1-2 0,-6-1-6 0,9 0 5 16,-9 0-6-16,0 0 3 0,0 0-5 15,0 0-3-15,0 0 2 0,0 0-2 0,0 0-1 16,-37-3 5-16,19 6 6 0,-4 1 2 0,1-2 12 0,-6 5 5 16,6 0 5-16,-4 2 3 0,6-2-1 0,2 2-3 15,0 0 1-15,7-3-7 0,1-2-3 0,2 3-3 16,1 1-1-16,2 2 4 0,4-2-7 0,0-8-5 15,11 15-16-15,1-10-28 0,8 1-22 0,1-1-30 16,11-2-34-16,2 0-41 0,-4-1-49 0,2 0-27 16,-2-2-44-16,-10 1-139 0,0-1-446 0,-3-1 197 15</inkml:trace>
  <inkml:trace contextRef="#ctx0" brushRef="#br0" timeOffset="-168362.66">31415 13180 3 0,'-24'-12'126'0,"24"12"-6"15,0 0 2-15,0 0-10 0,0 0-10 0,0 0-9 0,0 0-1 16,0 0 6-16,0 0 3 0,0 0-9 16,30 5-9-16,-8-5 0 0,5 0-9 0,2 0-13 15,2-2 0-15,-1 2-6 0,1-2-9 0,0 2-2 16,-3-3-3-16,-1 5-6 0,-9-4-7 0,0 0-2 16,-7 4-6-16,-1-2-11 0,-10 0-19 0,16 0-16 15,-16 0-8-15,11-2-30 0,-11 2-14 0,0 0-17 16,14-2-24-16,-14 2-99 0,0 0-234 0,0 0 104 15</inkml:trace>
  <inkml:trace contextRef="#ctx0" brushRef="#br0" timeOffset="-167642.31">31639 13569 5 0,'0'0'123'15,"0"0"7"-15,0 0-8 0,-8-3 2 0,8 3-6 16,0 0-10-16,0 0-5 0,0 0-7 0,-17 0-6 16,17 0-6-16,0 0-7 0,0 0 10 0,-20 3-11 15,13 1 3-15,7-4-1 0,-14 6-10 0,9-2-3 16,-4 1-9-16,3 2 3 0,-3-1-3 0,3 0-6 15,0 2-3-15,0 1-1 0,0-3-10 0,-1 1-1 16,7-7 0-16,-5 13-3 0,4-4-5 0,1-9-6 16,0 17 3-16,0-17 3 0,6 11-1 0,4-4-6 15,1-2-3-15,2-3-20 0,6 4-11 0,9-2-23 16,0-2-31-16,2-1-24 0,4-4-32 0,-4 3-17 16,2 0-26-16,-4 0-101 0,-8-3-288 0,7-2 128 15</inkml:trace>
  <inkml:trace contextRef="#ctx0" brushRef="#br0" timeOffset="-163600.54">29875 12039 43 0,'0'0'84'0,"0"0"-2"0,1 10-7 15,-1-10 1-15,0 0-3 0,0 0 3 0,0 0-4 0,0 0 1 16,0 0-7-16,0 0-4 0,3 8 0 16,-3-8-3-16,0 0-5 0,0 0 5 0,0 0-1 15,0 0-1-15,0 0 0 0,0 0 2 0,0 0 0 16,0 0 4-16,0 0 3 0,0 0 1 0,0 0 5 0,6 2-1 16,-6-2-1-16,0 0 2 0,0 0-7 0,0 0-1 15,0 0 3-15,0 0-4 0,0 0-3 16,0 0-7-16,0 0 0 0,0 0-7 0,0 0-2 15,0 0-5-15,0 0-6 0,0 0-8 0,0 0-1 0,0 0-1 16,0 0-5-16,0 0-2 0,0 0-3 0,0 0-2 16,0 0-3-16,0 0 1 0,-6 10-3 15,6-10-1-15,-5 7-1 0,5-7 1 0,0 0-2 16,-4 7 1-16,4-7-2 0,0 0 3 0,0 0-4 0,-3 8 1 16,3-8-1-16,0 0 5 0,0 0-1 0,0 0 0 15,7 9 0-15,-7-9 1 0,9 3 3 0,-2-3-2 16,-7 0 2-16,13 1 4 0,-13-1 2 0,12-3-2 15,-5 2 7-15,-7 1-2 0,9-2 11 0,-9 2-5 16,10-3 3-16,-10 3 2 0,7-2 4 0,-7 2-7 16,0 0 5-16,9-3-4 0,-9 3-4 0,0 0 0 15,5-3-4-15,-5 3-2 0,0 0 1 0,0 0-3 16,0 0-4-16,0 0-1 0,0 0-3 0,0 0 1 16,0 0-6-16,0 0 1 0,0 0 1 0,0 0-3 15,0 0 6-15,0 0-8 0,0 0-1 0,0 0 0 16,-27 6 0-16,27-6-5 0,0 0 3 0,-7 3 3 15,7-3-1-15,0 0-1 0,0 0-2 0,-5 5 5 16,5-5 0-16,0 0-2 0,0 0 4 0,0 0-4 16,0 0 1-16,0 0 4 0,0 0-3 0,0 0 2 15,0 0 3-15,0 0 1 0,0 0-3 0,0 0 2 16,0 0-1-16,0 0 2 0,0 0 1 0,0 0 1 16,0 0-1-16,0 0-5 0,0 0 3 0,0 0-3 15,0 0 1-15,0 0-3 0,-6-12 2 0,6 12-3 16,0 0 1-16,0 0-3 0,-2-8 2 0,2 8-2 15,0 0 0-15,0 0-1 0,0 0-5 0,0 0 1 16,0 0 2-16,0 0 0 0,0 0-3 0,-17 8 4 16,17-8-1-16,-10 6-1 0,7-3 0 0,3-3-1 15,-6 7 1-15,6-7 2 0,-5 6 4 0,5-6-4 16,-4 4 1-16,4-4 0 0,0 0 1 0,-3 7 0 0,3-7 6 16,0 0-3-16,0 0 0 0,0 0 4 0,0 0-2 15,0 0 2-15,0 0 0 0,7 8-1 16,-7-8-1-16,0 0 3 0,0 0 2 0,0 0-4 15,0 0 6-15,0 0-5 0,0 0-1 0,0 0-3 0,0 0 3 16,12-12-3-16,-12 12 0 0,0 0 1 0,2-10-1 16,-2 10 1-16,0 0-2 0,-2-10 0 0,2 10 2 15,0 0-1-15,-1-9-1 0,1 9 1 16,0 0-1-16,0 0-2 0,-4-11-3 0,4 11 2 0,0 0-4 16,0 0 6-16,0 0-7 0,0 0 1 0,0 0 3 15,0 0-2-15,0 0 4 0,0 0-4 0,0 0 1 16,0 0 3-16,0 0-3 0,0 0 2 0,0 0-4 15,0 0 2-15,0 0 3 0,0 0-3 0,-11 16 2 16,11-16 3-16,0 0 0 0,0 0 0 0,0 0 2 16,0 0 2-16,0 0-2 0,16 4 2 0,-16-4 0 15,0 0 0-15,0 0-1 0,16-5 0 0,-16 5-1 16,7-5 3-16,-7 5-3 0,8-5-2 0,-2 3 3 16,-6 2-2-16,4-8 2 0,-4 8-1 0,4-7 1 15,-4 7-2-15,1-7 1 0,-1 7 0 0,0 0-1 16,2-7-1-16,-2 7-1 0,0 0-2 0,0 0 0 15,0 0-2-15,0 0-1 0,-8-9 1 0,8 9 1 16,0 0-5-16,0 0 3 0,-18 7 0 0,18-7 1 16,-10 9 0-16,5-6 1 0,0 1-3 0,5-4 3 15,-7 7-5-15,7-7 5 0,-5 6-2 0,5-6 4 16,-4 7-3-16,4-7 6 0,-1 7-3 0,1-7 1 16,0 0 0-16,0 0 7 0,4 11-3 0,-4-11 4 15,4 4 0-15,-4-4 1 0,0 0 4 0,9 2-9 16,-9-2 5-16,8 1-2 0,-8-1-1 0,0 0 2 15,7 1 2-15,-7-1 2 0,0 0-3 0,0 0 0 16,0 0-3-16,0 0 1 0,0 0-1 0,8-9-4 16,-8 9 5-16,0-8-2 0,0 8-3 0,0 0 0 15,0 0 6-15,-3-12-3 0,3 12-1 0,0 0-3 16,0 0 0-16,0 0 1 0,0 0-4 0,-4-8-1 16,4 8 0-16,0 0-4 0,0 0 2 0,0 0-3 15,0 0 3-15,0 0 0 0,0 0 1 0,0 0-1 16,0 0 2-16,0 0-1 0,0 0-1 0,0 0 5 15,0 0-2-15,0 0 2 0,0 0-1 0,0 0 6 16,0 0-1-16,0 0-1 0,0 0 1 0,7 21 0 0,-7-21 0 16,0 0 1-16,0 0-1 0,10 2 4 15,-10-2-3-15,7 0 0 0,-7 0 3 0,0 0-5 16,0 0 1-16,11 0 0 0,-11 0 4 0,0 0-3 16,0 0 0-16,0 0-1 0,6-8 0 0,-6 8-1 0,0 0-1 15,0 0-2-15,0-8-1 0,0 8-1 0,0 0 3 16,0 0-2-16,0 0-1 0,0 0-2 15,0 0-3-15,0 0 3 0,-5-13-3 0,5 13 2 0,0 0-1 16,0 0 2-16,0 0-3 0,0 0 1 16,0 0 3-16,0 0-4 0,0 0 0 0,-13 16 5 0,13-16 0 15,0 0-4-15,-1 6 7 0,1-6-1 0,0 0-1 16,0 0 4-16,0 0-2 0,2 12 2 16,-2-12-1-16,0 0 2 0,7 5 0 0,-7-5 3 15,0 0-2-15,8 0 1 0,-8 0 3 0,0 0-4 0,10 2 1 16,-10-2-1-16,0 0-1 0,0 0 1 0,0 0 3 15,11-5-5-15,-11 5-1 0,0 0-1 0,0 0-8 16,2-9-2-16,-2 9-2 0,0 0-1 0,0 0 3 16,0 0-3-16,-8-11 6 0,8 11-5 0,0 0 3 15,-7-4-3-15,7 4 1 0,0 0 5 0,0 0-5 16,-11-3 1-16,11 3 2 0,0 0-2 0,0 0 3 16,-12 8 2-16,12-8 0 0,-3 4-3 0,3-4-1 15,-7 4 2-15,7-4 1 0,0 0 1 0,0 0-1 16,-2 11 1-16,2-11 2 0,0 0 3 0,0 0-3 15,0 0 2-15,0 0 3 0,6 9-2 0,-6-9 1 16,0 0 3-16,0 0 0 0,0 0 1 0,0 0 2 16,0 0-2-16,0 0-3 0,0 0 1 0,0 0 0 15,0 0-2-15,0 0-2 0,0 0 2 0,0 0 0 16,0 0 2-16,0 0-4 0,0-25 0 0,0 25 1 16,0 0 1-16,-5-7-4 0,5 7-1 0,0 0 0 15,0 0-3-15,-5-7-7 0,5 7-15 0,0 0-16 16,0 0-28-16,0 0-30 0,-14 4-36 0,14-4-52 15,-10 7-140-15,10-7-359 0,-7 4 160 0</inkml:trace>
  <inkml:trace contextRef="#ctx0" brushRef="#br0" timeOffset="-162916.02">31263 13319 20 0,'0'0'105'0,"0"0"-20"0,0 0-23 15,0 0-21-15,0 0-25 0,0 0-33 0,0 0-35 16,-12 2-57-16,12-2 25 0</inkml:trace>
  <inkml:trace contextRef="#ctx0" brushRef="#br0" timeOffset="-162621.62">29868 13418 12 0,'0'0'58'0,"0"0"-13"0,0 0-8 15,0 0-14-15,0 0-18 0,0 0-35 0,0 0-33 16,0 0 14-16</inkml:trace>
  <inkml:trace contextRef="#ctx0" brushRef="#br0" timeOffset="-162063.36">29939 12301 87 0,'-2'-11'84'0,"2"11"1"0,0 0-3 16,-1-14-15-16,1 14-8 0,0 0-8 0,0 0-6 15,0 0 1-15,0-14-21 0,0 14-10 0,0 0-7 16,0 0-13-16,0 0-8 0,0 0-17 0,-1-5-12 16,1 5-10-16,0 0-34 0,0 0-92 15,0 0 41-15</inkml:trace>
  <inkml:trace contextRef="#ctx0" brushRef="#br0" timeOffset="-161820.22">29916 12126 1 0,'0'0'63'0,"0"0"-12"0,0 0-3 0,0 0-6 0,0 0-3 16,0 0 3-16,0 0-15 0,0 0 8 0,5 29-25 15,-4-19 5-15,2 4-11 0,-1 5-2 0,1 2-10 16,-3 5-4-16,1 4-6 0,-2 2-14 0,-1 0-20 16,0 0-56-16,-1 2 25 0</inkml:trace>
  <inkml:trace contextRef="#ctx0" brushRef="#br0" timeOffset="-161081.72">29982 12062 45 0,'0'0'50'0,"0"0"-5"0,0 0 1 0,0 0-9 16,0 0-6-16,0 0-7 0,0 0-1 0,0 0-5 16,0 0 0-16,0 0 2 0,0 0-1 0,0 0-4 15,0 0-1-15,0 0-2 0,0 0-2 16,0 0 2-16,0 0-7 0,0 0-2 0,0 0 0 16,0 21 1-16,0-21 5 0,-2 15-5 0,-1-5-2 0,2 1 8 15,-2 0 0-15,-1 5-9 0,1 0 4 16,0 4-8-16,-1-2 9 0,2 1-1 0,-1 1 1 15,0 4-3-15,1 0 2 0,-1-4-2 0,3 5-1 16,-1-7-3-16,1 10-2 0,1-1-8 0,1 1 1 16,1-1-7-16,-1 0 3 0,0 4-2 0,1-3-2 0,2 2-4 15,-1-1-2-15,0-1 3 0,1 1-1 0,2 0 2 16,0 1-5-16,1-5 5 0,-1 5-7 16,5-5 3-16,-5 4 2 0,1-4 7 0,1 2-4 0,1 0 8 15,-1-3-4-15,-1 5 3 0,1-5 5 16,0 1 0-16,-4-2 2 0,1-3 3 0,-1-2-1 0,0 0 6 15,0 1-8-15,-1-1 4 0,-1 1-1 0,-1-1-4 16,0-1-11-16,-2 0-17 0,1-1 7 0</inkml:trace>
  <inkml:trace contextRef="#ctx0" brushRef="#br0" timeOffset="-155486.15">31734 13860 45 0,'0'0'52'0,"0"0"5"16,0 0-5-16,0 0-7 0,0 0-4 0,0 0-2 16,0 0-13-16,0 0 6 0,0 0-2 0,0 0-3 15,0 0-17-15,0 0-7 0,0 0-15 0,0 0-2 16,0 0-14-16,0 0-40 0,0 0-73 0,0 0 33 15</inkml:trace>
  <inkml:trace contextRef="#ctx0" brushRef="#br0" timeOffset="-150948.41">30082 13350 15 0,'0'0'51'0,"0"0"4"0,0 0-13 0,0 0 6 16,0 0-6-16,18-10 1 0,-18 10 1 0,0 0-6 16,5-8 3-16,-5 8-4 0,2-5-7 0,-2 5 8 15,2-8-8-15,-2 8 3 0,0 0 3 16,0-8-1-16,0 8 3 0,1-7-5 0,-1 7-7 16,0 0 1-16,2-9 4 0,-2 9 7 0,0 0 0 0,0 0-8 15,0 0-5-15,-1-9-12 0,1 9 8 0,0 0 3 16,0 0 4-16,0 0-2 0,0 0 2 0,0 0-1 15,0 0-18-15,0 0 12 0,0 0 7 16,0 0-15-16,0 0-3 0,0 0 6 0,0 0 3 0,0 0-10 16,0 0-6-16,0 0 11 0,0 0-7 0,0 0 4 15,0 0-2-15,0 0-4 0,0 0 8 0,0 0-6 16,0 0-6-16,0 0 3 0,0 0 3 0,0 0 4 16,0 0-8-16,0 0 1 0,0 0-2 0,0 0 4 15,0 0 0-15,0 0-1 0,0 0-2 0,0 0 2 16,0 0-2-16,0 0 4 0,0 0-5 0,0 0-2 15,0 0 11-15,0 0-11 0,0 0 0 0,0 0-8 16,0 0 19-16,0 0-7 0,0 0 3 0,0 0-2 16,0 0-4-16,0 0 1 0,0 0-2 0,0 0 2 15,0 0-1-15,0 0-4 0,0 0 6 0,0 0-1 16,0 0-2-16,0 0 3 0,0 0 6 0,1-9-9 16,-1 9-1-16,0 0-1 0,7-2 7 0,-7 2-9 15,0 0 6-15,0 0-7 0,9-3 7 0,-9 3-7 16,0 0 4-16,0 0-7 0,9-1-1 0,-9 1-10 15,0 0-5-15,0 0-1 0,13 2-14 0,-13-2-20 16,7 2-11-16,-7-2-19 0,7 4-13 0,-7-4-61 16,7 4-174-16,-7-4 77 0</inkml:trace>
  <inkml:trace contextRef="#ctx0" brushRef="#br0" timeOffset="-150148.39">30215 13296 39 0,'0'0'98'0,"0"0"-5"15,0 0-1-15,0 0-14 0,0 0 0 16,0 0-5-16,0 0-19 0,0 0-1 0,0 0 7 16,0 0-2-16,0 0-13 0,0 0 0 0,0 0-7 15,0 0 1-15,0 0-6 0,0 0-7 0,-21 5-1 0,21-5 9 16,0 0-6-16,0 0 0 0,0 0 0 0,0 0-5 15,0 0-2-15,0 0 0 0,0 0 2 16,0 0 8-16,0 0-6 0,0 0 2 0,0 0-3 16,0 0 1-16,0 0-5 0,0 0 0 0,0 0-1 0,0 0 1 15,0 0-3-15,0 0 5 0,0 0-4 0,0 0-4 16,0 0 7-16,0 0-10 0,0 0 7 0,0 0-3 16,0 0-1-16,0 0 2 0,0 0-2 15,0 0 6-15,0 0-3 0,0 0 6 0,0 0-5 0,-9 2 3 16,9-2-1-16,-7 4 2 0,7-4-4 0,-5 4 0 15,5-4-3-15,0 0 1 0,-8 3-2 0,8-3 3 16,0 0-4-16,-6 5 1 0,6-5-1 0,0 0-4 16,-7 4 0-16,7-4 3 0,0 0 2 0,0 0-7 15,-5 3-2-15,5-3 0 0,0 0 2 0,0 0-2 16,0 0 1-16,0 0-11 0,0 0 10 0,0 0-5 16,0 0 3-16,0 0 4 0,0 0-8 0,0 0 6 15,0 0-1-15,0 0-2 0,0 0-2 0,0 0-1 16,0 0 8-16,0 0-9 0,0 0 6 0,0 0-5 15,0 0 1-15,0 0-10 0,0 0 7 0,0 0 3 16,0 0-3-16,0 0 1 0,0 0-2 0,0 0 7 16,17-13-5-16,-17 13 1 0,0 0-1 0,0 0-1 15,0 0 3-15,0 0 1 0,0 0 1 0,0 0 0 16,0 0-2-16,0 0-7 0,0 0 6 0,0 0-1 16,0 0-2-16,0 0 10 0,0 0-5 0,0 0 1 15,0 0-2-15,0 0 3 0,0 0-6 0,0 0 4 16,0 0-2-16,0 0 0 0,0 0 4 0,0 0 0 15,0 0 3-15,0 0-9 0,0 0 6 0,0 0-3 16,0 0 0-16,0 0-2 0,0 0 0 0,0 0 6 16,0 0-5-16,0 0-1 0,0 0 7 0,0 0-3 15,0 0 0-15,0 0 2 0,0 0-2 0,-2 17 0 0,2-17-5 16,0 0 0-16,0 0 1 0,0 0 2 16,0 0-1-16,0 0-5 0,0 0 1 0,0 0 3 15,0 0-5-15,0 0 3 0,0 0 2 0,0 0-2 0,0 0 4 16,0 0 0-16,0 0-7 0,0 0 2 15,0 0-2-15,0 0 3 0,0 0 1 0,0 0-2 0,0 0-6 16,0 0-2-16,0 0-3 0,0 0-5 16,0 0 0-16,0 0-14 0,0 0-9 0,0 0-1 0,0 0-11 15,0 0-6-15,0 0-13 0,0 0-11 0,0 0-3 16,0 0-7-16,0 0 5 0,0 0-15 0,9-16-73 16,-9 16-193-16,0 0 85 0</inkml:trace>
  <inkml:trace contextRef="#ctx0" brushRef="#br0" timeOffset="-149722.47">30153 13287 53 0,'-6'1'83'0,"6"-1"-1"0,0 0-2 0,0 0-14 0,0 0 0 16,-13 2-7-16,13-2-10 0,0 0-5 0,0 0-7 16,0 0 2-16,0 0-4 0,0 0-7 0,0 0 2 15,0 0-3-15,-5 3 3 0,5-3 7 0,0 0-15 16,0 0 8-16,0 0-10 0,0 0 9 0,0 0 6 16,0 0-4-16,0 0-4 0,0 0 3 0,0 0 0 15,0 0-2-15,0 0-1 0,0 0-7 0,0 0-5 16,0 0 1-16,0 0 6 0,0 0 1 0,0 0-15 15,0 0 4-15,0 0-10 0,0 0 12 0,0 0-1 16,0 0 4-16,0 0 2 0,0 0-6 0,0 0-4 16,0 0 0-16,-8-7-3 0,8 7 14 0,0 0-7 15,0 0-15-15,0 0 15 0,0 0 8 0,0 0-3 16,0 0 1-16,-10 5-4 0,10-5 11 0,0 0-1 16,-5 4-7-16,5-4 6 0,0 0-5 0,0 0-3 15,0 0-3-15,-5 5-2 0,5-5-1 0,0 0-13 16,0 0-10-16,0 0-18 0,0 0-29 0,0 0-23 15,0 0-33-15,4 11-109 0,-4-11-242 0,0 0 107 0</inkml:trace>
  <inkml:trace contextRef="#ctx0" brushRef="#br0" timeOffset="-149400.93">31324 13862 137 0,'0'0'161'0,"0"0"-6"0,0 0 5 15,3 7-7-15,-3-7-4 0,0 0-9 0,0 0-7 16,0 0-18-16,0 0-8 0,0 0-11 16,0 0-13-16,0 0-10 0,0 0-1 0,0 0-21 0,0 0-6 15,0 0-31-15,0 0-21 0,0 0-34 0,2 4-28 16,-2-4-23-16,0 0-27 0,0 0-134 16,0 0-274-16,-6 10 122 0</inkml:trace>
  <inkml:trace contextRef="#ctx0" brushRef="#br0" timeOffset="-148560.58">31582 14094 58 0,'0'0'166'0,"0"0"5"0,0 0-15 0,10 0-12 0,-10 0-6 15,0 0-14-15,0 0-18 0,0 0-3 0,0 0-10 16,0 0-23-16,0 0-12 0,0 0-18 0,4-8-20 16,-4 8-12-16,0 0-22 0,0 0 0 0,0 0-11 15,-14-13-5-15,14 13-5 0,-10-5 5 0,4 3 6 16,6 2-5-16,-13-3 8 0,13 3 7 0,-14-2 17 16,6 3-12-16,8-1 10 0,-13-1 1 15,6 2 11-15,7-1-7 0,-14 0 8 0,3 1 5 0,5 0 8 16,6-1 2-16,-14 0 1 0,14 0 4 0,-11-1 8 15,11 1 0-15,-12 0 0 0,12 0-1 0,-12 0 3 16,12 0-5-16,-8 3 0 0,8-3-2 0,-8 2 0 16,8-2-1-16,0 0 2 0,0 0-4 15,0 0-3-15,-8 1 2 0,8-1-2 0,0 0 3 0,0 0 13 16,0 0 0-16,0 0-2 0,0 0 4 0,38-3-2 16,-17 3-1-16,1 0-4 0,7-2 2 0,7 2-6 15,-4 2 10-15,1-2 0 0,3-2-5 0,-6 2-2 16,4 2 1-16,-2-4-4 0,-2 0 2 15,0 3 29-15,-9-1-2 0,-1 1 1 0,1 1-2 0,-3 0-5 16,0-2 2-16,-4 1-16 0,-2-2 1 0,-2 2-4 16,-4 1-9-16,-6-2 3 0,13-2-7 0,-7 4-4 15,-6-2-3-15,10 0 4 0,-10 0-8 16,0 0-3-16,0 0-7 0,0 0-5 0,0 0 1 0,-30 1-16 16,17-2-1-16,-7-1-5 0,-1 1 3 0,-2-1-7 15,-9 0-3-15,3-1 1 0,-2 1-4 0,-1 0 5 16,-2 1-2-16,2 0 0 0,-1-3 3 0,-1 2 0 15,5-1 3-15,1-2 2 0,6 4 1 0,1-2 1 16,0 3 3-16,3 0-4 0,9 0 8 0,9 0-2 16,-20-1-3-16,20 1 3 0,-13 0 0 0,13 0 4 15,0 0 5-15,0 0 2 0,0 0 4 0,0 0 1 16,34 12-2-16,-5-9 0 0,0 1 0 0,5-1-1 16,4 1-2-16,-3 0 0 0,-4-1 2 0,2 0-7 15,-2-2 6-15,2 2-4 0,0-2-1 0,-4-1 1 16,1 4-1-16,-9-3-1 0,0 0 3 0,-1 2-2 15,-3 1-1-15,-5-4 0 0,-1 2 3 0,-4-1-2 16,-1-1 2-16,-6 0-1 0,9 1-1 0,-9-1 2 16,0 0-4-16,0 0-3 0,0 0 1 0,0 0-3 15,0 0 6-15,-33-2 0 0,20 0 0 0,-1 1-4 16,-3-2 6-16,-3 0-6 0,2 1 7 0,-1 1-6 16,6 1 6-16,0-1 2 0,3-1-4 0,4 2-1 15,6 0 0-15,-12 0-1 0,12 0 3 0,0 0-6 16,0 0 7-16,0 0-4 0,0 0 1 0,0 0 1 15,21 8-6-15,-10-8-4 0,7 4-23 0,0-3-15 16,1 0-22-16,0 0-16 0,1 1-29 0,-3-1-22 16,0-1-47-16,-4 0-49 0,-7 0-124 0,-6 0-389 15,17-2 172-15</inkml:trace>
  <inkml:trace contextRef="#ctx0" brushRef="#br0" timeOffset="-144266.4">28621 11901 39 0,'0'0'42'0,"0"0"-4"0,8-4-7 15,-8 4-2-15,7-3 1 0,-7 3-10 0,8-5 10 16,-3 2-2-16,-5 3-3 0,14-4-7 0,-10 3 2 16,5-1-5-16,-9 2 1 0,13-4 5 0,-8 4-10 15,-5 0 6-15,13-3 2 0,-13 3 2 0,6-4 1 16,-6 4 0-16,9-1 1 0,-9 1 1 0,0 0 3 0,9 0-4 16,-9 0 5-16,0 0 3 0,0 0-3 0,0 0-6 15,9-2 4-15,-9 2-7 0,0 0 1 16,0 0-1-16,0 0 4 0,4 7-2 0,-4-7 8 15,0 0 3-15,0 0 10 0,-13 17-5 0,8-10 0 0,-4-2 3 16,3 5-13-16,-3-2 1 0,1 0-5 0,-1 2 1 16,-1-3-2-16,1 3-4 0,-4-2 5 0,5 1-9 15,-1-2 2-15,0 1-2 0,-3 0-6 0,4-3-19 16,-1 3-9-16,-1-2-20 0,2-1-11 0,0 1-11 16,-1 0-19-16,2-1-89 0,1-1-184 0,2 0 82 15</inkml:trace>
  <inkml:trace contextRef="#ctx0" brushRef="#br0" timeOffset="-144098.45">28756 11927 2 0,'8'1'59'16,"-2"1"0"-16,1 1-16 0,4 0-18 0,2 0-16 15,1 2-43-15,2 4-35 0,-1-3 16 0</inkml:trace>
  <inkml:trace contextRef="#ctx0" brushRef="#br0" timeOffset="-142584.45">29962 13301 1 0,'0'0'14'0,"-9"-1"3"0,9 1-2 15,0 0 0-15,0 0-1 0,0 0-4 0,0 0 1 16,0 0 6-16,0 0 0 0,0 0-2 0,0 0 5 0,0 0-8 16,0 0 3-16,34 4-2 0,-22-5 2 0,-1 2-6 15,3-1-1-15,1 1 2 0,-2-1-4 0,2 0 3 16,-2 0-5-16,2 0-3 0,-3 0 4 15,0 2 1-15,-2-4-2 0,2 5 0 0,-2-3-1 16,-4 1-3-16,-6-1 0 0,13 2 3 0,-13-2 0 0,10 0 7 16,-10 0-1-16,0 0-4 0,8-3 1 15,-8 3 3-15,0 0 4 0,0 0 1 0,0 0 1 16,0 0 10-16,0 0-10 0,0 0 10 0,0 0 3 16,-24-7-3-16,24 7 0 0,0 0 4 0,-12-1-6 0,12 1-7 15,-8-2 2-15,8 2 2 0,-7-2-3 0,7 2-4 16,0 0-1-16,-14 2-9 0,14-2 7 0,-11 2-5 15,11-2 1-15,-10 3 1 0,10-3 0 16,-9 0 2-16,9 0-6 0,-7 2-3 0,7-2-1 16,0 0 7-16,-11 2-4 0,11-2 3 0,-7 1 2 0,7-1-7 15,0 0 2-15,-7 3-1 0,7-3 2 0,0 0-3 16,0 0 7-16,0 0 1 0,0 0-1 16,-9 1 7-16,9-1 1 0,0 0 2 0,0 0 5 0,-10 2-5 15,10-2 12-15,0 0-15 0,0 0-4 0,0 0 0 16,-13-2 4-16,13 2-4 0,-7 1 3 0,7-1-6 15,-9 0-3-15,9 0 5 0,0 0 10 0,-13 0-9 16,13 0 9-16,0 0-1 0,-12-1 4 0,12 1-5 16,0 0 3-16,0 0-5 0,-11-1 1 15,11 1-1-15,0 0 3 0,0 0 1 0,0 0-2 0,0 0-9 16,0 0 4-16,0 0 0 0,0 0-1 0,0 0 1 16,0 0 3-16,0 0-9 0,0 0 6 0,32-6 2 15,-24 4-8-15,-2 0 1 0,4 1 3 0,2 1-3 16,-12 0 2-16,14-4 1 0,-8 3 9 0,-6 1 3 15,12-2-6-15,-12 2 3 0,10 0 0 0,-10 0 0 16,0 0 5-16,8 1 5 0,-8-1 1 0,0 0 1 16,0 0-3-16,0 0 3 0,0 0-1 0,0 0 0 15,0 0 3-15,0 0-3 0,0 0 1 0,0 0-2 16,0 0-2-16,-23-9-7 0,23 9-1 0,-11-3 0 16,11 3-1-16,-10-3-1 0,10 3-5 0,-11-3-3 15,11 3-1-15,-8-3 1 0,8 3-6 0,0 0-9 16,-8-1-14-16,8 1-14 0,0 0-11 0,0 0-21 15,0 0-17-15,-7-3-21 0,7 3-21 0,0 0-18 16,0 0-83-16,0 0-243 0,0 0 108 0</inkml:trace>
  <inkml:trace contextRef="#ctx0" brushRef="#br0" timeOffset="-142136.78">29972 13153 48 0,'-5'-6'144'15,"5"6"-2"-15,-5-3-6 0,5 3-4 0,0 0-9 16,0 0-3-16,-4-7-6 0,4 7-8 0,0 0-11 16,0 0 0-16,0 0-6 0,0 0-3 0,-4-7-5 15,4 7-7-15,0 0 0 0,0 0-5 0,0 0-4 16,0 0-3-16,0 0-6 0,0 0-2 0,0 0-1 15,0 0-5-15,0 0-3 0,0 0-5 0,0 0-3 16,0 0-8-16,0 0 0 0,0 0-4 0,0 0-2 16,0 0-3-16,0 0-1 0,0 0-1 0,0 0-3 15,0 0-1-15,0 0-1 0,0 0 1 0,0 0 2 16,22 20-3-16,-10-14-2 0,1 0-1 0,6 3 2 0,0-2-4 16,1 0 4-16,0 2-5 0,1-4-2 15,-1 1 0-15,-1 0-4 0,-1 0 3 0,-1 0 6 16,-2 2-6-16,-2-2 0 0,-3 0-4 0,1 1 1 15,-1-2 0-15,-5-1-2 0,2 3 2 0,0-1 2 0,-6 4-1 16,-1 1 0-16,-2-1-3 0,-4 1 4 16,0 2-1-16,-3 4 1 0,-5-1 0 0,-1 3 7 15,-1-3-10-15,1 3 3 0,1-3-2 0,1-2-1 0,-2 1-17 16,3-1-21-16,1-1-28 0,1-2-27 0,3-1-25 16,3-5-26-16,0 1-29 0,1 0-147 15,-2 0-344-15,2-1 152 0</inkml:trace>
  <inkml:trace contextRef="#ctx0" brushRef="#br0" timeOffset="-141686.58">29845 13571 87 0,'0'0'170'0,"0"0"-3"0,0 0-6 0,-10 0-2 16,10 0-7-16,0 0-10 0,0 0 4 0,0 0-3 16,0 0-5-16,0 0-10 0,0 0-8 0,17 17-3 15,-8-11-4-15,-2 1-15 0,2 1-8 0,-1 2-10 16,6 0-2-16,-5-2-9 0,4 3-6 0,-2 1-2 16,-2-3-4-16,1 1-6 0,-3 1-3 0,3 2-3 15,-1-5-3-15,1 2 0 0,-1-1-8 0,-1-2-3 16,1 1-3-16,-3 0 0 0,-1-2-5 0,0-1-3 15,1 4 1-15,-2-6-5 0,-1 1 2 0,-3-4-6 16,7 5 5-16,-7-5 4 0,0 0 9 0,7 2 6 16,-7-2 4-16,0 0 3 0,0 0-2 0,0 0-1 15,0 0 4-15,0 0-12 0,0 0-5 0,8-11-1 16,-5 7-3-16,-3 4-1 0,5-11-6 0,-2 1-1 16,1 0 2-16,-1-1-4 0,-1-1-3 0,2 1-3 15,-1 1-3-15,1-3-7 0,1 1-6 0,1 2-1 16,-1-2-3-16,0 2-6 0,-1 4 1 0,0-2-8 15,-3 3-17-15,3-4-22 0,-1 2-19 0,-3 7-15 16,5-9-30-16,-5 9-26 0,4-6-18 0,-4 6-17 16,0 0-13-16,0 0-5 0,0 0-139 0,0 0-373 15,0 0 165-15</inkml:trace>
  <inkml:trace contextRef="#ctx0" brushRef="#br0" timeOffset="-141414.22">30220 13663 60 0,'0'0'137'0,"0"0"8"16,0 0-1-16,0 0 2 0,0 0-1 0,0 0-6 15,0 0-5-15,0 0-5 0,0 0-14 0,0 0-4 16,0 0-7-16,0 0-9 0,0 0 5 0,0 0 1 16,-13 14 1-16,8-9 2 0,-3-1-3 0,3 1-9 15,0 2-3-15,-3 0-2 0,1 1-4 0,-3 4-2 16,3-5-7-16,2 2-9 0,0-1 0 0,1 0-12 15,-2-1-5-15,3 2-3 0,2-2-6 0,1-7-6 0,-1 12-1 16,1-12-4-16,4 12-16 0,-1-7-23 16,4-1-23-16,-2 0-28 0,4-2-31 0,1 2-32 15,3-1-29-15,-3-2-21 0,3 0-20 0,0-1-20 16,-1 0-114-16,0-2-357 0,-1-1 157 0</inkml:trace>
  <inkml:trace contextRef="#ctx0" brushRef="#br0" timeOffset="-141025.15">30429 13721 11 0,'0'0'166'0,"0"0"2"0,0 0 2 16,-5-10 5-16,5 10-5 0,-4-6-4 15,4 6-5-15,-10-2-8 0,10 2-4 0,0 0 0 16,-15 4-3-16,8 0-3 0,-1-2-15 0,3 2-13 16,-1-1-11-16,6-3-6 0,-9 8-11 0,7 0-7 0,2-8-8 15,-4 11-8-15,4-5-3 0,0-6-8 0,3 13-2 16,-1-7-10-16,3-2-1 0,0 0-4 0,3 1-3 15,2 1-7-15,1-3-5 0,-1 0-6 0,-3 0-6 16,1-1-4-16,0 1-7 0,-3-1-1 0,-5-2 1 16,10 2 0-16,-10-2-1 0,8 4 3 0,-8-4-3 15,6 1 4-15,-6-1-1 0,0 0 1 0,0 0 0 16,0 0 2-16,0 0 6 0,0 0-5 0,0 0 3 16,0 0 2-16,0 0 7 0,0 0 5 15,-31 0 3-15,22 4 0 0,-2-1 2 0,1 2 9 0,1-1-6 16,-1 3-2-16,1-1 1 0,1 0-2 0,0-2-4 15,1 5-2-15,3-3 1 0,1-1-3 0,-1 1-1 16,3 1 0-16,0 0-3 0,1-7 2 0,2 11-4 16,4-7-5-16,-2 1-11 0,3-1-18 0,3 1-15 15,1-2-16-15,0 2-21 0,1-4-27 0,-5 2-40 16,3-3-31-16,-2 0-36 0,-8 0-28 0,16 0-174 16,-10 0-444-16,-6 0 196 0</inkml:trace>
  <inkml:trace contextRef="#ctx0" brushRef="#br0" timeOffset="-140794.78">30110 14026 14 0,'-10'4'180'0,"3"0"-9"0,1-4-2 0,6 0 0 16,-4 7-6-16,4-7-3 0,0 0-5 0,0 0-7 15,16 14-16-15,0-11-12 0,6 1-9 0,5 0-16 16,5-2-7-16,3-2-9 0,2 0-15 0,2-2-23 16,-2-1-22-16,15-1-30 0,-13 2-29 0,-2-1-47 15,0 0-36-15,-3 2-47 0,-6-1-105 0,-7 1-297 16,-1-2 132-16</inkml:trace>
  <inkml:trace contextRef="#ctx0" brushRef="#br0" timeOffset="-140621.04">30475 14114 20 0,'0'0'143'16,"0"0"-18"-16,0 0-22 0,0 0-20 0,0 0-41 15,0 0-29-15,0 0-33 0,0 0-66 0,0 0-91 16,0 0 41-16</inkml:trace>
  <inkml:trace contextRef="#ctx0" brushRef="#br0" timeOffset="-103448.27">9006 13455 47 0,'-5'-6'54'0,"1"-3"-11"16,-1 2-22-16,-2-1-14 0,2 0-36 0,0-2-32 16,-1 1 15-16</inkml:trace>
  <inkml:trace contextRef="#ctx0" brushRef="#br0" timeOffset="-103081.68">9089 12998 53 0,'2'-10'121'0,"0"3"7"15,-2 7 3-15,3-13-2 0,-3 8-5 0,0 5-2 16,2-11-7-16,-2 11 0 0,-2-9-20 0,2 9-1 15,0 0-10-15,0 0-6 0,-3-7-10 0,3 7-7 16,0 0 2-16,0 0 21 0,-16 10-1 0,3 3-3 16,-5 7-4-16,1 5-4 0,-1 1-5 0,-3 2-1 15,2 3-3-15,-4 10-3 0,5-10-3 0,3 0 10 16,2 1-7-16,1-1-4 0,4 1-6 0,1-1-5 0,5-2-6 16,0-3-2-16,4-1-5 0,0 0-4 0,2-5-1 15,4-2-4-15,-2-2-9 0,6 1-12 16,0 0-16-16,1-5-13 0,3 1-24 0,-1-2-19 15,0-4-27-15,2 1-26 0,1-1-26 0,-2-4-30 0,-2 1-24 16,-3-3-107-16,0-2-335 0,1-2 149 0</inkml:trace>
  <inkml:trace contextRef="#ctx0" brushRef="#br0" timeOffset="-102770.2">9223 12928 129 0,'4'-6'139'0,"-1"0"-10"0,0 1-8 0,-3 5-14 16,8-7 0-16,-2 6-7 0,-6 1 3 16,19 6 1-16,-7 1 6 0,4 3-8 0,0 4-5 0,2 9-4 15,-3 2-1-15,0 4-9 0,-4 0-3 16,-1 1-8-16,-3 2-7 0,-3 0-4 0,-1 0-4 0,-1 0-6 15,-2 0-2-15,0 0-5 0,-2-2-5 0,-2-1-5 16,0-2-2-16,-2 1-2 0,-2-3-5 16,-3-2 0-16,2 1-4 0,-4-7 0 0,1-2-9 0,-2-2-13 15,2 2-16-15,-5-3-16 0,3-2-20 0,-3 1-14 16,-1-4-31-16,-1-1-22 0,2 0-23 0,1-3-1 16,-7-3-133-16,1 0-299 0,-5-3 133 0</inkml:trace>
  <inkml:trace contextRef="#ctx0" brushRef="#br0" timeOffset="-102602.56">8952 13376 62 0,'10'1'119'16,"0"1"-1"-16,3-2-17 0,-1 3 7 0,7 0-9 16,-2-1-6-16,3 1-8 0,7 1-4 0,-8 0-13 15,9 2-3-15,0-1-6 0,0 0-19 0,-1-1-28 16,0 1-33-16,1 0-32 0,-5-1-28 0,-5 0-79 15,1 0-172-15,-2-1 76 0</inkml:trace>
  <inkml:trace contextRef="#ctx0" brushRef="#br0" timeOffset="-102281.4">9531 13414 126 0,'0'0'177'0,"0"0"-15"0,0 0-15 0,0 0-13 16,0 0-15-16,0 0-16 0,0 0-14 0,0 0-22 15,0 0-29-15,0 0-23 0,0 0-32 0,0 0-32 16,11 4-31-16,-11-4-93 0,8 3-185 0,-8-3 83 16</inkml:trace>
  <inkml:trace contextRef="#ctx0" brushRef="#br0" timeOffset="-101964.23">9846 13218 18 0,'0'0'203'15,"3"-7"-15"-15,-3 7-15 0,0 0-16 0,3-7-18 16,-3 7-18-16,0 0-12 0,0 0-14 0,0 0-9 16,0 0-2-16,0 0 0 0,6 26-8 0,-5-9-7 15,2-2-2-15,-2 2-1 0,1 9-8 0,0-2-9 16,-1-5-1-16,-2 0-1 0,1 6-10 0,-1 0-2 16,1-6 0-16,0 0-8 0,0 5 2 0,0-5-3 15,1 0-4-15,-2-2-2 0,1 1 2 0,0-1-13 16,0 0-21-16,-1-1-33 0,2-4-33 0,-2 0-30 15,-2 1-33-15,2-3-19 0,-1 1-117 0,-2-3-298 16,1-1 132-16</inkml:trace>
  <inkml:trace contextRef="#ctx0" brushRef="#br0" timeOffset="-101726.64">9922 13192 119 0,'5'-11'148'0,"3"3"-14"0,-2-1-9 16,-1 1-14-16,0 6-15 0,1-2-8 0,-6 4-9 16,15-1 2-16,-15 1-12 0,16 6-3 0,-5-3-11 0,-2 5 0 15,0 1 2-15,-3 2-9 0,5 2-7 16,-6 2 3-16,1 1-4 0,-5-1-4 0,-1 2-2 16,-1-2-1-16,-3 1-4 0,1 0-5 0,-5 1 2 15,-2 0-3-15,0 2-6 0,-1-4-5 0,-5-1-21 16,3-1-22-16,2-2-29 0,2-1-33 0,0-2-31 0,3-2-106 15,-4 0-247-15,6-4 110 0</inkml:trace>
  <inkml:trace contextRef="#ctx0" brushRef="#br0" timeOffset="-101508.53">10226 13111 6 0,'3'-3'195'0,"-3"3"-25"0,5-7-15 0,-5 7-15 15,4-3-17-15,-4 3-11 0,0 0-4 0,0 0 12 0,12 7-1 16,-8 1-11-16,0 1-6 0,0 5-9 0,2 1 1 16,1 2-13-16,-5 4-7 0,3 1-8 15,-3-3-7-15,0 1-2 0,1 6-4 0,-3-6-4 16,0 5-9-16,0-5-3 0,0-1-5 0,0 0-28 0,0 0-33 16,-2 1-38-16,0-2-45 0,-1 0-47 0,-2-1-146 15,-2-3-331-15,-1-4 146 0</inkml:trace>
  <inkml:trace contextRef="#ctx0" brushRef="#br0" timeOffset="-101363.68">10144 13375 76 0,'2'-8'154'0,"-2"8"-12"0,5-7-14 15,0 4-16-15,4-3-34 0,2 2-31 0,7 0-41 0,2-2-42 16,1 0-83-16,1 1-126 0,5 1 55 0</inkml:trace>
  <inkml:trace contextRef="#ctx0" brushRef="#br0" timeOffset="-101237.23">10588 13358 180 0,'0'0'167'0,"5"2"-10"0,-5-2-8 16,0 0-15-16,0 0-11 0,0 0-15 0,8 3-9 15,-8-3-23-15,0 0-33 0,3 6-55 0,-3-6-57 16,3 8-124-16,-3-8-209 0,0 0 94 0</inkml:trace>
  <inkml:trace contextRef="#ctx0" brushRef="#br0" timeOffset="-100621.85">11886 12973 155 0,'0'0'165'0,"0"0"-8"15,5-4-5-15,-5 4-16 0,0 0-6 0,0 0-10 16,0 0-1-16,0 0-9 0,0 0 4 0,-13 25-5 15,5-16-8-15,2 0-10 0,-1 3-11 0,0-3-9 16,2 2-10-16,-1-1-9 0,0-1-4 0,3-1-4 0,-1-2-6 16,2-1-3-16,2-5 1 0,-2 10-8 0,2-10 1 15,-1 8-5-15,1-8 1 0,-3 5-6 16,3-5 5-16,0 0-5 0,0 0 4 0,-3 8-2 16,3-8-2-16,0 0 4 0,0 0-5 0,0 0-1 0,0 0-3 15,0 0 5-15,0 0 7 0,0 0-2 0,0 0 2 16,3-27 3-16,-3 27 12 0,0-10 1 15,0 10 1-15,0-11-7 0,0 11-4 0,2-11-1 16,-2 11-7-16,1-8 3 0,-1 8-6 0,3-7-3 0,-3 7-6 16,6-9 2-16,-2 4-5 0,7 1-1 0,6-4-2 15,3 2-2-15,8-1-5 0,7 0-3 0,-2 1-11 16,20-2-10-16,-18 2-6 0,15-1-21 0,-14 4-17 16,-3 0-21-16,-1 2-18 0,-3 0-23 0,-12-2-27 15,2 3-20-15,-6-1-23 0,1 0-109 0,-7 1-335 16,-7 0 149-16</inkml:trace>
  <inkml:trace contextRef="#ctx0" brushRef="#br0" timeOffset="-100249.75">12109 12979 57 0,'0'0'118'0,"-4"4"3"0,4-4-4 15,-3 13-2-15,-1-1 4 0,2 4-2 0,-3 1-9 16,-2 7-3-16,2-5-8 0,1 6-3 0,-2 3-9 15,3-3-7-15,1 0-5 0,0 2-8 0,0-4-6 16,-2-2-2-16,3 3-9 0,0-3-3 0,1-3-5 16,0 0-4-16,0-3 0 0,1 0-9 0,0-2 1 15,3-1-2-15,-4-2-2 0,2 0 1 0,-2-3-10 16,0-1 6-16,0-6-5 0,2 10-2 0,-2-10 1 16,0 10 0-16,0-10 1 0,0 0-7 0,-9 4 2 15,9-4-7-15,-17 2 1 0,4-5-2 0,-4 2-1 16,-4-3-8-16,4 2 7 0,-6-1 1 0,3 0-6 15,2 0 0-15,7 1 3 0,-3 0 2 0,6 0-2 16,0 0-5-16,8 2 5 0,-11-1 4 0,11 1 2 0,-9-3 2 16,9 3-3-16,0 0 2 0,0 0-8 15,0 0 3-15,0 0-3 0,0 0 5 0,0 0-1 0,28-1-1 16,-9 1 4-16,9 0-6 0,3 1 0 16,0 0-18-16,3 1-13 0,1-2-27 0,3-2-28 15,-1 1-29-15,-3 0-35 0,1 0-118 0,-3-2-292 0,1 1 129 16</inkml:trace>
  <inkml:trace contextRef="#ctx0" brushRef="#br0" timeOffset="-100016.59">12509 13315 40 0,'0'0'214'0,"0"0"-11"15,-3-8-13-15,3 8-12 0,0 0-15 0,-6-4-16 16,6 4-17-16,0 0-10 0,0 0-15 0,-16 8-3 15,9-2 1-15,-2 3-8 0,-3 5-5 0,2-1-14 16,1 0-4-16,3 2-10 0,-4 0-5 0,6-3-6 16,-1 5-5-16,1-1-2 0,1 0-4 0,4 0-4 15,1-4-10-15,2 3-25 0,1-4-27 0,1 0-13 16,3 1-31-16,0-2-36 0,2-2-26 0,1-1-19 16,3 0-32-16,-3-2-98 0,1-3-305 0,0 2 136 15</inkml:trace>
  <inkml:trace contextRef="#ctx0" brushRef="#br0" timeOffset="-99860.49">12758 13507 47 0,'0'0'125'15,"9"-5"-16"-15,-9 5 5 0,0 0 4 0,0 0 6 16,3 10-12-16,-3-10 0 0,-10 15-8 0,4-5-10 16,-1 0-9-16,-4 2-9 0,-3 2 4 0,-1-1-17 15,1 2-13-15,-1 1-29 0,0-4-39 0,0 2-41 16,1-3-43-16,1 1-108 0,-1-1-226 0,5-4 100 15</inkml:trace>
  <inkml:trace contextRef="#ctx0" brushRef="#br0" timeOffset="-99456.7">13113 13136 126 0,'4'-3'169'0,"-4"3"-20"0,11 0-5 0,-11 0-6 15,12 7-7-15,-5 3 3 0,-1 4-2 0,1 4-11 16,2 7-8-16,-2-2-15 0,4 4-3 0,-7-2-9 16,1-2-7-16,0 2-6 0,1-6-8 0,1 5-7 15,-3-6-7-15,3-2-6 0,0-3 0 0,-2-1-3 16,1-1-4-16,1-1-7 0,-3-4 1 0,-2 1-7 15,4-1 3-15,-4-2-5 0,-2-4 3 0,6 7 22 16,-3-3 14-16,-3-4 3 0,0 0-5 0,0 0-6 16,12-10-6-16,-9 1-2 0,2-3-3 0,4-3 0 0,-1-4-2 15,1-5-7-15,1-2 0 0,-4 0-4 16,5-2 1-16,1-2-7 0,1 0-3 0,1 0-1 16,-1 3 0-16,-2 1-2 0,-1 1-5 0,-2 8-2 15,1 1 0-15,1 2-4 0,-4 3 2 0,-1 1-8 0,1 3-14 16,-2 0-29-16,-4 7-33 0,5-6-22 0,-5 6-8 15,0 0-24-15,0 0-38 0,0 0-29 16,16 24-22-16,-16-12-124 0,0 4-370 0,2 0 164 16</inkml:trace>
  <inkml:trace contextRef="#ctx0" brushRef="#br0" timeOffset="-99242.08">13717 13315 141 0,'0'0'216'15,"0"0"3"-15,2-6-5 0,-2 6-13 0,0 0-15 0,0 0-15 16,0 0-24-16,0 0-8 0,0 0-17 0,0 0-7 16,-36 10-11-16,25-3-6 0,-5 4-11 15,3 0-6-15,0 3-11 0,-3-1-4 0,3-1-6 16,1 2-6-16,1-1-6 0,2-2-4 0,4 0-6 0,0-2-3 16,1 2-21-16,4-1-15 0,4 0-31 0,-1-1-32 15,4 0-46-15,4-2-46 0,4 0-40 0,4-3-157 16,-3 0-380-16,4-2 169 0</inkml:trace>
  <inkml:trace contextRef="#ctx0" brushRef="#br0" timeOffset="-98853.89">14043 13288 84 0,'0'-6'194'0,"0"6"-11"15,0-10-11-15,0 10-13 0,0 0-10 0,-7-6-6 0,7 6-11 16,-16 9-8-16,7-2-4 0,-7 4-3 0,3 0 3 15,2 2-12-15,0 1-7 0,0-1-12 0,4 1-12 16,5-3-5-16,-1 2-9 0,-2-3-3 0,5 2-5 16,3-1-4-16,0 0-4 0,1-1-1 15,3-2-6-15,3-1-8 0,0-1 0 0,3 0-4 0,0-3-5 16,1 0-9-16,-3 0 1 0,1 0-3 0,1-3-2 16,-2 0-2-16,1-2 3 0,-6 1-6 0,-6 1 4 15,13-1-3-15,-13 1 3 0,8-5-5 0,-8 5 2 16,0 0-4-16,4-7 3 0,-4 7-4 0,0 0 3 15,0 0 1-15,0 0-3 0,-16-6-2 0,16 6 6 16,-15 3-4-16,3 0 6 0,1 2-1 0,0 0 1 16,-1 3 3-16,1-3 2 0,0 3 3 0,-1-1 0 15,2 1 7-15,1 1-2 0,-1-1 0 0,4 0-2 16,0 1-5-16,-1-1 3 0,4-1 2 0,-2 2-3 16,3-3-2-16,2 2 1 0,0-8-4 0,2 12-2 15,4-7-11-15,3 1-15 0,1-1-36 0,4 1-41 16,3-3-36-16,4 1-56 0,-3-1-42 0,2-2-160 15,-1-2-420-15,0-3 186 0</inkml:trace>
  <inkml:trace contextRef="#ctx0" brushRef="#br0" timeOffset="-98604.6">14556 13014 16 0,'10'3'170'0,"-10"-3"1"16,9 17 7-16,-3 3-7 0,0 7-13 0,-2 3-10 16,-1 3-6-16,0 1-13 0,-2 11-8 0,0-10-9 15,2 1-7-15,-3-4-9 0,2 2-1 0,0 0-10 16,-1-2-14-16,-1-1-7 0,1-3-9 0,-2 1 1 16,2-2-6-16,-5 0-11 0,-1-1-16 0,-1-7-20 15,-8 2-19-15,3-4-23 0,-9 5-19 0,2-4-30 16,-5 0-29-16,-2 0-27 0,-6-1-35 0,-2-3-91 15,-7-6-292-15,-12 1 130 0</inkml:trace>
  <inkml:trace contextRef="#ctx0" brushRef="#br0" timeOffset="-98230.56">11989 12711 169 0,'-19'-4'161'0,"-4"5"3"0,-6 2-15 0,2 5-12 16,0 5-8-16,-3 5 2 0,2 7-6 0,-11 11-11 16,8 4-5-16,4 6-9 0,2 4-5 15,1 6-12-15,5-1-9 0,5 2-6 0,2 3-9 0,6-2-4 16,3-3-4-16,7 1-8 0,3-2 1 0,7-3-7 16,1-2-6-16,10 0 2 0,6 2-1 0,5-3-7 15,21 17-11-15,-13-22-16 0,6-4-32 0,19 15-23 16,-19-19-47-16,2-3-44 0,-1 1-167 0,-2-5-340 15,-6-4 150-15</inkml:trace>
  <inkml:trace contextRef="#ctx0" brushRef="#br0" timeOffset="-98036.73">12259 14050 1666 0,'-9'-1'24'0,"9"1"-25"0,-11-1-18 0,11 1 2 15,0 0 14-15,0 0-3 0,0 0 6 0,31 5-4 16,-1-5 10-16,9 0-11 0,14-3 2 0,11 2-19 16,32-8-5-16,-2-1-14 0,5 2 0 0,8-3-11 15,-1-1 1-15,-1-2-19 0,4 2-14 0,-6-3-17 16,0 0-91-16,-9-4-207 0,-2 0 91 0</inkml:trace>
  <inkml:trace contextRef="#ctx0" brushRef="#br0" timeOffset="-97927.63">14005 13827 150 0,'8'-2'165'0,"-3"0"-10"15,-5 2-12-15,9-1-14 0,-9 1-3 0,0 0-12 16,0 0-9-16,0 0-16 0,0 0-1 0,0 0-18 16,0 0-15-16,-26-1-35 0,26 1-46 0,-17-2-65 15,7 0-125-15,10 2-233 0,-25-6 103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29:37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7118 9311 98 0,'-35'8'104'15,"0"6"-11"-15,-2-1-10 0,0 0-6 0,2 5-4 16,3 0-3-16,3 1-1 0,1 4-16 0,3 0 11 16,5 0-8-16,3 2-18 0,4 2 5 0,3-1 0 15,4 1-8-15,5 2 7 0,4 0-2 0,5-1-2 16,4 2-6-16,4-1-2 0,2 3-4 0,4-1-4 16,8 9 1-16,0-1-1 0,1 1-2 0,-1-2-5 15,0-1-2-15,-2 2-9 0,-3 0 12 0,-7-8-1 16,0-1 2-16,-1 2-7 0,3 11 0 0,-8-10 5 15,0 2-11-15,-3 0 3 0,2 11-17 0,-5-14 17 16,-5 2-2-16,-2 11 9 0,-2 1-6 0,-3-1-5 16,0-10 2-16,-5 17 1 0,-4-4-4 0,2-1-3 0,-3 1 9 15,-2 0 0-15,0 0-8 0,-1 0 8 16,1 0 5-16,-4 0-1 0,3-4 5 0,-3 3 3 16,1-1 6-16,-4 2-7 0,5-7 1 0,-3 6 1 15,1 1 2-15,2 3 2 0,2-1 1 0,-1-1-8 16,-1-2 4-16,4 1 1 0,2-2 1 0,0 3-3 15,3-2-3-15,1-1-1 0,5 1-2 0,1-13 5 16,2 0-10-16,4 11 0 0,3-11-2 0,3-3-2 16,4-2-6-16,4 2-7 0,3-4-9 0,7-3-17 0,5 0-9 15,14-1-26-15,8-6-4 0,5-6-10 0,2-7-25 16,5-4-27-16,0-4-92 0,31-11-246 16,-3-4 109-16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2T10:16:0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199 293 316 0 0,'0'-5'479'0'0,"-1"0"-1"0"0,0 0 1 0 0,0 0-1 0 0,0 0 1 0 0,0 0-1 0 0,-1 0 1 0 0,0 1 0 0 0,0-1-1 0 0,0 0 1 0 0,0 1-1 0 0,-1 0 1 0 0,0-1 0 0 0,0 1-1 0 0,-3-4 1 0 0,4 7-11 0 0,0-5 461 0 0,-7 11-34 0 0,-6 10-404 0 0,3 6-165 0 0,1 0 1 0 0,-11 31 0 0 0,-24 98 291 0 0,39-121-502 0 0,-6 19 77 0 0,2 0 0 0 0,-6 72 0 0 0,16-99-142 0 0,0 0 1 0 0,2 0 0 0 0,0 0-1 0 0,1 0 1 0 0,1 0 0 0 0,1-1 0 0 0,1 1-1 0 0,11 29 1 0 0,-14-44-42 0 0,1 0 0 0 0,0 1 0 0 0,0-2 0 0 0,0 1 0 0 0,1 0 0 0 0,0-1 0 0 0,0 1 1 0 0,0-1-1 0 0,1 0 0 0 0,-1-1 0 0 0,1 1 0 0 0,1-1 0 0 0,-1 0 0 0 0,0 0 0 0 0,1-1 0 0 0,0 1 0 0 0,7 2 0 0 0,-5-3-9 0 0,0-1 0 0 0,1 0 0 0 0,0-1 0 0 0,-1 1 0 0 0,1-1 0 0 0,0-1 0 0 0,0 0-1 0 0,0 0 1 0 0,-1-1 0 0 0,1 0 0 0 0,13-3 0 0 0,3-3-23 0 0,-2-1 0 0 0,1-1 0 0 0,-1-1 0 0 0,-1-2 0 0 0,0 0 0 0 0,0 0 0 0 0,-1-2 0 0 0,22-20 0 0 0,-25 17 7 0 0,0-1 0 0 0,-1 0 0 0 0,-1-2 1 0 0,-1 0-1 0 0,-1-1 0 0 0,-1 0 0 0 0,-1-1 0 0 0,0 0 1 0 0,-2-1-1 0 0,-1 0 0 0 0,0-1 0 0 0,-2 0 0 0 0,-1 0 0 0 0,4-28 1 0 0,-5 18-5 0 0,-2-1 1 0 0,-1 0 0 0 0,-1-1 0 0 0,-2 1-1 0 0,-2 0 1 0 0,-1 1 0 0 0,-1-1 0 0 0,-2 1-1 0 0,-18-51 1 0 0,20 71 0 0 0,-1 1 0 0 0,-1 1 0 0 0,0-1 0 0 0,-1 1 0 0 0,0 0 0 0 0,0 1 0 0 0,-2 0 1 0 0,1 0-1 0 0,-1 1 0 0 0,-1 0 0 0 0,0 1 0 0 0,0 0 0 0 0,-20-12 0 0 0,29 21-1 0 0,0 0 0 0 0,-1 0 0 0 0,1 0 1 0 0,0 0-1 0 0,0 0 0 0 0,0 0 0 0 0,0 0 0 0 0,0 0 1 0 0,0 1-1 0 0,0-1 0 0 0,0 1 0 0 0,0 0 0 0 0,0 0 0 0 0,1-1 1 0 0,-1 1-1 0 0,0 0 0 0 0,0 1 0 0 0,1-1 0 0 0,-1 0 1 0 0,0 0-1 0 0,1 1 0 0 0,-1-1 0 0 0,1 1 0 0 0,0-1 1 0 0,-2 4-1 0 0,-32 41-138 0 0,28-35 133 0 0,1 1 1 0 0,0-1 0 0 0,1 1 0 0 0,1 0-1 0 0,0 0 1 0 0,0 1 0 0 0,1-1-1 0 0,0 1 1 0 0,1 0 0 0 0,1 0 0 0 0,0 0-1 0 0,1-1 1 0 0,0 1 0 0 0,1 0-1 0 0,1 0 1 0 0,0 0 0 0 0,0-1 0 0 0,1 1-1 0 0,7 18 1 0 0,9 12-63 0 0,1-2 0 0 0,1 0 0 0 0,3-2 0 0 0,31 41 0 0 0,-19-27-56 0 0,-26-37-269 0 0,-1 0 1 0 0,-1 0-1 0 0,11 31 0 0 0,-15-35-964 0 0,-1-1 0 0 0,-1 0 0 0 0,3 22 0 0 0,-4-24-624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2T10:16:05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5 796 0 0,'11'-4'3692'0'0</inkml:trace>
  <inkml:trace contextRef="#ctx0" brushRef="#br0" timeOffset="1">1 328 700 0 0,'0'0'2652'0'0,"14"8"-1856"0"0,9-10-596 0 0,-7 2-148 0 0,3-1-112 0 0,6-3-204 0 0,0 1-420 0 0,0-2-732 0 0,7-2 324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16:07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4580 3363 33 0,'0'0'140'16,"0"0"-4"-16,-8-3 0 0,8 3-4 0,0 0-8 15,-7-1-8-15,7 1-4 0,0 0-1 0,-8-3-1 16,8 3-6-16,0 0-17 0,0 0-12 0,0 0-5 16,0 0-11-16,0 0-7 0,0 0-8 0,0 0-13 15,0 0-6-15,0 0-4 0,27-3-7 0,-8 3-13 16,10-1-19-16,1 1-25 0,2 0-30 0,0 0-28 15,-2-1-33-15,-8 5-94 0,-2-2-246 0,-2-3 109 16</inkml:trace>
  <inkml:trace contextRef="#ctx0" brushRef="#br0" timeOffset="798.9">4713 3427 111 0,'0'0'119'16,"-5"5"-10"-16,5-5-9 0,0 0-6 0,3 13-2 15,0-5-7-15,-2 2 11 0,3 2-10 0,3 6 2 16,-2 0-11-16,-2 0-1 0,5 6-7 0,-1 6-8 0,-4-12-1 16,5 6-4-16,-4 1-11 0,0-7-2 15,0 6 1-15,1-5-10 0,-3 0 0 0,2 2 2 16,0 3-7-16,-3 3-4 0,4-1 3 0,-5-7-5 15,0 0-5-15,0 0-2 0,0 1 6 0,0-4-5 16,-1 1-2-16,2-2-7 0,-2-2 6 0,1-2-3 16,-4-1 0-16,2 1 1 0,2-11-11 0,-2 16-1 15,2-16-4-15,-1 9 0 0,1-9-1 0,-4 7 3 16,4-7-7-16,0 0 2 0,-13 3 3 0,13-3-1 16,-15-3 0-16,15 3 1 0,-15-5 1 0,5 1-2 15,-1 1 1-15,2-2-1 0,-2-1 2 0,5 1 3 16,-3 1 7-16,9 4-1 0,-20-7 8 0,14 4 4 15,6 3-5-15,-10-3-1 0,10 3-10 0,0 0 9 16,-10-5-11-16,10 5 1 0,0 0 1 0,0 0-2 16,0 0 4-16,0 0 1 0,0 0-9 0,0 0 11 15,0 0 2-15,0 0-11 0,51 7-3 0,-30-9-9 16,1-1-7-16,9 1-11 0,-2-3-8 16,2 2-6-16,0-1-4 0,-1-1-13 0,0-2 5 0,-9 4-4 15,6-4-2-15,-5 2 5 0,-3 0 3 0,-1-1 11 16,-3-1 1-16,-2 1 9 0,-1-2 20 0,-2 1 5 15,-3 1 12-15,-7 6 16 0,11-14 14 0,-11 14 9 16,7-12 19-16,-4 6 10 0,-3 6-3 0,5-14 4 16,-5 14-3-16,2-9 8 0,-2 9-1 15,0 0-4-15,4-12-12 0,-4 12-7 0,0 0-9 16,3-8-10-16,-3 8-3 0,0 0-2 0,0 0-8 16,0 0 2-16,0 0-5 0,6 25 0 0,-4-14 4 15,-1-1-7-15,0 2 0 0,2 0-2 0,-3 0 2 0,0-1-1 16,1-1-1-16,-1-10 2 0,0 14-7 0,0-14 2 15,1 11 2-15,-1-11 5 0,0 0 3 16,3 12 6-16,-3-12 13 0,0 0 6 0,0 0-1 16,0 0-4-16,0 0-5 0,0 0-4 0,0 0-3 15,0 0-4-15,0 0-8 0,-1-38-5 0,2 25-5 16,1-5 2-16,3 0-8 0,1 1 2 0,0 0-5 16,2-6 2-16,3 6-3 0,3-4 1 0,4 1 0 15,-1 0-4-15,-1 6 3 0,0 3-4 0,0 2 1 16,1 1-5-16,0 2 3 0,-2 0 4 0,3 6-10 15,-5 0 7-15,1 3 4 0,0 0-4 0,2 3 2 16,-4 1-1-16,3 3 3 0,-3 0-5 0,-3-1-5 16,2 4-10-16,-5 1-6 0,4 1-21 0,-5 2-34 15,3-2-57-15,-4 2-60 0,-5 1-125 0,0-3-356 16,-2-2 158-16</inkml:trace>
  <inkml:trace contextRef="#ctx0" brushRef="#br0" timeOffset="1264.8">6456 3524 186 0,'-6'-3'218'0,"-1"1"-18"0,-3 2-16 15,-3 1-9-15,-5 6-7 0,-1 0-11 0,-8 8-11 16,2 3-11-16,0 0-12 0,-1 3-11 0,3 3-10 16,1 3-13-16,4-4-6 0,3-1-7 0,4 4-8 15,6-2-8-15,1-5-6 0,4 1-3 0,3-2-5 16,2-2-4-16,3-1-5 0,5-2-1 16,-1-1-5-16,4-3 0 0,0 0-4 0,2-4-2 15,-1-1-2-15,2-3 0 0,-1-2-8 0,2-2 1 0,-1 1-7 16,-2-4 3-16,0-1-5 0,-2 0 6 15,-1-4-8-15,-1 1 2 0,0-5 1 0,-4-2-3 16,0 1 2-16,-3-1-2 0,2-1 7 0,-5-2-1 0,1 2-1 16,-1 0-3-16,-1 3 5 0,2 0-1 0,-2 3 2 15,0 0 7-15,1 5-7 0,-2-1 12 0,0 2-6 16,-1 6-5-16,-1-9-6 0,1 9-5 16,4-6-4-16,-4 6 1 0,0 0-3 0,0 0-1 15,7 15 4-15,-4-5-1 0,-2 1 3 0,3 5 3 16,1 0-5-16,0 4 4 0,0-1-2 0,4 4-14 15,2 0-27-15,-5-5-21 0,5 0-42 0,-3-3-46 0,4 0-31 16,2-1-58-16,-3 0-134 0,4-4-401 0,1-1 177 16</inkml:trace>
  <inkml:trace contextRef="#ctx0" brushRef="#br0" timeOffset="2133.17">7766 3915 90 0,'13'-26'178'0,"-3"10"-4"0,0-7-11 15,3-2-12-15,0 1-13 0,1 1-4 0,-1-3-16 16,-1 1-6-16,2-1-13 0,1-1 27 0,-4 2-13 16,-1-1-3-16,-2-2-14 0,2 4-4 0,-4 5-7 15,-2 1 0-15,0 1 2 0,0 5 5 0,-3 0-3 16,-1 2-10-16,-2 2-9 0,0 1-11 0,2 7-12 16,-9-8-9-16,-1 7-3 0,0 1-6 0,-3 4-7 15,-5 2 4-15,-2 3-7 0,-3 6-3 0,1 1-3 16,8-1-1-16,0-1-5 0,4 0-7 0,3 0-3 15,1 3-1-15,5-5 0 0,3 3 3 0,6 2-1 16,2-3 3-16,8 6-4 0,3-1 2 0,3-3 1 16,3-1 0-16,-1-2 0 0,1 1-1 15,-1-3-1-15,2 2 2 0,-2 3-1 0,-2-5 3 0,-9-2-6 16,1 3 2-16,-5-5-3 0,0 3 1 16,-2-3-4-16,1 7-5 0,-3-6-2 0,-3 1 0 0,-2 0-3 15,-3 2-1-15,0-1-3 0,-5 0-7 0,-2-1-12 16,-5 4-18-16,-5-6-7 0,3 5-26 0,-3-5-15 15,4 3-30-15,-3-4-17 0,6-1-17 16,-1 0-130-16,1-1-326 0,0 0 145 0</inkml:trace>
  <inkml:trace contextRef="#ctx0" brushRef="#br0" timeOffset="2459.36">8163 3973 104 0,'9'-7'180'0,"4"-3"-12"16,-3 1-8-16,1 0-11 0,4-2-7 0,-2-2-16 16,1 1-9-16,0-2-16 0,0-2-3 0,0 0-2 15,4-3-2-15,-8 2-2 0,0-1-2 0,2 3 1 16,-1-2-8-16,-3 2-6 0,-1-2-6 0,1 0 1 16,-5 2-1-16,1 1-1 0,-3 1-5 0,-1 2-5 15,0-2-6-15,-5 4-3 0,2 1 3 0,3 8 0 16,-6-14-8-16,1 10-5 0,0-1-7 0,5 5-2 15,-11-2-9-15,11 2-2 0,-19 11-4 0,6-1 3 16,-1 3-9-16,2 3 3 0,1 0-4 0,0 0-1 16,5 0 0-16,3 3-1 0,2 6-3 0,1-6 3 15,2-1 0-15,3 0-3 0,5-1-19 0,0-1-20 16,4 0-11-16,2-3-17 0,3-3-29 0,4-1-30 16,7 1-33-16,2-5-37 0,-3-2-18 0,1-2-123 15,-1-1-360-15,-7-2 160 0</inkml:trace>
  <inkml:trace contextRef="#ctx0" brushRef="#br0" timeOffset="2675.19">8740 3578 148 0,'-5'-12'249'16,"0"2"-16"-16,3 2-10 0,-1 1-20 0,3 7-24 16,-4-10-18-16,4 10-24 0,-3-7-15 0,3 7-18 15,0 0-8-15,0 0-12 0,0 0-12 0,0 0-2 16,0 32 4-16,0-13-7 0,3-1-3 0,2 9-3 15,2-1-9-15,-3 0-4 0,3 0-4 16,-5 1-3-16,5 3 0 0,-1-3-4 0,0-3-4 16,1 0-5-16,0-1-24 0,0-3-21 0,-1-2-26 0,0-1-36 15,0-1-56-15,0-1-53 0,-1 1-182 0,-3-5-399 16,3 0 177-16</inkml:trace>
  <inkml:trace contextRef="#ctx0" brushRef="#br0" timeOffset="2960.13">9246 3559 2007 0,'4'-26'19'15,"-2"2"4"-15,-2 4 11 0,-1 4 20 0,-1 2 25 16,0 2-8-16,1 3-5 0,0 1 1 0,1-2-8 16,0 10-4-16,-4-11-9 0,4 11-4 0,-8-5-5 15,8 5-2-15,0 0 0 0,-19 11 1 0,10-2 0 16,0 7 1-16,-2 7 10 0,-1 1-3 0,6 1 0 15,-5 4-2-15,6-1 3 0,1 1-6 0,1 1 7 16,-1-3-10-16,0 0 0 0,3 2-4 0,2-1 2 16,-1 2-6-16,2-4 2 0,-3 2-5 0,2-3-1 15,-1 0-2-15,2-7 1 0,0 0-8 0,1 0-15 16,-1-1-21-16,0 0-20 0,-1 0-24 0,-2-3-26 16,1-2-38-16,0 0-46 0,0-1-50 0,0-11-226 15,-7 19-488-15,5-13 216 0</inkml:trace>
  <inkml:trace contextRef="#ctx0" brushRef="#br0" timeOffset="3116.81">9073 3824 146 0,'0'0'200'0,"9"-9"-18"0,0 5-20 15,4-1-14-15,4 0-29 0,4-1-29 0,7 0-37 16,3 0-51-16,2-1-60 0,4-1-43 0,2 3-57 15,12-2-170-15,-1-2 76 0</inkml:trace>
  <inkml:trace contextRef="#ctx0" brushRef="#br0" timeOffset="3524.9">9863 3512 35 0,'2'-6'242'0,"-2"6"-24"0,3-8-23 15,-3 8-16-15,4-6-32 0,-4 6-18 0,0 0-12 16,0 0-3-16,9 14-2 0,-1-1-6 0,-3 5 3 16,6 10-7-16,-4-1-6 0,0 2-10 0,2-3-6 15,-2 1-10-15,-4-3-6 0,4 1-4 0,-3 2-7 16,-3-9-3-16,2-1-7 0,-1 0-4 0,1-2-2 16,-2-3-3-16,-1-3-1 0,0-9-3 0,0 15-3 15,0-15 1-15,1 10 0 0,-1-10 0 0,2 9 3 16,-2-9 7-16,0 0 5 0,0 0 10 0,0 0 5 15,0 0 7-15,0 0 2 0,6 7-5 0,-6-7-20 16,0 0-15-16,13-22-7 0,-4 15-2 0,3-9-6 16,3 3-5-16,0 2-2 0,9-4-5 0,-7 8 0 15,3-2 0-15,-1 6-2 0,2 1 0 0,-2 1-4 16,-1 1 2-16,-5 0-4 0,-2 2-1 0,1 1-1 16,-4 2 2-16,3 3 0 0,-3-3-3 0,-3 0 5 15,-5-5 0-15,5 13 2 0,-7-2 8 0,2-11-4 16,-11 18 3-16,-3-8-2 0,2-1 2 0,-2-1-3 15,-5 1-2-15,0-3-12 0,-1 0-11 0,0 1-24 16,1-5-27-16,1-1-41 0,2 0-45 0,2-1-56 16,-1-2-200-16,15 2-451 0,-25-8 200 0</inkml:trace>
  <inkml:trace contextRef="#ctx0" brushRef="#br0" timeOffset="3711.11">10362 3670 43 0,'6'-2'247'0,"-6"2"-8"16,8-5-10-16,-8 5-13 0,5-4-21 0,-5 4-20 16,0 0-22-16,7-3-21 0,-7 3-16 0,0 0-10 15,8 9-12-15,-5 0-9 0,-1 2 0 0,-1 1-7 16,3 4-8-16,-1 3-19 0,-3 5-30 0,1-4-22 16,0-1-53-16,-1 0-47 0,2 1-57 15,-2-4-180-15,-3 1-364 0,2-5 162 0</inkml:trace>
  <inkml:trace contextRef="#ctx0" brushRef="#br0" timeOffset="3884.12">10408 3441 124 0,'0'-6'225'0,"0"6"-48"0,-4-10-59 15,4 10-48-15,0 0-29 0,0 0-27 0,0 0-44 16,0 0-94-16,0 0-133 0,6 37 59 0</inkml:trace>
  <inkml:trace contextRef="#ctx0" brushRef="#br0" timeOffset="4787.14">10884 3643 177 0,'0'0'242'0,"2"-9"-15"16,-2 9-13-16,0 0-10 0,-8-14-4 0,8 14-3 16,-8-6-11-16,8 6-20 0,-10-1-14 0,10 1-20 15,-23 6-11-15,6 2-17 0,2 2-8 0,-2 2-8 16,-4 7-8-16,0-2-11 0,2 3-5 0,6-7-10 16,4 1-6-16,-1 1-5 0,5 4-2 0,1-4-10 15,2-1 4-15,2 1-6 0,2-5-3 0,1 3-9 16,2-5-3-16,0 1-2 0,5 0-11 0,-1-2-6 15,1-2-6-15,3-2-1 0,0 0-1 0,5-5-4 16,-5 0-3-16,1-1 5 0,-2-2 2 0,-4-4-2 16,9 0 5-16,-7-4 2 0,1-2 2 0,0 2-2 15,-5 2 2-15,3-5 1 0,0 0 4 16,-4 4 1-16,1-4 0 0,-2 2 1 0,-1 0 0 0,-1 5 15 16,0-1 6-16,-4 2 6 0,5 2-6 15,-3 6-2-15,4-9-6 0,-4 9-8 0,2-6-3 0,-2 6-3 16,0 0-2-16,0 0 3 0,0 0 0 0,0 0-1 15,-14 30 0-15,9-14 0 0,1-1 0 0,-2 0 1 16,3 1 0-16,-2 2 1 0,5-6-3 0,4 2 3 16,-3-4-2-16,2 2 2 0,-1-1 3 0,2-3 1 15,3-1 1-15,2 0 1 0,3-2-4 0,0-3-3 16,7 1-5-16,0-6 3 0,3 3-7 0,7-7-1 16,-2 0-4-16,-5 1-1 0,-3-1 1 0,0-2-1 15,3-6 1-15,-7 4 3 0,2-3 0 0,-4 1 2 16,-2 0-1-16,1-4 3 0,-3 0-2 0,-3 3 4 15,-1-2-4-15,-1 0 3 0,0-2 0 0,-2 3 8 16,-2 3-6-16,0 3 0 0,0-1 9 16,0 4 1-16,0 6-5 0,-3-12 0 0,3 12-5 15,-3-6 0-15,3 6-10 0,0 0 2 0,0 0-1 0,0 0 1 16,0 0-1-16,0 0 4 0,0 0 0 0,5 33 2 16,-1-17-1-16,1 1 5 0,-1-5-3 0,1 5 3 15,3 2 1-15,2-3-1 0,-1 7-2 16,1-4 4-16,-1-3 0 0,0 0 0 0,-1-1 1 15,1 2-1-15,-2-6 1 0,-1 1 0 0,-4-2 6 16,2 1-4-16,-2-1-7 0,-3 1-7 0,-1-1-12 16,-2 0-3-16,-3-1-6 0,-2-2-4 0,-2-1-3 15,-1 1 3-15,0-1 1 0,0-3 8 0,3 0 1 16,2-1 7-16,-2-2 2 0,9 0-1 0,0 0 8 16,-13-5-7-16,13 5 0 0,0 0-3 0,2-21-2 15,6 11 5-15,5-2 0 0,2-8-1 0,5 1 2 16,5 1 1-16,-3 0 2 0,2-1-4 0,3 2 6 15,-2-1 0-15,2 0-1 0,-1 0-2 0,-2 0 3 0,1 0 3 16,-1 1 2-16,-8 6 2 0,-1 0 11 16,0-2 9-16,-3 2 11 0,-2-1 3 0,-2 2 5 15,-3 2 7-15,2-1 5 0,-5 2 9 0,1 2 5 16,1-1 5-16,-4 6-2 0,4-9-4 0,-4 9-6 16,0 0-8-16,0 0-4 0,0 0-8 0,-11-6-6 15,11 6-3-15,-20 12-3 0,4 0-1 0,-2-2-4 16,4 4 0-16,-1-2-1 0,6 2-3 0,-3-2-3 15,2 1 2-15,5 3-5 0,-1-2-4 0,3-1 0 16,3 2-13-16,3 2-15 0,-1-5-28 0,7 3-33 16,1-5-25-16,6 0-42 0,4 0-44 0,7-2-212 15,0-2-443-15,-6-3 196 0</inkml:trace>
  <inkml:trace contextRef="#ctx0" brushRef="#br0" timeOffset="5215.6">12025 3699 3 0,'-2'-10'208'0,"-2"5"-5"0,-1-4-15 0,1 2-13 16,-4 2-9-16,0-2-8 0,-1 4-15 0,-2 1-11 15,-3 2-10-15,-1 0-13 0,-8 5-5 0,6 2-12 16,-4 2-12-16,-4 3-9 0,2 3-3 0,5-4-9 16,3 2-5-16,0 3-6 0,3-2-4 15,3 1-3-15,5-4-5 0,2 2-5 0,-3-1 0 0,6-1 1 16,3 2-3-16,0-1-4 0,0-2-3 0,5-4-3 15,3 3-2-15,3-3-4 0,-2-3-6 0,4-2-6 16,1 2-2-16,2-6-10 0,2-1 2 0,-4-3-4 16,-2-2 4-16,0 0 2 0,-3-3 4 15,3-3-1-15,-5 1 0 0,1-3 2 0,-5-1 5 16,1-6 8-16,-1-1 3 0,1 1 3 0,-2-1 4 0,-2-3 4 16,-3-1 0-16,2 1 4 0,2-2 7 0,-5 2 4 15,0-3-7-15,0 2 5 0,0 3 20 0,0 8 24 16,0 3 8-16,0 3 10 0,0 1 5 15,-3 4-11-15,3 7-8 0,0-11-15 0,0 11-16 0,0 0-12 16,0-8-6-16,0 8-6 0,0 0 0 16,-3 36-4-16,0-12-2 0,-1 10-3 0,2 0 0 15,-2 0 1-15,0 13-4 0,4-12-4 0,0 1 4 16,4 11-10-16,-3 0-26 0,2 0-22 0,1-12-27 16,-2 1-30-16,2-2-31 0,-2-2-49 0,5-4-61 15,-3 0-62-15,-2-2-163 0,2-7-499 0,-2-2 221 16</inkml:trace>
  <inkml:trace contextRef="#ctx0" brushRef="#br0" timeOffset="7634.83">13266 3485 81 0,'-7'-7'221'15,"-4"2"-13"-15,4 1-10 0,-4 1-16 0,-1 3-11 16,-7-2-11-16,-2 4-13 0,1 3-12 0,-8 2-8 16,5 3-12-16,-6 2-8 0,1 2-8 0,3 2-7 15,-2 4-8-15,5-1-9 0,0-1-5 0,3 2-8 16,9-4-5-16,-2 2-6 0,1-4-6 0,5 1-1 16,3 0-5-16,5 2-3 0,1-1-4 0,5 0 0 15,6 0-4-15,6 2 0 0,5-4-1 0,6-3-6 16,3-2-17-16,1 0-20 0,3-6-16 0,1 0-26 15,1 0-24-15,-1-3-24 0,10-1-41 0,-11-1-38 16,0 0-174-16,-4-3-389 0,2 1 173 0</inkml:trace>
  <inkml:trace contextRef="#ctx0" brushRef="#br0" timeOffset="8048.01">13838 3485 24 0,'-9'-4'218'0,"-1"2"-3"0,-2 1-9 0,-1 1-7 0,-1 3-9 16,1 1-13-16,-4 0-13 0,2 2-17 0,4 1-12 15,-5 2-13-15,3 1-10 0,1-1-14 16,4 0-6-16,1 1-11 0,3-2-7 0,-2 2-7 0,4 0-9 16,2 1-4-16,0-1-4 0,5-1-2 0,0 1-7 15,4 0 2-15,1-3-3 0,4 3-12 0,2-1-5 16,2-2-8-16,-5-2-3 0,5-2 2 0,-2 1-6 15,2-2 1-15,0 2-1 0,0-3-2 0,-6 0 1 16,-4 1 2-16,-3-2 4 0,-5 0-2 16,13 0 15-16,-13 0 10 0,9 0 9 0,-9 0 3 15,0 0-3-15,0 0 1 0,0 0 4 0,0 0-8 16,0 0-8-16,0 0-4 0,0 0-3 0,0 0-5 0,-27-8-2 16,13 11-1-16,-1 0 2 0,-3 4-3 15,0 1 2-15,-2-1-3 0,-1 5 3 0,6-3-14 16,-3 2 10-16,7 0-1 0,0 1-1 0,1 1-3 15,2 0-1-15,1-1-1 0,5-1 0 0,2 0-4 16,0-11 6-16,6 17-9 0,-2-10-18 0,5 2-20 16,8-2-9-16,3 2-22 0,6-4-35 0,6-4-34 0,6 0-52 15,11-2-51-15,-13-1-209 0,3-4-484 0,-3-1 214 16</inkml:trace>
  <inkml:trace contextRef="#ctx0" brushRef="#br0" timeOffset="8633.18">14759 3556 208 0,'0'0'214'0,"-8"-4"-9"0,0 2-13 15,8 2-3-15,-19 0-18 0,7 3-15 0,-6 1-11 16,3 4-9-16,-2 0-7 0,0 3-11 16,1 1-12-16,1 3-8 0,-1 6-10 0,-3 0-8 15,8-5-10-15,0 6-5 0,2-6-8 0,5 0-7 0,-1 0-2 16,5 2-8-16,4-2-2 0,0-1 0 16,5-1-7-16,-5-4-9 0,9 1-7 0,-2-1-4 15,0-5-2-15,1-1-2 0,6 1-4 0,-5-4 1 0,3-1 1 16,-1-1 3-16,-1-1-1 0,3-3 3 15,-3-1-2-15,2-1 9 0,0-6 2 0,-3 3 5 16,-1-3-1-16,-2 0 1 0,0-1 2 0,-1-1-1 16,0-2 0-16,-3 0 3 0,-1 4 1 0,-3 2 6 15,3 0 10-15,-2 1 2 0,-1 3-5 0,0 3-5 16,-2 4-7-16,4-10-7 0,-4 10-12 0,0 0-4 16,4-3 0-16,-4 3-3 0,0 0 1 0,1 17-3 15,-1-6-2-15,2 6 10 0,-1 2-6 0,0 5-2 16,-1-6-8-16,4 6-16 0,0 1-16 0,-2-6-27 15,2 1-34-15,1-3-34 0,0-1-49 0,0 0-49 16,1 0-195-16,-4-4-462 0,1-2 204 0</inkml:trace>
  <inkml:trace contextRef="#ctx0" brushRef="#br0" timeOffset="9192.29">15002 3707 174 0,'0'0'210'0,"0"-9"-28"16,0 9-21-16,0 0-16 0,0 0-12 0,0 0-11 16,0 0-5-16,0 0-7 0,0 0-9 0,4 27-5 15,-4-27-6-15,0 22-14 0,2-6-5 0,-4-4-7 16,5 4-2-16,-3-5-9 0,2 1-4 0,-2-12-4 16,2 14-4-16,-2-14-1 0,0 10-3 0,0-10-2 15,3 9 11-15,-3-9 26 0,0 0 19 0,0 0 3 16,0 0 9-16,0 0-12 0,0 0-13 15,0 0-3-15,0 0-17 0,0 0 1 0,-3-36-6 0,2 23-7 16,2 3-9-16,2-3-2 0,-1-3-1 0,1-2-10 16,3 1 0-16,1 0-9 0,-2 7-4 0,5-5-4 15,-3 5-4-15,4-2 0 0,-1 3-5 0,-1 4-4 16,4 1-4-16,1 3-5 0,-4 2-1 16,1 0 1-16,3 2-3 0,-3 6 4 0,3 1 1 15,-5-1 1-15,2 2 0 0,0 1-1 0,-2 1 5 16,-2 1-1-16,3 3 7 0,-5-6-6 0,3 5 5 0,-4-1-3 15,0-5 4-15,-4-2 0 0,0-8 1 0,5 13 1 16,-5-13 4-16,3 9 4 0,-3-9 6 0,3 8 0 16,-3-8 6-16,0 0 2 0,0 0-3 15,0 0-3-15,0 0-1 0,0 0-4 0,0 0-3 16,3-30 1-16,1 21-3 0,-2-5-4 0,2 2 2 16,5-5-4-16,5-5 0 0,2 0 0 0,1 2-4 15,5 1 1-15,-1 2-4 0,-2 0 1 0,-1 9-3 0,-2-2 2 16,0 4-2-16,-5 1 0 0,1 3-6 15,-1 1 5-15,1 2 1 0,-2 3 0 0,0 0 1 16,-1 1 1-16,0 2 0 0,0 4-1 0,0 4 2 16,-1-3 0-16,-2 1 1 0,0 2 2 0,1 0 0 15,-2 0-1-15,0 2-7 0,-3 0-23 0,1 1-31 16,0-2-33-16,-1 3-56 0,0-6-65 0,-1 1-202 0,0-2-456 16,3-2 203-16</inkml:trace>
  <inkml:trace contextRef="#ctx0" brushRef="#br0" timeOffset="9439.31">15803 3492 118 0,'1'-17'287'16,"-3"1"-5"-16,0 3-15 0,1 2-15 0,1 6-12 16,-1-4-24-16,1 9-27 0,-1-8-22 0,1 8-24 15,0 0-16-15,0 0-16 0,0 0-7 0,7 26-3 16,0-1-11-16,0 6-3 0,-3 2-7 0,1 13 3 15,-2-11-3-15,1 13-6 0,-3 4-3 0,-1-2-7 16,0-16-8-16,1 2-18 0,1 8 9 0,-4-10-3 16,2-3-1-16,2-1-10 0,0-2-27 0,-3-1-25 15,2-1-24-15,-2-9-31 0,2 0-25 0,-1-2-38 16,-1 1-49-16,2-6-45 0,-1-10-222 0,-2 14-489 16,2-14 218-16</inkml:trace>
  <inkml:trace contextRef="#ctx0" brushRef="#br0" timeOffset="9679.11">15956 3570 3 0,'11'-7'169'0,"-3"1"-12"16,3 2-15-16,-11 4-6 0,19 0-13 0,-9 3 0 15,2 1-6-15,-1 5-3 0,3 0-5 0,-2 4-6 16,-5-3-14-16,-1 0-3 0,0 6-10 0,-1-1 0 15,0-1-8-15,-5-2 4 0,-2 5 6 0,-3 0-5 16,-3-3 0-16,-4 0-6 0,-8 3-6 16,1 2-3-16,-4-2-11 0,-2-2-30 0,8-6-18 15,-1-1-26-15,0 0-42 0,1-4-50 0,4-2-66 0,-1 0-121 16,2-3-332-16,12 1 147 0</inkml:trace>
  <inkml:trace contextRef="#ctx0" brushRef="#br0" timeOffset="10300.15">16298 3413 73 0,'0'0'278'15,"1"-12"-7"-15,-1 12-14 0,-1-7-13 0,1 7-21 16,0 0-19-16,0 0-33 0,0 0-13 0,-2-10-22 16,2 10-17-16,0 0-14 0,0 0-12 15,0 0-13-15,0 0-6 0,6 35-1 0,-6-16-9 16,1 9-6-16,-1 1-5 0,2-1-5 0,1-1-3 0,-3 4 0 15,0-5-6-15,1 3-3 0,-5-2-3 16,4-1 1-16,3 2-6 0,-1 1 1 0,0-2-5 0,1-2-22 16,-3 1-25-16,2-7-26 0,-1 0-34 15,0-2-43-15,2 0-74 0,-2 0-55 0,-1-5-139 16,1-3-427-16,1 0 190 0</inkml:trace>
  <inkml:trace contextRef="#ctx0" brushRef="#br0" timeOffset="10505.84">16475 3768 2086 0,'4'-17'118'0,"1"0"-43"0,-3 4-9 16,-1 3-17-16,0 1 2 0,0 0 5 0,1 4-6 15,-2 5-5-15,0-8-14 0,0 8 0 0,0 0-9 16,5-8 0-16,-5 8-7 0,0 0-3 0,0 0 2 16,0 0-4-16,5 19 4 0,-4-8 0 0,2 4-1 0,-1 1-3 15,2 1 4-15,-3-1-1 0,2 1-3 16,-3-2-15-16,1 1-18 0,2 0-27 0,-3 0-33 15,0-5-41-15,0 1-45 0,1-2-48 0,-2 2-145 16,1-12-392-16,-1 14 173 0</inkml:trace>
  <inkml:trace contextRef="#ctx0" brushRef="#br0" timeOffset="10928.6">16902 3365 100 0,'3'-6'262'0,"-3"6"-12"0,0-12-1 16,0 12-7-16,0 0-26 0,-4-10-13 0,4 10-19 16,0 0-24-16,0 0-20 0,0 0-13 15,0 0-16-15,0 0-10 0,-10 26-7 0,1-2-6 16,2 5-8-16,-1 2-10 0,0 1-6 0,1 3-4 16,3 1-5-16,-3-1-3 0,2 16-3 0,2-17-4 0,-1 13-6 15,4-1 2-15,3 0-2 0,-3-13-1 0,1 0 2 16,-1 0-7-16,0 2-10 0,1-4 11 15,1 0-7-15,-5-3-1 0,3-1 1 0,0 0-9 16,-1-2 5-16,-3-6-7 0,2 0-22 0,-2-5-19 16,2 1-6-16,0-3-13 0,-2-1-15 0,1-3-24 15,3-8-34-15,-6 14-36 0,6-14-47 0,-4 7-58 16,4-7-151-16,0 0-442 0,-16-1 196 0</inkml:trace>
  <inkml:trace contextRef="#ctx0" brushRef="#br0" timeOffset="11237.24">16663 3778 53 0,'10'-2'169'0,"4"0"-26"16,4-4-13-16,17 1-17 0,-16 1-10 0,12 1-8 16,-3-1-9-16,1-1-13 0,-2-1-6 0,1 3 7 15,-6-1-24-15,3 0 1 0,-5 1-9 0,-3-1-2 16,-4 2 2-16,0-3 0 0,-2 2 10 0,-2-1 16 15,-2 1 7-15,3-1 7 0,-5 0 9 0,0-1 13 16,-1 0 6-16,-4 5-2 0,7-3-1 0,-7 3-3 16,6-6-3-16,-6 6-9 0,6-5-8 0,-6 5-10 15,0 0-13-15,0 0-11 0,5-4-7 0,-5 4-8 16,0 0-1-16,0 0-5 0,8 14-1 0,-8-5-1 16,1 3-3-16,1 0-1 0,0 4-3 0,-2 2-16 15,2 0-20-15,1-2-26 0,-1 0-29 0,3 0-38 16,-3-5-53-16,2 1-56 0,-1-2-180 0,-1-1-431 15,-2-9 191-15</inkml:trace>
  <inkml:trace contextRef="#ctx0" brushRef="#br0" timeOffset="11400.34">17067 3501 84 0,'-3'-6'169'0,"3"6"-22"0,-3-10-43 0,3 10-43 0,0 0-25 16,0 0-21-16,0 0-35 0,0 0-31 16,14 21-41-16,-8-10-97 0,2 5 43 0</inkml:trace>
  <inkml:trace contextRef="#ctx0" brushRef="#br0" timeOffset="12038.74">17284 3766 76 0,'0'0'190'0,"15"-6"-9"0,-8 5-6 0,-2-5-5 16,2 3-7-16,0-2-10 0,1-1-15 0,1-1-13 16,0-1-5-16,0 1-14 0,-3 1 3 0,0-3-11 0,0 4 1 15,0-4-12-15,4 1-6 0,-6 1-3 16,0 0 15-16,0 2-10 0,-2-3-9 0,1 2-6 16,-3 6-1-16,1-11-5 0,-1 11-1 0,0-9-1 15,0 9-1-15,-1-10-10 0,1 10-7 0,-9-6-6 16,9 6-3-16,-12 0-6 0,1 2-3 0,-1 2-2 15,1 4-5-15,-8 1 7 0,1 3-8 0,-4 5-8 16,2 0 4-16,4-5-1 0,5 5-4 0,0-5-2 16,0 4-3-16,5-1 1 0,0 2 5 0,1-1-2 15,4-1-2-15,-2-3-1 0,5-1 0 0,0 0 3 16,2-2 0-16,3 1 1 0,3 0 0 0,1-2 2 16,3-1-4-16,3-1 1 0,3-1 0 0,0 2-2 15,0-3 3-15,-2-3-1 0,2 0-5 16,1-2 1-16,-2-2-5 0,0 0-3 0,-1-1-5 0,0-2-1 15,1 0 3-15,-3-3-5 0,-1 1 2 0,0-4 0 16,2-1-2-16,-4 0-6 0,-1-2 1 0,-1 1 2 16,0-3 0-16,0 1 2 0,-3 0 1 0,-1-2 2 15,-1 1 3-15,0-1-5 0,-4 2 1 0,0-1 6 16,-2 6 8-16,-1 0 7 0,0 1-1 0,-1 1 4 16,1 1 4-16,1 8-3 0,-5-13 3 0,3 7 2 15,2 6-1-15,-6-9-7 0,3 4 0 16,3 5-7-16,-4-6 4 0,4 6-3 0,0 0-6 0,0 0-4 15,-6-6-7-15,6 6-7 0,0 0-1 0,0 0 5 16,0 0 0-16,0 0 3 0,0 0 0 0,0 0 5 16,26 4 1-16,-13-3 0 0,0-1 0 0,-1 1 0 15,0 0 1-15,1 0 1 0,-3 0 0 0,-1 1-2 16,-1-2 0-16,0 2-1 0,-1 0-3 16,-7-2 4-16,12 3-2 0,-9 1 1 0,4 3 11 0,-4 1 13 15,1 2 0-15,-2 2 8 0,-1 0 11 0,-1 4 12 16,-3 0 2-16,2 2-6 0,-4-1-1 0,1 2-2 15,-1 5-1-15,1-7-7 0,0 0 2 0,2 0-8 16,-2-5-20-16,1 3-29 0,2-3-27 0,0-1-34 16,1-11-47-16,-2 17-63 0,2-17-71 0,-2 13-155 15,2-13-455-15,0 0 202 0</inkml:trace>
  <inkml:trace contextRef="#ctx0" brushRef="#br0" timeOffset="17437.23">18726 3581 3 0,'0'0'190'0,"-3"-11"-12"0,3 11-17 16,0 0-6-16,0 0-17 0,2-7-12 0,-2 7-13 15,0 0-13-15,0 0-11 0,0 0-16 16,0 0-6-16,0 0-10 0,0 0-7 0,0 0-6 0,0 0 1 16,6 25-3-16,-5-13-1 0,-1 5-5 0,0 0-2 15,-1 9-1-15,1-2 2 0,-1 3 3 0,-1-8-2 16,1 1-7-16,2 4-2 0,-2-3-2 0,0 3-2 15,0-5 2-15,2 0-8 0,0-1 1 16,-1 0 1-16,-1 0-3 0,2-2 1 0,3 0-1 16,-3-2 6-16,-1-1-11 0,3-1-9 0,-2-2-13 0,0 0-21 15,3-1-22-15,-4-9-25 0,3 14-22 0,-2-7-25 16,0-2-30-16,-1-5-110 0,1 10-287 16,-1-10 127-16</inkml:trace>
  <inkml:trace contextRef="#ctx0" brushRef="#br0" timeOffset="17797.72">18714 3505 71 0,'7'-8'120'16,"0"0"-19"-16,2 4-4 0,1-2-19 0,1 5-1 15,-1-2-13-15,4 6-13 0,-1-3 5 0,0 7-6 16,-2-3-6-16,-1 5 3 0,4 3 0 0,-5-3-11 15,0 6-6-15,0-1-4 0,-4 2 7 0,-1-2 0 16,-3-1-8-16,1 2 20 0,-5-2 4 0,1 2-16 16,-2-3-6-16,-1-1 1 0,-3 0-1 0,0-2 7 15,2-2-6-15,1 0-3 0,0-1 5 0,0-1 10 16,5-5 8-16,-8 7 12 0,4-5 1 0,4-2 2 16,0 0 4-16,-6 6-6 0,6-6-1 0,0 0 3 15,0 0-2-15,-4 4-3 0,4-4-15 0,0 0-6 16,0 0-8-16,0 0-5 0,0 0-7 0,0 0-3 15,0 0-2-15,5 12 2 0,0-8-3 0,3 1-3 16,1 4 0-16,0-3 1 0,1 3-11 0,4 3-13 16,-1-2-19-16,1 0-19 0,1 3-23 0,0-4-25 15,-2 2-26-15,1 0-31 0,2-1-128 0,-3 2-309 16,0-3 136-16</inkml:trace>
  <inkml:trace contextRef="#ctx0" brushRef="#br0" timeOffset="18049.41">19280 3778 165 0,'-5'-4'184'16,"-2"-1"-14"-16,-1 2-7 0,0-1-6 0,-2 2-8 16,10 2-11-16,-18 2-11 0,7 2-7 0,-3 1-9 15,0 5-10-15,-3 2-8 0,-4 5-3 0,4 1-10 16,-1 1-8-16,5-2-7 0,4 0-7 0,0 0-1 15,0 0-6-15,3 0-6 0,2-2-5 0,1 1-4 16,2 1-1-16,1-1-5 0,4-3-16 0,2 1-11 16,6 2-15-16,-1-4-19 0,3-1-26 0,4-2-35 15,4-2-44-15,6-2-45 0,-1 0-127 0,-8-4-333 16,9-1 148-16</inkml:trace>
  <inkml:trace contextRef="#ctx0" brushRef="#br0" timeOffset="18225.87">19574 3802 14 0,'0'0'177'0,"0"0"-17"0,0 0-19 0,7-7-17 16,-5 5-14-16,-2 2-9 0,0 0-11 0,18-1-5 16,-18 1-23-16,21 0-31 0,-12 0-36 0,3 1-12 15,-1 1-20-15,0-1-25 0,-5 1-14 16,2 1-74-16,-1 1-162 0,-3 0 72 0</inkml:trace>
  <inkml:trace contextRef="#ctx0" brushRef="#br0" timeOffset="18360.14">19629 3888 55 0,'0'0'85'16,"0"0"-8"-16,0 0-7 0,0 0 11 0,0 0-22 15,0 0 1-15,0 0-3 0,25 10-28 0,-13-10-17 0,5 0-32 16,3-2-33-16,0 2-33 0,0-1-92 0,2-3 41 15</inkml:trace>
  <inkml:trace contextRef="#ctx0" brushRef="#br0" timeOffset="18709.8">20116 3630 9 0,'0'0'162'0,"0"0"-16"15,0 0-18-15,0 0-9 0,0 0-15 0,0 0-12 16,0 0-10-16,0 0 1 0,0 0-11 0,0 0-8 16,0 0-5-16,-9 25-4 0,9-17 1 0,0-8-11 15,3 14 1-15,-1-3-5 0,2 0 9 0,0 1 5 16,5-2 0-16,-3 7-2 0,3-4-9 0,-1-2 3 16,5 2-3-16,-5-3-8 0,2 0-6 0,1 2-2 15,-3-4-1-15,1 1-4 0,1 1 4 0,-2-2-10 16,-1 0 3-16,2 1-2 0,1-1-2 0,-2 0-3 15,-5-1-5-15,5 0 0 0,-5-1 4 0,-1 1 4 16,0-1-4-16,-2-6-1 0,1 11 10 0,-1-11 6 16,-5 9-2-16,-1-1 3 0,-2 0-6 0,-2-2 2 15,-3 0-2-15,0-1-5 0,-3 0-9 0,-1-2-10 16,1 1-9-16,-2-4-18 0,2 1-14 0,5-2-13 16,-3 0-31-16,2-1-34 0,1-2-41 0,-1-2-124 15,2-1-311-15,-1 0 138 0</inkml:trace>
  <inkml:trace contextRef="#ctx0" brushRef="#br0" timeOffset="18885.24">20239 3609 22 0,'6'-3'161'0,"4"0"-12"0,3 0-8 0,1-1-2 15,3 1-15-15,1 1-12 0,-1-1-2 0,3-1-18 16,0 1-10-16,0 1-7 0,-1 1-12 0,-1 2-35 15,-3 1-28-15,2-2-45 0,-5 0-34 0,-1 1-37 16,-2 0-61-16,-1 0-191 0,-1 0 85 0</inkml:trace>
  <inkml:trace contextRef="#ctx0" brushRef="#br0" timeOffset="20604.43">20616 3574 104 0,'0'0'184'15,"1"-10"22"-15,-1 10-8 0,3-9-15 0,-3 9-18 16,0 0-16-16,0 0-18 0,0 0-18 0,1-8-15 15,-1 8-13-15,0 0-6 0,0 0-11 0,0 0 2 16,5 23-6-16,-4-10 4 0,-1 5-8 0,2 6-5 16,0 2 2-16,0 1-4 0,-5-3-2 0,0 6 0 15,2-3 0-15,0-1 3 0,0-1-8 0,1-5-8 16,-2 3-5-16,1-4 1 0,2 0-3 0,-1-3-2 16,0 2-6-16,2-5-18 0,-1 2-26 0,0-5-32 15,0 2-34-15,1-4-42 0,2 4-30 0,-2-3-44 16,1-2-128-16,-3-7-358 0,4 10 158 0</inkml:trace>
  <inkml:trace contextRef="#ctx0" brushRef="#br0" timeOffset="20907.27">20846 3684 143 0,'3'-7'170'16,"-3"7"-4"-16,0 0-24 0,1-7-15 0,-1 7-7 15,0 0-15-15,0 0-10 0,0 0-9 0,-24 12-7 16,13-5-8-16,1 1-8 0,-4-3-3 0,-1 4 2 0,1 0-14 16,0-2-2-16,1 0-5 0,3-2-7 0,1-1 3 15,9-4-9-15,-12 7 3 0,12-7-3 16,-9 5-6-16,9-5-2 0,-8 2 5 0,8-2-8 16,0 0-1-16,-10 3-5 0,10-3-2 0,0 0-3 15,0 0-6-15,0 0 2 0,0 0-6 0,0 0 6 16,0 0-6-16,0 0 6 0,17 21-3 0,-8-14 2 0,7 3-1 15,-5-3 6-15,8 2-3 0,-2 1-15 16,2 0-16-16,1-1-14 0,-1-2-21 0,2 3-20 16,-3-1-30-16,2-4-20 0,-3 3-108 0,-1-1-259 15,1 0 115-15</inkml:trace>
  <inkml:trace contextRef="#ctx0" brushRef="#br0" timeOffset="21311.53">21054 3932 55 0,'21'-5'136'16,"-21"5"-9"-16,16-8-7 0,-7 3-5 0,0 1 0 15,1 1-6-15,-1-1-2 0,0-1-7 0,3-1-9 16,-2 3-4-16,-10 3 5 0,17-10 0 0,-11 6-8 16,-2-1 11-16,-4 5-9 0,8-10-9 0,-6 2-3 15,0-3-4-15,-2 11-10 0,0-22-5 0,-3 12-1 16,0-3 0-16,0 2-1 0,-4 0-5 0,2 0 0 15,2 0 3-15,-4 0-9 0,3 0-2 0,-2-1-2 16,2 3-3-16,0 1 1 0,1-2-5 0,1 3-3 16,2 7-5-16,1-16-4 0,2 11-10 0,0-1-6 15,4-1 0-15,2 1 2 0,2 1-8 0,2 3 1 16,6-1-1-16,1 2-3 0,-1 1 3 0,0 4-5 16,0 1 2-16,-5-1 1 0,0 3-6 15,1 3 2-15,-6-4 1 0,0 4 0 0,-2-1 0 0,0 5 4 16,-3-1-1-16,-1-1 2 0,-1 3 2 0,-2 2 10 15,-1-1-1-15,0-4 4 0,-3-3-1 0,4 2-3 16,-1 1-6-16,1-12 6 0,-2 15 0 0,4-6-3 16,-1-2 3-16,1 2 2 0,1-1 0 0,5 0-7 15,1-1-17-15,2-2-26 0,6-1-38 16,3-2-52-16,8-3-50 0,2 1-176 0,-9 1-386 0,0-3 172 16</inkml:trace>
  <inkml:trace contextRef="#ctx0" brushRef="#br0" timeOffset="21532.35">21821 3950 102 0,'0'0'233'0,"-2"15"-13"0,0-8-10 15,0 3-17-15,-1-1-19 0,-1 2-13 0,1 0-20 16,-4 3-10-16,1 0-27 0,-3-3-38 0,2 3-62 16,1-2-76-16,1-3-78 0,-4 0-104 0,3-1-273 15,6-8 122-15</inkml:trace>
  <inkml:trace contextRef="#ctx0" brushRef="#br0" timeOffset="34231.41">23015 3498 57 0,'0'0'162'0,"0"0"-18"16,0 0-16-16,0 0-11 0,0 0-9 0,1-9-16 15,-1 9-11-15,0 0-11 0,0 0-10 0,0 0-6 16,0 0-3-16,0 0-9 0,0 0 1 0,6 22-6 0,-3-14-2 15,-2 3 2-15,3 5-10 0,0 1 7 0,-1 2 0 16,-2-1-4-16,4 5 5 0,-1-4-4 16,-2 5-2-16,5-1 1 0,-5-2 3 0,-1-1-1 15,1-1-9-15,0 0 5 0,3-2-7 0,-2 0 0 16,1 1-7-16,-1 0 3 0,0-1-1 0,1-1-2 16,-1-4-1-16,0 1 3 0,1 2-8 0,-1-2-13 15,-2-4-17-15,2 2-28 0,1-2-31 0,-2-2-23 16,-2-1-27-16,0-6-108 0,0 14-258 0,0-14 114 15</inkml:trace>
  <inkml:trace contextRef="#ctx0" brushRef="#br0" timeOffset="34632.06">22983 3572 52 0,'6'-9'140'0,"4"-1"-12"0,1 3-6 0,1-1-6 16,0 3-2-16,2-3-22 0,3 2-8 0,-3 4-7 15,4 2-17-15,-1 2 2 0,-4 0-8 0,0 4-6 16,0 0-6-16,1 3-3 0,0 1-14 0,-5-2 5 16,2 5-1-16,-3-2-4 0,-3 3-1 0,-4-3-12 15,2 0 9-15,-4 2 3 0,-3 0-3 0,-4 2-1 16,-2-2 0-16,-3-2-15 0,1 1 10 0,-1-2-3 15,-3-2 1-15,6-2 4 0,-3 0-6 0,2-3 8 16,3 0 2-16,-1 3 4 0,0-6 0 0,3 2 9 16,6-2 2-16,-10 2 7 0,10-2-4 0,-8 2 1 15,8-2-7-15,0 0-3 0,0 0-9 0,-9 2-2 16,9-2-9-16,0 0 3 0,0 0 1 0,0 0-4 16,0 0 0-16,14 19 1 0,-6-10-3 0,0-1 0 15,2 1 1-15,-1-1-3 0,3 2-4 0,2 1-5 16,1-1-7-16,1 4-12 0,0-3-19 0,0-1-31 15,-1-1-27-15,2 0-43 0,-3-1-134 0,0 3-298 16,-6-3 133-16</inkml:trace>
  <inkml:trace contextRef="#ctx0" brushRef="#br0" timeOffset="34936.83">23435 3817 125 0,'0'0'125'16,"21"-2"-8"-16,-21 2-10 0,19 4-4 0,-9 0-13 16,-10-4-12-16,14 8-2 0,-9-3-14 15,0 2-8-15,2 3-6 0,-3 0 11 0,-4 5 0 16,-3-2-2-16,-2-1-1 0,0 2-7 0,-4 1-3 16,0-1-2-16,-2-1 11 0,1-4-10 0,0 3 0 0,3-5-4 15,-2 2 3-15,1-4-2 0,3-1-7 0,0 1-2 16,1 0 0-16,-1-2-3 0,5-3-3 0,-7 7-6 15,7-7-2-15,-5 5-6 0,5-5 4 0,0 0-2 16,-1 7-2-16,1-7 1 0,0 0-1 16,8 9-1-16,-2-6 0 0,3-2 0 0,1 0-2 15,9 0-1-15,-2-1-15 0,3-2-16 0,1 1-41 0,8-3-29 16,1 0-43-16,-1 0-140 0,-1 0-297 16,-6-1 132-16</inkml:trace>
  <inkml:trace contextRef="#ctx0" brushRef="#br0" timeOffset="35130.11">23918 3793 76 0,'11'-2'171'0,"-2"-4"-17"0,4 4-18 15,-2 1-12-15,0 1-14 0,2-4-3 0,0 2-14 16,0 1-20-16,-13 1-31 0,20 3-37 0,-11-3-29 15,-9 0-20-15,14 5-17 0,-10 0-15 0,0 2-72 16,-4 0-160-16,0-7 71 0</inkml:trace>
  <inkml:trace contextRef="#ctx0" brushRef="#br0" timeOffset="35262.67">23954 3905 34 0,'0'0'109'0,"0"0"-2"0,0 0 9 0,-5 4-8 15,5-4 1-15,0 0-9 0,-1 5-9 0,1-5 2 16,0 0-4-16,0 0-10 0,18-1-5 0,-6-3-2 15,1 3-15-15,8-4-20 0,-1 3-44 0,11-7-53 16,-2 1-50-16,-2 1-73 0,-1-1-199 0,-7-2 88 16</inkml:trace>
  <inkml:trace contextRef="#ctx0" brushRef="#br0" timeOffset="39315.33">24897 3602 151 0,'-9'-10'170'16,"6"5"-16"-16,-2 0-5 0,-2-2-6 0,2 3-16 15,-3-1-13-15,1-1-6 0,-2-1-5 0,-3 2-13 16,2-1-7-16,-3 1 4 0,0 2-5 0,2 2-6 16,-4-2-4-16,4 1-14 0,-3-1-4 0,1 5-11 15,2-2 2-15,-2 4-5 0,-4-1-8 0,6 4-4 16,-3 1 0-16,-3 3-1 0,5-1-2 0,-1 1-6 15,0-1-3-15,1 2-3 0,1 2 3 0,6-1-4 16,-3-1 3-16,3-1-6 0,5 2 3 0,0-1-3 16,0-2-3-16,0 4 2 0,3-2-2 0,2-5 2 15,1 4 0-15,3-4-3 0,1 1 3 0,2 0-4 16,3-1 4-16,-5-3-2 0,4 1-3 0,1-2 4 16,3-1-4-16,-7-2 4 0,2 2 1 0,-1-5-4 15,-3 1 1-15,2-1 1 0,0-1 4 0,-2-3 0 16,-1 3-2-16,0-4 0 0,-1 0-2 0,-1-1 2 15,0-3-9-15,0 1 10 0,-1 1-3 0,-2-5 1 16,0 5 1-16,-1-2-2 0,0 2 3 0,1 1 4 16,-2 1 6-16,2 2 32 0,-3 6-4 0,2-10-4 15,-2 10-1-15,0-9-8 0,0 9-6 0,2-7-5 16,-2 7-6-16,0 0-3 0,0 0-6 0,0 0-4 16,0 0-3-16,0 0 0 0,0 0 0 0,0 0-1 15,0 0-2-15,5 23 3 0,-4-11-3 0,0 5 0 16,-1 0 4-16,0 9 1 0,0-7-2 0,0 8-1 15,0 1 6-15,0-2-3 0,0-5 0 0,-1 3 0 16,1 1 2-16,1-6 0 0,2 5-4 0,-1-6 3 16,0 1 1-16,-2 0 1 0,2-2-12 0,1 0-23 15,-1-1-15-15,2-4-22 0,0 3-25 0,-1-1-34 16,1-4-47-16,0 0-52 0,-2 2-118 0,1-2-369 16,-3-1 165-16</inkml:trace>
  <inkml:trace contextRef="#ctx0" brushRef="#br0" timeOffset="41065.11">25469 3572 183 0,'0'0'190'0,"0"-9"-11"0,0 9-14 0,0 0-26 16,0 0-14-16,0 0-14 0,0 0-9 0,0 0-2 16,0 0 9-16,0 0 0 0,10 33-3 15,-9-16-7-15,0 2-5 0,1 0-3 0,-1 9-6 16,-2-3-5-16,-1 1 4 0,4 0-16 0,-5-1-4 0,3 0-10 15,0-6-4-15,3 1-2 0,-3-2-3 0,0 0-7 16,0-1-6-16,1 0 3 0,1 0 2 0,1-3-13 16,-1-3-20-16,0 4-15 0,0-5-26 0,0 0-21 15,1 0-28-15,-1-2-28 0,-2-2-25 16,0-6-14-16,2 9-9 0,-2-9-8 0,3 5-117 16,-3-5-311-16,0 0 138 0</inkml:trace>
  <inkml:trace contextRef="#ctx0" brushRef="#br0" timeOffset="41339.05">25688 3651 23 0,'3'-5'117'16,"-3"5"-18"-16,0 0 14 0,0 0-4 0,0 0 3 0,0 0-5 16,-9 20-16-16,0-11-5 0,-5 3-12 0,3 2-8 15,-10 1-2-15,8-3-10 0,-3-1 4 16,3 1-12-16,0-4-1 0,3 3-7 0,2-5-2 15,-1-3-3-15,4 3-7 0,0-3-1 0,5-3-1 16,-8 5-3-16,8-5-2 0,-6 5 3 0,6-5-1 0,-5 6-2 16,5-6-4-16,0 0-5 0,0 0-2 15,0 7 1-15,0-7 9 0,9 6-7 0,-3-3-4 0,5 2 4 16,1-1-4-16,5 3 1 0,-1-1-13 16,2 2-18-16,3-5-26 0,4 6-26 0,-3-6-17 15,0 1-36-15,-2 0-86 0,-1-2-231 0,2 1 103 16</inkml:trace>
  <inkml:trace contextRef="#ctx0" brushRef="#br0" timeOffset="41713.11">25979 3883 78 0,'8'-2'138'15,"5"-4"-6"-15,-3 2-7 0,3-1-5 0,-4-1-11 16,3-2-1-16,-2 2-1 0,1 0 1 0,-1 0 4 15,-4 1 1-15,1-3-3 0,-3 1-15 0,1-2-6 16,-3 0-4-16,1 0 0 0,-3 0-6 0,-3-1 0 16,1-1-9-16,0-5-6 0,-3 5-7 0,-1-5-6 15,1 1 0-15,3 4-3 0,-7-4 2 0,6 3-1 16,1 0-7-16,0 0-7 0,2 2-3 0,4-3 20 16,-1 4-6-16,6-1-9 0,-2 2-6 0,4-1-6 15,-1 2-1-15,3 2-7 0,3 1-3 0,3 1-3 16,-2 1-5-16,-4 4-4 0,5 1 0 0,-5 1 3 15,3 3-5-15,-7 1-2 0,4 2 2 0,-3-1-2 16,0 4 1-16,-8-2 1 0,3-1-4 0,-3 2 3 16,0 1 0-16,1-2 2 0,-3 4-1 0,0-2 0 15,0-1 8-15,0-1-8 0,0 1-2 0,0-2 2 16,2 2 0-16,-2-3-11 0,0-9-18 0,11 15-21 16,-4-6-22-16,2-2-28 0,3-2-50 0,1-3-40 15,5 5-159-15,-7-5-376 0,5-1 167 0</inkml:trace>
  <inkml:trace contextRef="#ctx0" brushRef="#br0" timeOffset="42032.4">26710 3865 104 0,'0'0'187'0,"0"0"-8"16,0 0-14-16,0 0-11 0,-6 14-13 15,6-14-12-15,-7 12-12 0,3-3-12 0,-4-1-12 16,2 1-15-16,1-1-35 0,1 0-26 0,-3 1-49 0,5-2-57 16,0-1-144-16,2-6-250 0,-12 11 111 15</inkml:trace>
  <inkml:trace contextRef="#ctx0" brushRef="#br0" timeOffset="42623.18">27283 3421 238 0,'0'-14'271'0,"0"14"-13"0,0-10-7 0,0 10-14 16,0-9-12-16,0 9-13 0,-2-8-21 0,2 8-26 16,0 0-25-16,0 0-5 0,0 0-18 0,0-10-19 15,0 10-15-15,0 0-10 0,0 0-8 0,0 0-9 16,0 0-2-16,2 25-6 0,-2-14-5 0,0 4-5 15,0 3-2-15,-2-2-4 0,4 0-2 0,-2 1 0 16,0-1-5-16,0 0-2 0,0 1-4 0,-2-1 0 16,2-3-3-16,0 2 2 0,0-3-4 0,0-2-1 15,0 2-1-15,0 0-2 0,2 0 1 0,-2-4-9 16,0 2 6-16,0-10-1 0,3 23 3 0,-2-12-1 16,0 0-4-16,-1 0-10 0,0-11-19 0,4 17-13 15,-2-8-20-15,-2-9-18 0,2 12-22 0,-2-12-25 16,0 0-21-16,2 18-27 0,-2-18-22 0,0 7-3 15,0-7-8-15,0 0-136 0,0 0-365 0,0 0 162 16</inkml:trace>
  <inkml:trace contextRef="#ctx0" brushRef="#br0" timeOffset="42988.28">27312 3270 104 0,'3'-11'175'16,"1"1"-21"-16,-4 3-10 0,5 1-13 0,-1 1-15 0,5-1-14 16,-2 5-6-16,4 0-12 0,1-1-5 0,-3 5-16 15,3 2-4-15,0 0-8 0,-1 0-2 16,2 6-6-16,-1 1-2 0,-5-1-8 0,1 4-2 16,-2 0 2-16,-6 1-2 0,0 1-4 0,-4-2 10 15,-2 2-6-15,-3-1-2 0,-5-1-2 0,-1-1 3 16,-1-2-9-16,2 0 8 0,-4-4-7 0,3-2-4 15,4 0-3-15,1-3 9 0,2 0 11 0,1-2 6 16,1 1 17-16,6-2 3 0,-8 3 8 0,8-3 1 16,-8 1-4-16,8-1-6 0,0 0-5 0,-9 3-10 15,9-3-9-15,0 0-5 0,0 0-5 0,0 0-2 16,0 0-6-16,0 0 1 0,9 14-5 0,-3-9 0 16,4 0-4-16,1 0 3 0,2 3 1 0,1-3-3 15,-1 5-19-15,5-2-18 0,5 4-20 0,-4-4-31 16,6 3-39-16,-6-2-46 0,2 0-47 0,-2-2-138 15,-4-1-373-15,3 0 165 0</inkml:trace>
  <inkml:trace contextRef="#ctx0" brushRef="#br0" timeOffset="43190.94">27706 3624 104 0,'6'-5'252'15,"-6"5"-18"-15,0 0-21 0,0 0-19 0,0 0-23 16,0 0-17-16,0 0-23 0,0 0-1 0,5 11-7 15,-5-11-5-15,-2 9-8 0,2-9-5 0,-5 16-8 16,5-5-7-16,-2 1-10 0,0-1-6 0,2 2-2 16,0-1-11-16,-2 4-1 0,-1 3-5 0,0-2-12 15,1-5-28-15,2-1-35 0,0 0-40 0,0-11-49 16,-2 17-51-16,4-4-59 0,-2-5-134 0,0-8-383 16,0 0 169-16</inkml:trace>
  <inkml:trace contextRef="#ctx0" brushRef="#br0" timeOffset="43415.23">28047 3481 155 0,'5'-5'260'0,"-5"5"-14"0,0 0-15 16,0 0-15-16,4-5-15 0,-4 5-24 0,0 0-19 0,0 0-14 15,8-5-16-15,-8 5-9 0,15 0-15 0,-5-2-19 16,6 2-23-16,-3-1-24 0,6 1-39 16,-1-1-33-16,2 1-47 0,-2 0-50 0,0 0-51 15,-5 0-135-15,-4 1-341 0,0-1 152 0</inkml:trace>
  <inkml:trace contextRef="#ctx0" brushRef="#br0" timeOffset="43578.33">28120 3569 75 0,'0'0'205'0,"0"0"-18"15,0 0-19-15,0 0-15 0,0 0-14 0,0 0-11 16,17 2-15-16,-8-3-22 0,4 0-34 0,6-2-42 16,1-1-74-16,-3-2-153 0,3 0-230 0,2 2 101 15</inkml:trace>
  <inkml:trace contextRef="#ctx0" brushRef="#br0" timeOffset="44099.7">28667 3306 16 0,'0'0'256'0,"0"0"-28"15,0 0-26-15,0 0-25 0,0 0-17 0,0 0-17 16,0 0-12-16,0 0-14 0,0 0-6 0,7 17-13 15,-6-10-8-15,3 2-8 0,0 1-12 0,3 2 0 16,1 0-7-16,3 3-6 0,1-2-5 0,-2 0-6 16,3 0-2-16,-1 1 7 0,4 0-3 15,2-3-4-15,-3 1 1 0,-1-2-9 0,-1 0-2 16,1 1-3-16,-6-5-4 0,-3 0-2 0,-2 1-3 16,4-2 0-16,-3-1-5 0,-4-4 3 0,1 11 3 0,-1-11-1 15,-5 11 1-15,-4-5-1 0,-4-1-11 0,-5-2-5 16,2 1-4-16,-6-3-9 0,3-1 4 15,2-1-3-15,-1 1 1 0,6-3 2 0,-2 0 1 16,3 1 1-16,2-3-2 0,-2 1 3 0,6-1-7 16,0 0-11-16,2 0 0 0,3 5 2 0,0-18 2 15,0 6-6-15,5 2 4 0,0 0 1 0,4-6 1 16,3 3 0-16,-2-2-3 0,3-1 3 0,1 2 3 0,1-1 0 16,4-6-1-16,-5 10 6 0,0-3 1 15,-3 0 9-15,1 1-5 0,-4 4 10 0,1-5 0 16,-1 2 4-16,-1-3-5 0,-3 1 4 0,0 2 3 15,-4 2 3-15,1-3 2 0,-1 2 5 0,-3 0 0 16,-1 1 4-16,1 0-7 0,-3 1 5 0,1 1-7 16,-2 1-3-16,1-1-5 0,-1 1 3 0,2 3-7 0,-2 2-4 15,7 2-3-15,-20 2 2 0,10 0 2 0,-2 3-3 16,-1 1-3-16,3 1-5 0,-1 2-19 16,0 2-15-16,2 0-2 0,1-1-37 0,3 0-26 15,2 1-29-15,1 5-27 0,4-3-44 0,1-1-130 16,1-1-364-16,4-3 162 0</inkml:trace>
  <inkml:trace contextRef="#ctx0" brushRef="#br0" timeOffset="44343.03">29072 3259 1866 0,'12'-11'164'0,"-2"0"-56"0,-4 3-14 0,1-2 13 15,-3 3 6-15,0 1-7 0,-2 1-11 0,-2 5 2 16,6-6-5-16,-6 6-6 0,3-8-6 0,-3 8-12 15,0 0-13-15,5-4-13 0,-5 4-8 16,0 0-3-16,0 0-5 0,0 0-5 0,8 18 0 0,-6-5-4 16,2 3 2-16,0 3-1 0,0 2 3 0,2 1-1 15,-2 3-2-15,0-5-5 0,-2-1 3 0,2 7 2 16,1-3 1-16,0-5-14 0,2 0-20 0,-3 0-36 16,-1-2-34-16,0-4-30 0,-2 1-38 0,3-3-48 15,-1-1-52-15,-3 1-184 0,0-10-472 0,-1 12 209 16</inkml:trace>
  <inkml:trace contextRef="#ctx0" brushRef="#br0" timeOffset="44586.77">29387 3262 6 0,'2'-5'278'0,"2"1"-9"15,-4 4-18-15,8-5-22 0,-8 5-24 0,5-5-23 16,-5 5-25-16,0 0-19 0,0 0-15 15,0 0-8-15,6 10-3 0,-3 1-2 0,-3-1-7 0,1 4-8 16,3 1 5-16,-1 3-3 0,-1 0-1 0,-1 0-10 16,2 0-3-16,-1 1-7 0,0-4-5 0,0 0-7 15,-1 1-5-15,-1-3-6 0,3 3-2 16,-3-4-21-16,3-1-40 0,-2-3-25 0,-1 3-23 16,0-5-30-16,0-6-49 0,-1 13-46 0,2-7-62 15,-1-6-170-15,0 0-447 0,0 0 198 0</inkml:trace>
  <inkml:trace contextRef="#ctx0" brushRef="#br0" timeOffset="44849.24">29636 3253 140 0,'0'0'199'16,"4"-5"-16"-16,-4 5-15 0,0 0-14 0,0 0-8 15,0 0-4-15,0 0-10 0,-14 17-11 0,5-8-16 16,-4 2-4-16,3 2-12 0,-2 0-11 0,-1 0-4 15,4-4-8-15,3 0-7 0,-2-2-6 0,3 0-5 16,1-2-8-16,-1 0-5 0,5-5-2 0,-4 9-3 16,2-5-5-16,2-4-2 0,0 0-5 0,-3 10 2 15,3-10-2-15,-2 9 1 0,2-9-4 0,1 8 2 16,-1-8-6-16,8 10 5 0,-1-3-1 0,1 0 2 16,4-3-17-16,4 1-23 0,-4 1-15 0,-1-2-31 15,8 0-31-15,-1 2-33 0,1-3-22 0,-1 1-161 16,-4-1-341-16,3-1 150 0</inkml:trace>
  <inkml:trace contextRef="#ctx0" brushRef="#br0" timeOffset="45212.57">29888 3530 101 0,'0'0'232'0,"6"-3"-7"0,-6 3-10 0,9-6-4 15,-9 6-11-15,8-7-13 0,-4 3-17 0,2-2-14 16,-2 0-4-16,-2 0-5 0,1-1-12 0,-1-2-14 15,1-1-3-15,-1-1-10 0,0-1-11 0,0 2-8 16,-2-2-6-16,0-5-7 0,0 5-8 0,-2 2-6 16,3-4-2-16,0 2-10 0,-1-3-3 15,0 4-4-15,2 0-3 0,-2 2-7 0,1 0-3 16,0 2-3-16,0 0-6 0,-1 7-5 0,8-10-3 0,-2 6 1 16,3 0-5-16,0 0-3 0,4 1-7 0,4 3 3 15,-5-2-4-15,0 4-10 0,-2 2 3 0,2 1 0 16,-3 1-3-16,-2 1 0 0,2 3 3 0,-5 1 0 15,0 1 0-15,-4 3 5 0,0 2-1 0,-3-3 2 16,1 1 0-16,-3 1-2 0,0-3 5 16,0-1-4-16,1-1-2 0,1-1 0 0,1-1 2 15,-1 1 2-15,2-1 1 0,-2-2-1 0,3-7 2 0,1 13-1 16,2-6-4-16,0-2-11 0,2 0-21 0,4 0-36 16,5-1-43-16,2-1-66 0,6-3-66 15,-3-3-179-15,9 0-461 0,-7 1 204 0</inkml:trace>
  <inkml:trace contextRef="#ctx0" brushRef="#br0" timeOffset="45439.93">30502 3541 25 0,'0'0'248'16,"0"0"-15"-16,0 0-16 0,7 5-18 0,-7-5-21 16,0 0-19-16,0 0-15 0,0 0-15 0,1 6-15 15,-1-6-6-15,0 0-13 0,-1 12-21 0,1-12-49 16,0 0-59-16,-8 15-80 0,6-9-186 0,2-6-325 16,-4 10 143-16</inkml:trace>
  <inkml:trace contextRef="#ctx0" brushRef="#br0" timeOffset="47641.11">6350 4899 61 0,'-1'-8'223'0,"1"8"-14"0,-2-8-21 15,2 8-16-15,0 0-17 0,0 0-22 0,0 0-13 16,0 0-16-16,0 0-13 0,0 0-8 0,0 0-9 16,0 0-5-16,0 0-3 0,7 26 15 15,-3-10-6-15,-1 2-3 0,-1 2-3 0,1 5 0 16,0-6-4-16,0 7-3 0,-3-8-8 0,2 0-1 16,1 1-8-16,-1 0-1 0,0-3-7 0,0-1-4 0,1 0-2 15,-1 2 0-15,1 0-6 0,-1-5-4 0,1-2 3 16,-2 2-20-16,2 0-11 0,-2-2-24 0,2 0-29 15,-2 0-31-15,-1-10-21 0,1 14-19 0,-1-14-23 16,0 12-17-16,-1-6-144 0,1-6-341 16,0 0 152-16</inkml:trace>
  <inkml:trace contextRef="#ctx0" brushRef="#br0" timeOffset="48031.5">6353 4928 1 0,'1'-13'167'0,"-1"0"-2"0,1 4-5 16,-1 1-8-16,0 8-16 0,0-11-16 0,3 6-16 0,-3 5-11 16,0 0-9-16,8-8-19 0,-2 6 5 0,-6 2-8 15,15-2-9-15,-4 5 0 0,-2 0-8 16,2-2-5-16,-3 4 0 0,2 0-11 0,-1 3 1 16,-1-2-4-16,-1 5-5 0,-2-2 3 0,-1 1-2 15,-2 2 2-15,0 0 0 0,-4 0-2 0,-2 0 0 16,2-1-1-16,-2 0-6 0,0-1 1 0,2-3-7 0,-2 0-6 15,1-2-5-15,1 1-5 0,2-6-12 0,-1 10 4 16,1-10 1-16,0 0 2 0,1 13-2 16,-1-13-17-16,5 5 3 0,0-1 2 0,1-2 0 15,1 1 3-15,1 3 2 0,-1-2 10 0,3-1-8 16,-3 2 4-16,0 0-4 0,4-2 5 0,-2 2 0 16,-2 2 4-16,-2-3 0 0,3 0 4 0,-4 0-4 15,1 1-2-15,-1 0 20 0,-4-5 9 0,4 9 4 16,-4-9 8-16,1 12 3 0,-1-12-5 0,-7 12-2 15,1-5-1-15,-2-1-5 0,-3 0 4 0,1 0-9 16,-2-1-9-16,1-1-11 0,0 1-15 0,0-2-32 16,5-1-35-16,-2-2-30 0,8 0-132 0,-15 0-270 0,15 0 119 15</inkml:trace>
  <inkml:trace contextRef="#ctx0" brushRef="#br0" timeOffset="48198.68">6786 5038 16 0,'10'-2'153'15,"0"0"-17"-15,-1-1-17 0,1 0-7 0,2 3-25 16,-3 0-5-16,2 0-53 0,-1 0-26 0,0 1-34 16,-2 1-87-16,1 3-127 0,-2-1 55 0</inkml:trace>
  <inkml:trace contextRef="#ctx0" brushRef="#br0" timeOffset="48357.39">6851 5159 154 0,'0'0'164'16,"0"0"-3"-16,0 0-9 0,0 0-11 0,0 0-18 16,0 0-8-16,0 0-15 0,18 2-30 0,-8-4-28 15,4-2-29-15,4 0-32 0,4-1-28 0,7-2-29 16,-1-1-29-16,2 0-60 0,-2 0-179 0,-2-1 79 15</inkml:trace>
  <inkml:trace contextRef="#ctx0" brushRef="#br0" timeOffset="48643.13">7315 4950 5 0,'0'0'155'0,"0"0"-3"16,0 0-11-16,0 0-23 0,0 0-8 0,0 0-9 15,0 0-14-15,0 0 4 0,0 0-2 0,0 0-4 16,-18 16-9-16,17-8-4 0,-2 0-9 0,2-1-9 15,-1 4-3-15,2-2-6 0,2 1-5 0,0-1-1 16,2 1-4-16,1 0-3 0,2-1 6 0,2 3 2 16,2-2 2-16,2 0-1 0,0 1-4 0,0-1-6 15,-2-1-2-15,-2-1-3 0,1-1-1 0,0 1-6 16,2-1 1-16,-6 1-1 0,1-1-3 0,0 1-1 16,-3 0 1-16,0 1 7 0,-1-3 8 0,-2 0 0 15,-1-6 3-15,-7 14-1 0,2-8-3 0,-5 1-2 16,1 2-4-16,-1-5-9 0,-3 2-16 0,2-2-8 15,-3 1-19-15,2-4-20 0,-1 1-25 0,1-1-27 16,0-4-28-16,2-1-42 0,-2 0-122 0,3-3-315 16,3 0 140-16</inkml:trace>
  <inkml:trace contextRef="#ctx0" brushRef="#br0" timeOffset="48789.85">7380 4921 8 0,'8'-1'106'16,"3"-1"-7"-16,2-1-8 0,1-1-15 0,5 3 2 16,2 0-21-16,6-2-38 0,1 2-34 15,-7 0-36-15,6 1-27 0,-6 1-85 0,0-2 37 0</inkml:trace>
  <inkml:trace contextRef="#ctx0" brushRef="#br0" timeOffset="49097.14">7734 4950 15 0,'-3'7'142'16,"1"2"3"-16,-2 2-3 0,1 0-4 0,-2 0-8 0,2 1-8 15,0-2-8-15,2 2-6 0,1 0-9 0,1-2-13 16,0 0-4-16,1-1-20 0,1-1 8 16,2-1-5-16,2 3 0 0,-1-4 1 0,3-1-1 15,3 0 2-15,-3-1-6 0,5 0 0 0,-4-3-4 16,4-1 2-16,4-3-4 0,-7 1-5 0,2 0 3 0,1-2 3 15,-2-1 9-15,-2 0 0 0,-2 0 2 0,-2-2-4 16,2-1-9-16,-5-2-2 0,1-2-7 0,-2 1-2 16,-4 1-7-16,-2-6 2 0,2 4-10 0,-4-2 1 15,-1 1 0-15,1-1-4 0,-2 3-3 0,2 2-8 16,-4-1-7-16,1 3-10 0,1 0-10 16,-4 1-11-16,3 5-18 0,-1-1-16 0,-1 5-28 0,0 3-38 15,2 0-48-15,-1 1-49 0,1 3-142 0,-1 3-393 16,5-1 175-16</inkml:trace>
  <inkml:trace contextRef="#ctx0" brushRef="#br0" timeOffset="49264.75">8277 5185 2489 0,'12'2'45'0,"-3"0"-37"16,-1 1-8-16,-2 0 6 0,-6-3 16 0,10 2 9 15,-6 0 15-15,-4-2 1 0,6 3 2 16,-6-3-3-16,0 0 0 0,0 0-4 0,-15 19-1 15,2-6-4-15,0 0-22 0,-2 1-32 0,-6 7-38 16,-3 1-55-16,-1-5-81 0,-2 7-243 0,-14 5-468 0,0-1 208 16</inkml:trace>
  <inkml:trace contextRef="#ctx0" brushRef="#br0" timeOffset="50191.17">6438 5205 81 0,'-4'-6'116'0,"4"6"-6"16,0 0-7-16,0 0-6 0,0 0-2 0,0 0-10 16,-2-8-4-16,2 8 6 0,0 0-3 15,0 0-4-15,0 0 4 0,0 0-2 0,0 0 2 0,0 0-2 16,0 0-6-16,0 0-6 0,0-9-3 0,0 9-1 15,0 0 0-15,0 0-11 0,0 0-3 0,0 0-6 16,0 0-6-16,0 0-2 0,0 0-9 0,0 0-3 16,0 0-4-16,0 0-9 0,0 0 1 0,0 0-6 15,0 0-3-15,0 0 0 0,6 20-1 0,-2-8 4 16,1 3 5-16,-2 3 2 0,2-1 2 0,-3 1 0 16,1 2 3-16,-1 3 2 0,1-6 5 0,-1 0-3 15,0 1 1-15,-1-2-1 0,2 1 0 0,-1-2-5 16,1-2 1-16,1 0-2 0,-1-1-1 0,1-3-2 15,0 1-2-15,-4-1 0 0,3 1-2 0,-1-2 0 16,-1 1 3-16,2-3-5 0,0-1 2 0,-1 1-2 16,-2-6 1-16,3 10 0 0,-3-10-1 0,2 7-12 15,-2-7-17-15,3 5-25 0,-3-5-26 0,0 0-27 16,0 0-41-16,2 9-35 0,-2-9-151 16,0 0-352-16,0 0 156 0</inkml:trace>
  <inkml:trace contextRef="#ctx0" brushRef="#br0" timeOffset="52395.34">9076 5028 90 0,'0'-13'204'0,"0"13"-11"0,-1-10-2 0,1 10-18 16,-8-14-18-16,4 8-12 0,0-2-4 0,-1 2-8 15,0-1-9-15,0 2-11 0,-3-1-11 0,3 3-9 16,5 3-13-16,-10-8-6 0,3 6-11 0,7 2-7 15,-19 1-6-15,9 3-5 0,-1 2-7 16,-6 2-1-16,3 4-5 0,0 2 0 0,0 3-7 16,2-2 4-16,2 2-2 0,0 0-7 0,4 1-4 0,-1-1-2 15,5 0 2-15,0-1-4 0,2 1 0 0,2-6-10 16,0 2-1-16,3-1 8 0,2-2-13 0,0-1-5 16,0 1-7-16,0-3-1 0,1-1-4 15,1-2 0-15,1-1-4 0,-2-1 3 0,2 0 0 16,-2-3 7-16,-1 2 0 0,2-5-1 0,0 1 3 0,0-2 1 15,-1-3 6-15,0 0 4 0,-2-2 3 0,0 2 4 16,-1-3 2-16,1 0 4 0,-2-1 0 16,-1 1 9-16,1-2 3 0,-3 1 5 0,2 2-3 15,-2-1 11-15,0 1-3 0,1-1-1 0,-2 5 5 16,0 6-6-16,0 0-6 0,1-13 1 0,-1 13-13 16,0 0-1-16,1-7-7 0,-1 7-3 0,0 0 1 0,0 0-1 15,0 0 3-15,8 24 2 0,-4-14-5 0,-2 4 2 16,5 3 1-16,-3-2 2 0,1 2 3 0,1 1-15 15,3-1-17-15,-1 1-32 0,-2-1-33 16,2-1-26-16,0-2-38 0,0 1-24 0,-1-2-152 16,-3-4-355-16,2-1 157 0</inkml:trace>
  <inkml:trace contextRef="#ctx0" brushRef="#br0" timeOffset="52738.71">9234 5124 135 0,'0'0'131'0,"0"0"-9"0,9 21 4 0,-7-15-10 15,2 4 6-15,-3 1-6 0,0-1-10 16,2 0-8-16,0-1-9 0,-1-2-8 0,-1 0-6 0,-1-7-6 16,0 13-2-16,0-13-4 0,2 7-3 15,-2-7 10-15,0 0 4 0,0 6 10 0,0-6 7 16,0 0 3-16,0 0-11 0,0 0-4 0,0 0-6 0,0 0-5 15,0 0-6-15,8-21-10 0,-4 11-5 16,1-1-6-16,0-1-4 0,3 2 5 0,1-4-17 16,0 0 0-16,2-1-6 0,-1 1 0 0,1 5-4 15,3-4-3-15,-3 1-2 0,-2 5-9 0,1 1 0 16,2 2 2-16,-3 0-5 0,2 4-2 0,0 1-2 0,-2 3 3 16,2 1-7-16,-2 3 6 0,0-2 2 15,4 7-6-15,-4-4-17 0,-2 7-24 0,1-2-21 16,-3 1-35-16,-2-5-51 0,1 7-40 0,-2-1-149 15,1-2-372-15,-1-4 166 0</inkml:trace>
  <inkml:trace contextRef="#ctx0" brushRef="#br0" timeOffset="53181.15">9839 5048 24 0,'-6'-11'222'0,"-1"2"-12"15,-1-1-17-15,-2 3-12 0,1 0-9 0,-1 2-14 16,-3 1-10-16,3 4-18 0,1 0-15 0,-7 5-8 16,0 4-10-16,0 0-7 0,0 2-9 0,0 2-8 15,4 1-5-15,-1 2-9 0,3-2-5 0,4 2-10 16,-1-1 0-16,3-4-7 0,2 0-1 0,2 1-3 16,5 0-5-16,-1-2-3 0,1-1-2 0,4-2-2 15,-1 1-5-15,3-1-5 0,-1-2-2 0,2-3-12 16,1 1-2-16,-1-2-6 0,1-2-1 0,-1 1 3 15,-1-4 5-15,-1 2 1 0,-2-5 1 0,0 1-3 16,-1-4 7-16,1-1 1 0,-4 0-3 0,0-6 9 16,-2 0 3-16,0 1 4 0,-2-5-1 0,-2 3 13 15,1-8-8-15,0 1 7 0,-2-2 7 0,1 8-1 16,-2-6-1-16,2 6 10 0,0 2-6 0,2 2 9 16,-3 3 5-16,2 3 4 0,0 2-3 0,1 7-11 15,0-10-8-15,0 10-11 0,0 0-1 0,0 0-9 16,0 0-3-16,0 0 4 0,0 0-3 0,9 22 1 15,-5-2-2-15,1 6-1 0,0 2 1 0,-3 1-1 16,5-2 3-16,-1 0-4 0,-1 1 3 0,-1 3-3 16,0-7-10-16,2 2-14 0,-1 0-20 15,-2-7-30-15,-1 0-34 0,2 0-41 0,0-2-55 0,0 1-49 16,-3 0-148-16,2-3-429 0,0 1 190 0</inkml:trace>
  <inkml:trace contextRef="#ctx0" brushRef="#br0" timeOffset="53433.13">10370 5004 2252 0,'4'-11'130'16,"0"0"-97"-16,-3 3-5 0,2 2-19 0,-3 6-4 16,3-11-6-16,-3 11-5 0,2-4-8 0,-2 4 0 15,0 0 7-15,0 0 3 0,9 16 6 0,-5-7 17 16,-2 8 2-16,1-1 3 0,1 4-1 0,0-3-1 15,0 7 3-15,-2-7-1 0,1 3 3 0,-1-2 2 16,3 0-4-16,-2 6-2 0,-3-6 1 0,4-3-3 16,-3 3-3-16,2-1-3 0,-3-5-29 0,1-1-25 15,0 2-29-15,2-1-36 0,-3-2-45 0,0-10-45 16,1 19-171-16,-4-12-394 0,3-7 175 16</inkml:trace>
  <inkml:trace contextRef="#ctx0" brushRef="#br0" timeOffset="53785.17">10538 4814 132 0,'6'-8'171'0,"1"2"-15"0,-4 1-11 0,1-1-12 0,-4 6-23 16,7-3-6-16,-7 3-24 0,9-1-1 0,-9 1 5 15,12 8-9-15,-8-3-6 0,3 2-7 0,-1 2-2 16,2 1-10-16,-3 0 0 0,-1 2-3 15,-3 1 1-15,0 3 3 0,1 0-3 0,-5-1-1 0,-1 0-4 16,-2 1-2-16,1-6-3 0,-4 4-2 0,4-2-5 16,-3-3-2-16,-1 1-2 0,4-3-5 0,-2-1-3 15,2 0 1-15,1-3 2 0,4-3-3 0,-5 7-1 16,5-7-3-16,-5 8 0 0,5-8-5 16,0 0 3-16,-3 5-3 0,3-5-3 0,0 0-2 15,0 0-4-15,0 0-1 0,0 0 1 0,5 13 2 0,-5-13-3 16,8 8 0-16,-2-4 2 0,0 1-4 0,1 1 4 15,3 1-1-15,0 0 2 0,-1 2-11 0,2-1-9 16,2 1-20-16,4 0-11 0,-5 1-28 0,5-2-34 16,-2-2-38-16,2 0-31 0,-4-2-93 15,0 2-294-15,6-5 130 0</inkml:trace>
  <inkml:trace contextRef="#ctx0" brushRef="#br0" timeOffset="54177.12">11059 5055 168 0,'0'-7'213'0,"0"7"-14"0,-3-12-10 0,3 12-3 16,-8-9-9-16,3 5-5 0,-4 0-20 16,0 3-15-16,0 0-11 0,9 1-11 0,-23 4-9 0,6 6-5 15,3-1-14-15,-1 1-9 0,5-3-7 0,-1 6-6 16,0-1-8-16,6-2 2 0,-3 0-14 0,4-1-6 16,2 3-5-16,0-4 0 0,2 3-3 15,3-3-3-15,1 2-2 0,2-4-6 0,3 2-9 16,0 0-8-16,3-4-7 0,0-1-1 0,2 1-6 15,4-1-1-15,-5 0-2 0,5-5-5 0,-1 4 3 0,-3-4 6 16,-4 2 1-16,-1-1 3 0,-9 1 1 0,11-3 5 16,-6 1-4-16,-5 2 8 0,8-2-1 15,-8 2 7-15,0 0 2 0,0 0 8 0,0 0-8 16,0 0-1-16,0 0-3 0,0 0-1 0,0 0 0 16,0 0 2-16,-32 6-1 0,22 1-6 0,-4 1 2 0,2 0 0 15,1-3 6-15,-3 5-6 0,1 3 6 0,0-2-2 16,3 3 5-16,-1-2 2 0,4 0 2 0,2-3-3 15,0 1-6-15,1-3-3 0,2 4 2 16,2-11-3-16,-2 15 0 0,2-15 2 0,11 16 2 16,-6-9-9-16,3-3-20 0,4 1-24 0,7-1-33 15,3-1-40-15,7-5-52 0,-2 1-41 0,3-1-160 0,-2-1-402 16,4-2 179-16</inkml:trace>
  <inkml:trace contextRef="#ctx0" brushRef="#br0" timeOffset="54367.99">11652 5055 100 0,'8'-5'260'0,"-8"5"-13"0,0 0-11 0,1-8-14 16,-1 8-6-16,0 0-30 0,0 0-15 16,5-6-19-16,-5 6-15 0,0 0-16 0,9-5-15 15,0 3-20-15,1 1-38 0,-2 0-29 0,4-2-34 16,2 2-50-16,-14 1-45 0,25 0-27 0,-13 1-50 0,-1 2-113 15,-3-1-323-15,-8-2 144 0</inkml:trace>
  <inkml:trace contextRef="#ctx0" brushRef="#br0" timeOffset="54511.25">11732 5120 84 0,'0'0'181'0,"0"0"-7"0,0 0-4 0,0 0-7 0,0 0-15 15,-3 7-13-15,3-7-4 0,0 0-17 16,0 0-4-16,0 0-21 0,0 0-7 0,0 0-21 15,18 4-28-15,-18-4-45 0,18-3-59 0,-9 3-74 16,-9 0-97-16,25-5-261 0,-11 1 116 0</inkml:trace>
  <inkml:trace contextRef="#ctx0" brushRef="#br0" timeOffset="55659.3">12580 4746 232 0,'0'0'235'0,"0"0"-14"0,-4-8-16 16,4 8-14-16,0 0-19 0,0 0-9 15,-3-5-24-15,3 5-8 0,0 0-21 0,0 0-12 0,-12 1-2 16,12-1-21-16,0 0-5 0,-12 11-8 0,9-6-9 16,-1-2-7-16,0 4-5 0,1 0-3 15,3 1-3-15,3 3-4 0,1 1-3 0,0-2-4 16,2 2 2-16,5 2-3 0,2-2-3 0,3 2 2 0,-1 0-2 16,3-3-1-16,5 5-21 0,-5-4 2 0,5 2 0 15,1-2 2-15,-6-2-4 0,0-2 10 0,-3 1-9 16,-1-1 2-16,-3-1-2 0,1 0-2 0,-5 0-1 15,1 0 7-15,-3-3-5 0,2 4 4 0,-7-3 2 16,2 1-1-16,-2-6-2 0,-7 15-2 16,-2-8-3-16,-4 3 1 0,-1-3-6 0,-3-1 1 0,-2-1 2 15,4-1 3-15,-3-1 0 0,-1-1-1 0,6-2-1 16,2-2 0-16,-2 2 8 0,3-4-1 0,-1 3-1 16,4-3 7-16,3 1 4 0,4 3-4 15,-11-9-14-15,9 3-10 0,2-3 2 0,0-3-7 16,4 2-4-16,-1-2 6 0,3-4 0 0,3 2 1 0,0-2 1 15,2 0-8-15,2-7 8 0,4 2-1 0,-5 4 1 16,0 2 1-16,4-6 2 0,0 2 1 0,-6 4 4 16,-1 1 2-16,1-2 9 0,-1 1 0 0,-1 1 0 15,-2 0 6-15,0-1-4 0,-3 3 5 16,1 3 16-16,-2 0 6 0,0 0-2 0,-2 2-2 16,-2-3-6-16,2 10-4 0,-6-16-1 0,5 10 0 0,-5-1-7 15,-2 1 2-15,0 1-6 0,3 3 0 0,-3 0-1 16,8 2-1-16,-23 2-2 0,9 3 1 15,1 4-5-15,2 0-11 0,-3-1-11 0,1 4-5 16,3-3-19-16,4 6-22 0,-1-1-10 0,5 3-11 16,0-2-39-16,4 0-26 0,0-2-31 0,1 2-102 0,7-1-313 15,-2-4 139-15</inkml:trace>
  <inkml:trace contextRef="#ctx0" brushRef="#br0" timeOffset="55912.12">13090 4655 165 0,'1'-6'261'0,"1"-2"-6"15,-2 8-21-15,2-8-20 0,-2 8-23 16,2-8-24-16,-2 8-16 0,0 0-25 0,0 0-10 16,0 0-19-16,0 0-5 0,8 21 2 0,-4-6 1 15,-2 5-8-15,2-1-4 0,-2 8-5 0,3-3-10 16,-1 6-2-16,0-4-3 0,2-1-6 0,-2 2-2 0,1-3-4 15,-1 2-6-15,-2-7-6 0,5-1 9 0,-5 2-24 16,5-4-21-16,-5 0-30 0,1 0-32 16,-1-5-42-16,0 2-58 0,0-1-48 0,2-3-205 15,-4-1-447-15,0-2 198 0</inkml:trace>
  <inkml:trace contextRef="#ctx0" brushRef="#br0" timeOffset="56259.17">13365 4810 104 0,'0'0'221'0,"0"0"-23"0,0-8-15 15,0 8-15-15,0 0-12 0,0 0-7 0,0 0-2 16,0 0-11-16,0 0-8 0,-7 30-13 0,7-19-12 16,-2-1-9-16,4 1-11 0,-2 0-7 0,0-1-9 15,2 4-6-15,3-4-6 0,-1 1-5 0,2 0-2 16,-1-3-5-16,5 0-4 0,0-2 0 0,1 0-4 15,1-2-3-15,5 1 2 0,-3-2-2 0,4-1 0 16,-4-4-1-16,-1 2 0 0,1-1 7 0,-5-1 5 16,5-2 1-16,-6 0 0 0,1-2 3 0,-2-3 0 15,2 1-4-15,-4-5-4 0,-1 3-5 0,-2-2-3 16,0-5-3-16,-2 2-1 0,-4 4-4 0,0-5-3 16,-1 4-3-16,0 1-6 0,-4-2-4 0,3 4 3 15,-1 0-3-15,1 2-3 0,-4 0-18 0,3 4-8 16,-3 1-14-16,-4 1-12 0,5 2-16 0,-2 1-27 15,1 1-31-15,2 5-48 0,-1-2-30 0,1 5-41 16,2-1-134-16,-1 1-406 0,7-1 181 0</inkml:trace>
  <inkml:trace contextRef="#ctx0" brushRef="#br0" timeOffset="57296.89">13877 4938 53 0,'0'0'141'0,"0"0"-5"0,0 0-27 16,0 0-4-16,0 0-5 0,0 0-12 0,0 0-8 15,0 0-6-15,0 0-7 0,0 0-12 0,0 0 5 16,0 0-16-16,0 0 15 0,0 0-14 0,0 0 5 16,0 0 0-16,0 0-3 0,0 0 2 0,0 0-7 15,0 0 3-15,31 2-5 0,-24-4-13 0,2-1 5 16,2 2-6-16,0-1 5 0,-2 1-2 0,0-2-2 15,2-1-4-15,-4 3 8 0,-1-2 0 0,-1-1 6 16,-5 4-7-16,12-7 2 0,-6 2 5 0,-1 0 0 16,-1-1-4-16,0-2 0 0,-1 2 1 0,2-4-3 15,-3 1-2-15,2-2-2 0,-4-1-1 0,0 2 4 16,0-3 1-16,0-3-6 0,-2 3 5 0,0 1 3 16,0-5-6-16,-3-1 1 0,0 3-1 0,3-1-6 15,-2 1-1-15,2-1 3 0,2 4 3 0,0 1-6 16,-1 1-2-16,1 4-6 0,0 6 5 0,0-13-5 15,0 13-4-15,1-8-2 0,-1 8-4 0,6-8-5 16,1 5 1-16,4 0-4 0,1 3-3 0,2 2 1 16,-2-1 2-16,5 4-2 0,0 1-1 0,-3 3-1 15,1 1 3-15,-4 1 2 0,1 0-3 0,-3 0-2 16,0 2 3-16,-2-1 0 0,-1 0 1 0,-3 0 2 16,1 4-2-16,-2-1 1 0,0 1 1 0,-4-5-2 15,0 2 3-15,0-1 0 0,2-1 1 0,-3 2-2 16,2-1 2-16,0-1-2 0,-1-1 5 0,0-1-2 15,4 3-5-15,-2-5 6 0,2 1 2 0,0 0-5 16,5-1 4-16,0 0-6 0,2 2-5 0,5 0-11 16,4-3-14-16,-1 0-22 0,14-2-33 0,-3-3-30 15,5 0-14-15,-1-1-25 0,-1-1-143 0,-1 0-326 16,0-1 145-16</inkml:trace>
  <inkml:trace contextRef="#ctx0" brushRef="#br0" timeOffset="59418.17">14822 5078 63 0,'8'-1'177'0,"-8"1"-10"0,0 0-20 0,0 0-16 16,0 0-14-16,0 0-12 0,0 0-27 0,0 0-27 16,11 1-34-16,-11-1-31 0,0 0-20 0,0 0-22 15,1 8-103-15,-1-8-171 0,1 6 77 0</inkml:trace>
  <inkml:trace contextRef="#ctx0" brushRef="#br0" timeOffset="59830.16">15577 4714 1752 0,'4'-9'62'16,"-3"-1"-25"-16,0-3 36 0,0 4 5 0,1-1-13 15,-2 4-5-15,0 6-11 0,-3-15-11 0,1 10-6 16,-1-2 9-16,3 7 3 0,-6-10 1 0,3 5 1 16,3 5 7-16,-9-6 4 0,9 6-10 0,-6-7-14 15,6 7-4-15,-9 0-4 0,9 0-2 0,-17 8-1 16,2 3-14-16,-6 5-5 0,-1 3 11 0,0 1-11 16,1 0 3-16,2 5-1 0,1-4 1 0,4 2-3 15,1 0 0-15,5-5 1 0,-1 0 0 0,1 0-4 16,3-1 3-16,2-1 0 0,1 1-2 0,0 1 1 15,4-3 1-15,-2-1 0 0,5-2-2 0,1 3-5 16,3-4 7-16,2 3-4 0,2-5-6 0,3 1-2 16,-2-3-9-16,4 1-2 0,1-2-6 0,0-1-2 15,1 0-5-15,0 0-12 0,0-3-20 0,-2 0-5 16,2-1-15-16,-1-1-7 0,-2 2-13 0,1-4-23 16,-6 1-22-16,2 1-18 0,-3-2-122 0,-1 1-313 15,2-3 139-15</inkml:trace>
  <inkml:trace contextRef="#ctx0" brushRef="#br0" timeOffset="60781.11">16036 4760 16 0,'-8'-3'178'15,"-1"-1"-15"-15,1 2-8 0,1 1-12 0,7 1-9 0,-18 3-11 16,6 1-11-16,0 4-8 0,-4 0-4 0,-2 4-10 16,-1 5-7-16,5-1-7 0,-3 3-10 0,6-3-2 15,-1 1-13-15,5-2-2 0,-2 2 0 16,4-1-7-16,1-3-4 0,1-2-4 0,3 3-1 16,2-4-4-16,0 1-7 0,1 0 1 0,2-3-10 0,2 0-13 15,-2-3 9-15,4 1-2 0,1-2-2 0,0-2-7 16,1-2 4-16,1-2 0 0,-1 1 3 0,2-2-4 15,0-1 0-15,-2-2 4 0,-2-1 0 0,3-2 2 16,3-3-3-16,-5-1 4 0,3-1 2 16,-3-2-1-16,2 0 1 0,-2 0 4 0,-2-1-3 0,-1 4 11 15,2-3 5-15,-4 6 17 0,-2 2 9 0,0 2-2 16,-2 1 1-16,3-2-3 0,-4 7-9 0,1-9-6 16,-1 9-6-16,0 0-10 0,5-5-2 15,-5 5-2-15,0 0 1 0,0 0-5 0,0 21 4 16,0-9-1-16,0 6-4 0,0 0 1 0,-1 3 0 0,2-2-5 15,4 0 6-15,-4-1-4 0,1 1-10 0,1-1-20 16,0-2-17-16,1 2-25 0,0-3-38 0,0-3-39 16,1 1-38-16,2-3-171 0,-2 0-378 0,2-2 167 15</inkml:trace>
  <inkml:trace contextRef="#ctx0" brushRef="#br0" timeOffset="61011.64">16373 4655 94 0,'-1'-10'203'0,"1"10"-23"0,-2-7-25 0,2 7-19 16,0 0-16-16,0 0 0 0,0 0-6 16,3 31 2-16,-4-5 2 0,1 0-6 0,0 3-11 15,2 0-6-15,-1 3-8 0,1 1-8 0,-1 0-9 16,2-4-2-16,1 2-6 0,-1-2-7 0,3 0-5 15,-3-3-24-15,2-2-31 0,0 0-34 0,-1-5-52 0,3-2-44 16,-2-2-181-16,-3-3-341 0,5 0 151 0</inkml:trace>
  <inkml:trace contextRef="#ctx0" brushRef="#br0" timeOffset="61617.14">16733 4861 173 0,'0'0'226'0,"-3"-10"-23"16,3 10-16-16,-11-2-9 0,11 2-16 15,-16 6-14-15,7 0-12 0,0 3-8 0,2 1-11 16,-3 3-8-16,1 2-15 0,3-2-11 0,1 4-6 16,0-3-8-16,3 0-5 0,2-1-9 0,3 0-12 15,2-1-17-15,0-1-21 0,0-1-23 0,3 1-15 16,0-2-22-16,2-1-22 0,-1-1-22 0,2-1-16 15,1-2-12-15,-1-2 3 0,2 0-5 0,0-2 9 16,0-1 6-16,-1-2 10 0,1 0 14 0,0-3 10 16,-3 1 14-16,1-3 22 0,-1 1 24 0,-1-3 19 15,-3 0 15-15,0 0 19 0,2-5 13 0,-3 1 9 16,-2 2 14-16,1 2 15 0,-2 1 15 0,-2-1 5 16,1 0 3-16,-2 2 0 0,1 8-8 0,3-9-9 15,-3 9-11-15,1-6-15 0,-1 6-7 0,0 0-8 16,0 0-9-16,0 0-6 0,0 0-1 0,0 0-2 15,0 0-2-15,-6 33-3 0,4-22-4 0,2 1-5 0,2-1 0 16,-1 1 3-16,3 0-4 0,0-1 3 16,1 0-3-16,2-1 1 0,1 0-2 0,0-1-2 15,-1-3 1-15,3 2-1 0,1-5-4 0,-1 0 2 16,4 0-2-16,-2-4 6 0,1 1-4 0,-2-2 1 16,3-2-2-16,-3-1 3 0,1 0-1 0,-1-1-3 0,1-2 7 15,-3-1-9-15,2 0 4 0,-3-1 10 16,2-5-4-16,-3 1 1 0,0-2 1 0,0 0 2 15,-2 0-2-15,-3 4 9 0,0 1 0 0,0 1 14 16,0 3 2-16,-2 7 1 0,1-12-7 0,-1 12-6 16,1-6-8-16,-1 6-8 0,1-7-4 0,-1 7-3 15,0 0-1-15,0 0-2 0,0 0-4 0,-5 24 1 16,4-12 1-16,0 3 1 0,-2 2-2 0,2 0 4 16,1 0 0-16,-3 2-12 0,3-3-23 0,3 0-15 15,-2 0-13-15,2-4-22 0,1-1-26 0,2-2-33 16,0 2-27-16,2-3-27 0,2-1-28 0,1 0-117 15,0-5-363-15,0-1 160 0</inkml:trace>
  <inkml:trace contextRef="#ctx0" brushRef="#br0" timeOffset="61829.87">17398 4724 163 0,'-1'-10'235'16,"-2"1"-4"-16,3 2-14 0,0 7-24 0,-1-11-17 15,1 11-21-15,0 0-22 0,-2-8-20 0,2 8-10 16,0 0-9-16,0 0-11 0,-1 36-6 0,0-17-5 16,1 10-6-16,-1-3-3 0,-3 4-10 0,4-3-5 15,-1 2-1-15,2-2 1 0,-1 1-8 0,2-1-10 16,-2-2-30-16,3-5-17 0,-2-1-35 0,0 0-51 16,3 0-43-16,-2-3-62 0,-4 1-111 0,5-4-347 15,-2 0 154-15</inkml:trace>
  <inkml:trace contextRef="#ctx0" brushRef="#br0" timeOffset="62100.59">17495 5123 115 0,'0'0'144'16,"0"0"-12"-16,0 0-11 0,26-10-14 0,-19 7-11 15,0 1-7-15,0 0-6 0,-7 2-7 0,11-3-15 16,-11 3-4-16,9-2-10 0,-9 2-1 0,0 0-12 16,7-2-1-16,-7 2-13 0,0 0-31 0,8-1-15 15,-8 1-26-15,0 0-25 0,0 0-23 0,0 0-67 16,0 0-178-16,0 0 78 0</inkml:trace>
  <inkml:trace contextRef="#ctx0" brushRef="#br0" timeOffset="63516.16">17762 4902 164 0,'-4'-5'190'0,"-1"0"-7"15,-1 1-13-15,1-1-13 0,-2 1-13 0,7 4-12 16,-15-4-16-16,9 3-8 0,6 1-6 0,-15 4-15 0,3 1-5 16,3 3-10-16,-4 3-8 0,-1 1-7 0,4 1-3 15,1 0-8-15,0 1 2 0,3-2-10 16,2-1 0-16,0 1-3 0,2 1-9 0,2-3 0 16,2 1 0-16,2-1-6 0,-2-1-3 0,3-1-1 15,2-2 3-15,2 2-12 0,-3-5 1 0,3 2-2 0,0-2-3 16,1-3 5-16,-2 0-1 0,2-2-3 0,1-1-1 15,0 0 4-15,-1 0 3 0,1-4 0 0,-3 0 4 16,0-1-4-16,2 0 3 0,-2-2 5 16,-3 0 4-16,0-2-8 0,1-2 9 0,-1 3 6 15,-1 0 9-15,1 2 15 0,-2 3 3 0,-3 6 2 0,3-10-6 16,-1 6-6-16,-2 4-7 0,4-6-10 0,-4 6-6 16,0 0-10-16,0 0-1 0,0 0-5 0,0 0 4 15,0 0-6-15,3 18 4 0,-2-8 5 16,3 1-13-16,-4 2-20 0,0 3-11 0,3-4-5 15,-1 1-17-15,1 1-17 0,3 3-23 0,-3-5-35 0,4-1-28 16,-2 0-37-16,4 1-166 0,-5-3-389 0,5-2 172 16</inkml:trace>
  <inkml:trace contextRef="#ctx0" brushRef="#br0" timeOffset="63743.27">18054 4705 180 0,'0'-7'219'0,"0"7"-26"16,0-9-21-16,0 9-22 0,-2-8-17 0,2 8-19 15,0 0-13-15,0 0-12 0,0 0-7 0,4 28-3 0,-2-3 0 16,0-6-6-16,3 7-6 0,-1 2-12 16,0-1-1-16,0 2-2 0,-1-3-6 0,1 1-2 0,1-1-2 15,2 0-6-15,-2-9-14 0,1 8-29 16,-1-7-25-16,2-1-39 0,-1-3-47 0,-2-3-52 15,0 2-111-15,0-4-305 0,-2 0 136 0</inkml:trace>
  <inkml:trace contextRef="#ctx0" brushRef="#br0" timeOffset="63904.4">18006 4866 19 0,'0'0'149'0,"3"-5"-11"0,-3 5-21 0,9-2-28 16,-9 2-7-16,19 0-28 0,-6 1-27 0,5 2-37 16,-2 0-39-16,2 4-54 0,-1 0-111 0,1 2 48 15</inkml:trace>
  <inkml:trace contextRef="#ctx0" brushRef="#br0" timeOffset="64177.2">18232 5103 114 0,'0'0'164'16,"13"-5"-7"-16,-5 0-1 0,0 0-8 0,1 0-6 16,1-3-26-16,0 0 0 0,2 4-10 0,-2-6-16 15,3 0-5-15,-3 1-9 0,2-2-3 0,-1-1-4 0,3-1-9 16,-5 0-6-16,0-1-5 0,-2 0-17 16,1 0 7-16,-3 4-2 0,-2-2-2 0,-1 2 6 15,-2 0 7-15,0 1 2 0,0 9-7 0,-2-14-5 16,-2 9-6-16,4 5-3 0,-9-9-1 0,4 8-3 15,5 1-5-15,0 0-4 0,-21 9-1 0,7 1-1 16,1 3 0-16,1 1-4 0,-1 1-3 0,5 1-14 16,-1 0-12-16,6 1-7 0,0-2-22 0,6 3-18 15,0-3-36-15,7 0-36 0,0-3-35 0,4 1-123 16,3-4-318-16,4 0 140 0</inkml:trace>
  <inkml:trace contextRef="#ctx0" brushRef="#br0" timeOffset="64427.17">19059 4791 72 0,'2'-8'280'0,"-1"2"-7"0,0-1-20 0,-1 7-28 16,1-9-28-16,-1 9-25 0,3-5-22 0,-3 5-15 15,0 0-15-15,0 0-1 0,0 25 3 0,1-6-18 16,-1 6-4-16,2 0-7 0,-2 3-10 0,1-1-5 15,0 2-9-15,1-2-6 0,0 1-5 0,2-3 1 16,-2-5-15-16,2 6-1 0,-1-2-16 0,1-5-20 16,-1-2-30-16,1 0-20 0,0-1-32 0,-1-1-38 15,-1-3-26-15,1-3-41 0,-3 1-50 0,0-3-128 16,0-7-386-16,0 0 171 0</inkml:trace>
  <inkml:trace contextRef="#ctx0" brushRef="#br0" timeOffset="64991.63">19245 4869 68 0,'13'-10'128'16,"0"-2"12"-16,-4 6 22 0,0-1 18 0,-2 3-8 16,-2-2-6-16,0-3-21 0,-1 1-8 0,0 2-8 15,0-4-2-15,-2 2-15 0,1 2 1 0,-3 6-8 16,3-11-1-16,0 6-4 0,-3 5-9 0,0 0-12 15,1-8-8-15,-1 8-14 0,0 0-10 0,0 0-5 16,0 0-2-16,0 0-5 0,0 0-2 0,-2 38-5 16,-5-14-3-16,2 3 5 0,-2 0-9 0,0 0-3 15,2-2 2-15,-3 1-5 0,3 0-1 0,0-3-2 16,1-4 0-16,2 0 0 0,0-2-1 0,0 1 0 16,1-6 4-16,-2-2-10 0,1 1-7 0,0-2-11 15,2-2-8-15,0-7 0 0,0 11-1 0,0-11-2 16,-1 9 6-16,1-9 0 0,0 0 5 0,3 7 5 15,-3-7-5-15,0 0 2 0,15-4 1 0,-5-1 0 16,7-2 0-16,-1-1 5 0,2 1-1 0,9-2 3 16,-9 3 4-16,1 0-10 0,0 2 5 15,-1-1 3-15,0 4-7 0,-5 0 7 0,1 0-6 0,-1 1-3 16,1 1 5-16,4 1 1 0,-3-1 5 0,-2 3 0 16,6-2 1-16,-2 0 2 0,0 1-2 0,0-1 2 15,1-1 2-15,-4-2-1 0,0-1 4 0,-1-1 0 16,1 1 1-16,-1-1 2 0,-2-3 3 0,6-2 1 15,-7 0 0-15,1 1-1 0,-2-2 4 0,1 0 7 16,-3-1 3-16,-1-2-8 0,1-2 2 0,-2 0-3 16,-2 1 2-16,0 1 1 0,-3-3-6 0,2 3-2 15,-4 3 5-15,1 0 4 0,1 9 0 0,-1-13 0 16,1 13-1-16,-5-7-4 0,5 7-5 16,-16 1-3-16,4 5 2 0,-5 2-1 0,-1 6-1 15,-2-1-4-15,-1 5 0 0,6-2-5 0,3-2-25 0,0 1-25 16,3 0-42-16,1 1-62 0,7-5-66 0,-2 5-212 15,7-7-465-15,5 0 205 0</inkml:trace>
  <inkml:trace contextRef="#ctx0" brushRef="#br0" timeOffset="65516.97">21091 4750 169 0,'-11'-2'229'0,"2"0"-19"0,-3-1-16 16,-2 3-5-16,2 2-33 0,-7 0-11 0,0 2-13 15,-1 2-13-15,1 1-9 0,2 3-9 0,1 1-13 16,3 0-10-16,1 0-8 0,0 1-5 0,7 0-6 15,-1 3-9-15,4-4-5 0,3 5-9 0,2-1 1 16,2 2-9-16,5-1-12 0,4-3-6 0,4 5-1 16,-3-4-3-16,8 2-3 0,0 0 1 0,0-3-6 15,-5-1-1-15,1-2 0 0,-1 0-3 0,-1 0 2 16,-2-2-3-16,-4 0-1 0,0-2-3 0,-1 1 5 16,-6-3-4-16,1 1 5 0,-1 0 3 0,0 2 0 15,-4-7 2-15,0 11 2 0,0-11 7 0,-12 13 3 16,2-6-4-16,0-3 2 0,-8 2-9 0,0 0-6 15,0-3-6-15,-1 1-11 0,1-2-19 0,0 0-29 16,5-2-51-16,-2-1-45 0,3 1-151 0,0-3-341 16,0 1 152-16</inkml:trace>
  <inkml:trace contextRef="#ctx0" brushRef="#br0" timeOffset="65775.23">21315 4795 36 0,'3'-10'278'16,"1"4"-12"-16,-2 1-18 0,-2 5-26 0,5-8-23 15,-5 8-28-15,4-7-16 0,-4 7-23 0,0 0-17 16,0 0-9-16,0 0-8 0,13 23-4 0,-8-5-4 16,1 0-7-16,3 8-3 0,-2-2-7 0,0 3 1 15,-2-1-7-15,3 0-2 0,-3 0-4 0,2 0 2 16,-4-7-14-16,3 6-2 0,-3-1-2 0,0-5-3 15,-2 0-11-15,-1-1-23 0,0-2-33 16,1 1-23-16,-1-1-25 0,-1-6-34 0,0 1-52 0,-2-2-47 16,2 0-191-16,1-9-430 0,-4 12 191 0</inkml:trace>
  <inkml:trace contextRef="#ctx0" brushRef="#br0" timeOffset="66264.77">21269 4981 130 0,'5'-6'181'0,"2"2"-16"0,3 1-19 16,6-2-12-16,6-1-20 0,6 2-7 0,3 2-10 15,3 0-6-15,0-4-9 0,1 4-7 0,4-1-14 16,-3-1-8-16,-2 3-4 0,-1 0-3 0,-2 0-5 16,-2-3-1-16,-8 1-13 0,-3 0-2 0,-4 3 3 15,-3-1-3-15,-2 1-4 0,-2-2 1 0,-7 2 10 16,11 0 4-16,-11 0 10 0,9 0 7 0,-9 0-7 15,0 0-5-15,0 0 3 0,0 0-10 0,0 0-3 16,0 0-4-16,-17 13 3 0,6-6 0 0,-7 4-3 16,1-1-4-16,-4 6 0 0,3-3-1 0,-1 5-2 15,2-5-2-15,3 2-5 0,1-2-1 0,3 0 1 16,2-3-4-16,3 1 2 0,0-1 1 0,4-1-4 16,0 0 0-16,2 2-1 0,3-2-2 0,3-4 0 15,-2 0-6-15,4 1-14 0,0-4 0 0,3 0 0 16,-1-4-9-16,2 2 4 0,-1-2 1 0,-1 1 4 15,2-2-1-15,-3-2 4 0,-1-2 7 0,1 2-4 16,-1-4 1-16,-1 1 2 0,1-1-4 0,-2-5 1 16,-3 3 3-16,1 1 11 0,-1 0 5 0,0 0 1 15,-1 1 2-15,-2 4 5 0,-1 5-4 0,6-10 1 16,-6 10-9-16,1-5-8 0,-1 5 2 0,0 0-3 16,0 0-1-16,0 0 0 0,0 0 1 0,0 23 5 15,-1-12-2-15,0 5 2 0,0-5 0 0,1 5 1 16,0 1-4-16,0-1 1 0,3 1-18 0,0-1-14 15,1-1-24-15,-1-5-18 0,3 5-27 0,2-4-40 16,4 1-41-16,-4-3-106 0,5-4-310 0,-3-1 138 16</inkml:trace>
  <inkml:trace contextRef="#ctx0" brushRef="#br0" timeOffset="66675.28">22065 4850 47 0,'3'-9'231'0,"-2"2"-13"0,-1 0-22 0,0 7-24 0,0-9-24 16,0 9-18-16,0 0-14 0,0 0-17 0,0 0-6 15,0 0-6-15,3 35-8 0,-1-18-12 0,-1 10-10 16,1-3 1-16,0 2-5 0,0 1-4 16,-1-3 5-16,1-5-8 0,1-2-2 0,-2 0-2 15,2 1-2-15,-2-5-7 0,2-4-2 0,-2-1-3 0,1-2 1 16,0 0-2-16,0 0-1 0,-2-6 1 0,1 10 5 15,-1-10 10-15,0 0 10 0,0 7 8 0,0-7 7 16,0 0-1-16,0 0-3 0,0 0-10 0,0 0-9 16,0 0-10-16,16-13-13 0,-8 6-4 15,6-2-10-15,-3 3-3 0,7-4-4 0,2 2-14 16,0-1-2-16,0 4 0 0,7-1-2 0,-8 5-3 0,0 0 7 16,0 2-3-16,-2 3-1 0,-3-1-1 0,-2 2 3 15,-2-2-2-15,0 5 5 0,-2-2-4 0,-3 0 3 16,0 2 0-16,-2-2 5 0,-2 2-1 15,-1-8 3-15,-3 14 4 0,-3-7 5 0,-2 1 3 16,-3-1 9-16,0 0-4 0,-1-1-1 0,-4 1-2 0,3-1 0 16,-4-2-18-16,4-1-18 0,-1 0-30 0,0-1-39 15,1-2-39-15,3-2-56 0,-1 2-164 0,11 0-387 16,-15-7 171-16</inkml:trace>
  <inkml:trace contextRef="#ctx0" brushRef="#br0" timeOffset="66859.45">22543 4941 222 0,'0'0'206'0,"5"-4"-23"0,-5 4-22 0,4-4-22 15,-4 4-13-15,0 0-13 0,0 0-10 16,12 17-11-16,-10-7 17 0,2 1-5 0,-1 1-8 16,-2 5-9-16,1 0-7 0,1 0-7 0,0 0-2 0,-1 1-13 15,-1-2-20-15,1 1-36 0,0-1-34 0,2 0-35 16,-1-6-70-16,-2 1-168 0,1-3-330 0,-2-8 146 15</inkml:trace>
  <inkml:trace contextRef="#ctx0" brushRef="#br0" timeOffset="67032.63">22435 4727 85 0,'0'0'143'0,"0"0"-32"0,0 0-28 0,0 0-25 0,0 0-51 16,15 14-50-16,-9-7-31 0,7-2-81 15,2 3 36-15</inkml:trace>
  <inkml:trace contextRef="#ctx0" brushRef="#br0" timeOffset="67239.2">22785 4750 31 0,'0'0'216'0,"1"-7"-24"0,-1 7-21 0,0 0-23 16,0 0-18-16,0 0-16 0,0 0-3 0,8 20-1 15,-7-9-5-15,3 7 8 0,3 8-1 0,-3 2-7 16,0 0-7-16,-1 0-6 0,1 0-7 0,-2-1-9 16,-1-1-5-16,3 1-6 0,-2-6-9 0,1 1-4 15,-3 4-2-15,2-9-20 0,-2 1-30 0,2 2-29 16,-4-5-44-16,2-3-53 0,2 1-44 0,-4-2-153 15,0 0-349-15,2-11 155 0</inkml:trace>
  <inkml:trace contextRef="#ctx0" brushRef="#br0" timeOffset="67435.2">23012 5048 37 0,'3'-5'234'0,"-3"5"-22"16,7-5-17-16,-7 5-24 0,4-4-15 0,-4 4-21 15,0 0-14-15,0 0-4 0,0 0-3 0,5 16-12 16,-3-10-10-16,0 4-11 0,0-1-3 0,-1 4-7 16,0-1 0-16,-1-1-12 0,1 1-4 0,1-1-28 15,-1 1-29-15,0-1-28 0,2 0-38 0,-1-2-35 16,3-1-73-16,-3-2-116 0,-2-6-316 0,0 0 140 16</inkml:trace>
  <inkml:trace contextRef="#ctx0" brushRef="#br0" timeOffset="67588.7">22984 4842 5 0,'-4'-8'145'0,"4"8"-54"16,0 0-32-16,0 0-36 0,0 0-32 15,0 0-44-15,0 0-56 0,0 0 25 0</inkml:trace>
  <inkml:trace contextRef="#ctx0" brushRef="#br0" timeOffset="67813.07">23208 4782 146 0,'0'0'214'0,"0"0"-23"16,0 0-22-16,0 0-22 0,5-4-21 0,-5 4-13 15,0 0-12-15,2 15 10 0,0-3-1 0,0 3-4 16,1 4-7-16,2 5 2 0,-1 2-7 0,0 1-8 15,1-2-4-15,-2 4-1 0,1-4-7 0,0-6-1 16,-1 5-6-16,-1-3-7 0,-2-3-2 0,2 0-7 16,-1 0-4-16,0-3-3 0,-1-1-13 0,0-3-31 15,0 2-28-15,-1-4-18 0,1 1-32 0,0-10-30 16,-1 17-34-16,1-17-26 0,-2 11-168 0,2-11-363 16,0 0 161-16</inkml:trace>
  <inkml:trace contextRef="#ctx0" brushRef="#br0" timeOffset="68412.89">23228 5041 166 0,'0'0'186'0,"0"0"-23"0,2-8-14 0,-2 8-17 16,0 0-8-16,6-6-16 0,0 3-11 0,4 0-6 16,1 1-15-16,4 0-7 0,3-1-2 0,2 0-9 15,-1 2-4-15,1 0-9 0,-2-1-6 0,-5 2-6 16,0-1-1-16,-1 2-11 0,-3 1 4 0,2 0-8 15,-3 1-1-15,0 2-2 0,-1 1 3 0,-2 0-6 16,2 1 4-16,-3 2 9 0,2-1 4 0,-2 1 0 16,0 1 1-16,1 0-8 0,-3-1 1 0,2-3-4 15,-1 0 0-15,1-1-4 0,0 2 4 0,3-1-2 16,1-2 1-16,1-2 1 0,1 1-1 0,1-1-5 16,2-4 6-16,1 1-5 0,-2-2 6 0,-2 2-7 15,2-3 3-15,-2-1 2 0,-1 0 8 0,0-1 0 16,0 1 2-16,1-4 5 0,-2 2 5 0,0 2 5 15,0-2 3-15,-1-1 14 0,-4 3 3 0,1 1 11 16,3 0-11-16,-7 4-5 0,6-5-3 0,-6 5-7 16,5-6-8-16,-5 6-11 0,0 0-7 0,0 0-2 15,0 0 1-15,0 0-6 0,5 23 3 0,-5-4-1 16,-2 7-5-16,-2 3 3 0,0 2-2 0,1 0 1 16,1 5 4-16,2 14 2 0,1-1-2 0,-3-1-2 15,0-3-1-15,5 3 1 0,-3-4-2 0,2 3 11 16,1-13-8-16,0-2-4 0,0 3 4 0,0-3-1 15,2-2-4-15,-1 0-2 0,1-4 1 0,-4-5-1 16,2-2-1-16,-1-1 0 0,-2-3 1 0,2-2 0 16,-2 0 0-16,0-4 2 0,0-9 0 0,-6 12 1 15,1-6 3-15,-6-2-2 0,-7-2 0 0,-2-2-8 16,-7-4-1-16,-1-2 1 0,6-1 3 0,-2-2-6 16,-2-3 2-16,4-2-4 0,8-1 6 0,-5-3-3 15,8-5-6-15,2-1-3 0,5-4-1 0,4-3-5 16,5-4-9-16,10-8 0 0,2-3-4 0,7 2-7 15,7 0-3-15,1 3-6 0,7 0-7 0,4 3-5 16,0 5-6-16,6 1-17 0,-3 3-25 0,2 2-29 16,-2 2-31-16,5 2-25 0,-2 0-39 0,-13 8-148 15,10-5-404-15,-13 4 180 0</inkml:trace>
  <inkml:trace contextRef="#ctx0" brushRef="#br0" timeOffset="69095.28">24662 4679 120 0,'0'0'222'0,"-6"-9"-10"15,6 9-17-15,-4-7-17 0,4 7-5 0,0 0-20 16,-8-4-19-16,8 4-4 0,0 0 0 0,-7 16 3 16,1 0-7-16,-4 7-5 0,3 6-3 0,1 2-2 15,0 4-9-15,1 13-8 0,5-1-8 0,-2-11-11 16,4-1-7-16,-2 11-2 0,2-12-3 0,2-1-7 15,1 0 0-15,-1-1-7 0,1 0-6 0,3 1 0 16,-3 0 2-16,3-2-12 0,-3-2-4 0,3-4-2 16,-5 0-2-16,1-5-3 0,0-2-3 0,-1-2-8 15,1 1-8-15,0-2-2 0,-2-2-15 0,-3-1-17 16,1-2-10-16,0 1-4 0,-1-2-20 0,-1-3-17 16,2-6-21-16,-5 10-16 0,5-10-37 0,-4 3-29 15,4-3-32-15,0 0-25 0,0 0-122 0,-19-19-386 16,14 9 170-16</inkml:trace>
  <inkml:trace contextRef="#ctx0" brushRef="#br0" timeOffset="69587.77">24548 5064 166 0,'-2'-7'188'0,"2"7"-13"0,-1-7-19 16,1 7-16-16,0 0-20 0,7-12-9 0,3 8-13 15,7 1-11-15,12-1-7 0,2-2-4 0,5 2-8 16,2-1-8-16,15 0-3 0,-15 2-24 0,2 1-1 15,-2-1 0-15,-2-1-8 0,-3-2 11 0,-4 2-16 16,-7 4 10-16,-3-2-4 0,-7 0-3 0,1-2 10 16,-2 3 15-16,-3 0 9 0,-3-1 13 0,-5 2 9 15,11-3 8-15,-3 1 0 0,-8 2-11 0,5-4-6 16,-5 4 0-16,4-7-1 0,-4 7-3 0,0 0-6 16,4-5-10-16,-4 5-4 0,0 0-7 0,0 0-5 15,0 0-9-15,-22 11-5 0,11 0 1 0,-6 2-2 16,-2 5-6-16,-4 4 2 0,0-1 7 0,6 1-10 15,-2-3-4-15,6 3 1 0,2-6-2 0,4-1-2 16,1 0-3-16,3-3 1 0,2 1-5 0,2 0-5 16,2-3-9-16,1 0-7 0,1-1-3 0,6-1-1 15,-4-2-1-15,3-2-3 0,4 0-4 0,-2-3 0 16,2-1 5-16,2-1-1 0,-2-2 6 0,4-2 4 16,-5-2 1-16,-1 0 10 0,-1-1 5 0,-1 1 2 15,-2-3 1-15,1 0 2 0,0-5-2 0,0 1 8 16,-2-1 1-16,-2-1 0 0,3 2 8 0,-6 4 7 15,1-2 2-15,0 5 6 0,-1 2 1 0,0-2-1 16,-2 7-9-16,2-8-6 0,-2 8-6 0,0 0-8 16,4-5 1-16,-4 5-1 0,0 0-1 0,0 0 4 15,1 23 0-15,-2-12-1 0,1 1 2 0,1 4-1 16,-1-5-2-16,2 1-16 0,0 5-17 0,2-1-21 16,1 0-33-16,2 0-35 0,1-3-30 0,1 0-37 15,0 0-179-15,1-4-397 0,2-2 176 0</inkml:trace>
  <inkml:trace contextRef="#ctx0" brushRef="#br0" timeOffset="69817.05">25507 4966 116 0,'-9'-7'191'0,"0"1"-16"0,-1 4-13 0,-3 2-5 16,-1 3-12-16,-3 3-9 0,1 3-2 0,0 0-17 15,0 5-4-15,3 1-12 0,-1-1-8 0,5 3-7 16,-1 1-11-16,3-2-8 0,5 1-5 0,4 2-2 16,2 0-5-16,1-3-3 0,4 1-5 0,13 6-1 15,1-4-21-15,-1-5-16 0,7-1-31 0,2-4-29 16,1 4-34-16,1-7-36 0,2 0-37 0,-4-3-141 16,-4 1-321-16,4-5 142 0</inkml:trace>
  <inkml:trace contextRef="#ctx0" brushRef="#br0" timeOffset="70061.03">25866 4828 51 0,'0'-8'262'0,"0"1"-10"0,0 7-22 0,0-10-16 16,0 10-24-16,0 0-24 0,2-8-22 0,-2 8-18 15,0 0-10-15,0 0-12 0,0 0-15 0,2 23-8 16,-1-5-3-16,-1 6-1 0,4-4-6 0,-2 5-3 15,0 2-1-15,0 0-2 0,-2 2-8 0,2-3-1 16,-1 0-4-16,1 0-5 0,1-1-4 0,-1-6-1 16,-2 0-5-16,2 7-4 0,0-8-28 0,0 1-29 15,-2-2-28-15,0-1-31 0,0 1-39 0,0-3-39 16,0-4-58-16,0-10-142 0,-6 17-390 0,6-17 173 16</inkml:trace>
  <inkml:trace contextRef="#ctx0" brushRef="#br0" timeOffset="70446.25">25740 5063 92 0,'11'-6'186'0,"1"0"-17"0,5 2-14 16,4-2-20-16,6-1-13 0,3 2-10 0,1 1-15 16,-2 0-8-16,2 0-11 0,-1 1-6 0,-4 3-2 15,1-3-12-15,-5 4 1 0,-1-3-17 0,-4 1 1 16,-4 1-3-16,-5 0-12 0,-1 0 2 0,-7 0-10 15,13 1 4-15,-13-1-8 0,9 4-5 0,-7 0 9 16,-2-4 18-16,3 13 6 0,-3-3 3 0,0 2-3 16,-3-2-4-16,1 1-3 0,0 3-7 0,0-2 5 15,0 3-7-15,4-3 0 0,0 5-1 0,2-5-1 16,1-2-2-16,1 1-5 0,4-2-1 0,-1 0 5 16,1-2-7-16,3-1 5 0,-1-4-6 0,5 2-1 15,-4-2 3-15,-2 0-3 0,3-4-5 0,-4 0 10 16,2-3 4-16,-1 1 17 0,-2-2 3 0,-2-1 2 15,2-2-1-15,-2-1-1 0,-3 0-2 0,0-3-4 16,-2-3-4-16,1 1 0 0,-5-2-6 0,1-1-3 16,1 1-6-16,-6 1 1 0,-1 2-13 0,3 2-17 15,-6 4-18-15,2 0-18 0,-3 1-31 0,-1 1-22 16,1 5-29-16,0 1-34 0,-3 3-30 0,3 3-162 16,-7 1-384-16,5 3 170 0</inkml:trace>
  <inkml:trace contextRef="#ctx0" brushRef="#br0" timeOffset="70859.33">26342 5256 2 0,'14'-4'212'0,"3"-3"-15"0,-1 0-8 0,-1 1-2 16,2-3-2-16,-2 1-15 0,3-2-16 0,-4 1-8 0,-1 0 0 15,1 0-15-15,0-1-14 0,-2-2-12 0,-3 2-6 16,-1 1-7-16,1-7-14 0,-1 5-9 15,-4-3-8-15,2-1-5 0,-2 3-4 0,-4-1-6 0,0 0-2 16,0 1-7-16,-4 2 1 0,-2 0-7 16,2-1-1-16,-4 0 1 0,3 3-4 0,-3 1-3 0,2-1-1 15,-3 1-5-15,1 0-3 0,1 1-2 0,0 2 0 16,2 1-2-16,5 3-2 0,-6-6-7 0,6 6-10 16,-7-5-9-16,7 5-6 0,0 0-8 15,0 0 10-15,0 0-3 0,0 0 8 0,15-7-1 16,-3 9 0-16,6-1 3 0,2-1-2 0,1 0 6 0,-2 1-2 15,0 2 1-15,-6-1 0 0,1-1 1 0,-3 0 1 16,0 0 4-16,0 1-4 0,0 1-4 0,-4-1 3 16,2 1-2-16,-2 1 2 0,0 2 0 0,1 1 0 15,-2 3 4-15,2-2 4 0,-3 2-3 16,-1 2 4-16,2 0 2 0,-3 0-2 0,-3 5 2 16,5-2-1-16,-5 1 6 0,0 0-2 0,0 1 0 0,2-1 2 15,-2-3-4-15,0 2-14 0,0-1-36 0,-2-2-42 16,2-1-67-16,0 2-213 0,2-4-400 15,-2-9 178-15</inkml:trace>
  <inkml:trace contextRef="#ctx0" brushRef="#br0" timeOffset="71186.62">27052 5168 369 0,'0'0'360'0,"0"0"-18"0,0 0-4 0,-9 1-26 16,9-1-22-16,0 0-26 0,0 0-22 0,0 0-22 16,0 0-39-16,0 0-33 0,0 0-55 0,0 0-49 15,0 0-46-15,0 0-30 0,0 0-56 0,10 10-74 16,0-7-88-16,-1 1-196 0,9-3-481 0,-4 1 214 16</inkml:trace>
  <inkml:trace contextRef="#ctx0" brushRef="#br0" timeOffset="84071.43">12751 6918 73 0,'0'0'152'0,"2"-8"-6"0,-2 8-1 0,0 0-2 15,0 0-3-15,1-9-13 0,-1 9-10 0,0 0-11 16,0 0-7-16,0 0-9 0,0 0 0 0,0 0-3 16,0 0 0-16,-3-12-5 0,3 12-2 0,0 0-6 0,0 0-6 15,-4-4-1-15,4 4-10 0,0 0-8 16,-7-9-6-16,7 9 0 0,-9-3-9 0,9 3 2 15,-7-3-2-15,7 3 0 0,-10-3-7 0,5 1-1 16,5 2-4-16,-16 0-1 0,9 0-7 0,-3 2 0 0,10-2 2 16,-19 3-1-16,10 1-5 0,-3 0-1 0,1 0 5 15,-2 0 3-15,2 1-5 0,-4 4 1 16,3-2-3-16,3 2 1 0,0-3-3 0,-3 3-2 16,3-2-1-16,3 2-2 0,-2 3 0 0,2-2 2 0,0 0 0 15,3 1-1-15,1 0-1 0,0-1 0 0,0 0-4 16,2 0 6-16,2 0-2 0,2 3-3 0,1-3 2 15,4 3 1-15,2-2-1 0,0 1 4 16,3-1-7-16,3 0 6 0,-2-2-7 0,10 1 7 0,-6 0-4 16,1-2 0-16,5 2 0 0,-7-2 0 0,1-4 1 15,0 1 1-15,-1 2-1 0,-2-1-1 0,0-2-3 16,-2-1 2-16,-5 1-1 0,3 0-2 16,-5 1-2-16,0-2 3 0,-2-1 1 0,1 1-2 0,-6-3 0 15,7 9 4-15,-5-6-3 0,-2-3 0 0,0 0 3 16,-6 15 1-16,1-9 1 0,-6 2 4 0,-5 1-4 15,3 0 4-15,-7-2-4 0,-1-1 4 0,2 1-3 16,-2 0 3-16,-8 0-3 0,4 0 0 0,7-3-2 16,-5 1 3-16,-4 0-2 0,7-1-4 0,2-3-11 15,-2 2-9-15,3-1-7 0,3-2-15 0,1 0-19 16,1 1-24-16,3 1-44 0,9-2-31 0,-15-4-46 16,5 2-114-16,6 0-348 0,4 2 154 0</inkml:trace>
  <inkml:trace contextRef="#ctx0" brushRef="#br0" timeOffset="84441.32">13261 7078 108 0,'0'0'175'0,"-13"0"4"0,13 0-2 0,-9-3-9 16,9 3-12-16,-7-1-10 0,7 1-15 0,0 0-14 15,0 0-13-15,0 0-11 0,-12 0-11 0,12 0-8 16,0 0-11-16,0 0 0 0,0 0-10 0,0 0 2 16,0 0-7-16,0 0-5 0,27 4-6 0,-13-5-2 15,-2 2-6-15,8-2-18 0,-1 2-16 0,0-1-33 16,-6 0-41-16,8-3-35 0,-6 2-44 0,-3 2-135 0,-2-1-316 16,-10 0 140-16</inkml:trace>
  <inkml:trace contextRef="#ctx0" brushRef="#br0" timeOffset="84617.65">13172 7227 187 0,'-8'5'190'0,"8"-5"-18"16,0 0-10-16,0 0-12 0,0 0-12 0,0 0-10 0,0 0-14 15,0 0-15-15,0 0-9 0,23 0-17 0,-9 0-28 16,3-3-45-16,4 1-50 0,1 0-58 0,-4 1-124 15,3-1-251-15,-4-1 111 0</inkml:trace>
  <inkml:trace contextRef="#ctx0" brushRef="#br0" timeOffset="85685.97">13261 7110 84 0,'0'0'104'0,"0"0"-10"0,0 0 1 15,0 0-15-15,0 0 3 0,0 0-4 0,0 0-11 16,0 0-16-16,0 0 4 0,0 0-7 0,0 0-3 16,0 0 4-16,-16 0-5 0,16 0 8 0,0 0 0 15,0 0-5-15,-6-2-6 0,6 2 7 0,0 0-1 16,0 0-4-16,0 0-2 0,-7-2-4 0,7 2-4 15,0 0 1-15,0 0-4 0,0 0 2 0,-11-1-3 16,11 1 0-16,0 0-1 0,0 0 0 0,0 0-7 16,0 0 6-16,0 0-14 0,0 0 5 0,0 0-7 15,0 0-1-15,0 0 3 0,0 0 0 0,0 0-6 16,0 0-8-16,0 0 10 0,31-2 0 0,-19-1 0 16,5 3-5-16,1-1 9 0,-4-1-4 0,4 1 0 15,-5-2-5-15,-1 2-1 0,-1 1 4 0,0-2-4 16,0 0 8-16,-2 1-7 0,-2 0-1 0,-7 1 4 15,12 0-1-15,-12 0-2 0,8-3 2 0,-8 3 1 16,0 0-4-16,9-4 5 0,-9 4-5 0,0 0 6 16,6-1 0-16,-6 1-5 0,0 0-2 0,0 0-16 15,0 0-26-15,0 0-16 0,0 0-16 0,0 0-32 16,0 0-28-16,0 0-132 0,0 0-284 0,0 0 126 16</inkml:trace>
  <inkml:trace contextRef="#ctx0" brushRef="#br0" timeOffset="86227.13">13221 7280 6 0,'0'0'90'0,"0"0"-9"0,0 0 3 0,0 0 0 16,0 0-6-16,0 0-9 0,0 0-7 0,0 0 4 16,0 0-7-16,0 0 2 0,0 0-5 0,0 0 0 15,0 0-8-15,0 0 13 0,0 0 3 16,0 0-5-16,0 0 3 0,0 0-5 0,0 0 0 0,0 0 0 15,0 0-2-15,0 0-5 0,-3 6 4 0,3-6-4 16,0 0-2-16,0 0-6 0,0 0-3 0,0 0 3 16,0 0 2-16,0 0-6 0,0 0 1 15,0 0 0-15,0 0-7 0,0 0-1 0,0 0-3 0,0 0 6 16,0 0-9-16,0 0 3 0,0 0-8 0,0 0-1 16,0 0 1-16,30-4 4 0,-16 3-2 0,5-2-3 15,4 1 1-15,6-1-3 0,-2-3-2 0,2 3 1 16,-1-4-2-16,-1 4-3 0,-6 3 3 0,0-4-3 15,-1 1 1-15,0 1-1 0,-2-2 3 0,-5 2-3 16,-1 1-1-16,-1-1 1 0,0 1-2 0,-3 0-5 16,0 1 2-16,-8 0 2 0,0 0-2 0,11-2 3 15,-11 2-2-15,7-3 5 0,-7 3 2 0,0 0 1 16,9-1 1-16,-9 1 2 0,0 0-5 0,0 0-2 16,0 0-9-16,0 0-9 0,0 0-18 0,0 0-26 15,0 0-28-15,0 0-44 0,0 0-33 0,0 0-42 16,0 0-112-16,0 0-336 0,0 0 150 0</inkml:trace>
  <inkml:trace contextRef="#ctx0" brushRef="#br0" timeOffset="90367.24">14681 6805 91 0,'0'0'142'15,"0"0"-3"-15,0 0-13 0,0 0-2 0,0 0-5 16,0 0-13-16,0 0-9 0,0 0-1 0,0 0-5 15,0 0-12-15,0 0-3 0,0 0 3 0,0 0-3 16,0 0 3-16,0 0-3 0,0 0-5 0,0 0-7 16,0 0 3-16,0 0 0 0,0 0-1 0,-4-12-7 15,4 12-3-15,0 0 2 0,0 0 3 0,-1-7-2 16,1 7 3-16,0 0-5 0,0 0-4 0,0 0-6 16,0-12-4-16,0 12-1 0,0 0-3 0,-3-7-5 15,3 7-3-15,-1-10 4 0,1 10 5 0,-1-7 2 16,1 7-5-16,0 0-3 0,-2-11-2 0,2 11-4 15,-2-8 14-15,2 8-1 0,0 0 3 0,-2-10-2 16,2 10-3-16,0 0-2 0,0 0-3 0,-1-7-9 16,1 7-4-16,0 0-8 0,0 0-4 0,0 0 0 15,0 0-6-15,0 0-1 0,0 0-5 0,0 0-1 16,0 0-1-16,0 0 2 0,0 0-2 0,0 0-1 16,7 34 4-16,-1-19-2 0,-7 3 4 0,6 7 0 15,-1 4 2-15,0-5-3 0,-1 3 0 0,-1-1 1 16,2 1 3-16,1-3-3 0,0 3 5 0,-3-7-2 15,1 5 1-15,-2-7-1 0,2-1-1 0,1 2-2 16,-4 0 5-16,2-2-5 0,1 0 2 0,-3 0 0 16,1-5-1-16,0 0-2 0,1-2 5 0,-2 0-3 15,2-1 2-15,-2-2 3 0,0-7-3 0,0 10-3 16,2-4 0-16,-2-6 0 0,0 0 2 0,3 10 1 16,-3-10 0-16,0 0 0 0,0 9 2 0,0-9-9 15,0 0-6-15,0 0-13 0,0 0-14 0,0 0-18 16,0 0-30-16,0 0-31 0,0 0-51 0,0 0-69 0,0 0-187 15,0 0-459-15,0 0 203 0</inkml:trace>
  <inkml:trace contextRef="#ctx0" brushRef="#br0" timeOffset="90874.95">14977 6964 81 0,'0'0'135'0,"0"0"7"0,0 0-6 0,0 0-3 16,0 0-2-16,0 0-13 0,0 0-4 0,0 0-1 15,-24-3-7-15,24 3-8 0,0 0-5 0,0 0 0 16,0 0-4-16,-9 2-6 0,9-2-3 0,0 0-3 15,0 0-4-15,0 0-3 0,0 0-5 0,0 0-1 16,0 0-6-16,0 0-4 0,0 0-4 0,0 0-3 16,0 0-9-16,0 0 0 0,0 0-4 0,0 0-5 15,0 0-7-15,30-7 2 0,-13 5-3 0,1 1-2 16,2-3-2-16,4 2-2 0,4 2-5 0,3-1 1 16,-5-2 1-16,0-2-1 0,-7 4-4 0,0 1-9 15,-1-3-16-15,0 1-5 0,-2 1-11 0,-3 1-14 16,0 0-20-16,0-2-22 0,-1 2-28 0,-3-2-23 15,-2 2-25-15,-7 0-23 0,14-2-97 0,-14 2-309 16,0 0 136-16</inkml:trace>
  <inkml:trace contextRef="#ctx0" brushRef="#br0" timeOffset="91141.21">15124 6809 57 0,'-5'-7'254'0,"5"7"-4"0,0 0-9 0,-1-9-12 0,1 9-8 15,0 0-21-15,-4-4-18 0,4 4-19 16,0 0-20-16,0 0-20 0,0 0-18 0,0 0-15 16,0 0-9-16,0 0-8 0,0 0-10 0,9 34-2 15,-6-17-7-15,3 7-5 0,3 1-6 0,-5 1-3 0,-3-2 0 16,4 1-4-16,0 1-4 0,-2-2-2 0,-1 0-30 15,1 2-19-15,0-6-28 0,-1 4-34 0,-2 0-63 16,1-6-48-16,-1-1-205 0,0 0-428 16,-1 1 189-16</inkml:trace>
  <inkml:trace contextRef="#ctx0" brushRef="#br0" timeOffset="92699.19">15632 6765 6 0,'0'0'139'0,"0"-8"-6"16,0 8 2-16,0 0-4 0,-4-7 6 0,4 7-9 15,0 0-7-15,0 0-10 0,-3-8-9 0,3 8 2 16,0 0-3-16,0 0-1 0,0 0-5 0,-1-11-5 16,1 11 1-16,0 0-8 0,0 0-4 0,0 0-8 15,0 0-4-15,0 0-8 0,0 0-11 0,0 0 0 16,0 0-9-16,0 0-9 0,0 0-5 0,0 0-3 15,0 0-4-15,0 0-3 0,0 0-1 0,0 0-3 16,2 25-5-16,0-13 4 0,3 3-3 0,-4 3 1 16,3 1-2-16,-2 1 3 0,0 0-3 0,1 6 0 15,-1-2 0-15,2 4 4 0,-3-5-4 0,3-3 2 0,-1 5 4 16,-1-7-2-16,1-1-1 0,-2 5 2 16,1-6-6-16,0 2 4 0,-1-2 0 0,0 2 2 15,1 2 3-15,0-6 1 0,-2 3 1 0,1-6-5 0,-1 2-2 16,2-1 4-16,-2-2-8 0,4 0 4 0,-4-1 0 15,0-1-3-15,1-2-1 0,-1-6 3 0,1 13-4 16,1-7 4-16,-2-6-4 0,0 9 2 16,0-9 1-16,1 7-2 0,-1-7 1 0,0 0 1 0,0 0-6 15,0 10-11-15,0-10-10 0,0 0-14 0,0 0-14 16,0 0-18-16,0 0-28 0,0 0-39 0,0 0-40 16,0 0-179-16,0 0-380 0,0 0 168 0</inkml:trace>
  <inkml:trace contextRef="#ctx0" brushRef="#br0" timeOffset="93424.98">15671 6771 98 0,'-4'-7'146'15,"4"7"-12"-15,0 0 3 0,-1-7-2 0,1 7 1 16,0 0-7-16,-1-7-4 0,1 7-7 0,0 0-1 16,-3-9-6-16,3 9-11 0,0 0-10 0,0 0-7 15,3-13-6-15,-1 6-8 0,1 1-12 0,-3 6-8 16,8-10-4-16,-3 4-1 0,1-1-6 0,2 0-7 16,-2 3 0-16,3 0-8 0,0-3 2 0,-1 4-3 15,-2-1-7-15,-1 1-1 0,-5 3-1 0,16-3-5 16,-7 1 3-16,-2 2-4 0,-7 0-3 0,16 1 2 15,-6-1-4-15,-2 3 2 0,-2 1-1 0,4-2 0 16,-1 3-3-16,0 1 1 0,2-2 2 0,-4 3-7 16,-3-2 5-16,0 2-4 0,2-1 5 0,-1 0-4 15,-1 1-2-15,0-2 2 0,-3 1 5 0,0 0-3 16,-1-6 3-16,-1 15 1 0,-3-8 0 0,0-1 1 16,-3 4 3-16,-1-4-1 0,0 2 3 0,1-2 2 15,-3 0 0-15,1-1 1 0,2-2-6 0,1 1 1 16,-2-1-6-16,8-3 3 0,-8 3 2 0,8-3-6 15,-5 5 4-15,5-5 4 0,-6 2-6 0,6-2-1 16,0 0 2-16,0 0-6 0,-8 4-1 0,8-4-2 16,0 0 2-16,0 0-4 0,0 0 4 0,18 4 0 15,-10-1-3-15,2-1 2 0,-1 3-4 0,3 0 5 16,-1-2-2-16,-1 4-1 0,6 1 2 0,-6 0-2 16,-1 0 2-16,-1 0-1 0,2 0-1 0,-4 1 3 15,-1-1-3-15,2 0 4 0,-5 1 3 0,1-1-5 16,-2-1 4-16,0 3 3 0,-2-2 2 0,1-8 1 15,-6 14 4-15,-2-9-1 0,0 3 1 0,-2 0-1 0,0-2 2 16,-1-1-4-16,-1-2 1 0,0 0-10 16,2-1-6-16,-3 1-13 0,3 0-8 0,0-2-25 15,-2-1-38-15,5 0-44 0,7 0-45 0,-18 0-127 0,10-1-332 16,0-1 147-16</inkml:trace>
  <inkml:trace contextRef="#ctx0" brushRef="#br0" timeOffset="94443.45">14658 7554 5 0,'-10'0'150'0,"10"0"-7"0,-10-3-5 16,10 3-3-16,-9-1-14 0,9 1-3 0,-11-1-3 16,11 1-8-16,0 0-10 0,-16 0-2 0,16 0-12 15,-8 0-8-15,8 0-1 0,-9 0-2 0,9 0-1 16,-10-1-3-16,10 1 2 0,0 0-4 0,-13-1-3 16,13 1-4-16,-9 1-3 0,9-1 3 0,-10 0-2 15,10 0-6-15,0 0-2 0,-14-1 0 0,14 1-1 16,-10 1 0-16,10-1-6 0,-11-1-4 0,11 1 1 15,0 0-3-15,-11 0 1 0,11 0-1 0,0 0-4 16,-10 0 0-16,10 0-3 0,0 0 0 0,0 0-1 16,-9 2-2-16,9-2-2 0,0 0-1 0,0 0 0 15,0 0-4-15,0 0 0 0,-8-4-2 0,8 4-2 0,0 0-1 16,0 0 1-16,0 0-4 0,0 0 1 0,0 0-1 16,0 0 1-16,0 0-3 0,0 0 7 15,0 0-6-15,0 0 0 0,0 0-4 0,0 0 5 16,0 0-2-16,0 0 0 0,0 0 9 0,40 3-10 0,-7-6 2 15,21 0 1-15,7-1-5 0,36-5 0 0,-1 2-1 16,0-1 2-16,7 3-1 0,1-1 4 0,-3-2-5 16,2 1-3-16,-4-3 0 0,-6 4 4 0,-27 1-1 15,1 1-3-15,-3-2-5 0,1 1-1 0,-5 2 2 16,-1 2-1-16,0-2-2 0,-4-1 8 0,-3 1-8 16,2-2 3-16,-2 1-3 0,-15 3 4 0,-2-3-5 15,-1 2 4-15,-6 0 2 0,-6 1-1 0,-3-1-1 16,-7 0-1-16,0 2 3 0,-1-1 8 0,-5 1 5 15,-6 0 2-15,13-3 5 0,-13 3 2 0,9 0-2 16,-9 0 1-16,6-2 0 0,-6 2-1 0,0 0-5 16,0 0 6-16,9 0-10 0,-9 0-6 0,0 0-15 15,0 0-12-15,0 0-23 0,0 0-28 0,0 0-33 16,0 0-47-16,0 0-40 0,0 0-37 0,-27 2-186 16,17 0-448-16,-2-2 198 0</inkml:trace>
  <inkml:trace contextRef="#ctx0" brushRef="#br0" timeOffset="98212.68">14516 7960 10 0,'0'0'116'0,"0"0"-20"16,0 0 0-16,0 0-3 0,0 0 4 16,0 0-9-16,0 0-9 0,0 0-1 0,0 0-8 0,0 0 6 15,0 0 4-15,0 0-2 0,0 0-2 0,0 0 6 16,0 0-2-16,0 0-1 0,0 0 5 0,0 0-2 15,0 0-2-15,0-9 0 0,0 9-1 0,0 0-2 16,0 0 1-16,0 0 0 0,0 0-12 0,0 0-4 16,0 0-1-16,-2-10-3 0,2 10 0 0,0 0-5 15,-2-9-4-15,2 9 1 0,-2-7-5 0,2 7 3 16,0 0-2-16,-3-10 0 0,3 10 5 0,0 0-1 16,-1-7-1-16,1 7 6 0,0 0-11 0,0 0-3 15,0 0-1-15,0 0-8 0,-3-8 4 0,3 8-9 16,0 0-7-16,0 0-2 0,0 0-7 0,0 0-1 15,0 0-6-15,0 0-5 0,0 0 2 0,0 0 1 16,0 0-7-16,0 0 3 0,4 24-2 0,-3-7 2 16,1-1-3-16,-2 8 5 0,4 1 1 0,-1 1-2 15,0-2-1-15,-1-6 4 0,0 8 0 0,0-8 0 16,1 2-1-16,-1 0-3 0,0 0 4 0,-1-2-5 16,0 0 6-16,-1-1-1 0,2-1-2 0,0 0 3 15,1-1-3-15,-2-3 3 0,0-1-2 0,1-1 2 16,-1 1 0-16,0-4-3 0,-1 5 1 0,2-8 0 15,1 2-3-15,-3 1 3 0,0-7-3 0,0 11 5 16,0-11-1-16,0 8 0 0,0-8 3 0,3 6-1 16,-3-6-1-16,0 0 3 0,1 9 0 0,-1-9-1 15,0 0 9-15,0 0-7 0,0 0-4 0,0 0-7 16,0 0-12-16,0 0-12 0,0 0-20 0,0 0-29 16,0 0-43-16,0 0-44 0,0 0-37 0,0 0-40 15,0 0-144-15,0 0-416 0,-4-25 185 0</inkml:trace>
  <inkml:trace contextRef="#ctx0" brushRef="#br0" timeOffset="106513.28">15112 8118 166 0,'0'0'170'0,"0"0"0"0,-16-3-14 0,16 3-8 16,0 0 1-16,0 0-8 0,0 0-4 0,-15-1-12 15,15 1-4-15,0 0-16 0,0 0-11 0,-10-1-3 16,10 1 0-16,0 0-9 0,-11 0-4 0,11 0-8 16,0 0-2-16,0 0-8 0,0 0-5 0,-7-2-6 15,7 2-5-15,0 0-5 0,0 0-5 0,0 0-6 16,0 0 2-16,0 0 1 0,0 0-2 0,0 0-2 15,30 5 0-15,-12-5 4 0,2-1-5 0,9-1-4 16,-2 2 7-16,-7-2-10 0,3 0 4 0,-1 0-7 16,-1 1 1-16,-1-1 0 0,-2 1 1 0,-5-1-4 15,1 1 2-15,-3 0-5 0,-3-1 3 0,0 2-2 16,-8 0 2-16,11-2 1 0,-11 2 4 0,0 0 4 16,10 0 3-16,-10 0 3 0,0 0 10 0,10 0-11 15,-10 0 1-15,0 0-1 0,0 0-2 0,0 0-6 16,0 0-1-16,0 0-7 0,0 0-16 0,0 0-23 15,0 0-19-15,0 0-37 0,0 0-41 0,0 0-40 16,0 0-46-16,0 0-219 0,0 0-463 0,0 0 205 16</inkml:trace>
  <inkml:trace contextRef="#ctx0" brushRef="#br0" timeOffset="106900.8">15651 7874 141 0,'-1'-10'256'15,"1"10"-18"-15,0-9-13 0,0 9-24 16,0 0-15-16,-2-9-21 0,2 9-16 0,0 0-18 0,0 0-17 15,0 0-18-15,0 0-8 0,0 0-13 0,0 0-7 16,0 0-10-16,0 0-4 0,6 25-7 16,-4-10-5-16,1 5-3 0,0-1-1 0,0 6-4 15,-1 2-3-15,0-9-1 0,-2 2-2 0,0 0-6 0,0-1-2 16,1 0-5-16,-1-3 2 0,1 1 2 0,1 0-3 16,-2-4-1-16,1 2 1 0,1-5-5 0,0 5 1 15,0-4-1-15,0-1 1 0,2 0-3 16,-2 1-1-16,2-3 3 0,0-1-4 0,-1 2 1 0,0-3-12 15,0 0-18-15,-1-2-18 0,-2-4-21 0,5 10-24 16,-3-5-21-16,-2-5-25 0,5 5-12 0,-5-5-28 16,0 0-163-16,0 0-361 0,0 0 160 0</inkml:trace>
  <inkml:trace contextRef="#ctx0" brushRef="#br0" timeOffset="107350.33">15726 7827 74 0,'9'-9'159'0,"2"1"-10"0,-3-2-5 0,1 2-5 16,-1 2-9-16,1 0-13 0,0 1-14 0,0 0-14 15,0 2-9-15,-3 0-10 0,-6 3-7 0,14-3-9 16,-7 3-6-16,-7 0-3 0,12 4-9 0,-5-1 3 15,-1-1-14-15,-1 3 6 0,-1 0-4 0,0 1-7 16,1 0 4-16,-2 2-7 0,-2-2 2 0,1 6-2 16,-4-5 1-16,1 4-3 0,-2-2 1 0,-2 1 0 15,1-1-1-15,2-2 2 0,-2-1-3 0,4-6-6 16,-5 10 0-16,2-4 2 0,3-6 5 0,-4 7-13 16,4-7 0-16,-2 9-1 0,2-9-1 0,0 8-3 15,0-8 2-15,0 0 3 0,3 12 0 0,1-6-3 0,0 0 1 16,3-1 2-16,-2 0-1 0,2 0-7 15,1 2 3-15,0 0-8 0,0-3 9 0,-1 3 1 16,-2-1-2-16,0-1-5 0,0-1 2 0,-2 2 1 0,2 0 3 16,-5-6-3-16,1 10 5 0,-1-10-7 15,-2 11 0-15,-2-5 4 0,-4 1 1 0,-1-2-1 16,-2 2 2-16,-2-1 0 0,0-3-5 0,0 1 4 16,1-1-2-16,-1 1-8 0,0-1-4 0,2 0-7 0,0-1-19 15,4-1-24-15,7-1-32 0,-14-1-49 0,7 2-84 16,7-1-251-16,0 0 111 0</inkml:trace>
  <inkml:trace contextRef="#ctx0" brushRef="#br0" timeOffset="107917.08">16328 7768 41 0,'0'0'242'0,"4"-9"-20"0,-4 9-17 16,3-8-16-16,-3 8-22 0,0 0-18 0,5-7-17 15,-5 7-18-15,0 0-15 0,0 0-8 0,0 0-8 16,0 0-6-16,0 0-10 0,-10 27-5 0,4-15-3 16,0 4-6-16,-2-3 0 0,-2 0 4 0,1 4-4 15,-2-3-2-15,1 3-4 0,-1-4 1 0,3-3-3 16,-3 2-5-16,2-2 4 0,1-1-6 0,-2-1-4 15,4-1-3-15,1 0-2 0,0-2 2 0,1-2-4 16,-1 1 1-16,5-4-3 0,-5 6 0 0,5-6-4 16,-7 4 2-16,7-4-5 0,-5 3 1 0,5-3-5 15,0 0 1-15,0 0-1 0,0 0-2 0,-4 5-5 16,4-5-2-16,0 0-5 0,0 0-6 0,0 0 0 16,0 0-8-16,0 0 1 0,23 5-2 0,-13-7-4 15,10 2-4-15,-4-1-5 0,5-1 2 0,-1 2-3 16,1-1-1-16,0-3 2 0,1 4-4 0,-3-3-1 15,2 2-1-15,-3-2-4 0,2 3 2 0,-2-3-2 16,0 2 3-16,0-2 1 0,-2 0 4 0,-3 2 4 16,-5 0-1-16,0 0 7 0,-1-1-1 0,-7 2 6 0,10-3 7 15,-5 1 0-15,-5 2 3 0,8-6 8 16,-8 6 8-16,4-9-2 0,-4 9 9 0,2-8-1 16,-2 8 11-16,0 0 5 0,-7-16-2 0,3 10 3 15,-1-3-4-15,-3 3-5 0,-1-2-3 0,0 3-4 0,0-2 4 16,-1-2-4-16,-1 5-3 0,2-4 1 0,-2 4-5 15,1-1-3-15,1 0 2 0,0 0-2 16,2 2 0-16,0 0-3 0,7 3-7 0,-10-7-15 16,5 6-20-16,5 1-22 0,-10-3-31 0,10 3-40 0,0 0-42 15,-9-4-182-15,9 4-383 0,0 0 169 0</inkml:trace>
  <inkml:trace contextRef="#ctx0" brushRef="#br0" timeOffset="108525.13">16704 7675 80 0,'0'0'187'16,"5"-6"-11"-16,-5 6-17 0,6-4-18 0,-6 4-20 15,11-2-8-15,-5-1-18 0,4 0-7 0,1 0-11 16,1 2-21-16,0-2-6 0,2 4-20 0,-1 1-18 16,-2-1-19-16,2 0-15 0,-2-1-13 0,0 0-15 15,-4-1-16-15,-7 1-10 0,12 1-6 0,-12-1 0 16,8 2-1-16,-8-2 9 0,0 0 5 0,0 0 7 16,0 0 17-16,0 0 8 0,0 0 20 0,0 0 9 15,0 0 12-15,0 0 10 0,-29-1 3 0,29 1 13 0,-9-2 11 16,9 2-2-16,0 0 10 0,0 0 6 15,-13-1 1-15,13 1 0 0,0 0 0 0,-7 2-7 16,7-2-10-16,0 0-3 0,0 0-4 0,0 0-1 0,-4 10 2 16,4-2 5-16,1 2 4 0,1 3 7 15,-1 3 6-15,-1 4 1 0,1-1-3 0,-1 1-4 16,2-1-5-16,-2-1 3 0,1-1 1 0,2 3-7 16,-1-2-1-16,-1-3-4 0,-1 0-1 0,3-2-9 0,-2 2-3 15,0-3 8-15,-1 0-3 0,2-5 3 0,-2 1-8 16,0-8-3-16,-2 13-1 0,1-7-3 0,1-6-1 15,-1 8 2-15,1-8 4 0,-3 8-2 0,3-8-4 16,-7 5 0-16,1-2 0 0,6-3-1 0,-12 3 1 16,12-3-1-16,-16-2-2 0,9 2 2 0,7 0-5 15,-14-4 2-15,7 3-2 0,7 1-3 0,-13-6 2 16,8 4 0-16,5 2-1 0,-9-4 6 16,9 4-5-16,-7-3-2 0,7 3 0 0,0 0-1 0,0 0-2 15,-7-3-1-15,7 3-4 0,0 0 6 0,0 0-3 16,0 0 0-16,0 0 2 0,27-1-9 0,-14 2-2 15,5-1-15-15,-1 0-9 0,2-1-10 0,0 0-18 16,-1 0-26-16,5-3-21 0,-3 0-17 0,7-1-27 16,-7 1-135-16,0 1-309 0,-8-1 137 0</inkml:trace>
  <inkml:trace contextRef="#ctx0" brushRef="#br0" timeOffset="108753.19">17075 7854 25 0,'0'-9'200'16,"0"9"2"-16,1-9-7 0,-1 9-5 0,0 0-12 15,0 0-17-15,4-5-20 0,-4 5-12 0,0 0-19 16,0 0-14-16,0 0-12 0,0 0 0 0,0 0-1 16,0 0-1-16,2 23-4 0,-3-12-2 0,1-2-8 15,0 3 1-15,0-1-7 0,0 1-9 0,0-2-6 16,0 3 1-16,0 0-1 0,-1-2-5 0,-1 1-5 16,2 0 2-16,2-1-7 0,-2 1-1 0,0-2 0 15,1 0-3-15,-2 2-8 0,2-5-14 0,-1 1-18 16,0 2-22-16,1-5-31 0,-1-5-32 0,-1 14-23 15,1-14-23-15,0 8-32 0,0-8-20 0,0 0-128 16,-3 8-349-16,3-8 155 0</inkml:trace>
  <inkml:trace contextRef="#ctx0" brushRef="#br0" timeOffset="109149.29">17093 7832 89 0,'0'0'201'0,"2"-10"-15"0,1 6-12 0,-3 4-10 16,5-10-14-16,-1 7-13 0,-4 3-14 16,10-6-8-16,0 6-16 0,0 0-6 0,2 0-10 0,-1 3-8 15,1 0-9-15,-2-3-7 0,-1 5-5 0,1-1-5 16,-1 3-9-16,-3-1 2 0,2 0-7 0,-3 2-2 16,0-2-3-16,-3 2-3 0,-1 0 0 0,0 2-1 15,-1-3-4-15,-2 3-3 0,-2-1 1 0,0-2-4 16,-1 1 1-16,1-1-2 0,0-1-2 0,2 0-1 15,-4 0-9-15,3 1-3 0,1-2-6 0,2-5-8 16,-5 10-1-16,5-10-7 0,-1 6 0 16,1-6 0-16,0 0 3 0,6 13-2 0,-2-9 1 0,1-1 4 15,-1 1 10-15,3 0-2 0,-2 1-4 0,1-1 0 16,0 1 2-16,0 0 4 0,-1-1-2 0,-1 0-4 16,1 1 7-16,-5-5-4 0,7 8 1 0,-4-4-6 15,-3-4 6-15,5 6 4 0,-5-6 3 0,1 7 11 16,-1-7 3-16,0 0 1 0,-7 12-1 0,3-9-3 15,-3 1-8-15,7-4 7 0,-10 6-12 0,4-2-20 16,1 0-21-16,-4-2-38 0,4 1-34 0,5-3-40 16,-16 5-122-16,7-3-299 0,2 1 133 0</inkml:trace>
  <inkml:trace contextRef="#ctx0" brushRef="#br0" timeOffset="109549.57">16603 8278 56 0,'-29'0'169'0,"-2"3"0"0,3-2-6 0,9 0 0 16,3 0-10-16,5 1-12 0,-1-1-14 16,6-2-20-16,6 1-7 0,-12 2-3 0,12-2-8 15,0 0-5-15,0 0-7 0,16 12-1 0,3-9-4 0,12 0-6 16,4-3-1-16,19-2-5 0,4 1-6 0,4-2-3 16,-1-2-5-16,5 0-6 0,-4-1 0 0,-2-1-3 15,-1 1-4-15,-9-2-3 0,-12 4 3 16,-3 0 1-16,-1-1-3 0,-4 3 0 0,-11-2-3 0,1 1-2 15,-7 0-2-15,1 0 0 0,-2 0-2 0,-1 3-6 16,-4-1 1-16,-1-1-1 0,-6 2-5 0,13 0-13 16,-13 0-24-16,0 0-36 0,0 0-35 15,0 0-30-15,0 0-33 0,0 0-45 0,-37 19-129 0,9-11-360 16,-3 3 159-16</inkml:trace>
  <inkml:trace contextRef="#ctx0" brushRef="#br0" timeOffset="110089.52">16722 8546 78 0,'0'0'248'0,"-5"-5"-17"0,5 5-17 16,0 0-16-16,0 0-23 0,0 0-16 0,0 0-14 15,0 0-16-15,-14 5-6 0,7 3-7 0,-3 5-9 16,-3 3-5-16,-5 4-9 0,-1 2-5 0,0 3-11 15,0-4-4-15,-1 3-8 0,1-5-6 0,0 2 0 16,5-7-11-16,0-2-6 0,3 1 3 0,-2 0-7 16,2-3-2-16,0-1-5 0,2-2 1 0,2-1-3 15,0-1-1-15,2-1-3 0,0-1 2 0,5-3-5 16,-9 6 8-16,9-6-10 0,-5 2 0 0,5-2-3 16,0 0 0-16,0 0-3 0,0 0-1 0,0 0-5 15,0 0-1-15,0 0-4 0,29-14 0 0,-15 9-3 16,2 2 0-16,4-4-1 0,1 4-3 0,-1-1 3 0,3 2 0 15,-2 1-1-15,8-2 0 0,-7 2-2 16,-1 0-4-16,-3 2-3 0,11-2-5 0,-9 1-6 16,0 0-7-16,1 0 2 0,-2 0-2 0,0 2-7 15,-2-3 2-15,1 1-2 0,-7 0 5 0,-2 0-2 0,4-1 11 16,-5 2 4-16,-8-1-3 0,12-3 6 16,-12 3-2-16,10 0 5 0,-10 0 3 0,6-3 1 15,-6 3 2-15,5-4 12 0,-5 4 1 0,0 0 1 16,0 0 0-16,0 0-3 0,-12-22 2 0,7 16 2 0,-2 0 3 15,-1-1-2-15,-3-2 2 0,1-1-4 0,-1 1 11 16,1 1-1-16,-4-4-3 0,3 5-1 0,-4-3-1 16,1-2-2-16,-3 2 2 0,5-1-3 15,0 6 2-15,-3-6-5 0,4 5 1 0,-1 0-4 0,3 1 1 16,2 0-2-16,1 2-16 0,0 0-17 0,6 3-33 16,-9-6-33-16,9 6-45 0,-8-1-35 0,8 1-21 15,0 0-165-15,0 0-391 0,0 0 174 0</inkml:trace>
  <inkml:trace contextRef="#ctx0" brushRef="#br0" timeOffset="110709.3">16908 8495 44 0,'0'0'205'0,"0"0"-26"0,3-8-8 0,2 4-14 15,-5 4-11-15,14-6-12 0,-5 3-10 0,3 0-12 16,2 0-7-16,2-2-16 0,2 3-10 0,1 1-9 16,-2-1-24-16,-3 1-29 0,0-2-17 0,-2 3-32 15,-2 0-24-15,-2-3-9 0,-1 3-7 0,-7 0-8 16,12 0 1-16,-12 0 5 0,0 0 0 0,9 0 9 16,-9 0 11-16,0 0 6 0,0 0 13 0,0 0 15 15,0 0 7-15,0 0 11 0,0 0 10 0,0 0 7 16,0 0 13-16,0 0 8 0,-27-6 14 0,27 6 12 15,0 0-2-15,0 0 16 0,-11 1-8 0,11-1-5 0,0 0-2 16,0 0-6-16,0 0-3 0,-7 8 8 16,7-8 4-16,-3 10 5 0,3 0 4 0,-1 3 4 15,0 3-7-15,-2 0 3 0,1 3-2 0,-1 1 1 16,2 0-8-16,1-2-3 0,-1 0-4 0,-1 1 4 0,1-1-5 16,1 0-1-16,-1 0 6 0,1-1-11 0,1 2-5 15,0-3-3-15,-1-5-5 0,2 0-2 16,-1 1-6-16,-1-3 3 0,0 0-2 0,0 1-4 15,1-2-7-15,0-2 2 0,-1-6-4 0,3 13 0 0,-3-8 4 16,0-5-6-16,3 10-3 0,-3-10-4 0,1 7-8 16,-1-7-8-16,0 0-6 0,0 8 4 15,0-8-16-15,0 0-8 0,-9 3 2 0,9-3-4 0,-12-3 1 16,12 3-1-16,-16-4 0 0,7 1 8 0,1 1 4 16,-2-1 0-16,4 0 4 0,-1 1 2 0,1-2 2 15,6 4 4-15,-12-6 2 0,12 6 10 0,-7-5 2 16,1 1 7-16,6 4 3 0,0 0 0 0,-6-4 2 15,6 4-5-15,0 0 2 0,0 0 1 0,0 0-3 16,-6-4-4-16,6 4 2 0,0 0 8 0,0 0 0 16,0 0 6-16,27 6-3 0,-16-4 2 0,1-2 0 15,0 0-3-15,6-2-1 0,1 0-3 0,2 1-2 16,1 1-15-16,6-4-25 0,-7 1-31 0,0 0-36 16,1 1-40-16,6-4-35 0,-9 0-39 0,0 3-155 15,-1-1-394-15,-3-1 174 0</inkml:trace>
  <inkml:trace contextRef="#ctx0" brushRef="#br0" timeOffset="110952.92">17514 8661 220 0,'0'0'234'0,"0"0"-10"16,0 0-4-16,-12-6-6 0,12 6-5 0,-12 1-2 15,2 3-9-15,-2 0-11 0,-3 3-4 0,-3 3-6 16,-6 4-6-16,8-3-15 0,-7 5-6 0,2 1-6 0,5-4-12 15,1 2-13-15,1-1-10 0,2 0-4 0,2 0-22 16,0-1 4-16,5-3-3 0,1 0-21 16,3-2-10-16,2 2-1 0,3-2-5 0,2-1-9 15,6 0-21-15,6-3-19 0,3 0-22 0,9-2-22 0,0-1-28 16,-3-2-34-16,4 0-31 0,-9 0-43 16,6-2-35-16,-7-1-49 0,-4 0-206 0,4-1-509 15,-7-2 226-15</inkml:trace>
  <inkml:trace contextRef="#ctx0" brushRef="#br0" timeOffset="112765.21">11736 7001 1740 0,'-6'-10'25'0,"1"0"-5"0,-1-1-17 0,-2 2-6 0,4 3 0 16,0 0-6-16,1 0 3 0,3 6 2 0,-6-8 1 16,6 8-5-16,-3-8 0 0,3 8-3 0,0 0-1 15,0 0 2-15,0 0-3 0,0 0 6 0,0 0-1 16,0 0-1-16,2 38 4 0,1-12-3 0,1 7 2 15,-1 13 12-15,5 7 0 0,-3 5 14 16,8 21 2-16,-6-22 3 0,-1 0 4 0,5 30 6 0,-3-29 1 16,7 26 1-16,-1-32-4 0,-3 6-4 0,-2-1 3 15,1 1-4-15,1 0 0 0,2-3-5 0,-4-3-1 16,-1-1 4-16,1-5-2 0,-1 2-7 0,-2-18 2 16,-1 3-3-16,1-2 0 0,-2-2-1 0,2-4 1 0,-3 2 2 15,2-4-6-15,-4-3-1 0,-1-1-2 16,4-4 4-16,-4-4-2 0,0 6 1 0,0-4-6 15,0-2-13-15,-2-1-35 0,-4-2-13 0,1 3-31 16,-3-5-38-16,0-1-36 0,-3 0-146 0,-1-4-331 0,-6-3 147 16</inkml:trace>
  <inkml:trace contextRef="#ctx0" brushRef="#br0" timeOffset="113971.07">11882 6622 58 0,'-6'-5'132'0,"0"1"-8"16,2 0-8-16,4 4-11 0,-9-6-18 15,9 6-5-15,-2-4-6 0,2 4-3 0,0 0-17 0,0 0-2 16,-5-7-7-16,5 7-7 0,0 0 6 0,18-6-11 16,5 2 3-16,8-4-1 0,19-2 0 0,11 0-6 15,31-8 2-15,4 1-8 0,1 0 1 16,8-4 5-16,3-1-7 0,7 0-9 0,7-1 14 0,5 0-14 16,3-1 0-16,-4 1-9 0,6-1 4 0,4 1 1 15,0-1 1-15,4 1-3 0,5-2-2 0,3 4 1 16,3-2-7-16,0-1 7 0,4 5 4 15,2 2-12-15,0-2 3 0,-2 0 5 0,2 2-1 0,-5-2-4 16,0 9 2-16,1-5 1 0,1 4-2 0,-5-1-1 16,-3-1-6-16,2-1 9 0,-5 1-3 0,-4 4-5 15,-6 0 6-15,-6-1-5 0,-8 0 7 0,-2 4-13 16,-7 0 12-16,-2 1-3 0,-5 1 0 0,-6-1 9 16,-6 1-2-16,-27-1-10 0,27-3 5 0,-34 5 0 15,3 1-1-15,2-2-5 0,-4-1-1 0,-1 1 3 16,-6 1 4-16,-14 0-3 0,-3 2-3 0,0-1 7 15,-8 0-10-15,-5 2-3 0,-5 0 3 0,-4-2 2 16,-1 2 5-16,-4-1-1 0,-7 1-2 0,13 0 4 16,-13 0-3-16,8 1 3 0,-8-1-5 0,0 0 1 15,9 0-2-15,-9 0 5 0,0 0-7 0,0 0 0 16,7 2 2-16,-7-2 3 0,3 5 0 0,-3-5 3 16,2 12 2-16,-1-5 1 0,3 1 0 0,-3 4-7 15,3 4 8-15,-1 0-7 0,2 9 12 0,0-1-6 16,1 7 0-16,1 0-2 0,-1 0 0 0,1 1 5 15,-2 4-1-15,1 10-3 0,3 4 4 0,-4-3 1 16,-1 2 7-16,2 2-4 0,1-2 6 0,0 0 2 16,1 0 0-16,2 0-4 0,-2 1-3 0,3 0 3 15,1 1 2-15,-3 1-5 0,4 2 8 0,-2 4-4 16,2-1-1-16,1 2 6 0,1-1-5 0,-2-2-1 16,4 4 1-16,-4-3-2 0,-1-2 7 0,6 3-6 15,-5-4 1-15,1 4-1 0,-1-1 1 0,3-1-2 16,1 1 2-16,1-2 6 0,-6-1-1 0,0 1-1 15,4-4-1-15,-5 0-3 0,1 0 1 0,-5-4 1 16,1 0 0-16,-2-12 0 0,-2 12-1 0,-1-12-3 16,-1-2 2-16,0 3 0 0,-2-3-3 0,0 13 3 15,-2-11 2-15,0 2-4 0,4 8 2 0,-6-10-3 16,2-1 2-16,-1-1 0 0,-3 1 0 0,3-2-2 16,1-1-1-16,-1 4-2 0,1-6 2 0,-1 1-3 15,-2 0 0-15,0-3 1 0,2-2-4 0,-3-2-1 0,1-2 3 16,1-1-4-16,-1-2-1 0,2 0 3 0,-2-3-2 15,1 0 1-15,-1 1 4 0,2-3-6 16,-1-2 0-16,-2 1 0 0,1-3 1 0,-2 1 0 16,-2 0 0-16,0-1 1 0,-3 3-1 0,-3-3 1 15,0 1 4-15,-3-1-4 0,-9 0 0 0,1 2-2 0,-3-2 0 16,-2-1 1-16,1-1 0 0,-5 3-2 16,-2-3 0-16,-3-1 3 0,-12 0-3 0,3 4 3 15,-4-2-2-15,-2 0-4 0,-1 2-1 0,-3-1 3 16,-8 1 2-16,-21 3-1 0,-5 1 0 0,28-6-2 15,-34 6 3-15,3-3-2 0,1 3 0 0,1 2 2 16,-5-3 1-16,2 6 2 0,-3-5-1 0,1 3-1 0,0-5 4 16,-5 1 0-16,2 0-3 0,-4 5 3 0,1-4-3 15,-1 2 3-15,-4-3 1 0,-2 2 2 16,-3-2-1-16,-6 1 1 0,1-1-3 0,-1 2-5 0,0 2-1 16,-6-4 7-16,0 0 0 0,-3-2-4 0,1 1 3 15,-5 0 4-15,6-3 0 0,-6 0 6 0,0 0-6 16,4 0 1-16,0-3-3 0,2 1-3 15,2-1 0-15,0-2-1 0,4 0-1 0,4-2 2 16,1 1-4-16,3 0 2 0,3-2-1 0,6 0-5 0,2-2-2 16,9-1-2-16,0 0 3 0,31 0-3 0,-25-2-3 15,25 0-9-15,-2-1-6 0,-1-2-10 0,5 2-5 16,3-2-6-16,3-1-23 0,4 2-17 0,14-2-8 16,1 3-20-16,4-2-17 0,1 0-13 0,4-2-10 15,6 1-33-15,4 0-18 0,1-2-123 0,2 2-350 16,0-2 154-16</inkml:trace>
  <inkml:trace contextRef="#ctx0" brushRef="#br0" timeOffset="114639.68">11940 8286 122 0,'0'0'134'16,"0"0"7"-16,0 0-16 0,0 0-7 0,0 0-11 15,0 0-19-15,0 0-10 0,0 0-9 0,0 0-12 16,0 0-1-16,0 0-6 0,0 0-4 0,9 20 1 15,-7-3 4-15,3 2 0 0,1 10 8 0,-4 3 0 16,6 1-4-16,-4 13-5 0,3 0 6 0,-4 3 3 16,1 1-7-16,-2 2-4 0,3-5 1 0,-1 1-1 15,-1 2-3-15,3 0-3 0,-2-2-4 0,3 1-2 16,-1 1-1-16,0 1-5 0,-6 1 0 0,2-2-4 16,0-4-2-16,-2-10-1 0,1-2-3 0,1-1 2 15,-1 1-3-15,1-4-5 0,1-4-1 0,-3 0-3 16,2-7 1-16,0-2 1 0,-2 1-3 0,2 0-1 15,0-2 3-15,-1-4 0 0,4-1-5 0,-5-2-2 16,2 1 0-16,1 1 3 0,0-5 2 0,0 4-3 0,1-5 1 16,-1 1 1-16,3 1-2 0,2-2 6 15,2 0 5-15,1 2 5 0,8-3 0 0,1-3 2 16,6 0 0-16,8 1 3 0,0-5-3 0,4-1 1 16,14-5-5-16,3 2 0 0,4-5-10 0,2-2 11 0,1 1-1 15,3-3-7-15,23-3-7 0,-27 4-4 0,27-5-8 16,-25 7-4-16,-3 0 1 0,30-4-18 0,-29 2-10 15,-3 5-21-15,5-3-18 0,-4 4-35 16,2-1-26-16,1 0-39 0,-3 1-172 0,-6 0-376 0,1 1 167 16</inkml:trace>
  <inkml:trace contextRef="#ctx0" brushRef="#br0" timeOffset="116085.25">19627 7865 232 0,'-1'-8'212'0,"1"8"-23"0,-6-7-16 0,3 2-15 15,3 5-17-15,-7-9-10 0,2 6-7 0,5 3-9 0,-11-5-12 16,5 2-7-16,6 3-13 0,-11 0-7 16,11 0-4-16,-14 6-9 0,5 0-2 0,-1 2-3 15,-7 4-1-15,-1 8 0 0,-1-1-7 0,0 3-3 16,3 3-3-16,1 0-6 0,1-1 0 0,0 3-8 16,3-4 0-16,0 2-5 0,3-1-3 0,5-5-2 0,-1 0-3 15,3-2-1-15,1 0-2 0,1-1 2 0,3 1-2 16,0 0-3-16,6-1 2 0,-2 1-3 0,3-4 0 15,2 2 4-15,-2-3-3 0,6-2 1 16,-2-2 4-16,2 1-8 0,2-5 7 0,0 2-5 0,2-2 3 16,-3-2-3-16,1-2-2 0,0 0 3 0,1 2-2 15,-1-4-3-15,0-2 0 0,0-2-1 0,-3 0 3 16,1-1-1-16,-2 1-1 0,-5-1 0 0,-2-2 1 16,0 0-1-16,1-2 0 0,-4 1-4 0,0-5 1 15,-3 0-3-15,1-2 1 0,-2 5-4 0,-2 0 6 16,-2 0-3-16,2-4 0 0,-4 4 1 0,1 2 3 15,-1 0-6-15,0 1-1 0,-1 1 2 0,-2-1-1 16,2 2-2-16,-1 3 3 0,2-1-5 0,-1 1 5 16,6 4-5-16,-11-6-1 0,8 3-2 0,3 3 4 15,-8-4-3-15,8 4-4 0,0 0-5 0,0 0 3 16,0 0 0-16,0 0-1 0,0 0 1 0,0 0 1 16,0 0 1-16,0 0 4 0,23 7 3 0,-10-4 0 15,0-1 1-15,-1-2 1 0,2 0 0 0,3 0 0 16,-3-2 2-16,4 2 1 0,-4-1 2 0,-2 1 0 15,1 0-2-15,-5-2 3 0,0 2-5 0,-8 0 8 16,15-1-5-16,-15 1 0 0,10 0-2 0,-10 0 2 16,11 1-2-16,-11-1-1 0,9 2-1 0,-9-2 1 15,6 3-1-15,-6-3-2 0,6 4-4 0,-6-4 2 16,6 7 5-16,-4-3-4 0,1 1 3 0,0 3 3 16,-1 2-6-16,0 0 5 0,-1 2 4 0,1-1-3 15,-1 2-1-15,2-2 0 0,-2 1-1 0,2-3 0 0,-1 4 4 16,1-1-1-16,-1-1 0 0,3-1 1 0,0-1 2 15,0 1-2-15,1-2 1 0,0 1-1 0,2-1 4 16,1-3-1-16,0 0 1 0,0 0-1 16,1-1 1-16,0-2 2 0,2 1-8 0,-1-3 10 15,2-2-3-15,1 4-2 0,-3-5 3 0,2-1-1 16,-1-3-3-16,3-1 3 0,-2-1 0 0,-4 2 5 0,4-5-6 16,-1 2 2-16,-3-4-4 0,0 0 4 0,-1-1-4 15,-3-1 3-15,-3 2-2 0,1 0 1 0,-2 1-1 16,-1 2 1-16,-1-7-3 0,-2 6 5 0,0 2 4 15,-1 1 0-15,-1 0 1 0,-2 0-1 0,2 4-3 16,-1 0-2-16,-1 3-6 0,7 2 1 0,-15 0-1 16,5 5-5-16,-2 2 2 0,1 5 4 15,-1 3 0-15,1-1-3 0,3 1 4 0,2 0-6 0,2 0-12 16,0 2-14-16,4-1-24 0,0-4-23 0,5 3-30 16,3 0-33-16,2-2-31 0,4-2-57 0,-4 0-120 15,6-2-376-15,-1-4 167 0</inkml:trace>
  <inkml:trace contextRef="#ctx0" brushRef="#br0" timeOffset="116925.07">20418 8122 91 0,'4'-8'190'0,"-4"8"-23"0,0 0-16 0,4-4-23 15,-4 4-8-15,0 0 3 0,0 0-7 0,3 18-9 16,-3-11 3-16,0 5-3 0,2-1-14 0,-2 5-6 15,2-5-1-15,1 5-9 0,-1-4-4 0,0-3-10 16,-1 2-6-16,1 2-5 0,1-5-6 0,-2-3-1 16,1 3-2-16,-2-8-3 0,2 10-4 0,-2-10-1 15,1 7 14-15,-1-7 7 0,0 0 14 0,0 8 7 16,0-8 5-16,0 0-4 0,0 0-8 0,0 0-8 16,0 0-3-16,0 0-8 0,3-22-6 0,-2 11-4 15,2 1-7-15,-1-3-8 0,3-1-8 0,0-2-8 16,2 0 7-16,1-1-15 0,4-8-3 0,-3 9-2 0,3 0 1 15,-1 0-2-15,1 3 1 0,-4 3 1 0,0 1 0 16,0 2-5-16,0 0 0 0,-2 4-3 16,-2-1-2-16,-4 4-5 0,13-1 5 0,-13 1-1 15,10 5 2-15,-5 0 0 0,3 2 3 0,-2 1-1 0,1 1 4 16,-1 1 1-16,0 1 5 0,1 1-5 0,-1-2 4 16,2 2-1-16,-2-5 4 0,3 3-2 15,0-2 5-15,0 2 1 0,1-3 3 0,3-2-3 16,2 1 1-16,3-2-1 0,1-1-2 0,-1-1 4 0,1-3-3 15,-2 0 2-15,4-3-2 0,-4 3 1 16,-4-4 1-16,-1 3-1 0,2-4-3 0,-4 0 3 0,0-2-1 16,-1 2-2-16,-1-4 1 0,-2-2 0 15,2-3-1-15,-3 5 1 0,0-5-4 0,-2-1-1 0,-3 0 5 16,0-1-2-16,-2 6 2 0,1-1-3 0,0 2 5 16,-1 0-1-16,-1 0 2 0,-1 4-3 0,4 6 2 15,-5-9 4-15,2 4-11 0,3 5-3 0,-9-2 0 16,9 2-2-16,0 0-1 0,-20 9 2 0,12 0-4 15,-1 4 2-15,-2 0 1 0,2 1 1 0,1 1 0 16,2 2-2-16,-1-4 6 0,5 4-1 0,-1-4 3 16,3 0-4-16,0 1 2 0,3-4 1 0,-2 3 0 15,3-4-2-15,3 2 7 0,1-2-1 0,1 0 2 16,3-1-2-16,2 1 3 0,0-5-6 0,-3 2 2 16,2-3-2-16,6 0 7 0,0 0-6 0,-7-3 0 15,0 1-1-15,0-1 1 0,0 0-3 0,-2-1 5 16,-2-3-4-16,-1 2-3 0,2-3-2 0,-5 0 4 15,0-1-5-15,1 0 1 0,0-3 1 0,-1 1 5 16,-3-2-9-16,2-2-4 0,-2 2 2 0,2-3-2 16,1-2 3-16,-3 3-2 0,1-2-3 0,2 4 3 15,2-1-5-15,1 2 4 0,2 0 2 0,-3 1 4 16,2 0-7-16,0 1 1 0,-1 0-1 0,0 4-1 16,1 0 8-16,-1 3-6 0,-7 0-2 0,14 1 3 15,-4 1-1-15,-1 5 2 0,-1 0-2 0,-2 1 5 16,2 1-1-16,-3 2 5 0,-1 1-1 0,1-2 3 15,-1 2-1-15,-3 1 0 0,2-2-2 0,-3 2 6 16,1-3-3-16,-1 1 2 0,0 0-2 0,2 0 2 16,-4-1-20-16,2-1-22 0,-1 0-40 0,-1-3-34 15,2-6-41-15,2 11-24 0,-2-11-41 0,5 7-128 0,-5-7-376 16,9 2 167-16</inkml:trace>
  <inkml:trace contextRef="#ctx0" brushRef="#br0" timeOffset="117304.82">21577 8002 89 0,'1'-9'225'0,"-1"9"-18"0,-1-11-21 0,1 11-15 15,-6-9-16-15,6 9-9 0,-12 1-13 0,12-1 5 0,-23 15-9 16,9-4-8-16,-5 7-5 0,0 1-3 0,0-2-10 16,3-3-10-16,3 3-7 0,3-3-9 0,0 1-11 15,4 0-4-15,2-3-5 0,1 1-4 0,2-6-7 16,1 5-4-16,1-3-1 0,3 0 1 0,1 0-5 15,4-2-4-15,-1-4-4 0,2 0-7 0,0-1-3 16,3-2-2-16,-1 0-5 0,1-2 3 0,0-1-2 16,-4 0 0-16,3-1-1 0,-3-2 0 0,-3-1-1 15,2-2-3-15,-1-1-2 0,1-1 0 0,-3 2-2 16,0-3 0-16,2 2-1 0,-4-1 0 0,0 2 6 16,0 3-3-16,-1-2 3 0,1 2 5 0,-3 6-6 15,2-8-1-15,-2 8-7 0,4-7-4 0,-4 7-3 16,0 0 1-16,0 0 1 0,0 0 1 0,3 19-3 15,-2-9 4-15,-1 1 0 0,1 0 2 0,1 2 0 16,1 3 4-16,0-2-1 0,-1 0 2 0,5 0-3 16,-2-3-4-16,-1 1-23 0,2-2-18 0,2-1-25 15,-2 1-37-15,3-2-37 0,3-1-47 0,-2-5-43 0,-2 1-131 16,4 0-395-16,-4-2 175 0</inkml:trace>
  <inkml:trace contextRef="#ctx0" brushRef="#br0" timeOffset="117545.08">21776 7760 21 0,'0'-15'254'0,"0"5"-3"0,-2 0-10 16,2 3-18-16,0 7-21 0,-1-12-25 0,1 12-23 0,0 0-13 16,0 0-18-16,0 0-8 0,1 29-11 0,1-4 3 15,-2 5 3-15,2 4-10 0,-1-1-2 16,3 3-6-16,-3 10-7 0,-2-14-5 0,1 1-11 15,0-2-1-15,1-1-6 0,-1 0-8 0,1-1-6 16,-1-1-3-16,2-4-6 0,-4 1 0 0,2-7-18 0,0-1-27 16,0 2-40-16,2-4-44 0,-2-2-45 0,0-3-45 15,0 1-51-15,-2-1-176 0,2-2-438 16,0-8 193-16</inkml:trace>
  <inkml:trace contextRef="#ctx0" brushRef="#br0" timeOffset="117940.75">22183 8164 33 0,'0'0'298'0,"0"0"-33"0,0 0-27 0,2-26-24 16,6 17-24-16,1 2-19 0,5-4-13 0,1 0-16 15,2 0-18-15,1 1-9 0,6-5-15 0,0 3-6 16,-6 2-12-16,7-1-6 0,-9 0-6 0,1-1-8 16,-3 0-5-16,-1 2-7 0,-2-5-6 0,-2 8-8 0,-4-3-1 15,2-1-3-15,-4 1-2 0,0-1-3 0,-3 2 8 16,-1-1-2-16,1 10-2 0,-4-13 1 16,0 9-3-16,-1-4-1 0,-1 4-10 0,-3 1 0 15,-2 1-6-15,0 4 1 0,-4 3-6 0,-3 3-1 0,1 4 4 16,-5 7-6-16,2 3 0 0,1-1-1 0,2 2-1 15,4-1 1-15,6-3 3 0,-1 0-3 16,4 0 1-16,3 4 1 0,2-3 2 0,3-3 0 16,4-1 1-16,3 2-1 0,3-2-2 0,8-1-7 0,3 3-14 15,4-8-19-15,0 1-29 0,0-2-33 0,3-3-42 16,-2-3-40-16,-1 1-34 0,-11-3-177 16,2-1-422-16,-7-3 187 0</inkml:trace>
  <inkml:trace contextRef="#ctx0" brushRef="#br0" timeOffset="118140.53">22638 7946 130 0,'0'0'212'0,"0"-9"-18"0,0 9-24 0,1-8-18 16,-1 8-17-16,0 0-16 0,0 0-1 0,0 0 6 16,8 21 1-16,-6-10-5 0,5 5-5 0,-2-1-11 15,0 3-8-15,0-3-9 0,3 4-9 0,2-2-6 16,-4-1-5-16,5 0-5 0,1-3-6 0,0 1-19 15,-2-1-31-15,5-1-30 0,-3-3-31 0,-1-2-42 16,0 0-22-16,-1-1-39 0,-1-1-163 0,-3-2-348 16,-6-3 154-16</inkml:trace>
  <inkml:trace contextRef="#ctx0" brushRef="#br0" timeOffset="118333.23">22870 7974 45 0,'-5'-3'216'0,"5"3"-16"0,0 0-5 16,-15 8 8-16,2 2 10 0,-1 1 1 0,-6 7-15 16,-1 2-9-16,-3-1-19 0,-2 4-15 0,1 1-14 15,3 0-13-15,-2-1-4 0,2-1-19 0,3 0-14 16,1-3-20-16,5-4-30 0,3 2-31 0,2-5-43 16,2 1-53-16,1-3-44 0,1-1-54 0,3 1-199 15,1-4-415-15,0-6 184 0</inkml:trace>
  <inkml:trace contextRef="#ctx0" brushRef="#br0" timeOffset="118623.12">23005 7703 293 0,'1'-13'310'0,"0"4"-7"0,0-2-16 16,1 5-23-16,-2 6-29 0,2-8-25 0,-2 8-26 0,2-6-22 15,-2 6-19-15,0 0-14 0,0 0-16 0,5 40-4 16,-2-11-10-16,4 17-5 0,-2 1 6 16,0 2 7-16,-1-1-19 0,0-1-5 0,-3-11-7 0,2 0 7 15,-1 10-9-15,-1-14-1 0,-1 0-3 0,-1 3-3 16,-1-5-8-16,-1 0-7 0,1 0 9 0,-1-2-24 16,0 0 4-16,1-5-4 0,-1-4 6 0,-1 0-40 15,2-2-26-15,-2-1-14 0,3-4-34 0,-3 1-32 16,1-1-30-16,2-2-35 0,-1 1-29 0,0-7-37 15,2-4-21-15,-1 11-223 0,1-11-519 0,0 0 230 16</inkml:trace>
  <inkml:trace contextRef="#ctx0" brushRef="#br0" timeOffset="118882.73">23116 7927 92 0,'3'-10'198'0,"3"-1"-14"16,-1 4-13-16,0 1-20 0,1 3-5 0,3 0-13 16,-1 2-15-16,-8 1-10 0,23 4-12 0,-10-1-7 15,-3 6-8-15,3-2-4 0,-4 2-15 0,1 2-3 16,1 3-7-16,-4-5-3 0,1 6-2 0,-5-3-4 16,0 0-4-16,-3 1-3 0,-5-2-5 0,1 2 1 15,-5 1-1-15,-5-2-3 0,2-1-7 0,-4-2-15 16,-7 4-10-16,4-3-15 0,3-2-18 0,-3 0-19 15,2-3-23-15,0-1-34 0,5-1-24 0,-1 0-20 16,2 2-106-16,-2-2-286 0,5-1 127 0</inkml:trace>
  <inkml:trace contextRef="#ctx0" brushRef="#br0" timeOffset="120025.05">23305 8093 123 0,'14'-8'150'0,"1"-3"0"0,-3 1 3 0,3 0-16 16,-3-2-10-16,-2 1-12 0,0-2-5 0,-1-2-7 16,-3 4-2-16,0-3-11 0,0 0-1 0,-1 1-4 15,-4 3-12-15,0-3 1 0,1 3 0 16,-2-2-8-16,0 3-1 0,0 2-2 0,0 7-1 0,-3-14-3 16,2 9-8-16,1 5-3 0,-3-13-3 0,3 13-5 15,-3-7-4-15,3 7-5 0,0 0-3 0,-3-6-5 16,3 6 0-16,0 0-8 0,0 0-2 15,0 0-2-15,0 0-3 0,0 0-3 0,0 0 4 0,6-9-3 16,-6 9 3-16,11 1-7 0,-11-1 3 0,20 3-2 16,-8-2 3-16,1 0-4 0,2 2 1 0,3-2 0 15,-4 0-1-15,-1 3-5 0,-1-1 4 0,-3-2-4 16,0 4 0-16,3 0 1 0,-6 1-2 0,-1-3 2 16,2 5 2-16,-4 0-2 0,1 1 3 0,0 3-1 15,-3-2 3-15,-1 1-2 0,0 2 2 0,0-2-1 16,0 0-1-16,0-1 0 0,-1-1-1 0,1 0 2 15,0 2-1-15,0-11-4 0,1 13 4 0,1-7 0 16,-1 1 1-16,1-1-2 0,-2-6 4 0,4 8-2 16,0-4 3-16,0 0-1 0,2-1 3 0,-6-3 0 15,16 4-1-15,-10-4-1 0,3 0 1 0,1 0-2 16,0 0 1-16,1-4 0 0,0-1-1 0,-1 0 0 16,-2 0 5-16,1-2-4 0,0-1-1 0,-1 0 1 15,-2-2 4-15,2 0-5 0,-2-3 2 0,-3-2 0 16,3 1-1-16,-3-1-2 0,1 2 2 0,-2 2-1 0,-3-1-1 15,2-1 4-15,-1 3 0 0,-1 0 1 0,0-2-3 16,-2 6 3-16,2-2 3 0,1 8 7 16,-3-6-9-16,3 6-4 0,0 0-1 0,-8-4 0 15,8 4 0-15,0 0-2 0,-23 17 1 0,10-4-2 0,-2-1 0 16,4 2 0-16,-3 2-1 0,5-1 0 16,-2-1 3-16,6 3 1 0,-1-2 0 0,2-4-1 15,3 0 1-15,1 1-1 0,1-3 7 0,2 0-4 16,3 1 1-16,4-3-1 0,1-2 1 0,5 2 1 0,-3-4 0 15,6-1-3-15,-1-2 1 0,1 0-4 0,0-2-4 16,-7-1-3-16,7-4 0 0,-2 2 1 0,-1-3 2 16,-4 1-1-16,-2 1 5 0,1-4-4 0,-2 2 3 15,-1-3-3-15,2-4 0 0,1 1-1 0,-4 1 6 16,3-5-5-16,-3 4-2 0,-2-2 7 0,0 4-3 16,0-2 0-16,-1 5 0 0,-1 2 0 0,0 2 1 15,-1-1-1-15,-2 6-2 0,3-6-5 0,-3 6 0 16,0 0 0-16,0 0 0 0,0 0 5 0,0 0 9 15,-10 29 0-15,3-15 10 0,0 2 0 0,2 2 3 16,-3 0-4-16,-2-2 1 0,3 3-3 0,-2 0 0 16,1-5-1-16,0 2 1 0,-1-2-2 0,4-5-1 15,1 1-3-15,2-1 8 0,-1-3-8 0,1 1 1 16,2-7 0-16,-3 11 1 0,3-11-4 0,-1 6 5 16,1-6-1-16,-3 6 1 0,3-6-1 0,0 0 4 15,0 0-5-15,0 0-1 0,0 0 1 0,0 0-1 16,27-12 1-16,-15 4-4 0,3-1 3 0,-2 1-7 15,2-5 7-15,1-1-5 0,-1 3 0 0,1-9-1 16,-2 5-2-16,-1-1 1 0,1 1-5 0,2-5 6 16,-4 3-3-16,-3 4 1 0,2-1-5 0,-5-1 7 15,0 5-2-15,1 1 2 0,-3 1-1 0,-1 1 0 16,0 1-2-16,1 1 0 0,-4 5 5 0,4-8-4 0,-4 8-3 16,2-6 0-16,-2 6-3 0,0 0 1 15,0 0 2-15,0 0-1 0,0 0-3 0,-19 14 4 16,10-8-6-16,0 2-3 0,1 1-8 0,2 0-1 0,2 1-4 15,-1 0 5-15,1 1 3 0,2 0 2 16,2 2 2-16,0-1-5 0,2-1-1 0,5 1 4 16,-2-1 6-16,2 3-4 0,0-4 2 0,3 0 0 15,-4-1 3-15,1-2-3 0,2 2 2 0,-3 2-1 0,3-4 4 16,-2-1 1-16,-1 2 1 0,-1-3-2 16,0 1-3-16,-1 0 1 0,-3 0 2 0,3 0 0 15,-4-6 2-15,1 10 0 0,-1-10-1 0,0 0 2 16,-5 11 0-16,0-8 3 0,-2 1-1 0,0-2-1 0,1 1-17 15,-3 1-16-15,0-3-9 0,-1 1-19 0,-2-1-26 16,2-1-20-16,10 0-16 0,-14-1-37 0,7 0-39 16,7 1-115-16,-10-4-341 0,10 4 150 15</inkml:trace>
  <inkml:trace contextRef="#ctx0" brushRef="#br0" timeOffset="120246.65">24327 7818 39 0,'4'-7'219'0,"1"2"-20"0,-5 5-20 0,4-4-16 16,-4 4-19-16,0 0-12 0,0 0-11 0,0 0-8 15,0 0 42-15,6 19-4 0,-8-8-6 0,1 0-13 16,-1 2-9-16,0 5-13 0,-1 0-11 0,-1-2-5 16,2 1-10-16,-1 1-6 0,-1 0-6 0,1-2-8 15,0 0-6-15,-1-3-10 0,3-1-17 0,0-1-28 16,-1 1-31-16,0-3-36 0,2 1-33 0,0-3-39 15,0-7-41-15,-1 14-199 0,1-14-407 0,1 8 180 16</inkml:trace>
  <inkml:trace contextRef="#ctx0" brushRef="#br0" timeOffset="120417.52">24338 7701 10 0,'-6'-11'217'0,"3"3"-22"0,-1 1-19 0,2 1-17 16,2 6-15-16,-6-10-21 0,6 10-32 16,-6-5-35-16,6 5-18 0,0 0-31 0,0 0-46 15,-11 14-52-15,10-4-90 0,0 0-197 0,2 1 87 16</inkml:trace>
  <inkml:trace contextRef="#ctx0" brushRef="#br0" timeOffset="120987.37">24522 7867 185 0,'0'0'183'0,"3"6"-14"16,-3-6-11-16,0 0-4 0,0 0 5 0,0 0-6 15,-2 13-1-15,2-13-10 0,-7 11-12 16,5-5-15-16,-3 2-10 0,2 0-12 0,-1 4-10 0,2-2-3 16,-3 1-10-16,4 1-4 0,-1-2-5 0,1 2-8 15,1-3-5-15,1 2-3 0,2-2-2 0,3 1-7 16,0-2-2-16,1 0-1 0,1-3-2 0,2 3-10 15,-3-4-5-15,2-1 3 0,2 1-6 0,-4-2-5 16,1-2-6-16,2-2 5 0,-1 0-2 0,-9 2-4 16,12-7 0-16,-7 2 1 0,0-1-4 0,1-2 4 15,1-2-4-15,-4-2 4 0,1 3-4 0,-2-5 0 16,-1 2-1-16,0-5 1 0,0 4-2 0,3-2 2 16,-2 1 1-16,0 2 1 0,-1 0 0 0,1 1 1 15,1-1-3-15,-1 3 4 0,0 1 4 0,0 3-1 16,0-1-2-16,-2 6-1 0,1-9-1 0,-1 9-2 15,7-2-2-15,-7 2-2 0,0 0 4 0,20 16 1 16,-12-6 0-16,1 3 4 0,1 3-4 0,-4-1 2 16,1-1-3-16,-2 2 0 0,-1-1-1 0,-2-2 2 15,1-3 4-15,1 1 2 0,-2-3 5 0,-2 0 0 16,0-2-2-16,0-6 1 0,3 12 3 0,-3-12 12 16,1 5 9-16,-1-5 18 0,1 6 4 0,-1-6 4 15,0 0-10-15,0 0-6 0,0 0-2 0,0 0-5 16,0 0-1-16,0 0-6 0,4-26-4 0,0 16-3 0,-1 3-8 15,8-8-8-15,-3 0 3 0,3 1-8 0,2-1-3 16,1 1-4-16,0 1 2 0,2 3-3 16,-6 2 1-16,2 2 1 0,-1 1-3 0,-2 1 1 15,-2 1-2-15,0 2-1 0,-7 1-2 0,11 1 3 0,-11-1 1 16,7 9-1-16,-5-5 1 0,3 5 2 16,-5 2 0-16,0 1 0 0,0 0 2 0,-2 4 3 15,-3 1 0-15,1-1-7 0,1 0-20 0,-2-2-26 16,1 1-46-16,0-2-64 0,1-3-48 0,-2 0-224 0,1-1-472 15,4-3 209-15</inkml:trace>
  <inkml:trace contextRef="#ctx0" brushRef="#br0" timeOffset="121147.33">24941 8011 26 0,'-5'-3'194'0,"5"3"-19"15,0 0-32-15,-8-5-22 0,8 5-35 0,0 0-37 16,0 0-35-16,-8-3-39 0,8 3-35 0,0 0-61 16,-10 6-131-16,10-6 59 0</inkml:trace>
  <inkml:trace contextRef="#ctx0" brushRef="#br0" timeOffset="142403.12">12967 10579 73 0,'0'-8'152'0,"0"8"-4"0,0 0 4 0,0 0-1 0,-2-11-6 16,2 11 2-16,0 0-9 0,-5-7-15 15,5 7-13-15,-4-4-13 0,4 4-9 0,0 0-6 16,0 0-10-16,-8-7-1 0,8 7-5 0,-6-3-6 16,6 3-10-16,-9-2-2 0,9 2-11 0,-13 0 2 0,13 0-8 15,-20 4-3-15,8-3-7 0,1 3 1 0,-6 2-4 16,-2 0-2-16,-4 5 0 0,2-3 0 0,2 1-2 15,1-1-3-15,-1 5-3 0,4-6 3 16,2 2-5-16,-1-1-4 0,1 3 4 0,2-5 0 0,-1 4-2 16,6-3 2-16,-3 1-5 0,0 1 1 0,4-5 1 15,1 6-2-15,-1-5-2 0,3 1 2 0,2-6 2 16,-2 14-3-16,4-7 0 0,1 2 5 0,1-2-2 16,2 3-2-16,2-5 2 0,3 3 2 0,2 0 4 15,3 2-3-15,1 1-3 0,2-3 0 0,1 1 0 16,4 2-3-16,3-2 5 0,-8-2-2 0,2-1-2 15,-2 0-1-15,1-1 0 0,-2 2 0 0,0 0 1 16,-2-1 5-16,-5 0-7 0,-2-1 2 0,1 1-3 16,-2-1 0-16,-3 0-1 0,1-2 6 0,-1 0-4 15,-5-3 1-15,2 9 6 0,-2-9 2 0,-4 10 9 16,4-10 3-16,-13 10 2 0,0-3 4 0,-2 0-2 16,-7-2 3-16,-10 1-1 0,3-1 0 0,-5 1-2 15,1 1-2-15,1-4 0 0,1 2 0 0,0-3-1 16,4 0-1-16,4 1-3 0,3 0-3 0,0-2-2 15,1-1 2-15,4 0-7 0,4 2-11 0,-1-2-16 16,1 0-20-16,1 1-29 0,10-1-36 0,-12 0-37 16,12 0-38-16,0 0-185 0,-9 0-396 0,9 0 175 15</inkml:trace>
  <inkml:trace contextRef="#ctx0" brushRef="#br0" timeOffset="142697.31">13407 10772 163 0,'-5'-4'234'0,"5"4"-9"0,-12-4-5 0,12 4-6 16,-7-2-12-16,7 2-13 0,-8-4-15 0,8 4-13 15,-4-4-18-15,4 4-18 0,0 0-14 0,0 0-11 16,0 0-12-16,-4-7-11 0,4 7 0 0,0 0-14 16,0 0-5-16,0 0-10 0,27 3-3 0,-10-4-10 15,2-2-9-15,1 3-20 0,2 1-21 0,5-2-26 16,-6 0-24-16,-1 2-38 0,-1 2-42 0,0-5-46 16,-6 4-180-16,-3 0-402 0,-2 0 179 0</inkml:trace>
  <inkml:trace contextRef="#ctx0" brushRef="#br0" timeOffset="142875.87">13352 10900 22 0,'0'0'245'0,"-8"3"-23"0,8-3-22 0,0 0-11 16,0 0-15-16,-7 4-16 0,7-4-17 0,0 0-13 15,0 0-14-15,0 0-6 0,0 0-10 0,0 0-17 16,34 0-20-16,-20-2-31 0,6 2-34 0,9 2-46 0,0-4-51 15,0 1-50-15,-8 2-127 0,6-2-301 16,-7 0 134-16</inkml:trace>
  <inkml:trace contextRef="#ctx0" brushRef="#br0" timeOffset="145929.07">15251 10494 199 0,'-3'-8'196'15,"0"0"2"-15,-1-2-7 0,1 4-4 0,3 6-9 16,-5-11-12-16,4 6-13 0,1 5-11 0,-4-7-12 16,4 7-18-16,0 0-11 0,-4-7-13 0,4 7-12 15,0 0-14-15,0 0-5 0,0 0-8 0,0 0-3 16,0 0-7-16,0 0-2 0,4 33-6 0,0-16-3 16,-2 10 0-16,2-3-2 0,-1 3-6 0,1-1 2 15,-1 0-4-15,3 1 1 0,-4-1-2 0,4-7 6 16,1 6-2-16,-3-1-4 0,-1-6-3 0,3 2 4 15,-2-4-2-15,-1 1-2 0,2 0-2 0,-2-1 2 16,1 0-3-16,-2-4-3 0,1-1 3 0,-1 0-8 16,2-2-20-16,-2 2-19 0,0-3-20 0,1 3-19 15,-2-5-24-15,0 5-26 0,3-8-35 0,-4-3-28 16,3 10-153-16,-3-10-368 0,0 8 163 0</inkml:trace>
  <inkml:trace contextRef="#ctx0" brushRef="#br0" timeOffset="146147.06">15592 10683 21 0,'0'0'212'0,"0"0"-20"0,5-6-18 0,-5 6-17 0,8-4-18 15,-2 2-16-15,2 0-15 0,5 0-8 0,0-1-13 16,8 1-13-16,0 0-2 0,8 0-8 0,-2 2-7 15,4-3-16-15,-3 4-24 0,-7-1-31 0,2 0-23 16,-2 0-30-16,-3 3-34 0,0-2-36 0,-4-1-77 16,-5 0-231-16,1-1 101 0</inkml:trace>
  <inkml:trace contextRef="#ctx0" brushRef="#br0" timeOffset="146370.78">15808 10567 16 0,'0'0'203'0,"-4"-7"-5"16,4 7-13-16,0 0-13 0,-4-7-12 0,4 7-12 16,0 0-18-16,0 0-16 0,0 0-17 0,0 0-6 15,0 0-3-15,0 0-7 0,0 0 4 0,3 26-6 16,0-14-3-16,-2 5 0 0,0-1-5 0,-1 2-8 16,4 2-3-16,0-3-3 0,-3 4-4 0,0-3-5 15,2 0-9-15,-2 1 1 0,2-2-6 0,-3 2-24 16,1 0-18-16,2 0-32 0,0-1-35 0,0-1-47 15,2-2-44-15,-1 1-179 0,0-6-372 0,-1 0 166 16</inkml:trace>
  <inkml:trace contextRef="#ctx0" brushRef="#br0" timeOffset="146668.41">16321 10576 1945 0,'5'-19'17'0,"0"-1"27"0,0 2 28 0,-4 3 17 16,3 5-2-16,-3 1-4 0,1 1-7 0,-2 2-10 16,0 6-10-16,3-10-7 0,-3 10-8 15,0 0-5-15,2-9-5 0,-2 9-3 0,0 0 0 16,0 0 5-16,0 0 6 0,4 33-7 0,-2-18 0 0,1 4 9 16,-1 1-12-16,1 3 5 0,-1-4-1 0,1 0 1 15,-1-1-7-15,2 1-1 0,-1 6-4 0,-1-1-2 16,1-7 3-16,-2 2-3 0,2-1 1 0,-1-2-6 15,1 0 4-15,0-1-4 0,0-3-1 0,1 3-11 16,-3-3-15-16,2 1-16 0,-1-2-22 0,0-1-23 16,-1 1-29-16,0-3-31 0,-1 1-35 0,2-3-40 15,-2-6-38-15,0 9-131 0,0-9-409 0,0 0 182 16</inkml:trace>
  <inkml:trace contextRef="#ctx0" brushRef="#br0" timeOffset="147107.17">16322 10378 42 0,'6'-14'177'0,"3"-2"-11"0,4 3-6 16,2-2-7-16,7-1-4 0,-3 6-14 0,4-2-6 15,5 4-16-15,-2-2-6 0,1 6-13 0,1-1-7 16,-8 4-13-16,0 2-7 0,-1-1-7 0,-3 4-8 15,-2-1 2-15,3 4-8 0,-2 0-3 0,-4 0-7 0,-1 1-4 16,-4 1-2-16,1 1-1 0,-4-2-1 16,-1 1-1-16,-5 3-4 0,1-2 3 0,-4 1-1 15,-1-2 1-15,-7 5-3 0,1-3-4 0,-4 2 1 16,3-2-3-16,0-2-1 0,4 0-3 0,1-3-9 16,0-1-5-16,1 3-6 0,2-1-4 0,2-2 0 0,0 1 3 15,4-6-2-15,-1 10 0 0,1-10 0 16,8 11 4-16,-2-8-2 0,2 4 3 0,2-1 1 15,0-2-4-15,8 1 5 0,-5 0-3 0,-2 0 2 0,3-1 7 16,-1 0-9-16,-3 1-1 0,1-2-1 0,-4 1 3 16,0 0 4-16,0-2-3 0,-2 1 4 15,-5-3-6-15,8 6 2 0,-5-2 3 0,-3-4 4 16,1 7 2-16,-1-7 4 0,0 0-4 0,-9 12 6 0,5-8 1 16,-2 1-3-16,-2 0-5 0,-1 2-13 0,-1-2-12 15,-1 1-19-15,2-1-29 0,-3 0-35 0,1 2-29 16,-1-2-35-16,-3 4-110 0,-1-1-301 15,0-2 134-15</inkml:trace>
  <inkml:trace contextRef="#ctx0" brushRef="#br0" timeOffset="147592.74">15063 11171 103 0,'-18'0'187'0,"4"0"-16"0,4-2-8 0,2 4-15 15,8-2-13-15,0 0-6 0,0 0-12 0,0 0 0 16,45 14-10-16,11-12-5 0,9-2-7 0,44 0-1 16,9-2-13-16,9-5-4 0,10 4-14 0,5-7 1 15,1 0-5-15,0 2-5 0,-1 1-10 0,-5-1 0 16,-9 2-5-16,-13 2-4 0,-7-4-5 0,-16 1 4 15,-30-1-4-15,-5 1-1 0,-2 2-4 0,-15-1-2 0,-7 0-2 16,0-1 0-16,-3 1 1 0,-4 0 9 0,-8 3 4 16,-5-1 9-16,-3 0 5 0,2 1 2 15,-2 0 1-15,-3-1 2 0,-1 1-6 0,-1-1 6 16,-5 4-13-16,8-6-5 0,-8 6-5 0,6-4-25 0,-6 4-22 16,0 0-23-16,0 0-27 0,0 0-42 0,0 0-43 15,-22-3-46-15,9 7-206 0,-2-1-438 0,-7 3 194 16</inkml:trace>
  <inkml:trace contextRef="#ctx0" brushRef="#br0" timeOffset="149353.28">15050 11956 160 0,'0'0'220'16,"-1"-7"-15"-16,1 7-22 0,0 0-19 0,0 0-21 0,0 0-18 15,0 0-10-15,0 0-14 0,0 0-10 0,0 0 6 16,7 23-4-16,-3-8-7 0,2 2-8 0,-5 2-2 16,4 5-8-16,0-3-7 0,-4-2 1 0,2 1-5 15,1 5-5-15,-2-4-6 0,-2-5 0 0,3 10-6 16,-2-7 0-16,-1-1-5 0,0 0-2 0,0 0-4 16,0-5-2-16,3 4-10 0,-3-4-31 0,0 2-34 15,2-4-45-15,-4 1-16 0,6-3-38 0,-3-2-39 16,0 0-140-16,-1-7-353 0,3 9 157 0</inkml:trace>
  <inkml:trace contextRef="#ctx0" brushRef="#br0" timeOffset="149535.01">15339 12082 50 0,'7'-5'161'16,"2"1"-14"-16,4 0-1 0,5 0-10 0,0-1-12 15,3-1-9-15,8 2-15 0,0-3-10 0,1 4-6 16,-1 0-7-16,2 3-9 0,-2-1-17 0,-3 0-26 16,-6 2-34-16,-1 0-40 0,-6-1-40 0,-1 3-116 15,-5-2-222-15,-1 1 99 0</inkml:trace>
  <inkml:trace contextRef="#ctx0" brushRef="#br0" timeOffset="149766.84">15535 11965 132 0,'-4'-6'211'0,"4"6"-14"16,0 0-19-16,-4-4-18 0,4 4-18 0,0 0-13 15,0 0-1-15,0 0 0 0,0 0-5 0,0 0-3 16,0 0-10-16,8 28-10 0,-7-17-5 0,3 0 3 16,-3 1-10-16,1 4-5 0,0 1-11 0,0-2-1 15,1 1-9-15,-2 1-6 0,2 2-4 0,-2-3-5 16,0 1 3-16,2 1-8 0,-2 1-12 0,2-3-18 15,-2 1-22-15,2 0-30 0,-1 0-46 0,1-2-49 16,-1-4-47-16,2 1-38 0,-3-4-121 0,3 3-369 16,3-4 164-16</inkml:trace>
  <inkml:trace contextRef="#ctx0" brushRef="#br0" timeOffset="150035.54">16087 11882 233 0,'1'-11'278'16,"-1"3"-24"-16,0 1-20 0,0 7-23 0,3-10-15 15,-3 10-24-15,0 0-17 0,0 0-16 0,0 0-10 16,0 0 1-16,0 0-9 0,8 25 0 0,-6-7-5 16,-1 1-9-16,-2 8-6 0,1-1-5 0,-3 0-9 15,2-2-10-15,-2 1-3 0,2-1-11 0,-1-3-5 16,-1 5-3-16,3-7-5 0,0-1-9 0,-2 3-3 15,2-4-4-15,0 1 9 0,0 0-27 0,-2 0-26 16,2-5-17-16,2 3-34 0,-2-3-30 0,1-1-32 16,-1-2-32-16,2-1-41 0,0-1-32 0,-2-2-195 15,0-6-459-15,-2 10 203 0</inkml:trace>
  <inkml:trace contextRef="#ctx0" brushRef="#br0" timeOffset="150449.62">16103 11790 73 0,'7'-17'181'0,"2"2"-4"0,2 0-6 16,-1 2-11-16,-1 4-13 0,5-1-7 16,-3 2-12-16,3 2-13 0,0 0-10 0,0 2-7 0,-3 2-14 15,2 0-8-15,0 4-5 0,-2 0-9 0,0 2 1 16,0 0-10-16,-1 1-11 0,-2 2-3 0,-2-1-1 15,-1 2 2-15,1-1-6 0,-4 4 6 0,-1-3-1 16,1 3-2-16,-5 0-1 0,1-2-2 0,-2 2-2 16,0 0 1-16,-1-1-7 0,-1-2-2 0,3 1-2 15,-1-3-3-15,0 1-9 0,0-1-7 0,2-1-6 16,2-5 3-16,-2 11-6 0,2-11-4 0,2 10 0 16,0-4-6-16,1 0 2 0,-3-6 3 0,8 8 0 15,-1-2-1-15,2 0 8 0,0-2-6 0,-1 1-2 16,-2-1 2-16,3 2 3 0,-2-2 4 0,-2 1-3 15,0-1 1-15,-1-1-4 0,-4-3 2 0,6 7 1 16,-6-7 9-16,2 7 8 0,-2-7 6 0,-1 9 3 16,1-9-2-16,-9 9-3 0,3-4-4 0,-2 1 1 15,-2-1 1-15,0 0-3 0,0-2-1 0,-1 1-9 16,0 1-21-16,2-1-26 0,-1-1-33 0,0 0-37 16,3 1-55-16,-1-1-159 0,1-1-358 0,-2 1 159 15</inkml:trace>
  <inkml:trace contextRef="#ctx0" brushRef="#br0" timeOffset="151443.47">16836 11607 161 0,'0'-13'165'0,"0"5"-10"0,0 8 7 16,0-13 17-16,0 13-3 0,-2-9-8 0,2 9-3 0,0-9-15 16,0 9-15-16,0 0-13 0,0-10-17 0,0 10-9 15,0 0-17-15,0 0-3 0,0 0-14 0,0 0-5 16,0 0-4-16,0 0-8 0,0 0-8 16,3 27 5-16,-3-10 3 0,0 2 7 0,0 6-1 0,1 0-10 15,0-1 1-15,1 3-7 0,-1-1-4 0,-2-2 1 16,2-5-2-16,2 7-3 0,-3-7-3 0,0-2 0 15,1 1-4-15,-1-1-2 0,0-1-3 0,0 1-1 16,-1-2 0-16,1-2-2 0,-2-2 2 0,2 1 0 16,2 1-4-16,-4-4-17 0,4 1-12 0,-2 0-19 15,0 0-18-15,0-4-21 0,0-6-15 0,-2 13-28 16,2-13-19-16,-1 6-11 0,1-6-33 0,0 0-163 16,-5 5-374-16,5-5 165 0</inkml:trace>
  <inkml:trace contextRef="#ctx0" brushRef="#br0" timeOffset="151802.84">16873 11537 53 0,'11'-1'118'0,"2"2"-11"0,-2 1 1 15,1 2-8-15,1 2-4 0,-3 0-3 0,5 4-16 16,-6 0 6-16,0 5-2 0,3-2-2 0,-5 2-5 15,-4-3-3-15,1 4-6 0,-4 0 13 0,-1 0-4 16,-3 0-11-16,-4 1 6 0,-2-1-18 0,0 0-2 16,-3-2-7-16,-1-2-1 0,-2 1-1 0,0-2 0 15,4-4-7-15,0 0-2 0,0-3 2 0,4 0-3 16,1 0 6-16,-1-1 1 0,2-2 5 0,6-1-2 0,-9 1 1 16,9-1 7-16,0 0-6 0,0 0 0 0,0 0-5 15,0 0-6-15,-10-6-3 0,10 6-5 16,0 0-2-16,0 0-1 0,0 0 1 0,30 4-2 15,-17 0-5-15,-2-1 4 0,7 1-6 0,-2 4-2 0,1-3-3 16,-1 2 5-16,-2-1-3 0,0 0 2 16,4 2-3-16,-1 0 1 0,-1 1-7 0,1-2-40 0,2 0-34 15,-1 0-43-15,0 0-36 0,1-3-38 16,-2 1-137-16,-4-2-353 0,0 0 156 0</inkml:trace>
  <inkml:trace contextRef="#ctx0" brushRef="#br0" timeOffset="152125.29">17402 11848 17 0,'5'-5'181'15,"3"-2"-6"-15,-1 0-10 0,1-1-1 0,0-2-6 16,-1 3-10-16,2-2-13 0,-1 0-9 0,0 1-10 16,0-1-6-16,-1 2-8 0,-2-1-9 0,0 0-3 15,0-2-9-15,-2 4-8 0,-1-1-3 16,0-2-7-16,-2 9-5 0,0-17 2 0,-2 8-4 0,1 2-6 15,-3 1-10-15,0 0-3 0,1 0-1 0,-3 1-5 16,0 2-3-16,6 3-5 0,-18-2 2 0,7 4-4 16,-3 1-2-16,-3 4-4 0,-1 4 3 0,-1 7-1 15,4-5-1-15,-6 7-3 0,4-1 2 0,2 2-4 16,8-3 4-16,0-2-4 0,2 1 0 0,4 0 2 16,1 1-2-16,1-2-1 0,4 0 0 0,3 0 3 15,3-2-1-15,3 1-3 0,3-4-3 0,6 5-13 16,0-2-22-16,4-3-28 0,-8-3-32 0,8 0-43 15,0-1-49-15,-10-1-43 0,-4-1-119 0,1 0-373 0,-2-2 165 16</inkml:trace>
  <inkml:trace contextRef="#ctx0" brushRef="#br0" timeOffset="152437.23">16856 12237 153 0,'-29'6'215'0,"11"-3"-20"0,3-2-13 15,3 2-25-15,2-2-12 0,2 1-10 16,8-2-1-16,0 0-6 0,0 0-5 0,45 5-7 16,-11-6-3-16,22 0-11 0,8-4 1 0,28-2-6 0,0-4-8 15,-25 8-3-15,25-7-3 0,-29 4-5 0,-2-1-6 16,-2 3-2-16,-3-1-12 0,-1-1-3 0,-1 3-5 15,-2-1-6-15,-15 1-2 0,1 0-5 16,2 1-5-16,-3 0-2 0,0-2-5 0,-1-2-8 16,0 6-13-16,1-3-16 0,-5 1-18 0,-2 1-21 0,1 0-15 15,-10-1-25-15,0 2-16 0,2-1-23 0,-5 0-31 16,0 1-26-16,-5 1-170 0,-2-1-385 16,-1 1 172-16</inkml:trace>
  <inkml:trace contextRef="#ctx0" brushRef="#br0" timeOffset="152813.37">17113 12463 225 0,'0'0'254'0,"-4"-9"-5"0,4 9-12 0,-2-6-11 16,2 6-19-16,0 0-20 0,-3-7-20 0,3 7-16 16,0 0-23-16,0 0-12 0,0 0-12 0,0 0-5 15,0 0-14-15,1 26 11 0,-1-9-14 0,4 2-6 16,-3 1-4-16,-1 0 2 0,0 0-17 0,3 6-4 15,-3-2 4-15,-1-6-15 0,2 8-3 0,1-10-1 16,-2 2-9-16,2 0 10 0,-1 0-13 0,-1-1-3 16,0 1-3-16,3-3-8 0,-3-2-22 0,1-2-18 15,-2 3-23-15,-1-2-33 0,4-2-46 0,-4 2-31 16,4-3-35-16,-2-1-25 0,0-8-178 0,-3 10-431 16,3-10 192-16</inkml:trace>
  <inkml:trace contextRef="#ctx0" brushRef="#br0" timeOffset="153135.31">17162 12465 142 0,'12'-2'154'0,"2"4"3"0,0 0-11 0,-2 3-16 15,3 2-1-15,-3 0-10 0,-3 3-12 0,1 3-7 16,-2-2-5-16,-3 1-3 0,-3 0-4 0,1 5 1 15,-6-3-3-15,1 1-5 0,-5 0-3 0,-2-1-6 16,-1-2-5-16,0 2-2 0,0-5-11 0,-1-1-5 0,1-1-1 16,-1 3-3-16,2-6-3 0,1 2-5 15,0-2 0-15,2-1-2 0,2 1-2 0,4-4-2 0,-7 5-4 16,7-5 1-16,-6 2-3 0,6-2-6 16,0 0-1-16,0 0-1 0,-5 6-6 0,5-6-2 0,0 0-4 15,0 0 4-15,11 10-1 0,-6-7 0 0,4 1 1 16,2 2 0-16,-1 1-1 0,4-4-13 0,0 2-27 15,6 2-27-15,-4-2-43 0,6 0-41 0,0 0-37 16,-4-1-170-16,1-2-379 0,-1 0 168 0</inkml:trace>
  <inkml:trace contextRef="#ctx0" brushRef="#br0" timeOffset="153459.87">17495 12796 33 0,'8'-6'182'0,"-1"3"0"0,-2 0-3 0,1-2-7 0,3 1-6 16,-2-3-3-16,5 1-9 0,-3 0-12 0,-3-1-3 16,4 1 1-16,-2-1-9 0,-3 0-9 15,2 0-11-15,-2-2-8 0,0 3-12 0,0-3-6 0,-1-1-10 16,0 1-2-16,-3 1-1 0,-1-1-2 0,0 0-4 16,-1-1-9-16,1 10-4 0,-3-12 4 0,3 12-1 15,-4-8-6-15,0 4-5 0,4 4-4 0,-12-1-7 16,12 1-9-16,-16 8-1 0,3-3-2 0,1 5 1 15,0 3 1-15,-2 1-4 0,4 0 16 0,-2 0-3 16,2 1-1-16,2-1-2 0,2 2 0 0,1-4-5 16,4 0-5-16,-1-1 0 0,2-1-4 0,3 2 3 15,2-1-1-15,0-2-4 0,3 1-9 0,1-1-19 16,3-3-25-16,3 1-32 0,1-1-31 0,1 0-39 16,2-4-50-16,4 0-31 0,-5-2-43 0,-4 0-142 15,4-2-438-15,0 1 193 0</inkml:trace>
  <inkml:trace contextRef="#ctx0" brushRef="#br0" timeOffset="153653.24">17823 12689 239 0,'2'-6'240'0,"-2"6"-16"0,0 0-16 0,6-7-16 15,-2 3-12-15,-4 4-16 0,15-6-14 0,-6 2-16 16,0 2-13-16,9 0-14 0,0-1-8 0,2 0-1 15,1 1-19-15,-3 1-27 0,0-2-28 0,-4 3-36 16,-2-1-39-16,0-1-32 0,-2 2-46 0,-1-2-22 16,-9 2-27-16,12-2-107 0,-12 2-308 0,4-4 136 15</inkml:trace>
  <inkml:trace contextRef="#ctx0" brushRef="#br0" timeOffset="153836.23">17987 12579 115 0,'0'0'219'0,"0"0"-21"15,0 0-14-15,0 0-17 0,0 0 3 0,0 0 15 16,0 0-6-16,-9 15-6 0,9-9-2 0,0 5-4 16,0-4-4-16,0 5-14 0,0-1-10 0,0 2-8 15,0-1-13-15,0 1-10 0,0-3-12 0,1 2-9 16,1 0-7-16,-1 0-10 0,0-1-22 0,2-1-37 16,-2 3-42-16,2-4-42 0,-2 2-65 0,0-3-74 15,2 1-234-15,-3-4-483 0,0-5 213 0</inkml:trace>
  <inkml:trace contextRef="#ctx0" brushRef="#br0" timeOffset="154605.2">18286 12437 113 0,'0'0'211'15,"0"0"0"-15,1-7-1 0,-1 7-9 0,0 0-6 16,0 0-14-16,0 0-15 0,2-7-16 0,-2 7-17 16,0 0-17-16,0 0-15 0,0 0-6 0,0 0-4 0,0 0 3 15,7 16 0-15,-4-7-1 0,-2 6 5 0,1 1 1 16,-1 1-1-16,0 4-10 0,0-2-9 15,1 0-1-15,-4 7-10 0,4-2 8 0,-2 1 0 16,0-5-4-16,0-1 5 0,0 0-15 0,0 0-8 0,0-2-5 16,1 2-11-16,-2-8-4 0,1 1 2 0,0 1-1 15,0-2-5-15,0 0-5 0,-2 1-3 16,4-3 1-16,-2-1-4 0,0-8-18 0,0 13-18 16,-2-7-24-16,2-6-21 0,0 10-20 0,0-10-25 0,0 10-25 15,0-10-30-15,-1 7-32 0,1-7-26 0,0 0-36 16,0 0-165-16,0 0-454 0,0 0 201 15</inkml:trace>
  <inkml:trace contextRef="#ctx0" brushRef="#br0" timeOffset="155843.07">18318 12421 56 0,'-6'-4'119'0,"6"4"-6"16,0 0-4-16,0 0 0 0,0 0-8 0,0 0 1 15,0 0-5-15,0 0 0 0,0 0 0 0,0 0 7 16,0 0 1-16,0 0-10 0,0 0-12 0,0 0-9 15,0 0-11-15,7-17-5 0,-3 12-3 0,1 1-6 16,-5 4-9-16,13-5-4 0,-7 1-2 0,2 1-5 16,0 0-1-16,-2 0-2 0,6 1-7 0,-2 0 3 15,-2 2-5-15,3-1-1 0,-2 1 0 0,-1 1 5 16,3 3-8-16,-2 0-2 0,0 1 0 0,1 3 0 16,-2 2 2-16,0 0 1 0,-3 1 3 0,-1 0 5 15,2 1 1-15,-3 2 1 0,-1-3-1 0,-2 2 1 16,-1 1 3-16,0-2 0 0,-2 0 3 0,-1 0 0 15,-1 0 0-15,-1-2 0 0,-2-1 3 0,0 1-2 16,-2-3-1-16,0 2-4 0,0-3-3 0,-3 0 0 16,4 0-4-16,0-2 1 0,-1-1-5 0,3 0 2 15,0-1-1-15,0 0-5 0,7-2 1 0,-14 3-2 16,14-3 0-16,-9-1 1 0,9 1-3 0,-10-2-1 0,10 2 1 16,-9-3 1-16,9 3 2 0,0 0-3 15,0 0-2-15,-7-4 2 0,7 4-3 0,0 0 1 16,0 0-3-16,0 0 0 0,0 0 0 0,0 0-3 15,0 0-1-15,0 0 2 0,0 0 0 0,0 0-2 0,0 0 1 16,0 0 2-16,20 14-4 0,-15-11 4 0,3 2 0 16,0 2-1-16,0-1 4 0,0-1-1 0,1 3 1 15,0-1 4-15,1 1-6 0,-1 0 2 16,1-2 1-16,2 1-3 0,-3 2 5 0,1-3-4 0,3 2-14 16,1 0-26-16,-1-3-32 0,-3 4-39 0,1-3-50 15,1 0-57-15,-2-1-158 0,-1 1-402 0,0-3 179 16</inkml:trace>
  <inkml:trace contextRef="#ctx0" brushRef="#br0" timeOffset="156578.9">18762 12730 43 0,'0'0'197'15,"1"-6"-10"-15,-1 6-1 0,1-9-1 0,-1 9-8 16,0 0-4-16,2-8-4 0,-2 8-11 0,0 0-7 15,0 0-10-15,0 0-10 0,1-7-15 16,-1 7-13-16,0 0-7 0,0 0-11 0,0 0-14 0,0 0-8 16,0 0-8-16,0 0-8 0,0 0-2 0,0 0 0 15,0 0-2-15,-1 25 2 0,-1-13 3 0,2-1 0 16,-2 3-5-16,0 0-1 0,1 1 1 0,1 1 3 16,-3-3-4-16,2-3-8 0,0 4-1 0,1-3-4 15,-1-2-1-15,-1 2-2 0,4-1-7 0,-2 0 3 16,0 0-2-16,1-1-3 0,-1-9 0 0,1 12-3 15,0-7-1-15,-1-5 1 0,2 10-1 16,-2-10-3-16,1 11 2 0,-1-11-4 0,0 7 0 0,0-7 1 16,0 0-9-16,1 7-10 0,-1-7-11 0,0 0-13 15,0 0-9-15,0 0-9 0,0 0-9 0,0 0-19 16,0 0-11-16,0 0-27 0,0 0-10 0,0 0-44 16,0 0-32-16,0 0-15 0,0 0-138 0,0 0-385 15,0 0 170-15</inkml:trace>
  <inkml:trace contextRef="#ctx0" brushRef="#br0" timeOffset="157393.19">18642 12723 107 0,'0'0'135'0,"0"0"-19"0,0 0-3 15,0 0-9-15,24-8 0 0,-9 6-20 0,-2 0-6 16,6 0-7-16,0 0-13 0,0-1 1 0,-4 2-10 15,2 1-4-15,-3-2-14 0,0 1-20 16,-1-1-31-16,0 2-30 0,-3 0-27 0,3 0-93 0,-5-2-184 16,1 0 81-16</inkml:trace>
  <inkml:trace contextRef="#ctx0" brushRef="#br0" timeOffset="157726.94">18870 12828 100 0,'0'0'204'0,"0"0"-4"0,12-7-4 16,-12 7-10-16,0 0-9 0,0 0-18 0,0 0-13 15,0 0-14-15,0 0-9 0,0 0-20 0,0 0-8 16,0 0-8-16,0 0 6 0,0 0-1 0,2 13-1 15,0-7 8-15,-1 4 0 0,-1-1-6 0,1 3-3 16,0-2-9-16,1 3-2 0,-2-2-6 0,-2 1-1 16,2 1-3-16,0 0 7 0,0-3-20 0,2 3-2 15,-2-2-3-15,0 1-9 0,1-1 0 0,-2 0-8 16,2 0 0-16,-1-2-12 0,0 1-20 0,0-5-23 16,0-5-22-16,0 12-19 0,0-12-25 0,0 8-29 15,0-8-27-15,0 9-28 0,0-9-27 0,0 0-24 16,0 0-160-16,0 0-414 0,0 0 184 0</inkml:trace>
  <inkml:trace contextRef="#ctx0" brushRef="#br0" timeOffset="158044.81">18946 12943 146 0,'0'0'145'0,"4"-4"-6"0,-4 4 4 0,7-4-7 15,-7 4-8-15,10-4-17 0,-5 3-9 0,2-1-9 16,4 1-9-16,0 0-10 0,0-1-9 0,2 0-1 0,-2-1-6 15,3 1-6-15,-3-1-6 0,0 1-16 0,-1 1-8 16,1-2-8-16,-4 0-6 0,-7 3 6 16,13-4-11-16,-9 2-2 0,2 0 4 0,-6 2-2 15,7-5 3-15,-3 2-3 0,-4 3-1 0,5-9 6 0,-4 4-3 16,-1 5 21-16,5-9 0 0,-4 2 5 16,-1 7 11-16,0-9 16 0,0 9 11 0,0 0 7 0,1-10 1 15,-1 10-3-15,0 0-8 0,2-7-10 16,-2 7-10-16,0 0-3 0,0 0 13 0,0 0 5 0,0 0 1 15,-9 28-2-15,5-17-1 0,2 0 0 0,-4 1-5 16,3 4-8-16,-3-1-5 0,3 0 9 0,0 1-19 16,2-1-23-16,1-2-33 0,-3-2-43 15,3 1-61-15,3-1-71 0,-3 0-228 0,1 0-463 0,0-4 205 16</inkml:trace>
  <inkml:trace contextRef="#ctx0" brushRef="#br0" timeOffset="159165.06">17706 12633 129 0,'0'0'159'15,"-8"-2"-4"-15,8 2-3 0,-14-1-18 0,7 1-3 16,7 0-12-16,-13 0-14 0,4 3-5 0,0 0-9 16,-1 0 1-16,0 1-11 0,-1 2 4 15,3 0-13-15,-2 1-3 0,1 0-9 0,2-1-3 0,0 2 1 16,-2-1 4-16,3 3-4 0,1-2-8 0,-2 1-3 16,2 0-7-16,0-1-5 0,3 2-2 0,-1 0 0 15,2-2-3-15,-2 2-4 0,3-1-2 0,0-1-1 16,0-8-1-16,3 14-1 0,-2-6-1 0,3-1-6 15,1 0-2-15,1 1 5 0,1-1 1 0,1-2-1 16,2 1-2-16,0-1-3 0,-1 0 1 0,0-2 3 16,2 1-4-16,-2 0 0 0,3-1 2 0,-2-2-1 15,-1-1 1-15,-1 2 2 0,-8-2-3 0,15 0-4 16,-9 1 2-16,-6-1-3 0,9 0 0 0,-9 0 3 16,12 1 4-16,-12-1 0 0,0 0 6 0,8 0 2 15,-8 0 5-15,0 0 1 0,0 0-4 0,0 0 2 16,0 0-4-16,0 0-3 0,0 0 0 0,0 0-3 15,0 0 0-15,0 0-3 0,0 0-4 0,0 0-1 16,-31-8 0-16,21 11 0 0,-2-3-2 0,2 4 0 16,1-2 4-16,-5 4-3 0,4 1 4 0,1-1-4 15,-1 1 2-15,1 0-2 0,0 1-1 0,0 0-2 16,2-1 1-16,0 3 4 0,0-2 0 0,2 3-1 16,0-2 0-16,3 1 0 0,-1-1-2 0,2 1 4 15,-1-1-2-15,2 0 4 0,2-1-3 0,0 1-3 16,1-4 3-16,2 1-2 0,1 1 0 0,2-1 1 15,-2-2 3-15,6-2-4 0,-1 2 0 0,6-2-3 0,-2-1-13 16,3 0-9-16,-1-1-22 0,2-2-24 16,-6 0-34-16,4 2-38 0,0-2-44 0,-4-2-52 15,-3 2-182-15,1-1-445 0,0-2 198 0</inkml:trace>
  <inkml:trace contextRef="#ctx0" brushRef="#br0" timeOffset="160585.21">17577 11635 125 0,'0'0'143'15,"0"0"-13"-15,-9-7-9 0,9 7-4 0,-5-3-12 16,5 3-5-16,0 0-2 0,-13-3-11 0,13 3-1 16,-10 1-2-16,10-1-19 0,-14 4 0 0,7-1 1 15,-2 3 3-15,-1-2-12 0,1 3-1 0,1 1-6 16,-3-1-3-16,3 2-3 0,1-2-3 0,-2 3-1 16,1-1-7-16,0 1-1 0,2 0 5 0,1 3-4 15,-1-4-4-15,1 2 1 0,2-1-3 0,0-1-3 16,2 1-3-16,-1-1 0 0,2-2 0 0,0-7-4 15,-2 16-3-15,5-10-1 0,-2 1 4 0,-1-7-5 16,7 16 1-16,-4-10-5 0,4-1 6 0,-2 0-5 16,1 1 2-16,2-3-1 0,3 1 1 0,-2 2-2 15,-1-4 1-15,3 0 0 0,0 1-5 0,-1-1 4 16,-2-1-4-16,3-2-4 0,-2 2 3 0,-9-1 2 16,14 1-4-16,-8-1 2 0,-6 0 2 0,11 1-2 15,-11-1 0-15,0 0 3 0,9-1 0 0,-9 1 1 16,0 0-1-16,0 0 6 0,0 0-2 0,7-2-1 15,-7 2-1-15,0 0-5 0,0 0 3 0,0 0-1 16,0 0-6-16,0 0 1 0,-16-11 2 0,16 11 1 16,-13-1-4-16,3 0-2 0,10 1 3 0,-20 1-1 0,8 2-7 15,0-3 9-15,1 3-1 0,-2 1-2 0,1-1-2 16,-1 3 6-16,2 0-1 0,0 0 0 0,-2 0 2 16,3 3 0-16,1-2-1 0,-1 3-1 15,3-2 4-15,1 0-6 0,2 0 5 0,0 2-5 0,0-3 4 16,2 2 1-16,2-2 0 0,0-7 1 0,6 13 0 15,-3-4 6-15,3-1 2 0,3-2-3 0,2-1 8 16,1 2-4-16,5-2 2 0,3-1 0 16,2-3-2-16,-1 3-3 0,0-3 1 0,6 1-1 0,-7-1 0 15,1-2-3-15,-2 1 1 0,0 0-3 0,-7-3-16 16,0 3-18-16,1-1-23 0,-3 0-17 0,-1 1-37 16,3-2-34-16,-6 1-25 0,1-2-42 0,-7 3-114 15,10-7-344-15,-7 3 152 0</inkml:trace>
  <inkml:trace contextRef="#ctx0" brushRef="#br0" timeOffset="161217.9">17560 11644 73 0,'0'0'157'0,"-11"-5"-15"16,4 2-2-16,-1 2-6 0,-2-1-13 0,0 1-2 16,-1 1-6-16,1 0-6 0,0 1-7 0,-2 3 0 15,2-2-10-15,-1 1-7 0,1 1-8 0,1 0-12 16,0 1 0-16,0 1-3 0,2 1-1 0,-2 1 0 15,2 1-7-15,0 0-5 0,2-2-4 0,-1 3-3 16,3 0-5-16,0-1-5 0,2 2-2 0,1-2-3 16,1 1 2-16,2-1-4 0,0 0-4 0,3 0-2 15,-1-1-3-15,2 0 3 0,2-1-3 0,0 1 0 16,3-2-2-16,-2 0 1 0,0-1 0 0,0 0-1 16,1 0-3-16,-1-2-3 0,-3-1 1 0,5 1-1 15,-4-1 3-15,-1-1-1 0,-7-1-2 0,14 3 4 16,-9-2-3-16,-5-1 0 0,12 0-3 0,-12 0-1 15,9 2 3-15,-9-2-1 0,0 0 0 0,0 0 2 16,9 0-4-16,-9 0-1 0,0 0 1 0,0 0 0 0,0 0 1 16,0 0 0-16,0 0-2 0,0 0-1 15,0 0 1-15,0 0-1 0,-14-16-2 0,14 16 3 16,-16-1-4-16,16 1 2 0,-17 3 3 0,8-1-3 16,-3 3 3-16,1 0 5 0,-1 0 1 0,-2 3-2 0,0 3 0 15,0-1-1-15,-1 0 8 0,3 3-2 0,2-3-3 16,2 0-2-16,1-1 4 0,0 1-5 0,2 0-1 15,1 0 1-15,2 0 2 0,0-2 1 16,5-1-2-16,1 1 5 0,1-3-4 0,1 2 5 16,5 0 1-16,2-2-3 0,0-2-2 0,5 1 3 0,3-1-3 15,0-1-2-15,1-2 2 0,-3 0-2 0,3 0-2 16,-2 0-14-16,-2 0-14 0,4-2-17 0,-9 2-19 16,1 0-19-16,-2-2-26 0,1 0-32 15,-2 0-25-15,-2-2-24 0,-2 4-139 0,0-3-350 0,-1 0 155 16</inkml:trace>
  <inkml:trace contextRef="#ctx0" brushRef="#br0" timeOffset="161756.73">17587 11662 118 0,'-5'-4'173'0,"0"-1"-6"16,-5-1-9-16,1 3-18 0,0 1 1 0,1 0-10 15,8 2-12-15,-20 2-10 0,6-1-5 0,2 1-8 16,0 3-9-16,1 3-10 0,0-2-8 0,2 3-6 16,-4 3-2-16,5-3-4 0,0 1-9 0,3 2-3 15,-1 2-3-15,2-1-4 0,3-2-6 0,1 2-4 16,1-3-5-16,1 2 3 0,1-1 0 0,2 0-5 15,6 2-4-15,-2-4 1 0,1 1 2 0,4 0-2 16,0 0-1-16,5-2 0 0,-2 0-3 0,-1-2-1 16,2-1-3-16,-5-3-1 0,1 2 2 0,-1-2-1 15,-3 0-3-15,1-1 1 0,0-1 1 0,-3 0-1 16,-8 0-3-16,12 0 0 0,-12 0 1 0,9 0 3 16,-9 0-4-16,8-4 1 0,-8 4-1 0,0 0 4 15,0 0-1-15,0-10 1 0,0 10-2 0,0 0-1 16,0 0 1-16,-18-8 1 0,9 7 1 0,-2 0 0 15,-1-1 3-15,-3 4 0 0,-2 0 4 0,-1 1 0 16,-1 1 4-16,4 1-3 0,-4 1-1 0,2 1 0 16,0 0 4-16,2 1-5 0,4 0 3 0,0 0-5 15,2 1 1-15,2-2-3 0,2 3-1 0,1-2-2 16,0 1-2-16,1-1 1 0,5 1 2 0,-2-9-2 0,5 16 2 16,0-9-4-16,5 1 1 0,1-1 5 15,6 0 2-15,-2-1-5 0,4-2 0 0,0 1-5 16,1-1-12-16,-1-1-20 0,2-1-20 0,-2-1-25 15,0 0-35-15,3 1-29 0,-1-2-34 0,1 1-46 0,-3-1-123 16,0 0-370-16,1-1 163 0</inkml:trace>
  <inkml:trace contextRef="#ctx0" brushRef="#br0" timeOffset="165197.57">24252 9109 22 0,'0'0'188'0,"-6"-16"0"15,3 10 3-15,-1-3 9 0,0 3-3 0,0-2 5 0,2 2-7 16,-1-3-2-16,1 2-3 0,-2 0-2 0,4 7-6 16,-3-9-7-16,3 9-4 0,-2-7-13 15,2 7-9-15,0 0-10 0,-3-6-8 0,3 6-24 0,0 0-13 16,0 0-4-16,0 0-22 0,-2-7-9 0,2 7-6 16,0 0-5-16,0 0-3 0,5 27-4 0,-4-13-5 15,2 7-3-15,-2 2-8 0,4 5 4 0,-1 1 3 16,-2 0-12-16,1 0 6 0,-2-4-9 0,2 0-3 15,1 0 5-15,0-6-2 0,-3 2-15 0,3-3 0 16,-1 1-3-16,0-1-1 0,-2-3 7 0,4 3-11 16,-1-8-8-16,0 2-22 0,-1-1-25 0,-1-2-16 15,2 3-21-15,-3-4-23 0,3-1-28 0,-4 0-27 16,0-7-19-16,1 9-12 0,-1-9-13 0,0 0-23 16,-6 9-147-16,6-9-421 0,0 0 186 0</inkml:trace>
  <inkml:trace contextRef="#ctx0" brushRef="#br0" timeOffset="165547.7">24233 9110 19 0,'7'-24'152'0,"1"6"-8"0,6-5-6 15,0 2-6-15,0 6-4 0,5-4-5 16,1 2-5-16,-5 5 3 0,4 2-8 0,-1 3-10 16,0 0-6-16,0 2-8 0,-5 2-6 0,1 3-5 0,-3 2-2 15,3 3-11-15,-1 1 0 0,1 3-1 0,0 1-2 16,-5 0 0-16,0 4-2 0,-4 2 0 15,-4 1 0-15,-1 3 0 0,-6-3-4 0,0 2-2 16,-5-3 1-16,-3 6-8 0,-1-2-1 0,0-5-3 0,-2-4-3 16,0-1 1-16,1 0-6 0,-5-2 1 15,3-3-5-15,-1 0-3 0,3-1 2 0,-1-1-4 0,2-5 0 16,2 2-3-16,0-2-2 0,-1-3 0 0,5 2 10 16,1 1 9-16,1-1 2 0,7 3-2 0,-9-4-3 15,9 4 8-15,-9-1-14 0,9 1-4 0,0 0 2 16,-8-4-13-16,8 4 2 0,0 0-6 0,0 0-3 15,0 0-3-15,18 12-1 0,-8-9 0 0,3 2 1 16,0 1 0-16,5 0-3 0,1 2-11 0,1 0-16 16,6 2-16-16,1 0-24 0,0 0-34 0,-2 2-35 15,5-4-43-15,8 0-29 0,-7 1-228 0,0-4-467 16,0 4 207-16</inkml:trace>
  <inkml:trace contextRef="#ctx0" brushRef="#br0" timeOffset="165771.31">24823 9290 24 0,'-5'-9'288'16,"2"3"-12"-16,-2 2-13 0,5 4-20 0,-7-10-16 16,7 10-20-16,-2-7-27 0,2 7-22 15,0-8-14-15,0 8-20 0,12-4-17 0,-2 3-11 16,4-1-18-16,6 2-24 0,3 0-21 0,-4-4-29 0,2 5-41 15,2 0-24-15,-2 1-27 0,-5 0-18 0,3 1-31 16,-8-1-5-16,0 1-18 0,-3-2-5 0,-2 0-104 16,-6-1-290-16,5 3 128 0</inkml:trace>
  <inkml:trace contextRef="#ctx0" brushRef="#br0" timeOffset="165968.41">25040 9254 104 0,'0'0'40'0,"0"0"35"0,-32-5 13 0,26 2 13 16,-2-1 13-16,0 1 9 0,1 0 9 0,2-2 14 15,1 0 15-15,4 5 2 0,-10-8 3 0,10 8-6 16,-6-4-10-16,6 4-12 0,-6-6-17 0,6 6-17 15,0 0-10-15,0 0-11 0,0 0-9 0,0 0-1 16,0 0 0-16,-3 19 5 0,0-7 4 0,3 0-10 16,-1 5 1-16,-1 0-9 0,2-1-2 0,0 2-9 15,-1 2-8-15,0-2 0 0,2-1-1 0,0 2-6 16,2-2-1-16,0-1-19 0,-1 0-23 0,2 0-17 16,0-5-21-16,-1 2-31 0,1-3-31 0,4 1-50 15,-4-1-37-15,1-3-36 0,-1 1-167 0,2 0-429 16,2-5 190-16</inkml:trace>
  <inkml:trace contextRef="#ctx0" brushRef="#br0" timeOffset="166193.17">25205 9314 211 0,'2'-10'286'16,"0"0"-10"-16,-2 4-29 0,0 6-15 0,3-10-28 0,-3 10-22 15,3-5-17-15,-3 5-16 0,0 0-11 0,0 0 8 16,0 0-2-16,7 15-12 0,-6-6-13 0,2 4-5 15,3 3-13-15,-3 0-2 0,-1 1-17 16,3 2-3-16,-3-1-8 0,0 1-4 0,-2-2 3 16,3 0-21-16,-3-1-20 0,1 0-19 0,-2-4-17 0,-1 1-21 15,4-1-14-15,-2-2-28 0,-2 1-33 0,1-5-37 16,1 3-34-16,0-9-32 0,-4 9-27 0,4-9-168 16,0 0-432-16,0 8 192 0</inkml:trace>
  <inkml:trace contextRef="#ctx0" brushRef="#br0" timeOffset="166515.07">25282 9442 177 0,'6'-7'168'0,"-1"4"-25"0,-5 3-4 15,12-6-3-15,-4 2-19 0,1-1-4 0,3 1-11 16,-1 1-8-16,-1-2-12 0,2 1-6 0,6-1-11 16,-6 2-5-16,-1 0-8 0,1-1-6 0,-1-1-5 15,-3 2-5-15,1-1-3 0,-1 2-1 0,-2-2-6 16,-2 0-1-16,0 0-1 0,1-1 5 0,-5 5 7 15,2-10 4-15,0 3 17 0,-1 1 0 0,-1 6 2 16,-1-13 14-16,1 13 8 0,0 0 1 0,-2-13 1 16,2 13-7-16,0 0-1 0,-2-7-14 0,2 7-5 15,0 0-11-15,0 0-2 0,0 0 4 0,0 0 10 16,0 0 8-16,4 25 1 0,-8-13 5 0,1 3 1 16,1 1-2-16,0-4-6 0,0 0-2 0,2 2-7 15,-4 1-4-15,2-2-10 0,0 0-2 0,2-1-2 16,2 2-1-16,-4-3-12 0,2-1-20 0,2 0-16 15,-2-3-30-15,2 3-25 0,0-3-35 0,0-1-47 0,-2-6-45 16,4 9-49-16,1-5-223 0,-5-4-504 0,0 0 224 16</inkml:trace>
  <inkml:trace contextRef="#ctx0" brushRef="#br0" timeOffset="166697.67">25711 9245 150 0,'4'-3'216'0,"1"-2"-24"16,4-1-17-16,2 3-20 0,0 1-13 0,3-2-19 15,-1 2-27-15,-2 2-36 0,3 0-31 0,-1 2-43 16,1-2-15-16,-3 1-26 0,0 3-24 0,-3-2-21 16,-2 2-78-16,-1 4-191 0,-1-3 85 0</inkml:trace>
  <inkml:trace contextRef="#ctx0" brushRef="#br0" timeOffset="166825.17">25858 9292 10 0,'-6'5'108'0,"1"-1"2"0,-3 4 22 15,-1-3 5-15,3-1-7 0,0 0-5 0,0 0-2 16,-1-2-2-16,1 3-2 0,6-5-8 0,-8 5-7 16,8-5-4-16,-4 3-9 0,4-3-4 0,-5 6 2 15,5-6 1-15,0 0-13 0,0 0-10 0,12 7-19 0,0-6-17 16,1-1-30-16,9-1-38 0,7 1-50 16,-2-5-38-16,-6 2-169 0,-1-2-318 0,2 2 141 15</inkml:trace>
  <inkml:trace contextRef="#ctx0" brushRef="#br0" timeOffset="167111.19">26252 9028 19 0,'-5'-9'300'0,"5"9"-16"15,-2-9-20-15,2 9-21 0,-2-9-30 16,2 9-19-16,-2-5-21 0,2 5-17 0,0 0-10 0,0 0-4 15,0 0 2-15,0 0-9 0,4 36-5 0,1-19 2 16,-5 2-7-16,7 6-8 0,-3-1-12 0,1 0-10 16,-1 0-5-16,1 1-9 0,-1-7-8 15,0 0-11-15,-1 1-1 0,0-3-6 0,1 1-2 0,-2-1-9 16,2 0-3-16,-1-4-24 0,-1 1-14 0,-2-3-18 16,0 2-15-16,0-2-22 0,2-1-27 0,-4-2-26 15,2-7-18-15,-2 17-26 0,2-10-13 0,0-7-30 16,-7 6-19-16,3-2-16 0,4-4-165 0,0 0-425 15,0 0 187-15</inkml:trace>
  <inkml:trace contextRef="#ctx0" brushRef="#br0" timeOffset="167447.06">26275 8985 39 0,'11'-16'195'0,"2"2"-4"0,0 3-12 0,1 2-4 0,-3 2-11 16,1 4-5-16,1 1-13 0,0 2-12 15,-1 3-16-15,1 2-8 0,-1 3-12 0,-3-2-4 16,0 4-6-16,-3 0-16 0,2 3 6 0,-6-1-12 16,-2 4-10-16,0 0 2 0,-5 0-5 0,-2 0-5 15,-4-2-4-15,2 0-2 0,-3-3-5 0,-3 1-3 16,1-3-1-16,-1 0 3 0,1 0 7 0,3-4 0 16,0-1-4-16,1 0 4 0,0 0 1 0,1-2 5 15,4 1-5-15,5-3-2 0,-11 1-3 0,11-1-4 0,-7 3-7 16,7-3-5-16,0 0-3 0,-6 3-2 15,6-3-2-15,0 0 4 0,0 0-6 0,11 16-3 16,-3-9-1-16,2-1 1 0,1 3-1 0,3-2 0 0,-1 5-5 16,0-3-18-16,5 1-9 0,-3-5-16 0,4 5-18 15,-1-2-17-15,0-1-20 0,4 0-31 0,-3 0-18 16,-2-3-21-16,2 1-13 0,-4 1-10 16,-1-5-14-16,-1 2-113 0,-4 0-340 0,2-2 151 0</inkml:trace>
  <inkml:trace contextRef="#ctx0" brushRef="#br0" timeOffset="167700.87">26620 9303 402 0,'5'-3'42'0,"-2"-1"20"0,3 0 20 15,-6 4 8-15,5-12 26 0,-1 7 10 0,-4-2-2 16,4 0 11-16,-4-2 15 0,3 3 4 0,-3 6 11 16,2-9 6-16,-2 9-4 0,0 0-7 0,5-10-3 15,-5 10-8-15,0 0-11 0,0-7-13 0,0 7-15 16,0 0-14-16,0 0-4 0,0 0-3 0,0 0 10 16,0 0 0-16,0 0-11 0,-5 34 13 0,2-24-13 15,1 3-5-15,-2 2-10 0,0-3 4 0,3 3-10 16,-3 1-13-16,0-5 6 0,0 2-8 0,4-1 4 15,-4 0-22-15,2-2 2 0,2 0 2 0,-2 1-10 16,0-1 11-16,2-3-22 0,0 1-23 0,0-8-22 16,0 14-26-16,0-9-19 0,4 1-14 0,-4-6-19 15,5 9-16-15,-5-9-12 0,5 6-11 0,-1-2-28 16,-4-4-3-16,9 2-13 0,-9-2-12 0,9 1-19 0,-9-1-6 16,9-1-167-16,-9 1-424 0,7-4 189 15</inkml:trace>
  <inkml:trace contextRef="#ctx0" brushRef="#br0" timeOffset="168163.09">26688 9275 79 0,'-5'-14'100'0,"5"14"9"0,2-12 1 0,-2 5-7 15,5-4 0-15,-2 2 3 0,-1 1-3 0,2 0 2 16,1 1-7-16,1 1 9 0,2 2-3 0,2-2 4 15,1 0-4-15,1 2-3 0,-1-1-5 0,0 5 5 16,3-1-4-16,-3 1-2 0,1 1-6 0,1 3 0 16,-5-1-10-16,2-1-10 0,-3 2-8 0,1-1-1 15,-1 3-3-15,-1-2-3 0,-2 2-5 0,0 0-3 16,-2 1 0-16,-2-7-2 0,0 12-4 0,-2-2-2 16,-2-3-1-16,-4 2-3 0,2-2-6 0,-3-1 0 15,0 1-2-15,-1 0-4 0,2 0-2 0,-1-2 0 16,-1-2-6-16,4 1 0 0,2-1-14 0,4-3-3 15,-9 6-9-15,5-3-1 0,4-3 2 0,-4 6 1 16,4-6 0-16,0 0-2 0,10 9 0 0,-1-5-1 16,-1 1 1-16,2 0 2 0,1-2 1 0,0-1 0 15,3 1 1-15,-3 2 0 0,1-2-1 0,-2 1 4 16,3 1-1-16,-5 1 0 0,-1-3 1 0,-1 1 1 16,-2-1-3-16,-1 2 3 0,-3-5 4 0,4 7 3 15,-4-7 1-15,0 9 4 0,0-9-2 0,-7 9 5 16,-1-4-3-16,-1-1 0 0,-3 1-3 0,3 0 5 0,-1-1-3 15,-2 0 2-15,1-1 0 0,-1 0-4 16,1 0-4-16,0-1-14 0,-1 0-20 0,4-1-20 16,1 2-37-16,-1-1-35 0,8-2-62 0,-12-1-51 0,12 1-121 15,0 0-388-15,0 0 172 0</inkml:trace>
  <inkml:trace contextRef="#ctx0" brushRef="#br0" timeOffset="168350.2">27133 9185 171 0,'6'-3'230'0,"-1"-1"-26"0,2 1-21 0,0-1-15 16,6 0-14-16,-2 1-20 0,0-1-18 0,2 2-3 16,1 2-21-16,-3-2-33 0,3 4-35 0,-3 1-48 15,0 1-41-15,-4-1-38 0,0 1-35 0,-2-1-82 16,-5-3-238-16,2 9 106 0</inkml:trace>
  <inkml:trace contextRef="#ctx0" brushRef="#br0" timeOffset="168482.43">27193 9290 132 0,'-6'3'175'15,"2"0"0"-15,4-3-7 0,-12 5 0 0,9-1-3 16,3-4-2-16,-6 4-11 0,6-4-8 0,0 0-13 16,-4 5-8-16,4-5-12 0,0 0-9 0,0 0-28 0,17 2-28 15,-5-2-38-15,5-2-59 0,6-3-40 16,4 0-53-16,-2-2-149 0,2-4-315 0,-1 3 140 15</inkml:trace>
  <inkml:trace contextRef="#ctx0" brushRef="#br0" timeOffset="168743.18">27757 8975 252 0,'0'-7'277'0,"0"7"-11"16,2-10-9-16,-2 10-7 0,2-8-15 0,-2 8-10 15,4-5-29-15,-4 5-20 0,0 0-21 0,0 0-12 16,0 0 20-16,0 0-10 0,2 32-1 0,-2-15-4 16,2 8-8-16,-2 1-10 0,2 0-19 0,-2 0-2 15,2 3-15-15,-2-1-10 0,0-4-8 0,0-3-6 16,2-2-7-16,-4 0-11 0,4-1 1 0,-2 1-5 16,0-3-4-16,0 0 0 0,0-4-13 0,3 1-26 15,-2-3-33-15,1 0-21 0,-2-3-32 0,1 2-29 16,-1-2-39-16,0-7-40 0,0 13-45 0,0-13-38 15,0 6-243-15,0-6-559 0,0 0 248 0</inkml:trace>
  <inkml:trace contextRef="#ctx0" brushRef="#br0" timeOffset="169075.12">27831 8947 87 0,'9'-12'222'0,"-2"0"-8"0,-1 3-3 15,2 1-13-15,1 1-14 0,-3 1-14 16,3 3-18-16,1 2-16 0,-4-1-11 0,-6 2-9 0,15 6-8 16,-5 0-7-16,3-1-10 0,-4 2-10 0,-4 2-6 15,2-1-5-15,-3 3-9 0,0-3-5 0,-4 3-6 16,0-2-1-16,-4 2-7 0,3-2-1 0,-4 1 2 16,-2-1-10-16,-1 0-4 0,0-1-4 0,-1 0 0 15,-1 0 2-15,2-1-8 0,1-1-1 0,1-3-3 16,1 2-1-16,-1-1 0 0,6-4-6 0,-10 5 0 15,10-5-1-15,-6 7-1 0,3-4 2 0,3-3-6 16,-2 8-1-16,2-8 1 0,0 9 2 0,0-9-2 16,2 11 0-16,3-5 8 0,-2 1-3 0,5 1-6 15,1-3 1-15,-1 4-10 0,2-2-10 0,1 0-20 16,7 2-27-16,0 0-30 0,0 0-29 0,0-5-39 16,-1 3-29-16,-1 0-187 0,0-2-409 0,0 2 181 15</inkml:trace>
  <inkml:trace contextRef="#ctx0" brushRef="#br0" timeOffset="169286.93">28193 9203 119 0,'1'-10'262'15,"-1"10"-7"-15,4-9-5 0,-4 9 2 0,2-9-7 0,-2 9-8 16,2-6-10-16,-2 6-8 0,0 0-29 0,2-6-23 16,-2 6-14-16,0 0-8 0,0 0-1 0,0 0 0 15,0 0 1-15,-6 34-11 0,2-17-14 16,-2 1-8-16,3 0-6 0,-2-1-10 0,0-1-12 0,0 1-2 15,1 1-16-15,1-1-8 0,3-1-16 0,3-4-20 16,-2-1-25-16,1 2-36 0,1-3-35 16,0 0-37-16,3-3-47 0,1 1-47 0,-2-2-55 0,4-1-278 15,-3-2-582-15,1 0 257 0</inkml:trace>
  <inkml:trace contextRef="#ctx0" brushRef="#br0" timeOffset="169609.66">28594 8909 32 0,'0'-12'327'0,"0"1"-15"0,0 2-9 0,0 3-17 16,0 6-18-16,3-10-15 0,-3 10-32 0,1-7-19 15,-1 7-18-15,0 0-20 0,0 0 0 0,0 0-10 16,0 33-9-16,1-9 12 0,1 6-18 0,-4 3-8 15,2 2 5-15,0 1-15 0,3 10 2 0,-4-11-12 16,-1-1-5-16,2 2-14 0,-1-1 0 0,-3-1-11 0,0 0-4 16,2-1-12-16,1-1-5 0,-3-3-4 0,0 1-6 15,-1-3-7-15,1 0-4 0,1-8 2 16,-3 0-2-16,5-2-10 0,0-5-12 0,-2-1-25 16,3 1-21-16,0-4-22 0,0 0-24 0,0 1-29 0,0-9-30 15,3 11-32-15,-2-7-27 0,-1-4-35 0,9 7-40 16,-3-6-39-16,-6-1-237 0,13-1-587 15,-3-6 260-15</inkml:trace>
  <inkml:trace contextRef="#ctx0" brushRef="#br0" timeOffset="169863.27">28837 9017 250 0,'0'-25'270'0,"-2"6"-10"15,2 7-6-15,0 0-11 0,-2 2-7 0,4-1 1 16,-4 5-11-16,2 6-8 0,2-11-16 0,-2 11-25 15,0 0-21-15,0 0-8 0,0 0-3 0,0 0-7 16,0 30 4-16,0-6-9 0,0 4-15 0,-3 3 3 16,-2 3-9-16,-2-5-4 0,5 4-12 0,-3 2 6 15,0-3-24-15,0 0-2 0,2 0-12 0,-2-5-3 16,2 2-6-16,-1-1-8 0,3-9-9 0,-2-1 1 16,2 0-14-16,2-1-32 0,1-6-24 0,-2 4-31 15,2-3-27-15,0-3-30 0,-2 1-29 0,0-2-35 16,1-1-37-16,-1-7-33 0,4 10-48 0,-2-6-226 0,-2-4-572 15,11 1 254-15</inkml:trace>
  <inkml:trace contextRef="#ctx0" brushRef="#br0" timeOffset="170127.45">29205 9033 206 0,'3'-11'283'16,"-1"5"-12"-16,1 0-9 0,-3 6-4 0,5-10-15 15,-4 6-18-15,-1 4-19 0,3-8-24 0,-3 8-16 16,0 0-5-16,0 0 0 0,0 0 2 0,-2 29-17 16,0-11-10-16,-1 1-11 0,-2 5-4 0,2 3-4 15,-3-3-15-15,2-5-15 0,-1 7-3 0,-1-1-6 16,3-6-14-16,-2 0 2 0,2-1 0 0,1 0-16 16,0-1-5-16,-2-1-16 0,4-5-19 0,-1 0-26 15,-2 0-16-15,4-3-18 0,-2 2-28 0,1-10-24 16,-1 14-25-16,-1-9-22 0,2-5-36 0,0 11-35 15,0-11-11-15,0 0-20 0,0 0-195 0,0 0-482 16,3 4 213-16</inkml:trace>
  <inkml:trace contextRef="#ctx0" brushRef="#br0" timeOffset="170446.31">29279 8910 89 0,'4'-9'205'0,"-1"1"-7"0,1 0-6 15,-1 2-16-15,3 0-15 0,-3 2-14 0,-3 4-13 16,12-2-9-16,-12 2-8 0,0 0-6 0,15 8-9 0,-7 0-3 16,-3 0-9-16,0 2-9 0,0 0-6 0,-1 1-12 15,-1 0-1-15,-1 5-11 0,-1-5-3 16,-1 0-4-16,-2 0-1 0,-1 0-6 0,1 0-1 16,-3-1-8-16,-2 0 1 0,-3 1-1 0,2-4-2 0,-1 1-5 15,0 0-1-15,-3-1-1 0,3-1-2 0,-2-3 0 16,3 1 2-16,0 0-1 0,1-2 0 0,7-2 3 15,-11 6 1-15,7-5-4 0,4-1-3 16,0 0 1-16,-6 4-6 0,6-4 1 0,0 0-1 0,0 0 5 16,0 0-1-16,12 15-2 0,-1-11 0 0,2-1-1 15,4 2-14-15,1-1-27 0,4-1-13 0,1 0-32 16,-1 0-30-16,-2 1-36 0,2-4-32 0,0 0-36 16,-4 3-150-16,1 0-390 0,-6-3 173 0</inkml:trace>
  <inkml:trace contextRef="#ctx0" brushRef="#br0" timeOffset="170719.22">29629 9171 207 0,'0'0'240'0,"0"0"-3"0,11 0-7 16,-11 0-7-16,7 3-7 0,-7-3-12 0,7 9-5 16,-5-5-6-16,2 2-2 0,-1 1-16 0,-3 2 6 15,-2 2 0-15,2 1-11 0,-2 0 1 0,-3-1-16 16,-3 3-7-16,-1-2-6 0,-4 4-4 0,-1-2-14 15,3-1-12-15,-2-1-4 0,0 2-7 0,3-3-13 16,2-1-7-16,-2-5-11 0,4 3-2 0,-1-2-11 16,5 0-7-16,-2-1 0 0,4-5-5 0,0 0 1 15,5 12-7-15,7-8-4 0,7-2-7 0,10-2-19 0,4-1-12 16,4-3-35-16,14 0-34 0,-11 1-25 16,12-3-44-16,-2 1-45 0,-9 2-53 0,10-4-60 0,1-1-47 15,-18 6-203-15,2 0-594 0,-2-1 262 16</inkml:trace>
  <inkml:trace contextRef="#ctx0" brushRef="#br0" timeOffset="173310.2">30082 9463 12 0,'0'0'26'15,"0"0"-3"-15,0 0-10 0,0 0-2 0,0 0-10 16,0 0-3-16,0 0-12 0,0 0-16 0,0 0 8 16</inkml:trace>
  <inkml:trace contextRef="#ctx0" brushRef="#br0" timeOffset="178824.13">13444 5145 2 0,'0'0'82'0,"0"0"1"0,0 0-16 16,0 0-3-16,0 0 1 0,0 0-17 0,0 0-3 15,0 0-10-15,0 0 2 0,0 0-8 0,0 0 1 16,0 0 0-16,0 0-2 0,0 0-1 0,0 0 2 15,0 0-1-15,0 0-3 0,0 0 7 0,0 0 6 16,0 0-11-16,0 0-1 0,0 0 1 0,0 0 3 16,0 0-4-16,0 0 4 0,0 0-7 0,0 0 0 15,0 0-1-15,0 0 2 0,0 0 0 0,0 0-7 0,0 0 0 16,0 0 2-16,0 0-10 0,0 0 5 16,0 0 5-16,0 0-5 0,0 0 1 0,0 0-3 15,0 0-2-15,0 0 2 0,0 0-9 0,0 0 8 16,0 0-6-16,0 0 4 0,0 0-1 0,0 0-7 15,0 0 3-15,0 0 0 0,0 0-3 0,0 0 6 16,0 0-11-16,0 0 6 0,0 0 0 0,0 0 0 16,0 0-2-16,0 0 1 0,0 0-1 0,0 0-2 15,0 0 5-15,0 0-4 0,0 0 0 0,0 0 2 16,0 0 4-16,0 0-4 0,0 0-3 0,0 0 8 0,0 0-2 16,0 0-7-16,0 0 1 0,0 0 5 15,0 0-4-15,0 0-3 0,0 0 4 0,-19-11 1 0,19 11 1 16,0 0 4-16,0 0-7 0,0 0-4 15,0 0 3-15,-4-5 3 0,4 5-7 0,0 0 1 0,0 0 4 16,0 0-1-16,0 0 1 0,0 0 5 0,0 0-10 16,0 0-4-16,0 0-7 0,0 0-9 0,0 0-1 15,0 0 2-15,0 0-11 0,0 0-5 16,0 0-8-16,0 0-5 0,0 0-5 0,0 0-10 16,0 0-10-16,0 0-58 0,0 0-149 0,0 0 67 0</inkml:trace>
  <inkml:trace contextRef="#ctx0" brushRef="#br0" timeOffset="12698.17">19099 13071 32 0,'0'0'33'0,"0"0"-4"0,0 0 5 15,0 0-5-15,0 0 1 0,0 0-1 0,0 0-8 16,0 0-1-16,0 0 1 0,0 0-5 0,0 0 0 16,0 0-9-16,0 0 10 0,0 0-8 0,0 0 1 15,0 0 1-15,0 0 1 0,0 0 0 0,0 0-6 16,0 0 4-16,0 0-5 0,0 0 1 0,0 0-5 15,0 0 2-15,0 0 0 0,0 0 0 0,0 0 2 16,0 0-2-16,0 0 0 0,0 0 0 0,0 0-6 16,0 0 6-16,0 0-6 0,0 0 10 0,0 0-4 15,0 0 0-15,0 0-8 0,0 0 1 0,0 0 7 16,0 0-7-16,0 0-8 0,0 0-18 0,0 0-37 16,0 0-71-16,0 0 32 0</inkml:trace>
  <inkml:trace contextRef="#ctx0" brushRef="#br0" timeOffset="13692.19">19176 12994 22 0,'0'0'17'0,"0"0"-5"0,0 0 1 15,0 0-1-15,0 0-1 0,0 0-3 16,0 0-2-16,0 0 7 0,-20 0-4 0,20 0-1 16,0 0-2-16,0 0 0 0,0 0 0 0,0 0-5 0,0 0 8 15,0 0-5-15,0 0-1 0,0 0 3 0,0 0-1 16,0 0-2-16,0 0 2 0,0 0 4 15,0 0-6-15,0 0 2 0,0 0 1 0,0 0-6 16,0 0 5-16,0 0-4 0,-5 4 5 0,5-4-2 0,0 0 0 16,0 0-2-16,0 0 0 0,0 0-4 0,0 0-1 15,0 0 7-15,0 0-5 0,0 0 9 0,0 0-7 16,0 0-9-16,0 0-6 0,0 0-23 0,0 0-38 16,0 0 17-16</inkml:trace>
  <inkml:trace contextRef="#ctx0" brushRef="#br0" timeOffset="14781.01">30242 9354 8 0,'0'0'62'0,"1"-8"-8"0,-1 8-25 0,0 0-23 0,0 0-17 16,0 0-14-16,0 0-27 0,0 0 12 0</inkml:trace>
  <inkml:trace contextRef="#ctx0" brushRef="#br0" timeOffset="25630.26">20109 11307 179 0,'0'0'193'0,"0"0"7"0,0 0-2 16,0 0-8-16,0 0-9 0,0 0-7 0,0 0-3 16,-6-4-7-16,6 4-13 0,0 0-10 0,0 0-8 15,0 0-12-15,0 0-17 0,0 0-8 0,0 0-11 16,8-12-11-16,-8 12-9 0,17-9-8 0,-3 0-4 16,4 0-4-16,9 0-10 0,3 0 0 0,0 3-13 15,-3-1-21-15,-6 5-26 0,0-2-26 16,-9 3-33-16,6 1-26 0,-6 1-28 0,-1 2-26 0,1 0-16 15,-5 1-8-15,-1 2-14 0,-2 1-99 0,-4 1-322 16,0 1 142-16</inkml:trace>
  <inkml:trace contextRef="#ctx0" brushRef="#br0" timeOffset="25790.31">20190 11435 171 0,'-10'1'169'0,"10"-1"3"0,-6 3-6 0,6-3-1 16,0 0-10-16,0 0-11 0,0 0-17 0,-8 2-11 15,8-2-12-15,0 0-11 0,0 0-4 0,0 0-15 16,0 0-3-16,41-1-35 0,-21 1-27 0,10 1-39 16,2-2-30-16,2 2-42 0,2-1-38 0,0-1-116 15,0 0-275-15,2-3 122 0</inkml:trace>
  <inkml:trace contextRef="#ctx0" brushRef="#br0" timeOffset="26550.57">21677 11091 137 0,'2'-10'139'0,"1"4"10"16,-3 6-1-16,4-10-4 0,-3 6 0 0,-1 4-6 0,0-12-6 16,0 12-5-16,0-10-7 0,0 10-3 0,0-13-5 15,0 13-1-15,-1-7-4 0,1 7-8 0,0 0-7 16,-3-12-10-16,3 12-7 0,-4-7-7 0,4 7-11 15,-6-8-5-15,6 8-8 0,-10-6-1 0,5 4-9 16,5 2-4-16,-15-3-1 0,8 1-6 0,-5 1 1 16,-1 2-1-16,0 1-5 0,-4 0-5 0,-2 1-3 15,2 2-1-15,-1 0 1 0,-1 0-1 0,4 2-5 16,-3 2-3-16,2-1 1 0,5 0 3 0,-1 1-5 16,3-1 3-16,-2 5-1 0,3-3 2 0,1 0-7 15,-1 4 7-15,3-2-4 0,1 0 0 0,0-1 0 16,2 0 0-16,2 0 3 0,1 0-6 0,2-1 6 15,0 1-2-15,5-2 1 0,4 3 0 0,-2-4-3 16,1 1 5-16,2-1-2 0,5-1 2 0,-3-1 4 16,3-3-2-16,-2 2 0 0,-3-3-1 0,4-1-2 15,-2-1 3-15,-2 0-1 0,6-2-1 0,-6-2 0 16,1 2 3-16,-2-3-2 0,-2 1 1 0,1-3 2 16,-2 1 4-16,-1-1-1 0,1-2 2 0,-3-1-4 15,2-1 3-15,-3 1 0 0,2-4 1 0,-2 2-3 16,-2 0 3-16,3 0 5 0,-4 0-2 0,1 2-1 15,-1-2 2-15,1 3-3 0,-2 1 1 0,1 3 3 0,-2 5-2 16,2-9-1-16,-2 9-5 0,4-6-4 16,-4 6-3-16,0 0-1 0,0 0-1 0,0 0 1 15,0 0-3-15,0 0 0 0,4 19 2 0,-4-6-1 16,-2 2-2-16,2 2 1 0,0 4 2 0,-2-4-2 16,2 4 0-16,-3 5 1 0,1-3 3 0,-1-4 0 15,3 7-1-15,-2-7 4 0,0 2 1 0,0-1-2 16,1-2-3-16,-1 0 2 0,1-2-1 0,1 2-1 15,0-1 1-15,1 0 2 0,-1-2 1 0,2-2 7 0,-2-2-21 16,1-1-11-16,1-1-18 0,-2 2-19 0,3-4-20 16,-3 2-21-16,1-2-33 0,1 1-26 0,-2-8-30 15,3 9-23-15,0-4-148 0,-3-5-386 16,0 0 170-16</inkml:trace>
  <inkml:trace contextRef="#ctx0" brushRef="#br0" timeOffset="26737.18">21991 11296 15 0,'4'-7'196'0,"-4"7"-4"16,0 0-12-16,0 0-12 0,0 0-18 0,5-5-18 16,-5 5-17-16,0 0-13 0,0 0-26 0,0 0-17 15,0 0-25-15,0 0-37 0,0 0-27 0,0 0-41 16,0 0-36-16,8 16-95 0,-8-16-218 0,3 4 97 15</inkml:trace>
  <inkml:trace contextRef="#ctx0" brushRef="#br0" timeOffset="27104.32">22261 11133 130 0,'0'0'191'0,"2"-9"-11"0,-2 9-9 0,2-7-8 16,-2 7-18-16,0 0-19 0,0 0-17 0,0 0-4 15,0 0-12-15,0 0 6 0,0 0-7 0,-21 23-7 16,15-12-6-16,1 0-9 0,-2 4-5 0,3 2-7 16,-1-4-9-16,4-1 3 0,0 2-9 0,2 2-3 15,0-5-3-15,6 0-1 0,-1 3 0 0,2-5 1 16,2 0-12-16,5-1 11 0,1 0-6 0,3-2 1 16,1-3 0-16,-2-1-3 0,4 0-1 0,0-4 0 15,-2 0 6-15,-1-3-2 0,2 2 0 0,-5-4-2 16,2-1 1-16,-1-1-4 0,-1-2 0 0,-1-1 1 15,-2 1-7-15,-1-5 5 0,-3 1 0 0,1-1-2 16,-3-3-1-16,-5 0 4 0,1 0-7 0,-5 0-3 0,1 1-4 16,-3 1 2-16,-2-1-4 0,-3 3-1 15,0 2-4-15,0 4 3 0,0 2-4 0,-4 0-3 0,2 2-1 16,-4 4-6-16,-2 4-13 0,-1 1-13 16,0 2-17-16,0 2-16 0,2 0-27 0,0 2-26 0,7-1-14 15,0 1-20-15,4 0-25 0,1 0-18 0,3 1-133 16,2-3-353-16,6 1 157 0</inkml:trace>
  <inkml:trace contextRef="#ctx0" brushRef="#br0" timeOffset="27387.47">22782 11043 74 0,'3'-6'193'0,"2"-3"-5"16,-3 3-2-16,1 2-4 0,-3 4-6 15,3-9-19-15,-3 9-21 0,0 0-14 0,3-8-16 0,-3 8-11 16,0 0-10-16,0 0-7 0,0 0-7 0,0 0-6 15,2 25-10-15,-1-14-4 0,1 1 0 0,3 3-8 16,-1-2 1-16,4 1-2 0,1 2 2 0,2-2-8 16,0 0-1-16,0 1-2 0,2-1-1 0,-3-1-2 15,3 0 0-15,-1 0-1 0,-1-2-4 0,-1-1 2 16,-1-2-3-16,-1 3-4 0,1-4-1 0,-4 1 5 16,1-1-8-16,-2-3-2 0,-1 2 1 0,-3-6 1 15,2 9 1-15,-2-9-4 0,-4 10-4 0,-1-6-6 16,-2 1-11-16,-6-1-14 0,3-1-11 0,-4 0-27 15,-4-1-26-15,0 0-28 0,6-2-28 0,-5-2-42 16,4 0-160-16,-5-4-373 0,6 0 166 0</inkml:trace>
  <inkml:trace contextRef="#ctx0" brushRef="#br0" timeOffset="27534.51">22875 10954 49 0,'13'-11'147'0,"0"3"-3"0,1-3-7 0,5 2-2 15,1 1-13-15,6 0-10 0,2 0-12 0,2 3-7 16,2 1-11-16,-4 1-9 0,0 3-17 0,0 2-36 16,-6-1-48-16,-2 4-46 0,-1-2-121 0,-2 1-211 0,1 2 93 15</inkml:trace>
  <inkml:trace contextRef="#ctx0" brushRef="#br0" timeOffset="27870.78">22199 11620 132 0,'-61'10'197'0,"2"-3"0"0,6-4-8 0,17 1-1 16,3-1-7-16,12 0-14 0,7 0-22 0,3-1-13 15,6 1-13-15,5-3-7 0,0 0-10 0,28 5-5 16,23-6-3-16,15-3-4 0,38 1-5 0,15-5-6 16,7-2-1-16,-1-4-7 0,3 6-5 15,1-3-3-15,-4 1-4 0,-5 2-8 0,-9 3-1 0,-11-1-4 16,-33 3-9-16,-5 0-6 0,-2 1 0 0,-8-1-2 16,-14 3-6-16,-5-2-8 0,-2 2-13 0,-11 0-15 15,-3 2-18-15,-4-1-30 0,-2 1-19 0,-6-1-21 16,2 2-21-16,-7-3-21 0,0 8-32 0,0-8-44 15,-26 15-117-15,-1-2-363 0,-7-1 160 0</inkml:trace>
  <inkml:trace contextRef="#ctx0" brushRef="#br0" timeOffset="28069.54">21891 11900 18 0,'-35'1'250'16,"6"3"-26"-16,13-1-15 0,8 0-14 0,7-3-3 15,1 0-4-15,27 7-9 0,11-7-9 0,26-1-2 0,50-7-9 16,11 0-14-16,16 1-10 0,4-3-7 0,9 5-17 16,0-6-10-16,2 3-1 0,-9 1-18 0,-9-3-18 15,-10 4-26-15,-18 0-36 0,-12 5-46 16,-35 0-70-16,-3-2-61 0,-6 3-62 0,-22 0-145 0,-3 0-413 16,-7 0 183-16</inkml:trace>
  <inkml:trace contextRef="#ctx0" brushRef="#br0" timeOffset="28221.96">23270 11919 112 0,'-11'-1'267'0,"11"1"-30"0,-13 0-20 0,13 0-21 16,-11-1-22-16,11 1-16 0,0 0-16 0,0 0-20 16,0 0-27-16,21-9-36 0,0 8-41 0,7-1-56 15,1-2-70-15,3 0-168 0,0-1-298 0,-4-1 133 16</inkml:trace>
  <inkml:trace contextRef="#ctx0" brushRef="#br0" timeOffset="58310.41">2270 12776 19 0,'0'0'145'0,"0"0"-3"0,0 0-12 0,0 0-11 16,0 0-9-16,0 0-18 0,0 0-8 0,0 0-3 16,0 0-15-16,-22 13-13 0,18-6-30 0,-2-2-14 15,4 5-29-15,-3 1-25 0,0 1-20 0,-2 3-26 16,1 2-51-16,-2-2-155 0,0 2 69 0</inkml:trace>
  <inkml:trace contextRef="#ctx0" brushRef="#br0" timeOffset="59146.43">2047 13401 59 0,'-3'-6'197'16,"3"6"7"-16,0 0 14 0,-2-8-14 0,2 8-16 16,0 0-17-16,0 0-16 0,-3-8-15 0,3 8-18 15,0 0-12-15,0 0-15 0,0 0-10 0,0 0-15 16,0 0-1-16,0 0-5 0,-10 13-5 16,3 3 0-16,-4 6-2 0,0 4-3 0,-6 4-2 15,3 2-4-15,-8 13-4 0,5 1-2 0,-2-2-6 16,4 1 3-16,1 4-3 0,2-3-5 0,4 0 2 0,3-12-7 15,-1-2-3-15,4 2-3 0,-1-5 2 0,2 2-6 16,3-3 2-16,0 1-1 0,3-5-4 0,-1 1 0 16,5-7 0-16,-2-2-3 0,0-2 0 0,2 2 3 15,3-4-4-15,1 0 0 0,1-3-1 16,-4-2-1-16,6 1 3 0,0-2 1 0,2 0-2 16,-5-5 3-16,6-2-3 0,0-2 2 0,2-1 1 15,7-10-5-15,-1 0 4 0,-4-3-1 0,4 0-1 16,-4-6 0-16,-1 2 1 0,-1-3-4 0,0-5 1 0,-2 0-2 15,-4-1 1-15,2-16 0 0,-7 12 2 16,0-11 0-16,-1-4-2 0,-4 3-2 0,-1 11 3 16,-3-1-2-16,-2-9 4 0,-3 9-3 0,0 4 0 15,-2 0-4-15,0 3 5 0,-2 1-6 0,-2 0 0 16,-3 7 0-16,4 4 1 0,-4 0-2 0,1 4-3 16,-3 1-2-16,-1 4-1 0,0 2-1 0,-1 2 3 15,-1 3-4-15,-2 3 1 0,1 6-1 0,0-1 1 16,-5 10 1-16,0 2-1 0,-1 3 0 0,3 2 1 15,0 2-1-15,4 0 2 0,0-2-7 0,6-1 4 16,2 0-3-16,4 3 2 0,3-7 1 0,3-1-1 16,4-1-6-16,6 6 0 0,2 1-5 0,-1-9 0 15,10 4-2-15,-2-1-3 0,5-2 2 0,4-2-1 16,-1 2 2-16,-1-5 0 0,-2-2 0 0,2 3-1 16,-7-3 3-16,1-1 1 0,-3 2 1 0,-2-1-1 15,0 1 5-15,-4-5-2 0,3 3-1 0,-5-2 0 16,1 3 5-16,-4 1 4 0,3 1-3 0,-2-2-12 15,-1 2-8-15,3 3-8 0,-4 0-29 0,-2 2-32 16,-1 0-32-16,1 1-50 0,-2 0-164 0,-2 1-374 16,1-3 166-16</inkml:trace>
  <inkml:trace contextRef="#ctx0" brushRef="#br0" timeOffset="59337.3">2646 13909 74 0,'0'0'285'0,"3"-13"-7"16,-3 13-17-16,4-10-17 0,-4 10-18 0,0 0-32 15,2-9-22-15,-2 9-19 0,0 0-24 0,0 0-31 16,0 0-18-16,0 0-21 0,0 0-40 16,0 0-47-16,0 0-63 0,8 28-70 0,-12-9-171 15,-1-4-360-15,-3 3 159 0</inkml:trace>
  <inkml:trace contextRef="#ctx0" brushRef="#br0" timeOffset="59550.12">1937 14485 268 0,'-7'1'273'0,"0"1"-12"0,7-2-13 0,-8 2-15 16,8-2-21-16,-6 3-22 0,6-3-20 0,0 0-13 15,0 0-15-15,0 0-12 0,34-7-12 16,-6 6-12-16,8-7-7 0,1 3-27 0,3-1-28 0,11-1-31 16,1-5-35-16,-1 1-31 0,-2 1-49 0,6 1-60 15,-1 1-62-15,-4-2-139 0,-11 1-392 0,0 1 174 16</inkml:trace>
  <inkml:trace contextRef="#ctx0" brushRef="#br0" timeOffset="59700.39">2929 14250 6 0,'0'0'362'0,"6"-5"-37"0,-6 5-15 16,4-2 10-16,-4 2-8 0,0 0-2 0,0 0-17 16,0 0-27-16,10-7-24 0,-10 7-31 0,0 0-20 15,4-2-47-15,-4 2-66 0,0 0-47 16,0 0-65-16,0 0-77 0,0 0-93 0,0 0-95 0,0 0-161 16,0 0-496-16,0 0 220 0</inkml:trace>
  <inkml:trace contextRef="#ctx0" brushRef="#br0" timeOffset="66120.2">4129 13728 14 0,'0'0'158'15,"-2"-10"11"-15,2 10 3 0,0 0-17 0,2-13-18 16,-2 13-20-16,0 0-11 0,0 0-13 0,0 0-10 15,0 0-8-15,0 0-11 0,0 0-2 0,-5 42-3 16,-3-14-3-16,4 4-2 0,-2-3 0 0,-1 1-8 16,0 2-3-16,0-5-9 0,-2 1 0 0,3-4-16 15,3-5-3-15,0 0 0 0,0-1-4 0,2-3 2 16,-2 0 0-16,2-3-2 0,1-4-2 0,-1-1 1 16,1-7-2-16,-2 11 9 0,2-11 3 0,0 8 13 15,0-8 10-15,0 0 9 0,2 7 7 0,-2-7-2 16,0 0-5-16,0 0-6 0,0 0-5 0,0 0-6 0,6-29-6 15,-2 13 3-15,0-1-2 0,0-1-7 16,3-7-3-16,2-1-2 0,-1 1 4 0,1-3-11 16,-2-2 0-16,0 5 5 0,3-5-10 0,0 0-3 15,2 0 3-15,-5-1 0 0,4 2-2 0,-3 0 4 16,0 2-7-16,0 2 4 0,-3 6-7 0,4 4 3 16,-4 3 1-16,-1 1-4 0,0 3 6 0,-2 0-3 15,1 1-4-15,1 3 1 0,-4 4-4 0,6-8-4 16,-6 8 2-16,8-4 1 0,-8 4-6 0,14 5 6 15,-5 2-4-15,2 4 1 0,1 2 3 0,0 2 5 16,4 7-3-16,-2 1 2 0,-1 0 1 0,1 5 1 0,-3-3 6 16,1 0 8-16,0 3-2 0,-1-2-2 0,-1 0-1 15,0-1 1-15,0-2-1 0,-3-4 0 16,2-2-1-16,-2 2 2 0,0-5-2 0,1 4 0 16,-3-3 0-16,3 0-1 0,-1-3 1 0,-2-1-2 15,2 0-15-15,-1 0-15 0,1 0-23 0,-3-3-30 16,-1-1-34-16,1-2-35 0,-2 3-25 0,1-4-10 0,-3-4-131 15,-7 10-337-15,7-10 149 0</inkml:trace>
  <inkml:trace contextRef="#ctx0" brushRef="#br0" timeOffset="66274.5">4158 13911 109 0,'0'0'139'16,"-5"-6"-16"-16,5 6-7 0,0 0-21 0,15-17-4 15,-1 11-14-15,6-1-8 0,8-2-33 0,5-3-27 16,6 5-30-16,10-7-28 0,2 4-22 0,-12 4-50 16,12-2-131-16,-14 1 59 0</inkml:trace>
  <inkml:trace contextRef="#ctx0" brushRef="#br0" timeOffset="66590.59">5086 13588 87 0,'0'0'185'0,"1"-9"-13"16,-1 9-11-16,0 0-16 0,0 0-15 0,0 0-11 16,0 0-12-16,-15 0-10 0,5 7-2 0,-3 5-12 15,-2 1-8-15,-3 5-6 0,1 2-8 0,6-4-6 16,2-1-4-16,1 3-3 0,4-5-9 0,0 1-4 16,7 2-4-16,-1 0-1 0,6 0-2 0,1 0-3 15,4 6 1-15,-1-7-9 0,1-1 0 0,3 0 1 16,-2 0-3-16,1 0-1 0,-1 0-6 0,3 1 4 15,-7-3-4-15,3 1 1 0,-2-1-1 0,-1 0-2 16,-3-1 0-16,-1-3 2 0,-1 2-2 0,-2-1-4 16,-2 2 0-16,-6-2 1 0,-1 4-1 0,-3 0 1 15,-2-1 4-15,-4 1 2 0,0-2-9 0,-2-1-3 16,1-2-5-16,0 2-13 0,5-4-12 0,-1 0-20 16,2 0-21-16,2-2-40 0,3-3-22 0,5-1-29 15,-9 5-90-15,9-5-275 0,0 0 121 0</inkml:trace>
  <inkml:trace contextRef="#ctx0" brushRef="#br0" timeOffset="66790.38">5366 13869 35 0,'4'-3'240'0,"-2"-3"-14"0,-2 6-19 0,7-7-20 0,-7 7-29 15,3-6-12-15,-3 6-16 0,0 0-15 0,0 0-7 16,8 16-10-16,-5-7-3 0,-1 7-16 0,0 1-3 15,1 0-10-15,-3 0-2 0,2 2-10 0,0 2-2 16,1-2-6-16,-1-2-1 0,-1 2-20 16,-1 1-38-16,2-1-44 0,-1-2-50 0,0-2-58 0,1 2-154 15,-2-6-345-15,-3-1 153 0</inkml:trace>
  <inkml:trace contextRef="#ctx0" brushRef="#br0" timeOffset="66975.39">5305 13648 179 0,'-6'-11'277'0,"4"0"-7"0,-1 2-24 0,1 1-16 16,-1 1-20-16,3 7-23 0,-2-11-24 16,2 11-20-16,-2-6-46 0,2 6-45 0,0 0-32 0,0 0-42 15,0 0-60-15,0 0-67 0,20 9-155 16,-13-2-329-16,3 3 146 0</inkml:trace>
  <inkml:trace contextRef="#ctx0" brushRef="#br0" timeOffset="67503.7">5984 13590 159 0,'2'-11'239'0,"-1"0"-9"0,3 1-8 15,-4 4-20-15,0 6-22 0,1-9-23 0,-1 9-20 16,0 0-15-16,0 0-7 0,0 0-6 0,8 17-8 16,-4 0-4-16,-2 4-6 0,2 4-6 0,-1 5-5 15,-1 2-2-15,1 0-4 0,-1-2-9 0,1 2-1 16,-3 0-8-16,1-4-4 0,0 2-5 0,0-1-23 16,-1-2-1-16,3 0-4 0,-2-8-2 0,2 6 1 15,0-6-3-15,-2 0 2 0,3-3-10 0,-6-4-16 16,6 3-24-16,-4-1-34 0,2-5-30 0,-1 3-43 15,-1-4-36-15,1-1-29 0,0 0-158 0,-1-7-392 16,0 0 173-16</inkml:trace>
  <inkml:trace contextRef="#ctx0" brushRef="#br0" timeOffset="67680.95">5855 13817 74 0,'8'-6'94'0,"3"0"-5"16,7 0-11-16,4 0-3 0,5 0-10 0,1 1-17 16,3 0-30-16,-2 3-13 0,0 0-14 0,-2 2-12 15,-7 0-18-15,1 0-6 0,0 0 2 0,-5 3-23 16,3-3-70-16,-6 4 32 0</inkml:trace>
  <inkml:trace contextRef="#ctx0" brushRef="#br0" timeOffset="68302.66">6237 13785 140 0,'0'0'13'0,"8"1"22"15,-8-1 19-15,0 0 18 0,0 0-1 0,0 0 0 16,10-4 7-16,-10 4 7 0,0 0 5 0,0 0 6 15,0 0-5-15,6-3-5 0,-6 3-9 0,0 0-6 16,0 0-11-16,0 0-6 0,0 0-6 0,12 2 3 16,-4 3-3-16,1 2-3 0,2-1 0 0,0 2-6 15,3 1 9-15,0 1-2 0,-3 1 4 0,2 2-7 16,-3 0 0-16,2 0-5 0,-2 0-2 0,0 0-2 16,-5-2-6-16,0 0-1 0,2-1-3 0,-6 2-1 15,0-1 2-15,-2 0-7 0,-3 0 2 0,0 0 1 16,-2-2-7-16,0 1 1 0,-2-1 0 0,-1-2 4 15,0 2-7-15,0-6-3 0,3 1 6 0,-2-1-7 16,2 0 0-16,6-3 5 0,-9 2-3 0,9-2-1 16,0 0-1-16,-12-2-24 0,12 2-3 0,0 0-8 15,0 0 0-15,0 0 0 0,17-27-2 0,-8 18-2 16,5-4 11-16,0 2-10 0,1 0-6 0,2-3 2 16,6 1 5-16,2-2 0 0,-2 0 9 0,0 0-2 15,2-1 0-15,-1 1 9 0,-7 4-2 0,2-1 2 16,-4-1 2-16,0 3 8 0,1-1 5 0,-3-1-4 15,-6 5 18-15,1-3 13 0,-2 2-2 0,-1 0 4 16,-1 1 4-16,0 2 4 0,-4 5 0 0,3-9-5 16,-3 9 0-16,1-7-3 0,-1 7-9 0,0 0-2 15,0 0-3-15,0 0-1 0,0 0 3 0,-24 21 4 16,11-5 1-16,2 1 1 0,-5 5-5 0,2 2 2 16,-1 1-3-16,4-4-6 0,5-2 6 0,-2-1-7 15,3-1 0-15,1-2-1 0,3-2-5 0,4-2 4 16,-2 2 3-16,3-3-1 0,3 0-1 0,1-3 1 15,2 1-2-15,2-4 1 0,1-1-2 0,-1 0 0 16,6-4 0-16,-1-1 2 0,1-1-3 0,0-1-1 16,-6-1 0-16,0-2 0 0,1 0-1 0,-3-2-2 15,-2-1 1-15,3-3-2 0,-5 2 0 0,1-3 0 16,-2 0-1-16,-4 1 1 0,6-3-4 0,-5 3 3 16,-1 1 1-16,-1-1-2 0,2 5 6 0,-2 0 3 15,0 8-2-15,-2-12 0 0,2 12-4 0,0-9-5 16,0 9-3-16,0 0 0 0,0 0 8 0,0 0-4 15,0 0-4-15,2 26 1 0,-2-15 5 0,1 4-6 16,-1 2 3-16,0-1 0 0,4 0-1 0,-2-4 0 16,2 4-21-16,1 0-26 0,-1 1-26 0,1-2-37 15,0-2-43-15,1-2-24 0,-3 1-146 0,0-2-350 16,1-1 155-16</inkml:trace>
  <inkml:trace contextRef="#ctx0" brushRef="#br0" timeOffset="69316.42">6931 13901 1 0,'3'-6'163'15,"-3"6"-19"-15,0 0 9 0,0 0-4 0,0 0 3 16,0 0-13-16,9 14-10 0,-9-14 1 0,1 15-12 16,3-5-8-16,-4-1-7 0,0 2-6 0,1 0-11 15,-1 0-8-15,1-2-5 0,1-3-6 0,-2-6-8 16,0 11-3-16,0-11-5 0,-2 9 5 0,2-9 7 15,2 7 7-15,-2-7 3 0,0 0-7 0,0 0-3 16,0 0-9-16,0 0 0 0,0 0-9 0,0 0 2 16,0 0-9-16,4-23-6 0,-2 12-5 0,1 0-6 15,1-4-11-15,0 0-2 0,1-3-6 0,1 2-3 16,2-2-4-16,1-5-2 0,-2 8-2 0,2-1 0 16,-2 6 1-16,-1 1-2 0,2 2 0 0,-2-3-3 15,0 6 2-15,0 0-1 0,-1 2 2 0,-5 2 1 16,12 1-5-16,-12-1 4 0,14 9 4 0,-8 1-5 15,-1 0 6-15,2 5-6 0,-2 1 2 0,1-2 6 16,-3 2 0-16,1-4 0 0,-1 2 5 0,1-4-6 16,-2 2 0-16,5-1 5 0,-4 0-4 0,3-3 2 15,-1 0 3-15,1 0-1 0,3-2 4 0,0-2-2 16,0 0 1-16,2-2-1 0,0 0 0 0,0-2-7 16,2-3 4-16,-3 1-5 0,2-1 2 0,-2-4 1 15,-2 3-9-15,-1-3-3 0,0-2 0 0,0 0 2 16,-3-1-1-16,0 0 2 0,0-7-1 0,0 2 3 15,-2 3-2-15,-2-5 2 0,0 1-1 0,-1 0 2 16,1 1 4-16,0 4-2 0,0 2 6 0,-1 2-1 16,1 7 2-16,0-10-4 0,0 10-3 0,0 0-2 15,0 0 2-15,0 0-2 0,0 0 1 0,0 0 0 16,0 0 0-16,7 20 4 0,-2-6 0 0,-2 3-1 16,2-1 4-16,0 1 0 0,-1 0 4 0,1-1 1 15,0 0-3-15,1 0 5 0,0 2 3 0,-1-3-4 16,-3 2 0-16,4-2-3 0,-5-1 2 0,1-2 3 15,0-1 4-15,-2 0-10 0,1-1 6 0,-1-3-4 16,0 1 0-16,0-8 0 0,0 10 0 0,0-10 3 0,-1 10-2 16,1-10-1-16,0 0 5 0,3 7-1 15,-3-7 4-15,0 0-12 0,0 0-4 0,0 0-6 16,0 0-8-16,0 0 7 0,5-28-3 0,2 16 0 16,-1-1-1-16,5-5-2 0,0 5 1 0,2-4 2 15,3-2-3-15,2-2 6 0,-1 0 2 0,0-1 1 16,-3 7-1-16,1-4 1 0,-4 3 0 0,1 1 2 15,1-1 8-15,-4 0 4 0,-3 7 11 0,-1-1 6 16,0 1 11-16,2 3-1 0,-6 2 8 0,-1 4-9 16,6-8 2-16,-6 8-10 0,5-6-9 0,-5 6-5 15,0 0 4-15,0 0-5 0,0 0 7 0,-2 24 7 16,-1-13 0-16,2 6-3 0,-5 1 1 0,4-2 3 16,0 1-2-16,4 0 0 0,-2-1 0 0,0 1 1 15,4-5 0-15,-1 4-3 0,1-6-4 0,1-1 2 16,0 1-3-16,4-4 2 0,1 2 1 0,-1-2-3 15,4-3 0-15,-3 0-2 0,-1-1-1 0,4-2-1 16,-3-2 1-16,0-2-4 0,2 1 1 0,-2-2 0 16,0-3 0-16,0 2-1 0,-3-4 2 0,0 1-7 15,0-2 0-15,-2-1 2 0,-1 1-3 0,-1-1 2 16,1-1 0-16,-4-2 1 0,2 0-2 0,-1 5-3 16,1-1 3-16,-2 0-3 0,2 2 4 0,-2 9-6 15,1-11 0-15,-1 11-4 0,1-7-3 0,-1 7-1 16,0 0 1-16,0 0 3 0,0 0-3 0,0 0 4 15,0 0 1-15,-4 34 7 0,3-24-6 0,1 6 7 16,-2 1 0-16,2-1-2 0,-2 3 1 0,1 0-2 16,1-1 11-16,-1-1 0 0,-1-1-21 0,2 1-19 15,0 1-10-15,0-7-18 0,0 7-16 0,2 0-27 16,-4-2-52-16,2-5-55 0,2 1-202 0,-5-1-440 16,1 0 196-16</inkml:trace>
  <inkml:trace contextRef="#ctx0" brushRef="#br0" timeOffset="69486.22">7559 13711 1502 0,'-3'-13'-16'0,"0"0"13"0,1 5-5 0,2 8-57 15,-1-14-10-15,1 14 9 0,0 0-15 0,4-9-4 16,-4 9-25-16,0 0-56 0,0 0-180 0,0 0 81 15</inkml:trace>
  <inkml:trace contextRef="#ctx0" brushRef="#br0" timeOffset="69754.06">7923 13649 76 0,'-2'-17'262'0,"-2"6"-9"15,2 1 2-15,2-1-1 0,-1 4-21 0,1 7-23 16,0-12-22-16,0 12-23 0,0 0-18 0,0 0-15 16,0 0-18-16,0 0 0 0,17 26-21 0,-11 1-6 15,2 2-7-15,-2 5-7 0,-2-1-8 0,-1-1-4 16,-1 3-7-16,2 1-4 0,-4-3-6 0,1-1-8 16,-3 1-1-16,3-1-4 0,0-3 0 0,2-1-6 15,-1-1-3-15,0-8-4 0,0 0-19 0,2-2-22 16,-1-1-28-16,-1-3-20 0,0 0-31 0,-1-3-52 15,1-1-49-15,0-2-40 0,-1-1-151 0,-1-6-426 16,0 0 189-16</inkml:trace>
  <inkml:trace contextRef="#ctx0" brushRef="#br0" timeOffset="70106.28">7923 13886 127 0,'13'-3'140'0,"0"1"-8"16,-2-2 0-16,8 3-12 0,-5 0-11 0,-1 3-4 16,0 0-16-16,2-2-6 0,-3 3 0 0,-1 1-4 15,0 1-6-15,-2 2 0 0,1 0 2 0,-4 2-7 16,0 1 4-16,0 0-6 0,0-1-4 0,0 1 7 16,-2-1-8-16,0 1-13 0,0 0 4 0,1-2-5 15,-2 0-5-15,2-2 2 0,1 1-6 0,0-3-2 16,2 1-5-16,-3-1-1 0,4-2-3 0,3 0-2 15,-3-2-1-15,-2 0-1 0,3-2-3 0,-1-2 2 16,0 0-3-16,2-1 0 0,-4-1 6 0,0-3 6 16,-1 1-2-16,-3-3-1 0,-1 0-2 0,2 0-1 15,-5-6-4-15,-3 3 0 0,1-3-3 0,-3-2-5 16,0 4-3-16,2 3 1 0,-4-2-2 0,0 2-11 16,2 2-13-16,0 1-17 0,-2 4-29 0,8 5-29 15,-15-2-34-15,15 2-22 0,-11 6-24 0,4 2-20 16,-3 4-111-16,2 5-325 0,3 0 144 0</inkml:trace>
  <inkml:trace contextRef="#ctx0" brushRef="#br0" timeOffset="70450.53">8298 14108 191 0,'5'-6'228'0,"0"2"-4"0,2-4-11 15,0-1-16-15,-2 0-13 0,4-1-18 0,-1-3-15 16,-2 1-10-16,3 0-17 0,1-2-12 0,-2-1-11 15,0-2-10-15,0 1-1 0,-1 2-12 0,-3-1-10 16,-1-1-3-16,-1 3-6 0,-4 2-7 0,1-1-6 16,-3-1-4-16,4 4-4 0,-2-1-2 0,0 4-7 15,0-2-2-15,2 8-4 0,-5-9-3 0,5 9-4 16,-3-9-8-16,3 9-8 0,0 0-4 0,0 0 0 16,5-7-1-16,-5 7-1 0,13-2 3 0,-5 4 2 15,5-2-1-15,-2 3 1 0,1 0-1 0,2-1-3 16,2 4 2-16,-2 2-3 0,-2-1 3 0,-1 0-1 15,0 1 0-15,-4 2 1 0,1-2-4 0,0 4 6 16,-2-3-3-16,-1 1 8 0,-1 1 6 0,-1 0-1 16,-2 2 4-16,0-2-3 0,0 1-1 0,-2-1 4 15,0 1-4-15,0-1 1 0,-1 1-2 0,0-2-12 16,0 0-28-16,1 1-40 0,-1 0-50 0,2-4-66 16,0 2-218-16,-2-2-438 0,2-7 194 0</inkml:trace>
  <inkml:trace contextRef="#ctx0" brushRef="#br0" timeOffset="71821.42">9156 13769 208 0,'2'-12'227'0,"-4"0"-12"0,2 3-14 15,0-1-10-15,0 10-13 0,0-12-19 0,0 12-20 16,0-7-17-16,0 7-13 0,0 0-12 15,0 0-9-15,0 0-6 0,0 0 2 0,7 37 1 16,-6-17-1-16,2 6-8 0,0-2 2 0,-1 2-17 16,-1 0-4-16,0-1-4 0,-1-5-6 0,5 0-3 0,1 4-4 15,-1-7-1-15,1-2-7 0,-1 2-3 0,3-3 3 16,0-4-6-16,0-1 0 0,3 1-4 16,-1-3 1-16,3-2 0 0,-2-1-1 0,2-1-4 15,2 0-3-15,1-4 3 0,-1-1-2 0,-2 0-2 16,1-1 1-16,-3-3-2 0,5-3-2 0,-2-3 6 0,-4 0-11 15,1-2 3-15,-2-3-2 0,2-1-4 0,0-6 5 16,-2 0-4-16,0-1-1 0,0 1 2 0,-4-2-2 16,0 1 0-16,-1 0 0 0,-1 6 1 15,-1 2 0-15,-1 6 1 0,-1-1-1 0,2 3-2 0,-2 2-1 16,0 7-4-16,1-11 5 0,-1 11-11 0,1-6-1 16,-1 6 1-16,0 0 1 0,0 0 1 0,0 0-2 15,4 36 0-15,-4-12 2 0,-1-6 2 0,3 10 3 16,1-5-2-16,-2 3-2 0,0-7 2 0,5 0 2 15,-1-1-1-15,1-3 2 0,2 3 3 16,1-4-1-16,1-1 7 0,0-3-7 0,0-3-2 0,4 1 4 16,-1-1 0-16,-1-3 1 0,2-1 3 0,2-3-2 15,-3 0-2-15,5-3 0 0,-4 1 4 0,3-3-3 16,-6-1 2-16,6-4-3 0,-4 0 1 0,1-3-3 16,-3-1 1-16,-1 0 1 0,-2-2-8 15,1-8 0-15,-3 6-3 0,-3-6-1 0,2-1 3 0,-4 5 0 16,-2 1 3-16,0 3 1 0,-2 0-3 0,2 4 2 15,-2 0-1-15,3 4-1 0,-2 0 1 0,2 8-2 16,-1-10-7-16,1 10 2 0,0 0-2 0,0 0 1 16,0 0 4-16,0 0-2 0,2 31 5 0,1-13-3 15,-1 1 5-15,2 7-2 0,2-2 1 0,1 0 2 16,1 0-1-16,0 2-1 0,0-1-4 0,1-3 5 16,-2-3 10-16,1 4-2 0,-4-6-7 0,0 0 3 15,-3 2-2-15,1-3-1 0,-4-3-12 0,2-2-9 16,-1 1-5-16,-2 0-7 0,2-5 2 15,0 1 3-15,1-8 1 0,-3 9 9 0,3-9-6 16,0 0-2-16,0 0-5 0,0 0-2 0,0 0-6 0,0 0-3 16,0 0 2-16,0 0 5 0,11-34 2 0,-5 24 4 15,4-5-1-15,3-3-2 0,5-3 1 0,1 1 5 16,3-2-3-16,2 0 8 0,-2-1 1 16,1 3 4-16,-3-5 0 0,-2 2 15 0,1 3 4 0,-6 5 3 15,0-2 4-15,-4 0 7 0,1 3 11 0,-4 2 4 16,-1 2-4-16,-1 1 9 0,-1-3 6 0,-2 6 2 15,0-3-7-15,1 2-3 0,-2 7-8 0,-4-9 1 16,4 9-5-16,-8-4 0 0,8 4-6 0,-12 2 4 16,12-2-3-16,-21 14-4 0,4 2-1 15,7-3 0-15,-6 8-1 0,3 3-1 0,3-7-2 0,3 2 1 16,2 0 1-16,4-3 0 0,-2 0 1 0,2 0-6 16,1 1 2-16,4-5 2 0,0 0 0 0,5 1-3 15,2-2 2-15,2-3 0 0,0-1-1 0,2-2 4 16,4 0-6-16,2-4 14 0,2 1-12 15,-2-5-2-15,6 0 2 0,-6-2-2 0,0 0 0 0,1 0 3 16,-4-5-2-16,1 1 1 0,-1-4-1 0,1-4-2 16,-5 4-1-16,-1 0 4 0,-4-2 0 0,1 1-4 15,-2-2 4-15,-2 0-2 0,-2-1-2 0,0-2 1 16,1 3 0-16,-3 0 2 0,1 0 1 16,-3 7 5-16,0-1 2 0,0 4-1 0,0 6 0 0,1-11-2 15,-1 11-7-15,0 0-2 0,0 0-4 0,0 0 4 16,0 0 1-16,0 0-1 0,-7 21-1 0,3-6 4 15,0 1-4-15,3 3 1 0,-4-2 1 0,3 2-2 16,1 1 1-16,0-1 1 0,0 0-2 0,-1-1 3 16,1 1-4-16,2-1 3 0,1 1-3 0,-2-1-10 15,1-1-8-15,1-1-14 0,0-3-20 0,-2 2-14 16,0-2-27-16,1-1-53 0,0-3-34 0,-1 1-217 16,-1-1-432-16,1-1 192 0</inkml:trace>
  <inkml:trace contextRef="#ctx0" brushRef="#br0" timeOffset="72252.33">11110 13807 2122 0,'0'-18'28'0,"-1"0"37"0,-3 2 0 0,-3 0-12 15,2 5 2-15,-2 1 6 0,-1 1-3 0,-2 1 2 16,1 2-3-16,-2 1 5 0,0 2 0 0,-1 5 0 15,-6 3-3-15,0 4-3 0,-4 6-1 0,2 4-3 16,2 2-3-16,3 2 1 0,-1 1-10 16,6 1-4-16,-1-3-5 0,5 3-3 0,4-4-1 0,3-4-1 15,0 2-8-15,3-3 0 0,3 1 0 0,0-2-2 16,5-2 2-16,-1-1-1 0,3-2-3 0,-2-5-6 16,1 0-5-16,-2 1-8 0,1-5 8 0,0-1-10 15,0 0 5-15,1-4 4 0,-3-1 0 0,0-2-7 16,2 0 2-16,-5 0 0 0,2-5-2 0,-1-1 1 15,1-4 3-15,-3 3-3 0,1-3-1 0,-1 1 2 16,-2 1 1-16,2 0 7 0,-2 2-10 0,-1 1 7 16,-1 2 10-16,1 4 0 0,-2 1 4 0,-1 5-3 15,4-9-7-15,-4 9-6 0,0 0 3 0,0 0 2 16,0 0 2-16,0 0 5 0,0 0 1 0,3 20 4 16,-5-8-3-16,1 1 1 0,0-2-1 0,-1 5 3 15,2 0-4-15,0 2 0 0,2-1-2 0,0 1-12 16,2 0-30-16,-1-2-31 0,2 3-57 0,-2-2-71 15,5-1-77-15,-5 0-225 0,3-6-533 0,-1 1 235 16</inkml:trace>
  <inkml:trace contextRef="#ctx0" brushRef="#br0" timeOffset="72826.39">11910 13643 191 0,'2'-11'214'0,"-1"2"1"16,-1 3 2-16,0 6-8 0,3-12 3 0,-3 12-27 16,2-7-24-16,-2 7-20 0,0 0-13 0,0 0-8 15,0 0-8-15,4 28-3 0,-3-1 3 16,2 5-2-16,2 15-1 0,-5 0 1 0,0 1-4 15,0 0-2-15,0-2-12 0,2-1-7 0,-2-10-2 0,2 0-12 16,-2 1-1-16,1-3-1 0,3-1-12 0,1 0-9 16,-2-3-3-16,0 2-2 0,2-5-4 15,-1 1-6-15,-1-7-5 0,2-1-22 0,-3 0-30 16,0 0-34-16,-2-2-31 0,-2 1-46 0,0-1-64 16,-3-5-56-16,-2 1-224 0,-1-2-520 0,-5-1 231 0</inkml:trace>
  <inkml:trace contextRef="#ctx0" brushRef="#br0" timeOffset="73066.47">11983 13866 98 0,'17'-8'186'0,"0"4"-9"0,3 2-13 15,-7 3-2-15,3 1-8 0,2 5-11 0,-6-1-9 16,3 5-8-16,-3 1-3 0,-3 2-7 15,-1 0-8-15,-4 4-9 0,-1 0-6 0,-3 0-20 0,-5 7-8 16,-1-6-3-16,-3 4-7 0,-3 1-1 0,-5-3-7 16,0-1-5-16,-2 0-3 0,-5-1-5 15,1-4-18-15,2-1-23 0,1-4-36 0,2 0-40 16,2-2-42-16,-1-2-37 0,6 1-163 0,-3-4-353 16,7-2 156-16</inkml:trace>
  <inkml:trace contextRef="#ctx0" brushRef="#br0" timeOffset="73338.16">12165 14059 42 0,'0'0'189'16,"9"-2"-4"-16,-9 2-4 0,14-2-12 0,-8 2-2 0,5 0-11 16,1 1-18-16,1-2-7 0,1 2-10 0,1-1-15 15,-2 0-9-15,3 0-8 0,-2 0-12 16,2-2-5-16,-3 1-7 0,1-1-4 15,-5 0-6-15,1-1-8 0,0-2 1 0,-3 3-4 0,-3-3-4 16,-2-2-6-16,1 1 2 0,-3 6-2 0,-1-14-1 0,-5 6-3 16,-1 0-2-16,-1-1-5 0,-2 2-4 15,-1-1-3-15,0 3-2 0,-3 0-3 0,1 2-1 16,1 1-2-16,0 2-11 0,2 1-14 0,-2 3-17 16,2 1-27-16,1 0-33 0,1 3-33 0,5-1-46 15,0 3-172-15,-1 0-373 0,4-3 165 0</inkml:trace>
  <inkml:trace contextRef="#ctx0" brushRef="#br0" timeOffset="73586.42">12567 13666 12 0,'2'-9'256'0,"0"-2"-16"0,-2 5-26 16,0 6-23-16,0-11-24 0,0 11-19 15,0 0-1-15,0 0-10 0,15 17-7 0,-11-1-5 16,3 8-8-16,-1 4-2 0,3 2-9 0,0 1-7 0,-5 3-13 16,1 0-3-16,1-2-12 0,-1-2-4 15,2 1-8-15,-6-2-4 0,3 0-5 0,0-2-4 16,-2-2-20-16,-2 0-21 0,0-5-26 0,0-2-31 16,0-1-49-16,-2-2-46 0,0-4-50 0,-4 1-176 15,1-3-403-15,-5 0 179 0</inkml:trace>
  <inkml:trace contextRef="#ctx0" brushRef="#br0" timeOffset="73739.25">12517 13866 123 0,'10'-6'130'15,"5"-1"-15"-15,-1 4-10 0,4 0-21 0,2 3-36 16,-1 3-54-16,0-1-48 0,-3 8-38 0,-2-3-97 15,-1 5 43-15</inkml:trace>
  <inkml:trace contextRef="#ctx0" brushRef="#br0" timeOffset="73985.5">12749 14122 21 0,'6'-5'211'0,"3"-3"-13"0,1-1-8 16,-1 1-14-16,5-4-12 0,-3 0-7 0,0-2-5 15,2 0-8-15,-2 0-17 0,2 1-10 0,-3-2 3 16,-3 2-3-16,1-1-7 0,-3 2-9 0,-3-1-6 16,3 1-12-16,-5 0-3 0,0 1-5 0,-5 0-7 15,1 1-6-15,3 3-6 0,-5 1-7 0,2 2-8 16,4 4-2-16,-14-1-5 0,3 5-5 0,0 3-3 16,-3 4-2-16,1 4-10 0,2-2-20 0,3 2-25 15,0 5-34-15,5-2-41 0,-1 5-31 0,4-4-47 16,4-2-41-16,-1 7-130 0,1-5-384 0,3-3 171 15</inkml:trace>
  <inkml:trace contextRef="#ctx0" brushRef="#br0" timeOffset="74180.89">13009 14039 180 0,'12'-24'177'0,"-1"0"0"15,-4 6-2-15,4 0-9 0,-2 2-7 0,0-1-5 16,3 4-9-16,-6 2-12 0,-1 3-14 0,1 4-13 15,0 0-11-15,0 1-10 0,-6 3-11 0,13 0-1 16,-13 0-14-16,11 9-3 0,-4 1-7 0,-2 0-4 16,-1 6-3-16,-2-6-5 0,0 9-25 0,0-1-23 15,-4 1-34-15,0 0-57 0,2 0-58 0,0 6-174 16,0-9-361-16,0 0 160 0</inkml:trace>
  <inkml:trace contextRef="#ctx0" brushRef="#br0" timeOffset="74446.2">13362 13699 147 0,'3'-17'265'0,"-1"8"-2"16,-4-1-19-16,4 4-26 0,-2 6-25 0,2-8-25 15,-2 8-11-15,0 0-11 0,0 0-2 0,8 31 19 16,-7-7-9-16,4 6-2 0,-5 0-10 0,0 1-9 15,2 4-4-15,-2-3-13 0,0 1-15 0,0-2-5 16,-2-2-12-16,2 1-4 0,0 0-10 0,2-1-9 16,-2-4-2-16,0-4-8 0,0-3-28 0,-2 0-41 15,2-1-24-15,2-2-30 0,-4-3-29 0,2-1-39 16,0-2-52-16,-3-1-37 0,3-8-44 0,-2 10-143 16,2-10-449-16,-5 7 198 0</inkml:trace>
  <inkml:trace contextRef="#ctx0" brushRef="#br0" timeOffset="74707.64">13241 13996 95 0,'0'0'152'0,"4"-10"-17"0,-4 10-15 0,9-7-9 16,3 3 3-16,1 0-15 0,7-1-10 0,0 1-10 16,7 0-4-16,2 1-9 0,-1-2 1 0,-4 4-5 15,3 0-6-15,-6 0 0 0,-4 1 7 0,-3-3-4 16,-1 3-3-16,-2-1 0 0,-5 1-4 0,-6 0-4 15,13 0 6-15,-13 0-6 0,10 0-2 0,-10 0 6 16,5 4 9-16,3-1 12 0,-6 2 1 0,-2-5 4 16,2 13-5-16,0-4-9 0,0 0-2 0,2 3 1 15,-3 1-15-15,-1 3-3 0,2 0-8 0,-2-1-4 16,0-1-30-16,0 1-21 0,0 2-27 0,0-4-44 16,2-2-57-16,-2 1-46 0,0 0-164 0,2-1-386 15,-2-2 172-15</inkml:trace>
  <inkml:trace contextRef="#ctx0" brushRef="#br0" timeOffset="75265.98">13859 13919 129 0,'-9'-7'288'0,"-3"0"-13"16,3 4-30-16,-1-1-14 0,-2 4-17 0,-1 2-18 16,-1 0-16-16,3 5-12 0,-2 2-18 0,-1 4-8 15,-4 6-18-15,4-3-8 0,3 5-10 0,2-3-12 16,2 1-10-16,3-2-5 0,0 1-11 0,4 0-4 16,4-2-7-16,2 0-5 0,4-3-9 0,-3-2-2 15,5-3-13-15,-2 1-7 0,6-2-15 0,-3-2-3 16,3-1-8-16,-2-3-4 0,-1-1-3 0,2-3-4 15,-3-1 4-15,5-2 1 0,-7 1 0 0,3-3-1 16,-4 1-1-16,2-2 6 0,0-5-1 0,-2-2 0 16,1 3 0-16,0-1 2 0,-3 0 1 0,3-1 10 15,-6 3-11-15,1 2 1 0,-1-2 3 0,0 5 3 16,-1-1-1-16,-1 2 3 0,-2 6-4 16,7-7-3-16,-7 7-1 0,0 0 1 0,0 0 0 15,0 0 6-15,0 0-1 0,-3 21 1 0,1-8 0 0,2-2 0 16,0 7-2-16,0-1 3 0,0 2 0 0,0-2-8 15,5-2-26-15,-1 0-43 0,-1-2-62 0,3-1-57 16,-1-1-244-16,1-1-471 0,2-2 209 16</inkml:trace>
  <inkml:trace contextRef="#ctx0" brushRef="#br0" timeOffset="75491.7">14185 13801 1906 0,'4'-46'55'0,"-2"14"20"0,0 3 40 16,-4 3 11-16,2 8 0 0,2 4-9 0,-2 2 0 0,1 2-15 16,0 3-20-16,-1 7-10 0,-1-9-17 0,1 9-2 15,0 0-6-15,0 0 14 0,6 32-12 0,-4-3-3 16,2 7-4-16,-1 10 0 0,-1 2-1 0,3-3-6 16,-2-11 0-16,3 2-7 0,-2-3-5 0,-1 2-12 15,1-5-26-15,0 4-39 0,2-4-36 0,0-3-44 16,-4 0-53-16,3-7-58 0,-3-1-211 0,0-2-494 15,0-4 218-15</inkml:trace>
  <inkml:trace contextRef="#ctx0" brushRef="#br0" timeOffset="76370.09">14874 13966 180 0,'-13'-12'268'15,"-2"4"-24"-15,1 1-16 0,0 2-13 0,2 3-22 16,-3 2-15-16,-3 2-16 0,0 4-16 0,4 2-15 15,-3 4-13-15,-4 7-9 0,7 3-9 0,-2 1-31 16,5 0-5-16,5-4-6 0,2-2-5 0,3 4-6 16,4-2-6-16,2-1-4 0,3 0-4 0,4-2-1 15,-1-1-2-15,2-1-1 0,5-1-4 0,1-3-4 16,-2 0 2-16,3-3-4 0,-2-3 0 0,0-1-1 16,-1-1-3-16,-4-5 2 0,-1 1-1 0,0-2-1 15,-1-4-2-15,-2-1-2 0,0-1 2 0,1-6-4 16,-4-2 2-16,-1-6-4 0,0-2 2 0,-1-3-2 15,-4-2-1-15,0 1-3 0,0-4 1 0,5 0-1 16,-3-1 0-16,-2-11 0 0,4 11 2 0,-4-1 9 16,0 0-8-16,0 2-4 0,2 2 5 0,-2 3-1 15,-2 2 9-15,4 2 1 0,-2 8 8 0,0 1 2 16,-2 5 5-16,2 4-4 0,0 0-6 0,0 7-5 16,0 0-7-16,0 0 0 0,0 0 2 0,0 0-3 15,0 0 3-15,0 30-8 0,0-5 2 0,0 6-1 16,2-1 1-16,-2 3 0 0,2 12 4 0,1-12-3 15,0-1 4-15,3 2 0 0,-1-4 1 0,3 1 0 16,1-4-2-16,1 1 0 0,0-4 0 0,1 1-2 16,-1-8 3-16,0 1-2 0,2-3-3 0,0-4 3 15,0 2 1-15,-3-4-2 0,1-2 0 0,3-2-2 16,1 1 1-16,-1-2 2 0,-2-1-1 0,2-4 1 16,5 1 2-16,-6-4-3 0,-1 1 0 0,3-4 3 15,-3 1-3-15,2-5-1 0,1-3 4 0,-3 3-9 16,1-1 4-16,-2-3 0 0,-2 0-1 0,-1 0 0 15,-4-2-5-15,4-2 3 0,-5 3 0 0,1 3 2 16,-3 2-3-16,0-1 1 0,0 0 1 0,0 3 3 16,0 9 4-16,-2-12-5 0,2 12-5 0,0 0-4 15,-2-4 5-15,2 4-3 0,0 0 6 0,-15 14-7 16,7-5 0-16,1 3 3 0,3 1-1 0,2-2-1 16,-8 5 1-16,10-1 2 0,0 3-2 0,4-2-11 15,-2-3-25-15,3 2-30 0,2-1-19 0,2 1-36 16,-1-6-50-16,3 1-50 0,-1-2-44 0,-1 2-174 15,1-4-476-15,1 0 211 0</inkml:trace>
  <inkml:trace contextRef="#ctx0" brushRef="#br0" timeOffset="76526.25">15301 13725 56 0,'-4'-8'151'0,"4"8"-21"0,-4-12-35 0,4 12-33 16,0 0-26-16,0 0-29 0,0 0-35 0,0 0-58 16,0 0-91-16,0 0 41 0</inkml:trace>
  <inkml:trace contextRef="#ctx0" brushRef="#br0" timeOffset="76995.2">15477 13888 152 0,'0'0'213'15,"13"8"-10"-15,-8-2-12 0,0 3-4 0,3 2-10 16,-3-1-10-16,0 5-7 0,0 0-14 0,2 2-13 16,-1 0-8-16,0 0-17 0,0 1-4 0,1-1-14 15,-1-2-7-15,0-1-6 0,1 1-7 0,-2-3-9 16,2 0-4-16,-2-3-8 0,0 0-2 0,-1-2-9 15,1 1 0-15,-1-3-3 0,-2 1-4 0,2 0-4 16,-4-6 4-16,5 6-7 0,-5-6 3 0,5 5-1 16,-5-5 2-16,0 0-4 0,9 2 2 0,-9-2-4 15,0 0-4-15,9-9-3 0,-9 9-1 0,5-13 3 16,1 4-3-16,-1-2-4 0,1-3-3 0,-1-1-4 16,1-3-4-16,5 1-4 0,-4-7-5 0,0 6 11 15,0-6-11-15,-3 6 0 0,3-6 1 0,-2 5-1 16,0 0 1-16,-4 1 1 0,3-1 2 0,-3 2-3 15,1 6 4-15,-1-1 1 0,0 3 2 0,-1-1 0 16,0 10 1-16,-1-12-2 0,0 6 2 0,1 6-3 16,-3-9-3-16,3 9 0 0,-6-3 3 0,6 3-2 15,0 0 2-15,-21 12-3 0,12-6 3 0,3 3-5 16,0 0 2-16,0 1 5 0,2 1-1 16,2 0-3-16,2-1 3 0,2-1 1 0,2 1 0 0,2 1-8 15,6 2-13-15,2-4-21 0,2 1-25 0,2-1-30 16,2 0-54-16,2-6-29 0,2 4-44 0,-5 0-122 15,1-2-377-15,-7-4 166 0</inkml:trace>
  <inkml:trace contextRef="#ctx0" brushRef="#br0" timeOffset="77190.15">16005 13879 144 0,'2'-16'212'0,"-2"16"-3"0,3-11-8 0,-3 11-22 16,0 0-21-16,3-8-17 0,-3 8-9 0,0 0-2 15,0 0 12-15,0 0-11 0,1 27-10 0,-1-12-4 16,-3 3-5-16,5-1-11 0,-5 2-9 0,0 0-8 16,1 6-11-16,-1-5-7 0,1 4-3 0,-1-3-21 15,6-4-29-15,-7 2-35 0,4-4-52 0,0 3-52 16,1-6-68-16,-1 1-181 0,0-4-405 0,0-9 179 16</inkml:trace>
  <inkml:trace contextRef="#ctx0" brushRef="#br0" timeOffset="77366.28">15974 13657 46 0,'0'0'211'0,"-5"-4"-23"0,5 4-31 0,0 0-43 16,0 0-62-16,-7 15-61 0,7-15-118 0,5 17-137 15,2-5 61-15</inkml:trace>
  <inkml:trace contextRef="#ctx0" brushRef="#br0" timeOffset="78332.39">16530 13930 215 0,'-6'-8'297'0,"-3"-1"1"0,-1 1-6 0,-1 3-18 16,-4-1-16-16,2 2-24 0,1 0-27 0,-5 4-21 16,-1 0-9-16,1 3-22 0,0 3-13 0,0 1-16 15,2 2-11-15,-1 3-16 0,3 1-7 0,2 0-9 16,1 1-10-16,5 2-6 0,1-4-5 0,1 5-8 16,4-1-8-16,3 0-2 0,-1 0-5 0,6-1 1 15,-2-1-7-15,4-1-6 0,-1-2-5 0,1-4-7 16,6 2-6-16,0-4 3 0,-1 1-14 0,1-3-28 15,2-1 2-15,-6 0 0 0,0-4 4 0,-1-2 0 16,0 2 2-16,-1-3-4 0,-2-3-3 0,-1 0-3 16,-1-4 4-16,0-1 2 0,-2-4 1 0,0-1 13 15,-1-8-8-15,-3 7 0 0,1-6 4 0,-2-1 3 16,0-1-3-16,1-4 4 0,0 0 5 0,-1 2-1 16,-2-2-2-16,2-2 0 0,-2 4 7 0,1 0 4 15,1 2 4-15,0 4 9 0,-1 5 3 0,0 2 0 16,2 5 6-16,-2 1 7 0,-1 2-5 0,2 8-7 15,0-10-4-15,0 10-7 0,0 0 2 0,0 0-3 16,0 0 2-16,0 0-4 0,3 36 4 0,-4-12-7 16,1 5 0-16,0 2 1 0,0 4 0 0,0-4 3 15,0 2-7-15,-2 2 4 0,2-3 1 0,0-2 0 16,3-1-2-16,1-2-3 0,0 0 5 0,-2-6 3 16,4-5 0-16,-1 2-4 0,3-1 2 0,-1-3 2 15,-1-3-6-15,2-2 1 0,-1 2 5 0,0-4 0 16,1 1-1-16,0-4-4 0,1-1 3 0,0-1-5 15,4 0-6-15,-1 0 2 0,-1-4-6 0,0 0-6 16,1-2-3-16,1-1-1 0,-2-1 1 0,1-2-1 16,-1-2 1-16,1 0 0 0,-1-3-1 0,1-2 0 15,-3 1 2-15,0-2-1 0,-2 0 3 0,0 2 0 16,0-4 4-16,-1 7 2 0,0-5 0 0,-2 5 1 16,-3 2 8-16,2-3 0 0,-1 4 7 0,-1 2 4 15,-1 6 1-15,2-11 2 0,-2 11-4 0,-2-11-3 16,2 11-1-16,0 0-1 0,-3-8-2 0,3 8-3 15,0 0 0-15,-17 6 2 0,9 0-3 0,-1 3-1 16,1 0 1-16,-3 3-1 0,2 3 1 0,0-1 0 16,3 0 2-16,1 2-1 0,2-4-1 0,2 3 2 15,0-1 2-15,2-2-5 0,0 0 2 0,2 0 4 16,2 0 1-16,-2-2 1 0,3 0-2 0,5-2 0 16,2 3 1-16,4-2 1 0,-2-3 0 0,3-3 2 15,2 2-2-15,0-3-1 0,0 0 0 0,-3-4 0 16,1 2 4-16,-2-3 0 0,1-1-2 0,1-1-3 15,-5-2 1-15,3 0 3 0,-3-3 0 0,0-1-1 16,1 0 0-16,-3-2-5 0,-3 2 8 0,-1 0-3 16,3-5 2-16,-4-1-1 0,-2 2-2 0,-2 1-1 15,0-2 3-15,0 0 1 0,-2 0-2 0,1 6 6 16,-1-1 4-16,0 2-1 0,-1-1 2 0,1 10-2 16,3-11 2-16,-3 11-5 0,2-10-4 0,-2 10 2 15,7-5-7-15,3 3-1 0,3 2 3 0,5 0-5 16,1 2 4-16,-1-1-3 0,2 5 0 0,-1 0 0 15,-2 1-3-15,1 0-2 0,-4 2 1 0,-3-2 1 16,0 1 0-16,-4 3-1 0,2-2-2 0,-3-1 6 16,0 3-1-16,-3-1 2 0,0 1-2 0,0 0-3 15,-2-2 3-15,0 3 0 0,0-2 4 0,2 2-20 16,-3-4-23-16,4 4-32 0,-2-2-42 0,0-2-46 16,3-2-58-16,1 3-69 0,-1-3-148 0,0 0-472 15,-5-6 209-15</inkml:trace>
  <inkml:trace contextRef="#ctx0" brushRef="#br0" timeOffset="104918.52">17946 14039 81 0,'-1'-5'184'0,"1"5"-10"0,0 0-21 0,0-9-15 15,0 9-19-15,0 0-10 0,0 0-8 0,0 0-8 16,0 0-9-16,0 0-5 0,0 0-9 0,0 0-5 16,4 33-3-16,-3-23-4 0,0-1-4 0,1 3-3 15,-1-3 0-15,0 1-1 0,-1-3-10 0,1 0-1 16,1 1-3-16,-2-8 0 0,0 10 12 0,0-10 0 15,0 0 9-15,0 10 12 0,0-10-1 0,0 0 1 16,0 0-4-16,0 0-4 0,0 0-10 0,0 0-3 16,0 0-8-16,-13-17-4 0,8 9-2 0,-1-3-3 15,2-2-5-15,-2-3-2 0,3-1 0 0,-1-1-5 16,4 1-2-16,-2-1-2 0,1-7-2 0,2 7-5 16,1-10-2-16,5 10 1 0,-1 1 0 0,0 2-1 15,4 2-3-15,2 0-3 0,-1 2 2 0,5 3-4 16,-4 3-2-16,8 1 3 0,-1 3-7 0,0 5 6 15,3 2 2-15,-3 3 0 0,6 5-2 0,-8 0 5 16,3 4-6-16,-3 1 2 0,1 2-1 0,-8-3-4 16,2 2 6-16,-2-3-5 0,-4 2 2 0,-1-3 5 15,2-1-9-15,-6-3 7 0,3 0 0 0,-4-3-3 16,1 2 4-16,0-4-5 0,-1 0 4 0,0-7 1 16,2 10 0-16,-2-10 2 0,1 8 2 0,-1-8-1 15,0 0 1-15,2 5-1 0,-2-5-5 0,0 0-5 16,0 0-5-16,0 0-2 0,12-18 2 0,-6 10-1 15,1-3-2-15,2-3-6 0,-3-3 0 0,3 1-2 16,2-2-4-16,1 3 0 0,0 0 3 0,0-1 5 16,-3 9-1-16,-1-3-5 0,1 3 8 0,-3 2-1 15,-1 4 2-15,-5 1 0 0,0 0 5 0,19 7-1 16,-12 0 0-16,2 2 1 0,-1-2 1 0,0 5 5 16,3-1-2-16,-1 2 3 0,3-1 3 0,-2-2-4 15,1-1-2-15,1 0 4 0,2-3 1 0,1 2-2 16,2-3 2-16,0-3-1 0,1-2 5 0,-2-2-1 15,1-2 4-15,-1-3-9 0,-1 0 7 0,1-1-5 16,-3-2 5-16,-4 2-4 0,0-1 2 0,1-6-1 16,-5 4 1-16,2-5-1 0,-5-1-1 0,-3 0 1 15,2 3-3-15,-5-2 0 0,-1-1 1 0,1 1 0 16,-1 3 0-16,-1 4 6 0,1 0 5 0,0 2-6 16,-3 1 1-16,1 2-4 0,-3 3 1 0,9 1 1 15,-18 11-2-15,5-4 0 0,-1 7-1 0,2 0-2 16,3 2 4-16,1 1-3 0,0 0 3 0,7-1-1 15,0 1 1-15,5 0 1 0,1-1-3 0,4 1-3 16,0-2-17-16,5-1-21 0,-2 0-22 0,4 0-33 16,2-3-26-16,-1-2-31 0,0-1-11 0,1 0-9 15,-1-2-96-15,-3-3-292 0,-3 0 130 0</inkml:trace>
  <inkml:trace contextRef="#ctx0" brushRef="#br0" timeOffset="105132.58">18958 13793 90 0,'4'-17'156'0,"-3"-1"13"0,2 9 6 0,-2 1-5 16,1-1-21-16,-2 9-14 0,1-7-14 0,-1 7-14 15,0 0-5-15,0 0 2 0,0 0-10 0,1 36-3 16,-1-18-1-16,0 7-10 0,-2 1-7 0,-1 2-4 16,0 0-7-16,3-2-7 0,0 2-6 0,0-2-4 15,0 2-2-15,-1-1-5 0,4-2 0 0,-1 0-12 16,0-7-27-16,0 0-29 0,-1-2-21 0,2-2-33 15,-2-2-35-15,2-1-39 0,-3 1-28 0,1-5-98 16,-1-7-308-16,-2 10 137 0</inkml:trace>
  <inkml:trace contextRef="#ctx0" brushRef="#br0" timeOffset="105820.55">18915 13934 59 0,'6'-9'114'0,"3"1"13"15,4-4-18-15,2 2-12 0,2 0 5 0,2-2-12 16,-2 1 3-16,2 1-8 0,-4-1 0 0,1 4 1 16,-5 0-11-16,3-3 5 0,-4 2-2 0,-1 0 1 15,0 1 6-15,-2 2-1 0,-1-2 1 0,-1 1-5 16,-1 2-9-16,0-2-7 0,-4 6-5 0,6-7-12 0,-2 4-5 16,-4 3-10-16,0 0 1 0,0 0-4 15,0 0-4-15,6 12-3 0,-4-1-4 0,-1 4 1 16,-1 2-3-16,0 2-2 0,0 6-3 0,-1 1-1 15,1 1 3-15,1-1-1 0,-1-8 0 0,3 7-5 16,-5-6-1-16,4 0 3 0,-1 0-2 0,2-3-3 16,-3 0 2-16,1-5-4 0,-1 2 6 0,1-5-7 15,-1-1-6-15,0-7 6 0,1 10 3 0,-1-10 0 16,4 6 3-16,-4-6-6 0,0 0-3 0,0 0-6 16,0 0 0-16,14-13-1 0,-7 5 4 0,-1-1-6 15,2-2 8-15,1-3-7 0,0-1 6 0,1 1-2 16,0-1-2-16,-1 6 2 0,-1 0 0 0,-1 1-2 15,1 2 5-15,0 0-3 0,-2-1 4 0,2 5-1 16,-8 2-3-16,9-3 1 0,-9 3-2 0,10-1 5 16,-10 1-4-16,14 1 1 0,-8 0 5 0,2 2-3 15,-2 0 4-15,6 0-2 0,-6-1 2 0,5 0-2 16,-1 1 1-16,0-1 1 0,0-1 3 0,-1 1-6 16,1-4 5-16,-2 2-1 0,-8 0 4 0,13-1-2 15,-13 1 0-15,10-2 1 0,-5-2-1 0,-5 4-1 16,8-6-4-16,-8 6 2 0,6-8-3 0,-3 4 1 15,-3 4 1-15,0 0-2 0,1-7-4 0,-1 7 0 16,0 0 0-16,0 0 5 0,0 0-3 0,0 0 4 16,0 0-4-16,1 25 0 0,2-15 3 0,-1-1 1 15,1 2-1-15,1-2-2 0,0 0 1 0,2-2-3 16,3 3 5-16,1-4 3 0,2 0-6 0,0-2 6 16,1 1 2-16,5-3-3 0,0-2 1 0,-1-2 1 15,2-1-1-15,-4-3 1 0,-1 0-7 0,-2 1 9 16,-3-2-4-16,-3-1 1 0,2 0 3 0,-6-2-5 15,-2 0 2-15,0 0-3 0,-2-1 5 0,-2-4-5 16,-4 1 0-16,3 3 1 0,0 0-1 0,-2 1 0 16,-1-1 0-16,3 7-9 0,-3-3-11 0,1 3-10 15,7 4-2-15,-12-2-12 0,12 2-15 0,-14 7-18 16,8-1-25-16,0 2-29 0,2 3-33 0,2-1-91 16,2 0-276-16,6 0 122 0</inkml:trace>
  <inkml:trace contextRef="#ctx0" brushRef="#br0" timeOffset="106215.45">20046 13932 56 0,'-3'-9'209'0,"0"0"-5"0,-1 0-15 16,-5 2-10-16,2 0-4 0,-2 2-18 0,-2 1-17 16,-1 4-9-16,1 1-13 0,-6 2-10 0,-1 4-17 15,2 1-2-15,-1 2-12 0,3 2-4 0,0-1-10 16,1 4-8-16,6-5-1 0,0 6-8 0,1-6-4 15,5 1-1-15,-1 0-5 0,4 0-1 0,3-1-7 16,0-1-2-16,1 0 0 0,3-4-5 0,0 0 1 16,0 0-3-16,1-3-1 0,3-1-1 0,-1-1-3 15,0-3 4-15,0-3-5 0,-1-1 1 0,3-2-2 16,0-3-1-16,-4 3 0 0,1-5 0 0,0-1-3 16,-3-2-4-16,1-1 3 0,-3 0 5 0,1-7-6 15,-2-1 7-15,1 0-9 0,-1-3 8 0,-2 1-8 16,1 1-3-16,-2-1 5 0,2 4 1 0,-4 5 1 15,0 4 12-15,0 2 1 0,0 2 7 0,0 3-3 0,0 1-8 16,0 7-3-16,1-9-3 0,-1 9 1 16,0 0-4-16,0 0 0 0,0 0-1 0,-9 41 1 15,4-12 0-15,0-1-1 0,0 5 3 0,3 0-3 16,0-1 1-16,4 2-3 0,-1-3-17 0,3 1-22 16,-2-1-31-16,6 0-50 0,1-5-54 0,0 2-43 15,-5 1-181-15,3-6-426 0,-4-3 188 0</inkml:trace>
  <inkml:trace contextRef="#ctx0" brushRef="#br0" timeOffset="108334.29">20541 13898 70 0,'3'-10'136'0,"1"1"8"0,0-1-1 16,-1 6-3-16,2-4-8 0,-5 8 1 0,2-8-9 15,-2 8-10-15,3-9-14 0,-3 9-10 0,0 0-9 16,0 0-6-16,0 0-3 0,0 0 1 16,0 0-3-16,-18 18-1 0,12-8-6 0,-2 3-8 0,-1 0-5 15,4 2-2-15,1-3-4 0,3-1-5 0,1 0-4 16,2 0-1-16,2 1-6 0,5-2 0 16,3 1-3-16,0 0 0 0,6-4 0 0,1 3-8 0,2-5 3 15,1-3-2-15,4 2-1 0,-6-3-1 16,-1-1-4-16,0-2 1 0,-2-1 1 0,-5 1-2 0,-1 0 2 15,-1-5-3-15,-1 3-8 0,-2-4-15 0,-1 0-1 16,-4-1-1-16,1 0-3 0,-3-2-6 0,-4-2-11 16,-1-2 0-16,-4-1 1 0,-3 2 4 0,1-1 5 15,-2 1-1-15,-2 1 3 0,-1 3 2 16,0 1 1-16,-3 2 1 0,-1-1 4 0,-1 5 0 0,2 0-2 16,0 2 7-16,6 1-1 0,-2 1-1 0,4-1-1 15,3 3 2-15,2-1-3 0,6-2 7 0,-5 3-2 16,5-3 7-16,0 0-2 0,16 9 2 15,-2-8-3-15,8 0 3 0,9-3-2 0,-3 0 5 16,5 1-5-16,-2-2-1 0,-2-5 9 0,4 0-7 0,-6 2 5 16,1-5 0-16,-1 1-2 0,-8 1-3 0,-1-1-2 15,0-3 6-15,-4 2-1 0,-1 0 3 0,-3-3 10 16,-3 0-6-16,0-2-1 0,-2 1 6 0,-1 0 2 16,-2-1 5-16,-1 4 5 0,0 0 4 0,-1 4 12 15,0 8-2-15,-1-13 0 0,1 13-10 0,-1-10-7 16,1 10-2-16,0 0 2 0,0 0-7 0,-7 22 4 15,-1 4 6-15,3 4 2 0,-5 16 0 0,1 1 0 16,-1 4 1-16,4-5-3 0,-2 3-2 0,3-2-3 16,3-11-19-16,0 10 2 0,2-11 1 0,0 0 0 15,2-2-3-15,1-1 1 0,0-2-1 0,0 0 4 16,1-3-3-16,0-2-30 0,0-6-29 0,2-1-38 16,1-2-53-16,-5 0-52 0,2 0-141 0,-1-9-367 15,-3 3 163-15</inkml:trace>
  <inkml:trace contextRef="#ctx0" brushRef="#br0" timeOffset="108479.43">20869 14054 98 0,'17'-10'101'0,"9"0"-36"0,1 0-45 0,1 4-68 16,-6 1-51-16,6-1 23 0</inkml:trace>
  <inkml:trace contextRef="#ctx0" brushRef="#br0" timeOffset="108884.2">21440 13668 118 0,'0'0'177'0,"3"-6"-11"0,-3 6 2 0,0 0-2 0,0 0-10 15,9 17-9-15,-8-6-7 0,-1 7-13 0,1 1-5 16,-2 5-13-16,0 1-9 0,-2 1-7 16,1 0-7-16,0-7-9 0,1 0-2 0,-1-2-9 0,0-2-4 15,0 2-4-15,0-5-2 0,0 0-3 16,1-3-5-16,-1 2-3 0,1-5-8 0,1-6-2 16,-1 10-1-16,1-10-3 0,-2 9-3 0,2-9-3 15,-1 6 3-15,1-6-3 0,0 0-1 0,-1 8-3 16,1-8-2-16,0 0 1 0,0 0-7 0,0 0-15 0,0 0-3 15,0 0-12-15,0 0-10 0,19-16 0 16,-7 13-4-16,0-3 3 0,7 2 3 0,-2 1-4 0,4 3 4 16,-2 0 3-16,-1 1 2 0,-1 4 1 15,-1 2 1-15,-3-4 5 0,-3 5 1 0,-2 0-2 16,-2 1 4-16,-1 1 6 0,-1-1-5 0,-3 2 1 0,-2 0 2 16,-4-2 0-16,-3 0 2 0,2 2 3 0,-6 1 0 15,-3-1-2-15,-1-2 4 0,0-2-1 0,-1-1-2 16,5-1 0-16,-1-2-19 0,-1-3-21 0,2 3-23 15,3-1-26-15,0-1-21 0,9-1-47 0,-10-3-154 16,10 3-339-16,-4-7 150 0</inkml:trace>
  <inkml:trace contextRef="#ctx0" brushRef="#br0" timeOffset="109072.56">21799 13795 154 0,'3'-3'211'0,"-3"3"-22"15,6-5-20-15,-6 5-13 0,4-5-17 0,-4 5-6 0,0 0-3 16,9 11-4-16,-9-11-2 0,4 14-11 0,-3-4-9 16,2 6-12-16,-3 1-8 0,0-5-7 0,0 3-9 15,1 2-17-15,-2 1-28 0,1 0-35 16,-3-2-34-16,1 0-46 0,2-3-33 0,-3-1-48 16,-2 5-110-16,1-6-306 0,-1-1 135 0</inkml:trace>
  <inkml:trace contextRef="#ctx0" brushRef="#br0" timeOffset="109231.77">21748 13585 138 0,'0'0'109'0,"0"0"-33"0,0 0-42 0,0 0-38 16,9 26-56-16,-4-14-63 0,2 4 29 0</inkml:trace>
  <inkml:trace contextRef="#ctx0" brushRef="#br0" timeOffset="109878.63">22150 13773 117 0,'-4'-9'260'16,"2"0"-5"-16,-1 1-15 0,0 4-9 0,3 4-29 0,-6-9-24 15,-2 6-17-15,8 3-17 0,0 0-14 0,-21 10-7 16,9 3-8-16,2 1-9 0,-2 4-15 16,-1 3-9-16,3-3-11 0,0 4-3 0,4-4-6 15,0-2-6-15,5 3-7 0,1-4 0 0,0 2-7 16,5-5-4-16,0 1 0 0,3-2-5 0,-2 0-8 0,5-4-8 16,4 2-7-16,-4-3-5 0,0-2-6 0,0-1-1 15,-1-2-4-15,-1-1-2 0,1-2 2 16,1-1-5-16,-2-3 3 0,0-1-1 0,-2 0 3 15,1-4-1-15,-3 0-8 0,3-4 2 0,-2-1-10 16,1-2 3-16,-1-1 4 0,-3 0-2 0,4 1 1 0,-3 0 12 16,-3 1-10-16,2 6 2 0,-1-1 1 15,0 2 4-15,-1 1-7 0,-1 9 4 0,0-9-2 16,0 9-1-16,0 0 2 0,0 0 1 0,0 0 2 16,0 0 1-16,-15 28 2 0,11-13 1 0,1 1 0 15,1-1 1-15,2-2 1 0,-2 1 0 0,4 0 2 0,2-2 3 16,-1-1-7-16,5-2 6 0,1 0-2 0,0-2 6 15,4 0-2-15,-1-5 4 0,4 1-4 16,-3-3 1-16,7-3-1 0,-3 0-1 0,3-5 1 16,-3 0 1-16,-1-1-1 0,-2 2 0 0,2-5-2 15,-5-1-1-15,2-1 3 0,-3-1 5 0,-1-2-4 16,0 1 4-16,-1-3-3 0,-2 1-2 0,1-2 3 0,-4 3-3 16,0 1-1-16,1-1 3 0,-3 7-1 15,0 0 4-15,0 0 5 0,1 5-6 0,-2 5-1 16,0-11-2-16,0 11-3 0,0 0 2 0,0 0-6 15,0 0 1-15,0 0 2 0,0 0 0 0,0 0 0 16,0 26 2-16,0-16-4 0,2 7 2 0,1-1-1 0,1 0 2 16,1 0-1-16,3 0-2 0,-1 0 4 15,2 0-3-15,0 0 2 0,3-2-2 0,-2-1 0 16,-1 2 2-16,0-1-3 0,-3-5 2 0,2 2-2 16,-2-2 1-16,-1 0 2 0,-2 1-1 0,1-1 2 15,-2-2-2-15,-2 0 0 0,-1 1-13 0,1-8-13 0,-6 14-11 16,1-6-25-16,-3 0-34 0,0-1-33 15,-1-4-32-15,2 4-41 0,-1-4-138 0,0 0-367 16,8-3 162-16</inkml:trace>
  <inkml:trace contextRef="#ctx0" brushRef="#br0" timeOffset="110082.45">22738 13800 1571 0,'12'-24'20'0,"1"2"48"15,-5 4-25-15,1 0 40 0,-2 4 10 16,-2 4-12-16,2-2 2 0,-3 5-8 0,2 1-16 15,-2 3-6-15,-4 3 3 0,10-4 0 0,-10 4 6 16,0 0-4-16,18 11-2 0,-12 0-6 0,-2 0-1 16,0-1-7-16,3 7 2 0,-5 2-6 0,2-1-5 15,-2 0-2-15,-2 0-1 0,2 1-4 0,0-2-22 16,1-1-23-16,-2 2-20 0,0-6-39 0,1-1-46 16,1-1-45-16,0 1-45 0,-3-2-157 0,0-9-401 15,1 13 178-15</inkml:trace>
  <inkml:trace contextRef="#ctx0" brushRef="#br0" timeOffset="110239.53">22771 13511 24 0,'6'-2'152'0,"-6"2"-25"0,10 10-45 16,-1-1-50-16,3 6-44 0,2 5-56 0,1 3-73 15,-1-1 33-15</inkml:trace>
  <inkml:trace contextRef="#ctx0" brushRef="#br0" timeOffset="110476.42">23076 13931 1692 0,'0'0'68'16,"0"0"23"-16,0 0-25 0,0 0-4 0,0 0-1 15,-4-22 0-15,4 22-5 0,-2-15-3 0,0 6 0 16,2-1 2-16,-1 0 3 0,1-3 1 0,3 2 1 15,-2-4-13-15,2 0-5 0,1 2 3 0,-1-3-11 16,4 5 3-16,-4-1-9 0,4 3-4 0,-2 0-5 16,1 2-4-16,1 1-6 0,-2 5 6 0,-5 1-10 15,13 0-1-15,-6 5 2 0,1 2-2 0,-2 1 3 16,-1 3-2-16,1 4-3 0,-1 3 4 0,-3 0-3 0,2 0-9 16,-3 0-16-16,1-1-20 0,-2 2-34 15,1-2-34-15,0-2-47 0,2 2-58 0,-1-1-156 16,1-5-402-16,2-3 179 0</inkml:trace>
  <inkml:trace contextRef="#ctx0" brushRef="#br0" timeOffset="111022.36">23667 13707 213 0,'-4'-12'238'15,"-3"2"-8"-15,0 4-13 0,-1-1-16 0,-6 3-14 16,-3 2-13-16,-4 4-13 0,-1 3-9 0,-4 4-19 15,7 0-7-15,0 1-15 0,2 2-13 0,1 0-9 16,4 2-9-16,2 1-6 0,4 0-7 0,3-4-8 16,1 0-5-16,2-1-7 0,5 3-4 0,-1-8-15 15,1 4-8-15,5-1-4 0,-1-4-11 0,2 1-1 16,1-3-4-16,-1-2-4 0,3 0 1 0,-2-2-1 16,1 0 2-16,4-5-1 0,-6 1-1 0,-1-1 5 15,0 0 1-15,-1-1 0 0,1-1-2 0,-3 1 2 16,0-3-1-16,-1 3 0 0,0-2-1 0,0 2 1 15,-1-1 0-15,-1 3 7 0,-4 6 1 0,7-9-1 16,-7 9 3-16,0 0-9 0,0 0 0 0,0 0 6 16,0 0 9-16,0 0 3 0,0 0 5 0,-9 42 4 15,2-15 2-15,-3 2 4 0,4 2 3 0,1 4 4 16,1 1 3-16,0 13 0 0,1-3 1 0,3 2-5 16,-1-12 4-16,1 0-8 0,-1 9 2 0,3-9 0 15,2-2-2-15,5 0-6 0,-4-2 4 0,-1-2-9 16,0-2 2-16,1 0-3 0,-1-10-6 0,0 2 3 15,-2-4-2-15,1-3 2 0,-1-3-8 0,0-2-2 16,-2-8 5-16,5 11 1 0,-5-11 11 0,1 5-6 16,-1-5-3-16,0 0 0 0,-18-2-4 0,7-4 11 15,-1-4-16-15,-1-3-1 0,-5-6 1 0,3-1 4 16,-3-5-6-16,3-1-3 0,5 0-2 0,1-3 1 0,1 1-2 16,7 1-2-16,-2-2-12 0,10 2-12 0,-1 2 2 15,2-4-9-15,4 5-2 0,4 1-6 16,8-2-2-16,2 5-8 0,5-2 4 0,14 0-19 15,-10 6-4-15,11-3-20 0,-8 7-32 0,12 0-29 16,-12 3-44-16,15-5-42 0,-15 7-39 0,-1 1-145 0,2-1-452 16,-5 0 199-16</inkml:trace>
  <inkml:trace contextRef="#ctx0" brushRef="#br0" timeOffset="111153.59">24316 13871 49 0,'0'0'233'0,"0"0"-12"16,0 0-7-16,0 0-9 0,5-5-6 0,-5 5-14 0,0 0-17 15,0 0-18-15,0 0-17 0,0 0-32 16,0 0-29-16,0 0-40 0,0 0-60 0,0 0-85 16,0 0-191-16,0 0-329 0,0 0 146 0</inkml:trace>
  <inkml:trace contextRef="#ctx0" brushRef="#br0" timeOffset="113895.46">4267 14822 27 0,'0'0'165'0,"0"0"-11"0,0 0-20 15,0 0-11-15,0 0-18 0,0 0-14 0,0 0-2 16,0 0-2-16,0 0-9 0,15 13-8 15,-11-3-1-15,5 3 0 0,0 2-8 0,-2 1-7 16,3 2 4-16,-2 0 0 0,4 6-5 0,-1-1-2 16,1 2-4-16,-1-3-7 0,0 2 0 0,0-8-4 0,2 7-4 15,-2-7 6-15,-2-1-7 0,0 1-7 0,3-2-3 16,-3 0 0-16,-2-4-2 0,0-1-2 0,-2 0 3 16,1-4-6-16,-2 2-1 0,1-4-1 0,-1 1 8 15,0 0 11-15,-4-4 17 0,5 5 10 16,-5-5 8-16,0 0 20 0,0 0-12 0,0 0-1 15,0 0-7-15,9-19-5 0,-8 7-7 0,-1 0-5 0,0-4-7 16,1-1-1-16,-1-1-11 0,2 0 2 0,0-8-2 16,0 2-5-16,0-2 1 0,1-4-4 15,-1 4-1-15,2-3-5 0,-2 1 1 0,0 2-1 16,1 7-3-16,-1 0 0 0,1 2-3 0,-2 2 0 16,0 3-1-16,0 2-3 0,1 1-4 0,-1 1 2 15,-1 8-5-15,1-10-2 0,-1 10 0 0,0-8-7 16,0 8-1-16,0 0-10 0,8-1-17 0,-8 1-17 0,0 0-17 15,15 14-21-15,-8-3-22 0,0-2-26 16,2 6-35-16,3 2-30 0,-3 2-153 0,-3-1-386 16,3 6 170-16</inkml:trace>
  <inkml:trace contextRef="#ctx0" brushRef="#br0" timeOffset="114154.2">4842 15064 25 0,'-7'-7'243'0,"7"7"-20"16,-9-4-14-16,2 2-19 0,-1-1-19 0,-2 3-14 15,0 0-15-15,-2 2-11 0,2 2-11 0,-4 0-7 16,-1 5-10-16,-3 4-5 0,5 0-9 0,0-1-5 16,2 2-7-16,0 1-4 0,1-1-4 0,3-1-8 15,3 3-4-15,0 0-4 0,0-5-6 0,4 0-3 16,1 8-5-16,3-8 5 0,3 0-11 0,-2 0 0 15,5-2-12-15,3 1-23 0,2 2-23 0,2-5-31 16,0 1-38-16,0-3-46 0,5-2-34 0,6 0-33 16,1-2-136-16,-7-2-369 0,9-5 164 0</inkml:trace>
  <inkml:trace contextRef="#ctx0" brushRef="#br0" timeOffset="114366.55">5147 15090 212 0,'-9'-4'218'0,"2"0"-7"0,-2 1-8 16,-1 0-17-16,-2 3-13 0,-3 1-11 0,-1 7-8 16,0-3-5-16,0 7-7 0,0-2-12 0,-6 7-9 15,7-5-12-15,1 4-10 0,2-1-5 16,3-1-9-16,4 2-8 0,-1-5-7 0,2 4-7 16,4-2-4-16,-1-1-7 0,5 4-3 0,1-1-3 15,1-4-19-15,2-1-22 0,1 0-32 0,6-1-42 0,-2 1-48 16,6-4-65-16,-1 1-58 0,0-4-138 0,2-1-408 15,1 0 182-15</inkml:trace>
  <inkml:trace contextRef="#ctx0" brushRef="#br0" timeOffset="114553.79">5469 15109 27 0,'0'0'277'15,"0"0"-16"-15,5-6-24 0,-5 6-24 0,3-6-23 16,-3 6-19-16,9-6-17 0,-9 6-18 0,16-3-21 16,-5 1-36-16,-1 0-36 0,3 1-36 0,0 0-57 15,1-2-56-15,2 3-50 0,-2 0-111 0,-14 0-289 16,13 1 129-16</inkml:trace>
  <inkml:trace contextRef="#ctx0" brushRef="#br0" timeOffset="114725.4">5481 15215 42 0,'0'0'249'16,"-7"4"-5"-16,7-4-10 0,0 0-17 0,-6 3-16 15,6-3-21-15,0 0-21 0,0 0-11 0,0 0-20 16,0 0-8-16,0 0-12 0,0 0-10 0,0 0-24 16,22 0-35-16,-11 0-36 0,-11 0-44 0,28-4-45 15,-10 3-57-15,3-1-46 0,-6-1-109 0,4-1-323 16,-1-1 144-16</inkml:trace>
  <inkml:trace contextRef="#ctx0" brushRef="#br0" timeOffset="115028.16">6154 14827 5 0,'-6'-6'290'16,"0"-3"-11"-16,2 4-18 0,4 5-21 0,-5-9-26 16,5 9-20-16,-7-5-20 0,7 5-23 0,0 0-16 15,0 0-16-15,0 0-13 0,0 0-11 0,0 0-7 16,13 29-9-16,-9-12-9 0,2 1-8 0,1 1-4 16,-1 0-6-16,1 4-3 0,-5-3-3 0,-1 1-5 15,4-1-1-15,-2 4-6 0,1-5-3 0,-3 0-2 16,2 0-3-16,-1 1-4 0,-2-2 1 0,3 0-2 15,-1-2 0-15,0 0-13 0,0-1-30 0,1-2-29 16,-2 4-39-16,-1-7-42 0,4 2-50 0,-4-1-53 16,0 0-158-16,0-11-424 0,-4 13 189 0</inkml:trace>
  <inkml:trace contextRef="#ctx0" brushRef="#br0" timeOffset="115387.06">6401 14869 15 0,'8'-3'217'0,"2"-2"-2"15,1 2-16-15,0 3-15 0,1 1-15 0,0 2-9 16,0 2-15-16,4 3-12 0,-7-1-13 16,4 4-10-16,-3 1-3 0,0 1-9 0,-2 0-10 0,-3-1-7 15,-1 0-9-15,-4 5-5 0,-3 0-5 0,-1-1-6 16,-6 2-4-16,0-1-5 0,-3-1-3 0,-1-2-5 15,-4 4 3-15,4-4-10 0,-1-3-3 0,1 2-3 16,1-5-5-16,2-1-2 0,0-1 5 0,4 0-8 16,-1-2-1-16,2 0 1 0,2-2-2 15,4-2 0-15,-7 6-2 0,7-6-1 0,0 0 0 16,-5 4-2-16,5-4 1 0,0 0-2 0,-6 4 0 16,6-4 2-16,0 0 2 0,0 0 3 0,0 0 3 0,22 4-2 15,-12-4 1-15,1 0 0 0,2 0-3 0,5-2-1 16,0 2 0-16,4-3-3 0,-2 0-16 0,2 2-27 15,0 0-40-15,4-1-60 0,-5 0-69 16,-2 1-220-16,0 0-455 0,-2-3 202 0</inkml:trace>
  <inkml:trace contextRef="#ctx0" brushRef="#br0" timeOffset="117696.5">6655 14955 63 0,'0'0'181'0,"0"0"-9"0,-3-8-16 16,3 8-28-16,0 0-8 0,0 0-14 0,0 0-10 16,0 0-12-16,0 0-2 0,0 0-13 0,0 0-9 15,0 0-1-15,21 19-5 0,-14-6-12 0,-1-4 1 16,2 1-10-16,2 4 6 0,-1 1-10 0,0-2 4 16,1 0-2-16,0 0-1 0,2 3-3 0,-1-5 2 15,1 3-2-15,-2-2-4 0,3 0 0 0,-6-2-3 16,1 1-1-16,1-2 1 0,-1 1-1 0,1-2 2 15,-2-2-8-15,1 3 0 0,-2-3-4 0,1-2-1 16,-1 3 6-16,-1-3-6 0,2 0 5 0,-2-1-5 16,-1 1 0-16,-4-4 2 0,5 5 9 0,-5-5 12 15,6 3 6-15,-6-3 2 0,0 0-8 0,0 0 0 16,13-12 2-16,-8 3-7 0,0 0 1 0,3-5-5 16,1-1 7-16,-2-2-7 0,4-7-2 0,1 2-2 15,0-2-2-15,-1-1 0 0,2-1-4 0,-3 2 1 16,-2 1-2-16,3-3 0 0,-3 2 0 0,0 0 0 15,-3 6 0-15,3 0-2 0,-3 6-2 0,-1-2 1 16,-2 4-1-16,-1 1-2 0,2 3 0 0,-2-1-2 16,2 1-4-16,-3 6-16 0,1-11-24 0,-1 11-24 15,3-4-15-15,-3 4-11 0,0 0-15 0,0 0-28 16,11 11 0-16,-7-1-18 0,0 2-21 0,0 3-93 16,-3 3-286-16,2 1 127 0</inkml:trace>
  <inkml:trace contextRef="#ctx0" brushRef="#br0" timeOffset="117884.63">7303 15235 136 0,'0'0'176'0,"0"0"-12"0,-5 12-11 0,4-5-14 15,1-7-10-15,-8 17-16 0,2-5-8 0,0 3-12 16,-3 0-6-16,-1-1-13 0,-1 0-14 0,3 3-43 15,-1 0-38-15,2-1-30 0,-1 0-51 0,0 1-110 16,-1-2-230-16,1-2 101 0</inkml:trace>
  <inkml:trace contextRef="#ctx0" brushRef="#br0" timeOffset="118244.21">7794 14954 133 0,'-3'-16'241'0,"2"4"-8"0,0 2-13 0,0-1-6 15,-1 1-8-15,2 4-17 0,0 6-17 0,-1-10-23 16,1 10-18-16,0 0-14 0,1-9-11 0,-1 9-13 15,0 0-7-15,0 0-8 0,5 28-11 0,-1-11-8 16,-1 0-3-16,0 9-4 0,0 0-4 0,1-1-3 16,-1 1-2-16,-1-1-5 0,1 1-2 0,-1-4-6 15,0 4 1-15,0-7-2 0,1 1-3 0,-2 0-1 16,2-1-4-16,-2 0-3 0,1-3 0 0,0 2-4 16,0 0 0-16,3-2-6 0,-2 0-18 0,-2-3-17 15,2-1-20-15,-2-2-21 0,-1 1-18 0,1-5-34 16,1 0-40-16,-2-6-23 0,1 12-17 0,-1-12-158 15,0 7-388-15,0-7 173 0</inkml:trace>
  <inkml:trace contextRef="#ctx0" brushRef="#br0" timeOffset="118608.45">7894 14840 158 0,'12'-14'154'0,"1"2"-3"0,1 0-11 16,-2 5-23-16,-1 3 0 0,3 2-8 0,1-1-9 16,-3 3-9-16,0 3-5 0,-1 0-11 0,2 3-6 0,-3 1-7 15,-1 2-8-15,0 1-2 0,-5 1-6 0,0 1-5 16,-3 7 1-16,-2-5-9 0,-2 4-1 16,-5 0-3-16,-2-3 0 0,1 1-6 0,-1-1-5 15,-5-2 3-15,3 1-5 0,-2-4-3 0,4-1 3 16,0-1-3-16,-2 1-1 0,2-4-5 0,1-1 4 15,3-1-1-15,-1 0-2 0,7-3-1 0,-7 7 2 0,3-4-1 16,4-3-1-16,-5 4 1 0,5-4-3 16,0 0-5-16,0 0 0 0,-4 5 5 0,4-5 0 15,0 0-4-15,8 10 7 0,-3-7-2 0,0 0 0 16,5 4 4-16,-2-3-7 0,1 1 3 0,1 1 4 16,1-1-5-16,1 1 0 0,4 1-3 0,-4-1-10 15,3 2-25-15,-3 0-35 0,-2-2-27 0,5 4-38 0,-4-3-21 16,4 3-110-16,-7-3-285 0,1-1 126 0</inkml:trace>
  <inkml:trace contextRef="#ctx0" brushRef="#br0" timeOffset="118819.7">8211 15188 219 0,'0'0'234'0,"0"0"-11"15,-2-8-16-15,2 8-19 0,0 0-21 16,0 0-19-16,0 0-12 0,0 0-11 0,0 0-4 15,0 0-2-15,0 0-7 0,2 25-8 0,-4-13-6 16,1-1-8-16,1 1-6 0,1 0-12 0,-2 3-2 16,1 2-11-16,0-1-1 0,1 2-10 0,1-2-2 15,0 0-11-15,-1 0-33 0,-1-5-30 0,4 5-40 0,-1-4-57 16,-1 1-47-16,1-3-61 0,-2-1-124 16,2 1-386-16,1-3 170 0</inkml:trace>
  <inkml:trace contextRef="#ctx0" brushRef="#br0" timeOffset="119045.01">8622 15129 89 0,'1'-12'267'0,"-1"12"-18"16,2-9-18-16,-2 9-17 0,1-5-23 0,-1 5-18 15,0 0-22-15,4-9-13 0,-4 9-16 0,14-1-10 16,-4 2-11-16,3-1-21 0,0 0-30 0,3 3-35 16,2-3-42-16,0 2-54 0,-1 1-41 0,-3-2-41 15,-1-1-136-15,-3 4-323 0,4-3 143 0</inkml:trace>
  <inkml:trace contextRef="#ctx0" brushRef="#br0" timeOffset="119220.42">8667 15227 168 0,'-6'3'226'0,"6"-3"-7"0,0 0-9 0,0 0-19 15,0 0-14-15,0 0-18 0,0 0-17 0,0 0-11 16,0 0-12-16,29-6-10 0,-11 4-13 0,0-1-13 16,3-1-35-16,0 1-31 0,-1-1-44 0,3 0-57 15,4-1-50-15,-6 1-175 0,-5 0-334 0,2 1 148 16</inkml:trace>
  <inkml:trace contextRef="#ctx0" brushRef="#br0" timeOffset="121876.45">9077 14998 163 0,'1'-6'193'0,"-1"6"-3"16,2-13-9-16,-1 7-10 0,-1 6-19 0,1-7-20 15,-1 7-15-15,0 0-18 0,0 0-1 0,0 0-9 16,0 0-2-16,8 20-3 0,-8-8-7 0,1 5-4 16,-1 2 0-16,2 6-1 0,-4 1-6 0,1-6-6 15,4 4-2-15,-5 1-9 0,4 0-2 0,-1-1-3 16,0-5-4-16,2 0-6 0,-2-2 7 0,0 1-13 16,2-1 0-16,-1-1-4 0,1 1 2 0,-1-6-3 15,-2 1-9-15,0 0-24 0,3-1-21 0,-2-2-32 16,-1-3-26-16,1 1-37 0,-1-7-19 0,2 10-20 15,-2-10-30-15,0 0-107 0,0 0-327 0,0 0 145 16</inkml:trace>
  <inkml:trace contextRef="#ctx0" brushRef="#br0" timeOffset="122225.58">9106 14903 8 0,'8'-17'143'0,"1"0"0"0,3 5 5 15,-2-1-2-15,0 5-10 0,7 1-7 0,-1 2-10 16,-2 3-13-16,1 4-11 0,-2 0-12 0,4 5 4 16,-2 3-14-16,-2 0 0 0,-4 5-13 0,0 3 1 15,-4-1-6-15,-2 3-6 0,-3 0-1 0,-5 6-8 16,1-2-1-16,-8 0-5 0,3-1-7 16,-5 0-1-16,0-2 3 0,4-4-7 0,-3-2 1 0,1-1-3 15,0 1 1-15,-1-4-6 0,2-4 2 0,2 2-1 16,-1-2-5-16,1-2 3 0,1-1-2 15,0-2 0-15,2 1-1 0,6-3 3 0,-10 1 0 0,10-1 8 16,-9 1-5-16,9-1 2 0,0 0-4 16,0 0-4-16,0 0-1 0,0 0-1 0,0 0 1 15,0 0-2-15,0 0 0 0,23-10 0 0,-12 10 2 0,2 0-7 16,1 1-1-16,1 2 8 0,4 1-5 0,1 0 2 16,-1 1-5-16,1-2-9 0,0 5-31 15,0 0-43-15,7-1-40 0,-9 0-45 0,7 5-158 16,-8-6-351-16,0-1 155 0</inkml:trace>
  <inkml:trace contextRef="#ctx0" brushRef="#br0" timeOffset="122536.4">9570 15181 97 0,'8'-4'196'16,"-1"2"-8"-16,0 0-11 0,-7 2-11 0,17 2-19 15,-9 2-12-15,-2-1-11 0,0 1-13 0,1 5-8 16,-5 0-7-16,-1 2-10 0,-2 1-9 0,-1 2-2 16,-4 4-15-16,1-1-3 0,-7 6 2 0,3-6-9 15,-3-2-2-15,1-1-4 0,0 2-4 0,-1-4-6 16,4-2-2-16,-1-1 1 0,3-2-6 0,-2-1 0 16,3 0 0-16,1-2-1 0,4-4-3 0,-5 6-1 15,5-6-1-15,0 0 0 0,-5 4-1 0,5-4-4 16,0 0-4-16,0 0 2 0,0 0 1 0,17 6-5 15,-4-4-1-15,-1-1 1 0,7 0-3 0,0-2-4 16,1 1-19-16,1-1-22 0,-1-1-35 0,6 1-39 16,-4-1-51-16,0 0-48 0,-3-2-111 0,8 0-350 15,-6 1 155-15</inkml:trace>
  <inkml:trace contextRef="#ctx0" brushRef="#br0" timeOffset="122769.02">10188 15125 100 0,'0'0'276'0,"0"0"-9"0,0 0-10 16,-2-14-19-16,2 14-17 0,0 0-23 0,0 0-24 16,7-10-16-16,-7 10-15 0,15-4-15 0,-3 0-13 15,1 1-11-15,6 1-10 0,1 0-10 0,2 1-15 16,5-2-22-16,-4 0-27 0,-5 1-28 0,1 1-33 15,-5 0-32-15,-3 1-35 0,-11 0-35 0,21 1-29 16,-14-1-13-16,-1 3-143 0,-6-3-354 16,0 0 157-16</inkml:trace>
  <inkml:trace contextRef="#ctx0" brushRef="#br0" timeOffset="122952.63">10174 15203 122 0,'-13'5'185'0,"13"-5"0"0,0 0-8 16,-10 3-9-16,10-3-12 0,0 0-1 0,0 0-8 16,0 0-4-16,0 0-16 0,0 0-10 0,44 0-11 15,-15-6-10-15,-1 3-12 0,0-1-8 0,0 0-19 16,0-1-33-16,3 2-39 0,-3 0-43 0,1-1-63 0,1 0-53 16,-13 1-120-16,4 0-317 0,-6-1 142 0</inkml:trace>
  <inkml:trace contextRef="#ctx0" brushRef="#br0" timeOffset="124863.98">11018 14877 162 0,'0'0'217'15,"-2"-11"-14"-15,2 11-12 0,-1-7-21 0,1 7-18 16,0 0-20-16,-2-8-13 0,2 8-14 0,0 0-6 15,0 0 0-15,3 34-1 0,-1-16-5 0,1 8-2 16,-3 0-5-16,3 2-9 0,-2-2-2 0,1 1-3 16,2 1-5-16,-2-3 0 0,-4 1-7 0,6 0-4 15,-1-8-5-15,2 6-7 0,-2-7-3 0,-3 1-4 0,4-1-7 16,0 2 1-16,0-1-2 0,0-4-2 16,-1 2-8-16,-1-3 5 0,-1-2-19 0,2 0-19 15,2 0-33-15,-5-1-22 0,-3 2-29 0,3-2-40 16,0-3-25-16,-5-1-38 0,5-6-150 0,-5 9-378 15,5-9 167-15</inkml:trace>
  <inkml:trace contextRef="#ctx0" brushRef="#br0" timeOffset="125213">11238 15109 202 0,'0'0'217'0,"4"-4"-20"0,-4 4-21 0,0 0-20 15,0 0-15-15,0 0-10 0,0 0-4 0,0 0-4 16,0 0-3-16,0 0-10 0,0 25-6 0,-2-14-12 16,0 0-5-16,4 2-11 0,-2-2-8 0,1 2-1 15,0-4-14-15,2 1 3 0,2 3-8 0,0-4 0 16,2 1-5-16,2-3-3 0,2 2-6 0,-1-3-1 16,0-2-3-16,3-1-6 0,0-2 2 0,0 0-1 15,-1-1-4-15,0-1 4 0,1 0-5 0,-1-3 1 16,-1-3-4-16,1 2-1 0,-5-1 0 0,0-4-4 15,0 1 0-15,-2-1 0 0,-4-3-3 0,2 2-1 16,-7-2 1-16,-1-3-1 0,-3 1-5 0,-2 2 2 16,-4 1-3-16,1-2-1 0,-1 5 0 0,1-3-1 15,3 7-3-15,-4-1-3 0,1 3-14 0,-2 2-9 16,3 2-14-16,-2 2-15 0,1 2-15 0,2 0-28 16,-2 1-21-16,4 3-38 0,3 0-31 0,3 3-154 15,-2-3-373-15,9-2 165 0</inkml:trace>
  <inkml:trace contextRef="#ctx0" brushRef="#br0" timeOffset="125450.52">11661 14955 103 0,'3'-10'263'0,"-3"5"-21"0,0 5-28 0,1-11-28 16,-1 11-20-16,3-6-11 0,-3 6 4 0,0 0-9 15,7 26-9-15,-4-11-6 0,-2 4-8 0,4-1-10 16,0 7-9-16,-2 0-11 0,-2-1-8 0,2 2-7 16,-1-2-8-16,2 1 1 0,-3-8-14 0,2 2 1 15,0 6-15-15,-1-8-12 0,1 2-40 0,-1-3-32 16,1 1-39-16,-2-3-32 0,-1-3-54 0,1 2-41 16,-1-3-181-16,-1-1-414 0,1-9 184 0</inkml:trace>
  <inkml:trace contextRef="#ctx0" brushRef="#br0" timeOffset="125736.69">11856 15044 174 0,'1'-6'216'0,"-1"6"-16"0,2-7-25 16,-2 7-19-16,3-5-13 0,-3 5-16 0,0 0-16 15,0 0-11-15,0 0-7 0,0 0-10 0,-14 19-7 16,7-8-6-16,-1-1-7 0,-4 1-3 0,-1 2-7 15,4-2-3-15,0-3-9 0,0 1-1 0,2 0-5 16,3-5-7-16,0-1 2 0,-1 1-6 0,5-4-1 16,-8 9-2-16,8-9-4 0,-3 3-4 0,3-3 3 15,0 0-5-15,-3 9 3 0,3-9-1 0,0 0-2 16,14 4-6-16,-6 0 7 0,4 2-1 0,0-3-2 16,3 2 4-16,3-1-5 0,0 2-1 0,-3 0-3 15,-1-3-29-15,2 2-24 0,2 1-33 0,-3 0-44 16,-2-2-34-16,0-1-159 0,-1 1-347 0,-2 1 154 15</inkml:trace>
  <inkml:trace contextRef="#ctx0" brushRef="#br0" timeOffset="126155.33">12089 15318 51 0,'9'-3'194'15,"0"-4"-3"-15,2 1-14 0,5-2-8 0,2 0-12 16,-1-2-16-16,-1 0-7 0,2 0-4 0,-1 1-6 15,-2-1-6-15,3 0-7 0,-5 0-8 16,3-2-2-16,-7 5-6 0,0-7 0 0,0 6-7 0,-4-2-9 16,1 0-8-16,-2-1-4 0,-3-2-8 0,-1 3-4 15,-1-4-3-15,-3 3-8 0,-4-6-4 0,3 1-3 16,-3 2-3-16,2-1-3 0,2 2-7 16,-1 2 2-16,1-5-3 0,1 6 1 0,3 0-4 15,-1 1-5-15,2 1-1 0,2 0-3 0,3 2 0 0,3 0-4 16,3 2 0-16,-1 0-1 0,2 3 5 0,5-1-8 15,3 2-1-15,-4 4-2 0,0 1 3 0,-2-1-1 16,3 5-5-16,-5 3 1 0,-1 0 0 0,-1 3 0 16,-2-1 1-16,-2 1 4 0,-3 3-2 15,-4 1 1-15,0-1 2 0,-4 0-2 0,-3 0 14 16,2 0-10-16,-3-3 1 0,1 3 2 0,1-2 0 0,2-5 2 16,2 2 0-16,0-3 4 0,0 2-1 0,2-3 1 15,2 2 0-15,2-2 0 0,-1-1 2 0,4 1-1 16,4-3-3-16,-2 0 1 0,5-1-1 0,3-2-2 15,4 1 0-15,10-2-10 0,-4-2-28 16,-4 1-26-16,6-2-37 0,-12-2-51 0,2 0-51 0,-4-1-59 16,-3 0-157-16,-1 1-441 0,-2-2 195 0</inkml:trace>
  <inkml:trace contextRef="#ctx0" brushRef="#br0" timeOffset="128244.23">13513 14979 2 0,'0'-9'203'16,"0"0"-14"-16,0 9-6 0,0-12-3 0,0 12-14 15,0-9-19-15,0 9-15 0,0 0-22 0,0 0-4 16,0 0-10-16,0 0-12 0,0 0-4 0,0 0 1 15,7 30-10-15,-3-14 5 0,-4 2-12 0,2 1 0 16,0 1-1-16,-2 6-1 0,2-2-2 0,0 1-1 16,-1-6-8-16,2 0-1 0,1 0-4 0,-4 0-5 15,2-1 0-15,2 3-3 0,1-4-7 0,-1-5-2 16,0 3 0-16,-1 1-5 0,4-1-1 0,-2-3-1 16,-3-3-3-16,2 2-2 0,-2-3-3 15,1-2-13-15,-1 3-16 0,2-2-21 0,-2-1-22 0,-2-6-36 16,2 11-18-16,-2-6-40 0,0-5-34 0,0 9-165 15,0-9-379-15,-8 3 169 0</inkml:trace>
  <inkml:trace contextRef="#ctx0" brushRef="#br0" timeOffset="128604.33">13666 14845 174 0,'10'-9'170'0,"1"3"-7"0,1 1-17 0,-3 2-14 16,-2 1-11-16,2 3-5 0,-9-1-18 16,18 5-3-16,-12 3-11 0,2 1-8 0,-4 1-2 0,-2 3-8 15,-2 4 1-15,0-1-7 0,-4 3-16 16,-4 1 1-16,-2 3 0 0,-1 0-3 0,-1-6-5 0,1 0-6 16,-2 3-3-16,-1-4 2 0,1-3-5 15,1 2-4-15,1-4 3 0,2-1-7 0,0-5 1 16,2 3-2-16,1-3 1 0,3 0-2 0,-1-2-2 0,4-3 2 15,-6 5-4-15,6-5 3 0,-6 4-6 0,6-4 4 16,0 0-1-16,0 0-3 0,0 0-2 16,0 0 0-16,0 0-1 0,0 0-2 0,14 5 2 15,-14-5-1-15,13 4 3 0,-6-3 0 0,3 1-1 16,3 1 0-16,1 1 1 0,-3-1 0 0,2 2-3 0,5 0 2 16,-2 1-2-16,-1 0-4 0,4 1-15 0,-4 2-37 15,1-3-29-15,-1 3-46 0,1 0-35 0,-2 2-145 16,-2-3-330-16,-2-2 146 0</inkml:trace>
  <inkml:trace contextRef="#ctx0" brushRef="#br0" timeOffset="129020.19">14093 15150 151 0,'0'0'209'0,"-8"-7"-16"0,2 5-16 0,6 2-17 15,0 0-14-15,-18 6-9 0,9 1-7 0,0 1-11 16,0 2-12-16,-3 3-7 0,6-3-12 0,-1 4-9 16,3 3-7-16,2-6-8 0,2 2-6 0,2 0-4 0,4 3-3 15,1 0-4-15,2-2-3 0,2 1-7 16,-2-4-2-16,5-3-2 0,-5-1-13 0,4-1-1 16,-1-1-5-16,-1-1-5 0,2-3-5 0,-1 1-3 15,-1-2 0-15,-5-1 2 0,-6 1 0 0,12-1 2 16,-5-2-2-16,-7 3-3 0,4-6 6 0,-4 6-6 15,0-7 1-15,0 7-3 0,0 0 1 0,-9-9 5 16,5 3-2-16,-4 4 2 0,-3-3-1 0,1 5 6 16,-3-2-3-16,2 3 14 0,-2 2 3 0,-5 2 1 15,0 3 3-15,3-1 2 0,1 0 2 0,1 4-3 16,0 0 3-16,0 1-2 0,3-1 3 0,3-1-2 16,-2 4 9-16,2-3-8 0,5 0-3 0,0 2-6 0,2-4 1 15,0 4-5-15,4-5 36 0,3 3-10 16,0-2-3-16,2-2-3 0,4 1-10 0,5 1-23 15,-2-4-25-15,2 0-29 0,4-1-32 0,-6-1-47 16,5-3-50-16,-1 0-41 0,0-3-183 0,-4 1-434 16,5-4 193-16</inkml:trace>
  <inkml:trace contextRef="#ctx0" brushRef="#br0" timeOffset="129204.7">14564 15183 1962 0,'2'-12'27'0,"-2"0"31"0,2 3 28 16,0 0-21-16,-1 2 3 0,-1 7-3 0,0-11-11 16,0 11-6-16,4-11-10 0,-2 7-7 0,-2 4-4 15,12-6 0-15,-1 2-4 0,1 0-2 16,7 3-23-16,-5-1-31 0,3 1-38 0,0 2-45 0,0 2-41 16,-3-2-40-16,-3 5-141 0,-4-3-365 0,-1 1 161 15</inkml:trace>
  <inkml:trace contextRef="#ctx0" brushRef="#br0" timeOffset="129366.71">14597 15295 65 0,'0'0'256'0,"0"0"-4"16,0 0-9-16,0 0-15 0,0 0-16 0,0 0-22 0,0 0-20 16,0 0-17-16,0 0-16 0,0 0-17 0,0 0-18 15,0 0-29-15,37-14-37 0,-17 10-38 0,-1 3-54 16,9-3-83-16,1 2-61 0,-8-3-107 0,7-1-332 15,0 4 146-15</inkml:trace>
  <inkml:trace contextRef="#ctx0" brushRef="#br0" timeOffset="129845.17">15191 15047 216 0,'4'-7'228'15,"1"-1"-11"-15,2-1-19 0,2 2-7 0,2 2-15 16,5-2-13-16,-4 5-18 0,2 1-10 0,-1 2-16 16,1 0-7-16,2 5-11 0,-2-2-8 0,-3 2-5 15,-1 2-12-15,0 0-4 0,-1 1-7 0,-3 1-6 16,-2 2-5-16,-1-2-5 0,2 2-2 0,-5-1 1 15,-5 1 0-15,1-2-5 0,-3 0-1 0,-2 4-4 16,-1-5-4-16,1 0-2 0,2 0-2 0,-2-1-3 16,-1 0-4-16,6-3 3 0,-1 0-4 0,1-1-4 15,4-4-4-15,-7 5-3 0,7-5 3 0,-6 5-1 16,6-5-1-16,0 0 0 0,0 0 0 0,11 10-3 16,-4-7 1-16,1 0-3 0,3 2 0 0,1-3-4 15,-3 4 2-15,2-4-2 0,-2 5-2 0,3-4-1 16,-2 1-1-16,-1 1 2 0,-3 0-2 0,-1-1-3 15,0 1 0-15,0 0 4 0,-3 3 0 0,-2-8 1 16,-2 13-3-16,-3-6 4 0,0 2-3 0,0-3 3 16,-5-1-3-16,1 1 3 0,-3-1 0 0,-3 3-2 15,1-4 0-15,-1 0 2 0,1-1 5 0,3 1-9 16,0-4 2-16,-2 4-7 0,1-4-13 0,1 1-18 16,1 1-16-16,1-4-19 0,-1 4-30 0,10-2-46 15,-14 0-45-15,14 0-229 0,0 0-457 0,-16-3 203 16</inkml:trace>
  <inkml:trace contextRef="#ctx0" brushRef="#br0" timeOffset="130170.21">15715 15021 115 0,'5'-10'286'0,"0"-2"-17"0,-2 4-10 16,-1-1-12-16,2 2-13 0,-1 2-31 0,-3 5-17 15,3-8-23-15,-3 8-20 0,0 0-19 0,0 0-3 16,0 0 4-16,3 28-6 0,0-13 0 0,-3 2 6 16,0 2-9-16,0-1-8 0,0 2-11 0,-3-1-4 15,3 0-5-15,0 1-9 0,-1-1-7 0,1 0-3 16,-2-3-13-16,2 2-3 0,-1-1-20 0,1 1 10 15,-1-3 2-15,1-2-10 0,-1 0-11 0,1-3-28 16,-2 0-26-16,2-2-31 0,-1 0-29 0,1 0-25 16,0-8-36-16,0 11-39 0,0-11-28 0,0 9-33 15,0-9-206-15,0 0-495 0,0 0 220 0</inkml:trace>
  <inkml:trace contextRef="#ctx0" brushRef="#br0" timeOffset="130460.96">15960 15012 131 0,'4'-4'213'0,"-4"4"-18"0,0 0-8 0,5-5-7 0,-5 5-12 15,0 0-6-15,0 0-20 0,-20 18-8 0,7-7-15 16,0 0-13-16,-2 2-8 0,-3 0-10 0,3 2-7 16,0-2-7-16,-2-2-12 0,3 4-6 15,-2-7-4-15,7 1-6 0,0-2-4 0,3-2-5 0,0 1-4 16,1-3-2-16,1 1-3 0,4-4-3 0,-5 6-4 15,5-6-1-15,-7 5-2 0,7-5-2 16,0 0 0-16,1 9-2 0,-1-9-2 0,7 8 8 0,-3-4-6 16,1 1-3-16,2-2 3 0,2 3-1 0,0 0-3 15,3-1 2-15,-2 1-1 0,5 1 0 0,2 1-23 16,-3 1-27-16,4-4-27 0,-3-1-26 0,-1 0-39 16,3 0-40-16,1-2-33 0,-3-1-131 15,-2 2-363-15,7-2 161 0</inkml:trace>
  <inkml:trace contextRef="#ctx0" brushRef="#br0" timeOffset="130870.33">16162 15283 28 0,'0'0'206'0,"0"0"8"0,8-3-6 16,-8 3-8-16,6-4-17 0,-6 4-15 0,13-4-14 16,-7 1-13-16,3 0-9 0,0-1-8 0,1-2-8 0,2 3-9 15,-2-5-6-15,3 0-9 0,-1 4-2 0,-2-4-3 16,0 1 1-16,-2 0-4 0,-3-2-13 0,1 0-5 15,-1-1-9-15,-4-1-6 0,-1-1-7 0,0 2-1 16,0-2-4-16,-1 2-3 0,-3-3-6 16,2 1 0-16,-2-1-4 0,2 0-1 0,0 2-3 15,2-1-8-15,0 1 4 0,0 0-7 0,0 1 1 0,0 10-1 16,5-14-2-16,0 8-5 0,0 1 4 0,2 0-1 16,1 2-5-16,4 0 1 0,0 2-1 15,-1 4-2-15,7 0 0 0,-5 1 0 0,1 2-2 16,-4 1 0-16,3 0 0 0,-1 4-3 0,-6-1 1 15,-1 1 2-15,-1 0 2 0,0 1-1 0,-2 6 3 0,-2-4 2 16,-2 0 4-16,0-1 0 0,-1-1 2 0,-1 3-3 16,-1-4 5-16,1 2-1 0,0-3 0 15,1 2 1-15,2-3-5 0,-1 1 2 0,0-3 1 16,2 0 2-16,2 2-2 0,-1-1 2 0,-1-8-2 16,6 9-2-16,1-5 3 0,0 1 0 0,5 0-2 15,-2-4-7-15,4 2-9 0,-1-3-20 0,6 0-29 0,-2-2-23 16,3 1-26-16,-1-4-37 0,3 0-70 0,-3 0-241 15,-6 1-490-15,6-3 217 0</inkml:trace>
  <inkml:trace contextRef="#ctx0" brushRef="#br0" timeOffset="131644.26">17974 14948 223 0,'-5'-7'224'15,"5"7"-1"-15,-1-10-12 0,1 10-17 0,-3-9-18 16,3 9-19-16,0 0-24 0,-3-4-12 0,3 4-11 0,0 0-13 16,0 0-7-16,5 25-7 0,-4-8 6 15,3 2 1-15,0 7-10 0,-3 3-4 0,1-4-7 16,-2 1-5-16,0 1-3 0,0-1-4 0,2-2-8 16,-2 2 5-16,0 1-12 0,0-8-5 0,1 1-4 15,0-2 1-15,-1 1-3 0,2-1-3 0,1 0-4 16,-1-5-4-16,-1-1-2 0,3 2-17 0,-2-4-22 15,1 0-26-15,2 0-36 0,-4 1-29 0,2-3-43 16,-2-3-33-16,-1-5-28 0,1 8-148 0,-1-8-392 16,0 0 174-16</inkml:trace>
  <inkml:trace contextRef="#ctx0" brushRef="#br0" timeOffset="131984.57">17990 14932 133 0,'2'-12'185'16,"2"1"-1"-16,0 1-11 0,-2 5-20 0,2 0-16 16,1 2-5-16,2 0-7 0,-7 3-13 0,18 5-8 15,-8 2-8-15,0 0-9 0,3 6-5 0,0-2-12 16,-4 3-9-16,-2 1-3 0,0-1-9 0,-5 0 0 16,2 0-2-16,-5 2-6 0,-2-3-5 0,1-2-2 15,-4 6-4-15,-1-7-5 0,-3 3-2 0,-1-1 0 16,4-3 2-16,-5-2-9 0,5 0 5 0,-4 0-5 15,4-3-1-15,0 1-3 0,1-3 2 0,1 0-5 16,5-2 1-16,-12 8-1 0,10-7-2 0,2-1-2 16,-7 6-1-16,7-6-4 0,-3 3 2 0,3-3 0 15,-2 9 6-15,2-9-3 0,0 0-1 0,5 16 4 16,-1-9 0-16,1 0 0 0,4 2 1 0,-2-2 1 16,3 3-3-16,4-3 4 0,0 4-2 0,3-3-15 15,-3 1-35-15,2-1-32 0,1 1-47 0,2-4-36 0,-2 3-30 16,2-4-135-16,-1 1-346 0,2-3 153 15</inkml:trace>
  <inkml:trace contextRef="#ctx0" brushRef="#br0" timeOffset="132205.37">18477 15217 159 0,'-6'-9'226'15,"3"4"-4"-15,3 5-11 0,-10-3-9 0,2 2-10 16,-3 0-13-16,1 5-7 0,0-3-8 0,0 5-2 15,-5 3-5-15,2 0-9 0,-1 1-7 0,2 5-3 16,1-1-17-16,2-4-4 0,0 3-11 0,1 3-9 16,0-1-13-16,2 0-6 0,2 0-8 0,3 1-6 15,1-5-6-15,1 1-4 0,3-2-13 0,4 0-33 16,-1-1-33-16,4 1-37 0,3-1-44 0,-3-2-68 16,8-4-49-16,1 3-241 0,0-2-502 0,12-2 222 15</inkml:trace>
  <inkml:trace contextRef="#ctx0" brushRef="#br0" timeOffset="132389.51">18965 15176 190 0,'-2'-6'308'0,"2"6"-21"0,0-11-22 0,0 11-16 15,0 0-36-15,2-12-20 0,-2 12-21 0,10-6-25 16,0 5-26-16,4 1-31 0,0 0-33 0,4 0-44 15,0 3-42-15,-5 1-54 0,0-1-63 0,1 1-52 16,-5 2-111-16,-2 0-333 0,-3 0 147 0</inkml:trace>
  <inkml:trace contextRef="#ctx0" brushRef="#br0" timeOffset="132528.13">18998 15286 192 0,'-9'4'211'15,"9"-4"2"-15,-6 3-4 0,6-3-8 0,0 0-8 16,0 0-16-16,-7 2-13 0,7-2-12 0,0 0-17 15,0 0-11-15,0 0-24 0,35-4-29 0,-15-1-35 16,1 3-47-16,-1-3-56 0,8-2-53 0,4-2-56 16,2 0-125-16,4 0-326 0,12-3 145 0</inkml:trace>
  <inkml:trace contextRef="#ctx0" brushRef="#br0" timeOffset="133006.37">19568 14957 164 0,'0'0'275'0,"-1"-12"-8"0,1 12-13 16,0-9-21-16,0 9-21 0,0 0-24 0,0 0-21 15,0 0-17-15,0 0-5 0,0 0-4 0,0 0-3 16,0 0-13-16,4 39-5 0,-1-22-10 0,-3 0-2 16,2 0-13-16,0-2-8 0,-2 2-15 15,3-3-3-15,1 0-2 0,-2-1-8 0,1-1 0 16,1 4-8-16,1-6-3 0,0 0-3 0,-1 0-4 0,2-1-1 15,0-3-7-15,0 3 2 0,2-2-7 0,-1-2-2 16,1 0 1-16,1-1-5 0,2-1 1 0,-2-1-5 16,1-2 3-16,4 0-3 0,-2-4-3 15,-1 3-2-15,3-4 1 0,-1-1 1 0,-2-1-7 16,4-2 4-16,0-1-4 0,-6 1 2 0,1-4-1 0,2-1 2 16,-3 0-5-16,-2 0 1 0,1-2 2 0,-1 0-2 15,-1 1-2-15,-2 5 12 0,-1-2 13 16,0 2-1-16,0 1 25 0,-1 3-1 0,-1 0 9 0,-1 6-4 15,5-10-16-15,-5 10-21 0,3-5-10 16,-3 5 2-16,0 0-3 0,0 0 1 0,0 0 1 16,-6 27 8-16,3-10-2 0,-1-2 0 0,0 2 2 0,1 0 1 15,-1 2 0-15,0 0 5 0,-1 1-1 0,1-1-8 16,3-2 2-16,1 3-3 0,1-1-2 16,1 0-3-16,1 0 2 0,-2 1 2 0,2-4-3 15,1 2-2-15,0-2-22 0,-2-5-36 0,3 6-28 16,-1-6-37-16,1 0-35 0,0-1-26 0,-1 0-34 0,0-5-42 15,-2-1-35-15,-2-4-30 0,4 10-189 0,-1-6-545 16,-3-4 241-16</inkml:trace>
  <inkml:trace contextRef="#ctx0" brushRef="#br0" timeOffset="133260.54">20137 15012 110 0,'6'-18'263'0,"-2"7"4"15,-1 1-2-15,-1 0-5 0,1 1-14 16,0 3-18-16,-3 6-27 0,3-8-24 0,-3 8-18 16,0 0 1-16,0 0-13 0,5 19-1 0,-5-5-2 15,1 5-11-15,-1 0-4 0,2 4-7 0,-5 2 5 0,2 0-7 16,-1-5-17-16,-1 5 2 0,1-6-10 0,0 6-14 16,1-5-4-16,-1-2-6 0,1 1-6 0,0 1-5 15,0-1-5-15,-1-4-21 0,4 0-39 16,-2 1-37-16,1-5-30 0,0-6-37 0,-2 3-20 15,1 2-33-15,0-10-41 0,1 12-49 0,0-7-45 16,-1-5-184-16,2 7-519 0,-2-7 230 0</inkml:trace>
  <inkml:trace contextRef="#ctx0" brushRef="#br0" timeOffset="133538.46">20432 15007 211 0,'4'-6'236'0,"-4"6"-25"15,2-8-19-15,-2 8-13 0,0 0-7 16,0 0-14-16,0 0-12 0,-30 14-15 0,10-5-9 0,-4 5-17 16,1 1-7-16,1 0-11 0,5-3-9 15,1 0-7-15,0-2-10 0,4 3-4 0,1-8-5 16,3 2-6-16,3-1-7 0,-2-2-3 0,4-1-4 0,3-3 1 16,-7 9-7-16,7-9 1 0,0 9 0 0,0-9-3 15,9 8-1-15,-1-1 0 0,1-1-1 16,2 0-2-16,1 1-1 0,3 2-5 0,-1 0 6 15,4-3-6-15,-1 1 1 0,2 2-15 0,-1-3-22 16,1-1-24-16,-4 3-20 0,3-1-30 0,0-1-33 16,-5-3-27-16,6 1-17 0,-6 2-26 0,-2-4-125 15,1 3-350-15,-2-4 155 0</inkml:trace>
  <inkml:trace contextRef="#ctx0" brushRef="#br0" timeOffset="133930.37">20563 15309 134 0,'3'6'142'0,"-3"-6"-5"0,0 0 3 0,0 0 0 16,7 1 3-16,-7-1-2 0,0 0-3 0,0 0-6 0,0 0-3 15,11-4-12-15,-11 4-7 0,11-3-3 16,0 1-6-16,-1-1-3 0,1-2-8 0,2 4 0 16,0-4-3-16,-1-1 3 0,0 3-8 0,5-5-3 15,-5 3-7-15,0-3-2 0,0 1-4 0,2-6-7 16,-5 4-2-16,1-4-5 0,-1-1-4 0,-2-2-2 16,-1 1-4-16,-4 2-1 0,0-3-6 0,-1-1 2 15,-1 0-3-15,0 1-1 0,1-1-4 0,-1 1 5 16,1 0-15-16,1 2 1 0,-1 1 2 0,0 4 5 15,1 1-2-15,0-2-6 0,3 5 0 0,3-1-7 16,-1 0 2-16,2 2-2 0,4 0-6 0,-1 4 3 16,2 0-5-16,-1 4 1 0,3 2-1 0,-1 0-2 15,-3 1 5-15,1 4-6 0,-4-1 0 0,1 3 1 16,-4-2-1-16,-1 6-1 0,-2-2 2 0,-4 1 2 16,-1 1 6-16,-2-2 1 0,2-1 4 0,-1 0-2 15,0-2-1-15,0 0 7 0,2-2-2 0,0 0-2 16,1 3 3-16,1-4 1 0,0-1 4 0,3 1-1 0,3 0 4 15,3-2-5-15,0 1 3 0,2-3-3 16,7 3-1-16,1-3-6 0,2 0 3 0,-2-4-28 16,2-1-24-16,6 1-22 0,-8-2-32 0,0 0-32 15,0-2-39-15,-1 0-46 0,-2-3-35 0,-3 2-232 16,-3-1-513-16,1-2 228 0</inkml:trace>
  <inkml:trace contextRef="#ctx0" brushRef="#br0" timeOffset="136790.94">4191 16188 166 0,'-3'-9'187'0,"1"5"-9"0,2 4-11 16,-5-8-22-16,5 8-16 0,0 0-12 0,-1-9-18 15,1 9-11-15,0 0-7 0,0 0-8 0,0 0 1 16,-4 25-1-16,5-9-5 0,-2 5-4 0,-3-2-10 16,3 8 4-16,-2 1-7 0,2-1-2 0,0-1-5 15,1 2 1-15,0-1-4 0,0-3 0 0,-1 3 0 16,1-9-11-16,0 1 0 0,2-1-1 0,-2 1-2 15,1-2-5-15,2-1-3 0,-2 0 4 0,2-3-5 16,-1 0-1-16,-1-3-25 0,-1 3-22 0,3-4-26 16,0 0-30-16,-1-1-38 0,-2-8-40 0,4 12-150 15,-4-12-339-15,0 0 150 0</inkml:trace>
  <inkml:trace contextRef="#ctx0" brushRef="#br0" timeOffset="137400.2">4092 16225 95 0,'26'-5'152'0,"4"1"-9"0,-1 3-17 0,1 5-3 0,-1 3-11 16,-3 4-1-16,2 3-15 0,-3 3-13 0,0 2-2 15,-6 2-9-15,-4-1-5 0,2 3-4 16,-6 1-8-16,1 1-1 0,-2 1-4 0,-6-7-8 15,2 8-2-15,-6-2-3 0,0-4-6 0,-2-2 1 16,-2 0-3-16,-4 4-7 0,-2-5-1 0,0 0-3 16,-3-2-4-16,1 0-5 0,-7 2-7 0,3-6 1 15,-2-1-5-15,1 1-2 0,1-3-2 0,0-3-8 16,0 0 5-16,4-2-13 0,1-3-1 0,11-1-5 16,-15-1-4-16,15 1-5 0,-11-4 2 0,11 4 0 15,-9-9 3-15,9 9-4 0,1-13 6 0,-1 13 12 16,9-13 1-16,-1 7 2 0,-8 6 8 0,14-11 1 15,-3 6 12-15,0 2 1 0,-2-2 10 0,3 0-3 16,0 3 9-16,1 0 6 0,3-1 3 0,-2 0-2 16,3 1 2-16,1 0-1 0,0 0-3 0,2 1-1 15,1-2 2-15,7 1 2 0,-3 1-4 0,-2-1-3 16,7-2 3-16,-2 1-8 0,1-1 3 0,2-2-5 16,-11 3 4-16,6-2-3 0,-4 2-3 15,-3-2-2-15,-1 1-2 0,1-2 6 0,-8 0-6 0,2 2 8 16,-3-3-1-16,-3 1 5 0,2-1 3 0,-4-3 0 15,1 1 8-15,-4-3-1 0,0 3 5 0,-2 9-1 16,-1-22-4-16,-2 11-1 0,1 0-7 0,-2 0 4 16,-1 1 4-16,-3 2 1 0,2-2-1 0,1 4 7 15,1 1-7-15,-4-2-5 0,3 3-4 16,5 4-3-16,-9-3-7 0,9 3 1 0,0 0-5 16,-15 12 3-16,7-3-9 0,4 3 3 0,-2 3-2 15,1 2 1-15,2-1 1 0,0 0 0 0,0 1-4 16,4-2 2-16,0 2-1 0,4-2 0 0,2-1 2 0,1 1-5 15,3-1-26-15,-1-1-30 0,-1-5-31 16,5 5-26-16,-1-4-34 0,5 1-39 0,-4-1-161 16,-3-3-374-16,1 0 165 0</inkml:trace>
  <inkml:trace contextRef="#ctx0" brushRef="#br0" timeOffset="137628.9">4953 16329 25 0,'-1'-9'253'0,"1"9"-17"16,-2-16-23-16,2 16-30 0,-1-9-22 0,1 9-16 15,0 0-18-15,0 0-4 0,0 0-7 16,0 0-9-16,3 40-8 0,-1-16-7 0,0 3-9 0,0-2-7 16,1 2-9-16,-1 1-5 0,2-1-6 0,1 1-3 15,0-1-3-15,-2-2-8 0,-1 1-6 0,5-2-26 16,-1 0-21-16,-4-5-34 0,1-1-39 15,0 0-50-15,-2-1-45 0,3-1-148 0,-8-3-355 16,4-13 157-16</inkml:trace>
  <inkml:trace contextRef="#ctx0" brushRef="#br0" timeOffset="138281.81">5121 16772 82 0,'8'-6'158'0,"0"-2"-7"0,1 1-13 0,-1-4-6 15,1 1-3-15,3-3-13 0,-1-2-3 0,1 1-7 16,1-3-2-16,0 3-8 0,-2-4-10 0,0 1-2 16,0 1-5-16,-2-1-15 0,-2-1-4 0,-4 1-3 15,0 1 0-15,-2-1-10 0,-2 5 3 0,0 1-5 16,-2-1-1-16,1 3-3 0,-1 3-2 0,-1-2-5 15,4 8-1-15,-8-9-9 0,8 9-3 0,-13-3-4 16,5 3-8-16,8 0 5 0,-18 11 0 0,10-2 0 16,1 1-7-16,-3 5 1 0,2 2-4 0,0-1 2 15,3 0 7-15,-2 0-5 0,4 0 1 0,3 1-2 16,-2 0-2-16,2-5 5 0,4 4-6 0,0-6 1 16,2 2 2-16,1-2-3 0,4-1 3 0,-2 0-4 15,3 0 2-15,0-4 4 0,0 0-4 0,0 0-1 16,0-1 0-16,0 0-1 0,-1-3-2 0,-2-1-1 15,2 0 0-15,-11 0-3 0,16-3-1 16,-7-3-1-16,-2 0 5 0,1-1-2 0,-1-3 7 0,-1 3-10 16,-1-5 4-16,2 2-3 0,-1-4 2 0,2-3 0 15,-2 3 1-15,1-3-1 0,-2 1 2 16,2 1-1-16,1 1 2 0,-4 4 5 0,0 0 5 0,-2 5 5 16,0-2-2-16,-2 7-7 0,5-7 1 15,-5 7-7-15,6-3 1 0,-6 3 0 0,0 0-1 16,11 7 2-16,-5-1-1 0,-1 3-1 0,1 0 1 15,-2 2-2-15,2 5 3 0,-1-2-3 0,-1 1-22 16,-2 1-23-16,1 0-43 0,-1-2-31 0,3 0-42 16,-2 3-39-16,-3-1-103 0,2-5-328 0,-1 2 147 15</inkml:trace>
  <inkml:trace contextRef="#ctx0" brushRef="#br0" timeOffset="139044.34">5591 16585 59 0,'0'0'193'0,"0"0"-20"15,0 0-12-15,0 0-10 0,0 0-10 0,0 0-5 16,0 0-2-16,0 0-9 0,11 28-12 0,-8-16-6 16,-1-2-11-16,1 0-10 0,0-1-9 0,-1 1-4 15,-1-1-6-15,-1-9-14 0,4 13 3 16,-1-9-6-16,-3-4-2 0,1 8 6 0,-1-8 6 15,4 4 13-15,-4-4 6 0,0 0 6 0,0 0-6 16,0 0-2-16,0 0-11 0,0 0-7 0,0 0-8 16,0 0-3-16,0 0-6 0,-14-18-4 0,14 18-4 15,-3-19-6-15,2 8-1 0,2-2-6 0,-1-5-2 16,4 1 1-16,-1 0-2 0,4-9-7 0,0 7 1 16,-1 2-7-16,3-1-5 0,1 4-1 0,-1 0 0 15,0 6 2-15,-1 1-4 0,-2 2-1 0,-6 5-2 16,14-1 6-16,-14 1-8 0,19 5 3 0,-8 3-1 15,-2-1 3-15,1 7-3 0,0-1 6 0,-1 1-3 16,1 0 0-16,-3 0-3 0,-2 2 10 0,-1-5-9 16,-3 2 3-16,0-4-2 0,3 1 3 0,-3 0 0 15,-1-10 0-15,0 13 2 0,0-13-1 0,3 13 10 16,-3-13-7-16,0 0 2 0,2 12 0 0,-2-12 1 16,0 0 2-16,0 0 0 0,0 0-3 0,0 0 0 15,0 0-1-15,0 0-6 0,0 0-4 0,0 0-1 16,0 0-10-16,11-37 0 0,-8 26-12 0,3-2 3 15,2-5-2-15,0 3-2 0,1 0 0 0,0-1 2 16,0 6 0-16,-3-2-1 0,1 2 7 0,-2 6-1 16,1-3 1-16,-6 7 0 0,10-8 3 0,-10 8-3 15,0 0 4-15,13 1-1 0,-13-1 2 16,12 13 6-16,-7-6-2 0,0 0-1 0,1 3 2 16,0 2 3-16,2-3 4 0,-1 1 7 0,0 1 6 15,2-1-4-15,2-3 4 0,1 5 1 0,-1-6 3 0,1 0-4 16,0-1 0-16,1-2 1 0,-1-1-1 0,1 0 3 15,1 0 0-15,-3-4-4 0,1 0 7 16,0-1-1-16,-4-2-1 0,-2 0 0 0,0-1 2 16,1-1 6-16,-2-2-7 0,-1-1 3 0,0-2 0 15,-3 2 0-15,1-2-7 0,0 0 4 0,0 0-2 16,-2 1-1-16,1 0 6 0,-1 11-2 0,0-14 8 16,0 14 2-16,0-11-4 0,0 11 3 0,2-6-14 15,-2 6 0-15,0 0-6 0,0 0 2 0,0 0-1 16,0 0 5-16,0 0 5 0,-5 26-7 0,2-13 1 15,2 0-2-15,2 0 0 0,-2-1-4 0,1 5 5 16,2-1 0-16,-2-1-9 0,4 0-28 0,-1-2-30 16,-1-1-37-16,1-1-54 0,1 3-48 0,1-5-34 15,-3 3-153-15,2-3-418 0,-4-9 185 0</inkml:trace>
  <inkml:trace contextRef="#ctx0" brushRef="#br0" timeOffset="139206.44">6112 16270 16 0,'0'0'46'0,"0"0"-47"0,0 0-10 0,19 31-11 0,-12-12 6 15</inkml:trace>
  <inkml:trace contextRef="#ctx0" brushRef="#br0" timeOffset="139658.51">6255 16725 175 0,'0'0'234'0,"0"0"-18"0,0 0-10 0,0 0-11 16,-4-36-8-16,7 24-16 0,1-3-12 0,2-3-14 15,3 0-13-15,3-5-10 0,2 0-12 0,-1 6-5 16,2-7-12-16,3 5-10 0,-7 6-5 0,3 0-10 15,-3 0-6-15,-1 5-7 0,-1 5-6 0,0-1-12 16,-9 4-3-16,19-1-5 0,-19 1-3 16,13 8-3-16,-6 0-4 0,3 6 3 0,-3 2-3 0,2-2-2 15,-4 4-2-15,0-3-1 0,0 2 0 0,-1-2-1 16,0-2-3-16,1 3 1 0,0-5 0 16,0 0 0-16,4-1 0 0,1-3 1 0,1 0 2 0,0-2-3 15,2 1 6-15,1-1-3 0,3-3-2 16,2-2-1-16,-1-2 1 0,2 0 6 0,-1-2-8 15,-2-1 0-15,-1-1-4 0,0-2 2 0,-5 1 2 16,-2-1-2-16,0 1 1 0,-1-2-3 0,-1-3 3 16,-3 1-4-16,3-5 2 0,-6 0-2 0,2 0-3 15,-2-1 1-15,-2 5 1 0,1 0 2 0,-3 0-1 16,2 1 3-16,1 11 1 0,-5-18 7 0,1 12-4 16,4 6-1-16,-5-8-1 0,5 8-4 0,0 0 0 15,-17 2-2-15,17-2 3 0,-20 16-2 0,9-4 3 16,1 2-3-16,0 2 0 0,0-2-3 0,3 1 2 15,2 0-1-15,3-4 3 0,2 6-7 0,0-3-13 16,3 2-29-16,4-6-28 0,-1 1-35 0,8 2-34 16,3-4-73-16,2-1-246 0,-1 0-498 0,2-3 220 15</inkml:trace>
  <inkml:trace contextRef="#ctx0" brushRef="#br0" timeOffset="142230.79">7977 16259 41 0,'-5'-3'209'0,"-2"-2"-15"0,7 5-11 0,-18-6-22 16,11 6-14-16,-2-2-15 0,-3 3-7 0,1 4-15 15,-6 3-3-15,2 2-4 0,-2 3-5 0,2 6-8 16,-3 2-6-16,3 2-6 0,5-5-5 0,-1 5-4 16,5 1-7-16,2-6 2 0,1 0-12 0,5-1-7 15,0 1-2-15,3-1-2 0,3-2-4 0,4 0-3 16,2-1-3-16,-2 0-3 0,5-5 1 0,1 1-2 16,9 0-1-16,-9-7-4 0,3 1-3 0,0-2 3 15,1-2 0-15,-1-2-5 0,-3 2-2 0,1-5 0 16,-3-1-1-16,0-2-4 0,-2-1 4 0,-1-2-4 15,-3-2 1-15,-3-4-3 0,0-1-2 0,-4 1-1 16,-2-3 4-16,-3-6-3 0,-5 1-4 0,2 0 1 16,-6 1 0-16,-2 1 0 0,-1 1 3 0,0-1-6 15,1 8 1-15,-1-1 0 0,0 3-3 0,2 0 3 16,-2 4-1-16,4 3-2 0,0 1-4 0,-3 0-10 16,2 5-12-16,11 0-15 0,-20 5-27 15,20-5-16-15,-19 14-25 0,12-4-32 0,3 1-33 16,0 4-172-16,3 1-376 0,3 2 166 0</inkml:trace>
  <inkml:trace contextRef="#ctx0" brushRef="#br0" timeOffset="142506.29">8287 16207 65 0,'-2'-19'253'16,"1"1"-15"-16,-1 5-9 0,2 13-5 0,-2-22-12 15,2 22-23-15,-3-14-23 0,3 14-19 0,0 0-14 16,0 0-11-16,0 0-16 0,0 0-11 0,19 29-6 16,-7-2-5-16,-6 1-9 0,1 7-1 0,-1 1-8 15,-1 10-5-15,1-1-7 0,-2-10 0 16,0 1-3-16,1-2-9 0,0-1-5 0,2 0-5 0,-4-1 0 16,5 0-3-16,-4-4-2 0,-1-1-1 15,2 0-5-15,-1-2-3 0,2 0-19 0,-1-8-15 16,-2-1-17-16,2 3-23 0,-3-3-15 0,1 1-24 15,-2-2-43-15,2-5-43 0,-1 0-43 0,2 1-149 0,-4-11-404 16,0 0 179-16</inkml:trace>
  <inkml:trace contextRef="#ctx0" brushRef="#br0" timeOffset="143246.49">8524 16321 45 0,'10'-6'189'0,"3"2"-24"0,-3 2-7 16,0 2-14-16,-10 0-16 0,21 7-7 0,-12 0-10 15,-2 1-11-15,1 4-8 0,1 3-9 0,-5 0-8 16,-2 4-8-16,-2 0-5 0,-2-1-8 0,-5 0-6 16,2-2-17-16,-2 4-7 0,-1-5-11 0,-1 2-4 15,1-6-5-15,-2-2 1 0,1 0-4 0,0 0 0 16,0-1 1-16,0-2-3 0,3-3 0 0,-4 2 5 15,10-5 3-15,-14 5-4 0,14-5-4 0,-12 1 0 16,12-1 1-16,0 0 6 0,-14 2-3 0,14-2-2 16,0 0-2-16,0 0-7 0,0 0 5 0,0 0 4 15,0 0 6-15,0 0-8 0,0 0 2 16,0 0-2-16,28 12 9 0,-14-10-6 0,-1-2 3 16,6 1-2-16,-1-2 6 0,4-2 2 0,6-1 3 0,0 1 3 15,0-3-3-15,1 0 0 0,-8 1-10 0,6-4 6 16,-7 2 0-16,-2 0 1 0,-1 0-5 0,-1 1 1 15,-4-1 5-15,-2 0-2 0,0-1-2 0,-3-1 4 16,-2 0 1-16,0 1 1 0,-2-4-1 16,-3 1 3-16,0 11-8 0,-2-22 3 0,0 11 3 15,-1 2 4-15,-2-1-4 0,1 1 6 0,4 9-6 16,-5-16 3-16,0 10 0 0,5 6 0 0,-9-7-2 16,9 7 0-16,-13-6-4 0,13 6 2 0,0 0 1 15,-24 13-1-15,15-5-2 0,-1 2 1 0,1 3-1 16,2 1 1-16,2 2-2 0,-1 1 2 0,3-2-6 15,1 1 6-15,2 0 3 0,2-2-6 0,5 1 0 16,-2 2 1-16,1-7 0 0,3 2 0 0,0-2 0 16,1-3 0-16,1 1-4 0,0-2 4 0,1-1-1 15,-1-1 0-15,3 1-3 0,-2-3 3 0,2-1-2 16,-1 0 2-16,-13-1-1 0,22-3-1 0,-11 0 0 16,0 0 2-16,-11 3-6 0,16-10 5 0,-11 2-2 15,1 2 0-15,-2-3-1 0,2-1 1 0,-2 1-2 16,-1-1-1-16,-1-3 3 0,0 1-8 15,3-5-1-15,-4 2 1 0,4-2 1 0,-4 2-1 16,4 4-4-16,-1-2 2 0,0 2 4 0,-1 5-6 0,-3 6 0 16,7-14-3-16,-3 10 4 0,3-1-5 0,-7 5 2 15,12-3 3-15,-12 3-3 0,0 0 4 0,18 8-2 16,-9 1 3-16,-2 1-4 0,-2-1 3 0,0 1 4 16,0 3-3-16,2 2 0 0,-1-1 1 0,-4-1 1 15,2 4 0-15,0-5-8 0,0 3-28 16,-2-2-31-16,2 0-38 0,-1-3-37 0,-1 1-34 15,1 1-137-15,-3-12-340 0,5 21 150 0</inkml:trace>
  <inkml:trace contextRef="#ctx0" brushRef="#br0" timeOffset="143626.51">9352 16402 216 0,'-6'-7'224'15,"6"7"-18"-15,-11-9-19 0,11 9-15 0,-13 2-11 16,13-2-13-16,-13 10-7 0,2-3-8 0,1 7-17 16,-1 2-7-16,2-2-11 0,1 0-10 0,0 3-4 15,5 0-12-15,-1-1-4 0,4 1-5 0,0-6-7 16,1 5-5-16,3-5-6 0,0 0-3 0,2-1-8 16,-1-2-6-16,1-1-7 0,2-2-8 0,1-1-5 15,-9-4-1-15,10 6 1 0,-10-6 3 16,14-1-6-16,-14 1 1 0,13-7-1 0,-5 2-1 15,0-3 5-15,-3-1-5 0,2 0 0 0,-3-1-2 0,1-3 1 16,-1 3-4-16,0-3 5 0,-3 4-2 0,3-4 2 16,1 3 1-16,-2 1 6 0,-3 9 6 0,2-14 2 15,-2 14-5-15,3-8-2 0,-3 8-5 16,0 0-1-16,0 0-1 0,0 0 3 0,0 0 0 16,0 0 0-16,0 0-2 0,0 0 3 0,-2 40-3 15,1-29 2-15,1 5 0 0,0 0-5 0,0-4-9 16,3 1-18-16,-3 0-25 0,1-1-23 0,-1-12-48 15,3 23-68-15,-1-12-206 0,-2-11-426 0,4 20 188 16</inkml:trace>
  <inkml:trace contextRef="#ctx0" brushRef="#br0" timeOffset="143903.19">9606 16193 223 0,'-2'-17'262'0,"2"17"-23"0,-2-14-29 16,2 14-22-16,0 0-12 0,0 0-6 15,0 0-4-15,0 0-4 0,17 43-5 0,-13-16-10 16,1-2-9-16,-1 2-11 0,0 0-9 0,-1 3-8 16,1-2-9-16,0 1-7 0,0-3-9 0,1 3-10 15,-2-5-11-15,-2 2-2 0,1-8-4 0,-2 0-10 16,3-1-5-16,-3-2-28 0,0-2-19 0,1-2-18 15,-2 2-18-15,1-13-24 0,-3 20-33 0,2-13-25 0,1-7-28 16,-1 12-19-16,1-12-39 0,-6 7-22 16,6-7-126-16,-9 5-384 0,9-5 170 0</inkml:trace>
  <inkml:trace contextRef="#ctx0" brushRef="#br0" timeOffset="144185.31">9517 16451 5 0,'-4'-7'211'0,"4"7"-11"0,-7-13-13 15,7 13-16-15,-2-7-18 0,2 7-18 0,0 0-15 16,0 0-10-16,19-12-13 0,-1 8-3 0,0 1-15 16,4 1-8-16,-1 1-6 0,0 1-4 15,6 0-3-15,1-2-9 0,-6 4-7 0,-1-4-5 0,1 4 0 16,-3-2-10-16,0 0 2 0,-7 1-4 0,-3-1-5 16,2 2-3-16,-11-2 3 0,13 0-4 0,-13 0 5 15,12 2-5-15,-12-2 4 0,10 6 10 0,-10-6 5 16,6 9 9-16,-3-2 5 0,-3-7-4 0,5 15 5 15,-4-5-5-15,1-1-1 0,-1 4-1 16,0-3-3-16,-1 0-8 0,1 2-1 0,1 0-3 16,-2 0-3-16,2-1-25 0,-2 0-20 0,0 0-21 15,1-1-36-15,-1-10-48 0,0 23-43 0,-1-13-30 16,1 0-154-16,0-10-379 0,-5 15 168 0</inkml:trace>
  <inkml:trace contextRef="#ctx0" brushRef="#br0" timeOffset="144355.62">9754 16170 83 0,'0'0'111'15,"0"0"-14"-15,0 0-48 0,30 11-42 0,-17 1-66 16,1 7-61-16,1 4 27 0</inkml:trace>
  <inkml:trace contextRef="#ctx0" brushRef="#br0" timeOffset="144616.29">9946 16613 25 0,'0'0'231'0,"0"0"-2"0,-16-28-6 0,16 28-18 16,-3-18-17-16,2 7-18 0,1 11-17 0,2-24-8 15,3 8-11-15,2 1-14 0,-1-2-9 0,2 0-13 16,5 2-13-16,-4 1-11 0,-2 5-3 0,2 1-8 16,1 2-9-16,-1-1-5 0,0 4-7 0,3 1-4 15,-12 2-5-15,20 4-6 0,-10 5 6 0,-1-1-8 16,3 3-4-16,-6 3-2 0,2 2-1 0,-2-1 0 16,0 3-3-16,-3-1-1 0,1 0 0 0,-1 2 0 15,-1-3-13-15,-1 2-30 0,-2-2-46 0,4-5-43 16,-1 2-36-16,1-1-48 0,2-2-162 15,-5-10-394-15,13 17 175 0</inkml:trace>
  <inkml:trace contextRef="#ctx0" brushRef="#br0" timeOffset="145153.41">10328 16441 143 0,'-5'-7'262'0,"1"-2"-17"0,-1 3-18 15,5 6-23-15,-11-6-18 0,11 6-12 0,0 0-13 16,-27 13-12-16,16-4-14 0,1-1-11 0,1 6-17 16,1-4-8-16,3 0-9 0,-1 2-7 0,4 0-9 15,1-2-5-15,-1 1-11 0,2-11-7 0,2 19-19 16,1-9-12-16,3-4-8 0,-6-6-7 0,10 13-3 16,-5-12-11-16,-5-1 0 0,11 4-2 0,-11-4 8 15,13-2-5-15,-13 2 2 0,0 0 0 0,13-7 1 16,-13 7 3-16,8-12 6 0,-6 3-8 0,-2 9 5 15,5-19 2-15,-1 9 3 0,-1 1-1 0,-2-1-1 16,1-1 8-16,-2 11 7 0,2-15-1 0,-2 15 5 16,2-10-8-16,-2 10 0 0,0 0-2 0,0 0-1 15,0 0 2-15,0 0 2 0,0 0 5 0,12 35 5 16,-12-15 3-16,0 8 11 0,0 1-1 16,0 6-1-16,-1 1 1 0,1 12-2 0,-3 1 1 15,0-13 0-15,2 9 4 0,0-10-6 0,0 10 4 16,1-10-2-16,1-5 10 0,-2 2-17 0,-1-2 2 0,2-1-5 15,2-1 36-15,-4-3-7 0,1-5-9 0,-2-4-3 16,1-3-1-16,1-3-7 0,-1 0-8 0,0-1 7 16,-2-3-6-16,1 0 1 0,3-6 0 15,-7 7-1-15,-1-6-7 0,8-1 3 0,-16-8-20 0,5-1 10 16,5 1 2-16,-8-6-16 0,5-4 1 16,1-5-7-16,-2-7-5 0,4 1-4 0,0-3-6 15,5-3-9-15,2 3 2 0,3 1 5 0,1-1 0 16,4 1-9-16,2 3-2 0,0-1-7 0,3 4-17 15,3 0-13-15,2 2-12 0,5 1-10 0,0 3-18 16,3 2-29-16,0 1-34 0,3 2-48 0,-1 2-66 16,-4 3-145-16,1-2-466 0,-8 5 206 0</inkml:trace>
  <inkml:trace contextRef="#ctx0" brushRef="#br0" timeOffset="145772.41">10875 16122 224 0,'0'0'259'0,"0"-10"-14"0,0 10-15 0,0 0-21 0,-1-10-22 15,1 10-22-15,0 0-19 0,0 0-12 16,0 0-13-16,0 0-4 0,10 36-6 0,-3-8-1 0,-4 3-3 16,4 4-5-16,-3 10-4 0,2 5-6 0,-3-6-9 15,3 4 1-15,-2-14-1 0,-2 2-9 0,5 9-3 16,-5-13-6-16,2 0-6 0,-1-1-5 0,0-2-6 16,1-1 2-16,-2 1-14 0,1-3 2 15,2-1-4-15,-3-5-1 0,0 0-2 0,0-4-6 16,2 2-15-16,-3-1 7 0,2-1-12 0,-1-5-26 15,-2 0-27-15,3 0-19 0,-3 1-25 0,0-12-28 16,-3 19-31-16,3-19-55 0,-2 10-58 0,2-10-168 0,0 0-467 16,-10 11 207-16</inkml:trace>
  <inkml:trace contextRef="#ctx0" brushRef="#br0" timeOffset="146034.67">10914 16561 1314 0,'-2'-29'20'0,"1"0"15"15,1 3-5-15,-1 8 5 0,2 0 7 0,-1 2-3 16,5 0-15-16,2 2 15 0,-1 3 3 0,6 0 10 16,3-1 4-16,1 2 2 0,-3 6-4 0,5 0-1 15,1 4-3-15,-2 4-2 0,2-1-7 0,-1 5-1 16,-5 0-4-16,2 3-2 0,-5 2 0 0,-1 0-6 16,0 3 2-16,-3 3-3 0,-3-5-2 0,-2 4-3 15,-2-7 2-15,1 6-2 0,-4-3 0 0,-3 0-2 16,-1 1-1-16,2-5-3 0,-7 4 2 0,-1-3-1 15,-2 0-5-15,2-1 2 0,-1-1-12 0,0-3-18 16,2 1-16-16,1-4-33 0,-3 3-35 0,2-3-50 16,2 3-56-16,-2-4-116 0,13-2-347 0,-18 2 154 15</inkml:trace>
  <inkml:trace contextRef="#ctx0" brushRef="#br0" timeOffset="146358.37">11168 16537 118 0,'0'0'211'0,"8"-5"-11"0,-8 5-5 15,0 0-15-15,0 0-7 0,0 0-3 0,5 19-15 16,-5-19-16-16,4 15-12 0,3-8-14 0,-2 3-5 16,2-3-17-16,0 2-5 0,4-2-7 0,1 2-9 15,3-2-4-15,2-1-9 0,3-1-4 0,0 0-5 16,8-3-4-16,-8-1-7 0,1 1 2 0,-3-4-2 15,-5 1-6-15,-2 0 2 0,-1 0 1 0,-10 1-1 16,12-7-5-16,-12 7-2 0,6-9-3 0,-6 2-6 16,-1-2 0-16,-4-2-10 0,-3 3 8 15,3-4-1-15,-4 3 3 0,-5-4-8 0,3 1-1 16,-3 1-2-16,3 3 2 0,2 1-5 0,-2 0-10 0,2 2-8 16,0 1-13-16,9 4-11 0,-18-3-13 0,18 3-18 15,-15 2-29-15,15-2-34 0,-14 7-33 0,9-1-41 16,-1 2-145-16,6-8-381 0,-9 13 169 15</inkml:trace>
  <inkml:trace contextRef="#ctx0" brushRef="#br0" timeOffset="146588.7">11482 16480 178 0,'3'-11'266'0,"1"4"5"16,-4 7-16-16,5-11-20 0,-5 11-25 0,5-10-23 15,-5 10-19-15,0 0-20 0,9-3-11 0,-9 3-13 16,0 0-9-16,10 16-8 0,-10-16-10 0,4 22-7 16,0-8-20-16,-1 1 4 0,0 2-8 0,2 0-7 15,-1-2-2-15,-4 4-7 0,3-2-16 0,-3 2-12 16,2-1-24-16,0-2-20 0,-1 2-27 0,-2 0-30 16,-2-2-37-16,2-4-57 0,1 3-69 0,-3-2-148 15,3-13-422-15,-6 19 187 0</inkml:trace>
  <inkml:trace contextRef="#ctx0" brushRef="#br0" timeOffset="146743.26">11510 16259 16 0,'0'0'90'16,"0"0"-33"-16,0 0-35 0,19 28-41 0,-11-6-9 15,-2 4-30-15,1 1 14 0</inkml:trace>
  <inkml:trace contextRef="#ctx0" brushRef="#br0" timeOffset="146988.91">11687 16665 253 0,'2'-31'256'0,"0"22"-12"0,-1-3-21 16,0 1-22-16,2-6-13 0,2 0-18 0,0 0-10 15,3 0-19-15,3-1-10 0,2-2-18 16,-1 5 0-16,5-4-18 0,-5 8-5 0,2 1-8 16,-6 3-11-16,4 3-10 0,1 0-7 0,-4 4 0 15,-9 0-12-15,21 7-2 0,-15-2-4 0,2 2-6 16,4 7 1-16,-5-4-8 0,-1 5 1 0,1 0-2 16,-1 1-5-16,-2 0 1 0,-3-4-3 0,4 6-1 15,-5-4-9-15,2 1-35 0,-4-2-37 0,2-13-41 16,2 25-56-16,-1-15-67 0,0 0-173 0,-1-10-435 15,0 0 192-15</inkml:trace>
  <inkml:trace contextRef="#ctx0" brushRef="#br0" timeOffset="147238.62">12073 16219 232 0,'0'0'255'0,"0"0"-26"0,2-11-16 0,-2 11-2 16,0 0 16-16,0 0-17 0,9 35-5 16,-4-10-14-16,-3 1-13 0,-1 3-11 0,-1 1-13 0,-1 0-11 15,3-1-13-15,-2-1-13 0,1-1-7 0,1 1-10 16,0-3-12-16,-2-5-10 0,0 5-3 16,2-7-21-16,-2 0-32 0,0-1-25 0,0-2-27 0,2-3-24 15,-2 1-38-15,0-4-35 0,0-9-47 16,-2 19-44-16,2-19-49 0,-6 12-137 0,6-12-438 15,-12 4 193-15</inkml:trace>
  <inkml:trace contextRef="#ctx0" brushRef="#br0" timeOffset="147384.57">12014 16493 167 0,'1'-10'198'0,"-1"10"-18"0,8-11-21 0,-2 6-15 0,5 0-15 16,0 1-13-16,9-2-14 0,0 1-13 0,7-1-33 15,-7 3-36-15,9-1-40 0,-2-1-53 0,1 3-139 16,-6 0-229-16,-3 2 102 0</inkml:trace>
  <inkml:trace contextRef="#ctx0" brushRef="#br0" timeOffset="159177.57">12563 16350 110 0,'-2'-12'165'0,"-1"1"0"16,3 11-11-16,0-22-16 0,0 12 6 15,0 10-9-15,0-15-5 0,-2 8-12 0,2 7-12 16,0-7-13-16,0 7-7 0,0 0-14 0,0 0-12 15,0 0-9-15,0 0-2 0,0 0-4 0,0 0-4 16,0 0-6-16,7 29 5 0,-3-13-17 0,-4 1 6 16,2-1-5-16,2 3-2 0,-1-2-4 0,1 3 5 15,1-3-9-15,-2 1 4 0,-1-2-5 0,2-5 0 16,1 0-5-16,-1 2 1 0,0-2-4 0,4-1 6 16,-4-1-2-16,0 0-2 0,-1-3 3 0,1 0-2 15,2-2 2-15,-1 0-1 0,-5-4 2 0,9 6-3 16,-2-6 3-16,-7 0 0 0,13 0-6 0,-13 0 5 15,16-8-4-15,-9 3 1 0,2-2-4 0,0-2-2 16,0 2 2-16,-3-5 1 0,-1 2-2 16,5-4 2-16,-6 2 1 0,0-4-2 0,0-1 0 15,-3-1-2-15,3 2 1 0,-9-1 3 0,6 1-6 16,-1 5 4-16,1 2-2 0,-1-1 4 0,0 0-4 0,0 10-2 16,0-9-2-16,0 9 0 0,0 0-6 0,0 0-3 15,0 0 8-15,0 0-1 0,0 0 0 0,0 0-1 16,-6 26 2-16,4-11 0 0,4 1 1 15,-2 1 3-15,2 0-5 0,2 0 5 0,1-2 4 16,-1-3-6-16,4 4 4 0,1-6-3 0,1 2 5 16,4-2-3-16,0 0-2 0,4-5 3 0,-3 3 4 15,3-5-2-15,3-1-1 0,-2-4 2 0,4 0-1 16,-4-2 4-16,0-2-3 0,0-1-2 0,-2-4 5 0,1 2-3 16,-4-5-1-16,0 1-1 0,-2 0 1 0,0-2-1 15,-7-1-2-15,3-2 2 0,-3 2 0 0,-1-4 1 16,0-5-3-16,-4 7-4 0,2-1 6 15,-2 5-2-15,0 3 5 0,0-1 5 0,0 12-6 16,2-15 3-16,-2 9-7 0,0 6-1 0,0-8-3 16,0 8 5-16,0 0-2 0,0 0-2 0,0 0 1 15,0 0 1-15,6 19 1 0,-2-9-1 0,-3 2-1 16,3 1 0-16,0 2 2 0,3 1-1 0,0-2 0 16,2 0-2-16,0 1 4 0,2-1-5 0,0 1 1 15,0-2 7-15,-1-3-5 0,-1-1 0 0,-1 1 1 16,-1-3 2-16,0 3-4 0,-2-3-1 0,-1 2 6 15,-2-3-1-15,-2 4-2 0,-2-3-4 0,-2 2-7 16,-1 0-8-16,-6-1-7 0,4 1-8 0,-2-3-14 16,0 1-17-16,0-2-24 0,4 0-18 0,-1-2-22 15,2 0-22-15,4-3-14 0,-10 7-96 0,10-7-281 16,-4 5 125-16</inkml:trace>
  <inkml:trace contextRef="#ctx0" brushRef="#br0" timeOffset="159372.57">13331 16353 87 0,'6'-16'174'0,"-1"0"-8"0,1 1 3 0,2 4-10 16,-4 2-11-16,1 0-10 0,-3 2-15 15,-2 7-21-15,8-7-6 0,-8 7-3 0,14-1-5 16,-14 1-3-16,13 9-7 0,-10 1-1 0,3-1-16 16,0 7 0-16,0 1-9 0,1 1-3 0,-5 2-3 15,2-2-9-15,-2 2-4 0,4 0-24 0,-4-1-29 16,0-2-44-16,0 1-8 0,0-1-44 0,0-2-38 15,1 2-131-15,-6-4-307 0,3 0 136 0</inkml:trace>
  <inkml:trace contextRef="#ctx0" brushRef="#br0" timeOffset="159753.57">13676 16473 28 0,'0'0'164'0,"-20"-18"-5"15,18 12-2-15,-2-2-2 0,1 1-15 0,3-1-13 16,0-2-11-16,0-1-10 0,0 1-9 0,5-1-9 16,-1 0-12-16,8-1-8 0,-4 2-9 0,-1 3-4 15,5 0-6-15,-3 1-7 0,2 2-5 0,1 2-2 16,-2 2 1-16,1 1-9 0,3 1-4 0,-5 3 1 16,3 1-2-16,-1 2-3 0,1 3-5 0,-2 1 0 15,-1 2 1-15,-2 0-2 0,-1 1-3 0,1-1-14 16,-2 2-26-16,-1 0-23 0,1-1-22 0,-1-3-24 15,2 4-31-15,0-5-18 0,2 0-92 0,-1-1-259 16,2 0 115-16</inkml:trace>
  <inkml:trace contextRef="#ctx0" brushRef="#br0" timeOffset="160161.99">14056 16366 82 0,'-2'-15'166'0,"-5"4"-4"16,3 1-7-16,2 2-16 0,2 8-15 0,-9-7-12 15,1 5-15-15,8 2 1 0,-17 7-9 16,8 0-4-16,-5 4-6 0,1 1-11 0,2 3-4 16,2 0-6-16,0 2-5 0,5-2-6 0,-2-3-3 15,4 4-4-15,2-4-4 0,0 1-7 0,2-2 5 16,3-1-9-16,0 0 3 0,0-3-7 0,3-1-2 16,-1-2 1-16,0-2 0 0,0-1-1 0,-7-1-2 15,13 2-6-15,-13-2 0 0,14-5 3 0,-8 1-2 16,1 0-1-16,-1-2-3 0,2 1 2 0,-2 0-3 15,-1 2 5-15,1-3-2 0,-6 6-1 0,7-4-5 16,-7 4 0-16,11 0-1 0,-11 0 0 0,11 10 14 16,-4 0 3-16,2 6 0 0,-4 1 3 0,1 7 3 15,-1 2 3-15,1 1-11 0,-3 1 12 0,-1 1 6 16,-2 2-4-16,0-1-3 0,0 0 1 0,3-3 5 16,-6 0 3-16,0-1-7 0,-1-2 3 0,-2-6 2 15,2-1-2-15,-5-2-3 0,-1 2-4 0,1-5 1 16,-1-2-2-16,-7 1 3 0,2-2-12 0,-3 1 1 15,5-4-4-15,-2-1-7 0,2-3-17 0,-1-2-21 16,-1 2-18-16,3-2-30 0,-1-4-20 0,2 2-35 16,0-4-35-16,2-1-56 0,0 1-122 0,9 6-375 15,-8-22 166-15</inkml:trace>
  <inkml:trace contextRef="#ctx0" brushRef="#br0" timeOffset="160596.2">14920 16181 163 0,'-6'-2'224'0,"6"2"-21"0,-7-6-16 16,7 6-19-16,-1-6-19 0,1 6-16 15,14-7-9-15,5 1-18 0,8 0-7 0,9 1-12 0,16-5-7 16,-12 6-8-16,12-3-8 0,-1 4-18 0,-14 2-21 16,-4 1-28-16,-1-1-37 0,-3 3-24 0,-11 1-39 15,-2 0-37-15,-4 2-124 0,-2 0-285 0,-5-2 126 16</inkml:trace>
  <inkml:trace contextRef="#ctx0" brushRef="#br0" timeOffset="160824.81">15165 16166 120 0,'0'0'161'0,"-9"-3"-6"0,9 3 0 0,0 0-6 16,0 0-8-16,5 26-7 0,-2-10-6 0,2 3-5 15,-4 8-7-15,-1-2-6 0,2 2-7 0,-5-2-18 16,-2 4 1-16,5-3-13 0,-3 2-1 0,3-1-11 16,-2-2-6-16,2 1-1 0,-1-2-5 0,2 1-4 15,-1-1-12-15,2-5-22 0,1-2-22 0,-2 1-31 16,4 0-32-16,-2-3-32 0,-1 3-23 0,2-2-27 16,0-4-128-16,-3 0-307 0,1 0 136 0</inkml:trace>
  <inkml:trace contextRef="#ctx0" brushRef="#br0" timeOffset="161335.4">15343 16259 26 0,'10'-25'187'0,"-5"7"-3"0,2 4-9 16,-2 5-16-16,1-1-20 0,-1 8-13 15,-5 2-10-15,0 0-4 0,25 12-13 0,-15 2 4 16,-3 3-6-16,0 8-12 0,-1 1-3 0,-3 3-9 0,-2 2 2 15,-1 1-8-15,-1 0-7 0,-2-5-8 0,2 1 0 16,-3-3-7-16,4-6-3 0,-1 1-4 0,1-4-8 16,-3 1 0-16,2-7-1 0,1 0-4 0,0 2-2 15,-1-6-5-15,-1 0 1 0,2-6-4 16,-1 11-4-16,1-11 0 0,1 9 0 0,-1-9-3 16,0 0-6-16,0 0-15 0,0 0-7 0,0 0-3 15,0 0-4-15,0 0 4 0,18-23 6 0,-9 16 0 16,-1-1 0-16,4 1 7 0,0 2-8 0,-2 1 3 15,2 1 2-15,2 1 1 0,-1 0-1 0,2 2 6 16,2-1-1-16,-2 1 12 0,3 1 1 0,2-1 4 16,2 0 2-16,-1 0-4 0,0 2-1 0,0-4 3 15,-2-1 0-15,3 1 6 0,-2-2-8 0,-1-1 5 16,0 2-3-16,-1-3 1 0,-2 0 1 0,-4 0-2 16,-1 0-1-16,-1-2 1 0,-4 0 0 0,2-1 3 15,-2-2-8-15,-2 3 4 0,-3-4-6 0,1 0 6 16,0 1-6-16,-4-2 1 0,0-3-1 0,0 5 2 15,-1-3 3-15,-1 5-5 0,2 1 0 0,-2-1-4 16,0 5 1-16,4 4 0 0,-6-5-4 0,6 5 2 16,0 0-1-16,-19 11 5 0,6 0-2 0,1 2 4 15,-4 7-5-15,6-1 3 0,1-2 1 0,-4 6-1 16,8-5 0-16,0 1-14 0,2 0-25 0,6 0-48 16,1-2-41-16,3 2-57 0,3-4-138 0,1-1-348 15,4-4 153-15</inkml:trace>
  <inkml:trace contextRef="#ctx0" brushRef="#br0" timeOffset="161674.37">16110 16388 70 0,'4'-9'206'0,"-4"9"-18"0,0 0-10 16,2-3-13-16,-2 3 1 0,0 0-19 0,10 16-9 15,-6-6-16-15,0 0-7 0,-1 0-6 0,2 3-12 16,-1-1-7-16,-1 2-4 0,2-2-7 0,2 3-7 16,-2-5-11-16,1 1 4 0,0 0-15 0,1-2 1 15,-3-1-6-15,0-2-5 0,-2-1-3 0,2-2-1 16,-4-3-3-16,5 9 2 0,-5-9 9 0,6 3 2 16,-6-3-2-16,0 0-8 0,0 0-3 0,0 0 0 15,15-14-6-15,-11 4-4 0,-1 0 2 0,3-1-2 16,-3-8 2-16,5 1-15 0,-2-5 6 0,1-2-5 15,1-3 1-15,0 3-3 0,0 1-6 0,2-3-6 16,2 3-17-16,-5 9-15 0,1 0-23 0,-3 6-22 16,0-3-35-16,-5 12-31 0,9-10-33 0,-9 10-11 15,7-1-13-15,-7 1-109 0,0 0-338 0,6 25 149 16</inkml:trace>
  <inkml:trace contextRef="#ctx0" brushRef="#br0" timeOffset="161922.23">16418 16529 30 0,'0'0'185'0,"10"-8"-4"0,0 3 0 0,-3-2-12 16,-1-1-6-16,2-3-14 0,-1 1-5 0,2 0-12 15,-1-5-11-15,2 0-5 0,-2-1-9 16,-3 0-8-16,1-2-7 0,0 3-2 0,-3-2 5 16,0 3-15-16,-3 3-7 0,1 0 0 0,-1 1 5 15,-4 2-8-15,4 8-10 0,-5-12-6 0,0 10-9 16,5 2 1-16,-17 2-5 0,2 5 1 0,0 3-8 0,-2 6 0 15,-5 3-1-15,7 1-7 0,-1 2-1 16,9-3-5-16,1 0 4 0,3 5-11 0,4-5-19 16,5 5-32-16,3 0-31 0,7-4-46 0,2-1-47 15,5 0-43-15,1-2-184 0,-2-1-420 0,5-4 186 16</inkml:trace>
  <inkml:trace contextRef="#ctx0" brushRef="#br0" timeOffset="162140.2">16788 16520 121 0,'-1'-18'192'0,"1"0"13"16,1-1-6-16,3-1-13 0,0 2-5 0,1 3-13 15,0 3-12-15,0 1-13 0,3 2-16 0,-3 0-11 16,4 1-14-16,-1 3-4 0,1 3-18 0,3-3-6 16,0 5-10-16,0 2-7 0,-1 2-6 0,-1 2-1 15,-1 4-4-15,1-3-7 0,1 6-5 0,-2 2-2 16,-4-2-17-16,1 4-23 0,-2-2-17 0,0 3-27 15,-3-1-31-15,-2 0-17 0,2-1-54 16,-1-3-31-16,1 1-137 0,1-4-349 0,0 2 156 16</inkml:trace>
  <inkml:trace contextRef="#ctx0" brushRef="#br0" timeOffset="162344.18">17096 16338 109 0,'4'-16'221'0,"-2"5"1"0,-2 2-15 16,0 9-20-16,1-12-24 0,0 7-14 0,-1 5-18 16,0 0-4-16,0 0 1 0,0 0-7 0,8 20-12 15,-7-6-3-15,-1 1-8 0,1 1-9 0,0 3-10 16,1 6-5-16,-2 0-7 0,1-6-8 0,0-2-30 16,1 2-29-16,0 0-39 0,-1-1-46 0,2-2-56 15,-2 0-53-15,-1 1-142 0,2-7-364 0,-2-1 161 16</inkml:trace>
  <inkml:trace contextRef="#ctx0" brushRef="#br0" timeOffset="162703.37">17358 16538 180 0,'0'0'203'0,"0"0"-11"0,9-12-18 15,-7 5-13-15,0-4-12 0,-1 0-12 0,3 0-10 16,0-2-14-16,4-3-6 0,-2-1-9 0,-1-1-3 15,4-1-12-15,0 4 2 0,1-2-11 0,-1 4-2 16,-2 3-13-16,2 3-7 0,-4 3-12 0,0 0 0 16,1 2-4-16,-6 2-2 0,0 0-4 0,18 7-3 15,-13-2-4-15,0 0-1 0,1 6-5 0,-3-1-18 16,2 5-22-16,-3 3-24 0,-1-3-35 0,0-2-49 16,-1 2-33-16,-1 1-167 0,1-4-358 0,0-1 159 15</inkml:trace>
  <inkml:trace contextRef="#ctx0" brushRef="#br0" timeOffset="162902.94">17615 16021 142 0,'0'0'215'0,"-1"-12"-23"16,1 12-16-16,0 0-21 0,0 0-8 0,0 0-14 15,0 39-12-15,1-15-12 0,1 3-16 16,0 1-42-16,-1 3-45 0,1-3-53 0,2 5-53 16,-2-1-133-16,-2-2-251 0,4-2 112 0</inkml:trace>
  <inkml:trace contextRef="#ctx0" brushRef="#br0" timeOffset="163234.94">17698 16534 159 0,'5'-9'209'0,"1"-5"0"0,0-1-5 16,2-1-8-16,-1 2-16 0,2-4-14 0,3-4-15 16,-2 5-13-16,0 0-11 0,3-6-5 0,-2 1-12 15,0 0-12-15,0 5-5 0,-3-1 0 0,-1 3-9 16,-1 1-5-16,-1 0-8 0,0 1-7 0,-4 6-6 16,-1 7-3-16,4-12-11 0,-4 12-3 0,0 0-8 15,1-10-2-15,-1 10-7 0,0 0 1 0,0 0-2 16,0 0-3-16,-18 26-5 0,13-14 1 0,1 4-4 15,0 0 1-15,2 2-5 0,1 0 2 0,3 1-3 16,1-1-3-16,2 0-1 0,3-1-3 0,-1 0 2 16,1-1 0-16,1-2-3 0,0 0-3 0,-3-4-3 15,3 1 4-15,-2-3-2 0,-2 0 2 0,-1-3 0 16,-2 2-3-16,2-4-2 0,1 2-9 0,-5-5 0 16,1 8-3-16,-1-8-13 0,0 0-15 15,-9 13-20-15,2-8-23 0,-2 2-23 0,-4-4-24 16,3 0-41-16,-6 2-194 0,-2 1-403 0,-1-3 179 15</inkml:trace>
  <inkml:trace contextRef="#ctx0" brushRef="#br0" timeOffset="163666.44">18718 16215 1590 0,'16'-25'32'0,"-5"2"69"16,-5 4 20-16,-2 2-17 0,0 3-16 0,-1 2-11 15,-2 6-2-15,2-1-13 0,-1 1-15 0,-2 6-8 16,4-6-2-16,-4 6 3 0,0 0-1 0,0 0 17 16,2 28 6-16,0-2 3 0,-4 2 1 0,-3 4 7 15,0 1 1-15,1 1-7 0,0-1-6 0,-2 0-2 16,6 1-35-16,-3-2-3 0,2-3-3 0,2 2-2 15,-2-3-1-15,4 2 1 0,-5-4-2 0,2-1-6 16,2-4-24-16,0-2-23 0,-2 0-33 0,3-2-32 16,-3 2-39-16,0-7-52 0,-3 0-46 0,1 0-153 15,-3-3-425-15,-2-3 189 0</inkml:trace>
  <inkml:trace contextRef="#ctx0" brushRef="#br0" timeOffset="164262.57">18756 16366 34 0,'27'-18'120'0,"1"3"-6"0,-1 1-1 0,-4 1-6 15,3-1-9-15,-10 6-12 0,0-3-7 0,-5 5 1 16,0 0-4-16,-2-1 0 0,-1 1 2 0,-3-2 0 16,-5 8-2-16,11-9-2 0,-9 3 0 0,-2 6-1 15,3-10-9-15,-3 10-9 0,0 0 0 0,-1-17-7 16,1 17-6-16,0 0-1 0,0 0-7 0,0 0-2 15,0 0-6-15,0 0 1 0,0 0 1 0,0 0 4 16,0 0-4-16,1 41 0 0,0-22-3 0,2 9-4 16,-3-3 1-16,1 4-3 0,-1 0 0 0,-1 0 1 15,1-5-2-15,-1 2-4 0,1-7 2 0,0 0-6 16,-2-2 5-16,1 1-3 0,1-2-1 0,1-5-5 16,-2-2-4-16,2 2-9 0,-1-6-9 0,0-5 4 15,0 12-3-15,0-12 7 0,0 5 1 0,0-5-1 16,0 0 0-16,9 2-3 0,-9-2 0 0,12-9 2 15,-3 1-7-15,2 0 3 0,2-1 5 0,-2 2 3 16,2 1 2-16,-3 0 5 0,3 1-4 0,-1 2 11 16,-2-1-7-16,4 1 8 0,-1 3-1 15,1-2 2-15,2 0 5 0,3 3 2 0,-2 0 1 0,5-2-3 16,-3 2-1-16,3-1-1 0,-1 0 3 0,1-1-3 16,-1 0 2-16,0-1-6 0,1-1 4 0,-4 0-4 15,-3 0 1-15,2-3 0 0,0 1-5 0,-6 0 2 16,0-2 4-16,-2-2-4 0,2 3-2 0,-2-3 0 15,-4 0-6-15,2-1 4 0,-1 0 0 16,-3-1 1-16,0-2-2 0,1 2 3 0,-7-1-3 16,3-1 3-16,-1-2-4 0,1 4 1 0,0 11 0 15,-1-17 4-15,1 17-8 0,0-11 3 0,0 11-10 0,0 0 0 16,-4-10 5-16,4 10-2 0,0 0 5 16,0 0 3-16,-22 29-3 0,13-14 1 0,-1 1-1 15,2 1 2-15,1 0 0 0,0 1 2 0,5-1-6 16,-1 2 5-16,2-3-4 0,2 1-11 0,2 2-20 15,6-3-44-15,-2-6-45 0,5 2-52 0,-2-3-11 16,5 1-112-16,1-3-321 0,5-1 143 0</inkml:trace>
  <inkml:trace contextRef="#ctx0" brushRef="#br0" timeOffset="165138.7">19751 16426 45 0,'0'-9'222'0,"0"9"-5"0,0-12-19 0,0 12-27 15,0 0-14-15,0 0-15 0,0 0-4 0,-7-3-10 16,7 3-6-16,0 0-3 0,-11 24-12 0,8-12-4 16,1 1-13-16,-2-2-7 0,4 1-7 0,1 0-11 15,4-1-1-15,3 4-7 0,2-2-6 0,3-3-3 16,2 0-5-16,3-1-2 0,0-1-4 16,4-2-2-16,-2-3-4 0,0 1 0 0,-3-3-3 15,-4-1 0-15,0-1-3 0,-2-1-5 0,-11 2 3 0,16-7-6 16,-11 2 4-16,0-3-8 0,-5 8-1 0,1-19-2 15,-2 6 1-15,-3-1-17 0,-2-3-10 0,-4 3-12 16,1 0-18-16,0-1-15 0,-3 4-4 0,-1-1-15 16,6 7-20-16,-3-1-8 0,10 6-14 15,-17-5-9-15,17 5 1 0,-21 9-8 0,12-1-2 16,-3 5-4-16,-2 8 13 0,5-4-7 0,-3 5 22 16,6-4 5-16,1 0 14 0,1 1 6 0,4-2-48 15,0-1-150-15,1-3 492 0,5 3-305 0,0-4 89 16,4 2-30-16,1-1 10 0,-2-5 14 0,7 1 21 15,-2-1 17-15,5-4 21 0,-1-1 17 0,2 0 7 16,-1-4 8-16,-2-1 13 0,2-1-5 0,-2-3 13 16,-2 0 1-16,1-2-3 0,-4 2 7 0,0-6-6 15,2 2 4-15,-3-3-1 0,1-1-3 0,-1-1-3 16,-1-2-1-16,-2-1-4 0,5-6-3 0,-7 1-9 16,-1-2-4-16,-1 1-5 0,-1 5-3 0,-2-2-4 15,-1 2-2-15,-2 2-8 0,-1 0-1 0,-1 5-1 16,-1 0-7-16,-1 2-6 0,-2 2-4 0,0 1 1 15,-1 0-4-15,0 3-5 0,9 4-2 0,-17-4 0 16,17 4-2-16,-16 0-2 0,16 0-3 0,-11 4 0 16,11-4-4-16,0 0 1 0,-8 11 0 0,8-11 1 15,0 0 4-15,0 0-7 0,22 17 4 0,-12-13-1 16,9 2 0-16,2-5-1 0,0 2 5 0,1-1-9 16,0-1 6-16,7 1-9 0,-1-2 2 0,-6 1 3 15,-5 1-3-15,3 1 0 0,-8-3-1 0,-1 3-2 16,-11-3 5-16,16 5-7 0,-6 1 14 15,-4 1 1-15,-2-2 7 0,0 5 1 0,0-1 0 16,-3 1 6-16,0 0 5 0,-1-10-2 0,0 22 3 16,-1-11-9-16,0 1-1 0,-2 0-2 0,3-2-4 15,0-10 4-15,1 21-3 0,1-10-1 0,1-2 0 16,4 1 1-16,-1 1-1 0,2-2-2 0,2-3-2 16,1 0 1-16,6 1 0 0,1-4-6 0,-1 0 1 15,2-1-8-15,0-1 0 0,0 0-3 0,2-3-2 16,-2 0-3-16,0-4-7 0,8-2 7 0,-8 2-1 15,4-10 0-15,-6 7 2 0,-3-4-1 0,0-4 2 16,-4 1 4-16,0-2-4 0,2-4 5 0,-6-3-1 16,-3 7-2-16,-2-1 4 0,-2-1 2 0,-2 4 2 15,-2-1 15-15,1 4-4 0,-1 3 10 0,-3 0-4 16,1 4-3-16,-4 0-1 0,1 4 0 0,10 2-5 16,-29 7-1-16,10 1-1 0,-3 7 0 0,1 1-3 15,2 2 0-15,1 1 0 0,8-2-6 0,1-1 8 16,2 1-3-16,5 1-8 0,2 1-18 0,4-2-32 15,4 2-35-15,1-2-48 0,5-2-47 0,0 1-53 16,9-1-205-16,-8-5-477 0,8 4 212 0</inkml:trace>
  <inkml:trace contextRef="#ctx0" brushRef="#br0" timeOffset="165696.28">20903 16477 251 0,'7'-8'233'16,"-7"8"-28"-16,0 0-17 0,0 0-19 0,0 0-12 0,0 0-12 16,0 0-1-16,0 0-10 0,0 0-12 0,12 21-15 15,-12-12-5-15,0-9-11 0,1 17-4 16,-1-9-10-16,0-8-9 0,5 15-5 0,-5-15-4 16,0 12-8-16,0-12 0 0,0 0-6 0,-3 12 11 15,3-12 8-15,0 0 10 0,0 0 7 0,0 0-5 16,0 0 2-16,0 0-13 0,0 0-8 0,0 0-7 15,0 0-7-15,0 0-2 0,0 0-7 0,-7-33-3 16,7 33-4-16,4-25-2 0,-2 10 0 0,4-3-4 16,1 0-2-16,2-6-7 0,0 6 1 0,5-5 0 15,-7 7-1-15,6 0-1 0,-4 3-7 0,3 0 1 16,-2 5-3-16,-3 3-5 0,-7 5 2 0,12-6-3 16,-12 6 2-16,0 0-5 0,22 8 3 0,-15-1 2 15,0 3 0-15,-3 0-1 0,1 0 3 0,-3 0-1 16,3 2 0-16,-1-1 3 0,-1 1 2 0,-1-1-6 15,0 0 4-15,0-2-3 0,3-1 1 0,-5-8 0 16,-1 12 0-16,1-12 4 0,0 0-2 0,5 13 5 16,-5-13 1-16,0 0 7 0,0 0 2 15,0 0 2-15,0 0-10 0,0 0 2 0,0 0 1 16,0 0-4-16,0 0 2 0,0 0-4 0,0 0 3 0,0 0-2 16,-14-35-2-16,14 35-2 0,3-22 0 0,-3 22-4 15,10-26-1-15,-1 13-3 0,2-1 4 0,2-1 0 16,1 4-1-16,-1 1-4 0,0 5 0 15,-4-1-1-15,-9 6-1 0,19-1 5 0,-10 1-2 16,-9 0-4-16,18 7 4 0,-11 0 0 0,0 0 0 16,-1 5 0-16,0-2 5 0,-3 4 1 0,3 4-1 15,-2-1 1-15,-1 2-17 0,-1-3-32 0,1 2-29 16,-3-1-46-16,3 1-45 0,2-3-61 0,-2 1-252 16,2-4-521-16,-2-3 232 0</inkml:trace>
  <inkml:trace contextRef="#ctx0" brushRef="#br0" timeOffset="165840.17">21536 16494 174 0,'0'0'281'0,"2"-14"-15"0,-2 14-16 0,1-10-23 16,-1 10-20-16,0 0-24 0,-1-13-20 0,1 13-52 16,0 0-58-16,0 0-89 0,0 0-100 0,0 0-155 15,0 0-314-15,0 0 138 0</inkml:trace>
  <inkml:trace contextRef="#ctx0" brushRef="#br0" timeOffset="190882.87">4976 16402 2 0,'0'0'43'0,"0"0"-5"0,0 0-2 16,0 0-9-16,0 0 1 0,0 0-4 0,-13 1 2 15,13-1-14-15,0 0 2 0,0 0 0 0,-7 6-4 16,7-6 3-16,-6 3-2 0,6-3 0 0,-8 4 2 15,8-4-5-15,-5 5 1 0,5-5-8 0,-7 4 0 16,7-4 1-16,0 0 6 0,-5 5-7 0,5-5 1 16,-7 6 0-16,7-6 4 0,-7 4-1 0,7-4-6 15,-8 3 3-15,8-3 0 0,-5 4 3 0,5-4 2 16,0 0-3-16,-6 4 1 0,6-4-2 0,0 0 1 16,0 0-5-16,-6 3 7 0,6-3 1 0,0 0-1 15,0 0 0-15,0 0 6 0,0 0 15 0,0 0-15 16,0 0 2-16,-3 5 0 0,3-5 10 0,0 0-5 15,0 0 2-15,0 0-4 0,0 0-5 0,0 0-7 16,-10 1 4-16,10-1 1 0,0 0 2 0,0 0-4 16,0 0 1-16,0 0 13 0,0 0-5 0,-8 1 5 15,8-1-7-15,0 0 1 0,0 0 7 0,0 0-9 16,0 0 6-16,0 0-1 0,0 0-12 16,0 0 1-16,-12-1-2 0,12 1 5 0,0 0 9 0,0 0-1 15,0 0-2-15,0 0 12 0,0 0-7 0,0 0 3 16,0 0-1-16,0 0 10 0,0 0-7 0,0 0 1 15,0 0 15-15,-12-1-22 0,12 1 1 0,0 0-1 16,0 0-4-16,0 0 0 0,0 0-6 0,0 0 1 16,0 0 7-16,0 0-5 0,0 0-4 0,0 0 1 15,0 0-4-15,30-7 3 0,-23 4 3 16,1 3-2-16,3-2-2 0,-2 0-1 0,3 1-1 16,0-2 6-16,2 2-8 0,-2-1-3 0,0-1-1 15,0 2-1-15,-1 1 5 0,2-1-3 0,0-1 2 0,-1 1-15 16,1 1-12-16,-1 0-5 0,1-1-17 0,-2 1-13 15,1 0-17-15,0 0-32 0,0 0-70 16,-12 0-192-16,19-2 85 0</inkml:trace>
  <inkml:trace contextRef="#ctx0" brushRef="#br0" timeOffset="208556.46">23078 14935 160 0,'0'0'164'0,"-3"-9"-9"0,3 9-2 0,-3-9-8 0,3 9-9 16,-1-10-8-16,1 10-5 0,0 0-6 0,-4-8-12 15,4 8-13-15,0 0-5 0,-2-5-12 16,2 5-7-16,0 0-9 0,0 0-5 0,0 0-2 16,0 0-8-16,0 0-2 0,0 0-2 0,0 0-5 0,5 24-1 15,-4-13-5-15,2 0 1 0,-2 2 1 0,3 3-4 16,-2 1 4-16,1 1-6 0,-1 1 3 16,1-1 1-16,-1-1-6 0,2 2 1 0,-2-2 0 15,0 1-3-15,2 0-2 0,-3-1-2 0,2-1-2 16,2 2 2-16,-1-2-5 0,-2-1 4 0,3-5-5 0,-2 5 0 15,1 1-2-15,-2-6 0 0,1 3-1 16,0-3-1-16,0 2-4 0,2-5-5 0,-2 3-18 16,-2 0-20-16,3-2-23 0,-3-1-27 0,1 1-16 15,-2-2-31-15,0-6-14 0,0 12-21 0,0-12-123 16,-6 7-317-16,6-7 141 0</inkml:trace>
  <inkml:trace contextRef="#ctx0" brushRef="#br0" timeOffset="208965.81">23153 14908 48 0,'5'-15'163'0,"0"1"-11"16,0 1-12-16,3 2 1 0,-1 1-25 15,1 1-9-15,1 0-3 0,1 5-18 0,-2-2-9 16,1 4-3-16,0-1 0 0,2 5-8 0,-3-1-8 15,0 1-6-15,1 3 0 0,-2 2-6 0,0 3 0 16,-1-2-13-16,-1 4 8 0,2-2-5 0,-5 3-6 0,-1 0 1 16,-2 5-8-16,-4-4-1 0,0 4-2 0,-4-2-1 15,3 0-6-15,-5-3 0 0,0 1 1 16,2-5-5-16,0 0 0 0,0 0-2 0,1-3 3 16,1 2 2-16,2-3 0 0,-2-1 3 0,7-4 6 15,-6 4 8-15,6-4 2 0,-5 5 0 0,5-5 2 16,-5 3-3-16,5-3 0 0,0 0-3 0,0 0-3 0,-4 7-4 15,4-7 2-15,0 0-5 0,0 0-3 16,0 0-4-16,0 0-8 0,0 0 1 0,13 11 3 16,-7-9 4-16,4 2-3 0,-1 0 0 0,0 1 2 15,5 0-4-15,2 0-2 0,-5 2 3 0,2-2-1 16,3 1 0-16,-3-1-23 0,4 3-14 0,-3-1-20 0,-3-1-28 16,2 0-44-16,-3-2-34 0,2 3-33 15,-2 0-97-15,-2-1-311 0,-1 0 139 0</inkml:trace>
  <inkml:trace contextRef="#ctx0" brushRef="#br0" timeOffset="209398.37">23585 15122 55 0,'0'0'189'0,"4"-7"-20"0,-4 7-6 0,6-10-21 15,0 7-11-15,5-2-9 0,-1 1-8 0,3 0-14 16,5 0-14-16,1 1-6 0,0-2-6 0,3 1-7 16,4-2-12-16,-4 5-5 0,-3-1-3 0,-3 2-6 15,-4 0-18-15,0 2-24 0,-1-2-17 0,-4 0-19 16,-7 0-13-16,13-2-1 0,-13 2-14 0,10 0-5 16,-10 0-3-16,0 0 5 0,0 0 10 0,7-2-7 15,-7 2 2-15,0 0 1 0,0 0 10 0,0 0 1 16,0 0 15-16,0 0 3 0,-19-9 23 0,19 9 4 15,-9-6 18-15,9 6 15 0,-7-4 1 0,7 4 28 16,-8-7 4-16,8 7 7 0,-9-4 13 0,9 4 10 16,-6-3 4-16,6 3-2 0,-7-3-5 0,7 3-4 15,0 0-14-15,0 0-5 0,0 0-8 0,0 0 4 16,0 0 3-16,-6 9-5 0,5-1 2 0,1 2-8 16,-3-1 2-16,3 2 2 0,-1 6-6 0,2 0 3 15,0-2-7-15,-1 0-2 0,2 2-4 0,-5 0-6 16,7 0-2-16,-4-1-6 0,4 2 1 0,-2-3-6 15,0 2-11-15,-1 1-27 0,1-1-24 0,2-4-26 16,-2 3-42-16,0-5-39 0,1 0-33 0,-1-1-158 16,-2-2-365-16,3 0 162 0</inkml:trace>
  <inkml:trace contextRef="#ctx0" brushRef="#br0" timeOffset="209650.93">23971 15107 259 0,'0'0'246'16,"1"-10"-21"-16,-1 10-23 0,0 0-24 0,3-9-19 15,-3 9-9-15,0 0-8 0,0 0 2 0,0 0-10 16,10 19-8-16,-8-9-10 0,1 1-8 0,-1 1-8 16,1 1-8-16,-2-1-9 0,2 4-9 0,-1 1-11 15,2 0 4-15,0-1-12 0,-1-4-9 0,-2 4-5 16,1 0-2-16,1-1-2 0,-2-3-11 0,1 1-29 15,-1-2-17-15,0-2-19 0,0 1-27 0,1-2-29 16,-2 0-38-16,0-8-41 0,1 9-32 0,2-4-157 16,-3-5-393-16,0 0 174 0</inkml:trace>
  <inkml:trace contextRef="#ctx0" brushRef="#br0" timeOffset="209990.33">24030 15250 74 0,'0'0'148'0,"1"-9"-11"0,-1 9-14 0,5-7-15 15,0 4-2-15,1-1-8 0,2-1-3 0,2 2-7 16,0-1-17-16,2 2-3 0,2-2-12 0,3 0-1 16,1 3-7-16,-6-1-3 0,2 0-6 0,-1 0 0 15,-2-3-9-15,0 2 3 0,-1-2-5 0,-2 1-4 16,-2 2-6-16,3-2 21 0,-4-2 4 0,0 0-1 16,2 0-2-16,-5-1 18 0,0 0-5 0,1-4 2 15,0 1 9-15,-3-1-2 0,0 2 3 0,0 0 2 16,0 9 1-16,1-14 1 0,-1 14-3 0,-1-13-4 15,1 13 4-15,0-8-17 0,0 8-3 0,0 0-9 16,0 0-4-16,0 0-5 0,0 0 2 0,0 0-1 16,0 0 11-16,0 0-10 0,-1 33-4 0,1-16-3 15,0-6 4-15,0 1-5 0,-2 5-1 0,0-5-4 16,2 1 3-16,-1 2-3 0,2 1 0 16,1 1-4-16,-2-4 1 0,3 3-2 0,-2 0-12 0,0 1-20 15,2-2-25-15,-2 2-25 0,2-5-40 0,-3-2-39 16,3 1-35-16,-1-2-49 0,-1 1-132 0,1-2-396 15,2-2 175-15</inkml:trace>
  <inkml:trace contextRef="#ctx0" brushRef="#br0" timeOffset="210252.14">24670 15053 59 0,'0'0'244'0,"3"-6"-13"0,-3 6-9 15,0 0-16-15,2-10-26 0,-2 10-11 0,1-5-20 16,-1 5-15-16,7-3-14 0,-7 3-12 16,10-7-10-16,-3 4-10 0,0 1-4 0,4-2-11 0,0 3-12 15,-1 0-1-15,4-2-8 0,-1 0-23 0,4 1-31 16,-4 1-21-16,1 1-31 0,-3 0-43 0,-1-1-33 15,1-2-39-15,-11 3-147 0,13 3-341 16,-9-2 150-16</inkml:trace>
  <inkml:trace contextRef="#ctx0" brushRef="#br0" timeOffset="210425.16">24743 15145 229 0,'-5'3'229'0,"5"-3"-8"0,0 0-9 0,0 0-17 0,0 0-17 15,0 0-18-15,0 0-16 0,0 0-8 16,0 0-16-16,0 0-12 0,23 2-10 0,-5-2-21 0,2-3-16 16,12-1-35-16,1 1-35 0,2 0-51 0,0-2-63 15,1-1-56-15,-7 1-126 0,3-3-328 0,-1 3 146 16</inkml:trace>
  <inkml:trace contextRef="#ctx0" brushRef="#br0" timeOffset="211308.05">25435 14802 43 0,'-1'-11'247'0,"-3"1"-5"0,4 1-5 0,-1 3-5 15,-2-2-16-15,3 8-17 0,-2-10-15 0,2 10-22 16,-3-9-20-16,3 9-16 0,0 0-15 0,0 0-9 16,0 0-13-16,0 0 1 0,8 28-12 0,-7-12-2 15,3 6-5-15,1 4-21 0,-3-7-2 0,-2 7-3 16,1-3-6-16,1-2-1 0,0-1 3 0,0 4-12 15,-2 2 1-15,2-7-6 0,0-2-3 0,1 2-1 16,-2 0-2-16,-1-1 8 0,4-2-14 0,-4 2-12 16,0-2-22-16,-2-1-15 0,2-2-27 0,0 4-23 15,-1-5-30-15,-4-2-34 0,3-1-42 0,0 0-40 16,-2-1-131-16,2-3-395 0,2-5 175 0</inkml:trace>
  <inkml:trace contextRef="#ctx0" brushRef="#br0" timeOffset="211668.62">25504 14737 108 0,'9'-7'116'16,"5"2"5"-16,3 0-9 0,2 3-8 0,1 2-9 15,-1 3 4-15,2 2-7 0,-2-1-4 0,0 5-13 16,-2 1-7-16,-4 0-1 0,1 3-10 0,-8-2-5 15,1 0 1-15,-5 6-5 0,-2-6-3 0,0 4-1 16,-4-4 0-16,-1 4-10 0,-4-1 3 0,-3-2 0 16,0 1-1-16,-2-3-7 0,1 1 2 0,-2-2 0 15,5-3-1-15,-2 0 1 0,1 0-3 0,0-2 5 16,0-1 2-16,1 0-1 0,2-2 6 0,3 1 10 16,5-2-5-16,-10 3-1 0,10-3-4 0,-8 0-5 15,8 0-5-15,0 0-4 0,-7 3-1 0,7-3-5 16,0 0-2-16,0 0 1 0,0 0-3 0,0 0-6 15,19 13 0-15,-12-9 4 0,5 1-2 0,-2-1 2 16,3 3-6-16,-2-2-6 0,5 1-21 0,-1 2-22 16,-3 1-39-16,2-3-38 0,2 3-28 0,-4-1-32 15,2-1-124-15,-3 0-327 0,0-1 144 0</inkml:trace>
  <inkml:trace contextRef="#ctx0" brushRef="#br0" timeOffset="211884.33">25884 15060 7 0,'5'-7'237'0,"-5"-1"1"16,0 8-5-16,2-13-6 0,0 8-1 0,-2 5-16 16,2-10-19-16,-2 10-23 0,2-5-19 0,-2 5-17 15,0 0-11-15,0 0-12 0,0 0-11 0,0 0-2 16,5 20-10-16,-5-9-3 0,0 0-8 0,0 4-5 16,0-2-8-16,0 3-4 0,-3 2-5 0,2-3-3 15,1 2-8-15,0 0-2 0,0 1-6 0,0-2-27 16,4 0-23-16,-2 2-33 0,2-4-35 0,-2-3-32 15,1 2-38-15,2-3-41 0,-1-1-43 0,-1 1-137 16,-1-3-407-16,2-1 180 0</inkml:trace>
  <inkml:trace contextRef="#ctx0" brushRef="#br0" timeOffset="212301.03">26396 14718 242 0,'0'-7'257'0,"-2"-2"-5"16,2 9-8-16,0-10-11 0,0 10-25 0,0 0-22 15,-3-10-20-15,3 10-17 0,0 0-20 0,0 0-8 16,0 0-14-16,0 0-4 0,0 43 0 0,0-19-7 16,-2 3-1-16,0 1-10 0,0-1-4 15,0 3-8-15,2-1-6 0,-2-1-7 0,-4 1-1 16,2-3-7-16,2 0-4 0,0-6 2 0,-1 5-14 0,1-2-5 15,2-4 0-15,-2 2-3 0,2-3 0 0,0-2-8 16,0 2-17-16,0-1-17 0,2-4-31 0,-2 2-24 16,0-4-40-16,0 2-27 0,0-1-43 15,2-2-36-15,-2-3-50 0,0-7-138 0,3 13-434 16,-3-13 192-16</inkml:trace>
  <inkml:trace contextRef="#ctx0" brushRef="#br0" timeOffset="212551.34">26663 14905 1362 0,'5'-26'21'16,"-1"-2"72"-16,-2 4-14 0,0 8 9 0,1-2 30 15,-3 4-10-15,0-3-7 0,-2 5-2 0,2 2 5 16,-1 3 9-16,1 7-5 0,1-10-14 0,-1 10-11 16,0 0-8-16,0 0-11 0,0 0-1 0,0 0-1 0,0 0 1 15,-3 31-1-15,1-6 4 0,0 0-9 16,2 1-1-16,-4 2 0 0,1 0-7 0,1-2-6 15,-2 0-1-15,1 0-6 0,1-1-1 0,0-1-6 16,-1-1 2-16,3-2-4 0,2 4-2 0,-2-8-21 0,1 9-30 16,1-10-30-16,-2 1-42 0,0 0-36 15,2-2-57-15,1-3-58 0,-3-1-212 0,2 0-498 0,0-2 220 16</inkml:trace>
  <inkml:trace contextRef="#ctx0" brushRef="#br0" timeOffset="212804.18">26959 14889 1545 0,'10'-30'60'0,"-1"2"53"0,-3 2 2 15,-1 10-8-15,2-1 18 0,-5 6-22 0,3-1-10 16,-3 3-1-16,-2 2-9 0,2 1-8 0,-2 6-13 16,4-9-4-16,-4 9-7 0,0 0 3 0,0 0 9 15,5 19 4-15,-5-6-5 0,4 4 6 0,-4 8-12 16,4 0 2-16,-4 1-6 0,0-2-2 0,0-5-3 15,0 6-4-15,0-1-3 0,-2 1-5 0,2-6-3 16,-2-1 0-16,2 0-9 0,2 2-2 0,0-1-16 16,4-1-20-16,-6-2-28 0,0-2-37 0,4-3-41 0,-2 5-33 15,0-5-49-15,1-1-37 0,-1 0-199 16,-2-10-477-16,2 12 211 0</inkml:trace>
  <inkml:trace contextRef="#ctx0" brushRef="#br0" timeOffset="213131.94">27072 14692 104 0,'7'-12'198'0,"-1"-2"-13"0,2 5-16 0,2 2-16 16,-1 2-16-16,1 3-11 0,0 0-5 0,-1 6-4 15,3 1-12-15,-3 1-11 0,4 6-9 0,-1 1-1 16,-4-2-7-16,-3 4-7 0,-1 1-6 0,-4 1-8 15,0 0 3-15,-2-1-9 0,-4 3-5 0,-3-4-8 16,-1 1 0-16,1-3-1 0,-1 0-1 0,1-3-5 16,-5 1 5-16,7-2-11 0,-1-2-3 0,0 0 0 15,4-2 2-15,0-1-8 0,4-4 0 0,-7 6-3 16,7-6 4-16,-4 7-6 0,4-7-4 0,-3 3 2 16,3-3 1-16,0 0-1 0,0 0 2 0,9 14-4 15,-4-11 1-15,3 2-2 0,2-1 4 0,1 1-4 16,0-3 1-16,3 4-21 0,-1-4-23 0,3 1-32 15,-3-1-37-15,-1 0-27 0,1 1-36 0,0 0-166 16,-1-2-363-16,-6 1 162 0</inkml:trace>
  <inkml:trace contextRef="#ctx0" brushRef="#br0" timeOffset="213394.37">27405 14940 164 0,'8'-3'188'16,"-8"3"-3"-16,11-1-19 0,-11 1-11 0,10 4-6 15,-4-3-11-15,-1 5-6 0,1 0 2 0,-3 0-1 16,4 4-11-16,-7 0-7 0,2 1-3 0,-2 1-17 16,-2-1-3-16,-5 5-10 0,4-4-7 0,-1 1-8 15,-3-3-1-15,1 1-8 0,1 0-3 0,-4 0-7 16,2-1-2-16,1-2-2 0,1 0-2 0,1-2-8 16,-1 2-1-16,3-4 1 0,2-4-9 0,-5 9-2 15,3-5-3-15,2-4 2 0,0 0-4 0,2 11 1 16,-2-11 4-16,10 6-9 0,-2-4 2 0,-1 1-7 15,4 1-9-15,5-3-26 0,3 1-28 0,0-1-37 16,8 1-46-16,1-4-67 0,1 0-204 0,0-3-440 16,4 0 196-16</inkml:trace>
  <inkml:trace contextRef="#ctx0" brushRef="#br0" timeOffset="213680.46">28224 14885 199 0,'-7'-5'252'16,"7"5"-8"-16,-9-4-21 0,9 4-15 0,-6-6-20 15,6 6-20-15,0 0-20 0,-4-3-10 0,4 3-15 16,0 0-13-16,0 0-14 0,0 0-8 0,0 0-5 15,0 0-10-15,26 1-9 0,-14 0-2 16,-1-1-10-16,0-1-9 0,1 3-10 0,-2-2-7 0,0-1-16 16,2 1-15-16,-3 0-25 0,-1 1-29 0,-8-1-34 15,18 0-41-15,-12 2-31 0,2 1-40 0,-4 1-119 16,1-1-350-16,-5-3 155 0</inkml:trace>
  <inkml:trace contextRef="#ctx0" brushRef="#br0" timeOffset="213852.61">28198 15047 10 0,'0'0'277'0,"0"0"2"0,-6 6-6 15,6-6-14-15,0 0-24 0,0 0-27 0,0 0-19 16,0 0-17-16,27-6-8 0,-8 4-26 0,2 1-17 16,-2-3-22-16,11 2-32 0,2-1-36 0,0 2-45 15,2-1-45-15,0-1-51 0,-3 0-83 0,-1-1-165 16,-8 1-387-16,-1-1 170 0</inkml:trace>
  <inkml:trace contextRef="#ctx0" brushRef="#br0" timeOffset="-210780.15">22956 16054 98 0,'0'0'161'0,"0"0"-21"0,0 0-16 15,0 0-10-15,0 0-15 0,0 0-13 0,0 0-2 16,0 0-8-16,0 0-1 0,20 18-3 0,-12-9 2 16,4 4-5-16,-3 0-5 0,1 2-4 15,0 1-4-15,0 0-4 0,-2 1 29 0,0 1-9 0,0 0-8 16,0-3 2-16,-1 2-6 0,-1 0 3 0,0 0 2 15,1-1-9-15,-3-6-4 0,1 0-8 0,-1 1-4 16,1-1-25-16,-2-2-4 0,2 1 0 0,-2-5-2 16,0 2 4-16,1-1-6 0,-4-5 0 0,3 7 1 15,-3-7-1-15,4 4 3 0,-4-4 16 16,0 0 3-16,7 3 2 0,-7-3-3 0,0 0 1 16,12-11 4-16,-5 2 0 0,-2 0 1 0,1-8-6 15,4 0 2-15,-4 1-5 0,0-2-1 0,2-2-4 0,2-4 1 16,-2 0-1-16,-1-1-7 0,0-1 3 0,3-1-4 15,-1-1-1-15,0 3 1 0,1 1-3 0,-4 5 1 16,2-6-2-16,0 8-1 0,-1 2 2 16,-2 3-6-16,-1 3 1 0,0 0-5 0,-4 9 1 15,7-12-7-15,-7 12-12 0,2-9-17 0,-2 9-3 16,0 0-5-16,0 0-12 0,0 0-19 0,0 0-23 16,0 0-18-16,4 38-19 0,-5-26-22 0,-1 4-13 15,2 0-137-15,0 3-331 0,-2 1 147 0</inkml:trace>
  <inkml:trace contextRef="#ctx0" brushRef="#br0" timeOffset="-210391.04">23374 16202 89 0,'0'0'172'16,"0"0"-8"-16,0 0-6 0,0 0 4 0,0 0-16 16,0 0-11-16,0 0-17 0,0 0-10 0,14-19-14 15,-14 19-8-15,15-10-9 0,-4 7-7 0,1-2-5 16,5 0-6-16,2 0-2 0,0 0-13 0,3-1 1 15,-2 1-11-15,1 1-2 0,-1 2-12 16,-2-2-21-16,-5 1-13 0,0-1-19 0,-13 4-27 16,14 0-13-16,-14 0-12 0,0 0 1 0,0 0 3 15,18 0-7-15,-18 0 4 0,0 0 4 0,0 0 4 0,0 0 11 16,0 0 3-16,0 0 8 0,0 0 4 0,0 0 17 16,0 0 3-16,0 0 19 0,0 0 21 15,-49-1 1-15,49 1 20 0,0 0 6 0,0 0 10 16,0 0 7-16,-15-5 4 0,15 5-9 0,0 0 5 15,0 0-10-15,0 0-2 0,0 0 1 0,0 0 7 16,-6 9 9-16,6-9 12 0,2 13 4 0,-2-13-4 16,6 23-1-16,-3-7-1 0,-2-4 2 0,0 4-2 15,1 0-5-15,0 2-1 0,0 0-7 0,-2-2 2 16,2 3-12-16,-2-2-5 0,0 3-2 0,1-1-3 16,-1 0-2-16,0-2-8 0,2 2-24 0,-2-3-35 15,0 0-24-15,-2 0-47 0,5-5-47 0,-3 3-40 16,3-4-124-16,-3 0-340 0,0-10 151 0</inkml:trace>
  <inkml:trace contextRef="#ctx0" brushRef="#br0" timeOffset="-210148.5">23807 16198 140 0,'0'0'234'0,"3"-12"-15"0,-3 12-27 0,5-9-20 0,-5 9-18 15,0 0-11-15,0 0-18 0,0 0 3 0,0 0-5 16,14 22-8-16,-10-10-4 0,0 3-3 0,-2 2-14 16,-1-1-3-16,1 2-10 0,0 2-5 0,-2-5-12 15,2 3-6-15,-1 0-3 0,0-1-4 16,-2 1-6-16,1-2-8 0,0 0-18 0,1-5-25 16,-2 1-29-16,2-2-23 0,-2 2-25 0,1-12-42 15,-1 13-27-15,-1-9-45 0,2-4-134 0,-6 9-356 16,6-9 158-16</inkml:trace>
  <inkml:trace contextRef="#ctx0" brushRef="#br0" timeOffset="-209814.25">23834 16345 64 0,'10'-6'97'0,"0"1"-14"0,-3 1 2 0,3 2-9 15,-1-1-6-15,2-1-10 0,1-1-7 0,1 1 6 16,0 0-4-16,-1-1-6 0,1 1 5 0,-3-1 8 15,1 1 5-15,0-2 7 0,-5-2 6 0,1 5 8 16,-2-6-3-16,1 2 0 0,-2-2-3 0,-4 9 5 16,7-17-6-16,-6 7-6 0,-1 10 13 0,4-12 4 15,-4 12 3-15,2-10 0 0,-2 10-5 0,0 0-6 16,3-9-12-16,-3 9-8 0,0 0-14 0,0 0-1 16,0 0-6-16,0 0-8 0,0 0-1 0,0 0-2 15,0 0 1-15,4 29 0 0,-6-17 5 0,2 0 0 16,-1-1 2-16,0 2-8 0,0 0-1 0,-1 1-3 15,1 1 1-15,1-2-5 0,0-1-2 16,0 4 0-16,0-3-1 0,0-3-6 0,0 3-15 16,1-2-16-16,-1 0-23 0,0 2-36 0,2-4-20 0,-1 2-24 15,1 0-32-15,3-3-39 0,-2-1-28 0,1 2-132 16,-4-9-379-16,11 10 168 0</inkml:trace>
  <inkml:trace contextRef="#ctx0" brushRef="#br0" timeOffset="-209623.52">24554 16205 138 0,'0'0'209'0,"3"-11"-16"16,-3 11-15-16,9-13-20 0,-9 13-15 0,12-10-13 15,-6 6-14-15,7 0-16 0,-13 4-29 0,18-2-29 16,-18 2-33-16,20 1-37 0,-20-1-52 0,13 4-36 15,-5 0-95-15,-8-4-228 0,0 0 101 0</inkml:trace>
  <inkml:trace contextRef="#ctx0" brushRef="#br0" timeOffset="-209469.27">24570 16287 30 0,'-10'5'202'0,"10"-5"-2"15,0 0-8-15,0 0-10 0,0 0-16 0,0 0-12 16,-6 5-20-16,6-5-11 0,0 0-14 0,0 0-11 0,0 0-8 15,0 0-10-15,0 0-28 0,41-5-23 0,-31 3-39 16,-10 2-39-16,23-4-44 0,-11 2-51 0,6-2-114 16,-3 1-279-16,6 1 124 0</inkml:trace>
  <inkml:trace contextRef="#ctx0" brushRef="#br0" timeOffset="-208160.22">25816 15943 79 0,'0'-8'186'16,"0"8"-8"-16,3-7-12 0,-3 7-11 0,0 0-12 15,1-10-11-15,-1 10-14 0,0 0-14 0,4-3-11 16,-4 3-9-16,0 0-10 0,0 0-5 0,0 0-3 16,0 0-6-16,0 0-2 0,0 0 1 0,10 16 6 15,-7-8 2-15,1 2-5 0,0 0-2 0,-2 1-5 16,3 6-1-16,0 0 1 0,-5 1 4 0,3 0-7 15,1 3 0-15,-2-6-7 0,-2 5-6 0,2-3-4 16,0 1 0-16,-2-2-7 0,1-1 1 0,3 2-2 16,-4-2-2-16,0-2-4 0,2-1-1 0,0 0-4 15,-2-2-2-15,4 2-20 0,-3-3-16 0,1-1-20 16,1-1-12-16,-3 1-19 0,0-8-25 0,2 10-37 16,0-4-24-16,-2-6-23 0,2 7-14 0,-2-7-100 15,0 0-319-15,0 0 141 0</inkml:trace>
  <inkml:trace contextRef="#ctx0" brushRef="#br0" timeOffset="-207788.4">25886 15893 18 0,'9'-9'162'0,"2"2"-14"0,1 2-11 16,-1 2-8-16,2 0 1 0,3 3-13 0,-7 1-9 15,5 3-8-15,-1 0-12 0,-2 1-6 0,-1 4-8 0,3 2-12 16,-5 1-1-16,-2-4-10 0,2 6 0 0,-5 2-8 16,-2-4-2-16,-2 5-2 0,-2-2-7 0,-5 0-1 15,0 0-2-15,-3 1-4 0,-2 0 4 0,-10 0-6 16,7-4-2-16,-3-2-1 0,0-2-6 16,-2-1-1-16,4 0 6 0,1-1 0 0,3-4 7 15,2-1 8-15,-1-1 0 0,4 0 4 0,8 0 3 16,-9-1-6-16,9 1 3 0,-10-5-7 0,6 2-1 15,4 3-1-15,0 0-4 0,0 0-4 0,0 0-3 16,0 0-2-16,14-14-1 0,-14 14-3 0,15 3 2 16,-4-1-3-16,-1 3 2 0,3 1-5 0,1-2-1 15,1 3 2-15,-1 2-2 0,3 1 2 0,-2-1-2 16,4 1-22-16,-5 0-23 0,5-1-32 0,-2 1-38 16,0-1-44-16,0 1-34 0,-3 0-127 0,-2-4-339 15,4 2 151-15</inkml:trace>
  <inkml:trace contextRef="#ctx0" brushRef="#br0" timeOffset="-207455.41">26254 16141 50 0,'0'0'189'0,"16"-6"-9"0,-7 2-15 0,3 3-11 0,-1 1-14 16,-11 0-16-16,22 6-8 0,-11-4-21 0,-2 7-5 15,-1-3-8-15,-2 2-8 0,-2 3-7 0,1 0-4 16,-5 2-6-16,-3-1-7 0,1 0-2 16,-6 2-6-16,0 3-6 0,-3-5 4 0,-2 1-5 15,-5 0-6-15,2-1-7 0,-2-4 3 0,0 2 1 0,1-2-5 16,0-2-3-16,6 0 3 0,1-2 2 16,0 0 6-16,3-3 4 0,1 2 1 0,1 0-2 15,5-3-1-15,-9 4 0 0,9-4-6 0,0 0-2 16,-9 3-3-16,9-3-6 0,0 0 2 0,0 0-3 15,0 0 7-15,19 4-8 0,-7-4-6 0,0 2 4 16,6 1-3-16,0 0 0 0,0 0-24 0,0 1-21 16,-1-1-41-16,2-2-35 0,1 3-27 0,0 0-49 15,0-1-121-15,-1 0-338 0,0-2 150 0</inkml:trace>
  <inkml:trace contextRef="#ctx0" brushRef="#br0" timeOffset="-204330.45">26546 15990 121 0,'0'0'136'16,"0"0"-6"-16,-2-9-5 0,2 9-5 0,0 0-1 15,0 0-2-15,0-11-8 0,0 11-8 0,0 0-9 16,0 0-7-16,0 0-9 0,0-8-13 0,0 8 1 16,0 0-10-16,0 0-3 0,0 0-8 0,0 0-8 15,0 0 0-15,0 0-1 0,16 15-2 0,-7-7 5 0,-2-1 0 16,1 1-9-16,-1 1-3 0,5 2 6 16,-3-3-5-16,5 4 2 0,-1-2-1 0,0 2-1 15,-2-2-3-15,2 2-2 0,-1 2-3 0,-1-7-2 16,-2 3-1-16,1-3 27 0,-2 2-8 0,1-2 0 15,-3 0-3-15,2 0-6 0,-2-1 3 0,1-1-8 16,-1 2-17-16,-3-2-26 0,3-1-12 0,0 0-36 16,-2 3-36-16,0-2-24 0,-1 1-29 0,1 1-139 15,-2-3-323-15,-2-4 143 0</inkml:trace>
  <inkml:trace contextRef="#ctx0" brushRef="#br0" timeOffset="-204120.49">26806 16008 64 0,'0'0'182'0,"0"0"-18"0,0 0-17 0,0 0-17 16,0 0-9-16,0 0-6 0,0 0 0 0,0 0-14 16,-12 19-5-16,5-9-9 0,-3 4-6 0,-3 2-14 15,0 5-3-15,-3-6-6 0,5 3-7 16,-9 0-22-16,4 1-23 0,0 2-32 0,1-2-44 0,1-2-34 15,-1-5-42-15,1 4-76 0,1-5-241 0,1 2 106 16</inkml:trace>
  <inkml:trace contextRef="#ctx0" brushRef="#br0" timeOffset="-201760.64">26978 15912 39 0,'0'0'150'0,"2"-9"4"0,-2 9-5 0,2-6-11 16,-2 6-5-16,0 0-7 0,4-8-13 0,-4 8-10 16,0 0-15-16,0 0-6 0,2-6-12 0,-2 6 3 0,0 0-8 15,0 0-1-15,15 11 1 0,-7-5 0 16,-3 2-5-16,3-1-5 0,2 2-3 0,-1 1 1 15,0-1 5-15,0 1-6 0,6 0-2 0,-3 2-2 16,-1-1-5-16,2 1-4 0,1-1-6 0,-1 0 1 16,-3-1-5-16,-1-1-1 0,2 0-5 0,-3 1 0 15,2-2 0-15,-2 2-7 0,-1-3-1 0,1 3 4 16,-4-4-5-16,2 0-3 0,-1-2 0 0,1 2 0 16,-6-6-1-16,7 7-2 0,-2-3 2 0,-5-4 2 15,4 5-4-15,-4-5 2 0,5 4 3 0,-5-4 9 16,0 0 0-16,0 0-3 0,0 0 0 0,0 0 3 15,13-10-2-15,-11 4-3 0,4-4-2 0,0 0-2 16,-2-3 0-16,3-3-2 0,-1 0 1 0,-1 1-3 16,4-2 0-16,0 1-1 0,0 0-3 0,0-1 1 15,-2 1 2-15,0 0-3 0,-1 1-2 0,4 2 3 16,-6 3-2-16,0 3-3 0,0 1 3 0,-3-1-3 16,1 1-2-16,-2 6-19 0,0 0-23 0,8-10-31 15,-8 10-17-15,0 0-8 0,0 0-27 0,0 0-29 16,0 0-30-16,0 0-153 0,0 0-367 0,-6 38 163 15</inkml:trace>
  <inkml:trace contextRef="#ctx0" brushRef="#br0" timeOffset="-201499.15">27568 16009 123 0,'7'-7'220'0,"-2"3"-5"0,-5 4-15 15,0 0-19-15,6-8-22 0,-6 8-17 0,0 0-13 16,0 0-17-16,0 0-8 0,0 0-14 0,0 0 1 16,0 0-17-16,0 0-3 0,-33 22-10 0,19-10-2 15,3 1-7-15,-3 0-4 0,3 0-6 0,2 0-1 16,0-3-9-16,3 6 2 0,-1-5-6 16,5 1-4-16,-1 1 5 0,3-3-8 0,0 2 4 15,3-2-10-15,3 0-20 0,1 0-24 0,3-2-30 16,0-1-29-16,9 0-33 0,0-3-6 0,2 0-49 15,2 0-128-15,-4-2-327 0,4-1 145 0</inkml:trace>
  <inkml:trace contextRef="#ctx0" brushRef="#br0" timeOffset="-201289.27">27971 16021 72 0,'0'0'184'0,"0"-12"4"0,0 12-15 16,0 0-11-16,-16-10-9 0,7 9-8 0,9 1-3 15,-18 2-12-15,4 4-3 0,-1 1-11 0,-1 2-7 16,1 4-9-16,-2 0-9 0,6 2-7 0,2-1-9 0,2 2-6 16,0 0-6-16,5 1-6 0,0-2-4 15,5 4-4-15,1-3-2 0,0-2-15 0,6 1-22 16,-2-4-23-16,1-1-30 0,3 1-32 0,-2-3-36 16,7 0-45-16,0-2-44 0,-5 1-106 0,-1-6-331 15,2 2 147-15</inkml:trace>
  <inkml:trace contextRef="#ctx0" brushRef="#br0" timeOffset="-200810.28">25904 16662 164 0,'0'0'156'0,"0"0"-9"0,0 0-5 16,0 0 0-16,0 0-7 0,52-1-8 0,-18-1-1 16,6 2-10-16,20-1-6 0,5-3-3 0,27 1-8 15,-2-1-5-15,0 2-2 0,7-4-4 0,5 1-10 16,-10 1-5-16,4 1-6 0,-4-1-2 0,0-1-4 16,-27 3-3-16,27-6-8 0,-29 6 2 0,5-3-9 15,-3-2 0-15,-3 2-1 0,1 0-2 0,-5 0-4 16,-6-3-2-16,-14 5 0 0,1-2-2 0,-2 2-2 15,2-1-4-15,-3-1-4 0,-3 2-1 16,-3-1-3-16,-7 1 0 0,4 1 0 0,-10-2-5 16,1 3-6-16,-9 1-13 0,2-2-21 0,-11 2-20 15,10-1-21-15,-10 1-23 0,0 0-25 0,0 0-37 16,0 0-47-16,-39 9-153 0,10-4-383 0,-5 1 169 0</inkml:trace>
  <inkml:trace contextRef="#ctx0" brushRef="#br0" timeOffset="-200487.12">26421 16834 119 0,'-7'-9'210'0,"7"9"-10"0,0 0-16 0,0 0-17 15,0 0-20-15,0 0-24 0,0 0-1 16,0 0-12-16,0 0-6 0,0 0 7 0,0 0-6 16,11 43-6-16,-9-25 1 0,-4 2-12 0,2-1-5 0,-2 0-2 15,0 4-6-15,2-3-9 0,0-2-3 16,0 1-6-16,-2-2-3 0,2 3 29 0,-2-4-13 16,2-3-3-16,0-1-7 0,0-1-15 0,0 5 7 15,0-7-6-15,-1 1-3 0,1-2-3 0,3 1-19 16,-3-9-21-16,0 12-25 0,0-8-25 0,0-4-18 15,0 9-31-15,0-9-33 0,-2 8-33 0,2-8-47 16,0 0-162-16,0 0-406 0,0 0 180 0</inkml:trace>
  <inkml:trace contextRef="#ctx0" brushRef="#br0" timeOffset="-200143.22">26473 16794 50 0,'15'-8'200'0,"3"2"-6"0,0 3-6 16,4-1-17-16,6 3-17 0,-13 3-12 0,3 0-16 15,-5 2-11-15,1 2-15 0,-5 1-8 0,0 1-8 16,-4 0-11-16,-1 2-3 0,-2 1-11 16,1-3-2-16,-6 5-4 0,-1-2-10 0,-3 0-1 0,-2 3-6 15,-2-3 3-15,-3 0-6 0,3-4-3 0,0 2-3 16,-1-4-7-16,-3 4 3 0,-3-3-6 0,7 3 3 15,-1-5-3-15,6 0-2 0,-1 0-1 0,7-4-6 16,-13 5 0-16,13-5-1 0,-8 8-1 0,8-8 0 16,-6 9-3-16,4-4 0 0,0 0 4 15,2-5 1-15,4 13 4 0,0-7 6 0,3-1-1 16,2 6 0-16,-2-6 2 0,2 4-4 0,3-2-3 0,3 2 0 16,-1 0-9-16,-1-2-22 0,0 1-31 0,-1-1-31 15,5 0-42-15,-7-1-37 0,3 0-31 16,-4-1-120-16,0-1-336 0,-2-1 149 0</inkml:trace>
  <inkml:trace contextRef="#ctx0" brushRef="#br0" timeOffset="-199938.45">26753 17051 33 0,'3'-6'240'0,"-3"6"-9"16,2-10-2-16,-2 10-10 0,0-6-21 0,0 6-20 0,0 0-20 15,6-5-13-15,-6 5-4 0,0 0 1 16,0 0-9-16,13 15-8 0,-9-6-11 0,0 1-7 15,-2 3-6-15,2 2-14 0,-4 1-12 0,3-3-3 16,-6 4-10-16,3 2-3 0,0-3-13 0,0 2-2 16,0 0-18-16,0-1-23 0,3-2-34 0,-1-3-38 15,4 0-37-15,-2 0-46 0,2-3-62 0,0 0-186 16,-1-3-432-16,-5-6 191 0</inkml:trace>
  <inkml:trace contextRef="#ctx0" brushRef="#br0" timeOffset="-199742.41">26969 17034 146 0,'6'-4'215'0,"-6"4"-11"0,14-8-21 16,-1 5-14-16,1 1-22 0,0 0-13 15,3 2-15-15,3-2-12 0,1 2-5 0,-1 2-29 16,2-4-20-16,-3 2-40 0,-2 0-31 0,-17 0-29 15,25 0-30-15,-16 2-39 0,-1-1-119 0,-8-1-254 16,14 1 112-16</inkml:trace>
  <inkml:trace contextRef="#ctx0" brushRef="#br0" timeOffset="-199553.77">27187 16935 13 0,'0'0'199'15,"-4"-8"-3"-15,4 8 3 0,0 0-16 0,0 0-7 16,-8-8-19-16,8 8-17 0,0 0-16 0,0 0-10 15,0 0 9-15,0 0 1 0,0 0 4 0,-11 26-3 16,9-14-6-16,-2 2-14 0,1 3-15 0,-1 1 1 16,-4 0-8-16,2 1-13 0,4 0-2 0,-1 0-15 15,4 6-8-15,-1-6-34 0,2 0-32 0,0-1-36 16,2-1-59-16,-1-6-75 0,2 5-202 0,-3-6-424 16,3 1 189-16</inkml:trace>
  <inkml:trace contextRef="#ctx0" brushRef="#br0" timeOffset="-199292.32">27514 16829 172 0,'0'0'281'0,"2"-10"-29"15,-2 10-25-15,6-7-17 0,-6 7-9 0,0 0-16 16,0 0-5-16,0 0-10 0,10 27-4 0,-7-12-13 15,-1 2-16-15,0 2-10 0,-2-1-15 0,2 1-10 0,-2-1-13 16,2 1-7-16,-2 0-6 0,1-2-11 16,0 0-3-16,0 0-5 0,-1-6-5 0,0 2-20 15,3-1-21-15,-3-1-28 0,2 1-22 0,-2-3-24 16,2 1-22-16,-2-10-25 0,0 13-20 0,0-13-44 16,0 0-36-16,2 13-186 0,-2-13-428 0,0 0 189 15</inkml:trace>
  <inkml:trace contextRef="#ctx0" brushRef="#br0" timeOffset="-198951.72">27616 16803 113 0,'7'-9'228'16,"-1"1"-7"-16,1-1-13 0,0 2-16 0,-7 7-17 15,11-7-19-15,-11 7-13 0,15-1-15 0,-15 1-10 16,14 5-11-16,-14-5-7 0,11 9-12 0,-5-2-4 15,0 3-6-15,-4-2-13 0,2 3 0 16,-2 1-5-16,-2-2-10 0,0-10-1 0,-4 22-8 16,-2-8 0-16,0-5-6 0,0 2-9 0,-3 3 5 15,0-2-4-15,-2-2-1 0,2-3-3 0,0 1-3 16,-1-1 0-16,1-1-5 0,1-3-2 0,1 2 0 0,7-5-2 16,-14 7-1-16,8-3-3 0,6-4-1 15,-6 7 0-15,6-7-1 0,-8 9 1 0,8-9-4 0,-2 8 4 16,2-8-3-16,2 9 4 0,-2-9 0 15,10 9-10-15,-1-3 13 0,-1-2-4 0,6 0 2 16,1 1-7-16,-1-4-26 0,4 3-28 0,0-2-29 16,-1 1-26-16,-3 0-20 0,4-1-48 0,-4-2-37 15,-1 3-133-15,-13-3-374 0,22 3 166 0</inkml:trace>
  <inkml:trace contextRef="#ctx0" brushRef="#br0" timeOffset="-198716.1">27884 17006 213 0,'8'-3'212'16,"-8"3"-7"-16,0 0-9 0,13 0-14 0,-13 0-15 16,0 0-12-16,14 8-2 0,-8-4-12 0,-6-4-14 15,5 10 2-15,-1-1-2 0,-4-9-6 0,0 20-9 16,0-9-7-16,0 0-12 0,-4 0-7 0,0-1-9 16,0-1 0-16,3 1-10 0,1-10-8 0,-9 19-5 15,6-9-4-15,1-4-2 0,0 0-6 16,2-6-9-16,-2 11 4 0,2-11-17 0,0 0 15 0,4 13-6 15,-4-13-14-15,16 9-20 0,-4-9-16 0,6 0-26 16,11 0-31-16,3 0-34 0,1-3-32 0,3 0-57 16,16-6-226-16,-15 5-462 0,18-7 204 15</inkml:trace>
  <inkml:trace contextRef="#ctx0" brushRef="#br0" timeOffset="-198152.81">28716 16502 144 0,'-4'-3'233'0,"4"3"-14"0,0 0-7 15,-7-5-11-15,7 5-11 0,0 0-15 0,0 0-6 16,0 0-13-16,-7-6-6 0,7 6-16 0,0 0-14 16,0 0-8-16,0 0-13 0,0 0-12 0,0 0-8 15,0 0-8-15,0 0-7 0,32-11-10 0,-21 8-2 16,4 1-19-16,6-1-24 0,1 1-23 0,1 1-28 16,-4 1-19-16,1 0-35 0,-1 0-27 0,-2 0-54 15,-5 1-38-15,-12-1-125 0,16 3-367 0,-16-3 163 16</inkml:trace>
  <inkml:trace contextRef="#ctx0" brushRef="#br0" timeOffset="-197992.75">28782 16620 94 0,'-12'3'246'16,"12"-3"-6"-16,0 0-18 0,-13 3-16 0,13-3-24 0,0 0-14 15,0 0-20-15,0 0-15 0,0 0-10 16,0 0-16-16,39 3-31 0,-11-4-39 0,0 1-37 15,0 0-55-15,4-1-74 0,-1 0-171 0,2-2-325 16,-1 2 144-16</inkml:trace>
  <inkml:trace contextRef="#ctx0" brushRef="#br0" timeOffset="-195163.56">29852 16090 33 0,'4'-4'188'16,"-4"4"-4"-16,10-10-6 0,-6 6-8 0,0 1-6 15,-4 3-5-15,5-5-10 0,-5 5-11 0,5-5-10 16,-5 5-20-16,0 0-10 0,0 0-10 0,6-6-10 16,-6 6-5-16,0 0-5 0,0 0-5 0,-16 17-3 15,7-4 4-15,-3 3 3 0,-2 4-2 0,-2 0-3 16,3 3-1-16,-5-2-2 0,4 1-4 0,3-7-3 15,-3 6 0-15,5 2 3 0,2-7-6 0,-1 2-5 16,6-1-29-16,-1-2-7 0,2 2 4 0,2-1-4 16,2-4 3-16,1-1-2 0,3 0 4 0,1-1-3 15,2-1 1-15,1-1-5 0,5 1 6 0,0-2-4 16,1-4 2-16,-4-1-2 0,1 1-1 0,4-2 0 16,-7-2-1-16,1 0 0 0,0 1-1 0,-2-4 0 15,-3 2 2-15,1-1-2 0,-3-1 1 0,-1-1-3 16,-4 5 3-16,6-13-3 0,-6 2 2 0,0 11-5 15,-4-15-3-15,-2 8 2 0,6 7 1 0,-14-12-2 16,5 6-1-16,0 2 3 0,-5-1-1 0,2 2-4 16,0 1 3-16,12 2-1 0,-23 2-4 15,11-1 5-15,2 1-8 0,1 3-15 0,-1-2-22 0,0-1-24 16,10-2-14-16,-11 10-20 0,11-10-45 16,-6 10-32-16,6-10-46 0,2 12-121 0,-2-12-378 15,0 0 168-15</inkml:trace>
  <inkml:trace contextRef="#ctx0" brushRef="#br0" timeOffset="-194750.61">30165 16157 219 0,'0'0'238'0,"8"-9"-23"0,-8 9-26 0,5-7-19 16,-5 7-6-16,0 0-12 0,0 0-12 0,20 13-7 15,-14-4-4-15,1 3-13 0,1 2-2 0,-2 0-9 16,4 2-4-16,-3 2-6 0,-1 1-3 0,2-2-6 16,2 2-10-16,-4-2-3 0,2 1-7 15,-4-2-3-15,3-6-3 0,1 6-7 0,-1-6-2 0,-1 1-3 16,3-1-3-16,-5-2-3 0,1 0-1 0,-1-2-1 16,1-1 0-16,1 1 2 0,-1-3-2 0,-5-3 5 15,13 7-4-15,-13-7 6 0,10 2 9 0,-10-2-1 16,0 0-3-16,19-5 0 0,-11-1-8 15,0-2-4-15,-1 1-5 0,4-7-6 0,-2 2 3 0,1-4-3 16,-1-2-2-16,0 0-2 0,0-5-4 16,2-5-3-16,-2 2 1 0,1 2 1 0,-1 0-4 15,-1 2-4-15,2-1 2 0,-1 6-2 0,0 1 7 16,0 2-9-16,-4 5 5 0,3-3-7 0,-3 4 7 16,-5 8-1-16,8-12-5 0,-2 4-2 0,-6 8-15 0,0 0-26 15,0 0-31-15,5-12-36 0,-5 12-18 16,0 0-26-16,0 0-32 0,0 0-53 0,0 0-60 15,0 0-195-15,14 25-525 0,-14-25 233 0</inkml:trace>
  <inkml:trace contextRef="#ctx0" brushRef="#br0" timeOffset="-192380.42">29063 14596 101 0,'0'0'211'0,"0"0"-8"0,0-9-20 16,0 9-17-16,0 0-13 0,-9-5-10 0,9 5-11 16,-10 0-16-16,10 0-7 0,0 0-6 0,-17 5-10 0,11-1-5 15,1 0-7-15,0 0-10 0,5-4-6 0,-8 9-6 16,6-5-7-16,-1 2-5 0,3-6-2 16,1 13-4-16,2-7-6 0,1 0 2 0,3 1-2 0,1 0-6 15,0 2-5-15,3-2-1 0,1 0-4 16,3 2 1-16,-1 0-2 0,3-3-3 0,-3 4-1 0,2-2-1 15,-4 0-2-15,2-1 3 0,-2 0-8 16,-3-1 3-16,1 2-3 0,-1 0 0 0,-2-1-1 16,-1-1 1-16,-3 0 4 0,1-1-7 0,0 0-4 15,-3 2 5-15,0-1 2 0,-1-6-2 0,-2 14 4 16,-1-7-3-16,-2-1 1 0,-1 0 2 0,-1 0-5 0,-4 1 3 16,1 1-3-16,0-2-9 0,-3-2-10 0,0 1-14 15,0 0-16-15,1-2-17 0,-1-2-24 0,0-2-44 16,-1-1-37-16,2 1-33 0,0-2-120 0,1-4-348 15,1 1 154-15</inkml:trace>
  <inkml:trace contextRef="#ctx0" brushRef="#br0" timeOffset="-192231.44">29159 14591 47 0,'22'-5'138'0,"-3"0"-13"0,3 1-2 0,1 2-23 15,-4-1-16-15,1 4-31 0,1-1-31 0,-5-1-38 16,-2 2-27-16,6-1-63 0,-8 3-115 0,1-3 52 0</inkml:trace>
  <inkml:trace contextRef="#ctx0" brushRef="#br0" timeOffset="-192000.12">29503 14497 3 0,'0'-12'247'0,"0"12"-11"0,-1-10-4 0,1 10-10 16,-2-8-24-16,2 8-19 0,0 0-21 16,0 0-17-16,0 0-11 0,0 0-8 0,0 0 2 15,0 0-5-15,7 27-6 0,-5-10-1 0,0 0-2 16,-1-1-15-16,-1 2-9 0,0 1-10 0,0 0-3 16,0-1-12-16,0 1-4 0,-1-2-1 0,1 4-7 15,-2-4-4-15,2 2-27 0,-2-3-27 0,2-2-29 16,-2-1-35-16,1 0-40 0,1-1-45 0,1 0-46 15,1-1-208-15,-4-2-445 0,4 1 197 0</inkml:trace>
  <inkml:trace contextRef="#ctx0" brushRef="#br0" timeOffset="-191713.32">29723 14554 90 0,'0'0'185'16,"-12"-1"-6"-16,12 1-10 0,0 0-12 0,-19 10-18 16,10-4-8-16,0 2-10 0,0-3-9 0,2 4-13 15,-1 0 0-15,-1-1-9 0,0-1-6 0,0 1-5 16,0 0-9-16,0-2-8 0,4 0-6 0,0 1-6 16,-2-1-1-16,1 1-3 0,0 0-2 0,2 0-10 15,0-1-3-15,3 1-4 0,-2-1 0 0,3-6 0 16,0 12-7-16,0-12 5 0,5 15-7 0,-1-7 4 15,6 1-2-15,1-2-6 0,0-2-1 0,7 2-18 16,-1-2-23-16,3 0-25 0,-1-2-29 0,-1 1-50 16,4-1-36-16,-3 1-153 0,0-1-346 0,-1 1 153 15</inkml:trace>
  <inkml:trace contextRef="#ctx0" brushRef="#br0" timeOffset="-191326.19">29985 14817 141 0,'3'-3'192'16,"-3"3"-13"-16,7-9-16 0,-2 5-13 0,0-2-10 15,4 0-2-15,-3 0-13 0,1-4-3 0,-2 5 3 16,-2-1-7-16,3-3-8 0,-2 1-8 0,0-2-7 16,-2 0-10-16,1-3-4 0,-2 3-7 0,-1 0-3 15,-1 0-1-15,-1 0-4 0,1-1-9 0,-1 0-1 16,2-2 0-16,-3 3-12 0,2-2-3 0,1 1-4 15,0 3-1-15,1 1-8 0,-1-2-2 0,3 2-5 16,3 2-1-16,0-2-4 0,3 3-2 0,-1 0 1 16,2 1-6-16,2 3 1 0,0 2-4 0,0 0 1 15,1 3-2-15,-3 1-4 0,0 2 0 0,0 1 1 16,-3-1 0-16,-1 2-2 0,-2 1 3 0,1 0 2 16,-3 0-6-16,-2-1 6 0,0 1 3 0,0 1-2 15,-2-1 11-15,2-1-9 0,-1-1 1 0,0 0 0 16,1 1 0-16,-2-3-2 0,4 2-1 0,-1 1 5 15,2-1-4-15,4-1 3 0,1 1 0 0,2-3-4 16,8 4-18-16,1-4-18 0,9-1-27 0,2-1-19 16,-1 0-27-16,3-4-33 0,-3 2-39 0,3-4-34 15,-1 2-157-15,-9-1-396 0,1-4 175 16</inkml:trace>
  <inkml:trace contextRef="#ctx0" brushRef="#br0" timeOffset="-151533.39">1686 15059 65 0,'0'0'158'0,"2"-6"-13"0,-2 6-9 0,0 0-9 16,0 0-7-16,4-6-18 0,-4 6-13 0,0 0-12 16,0 0-3-16,0 0-9 0,0 0-8 0,0 0-8 15,0 0-4-15,0 0 3 0,0 0-4 0,0 0 1 16,0 23-3-16,2-11 1 0,-2 3-10 0,1 1 5 16,1 2 0-16,-2 1-3 0,0 2 3 0,0 5 1 15,-2-6-5-15,4 4 6 0,-1 1-11 0,0 0-4 16,1 2-8-16,-2-8 6 0,1 5-2 0,0-5-1 15,3 2 4-15,-3-2-6 0,3 0 0 0,-3-1-1 16,0 0-6-16,1-2-3 0,-1 1 4 0,1 0-1 16,1-2 0-16,-3-2-6 0,0 0 3 0,2-2-3 15,-1 2 5-15,-1-1-4 0,1-1-6 0,-1 1-9 16,0-3-18-16,0-9-13 0,-1 20-27 0,1-10-17 16,0-10-24-16,0 13-27 0,0-7-25 0,0-6-90 15,-3 9-269-15,3-9 119 0</inkml:trace>
  <inkml:trace contextRef="#ctx0" brushRef="#br0" timeOffset="-151030.35">1689 15147 49 0,'5'-10'111'0,"4"1"-11"0,0 2-9 16,0 1-11-16,2 2-7 0,1 1-4 0,-1 2-4 15,1 1-4-15,-12 0-7 0,23 1-7 0,-13 4 3 16,-1 3-5-16,2 0-2 0,-1-3-5 0,-2 6 7 16,1 2 3-16,-3-1-1 0,-1 2-3 0,-3-1 1 15,3-2-11-15,-5 3-10 0,-3-2 6 0,3-12 8 16,-4 22-7-16,1-11-3 0,-1-2 3 0,4-9-8 15,-9 18 4-15,3-13-3 0,3 0 4 0,3-5 1 16,-8 9 5-16,8-9 4 0,-7 7 4 0,7-7-6 16,0 0-10-16,-5 6 5 0,5-6-10 15,0 0 3-15,0 0-4 0,0 0-4 0,0 0-3 16,0 0 0-16,0 0-10 0,29-13 11 0,-18 9-8 16,-11 4 0-16,21 0 2 0,-10 0-4 0,1 0-4 15,-12 0 3-15,18 6 0 0,-10 0-7 0,5 0 7 16,-6 0-6-16,0 0 1 0,0 0-3 0,0 1 6 15,-3-1 0-15,-4-6-6 0,5 17 5 0,-4-9-2 16,-1 2 5-16,0-10 4 0,-4 16 5 0,-2-7 8 16,1-1 3-16,-4 3-9 0,-2-4 7 0,0 1-4 15,0-2-2-15,-5 0-4 0,2 0 1 0,5-1-3 16,-1-1 3-16,0 0-3 0,2-1-12 0,8-3-18 16,-14 3-24-16,14-3-39 0,-10 4-35 0,10-4-58 15,0 0-96-15,0 0-294 0,0 0 130 0</inkml:trace>
  <inkml:trace contextRef="#ctx0" brushRef="#br0" timeOffset="-150853.81">2208 15299 61 0,'0'0'147'0,"0"0"-11"0,14-3-22 16,-14 3-3-16,16-2-11 0,-16 2-15 0,19-1-18 15,-19 1-28-15,17 1-33 0,-17-1-46 16,13 4-29-16,-13-4-58 0,9 9-136 0,-9-9 60 16</inkml:trace>
  <inkml:trace contextRef="#ctx0" brushRef="#br0" timeOffset="-150701.53">2196 15449 157 0,'0'0'198'0,"-7"4"-12"16,7-4-13-16,0 0-15 0,0 0-14 0,0 0-17 15,0 0-11-15,0 0-9 0,0 0-11 0,0 0-7 16,0 0-24-16,0 0-29 0,47-12-24 0,-30 8-26 16,4-2-30-16,9-3-40 0,-2 2-42 0,1-1-107 15,-2-3-253-15,-1 0 113 0</inkml:trace>
  <inkml:trace contextRef="#ctx0" brushRef="#br0" timeOffset="-150397.16">2713 15163 228 0,'0'0'217'16,"-3"-10"-10"-16,3 10-12 0,0 0-13 0,0 0-20 16,-5-10-16-16,5 10-17 0,0 0-15 0,0 0-11 15,0 0-11-15,0 0-9 0,0 0-7 0,-16 18-14 16,16-18-3-16,-4 18-6 0,2-11-6 0,2-7-4 16,2 21 0-16,-2-21-9 0,5 21-2 0,-3-8-5 15,6 2-1-15,-3-2-4 0,0-6 1 0,4 10-2 16,0-5-1-16,-1-1-2 0,-1-1 0 0,1 1-3 15,3 2-1-15,-2 0-3 0,-2-4-3 0,-1 0 2 16,3 1-2-16,-4-3-2 0,0 2 5 0,1-1-7 16,-4-2 0-16,-2-6 1 0,3 12 5 0,-3-12-7 15,-3 11 5-15,3-11 0 0,-9 13-2 0,1-6-12 16,-2-1-8-16,-1-3-9 0,-1 4-3 0,-6-4-21 16,6 0-4-16,-8-1-19 0,1-1-26 0,3-2-21 15,0-1-29-15,4-3-27 0,-6 0-135 0,6-1-332 16,2-1 147-16</inkml:trace>
  <inkml:trace contextRef="#ctx0" brushRef="#br0" timeOffset="-149942.36">2694 15154 91 0,'20'-6'94'0,"3"1"0"15,8-1-11-15,-2 1-3 0,2 1-10 16,-3-1-18-16,1 5-20 0,-8-2-8 0,7-1-30 15,-8 2-12-15,2-1-6 0,-4-1 0 0,1 0-1 16,-2 2 3-16,-5 1 6 0,-12 0 11 0,20-1-4 16,-20 1 11-16,14-2 17 0,-14 2 15 0,0 0 11 15,0 0 7-15,0 0 0 0,16 0 3 0,-16 0 6 16,0 0 5-16,0 0-8 0,0 0-4 0,0 0-3 16,0 0-2-16,4 12-1 0,-4-12 9 0,0 0-10 15,0 0 5-15,-14 33 9 0,10-24-3 0,-1 3 2 16,0 0-1-16,-1 4-1 0,2 0-8 0,-1-1-3 15,3-4-6-15,-1 4 3 0,-1-2-3 0,4-13 0 16,-2 20-7-16,2-20 0 0,4 19 4 0,-4-19-8 16,7 13-4-16,-2-5 3 0,-5-8 5 0,18 12 4 15,-7-10 0-15,1 0 0 0,-12-2-4 0,24-1 2 16,-10 0-4-16,-14 1-2 0,33-10-1 16,-20 5-1-16,4-5 0 0,-7 1 1 0,5-1-3 15,-2-2 4-15,-4 0-7 0,0-4 5 0,-4 2 0 16,0-1 11-16,-2-2-7 0,-5 2 2 0,2 2-9 15,0 13-2-15,-6-26-5 0,-2 10-1 0,2 5 1 0,0 1-7 16,-3 3 0-16,0-1-5 0,-3 3-8 0,12 5-13 16,-20-4-17-16,20 4-18 0,-27 10-25 15,12-2-34-15,4 1-49 0,-3 0-59 0,3 5-139 16,2-1-383-16,-3-1 169 0</inkml:trace>
  <inkml:trace contextRef="#ctx0" brushRef="#br0" timeOffset="-149779.72">3603 15337 118 0,'12'0'315'0,"-12"0"15"0,0 0 13 0,0 0 1 15,0 0-21-15,18 2-25 0,-18-2-30 0,0 0-32 16,0 0-24-16,0 0-22 0,0 0-34 0,11-2-51 16,-11 2-66-16,0 0-72 0,0 0-72 0,0 0-100 15,0 0-284-15,0 0-530 0,0 0 234 0</inkml:trace>
  <inkml:trace contextRef="#ctx0" brushRef="#br0" timeOffset="-135749.33">11936 17139 26 0,'-22'2'118'0,"13"-2"-1"16,9 0-6-16,-16 0-2 0,16 0-3 0,-11-2-18 16,11 2-1-16,0 0-12 0,-14 2-9 0,14-2-8 15,0 0-6-15,0 0 2 0,0 0-16 0,0 0 3 16,0 0-2-16,0 0 2 0,0 0-6 0,29 6 0 16,-8-5-8-16,8 0 3 0,1-1-6 0,3-1 4 15,3 2-12-15,-1-2-3 0,-1 0-14 16,-3-1-32-16,-2 2-8 0,-6 2-47 0,-5-1-35 15,-5 0-69-15,-3 1-207 0,-1-1 92 0</inkml:trace>
  <inkml:trace contextRef="#ctx0" brushRef="#br0" timeOffset="-135110.22">12098 17149 20 0,'0'0'171'0,"0"0"-19"16,0 0-20-16,0 0-16 0,0 0-12 0,0 0-11 16,0 0-6-16,-7 13 1 0,5-2-3 0,2 1-4 15,0 1-10-15,0 2-10 0,0 2 4 0,0 1-21 16,0-1 11-16,0 1-2 0,0-3-1 16,0 4-6-16,0-7-4 0,3 6-7 0,-3-5-2 15,0-1-2-15,2 3-3 0,0-3-5 0,0 1-3 16,-2-1-4-16,2-2 5 0,0-1-6 0,-2 2 2 0,0-4-3 15,1 0-3-15,1 0-9 0,-2-7-7 0,0 14-1 16,0-9-11-16,0-5-7 0,-5 12 3 0,3-9-4 16,2-3 4-16,-12 8 4 0,12-8-12 0,-13 0 6 15,13 0-1-15,-21 2-2 0,15-4 12 16,6 2-4-16,-18-5 7 0,7 4 1 0,11 1 2 16,-17-3 8-16,8 1 13 0,3 2-1 0,6 0 7 15,-11-4 9-15,11 4-2 0,-10-3-8 0,10 3 3 16,0 0-15-16,0 0 10 0,-6-1-4 0,6 1 0 15,0 0-2-15,0 0 4 0,27-1-13 0,-13-1 8 16,2 1-1-16,4 1-3 0,0 0-21 0,2-2-3 16,-1 0-7-16,1 2-8 0,-2-3-18 0,0 3-9 15,-2-4-20-15,2 2-7 0,-1-2-7 0,-2 2-1 16,-3 0 5-16,-1-1-1 0,-2 1 6 0,2-3 9 16,-3 2 3-16,2-5 12 0,-3 4 10 0,-1-1 9 15,-4-1 15-15,4-1 8 0,-1-1-4 0,-1 1 42 16,-5-1-13-16,5-1 14 0,-6 9 22 0,6-12 18 15,-5 3 10-15,4 1 11 0,-3 1 16 0,0 0 8 16,-2 7-2-16,2-8-12 0,-2 8-3 0,3-6-12 16,-3 6-12-16,0 0-7 0,0 0-5 0,0 0 8 15,0 0 6-15,0 0-1 0,4 26-4 0,-4-13-1 16,-1 0 5-16,-1 2-9 0,2 2 3 16,-2-1-8-16,2 0-2 0,-2 0-6 0,2 1-4 15,2-1 0-15,-1-3-9 0,0 3 2 0,-1 3-3 16,2-4-6-16,-2 0-22 0,3-4-22 0,-3 5-17 15,2-5-34-15,-2-11-32 0,2 21-30 0,-2-11-45 16,2-1-132-16,-2-9-337 0,-2 15 149 0</inkml:trace>
  <inkml:trace contextRef="#ctx0" brushRef="#br0" timeOffset="-134692.43">12387 17381 106 0,'5'-5'138'0,"2"-2"-9"0,-7 7-7 16,9-9-16-16,-2 6-4 0,-7 3-8 15,13-4-7-15,-13 4-11 0,18 0-9 0,-18 0 0 16,16 2-21-16,-9 1 10 0,3 0-12 0,-10-3-1 16,10 10-3-16,-6-2-2 0,-1 0-9 0,-3-8 5 15,-2 16-5-15,1-3-6 0,-3-3-3 0,-1-1-1 16,0 3-3-16,1-2-2 0,-1 1 6 0,1-2-7 15,0 1-12-15,-2 0 9 0,2-1-12 16,2-2 5-16,2-7-8 0,-2 16-4 0,2-16-2 0,0 0-6 16,2 19-4-16,-2-19 11 0,6 13-10 15,-6-13 4-15,12 10 3 0,-7-5-8 0,-5-5 9 0,16 8 3 16,-16-8-3-16,11 6 3 0,-5 1 1 0,-6-7 4 16,17 5 4-16,-17-5-7 0,10 6-1 0,-10-6 4 15,11 7-3-15,-11-7-9 0,0 0 13 0,8 7 6 16,-8-7 12-16,0 0-7 0,0 0 2 0,0 0 7 15,-5 16-3-15,5-16 5 0,-9 10-6 0,3-4 3 16,-3 0 3-16,1-1-6 0,-1 1-2 0,-1 0-1 16,0 1-15-16,1-2-17 0,0 1-4 0,1-2-30 15,-2 0-22-15,10-4-38 0,-13 5-87 0,5-2-219 16,8-3 98-16</inkml:trace>
  <inkml:trace contextRef="#ctx0" brushRef="#br0" timeOffset="-134474.89">12791 17352 86 0,'0'0'202'0,"6"-9"-19"0,-6 9-23 16,9-8-16-16,1 4-13 0,4 1-10 0,1-3-13 15,4 3-10-15,-4 0-18 0,6 2-26 0,-1-1-42 16,-7 2-21-16,2 2-54 0,-2-1-40 0,-3 2-98 0,-10-3-218 16,14 5 97-16</inkml:trace>
  <inkml:trace contextRef="#ctx0" brushRef="#br0" timeOffset="-134302.49">12843 17480 188 0,'0'0'233'0,"0"0"-11"16,-6 5-19-16,6-5-18 0,0 0-18 0,0 0-20 16,0 0-9-16,0 0-19 0,44-10-11 0,-23 8-15 15,-1-1-29-15,0-1-40 0,3 3-29 0,-8-1-46 16,8 0-50-16,-5 3-51 0,0-1-112 0,2-1-286 16,-2 1 127-16</inkml:trace>
  <inkml:trace contextRef="#ctx0" brushRef="#br0" timeOffset="-130390.33">13740 17286 139 0,'-1'-6'162'15,"1"6"-10"-15,0 0-12 0,0 0-15 0,0 0-16 16,-4-7-7-16,4 7-12 0,0 0-8 0,0 0-12 16,0 0-6-16,0 0-5 0,0 0-5 0,0 0-13 15,0 0-1-15,0 0-2 0,-11 22-5 0,6-14-2 16,3 2-5-16,-1 1-3 0,-1-1 2 0,0 1-8 16,0 2 8-16,4 0-2 0,-1 2 1 15,-3 0-4-15,2-3 2 0,2 5-1 0,0-6-2 0,2 6-1 16,0-5-5-16,0 1 1 0,1-2 2 15,-1 1-4-15,2-2 2 0,1 0-2 0,4 1-1 16,-4-3 2-16,1 1-7 0,1 0 6 0,-1-5-6 16,4 0 2-16,-1 1 6 0,-1-2-5 0,2-1 1 0,1-2-5 15,0-1 8-15,3 0-3 0,-4-3 2 0,3-2-1 16,-3 1-1-16,-1-2 3 0,3-1 4 16,-4 1 3-16,1-1 5 0,-2 0-5 0,2-1-5 15,-4-2 0-15,1 0-4 0,-2 3 1 0,-1-4 7 0,-1-3-11 16,-2 3 4-16,0-1-2 0,0 2-2 15,-2-2 3-15,-1 1-2 0,1 1-1 0,-4-1-7 16,2-1 0-16,-1 3 7 0,-2-2-2 0,0 4-2 16,1-3-3-16,1 5 5 0,-1-1-3 0,0 3-2 15,0 1-1-15,2-2-4 0,4 5 2 0,-14-3-5 16,14 3 3-16,-16 1 3 0,8 2-2 0,-2 1-9 16,1 1-8-16,1 1-8 0,-1 2-18 0,1-3-16 15,2 3-8-15,-1-1-28 0,3 3-29 0,0-3-23 16,4 0-127-16,0-7-298 0,0 0 132 0</inkml:trace>
  <inkml:trace contextRef="#ctx0" brushRef="#br0" timeOffset="-130104.28">14175 17401 84 0,'0'0'167'0,"5"-7"-10"15,-1 2 2-15,-4 5-8 0,3-8-14 0,-3 8-13 16,4-4-7-16,-4 4-2 0,0 0-7 0,4-7-8 16,-4 7-13-16,0 0-8 0,0 0-6 0,0 0-10 15,0 0-10-15,0 0-5 0,0 0-5 0,0 0-1 16,0 0-4-16,0 0-7 0,0 0 0 0,0 0-2 15,0 0-21-15,0 0-25 0,0 0-26 0,-6 28-54 16,4-21-50-16,2-7-143 0,0 0-315 0,2 17 140 16</inkml:trace>
  <inkml:trace contextRef="#ctx0" brushRef="#br0" timeOffset="-129082.32">14584 17190 31 0,'0'0'125'16,"0"0"3"-16,0 0-13 0,0 0-9 0,2-9-3 15,-2 9-5-15,0 0-15 0,0 0-2 0,0 0-6 16,0 0-15-16,0 0 4 0,0 0-12 0,0 0 5 16,0 0-8-16,0 0-5 0,0 0-12 0,0 0 6 15,0 0-3-15,0 0 2 0,0 0-7 0,0 0-5 16,0 0 2-16,0 0-6 0,0 0 1 0,0 0-5 15,0 0-14-15,0 0 8 0,0 0 4 0,0 0-6 16,0 0 0-16,0 0 0 0,0 0 1 0,0 0 0 16,0 0-4-16,0 0 3 0,0 0-5 0,0 0-6 15,0 0 1-15,0 0 6 0,0 0-2 0,0 0-6 16,0 0-2-16,0 0 10 0,0 0-5 16,0 0 5-16,0 0 2 0,0 0-4 0,0 0 7 0,0 0-12 15,0 0 10-15,0 0 5 0,0 0-3 16,0 0 1-16,0 0-6 0,0 0 7 0,0 0 1 15,0 0 1-15,0 0 4 0,0-6-4 0,0 6 2 16,0 0-8-16,0 0 8 0,0 0-6 0,0 0 7 16,0 0-1-16,0 0-5 0,0 0 7 0,0 0-5 15,0 0 0-15,0 0 2 0,0 0-3 0,0 0-5 16,0 0 1-16,0 0 2 0,0 0 3 0,0 0-8 16,0 0-5-16,0 0 5 0,0 0-1 0,0 0-1 15,-20 15 2-15,16-12-5 0,0 2 3 0,-1 0-1 16,5-5-1-16,-7 14 4 0,3-9-4 0,1 1 1 15,-1 0 1-15,2 0-4 0,0 1 4 0,2-7 2 16,-2 15-5-16,-3-7 2 0,5 2-1 0,-2-3 2 16,2-7 2-16,2 15-3 0,-2-8-1 0,0 3 7 15,2-1-3-15,1-2 1 0,1 1-3 0,-2-2 0 16,0 0-6-16,4 2 10 0,-2-2-4 0,2-1 3 16,-1-2 0-16,-1 3-3 0,2-2 2 15,1-2-4-15,-1 2 3 0,2-2-5 0,-8-2 6 16,13 2-3-16,-1-1 2 0,-3-2 1 0,2 1-2 0,-3-2-3 15,2 1 8-15,1-3-4 0,-1 0-2 0,0-2 4 16,1 3-6-16,-4-3 3 0,2 0-1 0,-2-1 2 16,0 1-2-16,-1-5 2 0,-2 1 0 0,0 1 2 15,0-2-6-15,-2 0 6 0,-2-1-1 16,2 0-2-16,-5 1 4 0,1-6-9 0,-1 2 5 16,-1 4 0-16,0-2-8 0,-3 1 5 0,1 2 3 15,1 0-3-15,-4 1-5 0,2 1 6 0,0 2-3 16,-1-1 2-16,-2 1-6 0,2 3 6 0,8 3-2 15,-14-5 2-15,14 5-6 0,-20-1-7 0,20 1-3 16,-17 3-6-16,9 1-12 0,1 0-9 0,-1 2-14 16,0-1-32-16,2 2-35 0,3-1-25 0,-1 2-123 15,4-8-295-15,-4 15 130 0</inkml:trace>
  <inkml:trace contextRef="#ctx0" brushRef="#br0" timeOffset="-128594">14984 17077 143 0,'0'0'164'0,"7"-6"-13"16,-7 6-12-16,13-2-12 0,-13 2-14 0,14-2-10 15,-14 2-13-15,18 3 0 0,-18-3-8 0,18 3-7 16,-8 0-12-16,-10-3 0 0,14 5-8 0,-7 0-10 16,-3 0 3-16,-4-5-9 0,5 11-4 0,-1-4-2 15,-4-7-4-15,1 18 1 0,-2-10-3 0,1-8 0 16,-9 21-6-16,3-11 0 0,0-1-4 0,-4-1-3 16,5 1 3-16,1 0-4 0,-3-1-4 0,1 0-5 15,6-8 2-15,-5 12-7 0,4-4-4 0,1-8-9 16,0 0 6-16,2 17 9 0,-2-17-18 0,10 10 9 15,-3-4-3-15,-2-2 0 0,3-1 1 0,-1 3 3 16,2-2-6-16,-2 2 8 0,7-1 5 16,-4-1-8-16,0-1 4 0,0 0-7 0,-10-3 4 15,15 7 5-15,-7-3-8 0,0-1 8 0,-8-3-7 16,8 7 2-16,-8-7 14 0,5 7 7 0,-5-7 5 16,0 0 3-16,0 0 2 0,-12 17 5 0,1-12-2 15,2 0 6-15,-1-1-5 0,-3 1 1 0,1 0-6 16,-2-1-2-16,2 2-1 0,0-3 0 0,-1 1-4 15,2 0-1-15,-1 0-19 0,2 1-5 0,4-1-18 0,6-4-22 16,-13 6-33-16,7-3-45 0,2-1-50 16,4-2-89-16,0 0-289 0,0 0 128 0</inkml:trace>
  <inkml:trace contextRef="#ctx0" brushRef="#br0" timeOffset="-128093.94">15351 17090 166 0,'3'-13'173'0,"-3"13"-14"0,9-6-14 15,-9 6-20-15,11-8-7 0,-11 8-10 16,14-2-10-16,-14 2-3 0,14 0-16 0,-14 0-4 0,18 1-4 15,-8 2-15-15,0-1 10 0,0 2-8 16,-10-4-6-16,14 8-5 0,-8-4-7 0,-6-4 0 16,7 10-7-16,-7-10-3 0,6 10-1 0,-6-4-3 15,0 1-3-15,0-7 3 0,-2 15-5 0,-2-7-7 16,-2 1 7-16,3 0 3 0,-2-1-8 0,0-3-1 16,1 0-3-16,0 1 1 0,-2 0-3 0,3 0-5 15,3-6 5-15,-3 10-6 0,1-5 4 0,2-5-4 16,-1 9 2-16,1-9-1 0,0 0-6 0,4 13 4 15,0-9-1-15,-4-4 2 0,8 6 1 0,-2-4-4 16,0 1 0-16,1 1 0 0,4 3 2 0,-5-5-4 16,-1 2 1-16,4 0 1 0,-1 0-2 0,-3 0 3 15,0-1-3-15,-5-3 3 0,8 7-2 0,-5-3-3 16,-3-4 1-16,2 11 2 0,-2-11 0 0,-1 7 4 16,1-7-1-16,-8 7 3 0,3-3 4 0,-3 1-6 15,-2 1 3-15,2-3 4 0,-1 1-5 0,-1-1-1 16,1 3 2-16,2-3-2 0,-1 1-4 15,0-2-5-15,2 0-14 0,0 1-7 0,6-3-27 16,-12 3-16-16,12-3-29 0,-9 2-33 0,9-2-35 16,0 0-111-16,0 0-298 0,0 0 132 0</inkml:trace>
  <inkml:trace contextRef="#ctx0" brushRef="#br0" timeOffset="-127754.4">15769 17099 216 0,'0'0'261'0,"3"-9"-12"0,-3 9-7 16,6-9-17-16,-6 9-18 0,0 0-18 0,3-8-20 15,-3 8-18-15,0 0-18 0,0 0-11 0,0 0-15 16,2-3-8-16,-2 3-11 0,0 0-10 0,0 0-18 16,0 0 6-16,-2 24-8 0,4-19-8 0,-2 4-2 15,2-1-6-15,2 2-5 0,0-1-1 0,-2 3-4 16,2-2-2-16,1 0-3 0,-1 0-6 0,4 0 0 15,-2-2-4-15,-1 3-1 0,2-1-3 0,-1-1-1 16,2 0 2-16,-2-2-2 0,-1 3-1 16,2-2 0-16,-3-2-4 0,3 3 0 0,-3-3-1 0,0 1-1 15,-2-1-2-15,-2-6-12 0,5 9 10 0,-3-3-5 16,-2-6-8-16,-3 11 0 0,3-11-7 0,-8 10-1 16,0-5-13-16,-3-1-2 0,2-1-5 15,-2 1-14-15,-1 0-7 0,3-2-17 0,-3-1-20 16,1 1-24-16,0-3-33 0,-3 0-37 0,4-2-185 15,-1 1-406-15,-1-2 180 0</inkml:trace>
  <inkml:trace contextRef="#ctx0" brushRef="#br0" timeOffset="-127592.03">15835 17044 98 0,'11'-3'163'0,"-2"-3"-13"0,-9 6-13 0,23-8-17 15,-11 3-11-15,2 2-23 0,0 1 8 0,3-2-10 16,-1 3-19-16,2-2-35 0,0 3-60 0,0 0-66 16,-3 4-73-16,1-2-182 0,-5 0 81 0</inkml:trace>
  <inkml:trace contextRef="#ctx0" brushRef="#br0" timeOffset="-127002.32">16096 17202 84 0,'9'4'190'0,"-9"-4"-11"0,6 5-6 16,-2-1-9-16,0 0-12 0,1 0-8 0,-1 1-7 16,-2 1-7-16,-2-6-11 0,4 11-9 0,0-7-9 15,-4-4-8-15,0 10-3 0,0-10-14 0,1 10 5 16,-1-10-7-16,0 7-1 0,0-7 4 15,0 0-2-15,-2 8 2 0,2-8 4 0,0 0-3 0,0 0 4 16,-4 6-3-16,4-6-5 0,0 0-4 0,0 0-5 16,0 0-2-16,0 0-8 0,0 0-8 0,0 0-2 15,0 0-6-15,0 0-5 0,0 0-2 0,-7-23-6 16,7 23-7-16,0-15 4 0,5 4-5 0,-2 0-1 16,2 1-1-16,2-7-2 0,3 4-5 0,-3 2 1 15,0 0-6-15,1 1-2 0,2 1 3 16,-3 1-2-16,1 2-7 0,0 1 0 0,3 1 0 15,-4 2-5-15,0 2 8 0,5 1-4 0,-2 3-4 16,-1-1 8-16,1 3-3 0,-1 4 1 0,0-4-3 16,-1 5 3-16,1 1 1 0,-3 0-2 0,-1-3-4 15,0 2-4-15,-1 0 10 0,1-2 7 0,-2-1-8 16,1-1 9-16,-3-2-3 0,-1-5-1 0,4 9-4 16,-4-9 8-16,1 6 0 0,-1-6-1 0,0 0 0 15,0 0 3-15,0 0 3 0,0 0-4 0,0 0-2 16,0 0 4-16,0 0-6 0,-6-23-3 0,6 23-3 15,2-16 1-15,1 4-5 0,1 2 0 0,-2-3-5 16,5 2 3-16,1-5-2 0,1 4-11 0,-1 2 15 16,1 1-1-16,-1 1-6 0,-1 3 6 0,1 1-12 15,2 2 9-15,-2 2 0 0,-8 0 2 0,17 3-2 16,-9 1 2-16,0 1 1 0,1 3 5 0,-2 0-3 16,-2 2-1-16,1 1 3 0,0 0-1 15,-3 3 2-15,-1-3 0 0,0 0-31 0,-2 2-33 16,2-1-28-16,0-1-35 0,-1 0-31 0,3-1-50 0,-2 1-204 15,2-2-449-15,4-1 199 0</inkml:trace>
  <inkml:trace contextRef="#ctx0" brushRef="#br0" timeOffset="-126581.38">16696 17265 84 0,'0'0'178'16,"0"0"-4"-16,0 0-11 0,0 0-13 0,0 0-6 15,0 0-1-15,0 0-11 0,-2 29-8 0,-1-21-14 16,3-8-1-16,-1 14-6 0,-2-8-8 0,3 1-5 16,0-7-6-16,-1 12-3 0,1-12-13 0,-1 8 0 15,1-8 5-15,-2 8 13 0,2-8 11 0,0 0 1 16,0 0-2-16,0 0-15 0,0 0-3 16,0 0 1-16,0 0-11 0,0 0-2 0,-11-23-4 0,10 13-9 15,1-1-10-15,2 0-2 0,-2-1-6 0,2-3-1 16,1-2-15-16,1-1 9 0,0 0-5 0,1-1 0 15,2 0-8-15,-1 1-15 0,4 0 18 0,-5 2-6 16,2 2-4-16,-2 3 6 0,1 1-7 0,1 3 0 16,-7 7-4-16,6-10-4 0,-6 10-1 15,9-3 3-15,-9 3-1 0,0 0-1 0,23 10 1 16,-15-2 0-16,-2 0 0 0,3 7 1 0,-4-3-3 16,1 5 1-16,-2-2 2 0,4 0-2 0,0 2 3 15,-3-2 2-15,1 3 7 0,1-3-3 0,-2 0 6 16,3-1-8-16,-4-2-3 0,2-1 8 0,-1-2-7 15,-3 3 0-15,3-5 4 0,-3 1-7 0,3 0-13 16,-3-3-24-16,-1 3-31 0,-1-8-28 0,0 0-31 16,4 14-24-16,-4-14-33 0,0 0-63 0,0 0-175 15,0 0-456-15,-16 12 203 0</inkml:trace>
  <inkml:trace contextRef="#ctx0" brushRef="#br0" timeOffset="-126429.38">16741 17287 185 0,'-5'-3'217'0,"5"3"4"0,-6-4 1 0,6 4-6 16,0 0-16-16,-6-5-24 0,6 5-14 0,0 0-18 16,0 0-15-16,11-9-11 0,-11 9-15 0,21-4-32 15,-9 0-34-15,3 3-45 0,4-2-48 0,-1 0-65 16,10-1-76-16,-9 2-107 0,2 2-328 16,-1-1 145-16</inkml:trace>
  <inkml:trace contextRef="#ctx0" brushRef="#br0" timeOffset="-126200.64">17390 17512 168 0,'0'0'223'0,"0"0"-16"0,0 0-9 16,-2 14-17-16,2-14-17 0,-9 12-17 0,2-3-10 16,-2 0-31-16,-2 4-49 0,-1-1-66 0,1 0-91 15,-6 0-147-15,2 0-267 0,0-1 118 16</inkml:trace>
  <inkml:trace contextRef="#ctx0" brushRef="#br0" timeOffset="-123736.34">18078 17230 118 0,'0'0'143'0,"-8"-8"-5"0,4 7 0 0,4 1-5 16,0 0-11-16,-7-8-2 0,7 8-5 0,-5-4 4 15,5 4-4-15,-6-3-2 0,6 3-8 0,0 0-5 16,0 0-13-16,-5-5-10 0,5 5-5 0,0 0-12 16,0 0-4-16,13-8-6 0,0 4-7 15,4-1-2-15,3 0-8 0,8-1 3 0,-6 1-12 16,5 2-9-16,-6-1-18 0,6-3-11 0,-8 5-17 0,-1 2-29 15,-4-1-31-15,-2 1-33 0,-2 0-37 0,-1 0-121 16,-9 0-305-16,0 0 136 0</inkml:trace>
  <inkml:trace contextRef="#ctx0" brushRef="#br0" timeOffset="-123261.11">18158 17176 52 0,'0'0'197'0,"0"0"-18"16,0 0-19-16,0 0-16 0,0 0-15 0,0 0-15 16,0 0-7-16,0 0-2 0,0 0 2 0,0 0-2 15,13 25-18-15,-10-17-2 0,1 4-5 0,3 2-3 16,0 0 6-16,-4-1-9 0,1-1-6 16,1 3-5-16,1 1-5 0,0-2-1 0,-2 2-7 0,1-4-6 15,-1-1 1-15,-1 1-9 0,1-2 0 0,0 1-5 16,-2-1-3-16,0-2 0 0,2 3-1 0,-2-4-5 15,-2-7 0-15,3 14-2 0,-3-14-6 0,1 13 5 16,-1-13-5-16,1 11-1 0,-1-11 0 0,2 10-2 16,-2-10-6-16,0 0 2 0,0 0-2 0,-4 15-5 15,4-15 0-15,0 0-7 0,-9 7 0 16,9-7-2-16,-9 1-2 0,9-1 3 0,-12 4-5 16,12-4-2-16,-12 0 3 0,12 0-4 0,-14-1 3 15,14 1 1-15,0 0 3 0,-21-2 3 0,21 2-1 16,-13-1-1-16,13 1 7 0,-12-4-4 0,12 4 3 15,-9-4-6-15,9 4 8 0,-11-3-3 0,11 3 3 16,0 0 0-16,-12-2 0 0,12 2-3 0,0 0 3 16,0 0 0-16,0 0 2 0,-10-2-4 0,10 2 1 15,0 0-3-15,0 0-2 0,0 0 3 0,0 0 3 16,0 0 0-16,0 0-1 0,0 0 0 0,33-4-1 16,-19 4 4-16,4-3-12 0,0 0-11 0,-2 1-25 15,3 2-10-15,-1-1-16 0,1 1-36 0,2-2-29 16,-2 2-29-16,0-2-137 0,-5 1-328 0,-14 1 147 15</inkml:trace>
  <inkml:trace contextRef="#ctx0" brushRef="#br0" timeOffset="-122997.44">18547 17383 47 0,'-1'-13'204'16,"1"13"-5"-16,0 0-16 0,0 0-7 0,-6-12-13 15,6 12-6-15,0 0-14 0,-9-5-11 0,9 5-13 16,0 0-7-16,-16 1-15 0,16-1-7 0,-17 11 9 16,7-4-7-16,0 5-2 0,1-1-9 0,0-1-7 15,0 2-4-15,3 0-11 0,-1 2-2 0,-2 0-3 16,7-3-13-16,-2 0 2 0,3 0-3 0,-1 0-2 16,2-11-6-16,3 19 2 0,0-13-6 0,5 3-1 15,0 0-23-15,2-4-22 0,3 0-21 0,4 0-23 16,2-2-20-16,1 0-47 0,10-4-49 0,-7 1-44 15,5 0-121-15,0-3-371 0,-6-1 164 0</inkml:trace>
  <inkml:trace contextRef="#ctx0" brushRef="#br0" timeOffset="-122734.93">18882 17345 64 0,'0'0'208'0,"0"0"-9"0,-7-7-12 16,7 7-9-16,0 0-16 0,-5-7-18 0,5 7-14 16,0 0-12-16,0 0-12 0,0 0-14 0,0 0-10 15,18-6-3-15,-18 6-13 0,23 0-8 0,-11 0-16 16,-1-1-20-16,-11 1-28 0,24 4-24 0,-10-4-24 15,2 1-25-15,-3 0-38 0,-2 2-24 0,0-1-111 16,-11-2-273-16,0 0 121 0</inkml:trace>
  <inkml:trace contextRef="#ctx0" brushRef="#br0" timeOffset="-122586.88">18939 17408 19 0,'0'0'169'0,"0"0"0"0,-11 3-4 16,11-3-12-16,0 0-9 0,0 0-12 0,0 0-18 15,0 0-11-15,0 0-6 0,0 0-10 0,0 0-10 16,0 0-33-16,0 0-26 0,0 0-26 0,37 1-39 16,-20-4-63-16,-6 3-111 0,-11 0-240 0,33-3 106 15</inkml:trace>
  <inkml:trace contextRef="#ctx0" brushRef="#br0" timeOffset="-122330.18">19231 17222 197 0,'0'0'256'0,"0"0"-23"15,-3-13-21-15,3 13-24 0,0 0-15 0,0 0-22 16,0 0-9-16,0 0-8 0,0 0-10 0,0 0-6 16,4 36-2-16,-5-19-10 0,-2-2-19 0,2 1 7 15,1 2-10-15,-1-3-12 0,1 0 0 0,-2 4-7 16,2-2-11-16,-1-1-4 0,2-1-5 0,-3-1-2 15,2-3-9-15,0 1 2 0,1-1-20 0,-1 0-28 16,0-11-19-16,1 20-18 0,1-10-22 0,-2-10-21 16,0 0-35-16,1 18-42 0,1-13-43 0,-2-5-145 15,0 0-386-15,0 0 170 0</inkml:trace>
  <inkml:trace contextRef="#ctx0" brushRef="#br0" timeOffset="-121938.29">19274 17190 170 0,'10'-13'181'0,"-10"13"-13"0,12-9-17 0,-12 9-15 16,10-3 1-16,-10 3-13 0,0 0-14 0,20 1-7 16,-20-1-7-16,15 4-12 0,-15-4-5 15,12 11-8-15,-5-5-9 0,-7-6-8 0,10 16-2 16,-8-7-5-16,0 1-1 0,-2-1-6 0,0-9-6 15,-3 18 0-15,1-8-2 0,-2 0-5 0,4-10-7 16,-8 14-3-16,3-5-14 0,1-3 2 0,4-6-16 16,-7 13-14-16,7-13-8 0,-6 11-9 0,6-11-2 15,0 0 4-15,-1 16-9 0,1-16-1 0,0 0 4 16,7 15 8-16,-7-15 0 0,7 8 7 0,-7-8 4 16,17 6-3-16,-17-6 4 0,11 7 3 15,-11-7 2-15,9 3 6 0,-9-3-1 0,13 6 3 0,-13-6 9 16,0 0 7-16,9 7 8 0,-9-7 9 0,0 0 5 15,0 0 3-15,0 0 9 0,0 0 0 0,0 0 0 16,-12 19-3-16,12-19-2 0,-13 6-8 0,3-2 3 16,10-4-4-16,-15 6-4 0,4-4-7 15,11-2-30-15,-20 7-16 0,10-3-34 0,10-4-57 16,-11 3-140-16,11-3-285 0,0 0 126 0</inkml:trace>
  <inkml:trace contextRef="#ctx0" brushRef="#br0" timeOffset="-121735.36">19568 17226 51 0,'0'0'219'0,"9"-10"-23"0,-1 5-17 15,1-2-18-15,2 1-11 0,-1 2-25 0,2 0-10 16,-12 4-24-16,25-3-33 0,-12 1-32 0,-13 2-36 15,23-1-34-15,-11 2-48 0,-3 1-25 0,-9-2-68 16,12 0-201-16,-12 0 90 0</inkml:trace>
  <inkml:trace contextRef="#ctx0" brushRef="#br0" timeOffset="-121386.91">19666 17219 106 0,'0'0'152'15,"0"0"-11"-15,0 0-17 0,0 0-9 0,-11 4 8 16,11-4 2-16,-3 11 12 0,1-4 0 0,2-7-8 15,-3 17-2-15,3-6-3 0,-1 1-9 0,1 0 3 16,0 3-11-16,0-2-7 0,0 0-6 0,1 2-3 16,-1-4-10-16,2 1-5 0,-2 0-8 0,1 0-9 15,-1-2-4-15,0-10-3 0,1 18-6 0,0-9-4 16,-1-9-6-16,-2 16-1 0,2-16-7 0,-3 16-4 16,1-10-17-16,2-6-25 0,-7 14-16 0,0-9-18 15,7-5-6-15,-12 12-15 0,6-6-5 0,6-6-9 16,-12 5-13-16,12-5-2 0,-13 7-6 0,13-7-2 15,-11 2 8-15,11-2 15 0,0 0 11 0,0 0 0 16,0 0 11-16,0 0 3 0,-22-6 15 0,22 6 17 16,0 0 6-16,0 0 17 0,0 0 4 15,0 0 5-15,0 0 3 0,0 0-3 0,0 0 13 0,0 0-1 16,27-21-2-16,-27 21 2 0,17-5 2 16,-5 2-9-16,1-1 4 0,1 1-3 0,4 0-12 15,0 2-12-15,0-4-14 0,1 1-36 0,2-1-29 16,-6 1-21-16,1-2-77 0,-4 3-208 0,-3-2 93 15</inkml:trace>
  <inkml:trace contextRef="#ctx0" brushRef="#br0" timeOffset="-121174.77">19835 17395 106 0,'-2'-14'125'0,"2"14"8"0,0 0 10 16,0 0 3-16,0 0 1 0,-3-12-6 0,3 12 0 16,0 0-18-16,0 0-14 0,0 0-10 0,0 0-3 15,0 0 3-15,0 0 15 0,0 0 2 0,0 0-10 16,0 0-4-16,-1 34 0 0,1-34-3 0,-2 23-15 15,1-8 2-15,0 1-11 0,0-3-1 0,-1 4-12 16,1-5-8-16,1 0-2 0,0 0-6 0,-1-2-5 16,1 2-5-16,2-1-15 0,-2-11-25 0,3 17-23 15,-3-7-34-15,0-10-17 0,2 19-28 16,-2-19-36-16,3 11-31 0,0-5-34 0,-3-6-140 16,0 0-376-16,0 0 167 0</inkml:trace>
  <inkml:trace contextRef="#ctx0" brushRef="#br0" timeOffset="-120783.34">19871 17374 118 0,'4'-12'183'0,"0"2"-11"0,1-1-3 0,-2 4 2 16,0-2-23-16,-3 9-8 0,9-8-7 0,-9 8-10 16,14-6-9-16,-8 4-7 0,-6 2-8 0,13-2-13 15,-13 2 0-15,18 2-7 0,-18-2-6 0,14 7-6 16,-4-4 2-16,-2 2-7 0,-3 0-9 15,-5-5 1-15,9 10-15 0,-6-2-1 0,-3-8-2 0,5 11 0 16,-5-2-5-16,0-9-3 0,-5 16-4 16,5-16 0-16,-7 16-5 0,3-9 0 0,-1 2-5 15,5-9-1-15,-7 12-5 0,4-5-11 0,3-7-5 16,-6 14-2-16,6-14-13 0,-1 13-1 0,1-13 4 16,0 13-2-16,0-13 5 0,3 15 1 0,1-10 1 15,-1 5 0-15,0-1 5 0,3-1-1 0,0 0-2 16,2 0 1-16,-1 0 4 0,-2-2 0 0,2 1 7 15,-7-7-6-15,8 11 0 0,-5-6 1 0,-3-5-3 16,4 7 6-16,-4-7 6 0,0 0-4 0,0 0 7 16,-9 17 4-16,9-17-5 0,-13 7 4 0,6-5 1 15,7-2-4-15,-22 8 0 0,11-4 0 0,0-1 1 16,2-1-10-16,-2 0-20 0,1 1-18 0,10-3-24 16,0 0-30-16,-22 1-43 0,22-1-62 0,0 0-112 15,-17-1-337-15,17 1 149 0</inkml:trace>
  <inkml:trace contextRef="#ctx0" brushRef="#br0" timeOffset="-120541.15">20420 17315 180 0,'0'0'222'16,"-5"-7"-19"-16,5 7-20 0,0 0-17 0,0 0-17 15,0 0-14-15,0 0-13 0,0 0-14 0,30 0-16 16,-20 3-13-16,5-2-36 0,1 3-39 0,-2-1-52 16,-3-1-53-16,1 1-156 0,-2 1-277 0,-10-4 123 15</inkml:trace>
  <inkml:trace contextRef="#ctx0" brushRef="#br0" timeOffset="-120389.61">20438 17454 12 0,'0'0'238'0,"-9"2"1"0,9-2-7 16,0 0-14-16,0 0-14 0,0 0-20 0,-6 2-19 16,6-2-17-16,0 0-21 0,0 0-20 0,28-4-39 15,-16 4-30-15,3-3-34 0,4 1-50 0,0 0-73 16,-1-4-185-16,-2 3-328 0,5-2 145 0</inkml:trace>
  <inkml:trace contextRef="#ctx0" brushRef="#br0" timeOffset="-118293.89">20935 17151 155 0,'0'0'205'0,"2"-10"-16"16,-2 10-25-16,1-6-17 0,-1 6-16 0,0 0-11 15,0 0-11-15,0 0-6 0,14 16-2 0,-10-7 3 16,2 7-2-16,-2 0-8 0,0 1-1 15,0 1-11-15,-2 6-8 0,1-6 3 0,0 1-7 0,-1 0-2 16,1-1 1-16,2 1-5 0,-4-3-9 16,-1 1-5-16,1 0-1 0,-3-5-10 0,4 1 0 15,2 2-2-15,-1-4-6 0,0 1-12 0,0-1-33 0,-2 0-30 16,2 0-30-16,-2 0-43 0,-1-11-43 0,4 15-50 16,-4-8-128-16,0-7-364 0,4 11 162 15</inkml:trace>
  <inkml:trace contextRef="#ctx0" brushRef="#br0" timeOffset="-118112.6">21158 17348 178 0,'5'-12'217'16,"-4"9"-16"-16,-1 3-15 0,4-7-21 0,-4 7-18 15,0 0-21-15,6-5-8 0,-6 5-14 0,0 0-9 16,0 0-32-16,0 0-22 0,0 0-26 0,0 0-21 15,17 9-54-15,-17-9-55 0,5 8-132 16,-5-8-265-16,7 6 118 0</inkml:trace>
  <inkml:trace contextRef="#ctx0" brushRef="#br0" timeOffset="-117770.66">21397 17192 136 0,'0'0'238'0,"0"0"-21"0,1-11-24 16,-1 11-23-16,0 0-18 0,0 0-8 0,0 0-9 16,0 0-9-16,0 0 1 0,-15 34-3 0,8-19-1 15,0 2-12-15,-1 7-4 0,-1-5-12 0,3-1-10 16,1 7-6-16,1-7-15 0,1 0 3 0,3-1-9 16,-1-2-2-16,1-3-8 0,4 0-3 0,-2 0-3 15,2-1-5-15,3-2-2 0,0 1-5 0,2-3-1 16,-1 2-12-16,2-5 12 0,1-1-4 0,0 1-2 15,-1-3-5-15,-10-1-1 0,20-3 1 0,-20 3-1 16,13-3-5-16,-4-1 1 0,-9 4-5 0,9-9-2 16,-9 9 1-16,4-9-10 0,-4 9 6 0,0 0 2 15,-5-16 1-15,5 16-8 0,-9-10-2 0,1 4-1 16,8 6-17-16,-14-4-1 0,14 4-8 0,-15-4-13 16,15 4-24-16,0 0-3 0,-23 3-39 15,23-3-22-15,-14 5-34 0,14-5-51 0,-10 8-150 16,10-8-397-16,0 0 176 0</inkml:trace>
  <inkml:trace contextRef="#ctx0" brushRef="#br0" timeOffset="-117305.03">21631 17290 1 0,'0'0'208'16,"16"-4"-20"-16,-3 2-8 0,-13 2-10 0,26 3-11 0,-9 3-9 15,0 0-9-15,1 1-15 0,-4 3-8 16,0 0-16-16,2 0-4 0,-1 2-11 0,-1-2-10 16,0 4-2-16,-5-6-6 0,1 6-8 0,-2-6-4 15,-4 1-2-15,1 0-7 0,-5-9-2 0,0 18-7 16,-2-8 0-16,2-10-6 0,-13 18-6 0,3-11 4 16,-1-1-8-16,-2 2 1 0,-4-2-4 0,4-2-2 0,1 0-3 15,-2-3-3-15,2-1-5 0,0 0 3 16,12 0-2-16,-18-4-8 0,11 0 3 0,7 4 2 15,-9-7-6-15,9 7 0 0,-2-17-5 0,2 8-4 16,0 9 3-16,11-22 2 0,-4 8-4 0,2 1 3 16,3-2 1-16,-1 1-3 0,3 1 2 0,-4-2 3 15,2 1-2-15,0 1 1 0,-4 4 1 0,2-5 1 16,-1-1 3-16,-5 6 0 0,1-1 2 0,-1 0-3 16,-4 10 3-16,4-21-3 0,-4 21 2 0,-4-19-1 15,-1 7-7-15,5 12 4 0,-12-16 6 16,6 10-3-16,6 6 0 0,-17-12-1 0,6 8 0 15,11 4 0-15,-23-3 7 0,23 3-3 0,-26 7-4 16,11 1 0-16,1 1 3 0,-1 2-1 0,4 3 1 16,2-3 0-16,0 3 2 0,2 2-2 0,0 0-3 15,3-1-5-15,3 1-22 0,1 1-25 0,4-4-44 16,1-1-49-16,3 1-54 0,-2-2-129 0,4-3-354 16,-2 1 156-16</inkml:trace>
  <inkml:trace contextRef="#ctx0" brushRef="#br0" timeOffset="-116779.95">21938 17403 123 0,'0'0'198'0,"0"0"-10"0,0 0-12 16,0 0-8-16,11 12-16 0,-11-12-9 0,0 0-8 15,4 11-10-15,-4-11-9 0,0 0-8 0,0 0-10 16,1 13-12-16,-1-13-5 0,0 0-10 0,0 0-7 15,0 0-4-15,0 0 2 0,0 0-4 16,0 0 3-16,0 0 7 0,0 0 5 0,0 0-4 16,0 0-7-16,0 0-3 0,0 0-7 0,0 0-4 15,0 0-8-15,0 0-11 0,0 0 8 0,0 0-8 16,0 0-2-16,13-32-6 0,-9 23-4 0,-4 9-7 16,11-17-5-16,-6 10-9 0,2-1-3 0,-7 8 2 15,12-9-4-15,-12 9 1 0,12-6-4 0,-12 6 3 16,13-3 2-16,-13 3-5 0,0 0 4 0,0 0 0 15,21 7 3-15,-21-7 1 0,9 10-6 0,-9-10 5 16,7 12 0-16,-7-12-1 0,2 16 4 0,-2-16 0 16,3 13-3-16,-3-13 2 0,2 13 2 0,-2-13-8 15,0 0 8-15,0 13 5 0,0-13-3 0,0 0 9 16,0 0 0-16,0 0-5 0,0 0 3 0,0 0 1 16,0 0-2-16,0 0 2 0,0 0 1 0,0 0-7 15,0 0 0-15,0 0 1 0,0 0 3 0,0 0-8 16,12-36 1-16,-4 28-1 0,0-3-2 15,0 3 0-15,0-3 4 0,2 4-7 0,-2-3 2 16,-8 10-1-16,14-7-1 0,-14 7-1 0,16-5 1 16,-16 5 1-16,0 0 0 0,0 0-1 0,23 9 2 15,-18-4 1-15,-5-5-2 0,8 17 4 0,-4-5-1 16,-1-4 0-16,-2 3-11 0,-1-11-13 0,3 22-15 16,-5-11-26-16,2-11-38 0,0 21-66 0,2-10-39 15,-2-11-150-15,2 15-389 0,-2-15 173 0</inkml:trace>
  <inkml:trace contextRef="#ctx0" brushRef="#br0" timeOffset="-116376.13">22368 17424 79 0,'0'0'182'0,"0"0"-1"0,0 0-6 0,0 0-9 15,0 0-6-15,1 23-12 0,-1-23-9 0,-2 18-7 16,1-7-11-16,1-11-8 0,-7 23-6 0,6-13-11 15,1-10-6-15,-4 17-9 0,4-17-12 16,-3 9 6-16,3-9 4 0,0 0 7 0,-3 12 5 16,3-12 4-16,0 0-7 0,0 0-12 0,-12-2-5 15,12 2-5-15,0 0-6 0,0 0-7 0,-8-17-6 16,8 17-3-16,0-16-4 0,0 16-6 0,3-20-2 16,1 9-3-16,0 0-3 0,1-8-5 0,2 1 0 15,0 1-4-15,1 0-5 0,2-6-4 0,0 5 3 16,-2 4-3-16,-1 0-2 0,1 5 2 0,-2-1-2 15,1 1-3-15,-7 9-3 0,9-8-3 0,-9 8 0 16,11-1 0-16,-11 1 0 0,0 0-10 0,18 14 15 16,-13-5-2-16,2 3 1 0,-5-1 1 15,3 5 1-15,-1 3 8 0,-4-2 3 0,1 0-5 16,2 0 2-16,0-1-3 0,-2 1 1 0,1-1 2 0,0-3-5 16,-2-13 2-16,1 22-1 0,3-10-3 0,-4-12 3 15,2 19-7-15,2-10-33 0,-4-9-39 16,3 17-36-16,-3-17-38 0,4 13-48 0,-4-13-59 15,0 0-170-15,0 0-458 0,-7 14 204 0</inkml:trace>
  <inkml:trace contextRef="#ctx0" brushRef="#br0" timeOffset="-116212.45">22363 17520 163 0,'0'0'183'15,"0"0"-17"-15,0 0-18 0,31-14-12 0,-19 12-12 16,3 1-17-16,1-1-37 0,-2 0-44 0,5 0-48 16,2 0-81-16,-1 1-64 0,7-3-180 0,-4 1 80 15</inkml:trace>
  <inkml:trace contextRef="#ctx0" brushRef="#br0" timeOffset="-113994.21">23342 17248 146 0,'0'0'162'0,"0"0"-19"0,0 0-17 0,0 0-5 15,-5-4-17-15,5 4-8 0,0 0-15 0,0 0-9 16,0 0-7-16,0 0-2 0,14-6-9 0,-4 5 7 16,-10 1-19-16,25-6-4 0,-6 2 1 0,1 3-9 15,-1-4 0-15,2 5 0 0,-6-4-16 0,3 2-15 16,-5 2-25-16,1-3-34 0,-1 2-23 0,-2-1-10 15,-1 2-16-15,-10 0-83 0,13 0-206 0,-13 0 92 16</inkml:trace>
  <inkml:trace contextRef="#ctx0" brushRef="#br0" timeOffset="-113604.57">23536 17202 62 0,'0'0'140'0,"0"0"-3"15,0 0-11-15,0 0-9 0,0 0-18 0,0 0 3 16,0 0-5-16,-6 7 11 0,6-7 4 0,0 17-9 15,1-6-5-15,-2-1 0 0,5 7-5 0,-4-1-17 16,1-1 5-16,2 3-8 0,0-1-1 16,0-2 1-16,1 3-9 0,-2-1-4 0,-1-3-7 15,3 0-6-15,-1 2-6 0,-3-6 0 0,4 4-7 16,-3-4 1-16,0 2-6 0,-1-3-3 0,0 1-1 16,3-1 0-16,-4-1-2 0,1-1-4 0,0-7-1 15,-3 13-2-15,2-6-5 0,1-7-1 0,-5 8-8 16,2-4 0-16,-2 0-6 0,5-4-4 0,-9 3-2 15,9-3-3-15,-11 2-4 0,4-2-2 0,7 0 7 16,-18-2 3-16,12-1-2 0,-2 1 5 0,8 2-4 16,-12-5 4-16,12 5-1 0,-12-3-4 0,8 1 3 15,4 2 4-15,-9-3 0 0,9 3 4 0,0 0-3 16,-7-6-3-16,7 6 1 0,0 0 5 0,-7-2-9 16,7 2 4-16,0 0 7 0,0 0-5 0,0 0-2 15,0 0 1-15,0 0 2 0,0 0 2 0,28-1 0 16,-20 1 0-16,5 0 0 0,-1 0-2 0,0 1-12 15,3-1-13-15,2 0-33 0,-3 0-34 16,0-1-41-16,5-1-44 0,-2 2-111 0,1-2-314 0,-1 1 139 16</inkml:trace>
  <inkml:trace contextRef="#ctx0" brushRef="#br0" timeOffset="-113206.18">23834 17406 1 0,'-4'-4'211'0,"4"4"-18"0,-5-5-18 0,5 5-12 16,0 0-34-16,0 0 4 0,0 0-11 0,0 0-10 15,-18 8-13-15,16-2-6 0,2-6-11 0,-7 11-8 16,6-3-7-16,0-1-10 0,-1 1-1 0,2 1-6 16,2 0-3-16,1-1-3 0,1 0-4 0,1 0-7 15,1-1-10-15,1 1-6 0,2-2-11 0,-1-3 1 16,0-2-13-16,2 3 1 0,-1-1-1 15,-3-2-6-15,-6-1 3 0,10 3-2 0,-3-1 4 0,-7-2 0 16,9 1 1-16,-9-1 0 0,6 2 1 0,-6-2 5 16,0 0 2-16,0 0-8 0,0 0 3 0,0 0 5 15,0 0 2-15,0 0 11 0,-18 9-7 16,11-6 10-16,-3 2 7 0,1-1 4 0,-2 3 6 0,1 0 4 16,-2 4-1-16,0-4 0 0,4 1 2 15,-1 0 2-15,0 0-5 0,1 0 7 0,2 1-6 16,-1 2-7-16,5-3 5 0,-2 2-8 0,2-1 1 15,4-2 1-15,2 0-6 0,-4-7 3 0,10 14-7 16,-1-8-12-16,4-3-25 0,-3 1-22 0,11-2-30 16,-2 2-37-16,2-3-42 0,8-2-55 0,-8-1-139 15,-1 0-370-15,9-3 164 0</inkml:trace>
  <inkml:trace contextRef="#ctx0" brushRef="#br0" timeOffset="-112899.27">24173 17449 147 0,'0'0'181'15,"0"0"-19"-15,0 0-16 0,0 0-15 0,11-12-12 16,-11 12-16-16,17-6-5 0,-11 4-11 0,4-2-22 16,3 1-23-16,-13 3-34 0,18 0-38 0,-8-2-41 15,-10 2-39-15,14 4-70 0,-14-4-195 0,0 0 86 16</inkml:trace>
  <inkml:trace contextRef="#ctx0" brushRef="#br0" timeOffset="-112750.49">24170 17566 14 0,'0'0'190'0,"0"0"-15"0,0 0-14 0,0 0-18 15,0 0-16-15,0 0-11 0,28-3-9 0,-28 3-37 16,30-6-30-16,-12 3-46 0,1-2-62 0,1 3-111 15,-7-1-193-15,6-1 86 0</inkml:trace>
  <inkml:trace contextRef="#ctx0" brushRef="#br0" timeOffset="-111644.03">24593 17248 11 0,'0'0'133'0,"6"-7"-14"16,-6 7-4-16,15-7-4 0,-3 3-6 0,1 1-8 16,2-1-6-16,-2 3-11 0,5-1-1 0,-3 2-6 15,-2 1-1-15,4 3-7 0,-4-1-6 0,-1 3-8 16,-1 0-3-16,0-1-3 0,-5 1-1 15,1 2-7-15,-2 0 8 0,-1 2-2 0,0-1-6 0,-3-1-1 16,-2 1 7-16,1 3-2 0,-4-3-4 0,1 0 2 16,-1 1-4-16,-2-2 1 0,-1-1-3 0,-4 2-3 15,4-2-3-15,-1 2-2 0,-5-3 0 16,3-1-2-16,1 0 0 0,1 2-9 0,1-4 2 16,-1 1-4-16,3-2 3 0,5-2-3 0,-10 4-1 0,10-4 3 15,-8 3-3-15,8-3-2 0,-8 3-1 16,8-3 1-16,-5 4 3 0,5-4-6 0,0 0 0 0,0 0 2 15,0 0-4-15,-8 2-2 0,8-2 2 0,0 0-3 16,0 0 2-16,0 0-1 0,0 0-1 0,0 0 0 16,-2 7 1-16,2-7 1 0,0 0-1 15,0 0 5-15,11 13-2 0,-7-10 0 0,2 1-1 16,-3 1-2-16,4 2 2 0,-1-2-2 0,-1 3 3 16,1-1 1-16,0 2-11 0,-1-2-23 0,1-1-18 15,-1 5-29-15,0-1-45 0,-1 1-55 0,1-1-124 16,-2 2-324-16,2 3 144 0</inkml:trace>
  <inkml:trace contextRef="#ctx0" brushRef="#br0" timeOffset="-111485.07">24758 17806 225 0,'0'0'236'0,"0"0"-20"0,0 0-15 0,0 0-19 16,0 0-22-16,0 0-20 0,0 0-39 0,0 0-37 0,0 0-45 15,0 0-46-15,0 0-32 0,0 0-45 0,0 0-122 16,0 0-244-16,0 0 107 0</inkml:trace>
  <inkml:trace contextRef="#ctx0" brushRef="#br0" timeOffset="-105904.44">25426 17403 126 0,'0'0'161'0,"0"-8"-10"0,0 8-17 15,0 0-4-15,0 0-13 0,0 0-16 0,0 0-2 16,7-6-5-16,-7 6 2 0,6-2-7 0,-6 2-13 15,0 0 4-15,0 0-14 0,16 4-2 0,-11 0 0 16,-5-4-1-16,10 7-4 0,-3-2 1 0,0 3 7 16,2 1-6-16,-2-2-5 0,1 3-4 0,2-2-7 15,-1 5 3-15,0-1-2 0,0 3 1 0,2-2-7 16,-2 0-4-16,-3-2 2 0,4 2-4 0,-1 2-2 16,0-4-1-16,-1 0-5 0,-1-1 3 0,2 1-4 15,-2-2-6-15,-1 2-11 0,4-2 9 0,-5 0-5 16,3-1 5-16,-2 0 1 0,2-2-6 0,-3-2 0 15,-1 2 0-15,2-1-5 0,-2-1 4 16,-4-4 1-16,10 7 0 0,-6-4-6 0,-4-3 4 16,5 4 1-16,-5-4-2 0,7 3 7 0,-7-3-2 15,0 0 1-15,0 0 2 0,0 0 2 0,0 0 6 16,16-14 0-16,-16 14-7 0,4-12 3 0,-4 3-5 16,3 0 0-16,-3 9-1 0,2-20-8 0,2 8 7 15,-2-3-3-15,0 2 2 0,-2 0-5 0,2-2 3 16,-1 1-13-16,0 2 6 0,4-4 4 0,-2 1 0 15,-1 3-3-15,2-4-1 0,-1 3 0 0,-1 2 2 16,0 0-2-16,2 2 1 0,-4 9 2 0,3-15-13 16,-3 15 9-16,4-9-2 0,-4 9-1 0,2-10-6 15,-2 10-5-15,0 0-12 0,0 0-16 0,3-9-13 16,-3 9-8-16,0 0-5 0,0 0-5 0,0 0-17 16,0 0-14-16,0 0-26 0,0 0-35 0,0 0-28 15,20 22-159-15,-20-22-376 0,7 14 167 0</inkml:trace>
  <inkml:trace contextRef="#ctx0" brushRef="#br0" timeOffset="-105457.88">25985 17549 28 0,'0'0'205'16,"0"0"-16"-16,0 0-14 0,-2-10-18 0,2 10-16 15,0 0-13-15,0 0-17 0,0 0-10 0,0 0-5 16,0 0-8-16,0 0-8 0,0 0-4 0,0 0-3 16,-16 23-12-16,16-23-3 0,-3 12-7 15,3-12-5-15,-2 13 1 0,3-2-8 0,0-1-8 16,2 1 5-16,1-4-7 0,1 0-3 0,2-2 1 16,2 1-6-16,-1 1-2 0,4-1-1 0,-1-3-2 15,-6-1-1-15,7 2 0 0,-12-4-4 0,15 4-3 16,-15-4 4-16,18 0-7 0,-18 0 5 0,11 4-4 0,-11-4-1 15,0 0-3-15,0 0 8 0,0 0-8 16,18-7 1-16,-18 7 3 0,0 0-6 0,0 0 0 16,0 0 0-16,0 0 0 0,0 0 1 0,0 0-3 15,0 0 5-15,0 0-3 0,-39-12 2 0,39 12 8 16,-15 3 2-16,15-3 0 0,-16 7 1 0,7-2 5 16,0 1-2-16,0-1-5 0,2 3 6 0,1 0 2 15,-1 1-2-15,1 0-3 0,0 0 2 0,4 0-5 16,2-9 1-16,-4 16 4 0,4-7-3 0,0-9 1 15,6 13-4-15,2-4-1 0,-2-2-11 0,1-2-18 16,4 1-24-16,1-2-24 0,-1-3-42 0,7 2-10 16,1-3-46-16,-2 0-16 0,-2 0-125 0,3-2-330 15,-3-4 146-15</inkml:trace>
  <inkml:trace contextRef="#ctx0" brushRef="#br0" timeOffset="-105285.74">26329 17566 26 0,'0'0'191'0,"4"-12"-21"15,-4 12-12-15,16-7-20 0,-7 4-14 0,-9 3-9 16,23-3-24-16,-10 1-28 0,-13 2-29 0,20 0-52 16,-20 0-37-16,22 2-33 0,-22-2-71 15,10 4-171-15,-10-4 77 0</inkml:trace>
  <inkml:trace contextRef="#ctx0" brushRef="#br0" timeOffset="-105127.39">26362 17679 46 0,'0'0'205'16,"0"0"-15"-16,0 0-16 0,-11 7-10 0,11-7-21 16,0 0-12-16,0 0-13 0,0 0-6 0,0 0-19 15,0 0-11-15,0 0-21 0,40-5-31 0,-40 5-29 16,25-4-26-16,-9 4-56 0,4-3-33 0,-4 1-108 15,4 1-240-15,0 0 106 0</inkml:trace>
  <inkml:trace contextRef="#ctx0" brushRef="#br0" timeOffset="-104831.05">26852 17483 89 0,'0'0'165'0,"0"0"-27"0,0 0-7 15,0 0-17-15,0 0-8 0,0 0-8 0,29-7-16 16,-11 6 0-16,0 0-15 0,3 0-9 0,-4-1-18 15,1 4-13-15,0-4-24 0,-2 2-14 0,-16 0-28 16,25 3-10-16,-25-3-16 0,15 0 0 16,-15 0-12-16,14 1-5 0,-14-1 1 0,0 0-42 15,0 0-131-15,15 1 58 0</inkml:trace>
  <inkml:trace contextRef="#ctx0" brushRef="#br0" timeOffset="-104493.69">27076 17476 376 0,'0'0'-26'0,"0"0"13"0,0 0 14 16,0 0 11-16,0 0 9 0,0 0 18 0,0 0 15 15,0 0 13-15,0 0 11 0,0 0-6 0,0 0-4 16,0 0-11-16,0 0-3 0,0 0 26 0,0 0 2 15,-40 9-14-15,40-9 10 0,-2 13 1 0,2-13 0 16,0 23 6-16,-2-7 2 0,2-5-9 0,0-11-2 16,2 35-4-16,0-20-3 0,0 2-6 0,0 1-8 15,-1-3-7-15,3-3-2 0,2 0 0 16,-4-1-10-16,6 1 1 0,-3-1-6 0,-1-1 0 0,2-1-7 16,-6-9 2-16,3 12-7 0,-1-6-2 0,-2-6 0 15,4 8-5-15,-4-8-3 0,0 0 2 0,5 10 1 16,-5-10-7-16,0 0-8 0,0 0 3 15,0 0-1-15,0 0-6 0,0 0-6 0,-22-3 10 16,22 3-10-16,-15-7 7 0,15 7 3 0,-15-7-5 16,15 7 2-16,-8-5-2 0,8 5 5 0,-10-4-2 15,10 4-6-15,0 0 7 0,-13-2 1 0,13 2-6 16,0 0-3-16,0 0 7 0,0 0-1 0,0 0 1 16,0 0 2-16,0 0-3 0,0 0 6 0,0 0 1 15,0 0-5-15,0 0 10 0,23 18-3 0,-23-18-3 16,31 0-14-16,-13 1-23 0,-2-2-38 0,5 1-35 15,0 0-46-15,2-2-146 0,-6 1-327 0,4-2 145 16</inkml:trace>
  <inkml:trace contextRef="#ctx0" brushRef="#br0" timeOffset="-104108.21">27359 17619 79 0,'0'0'194'0,"0"0"-9"0,-22 7-10 16,10-2-24-16,2 2-6 0,1-1-12 0,1 3-16 16,0 0-7-16,1 0-13 0,3 0-7 0,2 2-6 15,2 0-10-15,0-11-9 0,6 22 1 16,-1-14-12-16,5 1-8 0,-2 1-5 0,1-5-18 0,3 2-2 16,-1-2-7-16,-3 0-13 0,1-3 6 0,2 3 0 15,-4-2-6-15,-7-3 3 0,11 1-1 0,-11-1-1 16,0 0-3-16,0 0 5 0,0 0 4 0,0 0-1 15,0 0 12-15,0 0 4 0,9-10 0 0,-9 10 1 16,0 0 0-16,0 0 0 0,0 0 6 16,-28-8 4-16,28 8-1 0,-19 0 6 0,19 0 2 15,-18 5-2-15,7-1-3 0,0-2 10 0,-1 5-6 16,5-1-5-16,-3 1-2 0,0-1-1 0,1 0 3 16,1 2-12-16,3-2 3 0,1 2 2 0,4-8-7 15,-5 14-4-15,5-14 1 0,7 12 1 0,-3-7-7 16,3-1-20-16,2 1-25 0,5 0-15 0,3-1-35 15,3-4-43-15,1 3-16 0,-3-3-32 0,5 0-13 16,-3-2-143-16,0 0-358 0,-2-2 158 0</inkml:trace>
  <inkml:trace contextRef="#ctx0" brushRef="#br0" timeOffset="-103866.39">27613 17599 27 0,'-2'-10'234'0,"2"10"-13"0,-2-14-6 0,2 14-16 16,-1-11-20-16,1 11-24 0,0 0-17 0,0 0-9 16,0 0-13-16,0 0-8 0,0 0-4 0,0 0 0 15,0 0-6-15,6 44-4 0,-6-27-6 0,-1 1-14 16,1-1 3-16,0 2-13 0,-4-3-7 0,6 0-4 16,-2 0-5-16,2 0-6 0,-1-3-4 0,-1-2-10 15,0 2-18-15,0-3-27 0,2 1-14 0,-2-11-20 16,2 20-21-16,0-15-13 0,-2-5-17 0,2 13-8 15,-2-13-46-15,1 10-34 0,-1-10-125 0,0 0-341 16,0 0 152-16</inkml:trace>
  <inkml:trace contextRef="#ctx0" brushRef="#br0" timeOffset="-103558.46">27660 17535 22 0,'7'-7'146'0,"3"1"-10"0,-10 6-13 0,15-9-19 16,-15 9-2-16,14-1-5 0,-14 1-11 0,0 0-8 16,21 9-15-16,-21-9-1 0,5 12 1 0,-5-12-2 15,-3 21-5-15,3-21-11 0,-6 26 3 0,0-16-6 16,-1 2-4-16,1-2-5 0,-2-2 0 0,3 2-5 16,-3-2-3-16,8-8 6 0,-14 14-1 0,14-14 1 15,-8 6-10-15,8-6 7 0,0 0-1 0,-7 9-6 16,7-9 1-16,0 0 0 0,0 0-2 0,-6 10 1 15,6-10-9-15,0 0-2 0,0 0 4 16,0 0 2-16,15 17-4 0,-15-17 0 0,16 9 2 16,-7-1-4-16,1-4-8 0,2 0-14 0,3 1-22 15,3 0-22-15,-2-3-19 0,3 2-27 0,-1-1-11 16,-1-2-19-16,2-2-93 0,0 1-242 0,0-1 108 16</inkml:trace>
  <inkml:trace contextRef="#ctx0" brushRef="#br0" timeOffset="-103168.11">28015 17669 129 0,'0'0'147'0,"0"0"0"0,0 0 0 16,0 0 1-16,-14-22-10 0,14 22-6 0,-13-8 4 0,13 8-4 15,-24 4-2-15,24-4-3 0,-28 10-5 16,17-3-9-16,-2 0-4 0,4 2-7 0,-4 1-6 16,3-1-12-16,3-1-3 0,1 2-8 0,0-1-8 15,6-9-6-15,-8 19-4 0,8-19-10 0,0 16-1 16,0-16-6-16,6 13-2 0,-6-13 0 0,11 14-6 15,-5-11-6-15,-6-3-4 0,14 8-6 0,-14-8-4 16,13 4-3-16,-13-4-2 0,9 4-4 0,-9-4 4 16,0 0-1-16,14 3 1 0,-14-3-2 0,0 0 3 15,0 0-2-15,0 0-2 0,0 0-1 0,0 0-2 16,0 0 0-16,0 0 3 0,0 0-3 0,0 0 0 16,0 0 1-16,0 0 3 0,0 0-3 0,-30 14 9 15,22-9 1-15,-2-1 1 0,3 4 8 0,-3-1-1 16,0-2-2-16,3 3-1 0,1-1 0 0,2 2-4 15,4-9 0-15,-5 11-1 0,0-3 1 0,5-8-3 16,3 11 0-16,-3-11 5 0,4 12-1 0,-4-12-2 16,7 7-1-16,2-4-1 0,-9-3-4 0,18 5-21 15,-7-4-23-15,3 2-18 0,-1-2-36 16,9-2-16-16,-6 0-16 0,5 1-35 0,-6-2-19 16,5 0-34-16,-6-1-127 0,3 3-368 0,0-4 163 15</inkml:trace>
  <inkml:trace contextRef="#ctx0" brushRef="#br0" timeOffset="-103007.92">28257 17839 74 0,'0'0'203'15,"0"0"-22"-15,0 0-6 0,0 0 10 0,0 0-4 16,10 6-9-16,-10-6-14 0,0 0-13 16,0 0-16-16,-6 22-9 0,6-22-11 0,-4 16-10 15,0-6-17-15,0-2-32 0,0 4-41 0,1-1-54 16,-3-1-41-16,0-3-48 0,-2 5-168 0,-1-4-326 15,3 0 145-15</inkml:trace>
  <inkml:trace contextRef="#ctx0" brushRef="#br0" timeOffset="-61332.55">12012 17825 5 0,'0'0'40'0,"0"0"-10"0,0 0 5 0,0 0-8 16,-7-10 4-16,7 10-7 0,0 0-2 0,-13-6 1 16,13 6-6-16,-11-6-3 0,0 2-1 0,-1 0-1 15,-1 1 7-15,-1 1-10 0,-1-4 6 0,-4 2 0 16,2-1 0-16,-4 0 0 0,6 1-1 16,-3-4 2-16,0 4-2 0,2-1 11 0,3 1 3 15,13 4-3-15,-23-8-2 0,11 4 0 0,2 0 2 16,1-3-2-16,9 7 6 0,-14-7-3 0,14 7-2 15,-13-6 3-15,13 6-10 0,-12-4 5 0,12 4-7 16,0 0-1-16,-12-7 3 0,12 7-9 0,0 0 6 16,0 0-1-16,0 0 0 0,0 0-4 0,0 0 4 15,0 0-1-15,0 0-6 0,0 0 4 0,0 0-10 16,0 0 9-16,0 0 2 0,33-4-6 0,-33 4 1 16,0 0 5-16,29 2 8 0,-15-1-15 0,2 0 4 15,3-2 1-15,2 2 0 0,1 0-2 16,-1 1-6-16,6-4 15 0,2 4-10 0,-3-2 7 15,3-2-3-15,1 2-3 0,1 2-8 0,0-4 9 16,1 4-8-16,0 0 11 0,4-2-8 0,0 0 7 16,1 0 4-16,1-2-7 0,-1 0 2 0,17 1 3 15,-14 1-2-15,1-1 1 0,-3 2 0 0,16-2-3 16,-3 0-4-16,1 3 10 0,0 1-6 0,-14-1 13 16,16 1 0-16,2-3-6 0,-3 0 7 0,-3 5-2 15,2-7-2-15,1 4-5 0,-1 0 4 16,3-3-6-16,-1 1 2 0,-3-1 0 0,-13-1-7 0,26 0 4 15,-9-2 7-15,1 0-5 0,3 2-1 16,1 0-2-16,3-5 1 0,2 6 2 0,27-7-3 0,-31 3-1 16,2 0 4-16,2-1-5 0,23-4 2 0,-28 8 2 15,-1-4 0-15,2-1-2 0,2-3-3 0,-3 1 4 16,3 1-4-16,2 3 0 0,27-3-2 16,-35 3-4-16,1-2 6 0,4 4 3 0,0-5-7 15,-7 2 4-15,5 2-1 0,0 2-1 0,-4-7 2 16,-4 9 0-16,-1-2 1 0,-2-2-5 0,6 1 1 15,-6 3 13-15,-9-3-8 0,12 1 3 0,-14 3 3 16,3-1-7-16,0 1 0 0,-3-2-3 0,13 0 2 16,-11 0 2-16,-2 1-3 0,-2-1-2 0,1 0 3 15,0-1 0-15,-5 4-4 0,0-9 0 0,0 7-2 16,-1 1 13-16,-1 1-5 0,1-4-3 0,-2 2 3 16,-1 0-2-16,-1 2-7 0,-6-5 5 0,-1 6 1 15,1-3-1-15,-2 1-7 0,0 0 12 0,-1 2-5 16,1-2 5-16,-2 0-8 0,-5 0 1 15,3 0 6-15,-15-1-2 0,25 2-5 0,-16-1 1 16,-9-1 0-16,17 0 2 0,-17 0-1 0,0 0-3 16,14 3 2-16,-14-3 1 0,0 0 0 0,0 0-3 15,14 3 0-15,-14-3-2 0,0 0 1 0,0 0 2 0,0 0-3 16,14 3 4-16,-14-3 3 0,0 0-4 16,0 0 1-16,14 3 6 0,-14-3-8 0,0 0 10 0,0 0-8 15,0 0-3-15,11 4 8 0,-11-4-8 16,0 0 7-16,0 0 4 0,0 0 2 0,0 0 0 15,0 0 1-15,0 0 1 0,0 0 3 0,0 0-6 16,0 0-1-16,0 0 3 0,0 0 4 0,0 0-5 16,0 0 0-16,0 0 3 0,0 0 0 0,0 0-4 15,0 0 3-15,0 0 2 0,0 0-7 0,0 0 0 16,9 0-1-16,-9 0 6 0,0 0-7 0,0 0-2 16,0 0 0-16,0 0 3 0,0 0-4 0,0 0-3 15,0 0 1-15,0 0 6 0,0 0-5 0,0 0-3 16,0 0 5-16,0 0-4 0,0 0-2 15,0 0-2-15,0 0 6 0,0 0-5 0,0 0 3 16,17 2 0-16,-17-2-3 0,11 1 7 0,-11-1-5 16,16 2 0-16,-16-2 0 0,24 5 4 0,-11-5-4 15,7 2 2-15,1-1 4 0,7-1-4 0,3 2 2 16,2-1-4-16,-3 1 7 0,4-1-4 0,1-1 6 16,1 1-2-16,-4 1 6 0,3-2 0 0,-3 1-1 15,-2 2-7-15,-8-1 1 0,6-1 0 0,-9-1-1 16,-1 2-4-16,-5 0 7 0,-13-2-3 0,24 1-4 15,-13-1 2-15,-11 0 2 0,0 0-5 0,19 3 2 16,-19-3 5-16,0 0-7 0,0 0 2 0,14 1 4 16,-14-1-8-16,0 0 3 0,0 0 2 0,0 0 2 15,0 0-4-15,0 0-3 0,0 0 2 0,0 0-4 16,0 0 3-16,16-1 0 0,-16 1 3 0,0 0-2 16,0 0-1-16,5 9 0 0,-5-9-1 0,0 0 1 15,0 0 3-15,7 12-4 0,-7-12 0 0,0 0 2 16,4 12 2-16,-4-12-1 0,0 0-2 0,5 10 1 15,-5-10 2-15,0 0-13 0,0 0-17 16,3 13-2-16,-3-13-15 0,0 0-21 0,0 0-12 16,0 0-22-16,-8 16-50 0,8-16-26 0,-11 6-97 15,11-6-295-15,-21 3 130 0</inkml:trace>
  <inkml:trace contextRef="#ctx0" brushRef="#br0" timeOffset="-44780.25">28831 17495 11 0,'0'0'70'0,"0"0"3"16,1-8-2-16,-1 8-4 0,0 0 1 0,0 0 2 15,0 0 19-15,-6-21-3 0,6 21 12 0,0 0-3 16,0 0-11-16,-4-10-6 0,4 10-14 0,0 0-4 16,0 0-20-16,0 0 11 0,0 0-14 0,0 0 1 15,0 0 10-15,0 0 5 0,0 0-3 0,13 25-6 16,-7-16-5-16,0 4 1 0,-2-3 3 0,3 6-8 15,-1 0 3-15,0 3 5 0,2 0-12 0,-3 0 3 16,3-2-3-16,-2 0-6 0,2 0 4 0,-1-1-1 16,1-1-9-16,0-1 1 0,2 1-2 0,-5-6-6 15,3 1 3-15,-2-1-4 0,3-2 2 16,-1 1-2-16,-4-3 1 0,2 0-2 0,-1-1 1 16,-1-1-4-16,-4-3 4 0,10 2-1 0,-10-2-10 15,0 0 13-15,0 0-9 0,18-12 1 0,-12 3-2 16,0-4 4-16,-1 2-6 0,2-6 4 0,0-1-1 0,0-7 3 15,-2 6-1-15,-1-7 1 0,3 1-5 16,-1 1 0-16,-2-1 2 0,-3 0 2 0,3 5-3 16,0 1 2-16,-2 2-1 0,0-1-2 0,-2 7 5 15,0 1-6-15,0-2-2 0,0 12 0 0,1-12-16 16,-1 12-19-16,1-10-9 0,-1 10-4 0,0 0-18 16,0 0-15-16,0 0-25 0,0 0-13 0,0 0-25 15,16 19-101-15,-9-6-265 0,-3-1 119 0</inkml:trace>
  <inkml:trace contextRef="#ctx0" brushRef="#br0" timeOffset="-44536.36">29346 17563 39 0,'0'0'135'0,"-14"0"-8"15,14 0 6-15,-13 8-9 0,5 1-6 0,-1-2-12 16,4 4 0-16,-1-2-14 0,2 3-5 0,0-2-7 16,0 0-6-16,2 3-12 0,2-2 1 0,0-11-13 15,3 23-2-15,1-12-3 0,2-1-5 16,0 0-5-16,4 0-20 0,-1-3-16 0,4 3-33 0,2 0-29 16,1-4-23-16,3 0-22 0,-3-2-107 15,3-3-232-15,2 2 103 0</inkml:trace>
  <inkml:trace contextRef="#ctx0" brushRef="#br0" timeOffset="-44158.08">29675 17558 132 0,'-12'-10'149'16,"12"10"-10"-16,-11-4 0 0,11 4-5 0,-15-2-15 15,15 2-16-15,0 0 1 0,-23 10-14 0,16-5-13 16,7-5 1-16,-11 17-6 0,6-8-11 0,5-9 0 15,-4 19-7-15,4-19-9 0,5 17 0 0,2-6-4 16,-2-2-6-16,4-1-3 0,0 2-3 0,7-4-11 16,-5 2-7-16,0-2-3 0,-3-2-8 0,4 2-6 15,-12-6-6-15,13 4 11 0,-13-4 5 0,12 5-11 16,-12-5 5-16,0 0 7 0,9 5-3 16,-9-5 0-16,0 0 7 0,0 0 2 0,0 0-7 15,0 0 4-15,0 0 6 0,0 0 1 0,0 0 6 16,-40 0 0-16,27 2 0 0,2 3 7 0,-3 0 2 15,2-1 0-15,-2 1-1 0,0 4 1 0,5-3-7 16,-3 0-3-16,1 2 5 0,4 1-1 0,-4 1-4 16,5-3-4-16,1 3 0 0,5-10-2 0,-7 16 3 15,7-8-3-15,0-8-2 0,3 15 1 0,5-10-1 16,-8-5-13-16,18 14-24 0,-6-7-24 0,7-3-31 16,11-2-33-16,-2-1-33 0,0-2-32 0,3-1-100 15,-4 1-301-15,5-6 133 0</inkml:trace>
  <inkml:trace contextRef="#ctx0" brushRef="#br0" timeOffset="-43993.2">30125 17523 30 0,'0'0'177'0,"4"-11"-23"0,-4 11-18 0,12-8-16 16,-12 8-42-16,18-5-36 0,-7 4-33 0,-11 1-29 15,28-1-31-15,-11 1-62 0,-17 0-122 0,25 4 54 16</inkml:trace>
  <inkml:trace contextRef="#ctx0" brushRef="#br0" timeOffset="-43837.12">30208 17624 140 0,'0'0'181'16,"-12"2"-8"-16,12-2-14 0,0 0-16 0,0 0-21 15,0 0-9-15,0 0-7 0,0 0-9 0,0 0-27 16,0 0-34-16,0 0-31 0,0 0-31 0,53 4-40 16,-36-5-21-16,2-3-108 0,3 1-211 0,-2 0 95 15</inkml:trace>
  <inkml:trace contextRef="#ctx0" brushRef="#br0" timeOffset="-43462.08">30771 17326 166 0,'27'-7'163'0,"-7"1"-13"0,1 4-9 15,-1 0-11-15,-1 1-10 0,-2 1-6 0,-1 1-12 16,1 5-9-16,-3-2-14 0,-4 2-7 0,-1 0 2 16,-1 2-7-16,-1 2-2 0,-3 1-13 0,-4-11-5 15,-1 23-1-15,-3-9-2 0,-1-2-1 0,-8 3-15 16,-1-1 8-16,-5 4-8 0,4-6-2 0,-2 0 2 15,3-2-1-15,-3 2-3 0,3-2-2 0,-2-2 1 16,0 0 1-16,4-2-2 0,1-1-5 16,-3-2-3-16,14-3 2 0,-15 10-5 0,7-5 0 15,8-5 1-15,-14 9-3 0,14-9-6 0,-9 8 5 16,9-8-1-16,-6 9-3 0,6-9 2 0,-5 14 1 16,5-14-4-16,-3 15 1 0,3-15 2 0,3 21-2 15,1-11 2-15,-1 4 0 0,-3-14-5 0,8 24 3 16,-1-7 0-16,-1-2-2 0,3 1 1 0,-4 0-9 15,4 0 19-15,-1 0-14 0,2 2-21 0,0 6-21 16,2-3-31-16,-4-3-24 0,-1 0-27 0,1-1-4 16,-1 2-23-16,1-2-113 0,-3-2-287 0,-1 1 128 15</inkml:trace>
  <inkml:trace contextRef="#ctx0" brushRef="#br0" timeOffset="-37926.65">337 17219 76 0,'0'0'156'0,"0"0"-8"0,0 0-13 0,0 0-14 16,0 0-10-16,0 0-6 0,0 0-16 16,0 0-6-16,0 0-13 0,0 0-3 0,0 0-9 15,0 0-4-15,0 0-1 0,0 0-15 0,0 0-3 16,0 0 6-16,0 0-3 0,0 0-2 0,0 0 5 16,0 0-11-16,0 0 4 0,0 0-3 0,0 0-3 15,-42 62-4-15,42-62-4 0,-12 30 3 0,12-30-2 16,-10 34-2-16,10-34 2 0,-5 35-1 0,5-35 2 15,-2 39-2-15,2-39-1 0,0 35-2 0,0-35-1 16,6 36 2-16,-6-36 0 0,7 33 0 16,-7-33-6-16,7 28 0 0,-7-28 3 0,20 30 2 15,-20-30-3-15,23 27-19 0,-23-27-10 0,21 22-21 16,-21-22-27-16,26 23-38 0,-26-23-26 0,22 16-157 16,-22-16-305-16,0 0 135 0</inkml:trace>
  <inkml:trace contextRef="#ctx0" brushRef="#br0" timeOffset="-37630.54">430 17209 25 0,'0'0'123'0,"0"0"-11"0,63 25-6 0,-63-25-2 16,27 31-8-16,-14-8-14 0,-1 2-1 0,-2-2-9 16,-10-23-7-16,19 47-2 0,-13-22-3 0,-1-1-8 15,-5-24-3-15,6 39-7 0,-6-39 5 16,5 38-7-16,-5-38-6 0,-7 48-1 0,7-48-11 16,-17 42 7-16,5-17-11 0,-1-2-22 0,13-23-25 15,-25 30-4-15,25-30-26 0,-30 24-3 0,14-14-14 16,16-10-16-16,0 0-3 0,-38 13-57 0,38-13-162 15,0 0 71-15</inkml:trace>
  <inkml:trace contextRef="#ctx0" brushRef="#br0" timeOffset="-37472.46">369 17699 332 0,'0'0'-24'0,"-18"-34"13"16,18 34 13-16,-11-27 14 0,11 27 32 0,0 0-5 15,-7-39 16-15,7 39 18 0,0 0 1 0,0 0-5 16,0-32-9-16,0 32-1 0,0 0-10 0,0 0 13 16,0 0-4-16,0 0-4 0,0 0-1 15,29-22 9-15,-29 22-7 0,0 0-7 0,0 0 7 16,0 0-10-16,49 7-1 0,-49-7 0 0,0 0-11 15,0 0-1-15,52 11-3 0,-52-11-7 0,0 0-25 16,36 16-24-16,-36-16-40 0,31 16-41 0,-31-16-136 16,30 14-260-16,-30-14 115 0</inkml:trace>
  <inkml:trace contextRef="#ctx0" brushRef="#br0" timeOffset="-37195.82">865 17209 144 0,'0'0'207'0,"-4"-11"-24"0,4 11-25 16,0 0-9-16,0 0-13 0,0 0-11 16,0 0 3-16,0 0-7 0,-9 49-7 0,5-22-4 0,-1 1 2 15,3 0-8-15,-3 3-14 0,5-31-9 16,-7 56-3-16,5-26-10 0,2-6-7 0,2 4-3 15,0-1-12-15,-1-8 2 0,5 7-7 0,4 0-2 16,1-4-11-16,-1-6-13 0,5 7-12 0,-2-10-22 16,7 6-21-16,3-1-34 0,3-4-30 0,1-2-51 15,0-2-50-15,2-3-104 0,0-3-334 0,3-2 148 16</inkml:trace>
  <inkml:trace contextRef="#ctx0" brushRef="#br0" timeOffset="-36287.93">1368 17349 30 0,'0'0'157'15,"0"0"-1"-15,0 0-23 0,0 0 2 0,0 0-13 16,0 0-8-16,0 0-4 0,0 0-6 0,0 0-5 16,0 0-9-16,0 0-5 0,0 0-4 0,0 0-5 15,0 0-8-15,0 0 4 0,0 0-12 0,0 0-3 16,0 0-4-16,0 0 0 0,0 0-12 16,0 0 1-16,0 0-1 0,0 0-4 0,0 0-2 15,0 0-6-15,0 0 1 0,0 0-6 0,0 0-2 16,0 0 0-16,0 0-7 0,0 0 2 0,0 0-8 15,0 0 0-15,0 0-7 0,0 0 4 0,0 0 3 16,-34 27-2-16,34-27-2 0,-8 15 4 0,8-15-3 16,-6 15-3-16,-1-6 10 0,7-9-3 0,-6 20-1 15,2-7-2-15,4-13 3 0,-4 22-3 0,4-22-1 16,-1 20 6-16,1-20-6 0,-1 22 0 16,1-22-2-16,1 16-2 0,-1-16 10 0,5 14-7 15,-5-14 7-15,12 19-4 0,-12-19-2 0,11 13 0 16,-11-13 6-16,13 9-8 0,-2-5 4 0,-11-4-3 15,14 5 2-15,-14-5 3 0,23-2-4 0,-23 2 1 16,18 2 2-16,-18-2-2 0,0 0 0 0,29-9 2 16,-20 3 0-16,-9 6-2 0,17-12 0 0,-7 6-1 15,-10 6 0-15,15-17-6 0,-9 9 7 0,-6 8-4 16,14-25 7-16,-9 15-3 0,-1-2 2 0,-4 12-3 16,7-27-2-16,-5 10-1 0,-2 1 0 0,0 16 1 15,-6-22 1-15,1 11-1 0,5 11-2 0,-8-22-1 16,3 11-4-16,5 11 0 0,-12-20 3 0,6 13-1 15,6 7-3-15,-14-17 2 0,14 17 1 0,-12-9-2 16,12 9-3-16,-12-6 3 0,12 6-3 16,0 0-2-16,-20-2-1 0,20 2 1 0,0 0 0 15,-24 2-5-15,24-2-5 0,-13 9-11 0,13-9-29 16,-10 8 6-16,10-8-15 0,-12 10-22 0,12-10-9 16,-7 12-36-16,7-12-46 0,0 0-122 0,0 19-326 15,0-19 145-15</inkml:trace>
  <inkml:trace contextRef="#ctx0" brushRef="#br0" timeOffset="-36059.22">1702 17413 45 0,'0'0'185'16,"0"0"-13"-16,0 0-23 0,0 0-16 0,0 0-19 16,0 0-16-16,0 0-29 0,0 0-28 0,0 0-12 15,0 0-15-15,0 0-40 0,0 0-46 0,0 0-87 16,0 0-171-16,0 0 75 0</inkml:trace>
  <inkml:trace contextRef="#ctx0" brushRef="#br0" timeOffset="-35610.1">1892 17199 17 0,'0'0'205'0,"0"0"-9"16,-5-19-13-16,5 19-9 0,0 0-19 0,0 0-11 15,0 0-11-15,0 0-18 0,0 0-12 0,0 0-16 16,0 0-5-16,0 0-13 0,0 0-11 0,0 0 0 16,0 0-7-16,0 0-4 0,0 0-7 0,0 0-3 15,0 0-4-15,0 0-3 0,8 49 0 0,-8-49 0 16,2 25 1-16,0-10 3 0,1 2 0 15,-3-1-3-15,3 1-2 0,-3-17 2 0,4 22 0 16,-3-8 3-16,-1-14 5 0,4 24-5 0,-3-12-4 16,-1-12-5-16,2 24-10 0,-2-24 15 0,0 19-1 15,0-19-4-15,1 20 0 0,-1-20-5 0,1 19 3 16,-1-19-11-16,0 0 10 0,0 17-7 0,0-17 4 16,0 0-5-16,3 19 1 0,-3-19-6 0,0 0-1 15,-2 16 2-15,2-16-8 0,0 0-10 0,0 0-12 16,0 0-16-16,2 16-16 0,-2-16-19 0,0 0-26 15,0 0-35-15,0 0-23 0,0 0-39 16,0 0-138-16,0 0-358 0,17 3 158 0</inkml:trace>
  <inkml:trace contextRef="#ctx0" brushRef="#br0" timeOffset="-35156.36">2113 17274 59 0,'0'0'175'0,"0"0"-12"0,0 0-17 16,0 0-17-16,0 0-13 0,0 0-4 0,0 0-16 15,0 0-10-15,0 0-9 0,0 0-9 0,0 0-1 16,0 0-6-16,0 0-3 0,0 0 1 0,0 0-5 15,0 0-4-15,0 0-6 0,0 0-3 0,0 0-5 16,0 0 1-16,0 0-1 0,0 0 0 16,0 0-2-16,0 0-2 0,0 0-4 0,0 0-8 15,12 47 2-15,-12-47 3 0,7 8 1 0,-7-8-4 16,0 0-2-16,13 12 1 0,-13-12-5 0,9 8 6 16,-9-8-3-16,11 11 0 0,-11-11-6 0,15 10 1 15,-15-10-1-15,11 7-7 0,-11-7 9 0,13 10-1 16,-13-10 1-16,15 10-7 0,-15-10-3 15,11 8 1-15,-11-8 5 0,11 10-2 0,-11-10-6 16,8 7 2-16,-8-7 1 0,0 0 6 0,6 15 5 0,-6-15-1 16,0 0-3-16,-4 19 5 0,4-19-2 0,-10 15-2 15,-1-7 1-15,11-8-11 0,-20 14-3 16,7-6-7-16,-2-3-24 0,-1 1-3 0,4-1-18 16,12-5-18-16,-24 6-23 0,11-4-40 0,13-2-44 15,0 0-126-15,-32-6-328 0,32 6 146 0</inkml:trace>
  <inkml:trace contextRef="#ctx0" brushRef="#br0" timeOffset="-34980.07">2199 17141 118 0,'26'-11'117'0,"-15"7"-14"0,-11 4-8 0,33-5-16 15,-21 3-21-15,-12 2-23 0,27-1-49 0,-13 1-38 16,-14 0-39-16,29 0-96 0,-29 0 43 0</inkml:trace>
  <inkml:trace contextRef="#ctx0" brushRef="#br0" timeOffset="-34496.08">2548 17151 227 0,'0'0'231'0,"0"0"-17"0,0 0-22 0,0 0-18 16,0 0-19-16,0 0-27 0,0 0-10 0,0 0-9 16,0 0-10-16,0 0-10 0,0 0-6 0,0 0-11 15,0 0-8-15,17 24-6 0,-17-24-8 0,11 20 9 16,-6-6-4-16,0 2-3 0,-1-2-6 0,2 1-6 15,-2-4 1-15,-4-11 0 0,13 28-6 0,-9-13-6 16,1 1 0-16,0-2-5 0,0 1 4 0,0-3-3 16,-5-12 2-16,9 22-4 0,-5-13-1 0,-4-9-6 15,8 19 1-15,-3-10-5 0,-5-9 4 16,10 14-2-16,-10-14-5 0,5 13 4 0,-5-13-1 16,0 0-3-16,8 9 6 0,-8-9-1 0,0 0 7 15,0 0 12-15,0 0-7 0,0 0 3 0,0 0 0 16,0 0-4-16,0 0 1 0,28-26-3 0,-22 14 1 15,3-4-5-15,-4-2 3 0,2 0-6 0,-5-1 2 16,4-7-3-16,0 0-4 0,-1-2 4 0,0 2-7 16,-2 7 3-16,-1-5 0 0,1 6 2 0,-2 2-1 15,2 0 4-15,-3 16 4 0,2-21 5 0,-2 21-5 16,2-13-6-16,-2 13 0 0,0 0-6 0,0 0 1 16,1-21-3-16,-1 21 0 0,0 0-7 0,0 0-9 15,0 0-16-15,0 0-14 0,0 0-13 16,0 0-16-16,0 0-33 0,0 0-28 0,0 0-32 15,0 0-51-15,0 0-209 0,0 0-455 0,0 0 202 16</inkml:trace>
  <inkml:trace contextRef="#ctx0" brushRef="#br0" timeOffset="-34072.54">3099 17521 40 0,'0'0'180'0,"0"0"-10"0,0 0-18 0,0 0-7 16,0 0-3-16,0 0-3 0,0 0-7 0,0 0-9 15,0 0-3-15,0 0-4 0,0 0-15 0,-10 40-11 16,10-40-6-16,-13 22-7 0,0-7-13 0,1-2-32 16,2 4-20-16,-4-2-25 0,3 0-31 0,-1-2-38 15,-1 4-67-15,0-3-124 0,1-1-294 16,3-3 131-16</inkml:trace>
  <inkml:trace contextRef="#ctx0" brushRef="#br0" timeOffset="-33660.07">3306 17192 70 0,'0'0'262'0,"0"0"-12"0,0 0-10 0,0 0-19 16,1-13-17-16,-1 13-18 0,0 0-27 0,0 0-17 15,0 0-15-15,0 0-15 0,0 0-10 0,0 0-15 16,0 0 0-16,0 0-19 0,0 0 2 0,9 41-2 15,-5-23 2-15,-3-2-2 0,2 0-8 0,-1 1-2 16,-2-1 0-16,1 3-6 0,1-2-4 16,-2 2-3-16,2-3-5 0,1 0-2 0,-2 0-4 15,-1 0-3-15,1-3-4 0,2 3 0 0,-3-4-22 16,1 2-10-16,2 2-22 0,-1 0-15 0,-1-5-35 16,-1-11-37-16,-1 20-62 0,1-20-39 0,0 18-195 15,0-18-445-15,-1 13 197 0</inkml:trace>
  <inkml:trace contextRef="#ctx0" brushRef="#br0" timeOffset="-33168.42">3584 17267 98 0,'3'-13'214'0,"-3"13"-16"0,4-14-10 0,-4 14-11 16,2-11-20-16,-2 11-17 0,0 0-8 0,4-14-9 16,-4 14-7-16,0 0-12 0,4-9 0 0,-4 9-5 15,0 0-4-15,0 0-10 0,0 0-4 0,0 0-8 16,0 0-14-16,0 0 2 0,0 0-7 0,0 0-2 16,0 0-4-16,4-13-8 0,-4 13-1 0,0 0-2 15,0 0 0-15,0 0-1 0,0 0-4 0,0 0 7 16,0 0 5-16,-16 36 6 0,8-21 1 0,2-1-2 15,-1 2-2-15,-1 0-3 0,0 1 1 16,2 0-13-16,0 0 11 0,0-1-8 0,3 1-4 16,0-5 1-16,-1-1-1 0,4-11-4 0,-2 25-9 15,3-14-1-15,-1-11 5 0,1 21-2 0,2-10-3 16,-3-11-4-16,6 14-1 0,1-6 2 0,-1-1 2 16,2 2-12-16,0-3 7 0,-8-6-2 0,15 6-1 15,-6-2 1-15,-9-4-1 0,15 2-3 0,-15-2-2 16,0 0 6-16,19-1-6 0,-19 1 0 0,0 0 0 15,15-9-4-15,-15 9 1 0,7-8 3 0,-7 8-3 16,2-13-8-16,-2 13-1 0,-2-11-11 0,2 11 1 16,-7-11 2-16,7 11 4 0,-7-11-5 0,7 11-7 15,-12-8-6-15,12 8-16 0,-11-4-12 16,11 4-13-16,-14 0-25 0,14 0-25 0,0 0-30 16,-25 3-60-16,25-3-219 0,-14 3-467 0,14-3 207 15</inkml:trace>
  <inkml:trace contextRef="#ctx0" brushRef="#br0" timeOffset="-32973.03">3788 17412 87 0,'0'0'228'0,"0"0"-11"0,0 0-30 15,0 0-17-15,0 0-20 0,0 0-27 0,0 0-45 16,0 0-38-16,0 0-53 0,-2-15-55 0,2 15-133 0,0 0-216 16,0 0 97-16</inkml:trace>
  <inkml:trace contextRef="#ctx0" brushRef="#br0" timeOffset="-32389.19">3404 17398 1 0,'0'0'246'0,"0"0"-14"0,0 0-19 0,-6-5-13 0,6 5-19 15,0 0-17-15,0 0-17 0,0 0-11 0,0 0-8 16,0 0-15-16,0 0-8 0,0 0-9 0,0 0-6 16,0 0-5-16,0 0-4 0,0 0-7 0,0 0 2 15,0 0 2-15,0 0-2 0,0 0 0 0,0 0 3 16,0 0-2-16,0 0 6 0,0 0-1 0,0 0-1 15,0 0-5-15,0 0-2 0,0 0 0 16,0 0-9-16,0 0-8 0,0 0-5 0,0 0-5 0,0 0-7 16,0 0 0-16,0 0-9 0,0 0-2 15,0 0 1-15,0 0-3 0,0 0-6 0,0 0-3 16,0 0-2-16,1-19-8 0,-1 19-15 0,0 0-17 16,0 0-20-16,0 0-23 0,0 0-25 0,0 0-12 15,0 0-27-15,0 0-35 0,0 0-44 0,0 0-53 16,0 0-171-16,0 0-468 0,0 0 208 0</inkml:trace>
  <inkml:trace contextRef="#ctx0" brushRef="#br0" timeOffset="-31655.13">3828 17258 2 0,'0'0'262'16,"0"0"-16"-16,0 0-26 0,0 0-9 0,0 0-25 16,0 0-18-16,0 0-20 0,0 0-12 0,0 0-14 15,0 0-16-15,0 0-4 0,0 0-17 0,0 0-9 16,0 0-6-16,0 0-3 0,0 0-8 0,0 0-5 15,8 34-3-15,-8-34-3 0,10 15-14 16,-1-7 8-16,-2-1-3 0,1 1-11 0,-8-8 4 0,16 11-5 16,-8-3 2-16,2 1-7 0,-1-2 0 0,-1-1-4 15,0 0 2-15,-8-6-10 0,12 13 4 0,-7-7-2 16,-5-6 2-16,8 12 0 0,-8-12 5 16,6 9 1-16,-6-9 4 0,0 0-2 0,-6 18-12 15,6-18 8-15,-17 13-2 0,8-7-10 0,-8 5-3 16,-2-6-6-16,4 0 3 0,-2 1-11 0,6 0 7 15,-3-6-4-15,2 3 2 0,2-1-3 0,10-2 1 16,-19 0-2-16,19 0 3 0,-13-2 0 0,13 2-4 16,-11-7-7-16,8-1-8 0,3 8 1 0,0-15-6 15,0 15 3-15,11-26-5 0,0 12 11 16,-2-3-3-16,3 3 1 0,0-1 2 0,2-1 4 0,-1-1 8 16,0 5-2-16,-2-1-5 0,1-1 7 0,-3 0 2 15,-2 5-1-15,0-1 0 0,-1-2 6 16,-1 0 3-16,-1 4 11 0,-4 8 8 0,9-20 0 15,-8 12 2-15,-1 8-1 0,1-15 2 0,-1 15-5 16,0 0 9-16,0-15-6 0,0 15-1 0,0 0-1 16,0 0 0-16,-10-12-4 0,10 12-2 0,0 0-14 15,0 0 10-15,0 0 3 0,-30 22-2 0,25-14-5 16,-1 3 0-16,1 3-15 0,3-2-16 0,2-12-20 16,-3 28-24-16,3-16-43 0,3 0-44 0,1-1-52 15,1 1-149-15,0 0-389 0,2-4 173 0</inkml:trace>
  <inkml:trace contextRef="#ctx0" brushRef="#br0" timeOffset="-31092.7">4166 17374 8 0,'0'0'229'0,"0"0"-19"0,0 0-8 0,0 0-9 0,0 0-7 15,0 0-13-15,0 0-13 0,0 0-15 0,0 0-14 16,0 0-12-16,-8 39-14 0,8-39-6 0,0 0-9 16,-2 17-6-16,2-17-5 0,0 0-9 0,-3 11-6 15,3-11 3-15,0 0 4 0,0 0 3 16,0 0 11-16,0 0 1 0,0 0-6 0,0 0-7 16,0 0-9-16,0 0 3 0,0 0-13 0,0 0-3 0,0 0-6 15,0 0-5-15,0 0-4 0,0 0 0 0,-17-28-5 16,17 28-2-16,0-22-11 0,-1 5-3 15,4 3 2-15,3-2-7 0,-5 5-7 0,2-5 2 16,2 6 2-16,-5 10-17 0,5-15 10 0,-5 15-2 16,7-11-6-16,-7 11 0 0,10-4-2 0,-10 4 4 15,0 0 1-15,0 0-4 0,20 11 2 0,-12-4-2 16,-1 3 3-16,0 0 4 0,-1-1-8 0,0 2 7 16,-1 1 1-16,0-1 0 0,-5-11 1 0,7 16-2 15,-3-6 3-15,-4-10-10 0,3 13 9 0,-3-13 4 16,2 11 2-16,-2-11 0 0,0 0-1 0,0 0 0 15,3 12 9-15,-3-12-5 0,0 0 1 0,0 0-6 16,0 0 7-16,0 0-6 0,0 0-14 0,0 0 2 16,0 0 12-16,0 0-8 0,0 0-1 15,-3-49-11-15,6 38 9 0,2 2 1 0,0-3 1 16,-5 12-7-16,9-17 6 0,-9 17-1 0,8-11 1 16,-8 11 0-16,10-6-14 0,-10 6 5 0,10-6 9 15,-10 6-2-15,0 0 1 0,0 0-4 0,24 10 3 16,-24-10 2-16,11 10 1 0,-5-1-1 0,0 1 5 15,-2-1-4-15,3 2 5 0,-5 0-20 0,-2-11-29 16,5 19-26-16,-3-10-25 0,-2-9-48 0,6 18-63 16,-3-9-218-16,-3-9-464 0,3 11 206 0</inkml:trace>
  <inkml:trace contextRef="#ctx0" brushRef="#br0" timeOffset="-30685.97">4489 17387 104 0,'0'0'208'0,"0"0"-16"0,0 0-20 0,0 0-7 15,0 0-4-15,-1 39-9 0,1-39-6 0,1 15-8 16,-1-15-9-16,1 13-14 0,-1-13-6 0,2 12-11 16,-2-12-9-16,0 0-1 0,0 0 5 0,0 17-12 15,0-17 18-15,0 0 11 0,0 0-8 0,0 0-15 16,0 0-3-16,0 0-8 0,0 0-8 0,0 0-12 15,0 0 3-15,0 0-7 0,0 0-6 16,-12-42-8-16,12 42 3 0,3-21-13 0,-3 8 2 16,2-3-3-16,1 1-1 0,-2-3-6 0,3-2 0 15,5-3-7-15,-3-3 7 0,2 10-6 0,0 0 4 16,-2 0-7-16,-1 5-12 0,-2 3 12 0,-3 8-4 16,7-13-5-16,-7 13-2 0,0 0-7 0,12-5 13 0,-12 5-8 15,0 0-3-15,0 0 10 0,24 24 6 16,-17-10 1-16,-2-2 5 0,2 1 2 0,0-1 1 15,0 4 2-15,0-2-7 0,-2 1-1 0,-1-3 1 16,2 4 3-16,-2-6 2 0,1 2-10 0,-1 0 5 16,-2-1-16-16,-2-11-22 0,6 18-31 0,-4-11-25 15,-2-7-36-15,0 0-42 0,-1 19-41 0,1-19-62 16,-5 13-194-16,5-13-491 0,-11 6 216 0</inkml:trace>
  <inkml:trace contextRef="#ctx0" brushRef="#br0" timeOffset="-30548.77">4497 17377 10 0,'0'0'153'0,"16"-10"-11"0,-7 5-17 0,4 1-15 16,4-5-25-16,-1 1-54 0,2 2-57 0,3 0-79 16,-5-1-114-16,3 0 50 0</inkml:trace>
  <inkml:trace contextRef="#ctx0" brushRef="#br0" timeOffset="-30354.14">4874 17151 78 0,'0'0'246'0,"27"24"3"0,-20-7-10 0,6 7-14 16,-3 1-16-16,-3 4-9 0,2-1-11 0,-3 0-22 15,-1 3-12-15,-1 0-12 0,-3-4-14 0,1 2-17 16,0-3-7-16,-2 1-15 0,0-1-39 0,-1 0-14 15,-2-6-32-15,-3 3-33 0,-1-4-29 0,-9 3-45 16,-2-1-54-16,-2-1-225 0,-7-3-413 0,-3 1 182 16</inkml:trace>
  <inkml:trace contextRef="#ctx0" brushRef="#br0" timeOffset="-29753.47">2062 17600 20 0,'0'0'226'0,"0"0"-16"0,0 0-19 15,0 0-6-15,0 0-18 0,0 0-18 0,0 0-15 16,-8-3-9-16,8 3-19 0,0 0-9 0,0 0-12 16,0 0-12-16,0 0-11 0,0 0-21 15,0 0-23-15,0 0-29 0,0 0-12 0,0 0-22 16,0 0-5-16,0 0-46 0,0 0-33 0,0 0-128 15,0 0-276-15,26 20 123 0</inkml:trace>
  <inkml:trace contextRef="#ctx0" brushRef="#br0" timeOffset="-29245.55">4297 17674 133 0,'0'0'159'0,"0"0"-27"0,0 0-7 15,0 0-14-15,8-4-23 0,-8 4-17 0,0 0-14 16,0 0-15-16,0 0-33 0,0 0-21 0,0 0-33 15,0 0-21-15,0 0-68 0,0 0-146 0,0 0 65 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54:28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17466 11736 15 0,'0'0'103'0,"4"-8"-19"0,-4 8-6 16,2-6-14-16,-2 6-3 0,0 0-13 0,3-6-14 16,-3 6-11-16,0 0-21 0,0 0-31 0,0 0-52 0,0 0-87 15,0 0 38-15</inkml:trace>
  <inkml:trace contextRef="#ctx0" brushRef="#br0" timeOffset="883.62">17877 12861 36 0,'0'0'98'0,"12"0"-4"16,-12 0-21-16,0 0-2 0,0 0-10 0,0 0-9 16,0 0-5-16,9 2-14 0,-9-2-26 0,0 0-14 15,0 0-30-15,5 6-51 0,-5-6-96 0,0 0 43 16</inkml:trace>
  <inkml:trace contextRef="#ctx0" brushRef="#br0" timeOffset="1547.35">19018 13134 11 0,'0'0'17'0,"0"0"1"0,0 0-4 0,0 0 0 16,0 0-5-16,0 0-2 0,0 0 5 0,0 0-3 16,0 0-5-16,0 0 5 0,4-6 8 0,-4 6-8 15,0 0 0-15,0 0-4 0,0 0 3 0,0 0-3 16,0 0 2-16,0 0-2 0,0 0-3 0,0 0-6 15,0 0 2-15,0 0-6 0,0 0-9 0,0 0-10 16,0 0-29-16,0 0 13 0</inkml:trace>
  <inkml:trace contextRef="#ctx0" brushRef="#br0" timeOffset="13472.9">24626 11298 157 0,'0'0'166'0,"4"-6"-21"0,-4 6-11 0,5-5-16 16,-5 5-13-16,0 0-5 0,5-3-9 0,-5 3 6 0,0 0-3 16,0 0-8-16,0 0 3 0,0 0 1 0,0 0 3 15,0 0-3-15,0 0-2 0,14 10 4 16,-11-7 6-16,-3-3-10 0,5 10 5 0,-2-4-2 16,1 0-9-16,0-2-10 0,-3 5-7 0,3-4-6 0,-1 0-3 15,-3-5-3-15,7 8-4 0,-4-3-4 0,-3-5-3 16,7 7-3-16,-5-4-1 0,2 3-2 15,-4-6-7-15,7 5-2 0,-7-5 1 0,9 5 11 0,-4-3-5 16,5-3 1-16,5 0-2 0,3-4-4 0,13-4-3 16,2-3-16-16,17-8-19 0,2-2-24 0,0-5-27 15,4-1-41-15,25-16-39 0,-1-3-45 0,3 2-67 16,-3-6-141-16,2-2-424 0,1-11 189 0</inkml:trace>
  <inkml:trace contextRef="#ctx0" brushRef="#br0" timeOffset="25408.41">3511 17859 11 0,'99'4'67'0,"-35"-1"-2"0,-2 0 0 0,-3 1 0 15,3-1-3-15,-9 0 3 0,1 1 2 0,0-1-3 16,-2-1-2-16,-17 0 3 0,0-2 3 16,0 2-6-16,-1-2-6 0,-3-2 3 0,-11 5-5 15,3-6-1-15,-2 2-12 0,-4 0 12 0,-17 1-2 16,24-2-7-16,-24 2 5 0,18 1-12 0,-18-1-3 16,0 0-6-16,0 0-2 0,19 0 1 0,-19 0-2 15,0 0 1-15,0 0-9 0,0 0-10 0,0 0-15 16,18 2-30-16,-18-2-44 0,0 0-41 0,11 11-81 15,-11-11-221-15,13 15 97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30:30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3469 4239 66 0,'-6'-19'143'0,"0"-6"-6"0,-1 1-2 0,1 6 0 15,1 1 2-15,-2 1-7 0,2 2-3 0,1 3-6 16,0 1-5-16,2 3-6 0,1-3-20 0,1 10-8 15,-6-9-9-15,6 9-11 0,-5-7-9 0,5 7-8 16,0 0-3-16,-8 16-5 0,1 1-3 0,1 12 0 16,-3 2-6-16,-7 13-1 0,5 5 1 0,-3 1-2 15,1 3 0-15,-2 1-2 0,2-2 5 0,-1 7-4 16,10-2-2-16,-4-5-2 0,5-3 1 0,-1-3-3 16,4-1 1-16,4-12-1 0,5-2-4 0,-3-3 1 15,5-1 1-15,1-2-4 0,2-3 0 0,-1-8-2 16,-4 0 0-16,5-4 1 0,1 0-3 15,2-4 1-15,1-3 6 0,3-3 0 0,1-3-4 0,7-9-3 16,2-4 0-16,11-13 0 0,-3-1-1 0,0-5-4 16,-4-4 0-16,-1-2 4 0,-3-1-7 0,-4-1 5 15,-2-5-3-15,-2 0 0 0,-5 2 1 0,-1-2 0 16,-6 0-2-16,1 0-3 0,-3 1 1 16,-4-2-2-16,-4 4 2 0,-2-2-4 0,-3 12 0 0,-5-10-2 15,0 15 4-15,0-1-4 0,-4 1 2 16,1 5-1-16,-5 4 0 0,6 6-3 0,-5 2-1 0,-3 4-3 15,0 4-2-15,-10 3-3 0,-1 6-4 0,-3 5 1 16,-2 7 3-16,-10 7 0 0,-3 6 0 16,6 5-1-16,6-2 5 0,-3 2-6 0,12-9 5 0,2 1 1 15,5 0 3-15,5-3-1 0,6-4 0 16,3-1-1-16,4-1 4 0,3 0-1 0,3 1 3 16,5-2-3-16,4-2 6 0,5 7 5 0,3-4-8 15,4 1 3-15,1 0-2 0,3-2 2 0,-1 4 1 0,1-4 3 16,-1 1-1-16,-1 2 0 0,1 0 0 0,-1 0 0 15,-1 2 3-15,-2-3-6 0,-4 1 5 16,1 1-3-16,-2-1-3 0,-4 0-10 0,-2-3-5 16,0 5-8-16,-4-4-6 0,0 1-17 0,0 0-4 15,-2-2-38-15,0 2-30 0,2-2-23 0,-2 2-117 16,-3-8-284-16,1 0 127 0</inkml:trace>
  <inkml:trace contextRef="#ctx0" brushRef="#br0" timeOffset="154">4210 4570 2123 0,'8'-7'116'0,"-1"-3"-66"16,-2 1-33-16,1 2-9 0,-2 2 0 0,-4 5-5 15,5-7 1-15,-5 7-6 0,5-6-5 0,-5 6-10 16,0 0-15-16,0 0-25 0,0 0-3 0,0 0-17 16,0 0-32-16,0 0-38 0,-1 27-157 0,-7-10-329 15,-1 0 146-15</inkml:trace>
  <inkml:trace contextRef="#ctx0" brushRef="#br0" timeOffset="318.1">3791 5147 105 0,'-2'4'231'0,"2"-4"-26"0,0 0-20 0,-3 6-19 15,3-6-16-15,0 0-18 0,22 0-25 0,-22 0-26 16,34-4-27-16,-7-2-46 0,4 3-50 0,2-2-65 15,-2 3-106-15,-1-3-230 0,5-3 101 0</inkml:trace>
  <inkml:trace contextRef="#ctx0" brushRef="#br0" timeOffset="5337.28">21330 5151 25 0,'0'0'68'0,"-14"2"-4"0,14-2-3 15,-11 0-6-15,11 0 3 0,-14 0 1 16,14 0 6-16,-9 0 0 0,9 0-8 0,0 0 1 16,-12 0 6-16,12 0-9 0,0 0 14 0,0 0-11 15,0 0 6-15,-10 0-2 0,10 0 4 0,0 0-4 0,0 0 0 16,0 0 0-16,0 0 2 0,0 0-6 0,0 0 3 15,-9-2-7-15,9 2-2 0,0 0-2 16,0 0-4-16,0 0-6 0,0 0-3 0,0 0-2 16,0 0-4-16,0 0-2 0,0 0-4 0,0 0-3 15,0 0 1-15,0 0 2 0,0 0-9 0,0 0-6 0,0 0 4 16,0 0-5-16,0 0 4 0,0 0-1 16,0 0-4-16,0 0 2 0,0 0 0 0,0 0 5 15,0 0 3-15,0 0 6 0,40-2-2 0,-29 0 6 16,3 0 0-16,4 0 2 0,1 0-4 0,11-3 4 15,-2 1-6-15,3-1-2 0,-1 1-1 0,1 0-4 0,-2 2 0 16,2-4-1-16,0 2-1 0,-2 0-2 0,0 1-3 16,0 1 3-16,-3-4-5 0,-3 5-1 0,4-2 5 15,1 0 0-15,-1 0-9 0,3 2-3 16,-9-3 3-16,6 1-1 0,4 1 3 0,-3 0-3 16,3-2 2-16,-3 2 4 0,1-1-6 0,-1 3 3 0,3-1-3 15,0-2 2-15,-1 3 0 0,0-2-8 0,2 0 6 16,-2 0 2-16,-2 1-2 0,1-2 0 15,-8 3 0-15,7 0 2 0,-5-1-4 0,-3 1 3 0,1 0 2 16,1-1-4-16,-1-1-1 0,0 1 0 16,1 1 2-16,-2-1 2 0,2 0 0 0,0-2 0 15,-2 2-3-15,8-1 0 0,-5-1 2 0,4 0-2 0,1-2 6 16,0 1-11-16,-8 0 4 0,8 3-4 16,-7-2 4-16,0 1-1 0,7-2 2 0,-9 1-1 15,2 1 3-15,0 1-3 0,-1-3 3 0,1 2 0 16,1 0-1-16,-2-2-1 0,1 2 0 0,-2-1 0 15,0-1 2-15,-1 2 0 0,-5 0 3 0,0 2-8 0,-2-3 1 16,1 1 0-16,-1 1-3 0,-3-1 3 16,0 2 3-16,-8 0-2 0,13-2 4 0,-6 2-7 0,-7 0 3 15,0 0-2-15,13-3-2 0,-13 3 3 16,10 2-1-16,-10-2 2 0,8-2 0 0,-8 2 1 16,0 0 1-16,10 0-2 0,-10 0 0 0,0 0 0 15,0 0-2-15,11 0-2 0,-11 0 3 0,0 0 3 0,9 0-2 16,-9 0-1-16,0 0 1 0,0 0 2 15,7-2-1-15,-7 2 1 0,0 0-4 0,0 0 5 16,0 0-4-16,0 0 1 0,0 0 4 0,0 0-4 16,0 0 3-16,0 0 0 0,0 0 0 0,9 2 0 15,-9-2 0-15,0 0 0 0,0 0 0 0,0 0 1 16,0 0 2-16,0 0 0 0,0 0 2 0,0 0-4 16,0 0 3-16,0 0 7 0,0 0-7 0,0 0 2 0,0 0-1 15,0 0-2-15,0 0 0 0,0 0-2 16,0 0 0-16,0 0 0 0,0 0 3 0,0 0-3 15,0 0 0-15,0 0 0 0,0 0 0 0,0 0-1 0,0 0-3 16,0 0 3-16,0 0 1 0,0 0 3 0,0 0 2 16,0 0 12-16,0 0-3 0,0 0 8 15,0 0 3-15,0 0 3 0,0 0 5 0,0 0 8 16,0 0-5-16,0 0-2 0,0 0 2 0,0 0-13 16,1-11 2-16,-1 11-2 0,0 0 3 0,0-9-2 15,0 9-3-15,0 0-2 0,0 0-2 0,0 0-1 0,2-9-1 16,-2 9-2-16,0 0-7 0,2-9-3 15,-2 9 0-15,0 0 1 0,2-7-2 0,-2 7 1 16,0 0-3-16,0 0-4 0,4-6 2 0,-4 6 0 16,0 0 0-16,0 0-2 0,5-5-6 0,-5 5-1 15,0 0 2-15,0 0-3 0,8-1 1 0,-8 1 10 0,0 0-10 16,16 5 1-16,-9-3-2 0,-1 1 3 16,6-1 0-16,-3 2-3 0,-3-1 2 0,4 2-4 0,3 0 3 15,-5 0 1-15,2 2 3 0,0-1-5 16,0-1 1-16,-2 2 14 0,2-1-8 0,-2 0-2 15,0 1-1-15,-3-2 2 0,0 1-1 0,2 0 4 0,-1-1-4 16,-1 1-1-16,-3-2 2 0,2 0 1 16,-4-4-2-16,5 7 5 0,0-3-6 0,-5-4 2 0,4 5 1 15,-4-5 4-15,3 6-3 0,-3-6-1 16,0 0 3-16,4 5 1 0,-4-5-2 0,0 0-1 16,0 0 3-16,5 3 5 0,-5-3-1 0,0 0 3 15,0 0-3-15,0 0 1 0,0 0-2 0,0 0-3 16,0 0 8-16,1-17-9 0,-1 17 0 0,1-13-3 0,2 5 1 15,0-2 5-15,-1-1-5 0,2 0 1 16,0 1 0-16,-1-2-4 0,1-1 1 0,0 2-3 16,1 0-1-16,-1 1 1 0,1 1-1 0,0 4-1 15,-1-4-3-15,0 3 6 0,-1-1-4 0,2 1-2 16,-1 1 2-16,-4 5-5 0,12-4-1 0,-5 1 4 0,-1 2 0 16,2 0 0-16,-8 1 10 0,18 0-11 15,-12 4-1-15,2-3 1 0,3 3 3 0,-1 0-2 16,-1 2 3-16,4 0 0 0,-3-1 0 0,1 2 2 15,-1 0-3-15,-1 0 4 0,0 1 1 0,1-1-2 16,1-1-1-16,-3 0 3 0,2 1 0 0,-2-1 1 16,0 0 1-16,-2-1 3 0,2 1-1 0,-2-3-1 15,-2 0 0-15,1 1 9 0,-5-4-9 0,9 4 3 16,-9-4-3-16,8 4 2 0,-8-4-2 0,5 2 6 16,-5-2 0-16,0 0 0 0,6 2 2 0,-6-2 14 15,0 0-5-15,0 0 6 0,0 0-5 0,0 0-8 0,13-9 1 16,-8 4-3-16,-1 0-2 0,0-5-4 0,1 0 3 15,1 1 0-15,-2 0-3 0,1-3 1 0,0 2-1 16,0 0 0-16,0 1 7 0,-1 0-14 16,2-1 1-16,0 3 3 0,-4 1-4 0,-2 6 4 15,5-9-5-15,-2 6-6 0,-3 3-9 0,0 0 1 16,6-5 1-16,-6 5-4 0,0 0 5 0,13 6 2 16,-6-1-1-16,-2-1 1 0,0 2-1 0,1-1 7 15,-1 1-1-15,3 2 5 0,-2-1-4 0,1 0 2 16,1 0 1-16,-1 0 4 0,-2-2-1 0,2 0 3 15,-2 0 4-15,0-1-6 0,-1 2-2 0,2-4 5 16,-6-2 6-16,10 6-8 0,-6-5-2 0,-4-1 0 16,9 3 2-16,-9-3 0 0,10 0 2 0,-10 0-4 0,12-4-1 15,-6 2 5-15,-1-2-7 0,4-4 2 16,-1 1-1-16,1 0-1 0,0 0 3 0,-3-1 0 16,1-3-1-16,0 5 1 0,-2-4 0 0,3 2 1 15,0 0-5-15,-3-1 2 0,1 2-2 0,-1 2 1 0,2 0 0 16,-7 5-4-16,6-6 0 0,-6 6-2 0,6-4-5 15,-6 4 1-15,0 0 1 0,12 3 0 16,-12-3 0-16,10 8-2 0,-6-2 5 0,1 2 2 16,0 1-2-16,-1 1 6 0,1-1-3 0,2 0 3 15,-2-1-1-15,-1 1-1 0,-2-3 4 0,1 5 2 16,1-3-3-16,-2-1 3 0,1-1 1 0,2-1-3 0,-3 1 1 16,2-1 4-16,-1 1-1 0,1-2-1 15,-1 2 5-15,-3-6 0 0,8 8 1 0,-2-6 3 16,-1 1-1-16,3 0-2 0,0-2 0 0,5 1 6 15,-2 0-3-15,8-2 3 0,-1 0-1 0,12-2 0 16,-2-1 0-16,1 0 2 0,3-2 0 0,0 0-5 16,5 2-1-16,2-2 3 0,-1 1-1 0,14-2-4 0,1 0 2 15,-1 1 0-15,2-2-1 0,-1 4-4 16,4-3 2-16,1 3 0 0,-1 0 2 0,-1-2-3 16,0 2-1-16,-1-2 4 0,6 1-1 0,-3-1 4 15,-3 4-5-15,1-3 5 0,-2 1-3 0,1 0 2 0,2 0 2 16,-3-1-1-16,1 1 4 0,-2 0 2 15,-1 1 0-15,-12 1-2 0,-1-2 0 0,0 1 5 16,0 1-2-16,-2-1-2 0,-4-2-1 0,-2 3 0 16,-5-2 1-16,-5 1 1 0,-2 1 1 0,-2-2 1 15,-5 3-1-15,-4 0 0 0,-8 0 4 0,13-1 2 16,-13 1 0-16,12 0 3 0,-12 0 1 0,5-2-4 0,-5 2 0 16,0 0-3-16,10 0 1 0,-10 0 1 0,0 0 1 15,0 0-6-15,0 0-4 0,7 3-9 16,-7-3-10-16,0 0-10 0,0 0-18 0,0 0-24 15,0 0-24-15,0 0-35 0,0 0-29 0,0 0-30 16,0 0-26-16,0 0-19 0,-17 10-143 0,17-10-396 16,-11 6 175-16</inkml:trace>
  <inkml:trace contextRef="#ctx0" brushRef="#br0" timeOffset="7686.15">21360 5189 5 0,'0'0'139'0,"-5"-7"-7"16,5 7-9-16,-2-10-8 0,2 10 7 0,-1-8-1 16,1 8-1-16,-2-8-6 0,2 8-7 0,-3-7-7 15,3 7-6-15,-1-8-7 0,1 8-1 0,-3-7 0 16,3 7-4-16,0 0-3 0,0 0 1 0,-1-10-4 15,1 10-7-15,0 0-8 0,0 0-7 0,-3-6-10 16,3 6-5-16,0 0-5 0,0 0-10 0,0 0-2 16,0 0-7-16,0 0 1 0,0 0-1 0,0 0-4 15,2 31-4-15,1-11 3 0,0 6-2 0,1 3 1 16,0 4 2-16,2 14 3 0,-2-13-8 0,0 12 2 16,0-1-5-16,-1-8 5 0,3 8 4 0,-1 1 2 15,0-10 0-15,2 9-3 0,1 1 0 0,0-12 1 16,1-1 1-16,-2-1-1 0,1 1-2 0,1-2 2 15,1-1-1-15,-3-2-2 0,0 1 2 0,-2-3 1 16,4 0 1-16,-4-1 0 0,1-5-1 0,-3 5 0 16,0-7 0-16,0 0-3 0,0-2 1 0,-3-1 0 15,4 0-1-15,0 1-2 0,-3-3 0 0,2-2 2 16,-1 2-1-16,0-2 1 0,0-1-3 0,1-1-3 16,-1-1 3-16,1 1 2 0,-2-2-10 0,1 1-10 15,-1-2-19-15,-1-6-19 0,1 11-24 0,-1-11-32 16,0 0-18-16,5 16-32 0,-5-13-26 0,0-3-143 15,0 0-351-15,0 0 156 0</inkml:trace>
  <inkml:trace contextRef="#ctx0" brushRef="#br0" timeOffset="8253.48">21026 6418 83 0,'0'0'122'0,"-15"-2"-10"0,7 2-2 15,8 0-7-15,-11-1-5 0,11 1-4 16,-14-2-8-16,14 2-3 0,-9-1 1 0,9 1-4 15,-8 0 1-15,8 0-4 0,0 0-9 0,0 0-1 0,0 0-2 16,0 0-6-16,0 0-8 0,0 0-6 0,0 0 2 16,41-10-7-16,-8 8 0 0,6-3-2 15,14-1-3-15,1 0-1 0,1-2-3 0,-3 1-3 16,4 0-5-16,-3 2 10 0,-1-2-14 0,2 3 0 0,-13 2-1 16,11-3-3-16,-1 1-2 0,-14-1-4 0,1 4 0 15,-3-2-1-15,3 0 3 0,-3 1 0 0,-4 1-2 16,-3 0-1-16,2-2 0 0,-10 2-1 15,-1 0 4-15,0-1-4 0,-6 1 2 0,-3-1 6 0,0 0-9 16,1 2 0-16,-11 0-2 0,10 0-3 0,-10 0-13 16,9 0-10-16,-9 0-21 0,0 0-22 0,9 0-4 15,-9 0-19-15,0 0-20 0,0 0-12 0,0 0-18 16,0 0-109-16,-31 19-265 0,14-13 118 0</inkml:trace>
  <inkml:trace contextRef="#ctx0" brushRef="#br0" timeOffset="8651.54">21361 6655 98 0,'0'0'192'0,"0"0"5"0,0 0-12 16,0 0-5-16,0 0-19 0,-8 4 1 0,8-4-26 15,0 0-17-15,0 0-12 0,0 0-10 0,0 0-12 16,0 0-6-16,0 0-8 0,0 0-6 0,0 0-6 16,22-9-3-16,-22 9-6 0,0 0-5 0,9-3-4 15,-9 3-5-15,10-2-3 0,-10 2-5 0,9-3 0 16,-1 0-1-16,-2 1-6 0,3 0 0 0,-9 2 0 16,18-3-6-16,-6-1 2 0,-1 3 0 0,2-1-6 15,0 0 3-15,3-1 0 0,-2 1-1 0,3-2-2 16,3 1 1-16,1 2 0 0,6-3 4 0,-2 1-2 15,-2 2 0-15,4-4 1 0,-4 3-2 0,-1-1-2 16,5 0 2-16,-8 0-2 0,1 1-2 0,0 1 0 16,-3 0 2-16,-2 0-6 0,-2 0 0 0,-1 0-2 15,-1-1 2-15,0 4 0 0,-4-4-22 0,-7 2-16 16,16-1-19-16,-10 1-17 0,2 1-22 0,-8-1-25 16,18 2-36-16,-12-2-42 0,0 1-135 0,-6-1-356 15,0 0 158-15</inkml:trace>
  <inkml:trace contextRef="#ctx0" brushRef="#br0" timeOffset="13482.17">21746 6757 51 0,'0'0'104'0,"0"0"-13"0,0 0 12 15,0 0-25-15,-4-22 12 0,4 22 6 0,-3-7 10 16,3 7 6-16,-4-8-4 0,4 8-8 0,0 0-10 15,-1-14-7-15,1 14-7 0,-1-9 3 0,0 3 1 16,1 6 6-16,-4-10 3 0,4 10-5 0,-4-7-7 16,4 7-2-16,-2-7-7 0,2 7-1 0,-3-7-2 15,3 7-4-15,0 0-7 0,-1-6-5 0,1 6-4 16,0 0-4-16,0 0-10 0,0 0-2 0,0 0-5 16,0 0-5-16,-3-8-1 0,3 8-5 0,0 0-3 15,0 0-9-15,0 0 1 0,0 0 1 0,0 0-6 16,0 0 6-16,0 0-3 0,3 31 2 0,-2-19-2 15,2 5 5-15,-1 10-5 0,6-3 1 0,-7 5 2 16,1 5 0-16,1-4 0 0,1 5 1 0,0-2-1 16,0-1 1-16,-1 1 0 0,1 2 0 0,1 2-1 0,2 10 0 15,-2 1-3-15,-1-12 0 0,-2 10-1 16,2 2 1-16,0-1 1 0,0-13 2 0,-2 15-8 16,2-2-2-16,-3 0-1 0,-1 2 1 0,-1-2 0 15,1-12-4-15,1 13-1 0,-3-2 0 0,4 0 1 16,0 1-4-16,3-2 3 0,0 3-6 0,1 1-6 0,2-4-15 15,-4 0-3-15,2 4-16 0,-5-4-6 16,3 0-19-16,-6 1-11 0,2 1-5 0,-3-4-14 16,1-8-2-16,-1 0-21 0,-1-2-15 0,2-2-76 15,-5-6-246-15,2 0 110 0</inkml:trace>
  <inkml:trace contextRef="#ctx0" brushRef="#br0" timeOffset="13911.42">21457 8606 174 0,'0'0'183'0,"0"0"-7"0,-9-3-7 0,9 3-13 16,0 0-6-16,0 0-9 0,0 0-15 0,0 0-14 15,0 0-11-15,0 0-9 0,31-11-11 0,-4 5-5 16,5 2-9-16,6-4-12 0,10-2-3 0,2 0-8 16,0-1 0-16,2-1-6 0,1 2-4 0,-3 1-8 15,-1 0 2-15,4 1-4 0,-15 3 0 0,-1-1-6 16,-1 0-11-16,-3 3-15 0,2 2-13 0,-2 1-33 16,-5 0-9-16,-10 0-26 0,2 3-30 0,-3 2-24 15,-4 0-18-15,-3 0-96 0,-3-2-279 0,-2 1 124 0</inkml:trace>
  <inkml:trace contextRef="#ctx0" brushRef="#br0" timeOffset="14109.75">21870 8793 77 0,'0'0'184'15,"-7"6"-20"-15,7-6-9 0,0 0-2 0,0 0 1 0,-6 4-3 16,6-4-9-16,0 0-17 0,0 0-9 0,0 0-14 15,0 0-12-15,22 0-19 0,-11 0-13 0,1 0-26 16,0 2-17-16,0-2-29 0,0 1-27 0,-1 0-28 16,0 2-20-16,0 0-20 0,-4 1-11 0,-3 1-105 15,-4-5-243-15,0 7 107 0</inkml:trace>
  <inkml:trace contextRef="#ctx0" brushRef="#br0" timeOffset="14244.5">21872 8903 77 0,'-10'5'103'0,"-3"-3"0"0,4 2 13 0,4-2-6 16,5-2 3-16,-10 6 2 0,10-6-4 0,-9 1-2 15,9-1 3-15,-6 3-8 0,6-3-9 0,0 0-9 16,0 0-4-16,0 0-8 0,0 0-7 0,36-4-9 16,-19-3-21-16,5 1-23 0,-3 0-21 0,9-1-42 15,4-2-42-15,-1 1-53 0,-5 1-89 0,3-2-252 16,-2-3 112-16</inkml:trace>
  <inkml:trace contextRef="#ctx0" brushRef="#br0" timeOffset="16836.59">20359 6224 70 0,'0'0'115'0,"0"0"-8"16,-6-2-8-16,6 2-6 0,-8-3-9 16,8 3 0-16,-9-2-5 0,9 2 8 0,0 0-16 15,0 0-6-15,-10-2-4 0,10 2-9 0,0 0 4 16,0 0 4-16,0 0-4 0,0 0-7 0,0 0 3 0,0 0-12 16,-9-2-1-16,9 2 0 0,0 0-5 0,0 0-6 15,0 0 0-15,0 0-4 0,0 0-3 16,23-3-1-16,-9 2 5 0,5-3-11 0,0 3-2 15,-1-1-17-15,-1 1-25 0,2-3-29 0,-2 2-18 0,1 0-25 16,-6 0-32-16,2 2-76 0,-6-3-227 0,1 1 101 16</inkml:trace>
  <inkml:trace contextRef="#ctx0" brushRef="#br0" timeOffset="17056.16">20427 6099 61 0,'0'0'153'0,"0"0"-19"0,-9-2-21 0,9 2-5 0,0 0-10 16,0 0-22-16,0 0 8 0,0 0-5 0,-1 14 1 15,1-4 5-15,1 1-12 0,0-1-2 0,-1 2-11 16,3 3 0-16,-1 1 1 0,1 1-13 0,-2-1-1 16,0 4-13-16,1-1 4 0,0 0-3 0,-2 1-13 15,3-1-13-15,-1 7-33 0,-2-3-22 0,2-2-32 16,3 3-34-16,-4 2-117 0,-2-7-246 0,1 0 109 15</inkml:trace>
  <inkml:trace contextRef="#ctx0" brushRef="#br0" timeOffset="17369.93">20358 7057 126 0,'0'0'140'0,"0"0"-15"0,-10 2-11 15,10-2-6-15,0 0-13 0,0 0-3 16,0 0-13-16,-7 5-7 0,7-5-9 0,0 0 2 15,0 0 1-15,0 0 14 0,0 0 3 0,0 0-2 0,22 7-1 16,-9-5-8-16,5-4-8 0,2 2-3 0,3 0-7 16,6-1-20-16,-2 0-28 0,4 0-32 0,1 0-43 15,1-1-63-15,-2 0-124 0,1-4-277 16,-2 3 123-16</inkml:trace>
  <inkml:trace contextRef="#ctx0" brushRef="#br0" timeOffset="18271.32">19905 6587 188 0,'0'0'206'0,"0"-7"-6"0,0 7-2 0,0 0 6 16,0 0-10-16,0 0-14 0,-1-10-20 0,1 10-17 16,0 0-13-16,0 0-19 0,0 0-11 0,0 0-15 15,0 0-13-15,0 0-5 0,0 0-10 0,0 0-4 16,0 0-8-16,4 25-2 0,-4-14-5 0,1 2-1 15,3 2 0-15,-4 0-1 0,3 1-2 0,-1 1-2 16,-1 1-2-16,1 0-5 0,-2-7-2 0,0 5 2 16,1-4-4-16,0 2 0 0,1 0-4 0,0-3-1 0,-1 2-1 15,1 0-12-15,0-3-25 0,-2 2-32 0,3-3-30 16,-2 1-31-16,-1-10-23 0,4 15-29 16,0-8-35-16,-3-3-142 0,-1-4-373 0,0 0 164 15</inkml:trace>
  <inkml:trace contextRef="#ctx0" brushRef="#br0" timeOffset="18596.91">20091 6738 91 0,'0'0'182'0,"0"0"-20"16,0 0-9-16,0 0-8 0,0 0-8 0,0 0-10 0,0 0-2 15,6 13-6-15,-6-13 5 0,3 12-12 0,-2-8-12 16,1 0-9-16,1 2-11 0,-3-6-4 0,6 11-11 15,-2-7-3-15,0 0-7 0,1 2 0 16,2-4-4-16,-2 1 6 0,1 1 4 0,-1-1-3 0,0 0 1 16,-5-3-2-16,12 5-3 0,-12-5 3 0,9 1 2 15,-9-1 5-15,0 0 1 0,11-1-1 16,-11 1-5-16,8-5-7 0,-8 5-3 0,4-7-3 16,-4 7-7-16,1-8-5 0,-1 8-1 0,0-14 0 0,0 14-10 15,-4-12-5-15,0 4-5 0,-1-1-6 0,0 1-6 16,0 1-8-16,0 1-6 0,0-1-7 0,-2 3-12 15,1-1-13-15,-2 3-11 0,8 2-20 0,-12-4-17 16,3 2-24-16,9 2-29 0,-12 1-35 16,12-1-36-16,-10 5-146 0,5-3-391 0,5-2 173 15</inkml:trace>
  <inkml:trace contextRef="#ctx0" brushRef="#br0" timeOffset="19003.98">20344 6674 112 0,'0'0'255'0,"0"0"-3"0,0-10-10 15,0 10-8-15,0 0-26 0,0 0-16 0,0 0-24 16,1-7-18-16,-1 7-16 0,0 0-18 0,0 0-16 16,0 0-9-16,0 0-14 0,0 0-4 0,0 0-8 15,15 23-6-15,-9-16-8 0,2 5-6 0,-1-3-2 16,-1 2-5-16,1-1-3 0,0 5-3 0,1-5-3 15,-2 1-6-15,2 0-2 0,-2-2-2 0,2 1 0 16,-2-1-3-16,2 2-1 0,-3-3 1 0,0-2-1 16,2 0-2-16,-4 1 2 0,1-3-3 0,0 1 1 15,-4-5-1-15,7 6-1 0,-5-2 2 0,-2-4 4 16,5 7 10-16,-5-7 17 0,0 0 17 0,0 0 16 16,7 2 4-16,-7-2 1 0,0 0-6 0,9-13-6 15,-6 6-2-15,1-3-8 0,3-5-15 0,-1 4 11 16,0-7-13-16,-2 3 1 0,0-1-9 0,1 1-3 15,-1-4-2-15,0 3-10 0,2-2 1 0,-2 3-4 16,-1 3-2-16,-1 2 3 0,1-1-7 0,-2 4-16 16,2 1-20-16,-3 6-19 0,2-11-23 0,1 8-30 15,-3 3-34-15,0 0-46 0,1-9-60 0,-1 9-38 16,0 0-230-16,10-4-546 0,-10 4 242 0</inkml:trace>
  <inkml:trace contextRef="#ctx0" brushRef="#br0" timeOffset="23539.12">22741 4268 45 0,'0'0'123'0,"-10"-5"-18"15,5 1 0-15,5 4 1 0,-9-6-8 0,3 2 3 16,1 1 1-16,5 3-7 0,-8-9 2 15,4 6 5-15,4 3-8 0,-6-7-1 0,6 7-3 0,-8-10 11 16,8 10-1-16,-4-4 4 0,4 4-5 0,-4-5-5 16,4 5-6-16,0 0-12 0,0 0-8 0,0 0-9 15,0 0-8-15,7-13-4 0,-7 13-7 0,12-6-3 16,0 2-6-16,-3 2-4 0,4 1-6 0,-3 0-2 16,3 1-5-16,-3 2-4 0,0 2-6 0,2 0 0 15,-3 1-8-15,-2 2 3 0,0 1-3 0,-1 0-2 16,-1 1 2-16,-1 2 1 0,-3 0-1 0,1 0-1 15,-2 0-1-15,0-1-4 0,-2 1 10 0,1-2-1 16,-3 4 0-16,1-4 2 0,0 0-4 0,-2 0 4 16,1-2-5-16,0 0 1 0,1-3-1 0,1 2-6 15,2-6 1-15,-4 10-1 0,4-10-1 0,-4 6 1 16,4-6-10-16,0 0-2 0,-2 7-4 0,2-7-7 16,0 0 2-16,0 0 4 0,0 0-1 0,5 12 4 15,1-9 5-15,-1 0-3 0,0 1 7 0,-5-4 1 16,14 7 0-16,-5-1-1 0,-1 1 3 15,1-2-6-15,-1 0 2 0,-3 0-5 0,3 1 8 0,-5-1-7 16,5 3 2-16,0 0-7 0,-6-2-6 0,-2-6 4 16,4 12 3-16,-4-12 3 0,0 14-3 0,0-14 6 15,-1 13 5-15,1-13-2 0,-11 13 7 0,1-5-11 16,0 0 2-16,0-2-9 0,-4 4-3 16,-2-4-18-16,0 0-1 0,0 1-15 0,3-6-3 0,-2 1-22 15,1 1-12-15,3-2-101 0,-1 2-217 0,12-3 96 16</inkml:trace>
  <inkml:trace contextRef="#ctx0" brushRef="#br0" timeOffset="23959.32">23080 4196 61 0,'8'-1'125'16,"-8"1"-13"-16,10-3-11 0,-10 3-7 0,10 0-16 0,-10 0-6 15,14 6-8-15,-9-3-7 0,2 1 0 0,2 2-8 16,-2 2-9-16,-2-2 9 0,0 1 7 16,-1 4-10-16,-1-1-4 0,-2-2-2 0,-1 3-1 0,-1-1-5 15,-2 1 5-15,-1-2-11 0,-1 0-2 16,0 0-3-16,0-1-11 0,0-2-5 0,0 0-10 0,2 0 4 15,0 0-11-15,3-6-14 0,-6 8-2 0,4-2-5 16,2-6-14-16,-3 8 12 0,3-8 7 0,1 8 4 16,-1-8 2-16,6 10 2 0,-6-10 5 0,6 6-2 15,-2-3 2-15,1 1-1 0,-5-4 4 16,9 9-5-16,-5-6 3 0,1 1 5 0,-5-4-1 16,5 8-4-16,-1-4 2 0,-4-4 10 0,3 8 3 0,-3-8 0 15,0 0 8-15,-3 12 3 0,3-12 4 0,-9 8-8 16,2-3-1-16,1-1 9 0,-1-1-10 0,-4 1-3 15,1 0-21-15,0 0-24 0,0-1-14 0,1-2-34 16,0 1-57-16,9-2-156 0,-18 0 70 16</inkml:trace>
  <inkml:trace contextRef="#ctx0" brushRef="#br0" timeOffset="24274.97">23201 4404 32 0,'11'3'117'0,"-11"-3"-10"0,9 3-3 0,-3-1 11 15,-6-2-5-15,16 2-7 0,-5-1-7 16,-1 2-8-16,4-3 1 0,0-1-4 0,-1-1-4 16,0 1-3-16,2 1-4 0,-2-3-3 0,-2 1 0 15,1-1 5-15,-3 1 3 0,1-1 11 0,-4 0 4 16,-6 3-2-16,9-9-10 0,-6 5-6 0,1-2 0 15,-4 6-4-15,2-10-6 0,-2 10-8 0,-2-13 2 0,-2 4-15 16,-3 3-8-16,0-1-1 0,-2 0-6 16,0 1-3-16,1 0-5 0,-2 2-9 0,0 0-7 15,2 3-12-15,8 1-14 0,-18-2-15 0,9 3-11 16,2 0-14-16,-4 3-22 0,2-1-28 0,3 0-22 16,1 1-24-16,0 0-13 0,1 3-122 0,4-7-315 0,-2 9 141 15</inkml:trace>
  <inkml:trace contextRef="#ctx0" brushRef="#br0" timeOffset="24522.53">23494 4205 54 0,'1'-12'192'0,"1"3"7"0,-1 2 13 0,0 1-3 15,-1 6-19-15,0-8-16 0,0 8-19 0,3-8-23 16,-3 8-15-16,0 0-18 0,0 0-12 0,0 0-10 15,0 0-12-15,0 0 4 0,11 22-3 0,-7-10-5 16,-1 6 4-16,-1 2-8 0,-1-1 0 0,2 0-7 16,1-2-5-16,-2 0-2 0,-2 1-8 0,2 0 4 15,0 0-6-15,1-2 0 0,-2 0-7 0,0 1-26 16,1-5-25-16,-1 7-38 0,1-2-36 0,0-2-39 16,-1-5-41-16,-1 1-178 0,0-11-385 0,-1 17 170 15</inkml:trace>
  <inkml:trace contextRef="#ctx0" brushRef="#br0" timeOffset="24820.7">23724 4243 62 0,'0'0'161'0,"0"0"-18"0,3-6-8 15,-3 6-17-15,0 0-8 0,0 0-9 0,0 0-8 16,-18 23-8-16,5-12-10 0,0 3-5 0,0-1 0 15,-1-1-12-15,0-1-4 0,-1 1-8 0,7-4-8 16,-1-2-2-16,3-1-3 0,1-1-5 0,1-1-1 16,4-3-7-16,-8 7 7 0,8-7-10 0,-2 4 6 15,2-4 5-15,0 0-1 0,0 0 0 0,-7 5-2 16,7-5-8-16,0 0 2 0,0 0 0 0,0 0-7 16,0 0-2-16,9 8-2 0,-2-6 4 0,0 1-4 15,5 0-1-15,-2 1 1 0,3-1 1 0,5 1-6 16,0 0-23-16,-2 0-30 0,3 0-31 0,-1-1-30 15,0 1-35-15,1-1-98 0,-7 0-264 0,6-1 117 16</inkml:trace>
  <inkml:trace contextRef="#ctx0" brushRef="#br0" timeOffset="25255.4">23895 4446 29 0,'0'0'176'0,"12"-4"2"0,-2-1-20 0,-1 2-6 0,1-2-12 16,2 1-13-16,1-4-7 0,-2 1-20 0,2 3-2 16,-2-4-8-16,1 5-7 0,-2-4-4 0,-1 1 2 15,-1 1-2-15,-1 1-1 0,-2-1-1 0,-1-2-6 16,1 2-8-16,-3-4-7 0,-1 1-2 16,-2-1-7-16,-2-3 1 0,3 1-5 0,-5 1-5 0,0 0 3 15,0 0-10-15,-2-2 2 0,4 0-4 0,-1 2-3 16,1 1 12-16,-1 0-9 0,2 1 1 0,0-1-5 15,0 2-2-15,2 7-3 0,2-16 0 0,4 8-7 16,0 0 1-16,5 1-6 0,1 0-2 0,3 2-5 16,4 0 2-16,-1 2 0 0,0 3-1 0,1 0 1 15,-2 4-7-15,1 2 0 0,-3-1-1 0,-2 3 4 16,-1 2-5-16,-2-1-2 0,-3 2 6 0,1 0-4 16,-4 0 7-16,-1 2-2 0,-1 1 1 0,-2 3 2 15,0 0-2-15,-2-6 2 0,-2 6-1 0,1-5-1 16,1 0 0-16,-1-3-2 0,0 1 5 15,2 0-2-15,0-3 0 0,1 0-1 0,0-7 2 16,1 12-4-16,0-6 5 0,-1-6-1 0,9 7 2 0,-2-1 1 16,5-3 1-16,3 0-11 0,4-1-14 0,0 0-23 15,1-2-27-15,2-2-44 0,-1 0-38 0,7-2-49 16,-10 2-143-16,-3-4-371 0,4 3 163 0</inkml:trace>
  <inkml:trace contextRef="#ctx0" brushRef="#br0" timeOffset="28143.47">26194 4346 140 0,'0'0'150'16,"-5"-7"-1"-16,5 7 2 0,-2-7-7 0,2 7-14 16,-5-7-10-16,5 7-4 0,0 0-6 0,-2-5-1 15,2 5-5-15,0 0-6 0,0 0-2 0,0 0-11 16,-2-9-8-16,2 9-10 0,0 0-8 0,0 0-4 16,0 0-5-16,0 0-13 0,0 0-2 0,0 0-8 15,0 0-5-15,0 0-4 0,0 0 0 0,0 0-1 16,0 0-3-16,0 0-3 0,0 0 0 0,0 34-2 15,2-23 1-15,-2 6-1 0,2 2 0 0,-1 8 0 16,3-3-2-16,3 6-3 0,-4-5 1 0,3 4 1 16,3 1 3-16,-1 1 2 0,4 1 1 0,-1 1 1 15,0 2 5-15,7 8-4 0,-9-10 3 0,3 1-1 16,1-1-1-16,-1-1-3 0,-1 2 4 0,0 0-3 16,1-4 2-16,0 2-3 0,-3-4 4 0,3 1-2 15,-3 0-3-15,-3-1-1 0,1-1 0 0,2 0-1 16,0-1 2-16,-5-7-4 0,3-1 0 0,0 7 1 15,-4-8 3-15,1-2-2 0,-4 2-3 0,4-3 2 16,-2-2 1-16,3 0 1 0,-3-3-1 0,0-3-3 16,-2 4-3-16,2-1-13 0,2-2-8 0,-2 0-15 15,0-2-13-15,0 2-21 0,-2-7-17 0,0 0-12 16,4 12-24-16,-4-12-12 0,0 0-20 0,5 6-19 16,-5-6-117-16,0 0-312 0,0 0 138 0</inkml:trace>
  <inkml:trace contextRef="#ctx0" brushRef="#br0" timeOffset="29035.62">26441 5033 91 0,'-9'-2'139'0,"9"2"-12"16,0 0-3-16,0 0-6 0,0 0-3 15,0 0-10-15,0 0-12 0,0 0-4 0,0 0-12 16,0 0-9-16,0 0-4 0,0 0-6 0,0 0 3 0,0 0 4 15,0 0-2-15,0 0-10 0,20 11 2 0,-11-7-7 16,3 0 3-16,5 2-1 0,1 2 1 16,2-2-6-16,7 2 4 0,0 0-5 0,2-1 0 15,3 3-1-15,-3-3-3 0,3 3 0 0,-1-1-2 0,0-1 3 16,1 0 0-16,-3-2-4 0,3-1 0 16,-3 2 1-16,2-4-5 0,-4 3 2 0,0-4-1 0,-7 1 0 15,9 0 2-15,-8-1-7 0,-1-1 1 16,0 2-2-16,-8-3-6 0,3 1 2 0,3-1 5 15,-2 2-6-15,-2-2-2 0,-4 2 2 0,-1-1-3 0,1 0 8 16,1-1-9-16,-11 0 4 0,16-1-2 16,-10 1 2-16,-6 0-3 0,11 0 2 0,-11 0-1 15,10 1-1-15,-10-1-1 0,7 0-1 0,-7 0-1 16,0 0-3-16,8 0-3 0,-8 0-1 0,0 0-1 0,0 0-3 16,0 0-1-16,0 0 3 0,0 0-4 0,0 0 3 15,11 0-3-15,-11 0 3 0,0 0-3 0,0 0 1 16,0 0 0-16,0 0-3 0,0 0 3 0,0 0 1 15,0 0-1-15,0 0 6 0,-15 18 2 0,6-8-2 16,-1-2 2-16,-1 3-1 0,-1 1-1 0,-2 0-3 16,1 0 3-16,-1-1 1 0,1 0-4 0,1-2 3 15,3-1-4-15,0 6 6 0,-1-5-7 0,2 0-12 16,-1 0-13-16,3-1-20 0,-4-2-26 0,7 0-26 16,-3-3-37-16,2 4-41 0,4-7-35 15,-7 6-30-15,5 0-147 0,2-6-412 0,0 0 182 0</inkml:trace>
  <inkml:trace contextRef="#ctx0" brushRef="#br0" timeOffset="29251.34">27245 5178 109 0,'-2'-14'257'0,"-3"3"-15"0,-2-4-10 0,-1 1-5 15,-1 0-2-15,-1 4-7 0,1-4-5 0,-3 1-9 16,0 1-10-16,1-1-14 0,4 3-12 0,-2 3-10 15,2-3-15-15,0 1-13 0,-1 2-20 0,-2-2-9 16,3 2-21-16,-1-1-19 0,1 2-23 0,0 0-23 16,0-2-29-16,1 4-31 0,2-1-38 0,-3 0-46 15,7 5-39-15,-10-6-47 0,4 3-37 0,6 3-149 16,-9-4-432-16,-1 2 192 0</inkml:trace>
  <inkml:trace contextRef="#ctx0" brushRef="#br0" timeOffset="30233.41">26402 4483 79 0,'0'0'126'0,"0"0"-5"0,0 0-6 0,0 0 1 0,0 0-9 16,0 0-5-16,0 0-4 0,0 0-3 0,0 0-9 15,0 0-6-15,0 0-1 0,0 0-3 0,0 0-7 16,0 0-5-16,0 0-9 0,0 0-3 0,-21 8-4 16,13-6-3-16,2 1-7 0,6-3-1 0,-9 5-4 0,3-4-6 15,-2 2 0-15,8-3-4 0,-9 2-3 16,5 0-2-16,4-2 4 0,-9 1-2 0,9-1-3 15,0 0 5-15,-10 3 1 0,10-3 7 0,0 0 1 16,0 0 6-16,-6 2-2 0,6-2 0 0,0 0-1 16,0 0 0-16,0 0 0 0,0 0-4 0,0 0 2 0,0 0-1 15,0 0 1-15,0 0 6 0,0 0-1 16,0 0 5-16,0 0 3 0,0 0 6 0,0 0 2 16,0 0 4-16,0 0 5 0,0 0-6 0,0 0 3 15,0 0 1-15,0 0 6 0,0 0-6 0,0 0-6 0,0 0-8 16,0 0 0-16,0 0-6 0,0 0-4 15,0 0 5-15,0 0-5 0,0 0-8 0,0 0 0 16,0 0-9-16,2-15 3 0,-2 15-1 0,0 0-5 16,0 0 1-16,0 0 1 0,0 0-3 0,0 0-3 0,0 0 0 15,4-14-2-15,-4 14-6 0,6-7 0 0,-2-2 0 16,5 3-4-16,2-2 4 0,1-2-22 16,11-5 1-16,0 1 2 0,0-3 3 0,4-1 0 15,2-3 0-15,3 1 1 0,10-7 0 0,-8 8 3 16,9-10 0-16,-3 1 1 0,-9 5 2 0,7-7-3 0,-9 10 2 15,-3 0 1-15,0 2 8 0,-3-2-7 0,-3 4 2 16,-6 3 1-16,-1 3-3 0,-1 2 15 0,-3 0 10 16,-1 1 9-16,-3 0 4 0,-1 1 3 0,1 1 6 15,0-1-1-15,-5 6 9 0,8-6-6 16,-6 2 1-16,-2 4-2 0,7-5-5 0,-7 5-6 16,0 0 2-16,4-4-7 0,-4 4-17 0,0 0 5 0,0 0-2 15,0 0-2-15,3-5 0 0,-3 5-2 0,0 0-15 16,0 0-6-16,0 0-11 0,0 0-12 0,0 0-4 15,7-4-14-15,-7 4-16 0,0 0-17 0,0 0-24 16,0 0-18-16,0 0-29 0,0 0-24 16,0 0-28-16,0 0-30 0,0 0-30 0,0 0-133 15,0 0-435-15,0 0 193 0</inkml:trace>
  <inkml:trace contextRef="#ctx0" brushRef="#br0" timeOffset="32545.04">26834 2988 101 0,'0'0'138'0,"-3"-11"-1"0,-1 7-4 15,4 4-6-15,-6-8 16 0,3 3-8 16,3 5-3-16,-4-7-13 0,4 7-8 0,-7-6-6 16,7 6-5-16,-5-8 2 0,5 8-8 0,-4-5-5 0,4 5-6 15,0 0-3-15,-4-7-2 0,4 7-6 0,0 0-5 16,0 0-3-16,-5-6-8 0,5 6-6 0,0 0 1 16,0 0-16-16,0 0 0 0,0 0-8 15,0 0-1-15,0 0-11 0,0 0 0 0,0 0-4 16,0 0-4-16,0 0-2 0,0 0 5 0,-2 22-3 15,6-10-3-15,-4 4 2 0,3 4-2 0,-1 4 0 16,2 3-2-16,0-1 4 0,-2 2 1 0,2 1-2 0,0 1-1 16,2 0 2-16,-3 2 1 0,1 1-1 15,2-1 0-15,4 13 4 0,-3-12 0 0,2-1 1 16,-1 1 1-16,2-2 0 0,1 1 1 0,-3-3-1 16,2 0 1-16,1-1-1 0,0-1-5 0,-1-3 1 15,0 1 1-15,-1-2-3 0,1 0 0 0,-2-4 0 16,-1-1 2-16,2-1 0 0,-2 2-2 0,2 5-4 15,-3-6 4-15,1-1-3 0,3 2 0 0,-4-2 1 16,-1 1 0-16,1 0 1 0,0-1 3 0,0-2-3 16,-2 0 0-16,3 1 0 0,-3-1 5 0,1-4-4 15,-3 1 1-15,2-2-2 0,1 0 3 0,-2-1-7 16,-1-1-6-16,0 0-10 0,-2-8-2 0,2 13-9 16,-2-13-9-16,5 10-12 0,-5-10-16 0,0 0-22 15,0 0-14-15,0 0-36 0,0 10-48 0,0-10-180 16,0 0-392-16,0 0 174 0</inkml:trace>
  <inkml:trace contextRef="#ctx0" brushRef="#br0" timeOffset="33265.55">26762 2996 127 0,'0'0'141'0,"0"0"-17"0,0 0 1 0,0 0-14 0,0 0-8 15,0 0-12-15,0 0-11 0,0 0-2 0,-7-4-5 16,7 4-11-16,0 0-6 0,0 0-8 16,0 0-7-16,0 0 2 0,0 0-9 0,22-1-6 0,-3-2 1 15,10 2-4-15,5-3-1 0,4 0 3 16,24-1-2-16,-3 1-1 0,6-1-6 0,27-7-1 15,-31 8-3-15,30-9 22 0,-29 5 4 0,2 0-9 0,4 2 0 16,-7-1-8-16,4 2-4 0,-2 0-1 0,-4 0 2 16,3 1-3-16,-3-2 4 0,-6 2-4 15,-1-1-6-15,-2 2 1 0,-15-1-1 0,3 0-1 16,0 1-1-16,3-3 3 0,-3 0-9 0,-1 1 3 16,0 0 4-16,-3-2-28 0,-1 2 7 0,-3 0 3 15,-3 1 0-15,-5 1 0 0,-6 1 4 0,-2 1 1 0,-2-2 2 16,-2 1 9-16,-2 1-1 0,-2 0 3 0,-6 1 1 15,12-1-2-15,-12 1 0 0,9-1-6 16,-9 1 6-16,0 0-6 0,8-2 3 0,-8 2-5 16,0 0 7-16,0 0-4 0,0 0-5 0,9 0 4 15,-9 0 2-15,0 0-22 0,0 0-11 0,0 0-33 16,0 0-34-16,0 0-31 0,0 0-28 0,0 0-93 16,0 0-267-16,0 0 119 0</inkml:trace>
  <inkml:trace contextRef="#ctx0" brushRef="#br0" timeOffset="36519.21">28566 2802 20 0,'0'0'74'0,"0"0"8"15,0 0 6-15,0 0 3 0,0 0 4 0,0 0-1 16,0 0-11-16,0 0 15 0,0 0-7 0,0 0-12 15,0 0 7-15,0 0-1 0,0 0-7 0,0 0-1 16,0 0-7-16,0 0-1 0,0 0-4 0,0 0-1 16,0 0-3-16,0 0-1 0,0 0 2 0,0 0 1 15,0 0-1-15,0 0 3 0,0 0 2 0,0 0-2 16,0 0 6-16,0 0-10 0,0 0 0 0,0 0-2 16,0 0 1-16,0 0 2 0,0 0-3 15,0 0-12-15,0 0 3 0,0 0-9 0,0 0-2 0,0 0 0 16,1-7-7-16,-1 7-8 0,0 0 2 0,0 0-10 15,0 0 1-15,0 0-2 0,0 0-7 0,0 0-3 16,4-6-5-16,-4 6-8 0,0 0 0 0,0 0-3 16,0 0-3-16,14 6 0 0,-9-3-6 0,3 2 5 15,0-1-2-15,1 4 2 0,-3-3 3 16,4 2-4-16,-2 1 7 0,0 0-3 0,1 1-1 0,-2-2 3 16,1-1-2-16,-2 2-1 0,-3-3 2 15,3 2-3-15,-1-4 5 0,0 2-4 0,-1-1-1 16,-4-4 0-16,7 4 5 0,-7-4-2 0,5 4 5 15,-5-4-1-15,0 0 5 0,5 5 2 0,-5-5 1 0,0 0 2 16,5 4 5-16,-5-4 6 0,0 0 6 16,0 0-6-16,0 0-1 0,0 0-2 0,0 0 0 15,0 0-2-15,5-17-4 0,-4 11 5 0,-1 6-7 16,2-10 3-16,-2 10 1 0,0-10-8 0,2 4 5 16,-2 6-9-16,4-12-1 0,-3 8 3 0,2-3-3 15,-3 7 0-15,5-10-5 0,1 8 6 0,-6 2-3 16,5-7 2-16,-5 7-2 0,0 0-1 0,6-7 2 15,-6 7-2-15,5-2-2 0,-5 2 2 0,0 0 2 0,16 1 1 16,-16-1 2-16,12 6 2 0,-6-3-3 16,1 1-1-16,0-2 3 0,-2 2-6 0,3-1 3 15,-1-1-2-15,-1 1 5 0,0 1-5 0,1 1 2 16,-2-3 1-16,-5-2-2 0,10 6 0 0,-5-5-3 16,-5-1 5-16,8 5-4 0,-8-5 0 0,5 1 4 15,-5-1 1-15,6 4 2 0,-6-4 0 0,0 0-1 16,0 0 0-16,0 0 3 0,0 0 0 0,7 1 7 15,-7-1-7-15,0 0 2 0,0 0 0 0,0 0 1 16,10-11-1-16,-10 11 2 0,6-7-4 0,-2 3-1 16,0 0 1-16,0-2 0 0,-4 6-1 0,10-9-2 15,-6 2 0-15,0 3 0 0,0-1-2 0,-4 5 1 16,5-9-1-16,-5 9-1 0,6-3-3 0,-6 3 3 16,10 0-2-16,-10 0-1 0,0 0-3 0,14 5 2 15,-7 1-1-15,-1-2 0 0,0 2 1 0,2 1 2 16,-1 2-2-16,1-3 3 0,-1 2-2 0,-1-1 2 15,2 2 1-15,-2-2-1 0,3-1 2 0,-1 0 2 16,-2-1-2-16,0-1 0 0,1-1 2 0,-1 1 3 16,0-2 1-16,-6-2 1 0,11 3 0 0,-3-2 0 15,-8-1-3-15,13-4 4 0,-7 2 0 16,2-4-3-16,-1 3 0 0,1-5 0 0,-2 2 3 0,2-1-6 16,0-1 8-16,-3 2-9 0,-1 1 4 15,1-1-1-15,1-3 1 0,2 2 4 0,-2-2-3 16,-1 5-4-16,0-2-2 0,-1 2 4 0,0-1-4 15,-4 5 0-15,8-7 3 0,-8 7-3 0,4-2-1 16,-4 2-3-16,0 0 0 0,7-2 4 0,-7 2 6 0,0 0-12 16,11 4 10-16,-11-4-6 0,8 6 3 15,-3-3-5-15,-1 3 4 0,0-2 3 0,-4-4-5 16,5 6 6-16,-1-2-2 0,-4-4 0 0,5 6 4 16,0-2 1-16,-5-4-3 0,7 5-1 0,-7-5 0 15,5 5-1-15,-1-3 2 0,-4-2 2 0,6 3 4 16,-6-3-4-16,12 0 4 0,-12 0-2 0,16-1-6 15,-3-1 5-15,-3-2-2 0,3 1-1 0,4-1-7 16,-1 0 0-16,-2 0 2 0,2-2 0 0,3 2-1 16,1-2 7-16,1-1-5 0,-1 3 2 0,1-1-3 15,-3 1 0-15,3-2 6 0,0 2-2 0,-2-1 0 16,1 4 1-16,-1-2-5 0,-2 1 3 0,1 0 1 16,-4 0 2-16,0 3-4 0,-1-2 4 0,5 0-2 15,-5 1 2-15,-3 1-4 0,2-1 2 0,0 0 1 16,1 0 2-16,-2-1-7 0,1 1 6 0,1 0 6 15,-4 0-4-15,1-2 5 0,1 2 8 0,-2-1-4 16,-9 1 3-16,17-2-3 0,-10 2 1 0,1-1-3 16,-8 1 9-16,13-2-1 0,-7 1 0 15,-6 1 0-15,12-2 2 0,-12 2-2 0,13-4 3 0,-6 3-6 16,-7 1 2-16,13-1-4 0,-6-1-5 0,0 0 4 16,-7 2-4-16,0 0 0 0,19-3 1 0,-19 3-6 15,14-1 7-15,-14 1-3 0,9-1-5 0,-9 1 2 16,0 0 1-16,12-1-4 0,-12 1 1 0,0 0 1 15,16-3-1-15,-16 3 1 0,11 0 3 16,-11 0-6-16,0 0 3 0,0 0 3 0,0 0 0 16,16 0 0-16,-16 0 4 0,0 0 7 0,0 0 4 15,0 0 7-15,0 0 0 0,10-1 7 0,-10 1-6 16,0 0 4-16,0 0 0 0,0 0 1 0,0 0-4 0,0 0 3 16,0 0-3-16,0 0 1 0,4 2-4 15,-4-2-4-15,0 0-4 0,0 0-1 0,0 0-4 16,0 0 2-16,0 0-3 0,0 0-5 0,0 0-1 15,0 0-6-15,0 0 2 0,0 0-4 0,0 0 0 16,0 0-1-16,0 0 4 0,2 14-3 0,-2-14 2 16,1 13-2-16,-1-13 1 0,1 18 1 0,-1-6 1 15,2-1-2-15,-1 5 2 0,0 1-3 0,0 2 7 16,2 0-4-16,-2 0 0 0,3 4 0 0,-2 2 0 16,2 0 2-16,1 1-2 0,-1-1 0 0,3 0 1 15,0 2 0-15,-2-2 2 0,2 1-2 16,2 1 5-16,-2-2-8 0,0 1 5 0,-3 3-2 0,-2 0 1 15,2 2 2-15,0-3 4 0,0 0-1 0,-5 4 2 16,3-1-3-16,-3 1 0 0,2-1-6 0,-2 1-4 16,-3-1-11-16,4-1-8 0,0 2-7 0,-3-3-4 15,6-1-11-15,-4-1 0 0,2-7-21 0,3 6-11 16,-2 5-30-16,5-7-35 0,-4-5-37 16,5 6-186-16,-3 0-393 0,0-8 174 0</inkml:trace>
  <inkml:trace contextRef="#ctx0" brushRef="#br0" timeOffset="37676.82">28289 3327 28 0,'0'0'126'0,"-8"3"-7"0,8-3-10 15,0 0-20-15,-9 4-3 0,9-4-10 0,-5 3-10 16,5-3 9-16,0 0-16 0,-4 6-14 0,4-6 3 15,0 0 0-15,0 0-1 0,7 14 8 0,-5-8 7 16,6 1 5-16,-2 1-1 0,3-1-5 0,-1 2 5 16,2-1 0-16,3 0-5 0,0 2-6 0,-1-3-7 15,1 1-5-15,-2 0-3 0,0 1-6 16,-2-1-1-16,2 1-4 0,-2 0-3 0,0-2-3 0,-1 3-1 16,-2-3-3-16,-1 1-2 0,-1 1 3 0,-1-1-4 15,-3 1 1-15,-3 0-7 0,-1-1 1 16,-2 2-12-16,0-3 1 0,-3 0-3 0,-2-2-5 0,1 0 3 15,0-1 0-15,1-2-4 0,-1 1 5 16,0-1 0-16,3-2 3 0,7 0 3 0,-15 0-1 16,15 0 4-16,-10-2-5 0,10 2-2 0,-7-5-11 0,3-1-4 15,4 6 2-15,0-12 1 0,2 3 0 0,2-2-2 16,-1 1 0-16,5-4-1 0,1-1-2 16,1 1 3-16,1 2 4 0,-1-2-4 0,2-1-2 15,0-1 9-15,-1 5 3 0,0-4-6 0,-2 2 5 16,2 0 0-16,-6 2-1 0,2 1 4 0,-3 1-6 15,-2-3 13-15,1 2-8 0,-2 1 1 0,-1-1-5 0,0 1-1 16,-1 0 5-16,-2-1 2 0,-1 5-2 0,-1-4-4 16,1 3 2-16,-1 3 1 0,-2-2-1 15,0 3-4-15,7 2 3 0,-15-3 2 0,2 3 8 16,3 1-7-16,-8 3-3 0,8 1 2 0,-2-1 1 16,-1 2 0-16,2 0-3 0,-1 3-2 0,3-1-2 15,0 1-18-15,3 0-18 0,0 1-28 0,0-2-17 16,4 1-26-16,2 0-77 0,0-2-212 0,0-7 94 0</inkml:trace>
  <inkml:trace contextRef="#ctx0" brushRef="#br0" timeOffset="38842.99">28741 3269 73 0,'0'0'129'0,"0"0"-15"16,0 0-9-16,0 0-8 0,0 0-9 15,0 0-8-15,0 0-6 0,0 0-12 0,0 0 2 16,0 0-2-16,0 0-11 0,0 0 1 0,0 0-5 0,0 0-1 15,0 0 3-15,0 0-6 0,0 0-4 0,0 0-5 16,0 0-3-16,0 0-2 0,0 0-2 0,0 0-3 16,0 0 0-16,0 0-7 0,0 0 2 15,0 0-2-15,0 0 0 0,0 0-6 0,0 0 3 16,0 0 1-16,0 0-2 0,0 0-4 0,0 0 3 16,0 0 4-16,0 0-6 0,0 0 6 0,0 0-1 0,0 0 2 15,0 0-1-15,0 0 4 0,0 0 2 0,0 0-7 16,0 0 7-16,0 0-8 0,0 0 7 15,0 0-2-15,0 0 0 0,0 0-3 0,0 0 8 16,0 0-10-16,0 0 0 0,0 0-3 0,0 0 4 16,0 0-8-16,0 0 4 0,0 0-2 0,0 0 0 15,0 0 0-15,0 0-5 0,0 0 5 0,0 0-3 0,0 0-1 16,0 0-2-16,0 0-1 0,0 0 2 0,0 0 0 16,0 0 0-16,0 0-1 0,0 0-2 15,0 0 0-15,0 0 2 0,0 0 1 0,0 0 1 0,0 0-1 16,0 0 2-16,0 0-7 0,0 0 11 15,0 0-7-15,0 0 1 0,0 0-2 0,0 0 4 16,0 0-2-16,0 0 3 0,0 0-6 0,0 0 0 0,0 0 7 16,0 0 0-16,0 0 2 0,0 0-5 15,0 0 3-15,0 0 1 0,0 0-3 0,0 0 3 16,0 0 5-16,0 0-8 0,0 0-1 0,0 0 0 16,0 0 1-16,0 0 1 0,0 0-3 0,0 0 2 15,0 0 0-15,0 0 0 0,0 0 0 0,0 0 4 16,0 0 0-16,0 0 0 0,0 0-2 0,0 0 2 0,0 0-2 15,0 0 0-15,0 0 2 0,0 0 0 16,0 0 2-16,0 0-1 0,0 0 0 0,0 0 5 16,0 0-4-16,0 0 2 0,0 0 6 0,0 0-2 15,0 0 3-15,0 0-3 0,0 0 3 0,0 0 2 16,0 0-2-16,0 0 2 0,0 0 4 0,0 0-3 16,0 0 0-16,0 0-4 0,0 0 1 0,0 0-6 0,0 0 3 15,0 0 0-15,0 0 0 0,0 0 0 16,0 0 5-16,0 0-1 0,0 0 4 0,0 0-5 15,0 0 0-15,0 0-6 0,3-7 0 0,-3 7-5 16,0 0-1-16,7-7-2 0,-7 7-1 0,5-3-6 16,-5 3 3-16,8-4 1 0,-2 3-5 0,-6 1-1 15,13-1-3-15,-13 1-5 0,11 1-2 0,-2 2-6 16,-4 0 5-16,2 0 2 0,-2 3 0 0,1 1 2 16,0 1 4-16,0 2-3 0,1-1 1 0,-3 1-3 15,-2 1-4-15,-1-1-7 0,-1 2 0 0,-1-2 4 16,-1 2-6-16,-4-1-5 0,1-1 8 0,-1 0-6 15,0 0-2-15,-2-2 7 0,-2-2-3 0,1-1 6 16,1 4 0-16,-1-5 1 0,3 1 6 0,-1-3 0 16,4 2 2-16,3-4 2 0,-10 4-2 0,10-4 7 15,-8 3 3-15,8-3 1 0,0 0 1 0,0 0 3 16,-7 4-5-16,7-4 4 0,0 0-2 0,0 0-3 16,0 0-3-16,0 0 3 0,0 0 3 0,0 0-6 15,0 0 3-15,0 0 2 0,0 0-4 0,32-5 1 16,-22 3-7-16,2-1-6 0,0 2-9 0,1-1-10 15,0 1-10-15,1-1-25 0,-1 0-15 0,1 1-14 16,5-3-34-16,2 1-25 0,-5-3-12 0,2 2-106 16,-6 0-298-16,0 1 132 0</inkml:trace>
  <inkml:trace contextRef="#ctx0" brushRef="#br0" timeOffset="39213.54">29039 3271 28 0,'0'0'132'0,"0"0"-9"0,0 0-12 16,0 0-13-16,-10 0-8 0,10 0-9 0,-8 10-10 0,4-4 8 15,2-2-6-15,-2 3-1 0,1 2-1 0,2-2-5 16,1-7-11-16,0 14-13 0,0-8 16 16,3 4-6-16,-3-10-3 0,2 12 2 0,1-5-1 0,2-1 1 15,-1-1-6-15,2 0 2 0,2-2-3 16,1 2 1-16,2-3-6 0,-1 1 1 0,2-3-9 15,-1 2 4-15,0-2-6 0,-1-2 3 0,1-1 1 16,0 1-5-16,-2-1 0 0,-1 1 0 0,0-3 0 0,0 2-4 16,0-3-1-16,-2 1 0 0,-1-1 3 15,-1 0-3-15,0 1-4 0,-3-3-3 0,0-2-1 16,-2 1 2-16,1 9-3 0,-3-16 2 0,-1 8-2 16,-1 0-3-16,-2-1-1 0,0 1-2 0,-2 0-5 15,2 1 2-15,-5 0-8 0,2 1 1 0,0 1-4 16,0 2-8-16,1-1-10 0,2 2-4 0,7 2-15 15,-14-3-9-15,9 2-15 0,5 1-32 0,0 0-22 0,-15 3-27 16,9 0-16-16,2 1-92 0,4-4-276 16,-4 7 122-16</inkml:trace>
  <inkml:trace contextRef="#ctx0" brushRef="#br0" timeOffset="42097.51">30253 3564 53 0,'0'0'74'0,"-2"-11"0"16,2 11-11-16,0 0-7 0,-4-8-9 0,4 8 2 15,0 0-4-15,-3-8 0 0,3 8-5 16,0 0 10-16,0 0 1 0,0 0-6 0,-2-7 5 16,2 7-7-16,0 0 2 0,0 0-3 0,0 0 2 15,0 0-3-15,0 0-4 0,0 0-2 0,0 0-3 0,0 0-9 16,0 0-1-16,0 0-9 0,0 0 1 0,0 0-1 16,0 0 11-16,-7-3-20 0,7 3 10 15,0 0-7-15,0 0 11 0,-4 16-2 0,3-6 4 16,0 1 7-16,-4-1 7 0,2 7-3 0,2 0 2 15,-2 3 2-15,3 5 0 0,0 4 3 0,0-1 1 16,3 1 1-16,1 3 5 0,-3 1-10 0,3 0 0 16,0 2-1-16,-2 0-4 0,5 0-2 0,-1 11 1 15,3 0-2-15,0-12-2 0,4 9-3 0,3 2-1 16,-7-12-6-16,13 12 2 0,-7 3-1 0,2-6-5 16,-2 2-1-16,-2-11 3 0,0 13-2 0,5 2 3 15,-3-4-3-15,3 2 2 0,-10-10-1 0,-1-1-2 16,6 11 0-16,-7-11-2 0,5 10 0 0,-6-12-4 15,2 2 2-15,-4-3 4 0,1 4-4 0,0-3-2 16,-2-2 3-16,2 2-3 0,-3 2 1 0,2-4 1 16,1-1-3-16,-2 5 4 0,2-2-3 0,-3-2-5 15,-1 0 4-15,2 3 4 0,-1-2-3 0,1-2-1 16,-3 0-4-16,1 1 8 0,0-5-2 0,1 3-1 16,-1-3 0-16,0-3 1 0,0-4-3 0,0 0 4 15,-1-3-2-15,1 1 2 0,-2-1 0 0,2 0-3 16,1 0 3-16,-1-16-5 0,-3 21 4 0,3-10-12 15,0-11-8-15,0 14-28 0,0-14-21 0,4 15-26 16,-4-15-19-16,5 13-17 0,-5-13-14 0,8 11-5 16,-8-11-102-16,5 11-266 0,-5-11 118 0</inkml:trace>
  <inkml:trace contextRef="#ctx0" brushRef="#br0" timeOffset="42635.41">30128 5719 43 0,'-21'0'142'0,"10"-1"-8"0,11 1 11 15,-14-1-17-15,9 2-8 0,5-1-10 0,-13-1-5 16,13 1-10-16,0 0-7 0,-10 0-4 0,10 0-14 0,0 0-1 15,0 0-12-15,0 0 1 0,-9 0-9 0,9 0-3 16,0 0-5-16,0 0-6 0,0 0-4 16,0 0 2-16,0 0-2 0,0 0 7 0,0 0 4 15,0 0 6-15,0 0-7 0,0 0-2 0,0 0 0 16,0 0-3-16,38-2-1 0,-10-2 3 0,7 1-11 16,2-3 1-16,15 0-3 0,3-2-2 0,-1-1-2 0,5-1-4 15,-4 5 4-15,-1-3-6 0,1 0 2 16,-1 2-1-16,-3-2 0 0,-1 3-10 0,-13 3 10 15,0-2-3-15,-1 0-1 0,-3 0 1 0,-2 3-6 16,-2-3 1-16,-1 3-1 0,-6-1-3 0,-3 0 0 16,1 2 5-16,-3-1 0 0,-3-1-12 0,3 0-8 15,-4 1-9-15,-2-2-22 0,1 2-17 0,-2 1-25 16,-3-2-32-16,-7 2-45 0,10 0-157 0,-10 0-345 16,0 0 152-16</inkml:trace>
  <inkml:trace contextRef="#ctx0" brushRef="#br0" timeOffset="42993.24">30565 5924 57 0,'0'0'169'0,"-6"5"-1"16,6-5-3-16,0 0-15 0,-11 2-9 0,11-2-10 15,0 0-14-15,-14 0-8 0,14 0-4 0,0 0-12 16,-15 3-15-16,15-3-5 0,-15 0-6 0,15 0 7 16,-14 0-6-16,14 0-2 0,-15 0 2 0,15 0 2 15,-12 0-2-15,12 0 0 0,0 0-4 0,-13 0 2 16,13 0-9-16,0 0-4 0,0 0-2 0,0 0-4 16,0 0-1-16,-14-2-6 0,14 2-2 0,0 0-7 15,0 0 3-15,0 0-4 0,0 0-6 0,0 0-2 16,0 0-2-16,0 0-4 0,0 0 2 0,0 0-2 15,55-4-4-15,-24-3 1 0,0 3-4 0,8-1 3 16,14-3-6-16,-14 4-6 0,2-1-13 0,10-1-11 16,-15 0-21-16,1 5-23 0,-3-3-38 0,-3 1-38 15,-1-1-45-15,0 2-185 0,-11-1-405 16,2-2 180-16</inkml:trace>
  <inkml:trace contextRef="#ctx0" brushRef="#br0" timeOffset="43444.63">30941 5072 166 0,'-9'-3'196'0,"9"3"-9"0,0 0-10 16,0 0-17-16,0 0-9 0,0 0-15 0,0 0-6 15,0 0-7-15,0 0-4 0,-8-3-11 0,8 3-9 16,0 0-11-16,0 0-9 0,0 0-8 0,0 0-8 16,24-6-5-16,-6 2-6 0,9-2-8 0,4 6-4 15,-2-5-13-15,6 1-14 0,-6 1-23 0,-1-1-15 16,-5 3-28-16,-2-1-39 0,-3 0-30 0,1 1-30 15,-6 1-29-15,-2-1-95 0,-1-2-298 0,-2 2 132 16</inkml:trace>
  <inkml:trace contextRef="#ctx0" brushRef="#br0" timeOffset="43657.17">31023 4970 26 0,'0'0'220'0,"-8"-1"-24"0,8 1-25 0,0 0-11 16,0 0-21-16,0 0-15 0,0 0-18 0,0 0-7 16,-5 6-11-16,5-6-11 0,0 0-8 0,6 18-5 15,-1-7-4-15,0 0-4 0,2 5-1 16,0 0-13-16,1 2 2 0,0 0-5 0,1 6-23 0,-2-6-30 16,2 0-28-16,1 8-42 0,-1-2-42 0,0 1-139 15,-5-6-285-15,1 0 126 0</inkml:trace>
  <inkml:trace contextRef="#ctx0" brushRef="#br0" timeOffset="47038.12">30372 6223 74 0,'-12'0'91'0,"12"0"-6"0,-7 0 2 16,7 0-11-16,0 0 0 0,-13 0 6 0,13 0-8 15,0 0 4-15,-8 0-14 0,8 0 2 0,0 0-4 16,0 0-1-16,0 0-4 0,0 0-7 0,0 0 0 0,-10-1 3 15,10 1 1-15,0 0-11 0,0 0-5 16,0 0-2-16,0 0-5 0,0 0 4 0,35-5-11 16,-16 1-1-16,12 1 1 0,4-3-6 0,18-2-2 15,0 3 4-15,2-3-5 0,4 0-3 0,-3-3-2 16,6 3 3-16,-3 2-4 0,-6 0-3 0,1-3-8 16,-16 3-19-16,-2 5-19 0,0-2-19 0,-7 3-19 15,-1 0-26-15,-9 3-115 0,-7-3-236 0,-1 1 105 16</inkml:trace>
  <inkml:trace contextRef="#ctx0" brushRef="#br0" timeOffset="47431.07">30758 6364 42 0,'-9'2'126'0,"9"-2"-4"0,0 0-4 0,-9 1-12 16,9-1 2-16,0 0-7 0,0 0 0 0,-8 1 0 16,8-1-5-16,0 0 16 0,0 0-17 0,0 0 0 15,0 0 9-15,0 0-3 0,0 0-8 0,0 0-10 16,0 0-11-16,0 0-10 0,0 0-1 0,0 0-9 16,27-4-4-16,-9 3-6 0,3-3-3 0,0 0-8 15,9-1-13-15,-1 1-25 0,-8 2-24 0,8-2-35 0,-9 2-47 16,2 0-48-16,-9 2-132 0,-3-1-315 0,-1-2 140 15</inkml:trace>
  <inkml:trace contextRef="#ctx0" brushRef="#br0" timeOffset="47901.24">30914 6421 5 0,'0'0'157'0,"0"0"-7"0,0 0-12 0,-2-8-9 0,2 8-2 15,0 0-24-15,0 0-6 0,0 0-19 16,0 0-7-16,0 0-11 0,0 0-7 0,0 0-5 16,0 0-5-16,0 0-2 0,0 0 6 0,8 22-1 15,-5-13 2-15,-2 3-8 0,2 2-1 0,-2 3-5 0,3-5-3 16,-2 6-3-16,2-1 0 0,0 1-6 0,0 3 4 16,0-3-1-16,1 1-4 0,4 8 1 15,-2-1-4-15,-2-7-3 0,2 9 2 0,1 0-6 16,-1-1 6-16,1 1 0 0,-2 3-7 0,-2-4-2 15,3 5 13-15,-1 0-12 0,-4 0 3 0,1 4-4 0,-1-1 2 16,2 1 2-16,-4-1-4 0,-1 1 1 0,4 0 3 16,-6-4-6-16,2 0-9 0,-1 4-9 15,0-2-9-15,1-2-8 0,-2-1-3 0,-1 2-2 16,7-2-9-16,-2-1-17 0,3 3-12 0,2-4-20 16,-1 1-21-16,1-2-18 0,-2 0-92 0,2-4-241 0,0-6 107 15</inkml:trace>
  <inkml:trace contextRef="#ctx0" brushRef="#br0" timeOffset="48394.52">31328 6350 61 0,'0'0'118'0,"0"0"0"0,3 6-1 15,-3-6-7-15,12-1-5 0,-2 1-14 0,10-2-12 16,-2-1-11-16,3 2-30 0,9-4-31 16,-2 3-49-16,0-2-103 0,-10 1-158 0,4-3 70 0</inkml:trace>
  <inkml:trace contextRef="#ctx0" brushRef="#br0" timeOffset="52436.14">31031 7457 52 0,'-6'-3'84'0,"6"3"2"0,0 0-8 0,0 0-8 16,0 0-7-16,-2-9 2 0,2 9 0 0,0 0-1 15,0 0 1-15,0 0-4 0,0 0 0 0,0 0-8 16,0 0 2-16,-3-8-1 0,3 8-3 0,0 0 3 16,0 0 11-16,0 0-5 0,0 0-3 0,0 0-3 15,0 0 0-15,-3-6 1 0,3 6-4 0,0 0 0 16,0 0-5-16,0 0-3 0,0 0-3 0,0 0-2 15,0 0-1-15,0 0-2 0,0 0-8 0,0 0 3 16,0 0-7-16,0 0-3 0,0 0-1 0,0 0-5 16,0 0-3-16,0 0-5 0,0 0 4 0,0 0-8 15,0 0 3-15,0 0-2 0,0 0-3 0,0 0-6 16,0 0-5-16,0 0-3 0,0 0-3 0,0 0-14 16,0 0-1-16,0 0-12 0,0 0-10 0,0 0-7 15,0 0-10-15,0 0-9 0,0 0-6 0,0 0-7 16,0 0 6-16,0 0 10 0,0 0 4 0,0 0 11 15,0 0 3-15,0 0 7 0,0 0 2 0,0 0 2 16,0 0 6-16,0 0-1 0,0 0 11 0,0 0 13 16,0 0 10-16,0 0-3 0,0 0 12 0,0 0 8 15,-1-9 6-15,1 9 4 0,0 0 5 0,0 0 0 16,0 0 1-16,0-9 8 0,0 9 2 0,0 0 0 16,0 0 7-16,-2-8-6 0,2 8 6 0,0 0-7 15,0 0 5-15,0 0-3 0,0 0-5 0,0 0-6 16,0 0 1-16,0 0-6 0,0 0-1 0,0 0-5 15,0 0-7-15,0 0 3 0,0 0-1 0,0 0-9 16,0 0 16-16,0 0-12 0,0 0 3 0,0 0 1 16,0 0 2-16,0 0-10 0,5 28 7 0,-4-19 1 15,3 4 8-15,-3 2 13 0,4 3-7 0,-2 1-2 16,-1 2 10-16,-1-2-1 0,2 6-1 0,0 0 1 16,-1 0 8-16,-1 2 0 0,-1-1 0 0,-1 0 0 15,0-2-3-15,1 0-3 0,0-5 3 0,0 0-8 16,0-1-1-16,0 1-4 0,0-2 0 0,0 0 0 15,0 1-2-15,1-1 0 0,0 1 4 0,-2-2-9 16,2-4 0-16,-1 0 3 0,2 4-5 0,-1-4-1 16,0-1 0-16,1-1 0 0,-1 0-2 0,0 0 1 0,1-1 2 15,-1 0-3-15,0-2 3 0,-1-7-4 16,5 12-1-16,-4-6-2 0,2-1 4 0,-1 1-3 16,-2-6-3-16,3 9 0 0,-3-9-1 0,1 8-7 15,-1-8-9-15,4 8-22 0,-4-8-9 0,1 5-31 16,-1-5-19-16,0 0-22 0,4 7-28 0,-4-7-123 0,2 6-290 15,-2-6 129-15</inkml:trace>
  <inkml:trace contextRef="#ctx0" brushRef="#br0" timeOffset="52673.39">30896 8195 142 0,'0'0'167'16,"0"0"-12"-16,0 0-15 0,0 0-14 0,0 0-12 15,42-5-11-15,-15 0-9 0,2 1 0 0,8 0-10 16,-2 1-5-16,2-3-6 0,1-1-8 0,-1 5-6 16,2-2-6-16,-7 3-11 0,0-1-14 0,-2 2-23 15,-9-1-29-15,0 1-33 0,0 0-42 0,-10 1-35 16,3 1-85-16,-5 1-236 0,-9-3 105 0</inkml:trace>
  <inkml:trace contextRef="#ctx0" brushRef="#br0" timeOffset="52865.23">30939 8351 123 0,'-8'4'215'0,"8"-4"-19"0,-6 1-14 16,6-1-9-16,0 0-15 0,0 0-16 0,0 0-8 15,45-6-15-15,-23 5-8 0,9-2-17 0,2 1-15 16,-4-4-22-16,1 4-30 0,-9 1-30 0,-2-1-24 16,-1 2-25-16,-2 0-37 0,-5 2-14 0,1-1-14 15,-2 1-14-15,-10-2-84 0,10 8-233 0,-10-8 104 16</inkml:trace>
  <inkml:trace contextRef="#ctx0" brushRef="#br0" timeOffset="52992.49">31100 8432 73 0,'-9'4'90'0,"9"-4"-1"15,-8 4 0-15,8-4 8 0,0 0-1 16,0 0-7-16,0 0-8 0,0 0 4 0,0 0-13 16,0 0-7-16,25 3-24 0,-6-5-26 0,2-1-44 15,0-2-49-15,-1 4-69 0,-2-3-157 0,1 1 70 16</inkml:trace>
  <inkml:trace contextRef="#ctx0" brushRef="#br0" timeOffset="54703.23">27185 5338 16 0,'0'-11'51'16,"0"11"2"-16,-2-9-2 0,2 9 4 0,0 0-3 15,-1-12-6-15,1 12-2 0,0-10 4 0,0 10 1 16,0 0 8-16,1-9 2 0,-1 9 11 0,0-9 1 16,0 9 1-16,0 0-2 0,0 0-2 0,2-8-1 15,-2 8 9-15,0 0 0 0,0 0 1 0,0-7-5 16,0 7-1-16,0 0-12 0,0 0 0 0,0 0-8 15,0 0-10-15,0 0-9 0,0 0 1 0,0 0-4 16,0 0-6-16,0 0 0 0,0 0-5 0,0 0-5 16,0 0-1-16,2 25-3 0,-2-15 4 0,0-1-7 15,0 5 1-15,2 2 4 0,0 2-3 0,-2 0-2 16,4 8 0-16,-6-2 5 0,2-4 2 0,2 3-5 16,-2-2 3-16,0 3-2 0,-2 2 3 0,4 0-4 15,-2-1 4-15,2 1-1 0,1-2 2 0,-3 3-4 16,0-3 3-16,2-4 2 0,0 0-5 0,-2 6-1 15,0-7 1-15,2 2-1 0,2 2-4 0,-2-3 3 0,0 5 1 16,2-5-1-16,1 4-3 0,-1 1 4 0,2 0-2 16,-1 1-2-16,2-7 4 0,2 6 1 0,-2 1-9 15,-1-1 7-15,4-3-4 0,-4 2 1 16,-1-6 2-16,3 7-4 0,-3-6 2 0,2-1 0 0,-3 1 1 16,1-1-1-16,1 1-3 0,-1-2 2 0,2-1 0 15,-2 2 2-15,1-4-2 0,-4 3 2 0,2 0-9 16,1-1 8-16,-1 0-4 0,1-5-1 15,-2 3 5-15,-3-2 1 0,4 4-6 0,-1-4 3 0,-1 0-1 16,-1-1 8-16,0 0-8 0,1 1-4 0,-2-3 5 16,2 1-3-16,-2 0 5 0,2 0-4 0,0-3 1 15,-2-7 1-15,0 13-2 0,2-7 1 0,-2-6 7 16,0 13-8-16,0-7-2 0,0-6 4 0,1 10-3 16,-1-10 2-16,0 10-2 0,0-10 4 0,2 9-3 15,-2-9 1-15,0 8-1 0,0-8 2 0,5 5-4 16,-5-5 4-16,0 0-4 0,-2 10 6 0,2-10-2 15,0 0-1-15,0 0 1 0,0 0 1 0,2 9 1 16,-2-9-4-16,0 0 1 0,0 0 1 0,0 0-2 16,0 0 3-16,0 7 0 0,0-7-4 0,0 0-1 15,0 0 2-15,0 0 0 0,0 0-2 0,0 0 3 16,0 0 3-16,0 0-5 0,0 0 1 0,0 0-2 16,0 0 2-16,0 0 3 0,0 0-3 0,0 0 1 15,0 0 1-15,0 9-1 0,0-9 0 0,0 0-4 16,0 0-2-16,0 0 5 0,0 0-1 0,0 7 0 15,0-7-1-15,0 0 1 0,0 0-2 0,0 0 3 16,2 10-7-16,-2-10 5 0,0 0 4 0,0 9-1 16,0-9 1-16,0 0-4 0,2 8 2 0,-2-8-1 15,0 0 0-15,1 5 1 0,-1-5 1 0,0 0-3 16,1 8 0-16,-1-8 3 0,0 0 0 0,1 8-4 16,-1-8 3-16,0 0-4 0,2 7 4 0,-2-7 2 0,0 0 0 15,0 0-2-15,0 10 0 0,0-10 3 16,2 6-2-16,-2-6 2 0,2 9-1 0,-2-9-2 15,0 6-2-15,0-6 4 0,2 8-2 0,-2-8 3 16,0 0-2-16,-2 10 3 0,2-10 0 0,2 8 3 0,-2-8-2 16,0 0-6-16,0 9 9 0,0-9-4 15,0 0-2-15,0 0 1 0,0 0-2 0,0 0 2 16,0 0 1-16,3 5-4 0,-3-5 2 0,0 0-4 16,0 0 7-16,0 0 2 0,0 0-6 0,0 0 3 0,0 0 1 15,0 0 1-15,0 0-3 0,0 0-7 0,0 0-14 16,0 0-18-16,0 0-6 0,0 0-15 0,0 0-12 15,0 0-17-15,0 0-31 0,0 0-31 16,0 0-133-16,0 0-303 0,0 0 135 0</inkml:trace>
  <inkml:trace contextRef="#ctx0" brushRef="#br0" timeOffset="56659.92">27304 6716 56 0,'0'0'122'0,"0"0"5"0,0 0-19 0,2-12-8 0,-2 12-10 16,0 0-4-16,2-8-15 0,-2 8-4 15,4-7-7-15,-4 7-15 0,3-7 4 0,-3 7-12 16,4-5-17-16,-4 5-15 0,0 0-8 0,6-7-16 0,-6 7-10 15,0 0-7-15,3-5-6 0,-3 5-2 0,0 0-1 16,0 0-2-16,0 0 10 0,0 0-2 0,0 0 5 16,0 0 2-16,0 0 7 0,0 0-2 0,0 0 3 15,0 0 10-15,0 0-4 0,0 0 2 0,0 0 2 16,0 0 5-16,0 0 1 0,0 0-6 0,0 0 8 16,0 0-1-16,0 0-4 0,0 0-5 0,0 0-14 15,0 0-37-15,0-9-71 0,0 9 32 0</inkml:trace>
  <inkml:trace contextRef="#ctx0" brushRef="#br0" timeOffset="57245.18">27357 6646 14 0,'0'0'89'15,"2"-8"7"-15,-2 8-17 0,0 0 0 0,0 0 0 16,0 0-3-16,0 0 4 0,0 0-5 0,0 0 3 15,0 0-12-15,0 0 6 0,0 0-1 0,0 0-20 16,0 0 8-16,0 0-6 0,0 0-7 0,0 0-8 16,0 0-1-16,0 0-9 0,0 0 14 0,0 0-19 15,0 0-3-15,0 0-3 0,0 0-2 0,0 0 4 16,0 0-4-16,-2 25-5 0,2-16 1 0,-2 1-2 16,2 3 2-16,0 0 1 0,0 2 1 0,2 3-2 15,0 0 3-15,-2 0-2 0,0-2-4 0,0 10 9 16,2-1-5-16,2-6-4 0,-2 6 13 0,0 2-3 0,0-4 4 15,0 3-1-15,3 1 2 0,-3 0-2 16,0 2-4-16,2 1 8 0,0-1 4 0,-1-1-11 16,0 5 6-16,-1-7-5 0,2 3-1 0,-1-4-3 15,1 2 6-15,2 1-2 0,-1-2-1 0,-3 0-2 16,3 1 0-16,-2 1-3 0,-1-2 0 0,0 0 3 16,2 0 0-16,0-3-4 0,-2 5-9 0,1-5 2 15,3 3 1-15,-2 0 4 0,0-1-3 0,-2 1-2 16,5-2 1-16,-5 1-1 0,2-6-1 0,1 7 3 0,-3-6-1 15,5 5-4-15,-4-6 4 0,0 1 0 0,0 5-3 16,3 1-3-16,-2 0-3 0,1-2 12 16,0 1-4-16,-2 0-3 0,3-5 0 0,-3 5 1 0,1 1 1 15,0-1-4-15,-4-7 1 0,4 3 4 0,-3-2-3 16,0-2 3-16,3 9 1 0,-4-9-5 0,-3 0 2 16,2 0 0-16,1-1 1 0,-1 0-8 0,0-3 5 15,-1 0 0-15,0-2 0 0,0 1 0 0,0 1 3 16,2-4-3-16,-1 0 0 0,-1 1 3 0,1-2 5 15,1-8-8-15,-1 10-2 0,-1-5-2 0,2-5 6 16,-2 9-1-16,2-9-10 0,0 0-3 0,0 0-15 16,0 6-17-16,0-6-19 0,0 0-20 0,0 0-18 15,0 0-29-15,-2 9-37 0,2-9-92 0,0 0-278 16,0 0 123-16</inkml:trace>
  <inkml:trace contextRef="#ctx0" brushRef="#br0" timeOffset="57621.25">27355 8417 31 0,'-9'-2'90'0,"9"2"7"0,0 0-13 0,-11-5-8 16,11 5 1-16,-7-1-2 0,7 1-9 0,0 0 2 15,0 0-4-15,-9-3-1 0,9 3 4 0,0 0-4 16,0 0 4-16,-5-3 3 0,5 3-2 0,0 0-2 16,0 0-11-16,0 0 15 0,0 0-12 0,0 0 2 15,0 0 2-15,0 0 0 0,0 0-4 0,0 0-5 16,0 0-3-16,0 0-5 0,0 0-6 0,26-6 2 15,-9 2-10-15,6 1-1 0,8-2-3 0,3-1-1 0,4-2-6 16,0 2 0-16,0 1-3 0,14 0-1 0,-18 1-6 16,4 4-13-16,-5-5-18 0,-3 3-32 15,-1 0-31-15,-8 2-32 0,0 0-18 0,0 0-139 16,-2 0-294-16,-6 0 131 0</inkml:trace>
  <inkml:trace contextRef="#ctx0" brushRef="#br0" timeOffset="57839.56">27616 8510 20 0,'-7'0'157'0,"7"0"-5"0,-9 3-6 0,9-3 3 16,0 0-7-16,-9 1-10 0,9-1-9 0,0 0-13 15,0 0-14-15,27 1-5 0,-12-2-9 0,6-3-9 16,3 4-15-16,-4 0-11 0,1 0-27 0,3 0-23 15,-2 2-20-15,-5-4-25 0,1 2-23 0,-1 0-11 16,-4 3-23-16,-5-1-17 0,-1 2-69 0,-3-1-207 16,0 1 92-16</inkml:trace>
  <inkml:trace contextRef="#ctx0" brushRef="#br0" timeOffset="57988.93">27667 8643 123 0,'-7'3'120'0,"1"1"-16"16,6-4 10-16,-7 2-2 0,7-2 0 0,-7 3 7 15,7-3-1-15,0 0-10 0,0 0-7 0,0 0-10 16,27 5-7-16,2-7-10 0,-2 0-21 0,3 1-22 16,5-3-25-16,-3 3-39 0,6-4-30 0,0-1-62 15,0-1-84-15,13-2-225 0,-18 4 100 0</inkml:trace>
  <inkml:trace contextRef="#ctx0" brushRef="#br0" timeOffset="60563.97">27800 5815 106 0,'3'-6'181'15,"-3"6"0"-15,0 0-2 0,0 0-10 0,0 0 14 16,0 0-9-16,0 0-15 0,0 0-16 0,0 0-17 15,0 0-13-15,0 0-12 0,-11-8-13 0,11 8-9 16,0 0-6-16,-25 7-6 0,14-2-14 0,-2 0 0 16,0-2-6-16,-3 7-6 0,-2-3-3 0,3 0-3 15,1 0-6-15,3 0-2 0,3 1-4 0,-2-2-4 16,3-1-3-16,3 2 0 0,-1 0-3 0,1 0-2 16,4-7 2-16,0 11-3 0,0-4-3 0,4 1 1 15,1 1 1-15,4-1-4 0,0 0-5 0,0-1 0 16,4 3-3-16,-1-3-1 0,3 3-2 0,3-3-1 0,-7-1 0 15,3 3-1-15,0-4 4 0,-4 2-1 16,0-3-2-16,0 2-5 0,0 0-2 0,-3 1 2 16,-1-3 3-16,1 1 1 0,-1-1 0 0,-3 1-4 15,1-1-6-15,-4-4-4 0,7 9-3 0,-7-9 2 16,0 10-2-16,0-10 0 0,-7 11 8 0,0-4-3 16,-1-1 1-16,-3-1-5 0,-1 2-3 0,1-4 3 15,-3 4-5-15,3-2 0 0,-2-3-11 0,3 1-18 16,0 0-7-16,3 0-33 0,-2-2-23 0,2 1-23 15,7-2-126-15,-13-1-292 0,13 1 130 0</inkml:trace>
  <inkml:trace contextRef="#ctx0" brushRef="#br0" timeOffset="60821.62">27987 5976 70 0,'4'-4'282'0,"-4"4"-15"0,4-5-12 0,-4 5-12 16,0 0-15-16,2-7-18 0,-2 7-19 0,0 0-23 16,0 0-19-16,0 0-13 0,0 0-21 0,0 0-17 15,0 0-10-15,0 0-7 0,0 0-11 0,0 0-3 0,0 0-12 16,7 17-1-16,-7-17-6 0,0 15-7 0,0-5-4 16,4-2 2-16,-4 2-7 0,0 1-2 0,0-1-4 15,0-2-10-15,3 2-18 0,-3-1-16 16,2 1-23-16,-1 1-27 0,0-1-36 0,-1-10-48 15,3 16-43-15,-3-10-38 0,2 1-148 0,-2-7-412 0,0 0 182 16</inkml:trace>
  <inkml:trace contextRef="#ctx0" brushRef="#br0" timeOffset="61014.39">28058 5770 2653 0,'-4'-10'80'0,"0"-1"-48"16,1 0-17-16,-2 2-2 0,0 4-12 16,1-2 4-16,4 7-3 0,-2-10 1 0,2 10-5 0,-5-6 0 15,5 6-18-15,0 0-27 0,0-9-43 0,0 9-28 16,0 0-24-16,0 0-50 0,0 0-174 16,0 0-395-16,0 0 175 0</inkml:trace>
  <inkml:trace contextRef="#ctx0" brushRef="#br0" timeOffset="63093.34">27537 4465 168 0,'-2'-8'174'15,"2"8"-4"-15,-3-7-7 0,3 7-13 0,0 0-10 16,0 0-9-16,-2-7-18 0,2 7-11 0,0 0-8 15,0 0-10-15,0 0-10 0,0 0-10 0,0 0-7 16,0 0-8-16,0 0-5 0,0 0-5 0,0 0-7 16,0 0-1-16,0 0-4 0,0 0-5 0,2 26 2 15,-2-18-5-15,2 4 1 0,-1 0-4 0,-1 0 4 16,0 5-3-16,0-5 8 0,-1 3-8 0,-1 1-3 16,1-6-2-16,1 3 1 0,-1-1 0 0,2 0-2 15,0-2 4-15,1 0-5 0,-1 1 4 0,-1-1-6 16,2 2 1-16,0-4-4 0,0 2-15 0,0-3-11 15,-1 0-20-15,4 3-14 0,-5-4-21 0,4 1-22 16,-4-7-17-16,2 10-16 0,2-3-18 0,-1-4-104 16,-3-3-273-16,2 11 121 0</inkml:trace>
  <inkml:trace contextRef="#ctx0" brushRef="#br0" timeOffset="63511.1">27562 4438 21 0,'-3'-10'197'16,"2"0"-23"-16,1 2-7 0,0-2-14 0,0 10-9 15,2-15-15-15,-2 9-8 0,2 1-17 0,-2 5-9 16,4-11-15-16,2 7-7 0,-1 0-7 0,5-2-13 16,-2 3 2-16,-3 2-13 0,-5 1-7 0,14 0 3 15,-5-2-8-15,-9 2-5 0,14 3-3 0,-8 1 0 16,-1-1-2-16,-1 1-3 0,0 0 2 0,0 3-2 15,-3-1 8-15,-1-6-7 0,0 13-2 0,-1-4 1 16,1-9-3-16,-4 15 0 0,2-8-5 16,-1-2 0-16,0 1-2 0,3-6-3 0,-3 9-3 0,3-9-5 15,-5 9-10-15,5-9-6 0,-2 6-8 0,2-6-8 16,0 0-7-16,0 0-6 0,0 0 3 0,7 11 2 16,-7-11 6-16,7 3 4 0,-3 0 4 0,1 0 4 15,-5-3 1-15,14 4-1 0,-8-2 1 0,1 0 8 16,-1 0-6-16,0 3 6 0,0-4-1 0,0 3 2 15,-2 1 3-15,1-1 0 0,-1 1 3 0,-4-5-2 16,7 7 4-16,-2-3 9 0,-3 2-4 0,-2-6 7 16,1 10 7-16,-1-10-5 0,-3 12-1 0,1-5-1 15,-1-1-9-15,-2 1-13 0,5-7-14 16,-13 12-19-16,5-8-20 0,3 1-29 0,-2-3-96 16,0 4-210-16,7-6 93 0</inkml:trace>
  <inkml:trace contextRef="#ctx0" brushRef="#br0" timeOffset="63699.15">27907 4461 171 0,'0'0'172'15,"5"-2"-25"-15,-5 2-12 0,0 0-26 0,13 0-26 16,-13 0-24-16,0 0-44 0,14 2-26 0,-14-2-35 15,9 6-31-15,-4-3-50 0,-5-3-136 16,7 7 60-16</inkml:trace>
  <inkml:trace contextRef="#ctx0" brushRef="#br0" timeOffset="63830.86">27928 4557 54 0,'0'0'123'0,"0"0"-12"16,0 0-22-16,0 0-22 0,0 0-13 15,0 0-21-15,0 0-13 0,0 0-23 0,0 0-39 16,25-1-43-16,-25 1-91 0,15-5 41 0</inkml:trace>
  <inkml:trace contextRef="#ctx0" brushRef="#br0" timeOffset="64170.98">28107 4356 73 0,'5'-6'149'0,"-5"6"-8"16,9-4-16-16,-2 1-12 0,-7 3-11 0,14 2-5 16,-4-2-7-16,-1 2-8 0,3 3-14 0,-2 0 3 15,-1 4-11-15,1-2 0 0,-2 1-15 0,-3 3 2 16,1-2-4-16,-3 4-3 0,0-2 4 0,-3 6-8 16,-3-6 7-16,-1 6 3 0,-3-2-8 0,-4 0 5 0,1-2-11 15,-3 1 6-15,1-3-5 0,-3 1-2 16,2-2-5-16,2-2 1 0,1-2 0 0,0 2-3 15,3-2-1-15,0-2-6 0,2 1 3 0,-1-3-3 16,6-2 1-16,-6 3-3 0,6-3 3 0,0 0-8 16,-8 4 0-16,8-4 2 0,0 0 3 0,-5 5 0 15,5-5-2-15,0 0-2 0,0 0-2 0,0 0 2 16,0 0-2-16,0 0-4 0,25-1 1 0,-14 0 3 16,1-2-6-16,6 1-12 0,2 0-27 0,1 1-25 15,6-5-45-15,2-1-30 0,-3 1-37 0,-3 3-101 16,-3-1-295-16,7-2 131 0</inkml:trace>
  <inkml:trace contextRef="#ctx0" brushRef="#br0" timeOffset="64820.46">28520 4406 68 0,'0'0'162'0,"-6"-1"-8"0,6 1-17 0,0 0-11 15,0 0-8-15,-17 6-8 0,11-2 0 0,0 2-19 16,-1 0-6-16,-1 1-11 0,2 4-5 0,0-3-6 16,-1 0-11-16,1 1 3 0,1-2-11 0,0 0 3 15,3-2-13-15,0 7 0 0,2-6-3 0,0-6-6 16,1 11 0-16,-1-11 1 0,3 12 2 0,-1-8 2 16,3 0-7-16,0 0 8 0,0 0-3 0,-5-4-4 15,12 3 2-15,-5-2-5 0,-7-1 4 0,14 1-9 16,-8 1 6-16,-6-2-2 0,10-2-4 0,-10 2 2 15,9-1-6-15,-9 1 2 0,8-3-2 0,-8 3-3 16,7-6 0-16,-3 2-1 0,-4 4-4 0,4-10 2 16,-4 3 0-16,0 7 2 0,4-13-3 0,-2 7 4 15,0-2-3-15,0 0 1 0,1 0-5 0,-2 1 6 16,-1 7-1-16,3-14-3 0,-3 8-7 0,3 1 3 16,1-2 0-16,-1 2 0 0,-2-1-2 0,5 0-4 15,-6 6 2-15,8-7 0 0,-3 4 1 0,2-1 0 16,-7 4 0-16,14-3-2 0,-8 3 1 0,-6 0-1 15,14 0 2-15,-2 2-3 0,-5-2 2 0,0 3-6 16,-1-1 11-16,4 2 5 0,-2 0-10 0,-2 0 1 16,1 1 1-16,-1-2 1 0,0 0 1 0,-2 3 1 15,1-1-4-15,-1 0-1 0,0-2 4 0,-4-3 1 16,9 11-4-16,-5-6 4 0,1-1 0 0,-5-4-3 16,3 9 3-16,0-6-2 0,-3-3 4 0,4 7-2 15,-4-7 1-15,4 6-1 0,-4-6 3 0,6 4-2 16,-6-4 2-16,8 4-3 0,-8-4 7 0,0 0 0 15,9 0-6-15,-9 0 2 0,0 0 4 0,14 0-1 16,-14 0 3-16,9-5 3 0,-9 5 0 0,8-6-1 16,-7 0 4-16,-1 6 0 0,5-8 4 0,-2 1 8 15,2 0-1-15,-5 7-2 0,2-14-4 0,-2 8-1 16,3-4 0-16,-3 10-5 0,-4-16 0 0,4 10-4 16,0 6 2-16,-6-10-5 0,3 5 3 0,3 5-8 15,-2-9-3-15,-1 3-8 0,3 6-12 0,-6-3-16 16,6 3-13-16,-18 0-27 0,9 3-39 0,-3 0-36 15,-7 2-50-15,-1 0-107 0,-6 3-332 0,-1 0 147 16</inkml:trace>
  <inkml:trace contextRef="#ctx0" brushRef="#br0" timeOffset="64984.84">28723 4532 8 0,'0'0'123'0,"0"0"-56"0,8 2-33 0,-8-2-41 0,0 0-31 15,0 0-41-15,13-3 19 0</inkml:trace>
  <inkml:trace contextRef="#ctx0" brushRef="#br0" timeOffset="68620.42">29201 3473 77 0,'0'0'93'0,"0"0"-2"16,12 6-11-16,-12-6 4 0,0 0-5 0,0 0 1 15,7 2-8-15,-7-2-3 0,0 0 6 0,12 0 1 16,-12 0-8-16,0 0-7 0,13-2-3 0,-13 2-2 16,0 0 3-16,0 0-1 0,11-1-7 0,-6-2-7 15,-5 3-1-15,11-6-4 0,-5 3 0 0,-1-1 6 16,0 1-11-16,0-3-6 0,-1 2-2 0,-4 4 1 16,12-9 2-16,-9 4-4 0,1 0 1 0,0-2-3 15,0 1-4-15,-1-1-2 0,0 1 3 0,0-1 2 16,-1-1-7-16,-2 8 4 0,6-15-6 0,-5 9 2 15,1-1-6-15,0-1 0 0,-1 1-4 0,0-3 5 16,-1 1-4-16,2 2 5 0,-2 7-1 0,0-12 0 16,0 12 3-16,-2-12-1 0,1 7 0 0,1 5-1 15,1-9-5-15,-1 9 3 0,-2-9 2 0,2 9-1 16,-2-8-1-16,2 8 0 0,0 0-2 0,0 0-1 16,-1-10-2-16,1 10 4 0,0 0-5 0,0 0 0 15,0 0-1-15,4-6-2 0,-4 6-1 0,0 0-2 16,0 0 5-16,5-4-6 0,-5 4-4 0,0 0 2 15,9-3 3-15,-9 3-4 0,0 0 3 0,14 3-6 16,-14-3 4-16,8 3 1 0,-8-3 0 0,6 5-3 16,-6-5 5-16,9 6-10 0,-3-1 13 0,-2 0-4 15,-1-1 0-15,-3-4 7 0,5 10-8 16,-2-2 4-16,-1-3 1 0,1 5 3 0,-1-1 2 16,1 1 3-16,-2-2-4 0,-1 2-2 0,3-1 1 15,-3 2 0-15,1-5-6 0,-1-6 6 0,0 13 1 16,1-7-3-16,0 2 3 0,1-1 1 0,-2-7 1 0,1 12 13 15,3-7-16-15,-2 0-5 0,4 0 10 0,-6-5-6 16,12 10-1-16,-3-7-13 0,2 1-7 0,1-2-22 16,8 1-17-16,-1-3-12 0,9-1-31 0,-2-1-32 15,4 0-19-15,-2-2-91 0,-7 0-264 16,7-2 117-16</inkml:trace>
  <inkml:trace contextRef="#ctx0" brushRef="#br0" timeOffset="82249.2">17766 6625 192 0,'-3'-3'212'0,"3"3"-12"16,-3-9-10-16,3 9-16 0,-7-7-16 0,7 7-20 15,0 0-14-15,-2-6-17 0,2 6-11 16,0 0-15-16,0 0-11 0,0 0-12 0,0 0-2 0,0 0-6 16,0 0-5-16,0 0-1 0,12 25-8 0,-6-13-2 15,1 5-1-15,0-1-7 0,0 0-2 0,2 0-3 16,-2 1 2-16,-1-1-4 0,0-1-3 0,1-1-1 16,-2 0-3-16,1 3 1 0,0-6 0 0,1 2-3 15,-2-4 0-15,0 1 1 0,0-1-4 0,1 1-1 16,-1 0 6-16,0-3-9 0,0 2 7 0,0-1-4 15,-1 0-2-15,-2-4-1 0,2 0 3 0,-4-4 2 16,5 8-5-16,-5-8 4 0,3 4 1 0,-3-4-1 16,0 0 8-16,0 0 17 0,6 5 4 0,-6-5 9 15,0 0-12-15,5-14-3 0,-2 4-1 0,-1-1-1 16,2-4 4-16,-1 0-5 0,0-1 2 0,0-4-7 16,0 1-2-16,-1-7 0 0,2 7 0 0,0 1 13 15,0-3-6-15,-2 1 0 0,2 1 0 0,0 1-2 16,-1 0-2-16,-1 0-2 0,2 4 0 0,-4 3-7 15,3 0 1-15,-2 2-2 0,0 1 2 0,0 3-9 16,2-1-6-16,-3 6-16 0,1-9-14 0,-1 9-29 16,0 0-19-16,0 0-16 0,4-4-17 0,-4 4-19 15,0 0-25-15,0 0-21 0,12 20-13 0,-7-9-153 16,-4 4-370-16,-1-5 164 0</inkml:trace>
  <inkml:trace contextRef="#ctx0" brushRef="#br0" timeOffset="82499.28">18120 6786 152 0,'0'0'222'0,"0"0"-16"16,0 0-16-16,0 0-18 0,0 0-19 0,8-3-18 16,-8 3-14-16,0 0-15 0,0 0-14 0,0 0-9 15,0 0-6-15,5 12-11 0,-4-5-3 0,2 2-11 16,-2 0-2-16,1 2-1 0,0 3-8 0,0-2-2 15,1 1-3-15,-2 4-3 0,1 1-3 0,-1-5-3 16,4 3 0-16,-4-4-5 0,0 1-3 0,1-2-30 16,0 5-25-16,1-3-27 0,-3-2-26 0,2-2-7 15,0 3-23-15,-2-5-21 0,1 1-18 0,-1-8-101 16,-1 11-280-16,1-11 124 0</inkml:trace>
  <inkml:trace contextRef="#ctx0" brushRef="#br0" timeOffset="82915.07">18171 6827 97 0,'0'-18'152'0,"0"5"12"0,0 2 0 0,0-1-7 15,1 2-3-15,1 3-6 0,-1 1-18 0,-1 6-14 16,4-13-11-16,0 7-17 0,-2 2-8 0,-2 4-10 16,12-8-10-16,-6 7-6 0,-6 1-6 0,15-2-5 15,-4 4 0-15,-1-1-7 0,0 1-7 0,-2 0 1 16,1 2-5-16,0 0-2 0,-2 0-3 0,2 2-2 15,-2 0 1-15,-1 1 11 0,0-2-16 0,-2 1-2 16,0 2-1-16,-3-2 1 0,1 1-4 0,-1 0 4 16,-1-7-6-16,-3 14 2 0,2-7-1 0,1-7 0 15,-5 13-1-15,2-8-4 0,-2 1-5 0,5-6-10 16,-3 10-11-16,1-5-7 0,2-5 2 0,-2 10 8 16,2-10-8-16,1 9 5 0,-1-9-4 0,4 9 5 15,1-4-4-15,1-2 3 0,2-1 3 0,2 3 1 16,3-1 1-16,-2-3 3 0,2 4 3 0,0-2-1 15,4 3 0-15,-5-2 4 0,0 2-1 0,1-2 0 0,-4 2 1 16,-3-3 3-16,1 1-3 0,0 0 2 0,-1 4 3 16,-3-3 1-16,-3-5 2 0,0 11 4 0,-1-3 0 15,-4 0 5-15,-2 1 0 0,-3-2-1 16,-2 3-4-16,1-4 1 0,-3 3-4 0,-3-1-1 16,2-2-13-16,1 0-12 0,1 0-22 0,3-2-18 0,0-1-30 15,2 1-32-15,-2-4-102 0,1 0-248 0,9 0 110 16</inkml:trace>
  <inkml:trace contextRef="#ctx0" brushRef="#br0" timeOffset="83169.39">18622 6744 235 0,'3'-5'263'0,"-1"1"-10"0,-2 4-11 0,4-8-19 16,-4 8-21-16,0 0-21 0,3-8-23 0,-3 8-21 0,0 0-18 15,0 0-10-15,0 0-13 0,0 0-7 0,0 0-9 16,6 19 0-16,-4-7-9 0,-2 1-5 0,0 1-4 16,0 2-9-16,1-2-5 0,-1 3-3 0,0 1-4 15,1-1-3-15,-1 2-2 0,0-1-7 16,1-2-4-16,-1-1-16 0,2-3-20 0,1 2-12 0,-3-3-24 16,2 0-25-16,-1 0-25 0,-1 0-28 0,1 1-24 15,0-5-19-15,-1-1-25 0,3 0-159 0,-3-6-379 16,0 0 168-16</inkml:trace>
  <inkml:trace contextRef="#ctx0" brushRef="#br0" timeOffset="83555.69">18650 6770 47 0,'4'-9'158'0,"0"-1"-5"0,-1 1-11 15,3 2-9-15,-1 0-6 0,0 0-12 16,3 4-11-16,0-2-10 0,2 2-5 0,0 1-6 0,-1 0-6 15,1 2-8-15,-1 2-9 0,-1-1-1 0,1 0-12 16,-1 3-1-16,0-2-8 0,-3 2 2 0,2-1-9 16,-2 2-1-16,-2 0 1 0,0 0 4 0,1 1-5 15,-4-6 3-15,4 10-3 0,-4-3-5 0,0-7-3 16,-1 12 1-16,1-12-4 0,-3 12-3 16,2-5-3-16,1-7-11 0,-4 10-9 0,3-2-8 0,0-1-1 15,1-7-8-15,2 14 1 0,-1-7 1 0,2-1 0 16,2 3-1-16,-1-1-5 0,2 1 0 0,2 2 5 15,0-4 10-15,2 1-5 0,0-2-1 0,-1 2 9 16,1 0-1-16,-1-4-3 0,0-1 1 0,0 4-1 16,-4-1 4-16,2-3-4 0,-4 1 4 15,1 1 4-15,-4-5 0 0,5 7 2 0,-5-7 5 16,3 10 14-16,-3-10-2 0,-5 10 2 0,1-4-3 0,-4 0-1 16,1 2 4-16,-5-2-9 0,2 2-1 0,1-3-16 15,-2 0-10-15,-1-1-9 0,3 2-27 0,0-3-26 16,1-2-32-16,2-1-119 0,-3 2-254 0,9-2 112 15</inkml:trace>
  <inkml:trace contextRef="#ctx0" brushRef="#br0" timeOffset="83766.89">19271 6727 185 0,'3'-6'242'0,"-3"6"-18"0,0 0-22 0,0 0-20 16,0 0-21-16,4-6-15 0,-4 6-21 0,0 0-33 15,0 0-23-15,9-1-28 0,-9 1-38 0,0 0-37 16,16 2-34-16,-9 0-39 0,1 0-30 0,-2 0-84 16,-6-2-240-16,11 6 106 0</inkml:trace>
  <inkml:trace contextRef="#ctx0" brushRef="#br0" timeOffset="83909.96">19293 6814 155 0,'0'0'203'0,"0"0"-11"15,0 0-12-15,0 0-14 0,0 0-15 0,0 0-16 16,0 0-11-16,30-4-16 0,-12 0-10 0,1 2-28 16,3 0-39-16,8-1-55 0,2-3-58 0,0 0-65 15,-1 1-80-15,-3 0-246 0,0 2 110 0</inkml:trace>
  <inkml:trace contextRef="#ctx0" brushRef="#br0" timeOffset="90871.7">31632 5628 17 0,'0'0'194'0,"-1"-9"2"0,1 9-7 0,0 0-8 16,0-8-5-16,0 8-17 0,0 0-10 0,0 0-15 15,0 0-9-15,0 0-17 0,0 0-11 0,0 0-13 16,0 0-6-16,0 0-17 0,0 0-8 0,0 0-12 16,0 0-2-16,0 0-10 0,0 0-2 0,0 0-3 15,6 21 0-15,-6-10-4 0,2 2 5 0,0 0-9 16,-1 2 1-16,3-1 2 0,-4 1-1 0,1 0-6 15,1-4-2-15,-1 0 1 0,0 2 2 16,0-3-5-16,1 0 3 0,-1 3-1 0,0-3-2 0,1 2-11 16,-1-3-21-16,0 1-22 0,0-2-24 0,2 1-22 15,0 0-35-15,-2-1-25 0,0-2-160 0,2 2-337 16,-3-8 149-16</inkml:trace>
  <inkml:trace contextRef="#ctx0" brushRef="#br0" timeOffset="91205.68">31820 5751 106 0,'0'0'130'0,"0"0"-15"16,0 0-11-16,0 0-13 0,0 0-12 16,0 0-10-16,0 0 3 0,13 8-16 0,-13-8 3 15,6 7-12-15,-1-3 6 0,0-1 0 0,2 2 1 16,2-1-8-16,-3-3 9 0,3 3-11 0,0 1 0 0,0-2-1 15,-1-1-9-15,1 0 10 0,-1 1-1 0,-1-3 5 16,-7 0 3-16,14 0 6 0,-5 0-2 0,-3-3-1 16,1 1 7-16,-7 2 38 0,11-6 3 0,-8 4-12 15,-3 2-5-15,9-9-10 0,-7 3-4 16,1 0-9-16,-3-3-6 0,2-1-7 0,-2 0-5 16,-1 0-2-16,0 0-8 0,-2 1-7 0,1 0-8 0,-2 3-8 15,0 0-8-15,-1 0-11 0,0 1-7 0,-4 0-16 16,1 2-8-16,-2 2-19 0,-2 1-13 15,0 1-18-15,1 1-33 0,0 2-37 0,-2 2-36 16,3 0-114-16,0-2-333 0,3 3 147 0</inkml:trace>
  <inkml:trace contextRef="#ctx0" brushRef="#br0" timeOffset="91610.38">32268 5577 58 0,'0'0'234'0,"0"0"-25"15,6-4-23-15,-6 4-23 0,0 0-20 0,0 0-17 0,0 0-12 16,0 0-11-16,6 12-12 0,-2-2-6 16,0 2-11-16,5 2-3 0,-4 3-10 0,2 0-4 15,-1 0-3-15,2-1-9 0,-1 1 1 0,-1-1-5 16,2 0-3-16,2-2-7 0,-4-2-1 0,1-2 5 15,-1 0-10-15,1 0-2 0,2-1-2 0,-3 2-3 16,0-5 5-16,0 2-5 0,-1-3 2 0,0 0-5 16,0 0 1-16,-5-5 2 0,6 5-2 0,-2-1 1 15,-4-4 16-15,4 5 15 0,-4-5 25 0,0 0 24 16,0 0 10-16,8 1-9 0,-8-1-10 0,6-11-6 16,-2 3-7-16,0-1-4 0,1-2-6 0,0-5-6 15,1-1-10-15,1-1 0 0,-1-2-9 0,-3 1-1 16,2-7-6-16,0 1-5 0,-1 7-2 0,2 0-4 15,-2-2-6-15,-2 3-17 0,1 5-5 0,-3-1 3 16,4 4-22-16,-3 0-17 0,0 2-26 0,-1 7-38 16,0 0-48-16,2-14-66 0,-2 14-52 0,1-3-166 15,-1 3-474-15,0 0 210 0</inkml:trace>
  <inkml:trace contextRef="#ctx0" brushRef="#br0" timeOffset="96165.32">6487 4463 179 0,'-7'-13'164'0,"5"8"-16"0,-2-2-9 0,0 0-7 16,-1 1-4-16,0 2-3 0,5 4-15 0,-13-11-11 0,7 7-1 15,-1-1-5-15,-2 2-11 0,-1-2-8 0,1 3-11 16,-1-1-6-16,1 2-10 0,-3 2-6 16,1 0-2-16,-2 3-7 0,0-1-3 0,-4 6-1 15,1 3-1-15,-2 0-6 0,-3 6-1 0,-1 0-2 16,1 3 1-16,5 1 1 0,-1 0-1 0,3-1-3 0,0 5 3 15,4-4-2-15,1-3 2 0,3 4-3 0,0-3 5 16,4-2-1-16,-1 1-3 0,5-3-4 0,-1 1 3 16,4 0 1-16,0-1-4 0,6-2 4 0,2 1-3 15,8 2 3-15,-1-2-4 0,5-2 0 16,1-2-9-16,-4-7-22 0,5 4-12 0,2-1-23 0,-3-3-17 16,-4-2-20-16,-1 1-17 0,9-2-23 0,-1-1-13 15,-10-1-10-15,8-4-104 0,-5 2-278 0,-1-3 123 16</inkml:trace>
  <inkml:trace contextRef="#ctx0" brushRef="#br0" timeOffset="96591.51">6851 4585 67 0,'0'0'153'16,"-1"-10"-6"-16,1 10-6 0,-3-12 1 0,-1 5-10 15,4 7-17-15,-6-10-4 0,-1 7-7 16,1-1-6-16,-3 2-10 0,9 2-10 0,-17-1-12 15,5 1-3-15,0 5-6 0,-4 1-7 0,0 4-1 0,0 1-1 16,0 3-3-16,-4 6-5 0,2-2 1 0,5-1-4 16,2-3-7-16,2 3-1 0,0 0-4 0,2-1-3 15,2-2 1-15,3 4-6 0,2-6-2 16,1-1 0-16,-1 2-1 0,1-1 1 0,4-1-3 16,2 0 1-16,-3-3 0 0,4 1 3 0,2-2-7 15,-4-2-2-15,5 0-4 0,-2-1-1 0,-1-2-3 16,-2-2 5-16,-6 0 0 0,18-4-3 0,-10 2 1 15,1-4-4-15,0 0 4 0,0-4 0 0,-3 1 5 0,-1-2-6 16,2-1 11-16,-2-2-3 0,-1 1 3 16,-2-2 2-16,-1-2-6 0,-1 0 7 0,0 1 7 15,2 3 8-15,-4 3 7 0,4-1 3 0,-2 11 6 16,-3-11-5-16,3 11-5 0,0-11-5 0,0 11-5 0,-1-7-9 16,1 7-3-16,0 0-6 0,0 0 3 0,0 0-2 15,0 0-2-15,0 0 3 0,2 29-5 16,-2-16 1-16,2 4 0 0,2 0 2 0,0 0-6 15,-1 2-14-15,4 0-12 0,-1 0-25 0,0-1-34 0,5 5-29 16,0-8-35-16,-2 0-47 0,0-1-146 0,2 1-366 16,-3-6 162-16</inkml:trace>
  <inkml:trace contextRef="#ctx0" brushRef="#br0" timeOffset="96819.78">6993 4404 135 0,'-3'-9'242'0,"2"3"-25"0,1 6-24 15,-4-10-22-15,4 10-23 0,-1-5-20 0,1 5-10 16,0 0-9-16,0 0-9 0,0 26-6 0,0-8-4 16,2 9-8-16,1 2-8 0,-1 0-4 0,4 2-9 15,0-1-4-15,0 2-4 0,-1-1-5 0,3-1-11 16,-3-2-38-16,2 2-26 0,0 0-49 0,0-5-37 15,-1 0-55-15,1 0-139 0,-2-8-334 0,2 1 148 16</inkml:trace>
  <inkml:trace contextRef="#ctx0" brushRef="#br0" timeOffset="97669.29">7352 4524 106 0,'-8'-7'206'16,"2"1"-19"-16,1 3-15 0,-3 2-7 0,8 1-6 16,-19 7-10-16,9 2-9 0,-7 2-16 0,0 8-6 15,0 1-15-15,1 4-4 0,0 0-9 0,4 1-11 16,3-7-9-16,5 1-5 0,2-1-7 0,2-1-3 16,2 1-7-16,2-1 1 0,1-3-5 0,3 2-9 15,2-3-20-15,0-4-16 0,1-1-19 0,-1 0-11 16,6-2-9-16,1-3-10 0,-3 1-4 0,5-6 0 15,-2 0-5-15,-3-3 0 0,5-1 19 0,-2-2-5 16,-2-2 11-16,0-2 0 0,-4 1 12 0,1-2-1 16,-2-2 7-16,-2-1 19 0,-3 1 5 0,1-4 13 15,-1 1 4-15,-4 6 16 0,3-1 17 0,-3 2 11 16,0 2-1-16,-1-3 5 0,0 12-9 0,0 0-8 16,1-17-7-16,-1 17-9 0,0 0-5 0,3-10-9 15,-3 10-3-15,0 0-1 0,0 0-4 0,0 0 4 16,-5 40-8-16,4-25-2 0,-1 3 0 0,0-1 3 15,4 1-4-15,-4 0-2 0,7-1-1 0,-1-1 0 16,2-1 1-16,2-2 4 0,-3-2-1 0,4-1-5 16,0-2 3-16,1-2-3 0,2 1 1 0,-2-3 5 15,-1-1-1-15,5-1-4 0,-4-4 3 0,2 2 1 16,0-3-1-16,0-1 3 0,-1-2-3 0,-2-2 6 16,0 0 0-16,0-2 0 0,1-3-1 0,-2 0 7 15,0-5-1-15,-1 1-3 0,-3 0-4 0,1-2 5 16,-2 6 1-16,-1-6-7 0,0 3 0 0,-1 5 5 15,0 2 4-15,-1 9-1 0,2-15-3 0,-2 15-5 16,2-10-3-16,-2 10-8 0,0-6-5 0,0 6 3 16,0 0-3-16,0 0 0 0,0 0-2 0,0 0 9 15,2 28-8-15,-2-17 0 0,1 1 2 0,0-3-1 16,2 3 0-16,0 2 2 0,2-1 0 0,-2 0-1 16,2-3 2-16,2 0-1 0,-1 1 0 0,3-2 2 15,0-1-2-15,1-1 2 0,4-1-1 0,-4-1 2 16,3-3-4-16,0 0-10 0,0-5 3 0,1 0-1 15,-1-2 3-15,3 0-2 0,0-7-2 16,-1 4 4-16,-4-6-5 0,1-2 7 0,-3-1-1 0,0-8 4 16,-2-1-1-16,0 0 0 0,-2 1 1 0,-3-5-1 15,0 2-2-15,-4 0 11 0,2-1-2 16,-1 3 2-16,-2-2-3 0,1 1 2 0,-3 8 8 16,2 1 3-16,2 1-3 0,0 5 3 0,-2 1-2 15,1 3 2-15,2 8 0 0,-2-11-5 0,2 11-15 16,-1-6-6-16,1 6 5 0,0 0-3 0,0 0 1 0,0 0 8 15,3 36-6-15,-2-17 0 0,2 11 3 0,-5 1 0 16,4 3 2-16,-2 0 0 0,2-2 1 0,-1 0-2 16,1 0 1-16,-2-2 0 0,1 0-1 15,4-4 6-15,-1 1-4 0,1-3-1 0,-1 2-1 16,-2-7 5-16,2-1-7 0,0-1 7 0,0-2-16 16,5 0-13-16,-3-1-27 0,1-4-19 0,-2 0-26 0,1-1-36 15,0 0-38-15,1-3-26 0,2 2-194 0,-5-3-422 16,4-2 187-16</inkml:trace>
  <inkml:trace contextRef="#ctx0" brushRef="#br0" timeOffset="98986.26">8272 4578 50 0,'0'0'190'0,"-8"-6"-11"0,3 2-2 16,5 4-13-16,-9-4-19 0,9 4-15 0,-14 0-16 16,4 2-10-16,1 5-14 0,-2-1-5 0,0 2-7 0,-2 4-9 15,3-2-6-15,0 2-18 0,2-1-6 0,2-1-7 16,0 1 1-16,2 2-4 0,-1-4-4 0,3 1 3 16,0 1-5-16,3 0 2 0,-1-11-11 15,1 14 1-15,3-4 0 0,-1-4 1 0,2 0 3 16,1-1-2-16,-1 0 0 0,2-2-6 0,2 1 3 15,2-3-6-15,0 1 1 0,-1-2-1 0,1 0-7 0,-1-3 3 16,2-1 3-16,-2 1 1 0,-1-2 0 16,-2-1-5-16,3-2 0 0,-5-2-1 0,0 0-2 15,-1-3 1-15,0 1 7 0,-2 0 4 0,0 1 0 16,-1-5 5-16,-1 6 12 0,1 1 3 0,-1 9 3 16,1-11 0-16,-1 11-1 0,-1-11-8 0,1 11-6 0,0-8-3 15,0 8-3-15,0 0-8 0,0 0-2 0,0 0 8 16,0 0-4-16,0 0-1 0,0 0-3 0,-1 36 1 15,0-24-4-15,2 5 2 0,-1 0 5 16,2-2-4-16,1 4-17 0,3-3-17 0,-1-1-23 16,3 1-23-16,0-2-35 0,2-1-28 0,-1-3-39 15,2 2-134-15,1-5-338 0,-2-3 150 0</inkml:trace>
  <inkml:trace contextRef="#ctx0" brushRef="#br0" timeOffset="99221.3">8526 4389 183 0,'0'0'197'0,"-4"-8"-20"0,4 8-24 16,0 0-16-16,0 0-13 0,0 0-9 0,0 0-6 16,-3 31-1-16,1-7-11 0,1 3-4 0,2-1-8 15,-1 5-3-15,0 2-10 0,2-4-3 0,-2 0-9 16,2-1-4-16,-2-1-2 0,1-1-6 0,5-3-6 15,-3-2-3-15,0 3-3 0,1-7-13 0,0 1-31 16,-2-3-27-16,2-2-26 0,0-2-46 0,-3-2-46 16,-1 1-147-16,0 0-324 0,0-10 144 0</inkml:trace>
  <inkml:trace contextRef="#ctx0" brushRef="#br0" timeOffset="99371.05">8401 4582 11 0,'5'-4'123'0,"2"-1"-15"16,4 1-4-16,2 1-17 0,5 3-14 0,0 0-40 15,3 0-23-15,7 6-47 0,-1 1-49 0,-7-1-92 16,4 6 41-16</inkml:trace>
  <inkml:trace contextRef="#ctx0" brushRef="#br0" timeOffset="99654.5">8662 4857 191 0,'0'0'217'0,"0"0"-9"0,0 0-14 0,0 0-11 0,0 0-19 15,0 0-14-15,22-11-16 0,-15 4-13 0,5-1-13 16,-3-2-7-16,4-2-11 0,0 1-11 0,-2-2-3 16,3 2-12-16,-3-2-6 0,1-1-12 0,-2 1 3 15,-1 0-5-15,-3 2-1 0,0-1-7 0,1 2-6 16,-3 0 1-16,-3 2 1 0,2 1 6 0,-2 1-3 15,-1 6-4-15,0 0-8 0,0-14-4 0,0 14-1 16,-13-1-7-16,13 1 0 0,-18 9-3 0,2 0-6 16,2 5 2-16,-2-1 0 0,0 7-2 0,2-6-3 15,2 2 0-15,2-2-6 0,4 4-1 0,3-3-4 16,4 2-17-16,2-1-23 0,6-2-30 0,2-1-22 16,12 2-33-16,5-5-39 0,3 1-165 0,2-6-370 15,4-2 163-15</inkml:trace>
  <inkml:trace contextRef="#ctx0" brushRef="#br0" timeOffset="100145.7">9614 4414 131 0,'-3'-12'230'16,"3"12"-10"-16,0 0-22 0,0 0-13 0,-1-7-18 15,1 7-20-15,0 0-9 0,0 0-14 0,0 0-14 16,0 0-9-16,0 0-14 0,0 0-5 0,0 0-14 16,-1-8-4-16,1 8-4 0,0 0-3 0,0 0-1 15,0 0-4-15,0 0-11 0,0 0-5 0,0 0-1 16,0 0-3-16,0 0 0 0,0 0-7 0,0 0 0 15,0 0-2-15,0 0-2 0,0 0-3 0,0 0-2 16,0 0-1-16,0 0-4 0,8-5 3 0,3 2-5 16,2 2-1-16,10-2-1 0,7-3 3 0,1 1-14 15,2 0-7-15,2-3-14 0,-3 4-19 0,1-1-24 16,-2 1-30-16,-3-1-26 0,-7 3-35 0,-1 1-29 16,0-1-135-16,-8 4-349 0,0-2 154 0</inkml:trace>
  <inkml:trace contextRef="#ctx0" brushRef="#br0" timeOffset="100933.79">9877 4376 120 0,'0'0'131'0,"0"0"-4"16,0 0-10-16,0 0-9 0,0 0-10 0,0 0-7 0,0 0-2 15,0 0-3-15,0 0-6 0,0 0-21 0,0 0 14 16,0 0-11-16,0 0 7 0,0 0-11 0,0 0 4 16,0 0-16-16,0 0-2 0,0 0-7 0,0 0 1 15,0 0-3-15,0 0-6 0,0 0-5 16,0 0-1-16,0 0-6 0,0 0-2 0,0 0 2 16,0 0 1-16,0 0-4 0,0 0-2 0,0 0 0 0,0 0-11 15,0 0 6-15,0 0 1 0,0 0-5 0,0 0 6 16,0 0-3-16,0 0-5 0,0 0 1 0,0 0 6 15,0 0-6-15,0 0 2 0,0 0 12 16,0 0-22-16,0 0 5 0,0 0 2 0,0 0-1 16,0 0 6-16,-7 3-5 0,7-3 6 0,0 0-6 15,0 0 1-15,0 0 3 0,0 0-2 0,0 0-4 0,0 0 1 16,0 0 2-16,0 0 4 0,0 0-2 0,0 0 1 16,0 0-1-16,0 0-2 0,0 0-2 0,0 0 0 15,0 0 1-15,0 0 0 0,0 0-8 16,0 0 4-16,0 0 3 0,0 0 3 0,0 0-2 15,0 0 1-15,0 0 1 0,0 0-1 0,0 0 1 16,0 0-8-16,0 0 3 0,0 0 7 0,0 0-5 0,0 0 3 16,0 0 3-16,0 0-7 0,0 0 1 15,0 0-7-15,0 0-6 0,0 0-1 0,0 0-6 16,0 0-5-16,0 0-3 0,0 0-1 0,0 0-1 16,0 0 0-16,0 0 11 0,0 0-3 0,0 0-3 15,0 0 2-15,0 0 3 0,0 0 7 0,0 0 4 16,0 0-2-16,0 0 5 0,0 0 0 0,0 0 1 0,0 0-7 15,0 0 6-15,0 0 0 0,0 0 5 0,0 0-3 16,0 0 2-16,0 0-6 0,0 0 11 16,0 0-4-16,0 0 5 0,0 0-5 0,0 0-1 15,0 0 3-15,0 0-6 0,0 0 6 0,0 0-3 16,0 0 2-16,0 0-1 0,0 0 1 0,0 0 0 0,0 0 0 16,0 0 2-16,0 0-5 0,0 0 4 0,0 0-3 15,0 0 10-15,0 0-6 0,0 0-4 0,0 0-3 16,0 0 10-16,0 0-2 0,0 0 4 15,0 0-6-15,0 0-3 0,0 0 6 0,0 0-15 16,0 0 11-16,0 0 0 0,0 0-9 0,0 0-4 16,0 0-15-16,0 0 0 0,0 0-2 0,0 0-16 0,0 0-10 15,0 0 2-15,0 0-8 0,0 0-1 16,0 0-5-16,-9 0 4 0,9 0-2 0,0 0 0 16,0 0-7-16,-8 6 12 0,8-6 0 0,0 0 3 15,-5 2 5-15,5-2 7 0,0 0-4 0,0 0 6 16,0 0-31-16,-9 2 67 0,9-2-52 0,0 0-65 15,0 0 28-15</inkml:trace>
  <inkml:trace contextRef="#ctx0" brushRef="#br0" timeOffset="101588.46">9831 4392 201 0,'0'0'-34'16,"0"0"-37"-16,0 0 18 0,0 0 145 0,0 0-95 16,0 0-2-16,0 0 10 0,0 0-2 0,0 0 3 15,0 0 3-15,-10-1 8 0,10 1-5 0,0 0 10 16,0 0 1-16,0 0-5 0,0 0 8 0,0 0-7 16,0 0 2-16,0 0-6 0,0 0 8 0,0 0 2 15,0 0 0-15,-4-9 2 0,4 9-9 0,0 0 3 16,0 0 1-16,0 0 12 0,0 0-8 0,0 0-7 15,0 0 5-15,0 0 3 0,0 0 4 0,0 0-9 16,0 0-1-16,0 0 0 0,0 0-1 0,0 0-4 16,0 0-1-16,0 0 1 0,0 0 7 0,0 0-3 15,0 0 8-15,0 0 6 0,0 0 5 0,0 0-2 16,0 0 3-16,0 0-2 0,0 0-1 0,0 0 6 16,0 0 8-16,0 0-4 0,0 0-9 15,0 0 3-15,0 0-3 0,0 0-1 0,0 0-1 0,0 0-2 16,0 0 1-16,0 0 0 0,0 0 2 0,-3-7-5 15,3 7 2-15,0 0-10 0,0 0-2 0,0 0-6 16,0 0 0-16,0 0-5 0,0 0-3 0,0 0-2 16,0 0 1-16,0 0-7 0,0 0 0 0,0 0-2 15,0 0-2-15,10 27 1 0,-8-15 17 0,1 7 8 16,-3-2 4-16,0 11 6 0,0-3 7 0,0 2 0 16,0 0-8-16,-2-6 1 0,1 3 2 0,1 1-9 15,1-6 1-15,-2 1 2 0,0-1 2 0,1-3-3 16,0 1-6-16,1-4 1 0,-1 2-2 0,3-4 0 15,-5 1 0-15,4-2-3 0,-1 2-2 0,0-2 2 16,-1-4-5-16,0-6 1 0,2 14-7 0,-2-8 3 16,0-6 0-16,1 12 0 0,0-7 0 0,-1-5 0 15,0 9-1-15,0-9 1 0,0 0 0 0,0 0 0 16,0 8 1-16,0-8 3 0,0 0-4 0,0 0 4 16,0 0 4-16,0 0 4 0,0 0 2 0,0 0-8 15,0 0 2-15,0 0-6 0,0 0-5 0,0 0-7 16,0 0-4-16,-17-14-2 0,11 10-4 0,-2-3-6 15,2 5 5-15,-2-5-5 0,1 5 5 0,-4-3 0 16,4 3 2-16,0-2 0 0,0 0 2 0,-1 1-2 16,8 3-1-16,-14-6 3 0,7 5-1 0,0-1-3 15,7 2 6-15,-10-2-5 0,10 2 4 0,-9-3-3 16,9 3 4-16,0 0-2 0,-12-1-2 16,12 1 0-16,0 0-2 0,0 0 2 0,0 0 0 0,0 0 4 15,0 0 0-15,0 0-1 0,0 0-1 0,0 0-5 16,22 9-3-16,-9-10-11 0,-1 2 0 0,8 0-18 15,1 0-7-15,6 1-21 0,1-5-21 0,0 1-29 16,1 0-29-16,0-1-118 0,-7 1-291 0,-3 0 130 16</inkml:trace>
  <inkml:trace contextRef="#ctx0" brushRef="#br0" timeOffset="101811.06">10192 4649 90 0,'1'-9'211'0,"-1"9"-6"15,0 0-6-15,0 0-22 0,0 0-18 0,2-9-20 16,-2 9-20-16,0 0-16 0,0 0-8 16,0 0-8-16,0 0-7 0,-1 33 1 0,0-18-7 15,0 4 4-15,-2 1-7 0,-1 4-7 0,4 3-11 0,-4-10-2 16,4 8-3-16,-1-6-8 0,-1 1 2 0,-1-1-6 16,1-1 1-16,2 0-6 0,-2-2-8 0,5 1-25 15,-3-5-16-15,1-1-40 0,0 1-11 16,1-2-29-16,-2-10-36 0,3 16-27 0,-1-6-149 15,-2-10-334-15,1 9 148 0</inkml:trace>
  <inkml:trace contextRef="#ctx0" brushRef="#br0" timeOffset="102245.36">10227 4602 64 0,'9'-10'161'0,"-1"7"-15"16,-8 3-13-16,11-6-11 0,-1 5-8 0,1-1-6 15,-11 2-11-15,22 5-15 0,-12-3 0 0,0 3-15 16,0 2-6-16,2-1-6 0,-5 2-4 0,1-1-6 16,1 3 1-16,-4-2-1 0,0 1-4 0,0 0 1 15,-2-1 3-15,-2 3 9 0,-1-1 1 0,-2 0-4 16,0-4-2-16,0 4-4 0,-2-2-3 0,0 2-3 15,2-3-8-15,-1-1 2 0,-2 0-4 0,5-6-5 16,-4 11-1-16,4-11-7 0,-2 8 1 0,2-8-15 16,-2 8 4-16,2-8-4 0,0 0-4 0,6 10 3 15,-3-6-4-15,2 0 1 0,0 2-1 0,4-2 1 16,0 2-5-16,-2-1 2 0,2 2 3 0,-3-1-2 16,2-1-3-16,-2 4 4 0,3-4 3 0,-4 4-2 15,2-1 0-15,-5-2 2 0,1 3-4 0,-2-2 4 16,0-1 9-16,-1-6 1 0,-2 13 13 0,-2-6-8 15,-2 0 2-15,-2 2 4 0,-2-1 0 0,-3 0-10 16,-4 3 0-16,-2-4 1 0,0 2 1 0,1-2-15 16,-4-1-16-16,2 0-7 0,3 0-38 0,-1-3-18 15,5-2-42-15,1 2-35 0,3-1-138 0,9-2-320 16,-19 0 142-16</inkml:trace>
  <inkml:trace contextRef="#ctx0" brushRef="#br0" timeOffset="102916.49">10800 4963 143 0,'0'0'276'0,"-3"5"-15"16,3-5-15-16,0 0-20 0,0 0-23 0,0 0-24 16,0 0-27-16,0 0-47 0,0 0-59 0,-5 7-65 15,5-7-76-15,0 0-193 0,0 0-311 0,-5 7 139 16</inkml:trace>
  <inkml:trace contextRef="#ctx0" brushRef="#br0" timeOffset="128297.9">27310 6385 24 0,'0'0'25'0,"0"0"-6"0,0 0-3 0,-12-1-2 0,12 1-1 16,0 0-3-16,0 0 1 0,0 0 1 0,-12 1 2 15,12-1-6-15,0 0-5 0,0 0 6 0,0 0-2 16,-9-1 2-16,9 1-1 0,0 0-1 0,0 0-5 15,0 0 11-15,0 0-7 0,0 0-5 0,0 0 1 16,0 0 1-16,0 0-3 0,0 0 4 0,0 0-4 16,0 0 2-16,0 0 0 0,0 0-2 0,0 0-1 15,0 0-1-15,0 0 0 0,0 0 2 0,24 3 1 16,-24-3-7-16,14 2 3 0,-14-2-1 0,12-2 0 16,-12 2-1-16,11 2-4 0,-11-2 3 0,10 0 1 15,-3 2-11-15,-7-2 1 0,11 0-2 0,-11 0-8 16,7 0-28-16,-7 0 13 0</inkml:trace>
  <inkml:trace contextRef="#ctx0" brushRef="#br0" timeOffset="145761.53">21995 6288 3 0,'33'-6'24'0,"-2"0"1"0,-3 0-1 0,-8 3 0 16,-2 0-3-16,-4-1-1 0,-3 1 1 0,0 3 0 15,-5-2 1-15,1 0 5 0,-7 2 6 0,9-2 12 16,-9 2 3-16,0 0 2 0,10 0 6 0,-10 0 9 15,0 0-7-15,0 0-1 0,0 0 0 0,8-1-4 16,-8 1-5-16,0 0-2 0,0 0 0 0,0 0-10 16,0 0-5-16,0 0-3 0,0 0-7 0,0 0 8 15,0 0-22-15,0 0-17 0,0 0-21 0,0 0-20 16,0 0-19-16,0 0-10 0,0 0-54 0,0 0-146 16,-21 17 65-16</inkml:trace>
  <inkml:trace contextRef="#ctx0" brushRef="#br0" timeOffset="146389.24">21544 6728 42 0,'-10'-3'43'0,"10"3"4"0,0 0-5 0,-9-3 1 16,9 3-8-16,-8-2 0 0,8 2-4 0,-11-2 1 16,11 2-2-16,-11-2-2 0,11 2 2 0,-10-2 5 15,10 2-1-15,-9-1 8 0,9 1-1 0,0 0-3 16,-10-2 1-16,10 2-10 0,0 0 1 0,-7-2-8 15,7 2-5-15,0 0 7 0,0 0-8 0,0 0 0 0,0 0-2 16,0 0 0-16,-6-4-5 0,6 4 1 16,0 0-3-16,0 0 0 0,0 0 3 0,29-3-3 15,-11 1 7-15,10-1 2 0,3-1-6 0,5 0 13 16,-1-3-5-16,3 3 4 0,-1-2-5 0,0 1 0 16,-1 1-6-16,-2-2 11 0,-2 3-15 0,-2 1-1 15,0-1 0-15,-9 1-1 0,-5 2 5 0,-2-1-2 16,3 1 0-16,-6-3-1 0,0 2-7 0,-4 1 7 15,-7 0 0-15,13-1-1 0,-13 1 5 0,0 0 11 16,10 0 4-16,-10 0-1 0,0 0 7 0,7-2 4 16,-7 2-8-16,0 0 1 0,0 0-12 0,0 0-17 0,0 0-23 15,0 0-5-15,0 0-20 0,0 0-10 16,0 0-7-16,0 0-20 0,-25-4-11 0,25 4-66 16,0 0-175-16,-19 3 78 0</inkml:trace>
  <inkml:trace contextRef="#ctx0" brushRef="#br0" timeOffset="170847.4">25653 5063 31 0,'0'0'56'0,"0"0"-6"16,0 0-4-16,0 0-4 0,0 0 3 0,0 0 0 16,-3 18 0-16,3-18 8 0,0 15 3 0,0-5-8 15,0 1 9-15,0 4-9 0,0 0 3 0,0 2-3 16,1-2 2-16,1-2-9 0,-2 3-2 0,2 0-5 16,-2 0 5-16,4 0-3 0,-2 3 6 0,1-3 8 15,1 3 4-15,1-1-6 0,-1-1 0 0,1-2-9 16,1 3-2-16,3-1-3 0,-1-2-3 0,0 3-6 15,1-2 2-15,1 1-6 0,1 0 1 0,1-2-1 16,2 1-2-16,-1-2-6 0,-1 1 6 0,1-2-4 16,0 0-3-16,1 0-4 0,0 1 2 0,4 0 1 15,-3-2 0-15,3 0-5 0,5 1 1 0,-5-2 3 16,5 3-1-16,-5-3-5 0,-1-3 2 0,4 2-4 16,-4-1 3-16,2-1 3 0,1-1 4 0,-3 0-11 15,2 2 2-15,-2-1 6 0,2 1-6 0,1-3 0 16,-3 1-2-16,11 0 3 0,-1 0 3 0,0-1-1 15,0 1-3-15,0-1-6 0,-5-3 3 0,7 3 6 16,-4-1 2-16,-2 0-9 0,-1-4 6 0,4 3 2 16,1 0 4-16,-6-3-3 0,6 3-4 0,-7-3 5 15,2 0 2-15,-3 0 2 0,0 1-4 0,0-2 2 16,1 1-3-16,-2-1 0 0,-2-1-3 0,-3 1 1 16,1 0 2-16,-5-2-3 0,4 1-1 0,-4 1 6 15,2 0-7-15,-2-1 4 0,-9 1 1 0,12 0-6 16,-12 0 6-16,9 0-3 0,-9 0 2 0,0 0-2 15,10 0-1-15,-10 0 4 0,0 0 4 0,0 0 3 16,0 0 4-16,10 0 1 0,-10 0 1 0,0 0-1 16,0 0-2-16,0 0-3 0,0 0-3 0,0 0-1 15,0 0-3-15,0 0 0 0,0 0-4 0,0 0 3 16,0 0 0-16,-20 21-2 0,11-12 4 0,-7 1-4 16,0 2 1-16,0-2 0 0,1 1 0 0,1 1-3 15,-1-2 4-15,1 0-4 0,1 0 2 0,1-1-5 16,1-1 4-16,2-1-2 0,1-1-1 0,0 2 3 15,1-5-1-15,3 1-18 0,-2 2-14 0,3-2-17 16,3-4-17-16,-7 7-28 0,7-7-28 0,-4 7-25 16,4-7-132-16,-3 7-299 0,3-7 132 0</inkml:trace>
  <inkml:trace contextRef="#ctx0" brushRef="#br0" timeOffset="171057.3">26781 5816 60 0,'-4'-12'204'16,"0"-5"-6"-16,4 5-4 0,-2 0-8 0,-5 2-9 0,5-2 0 16,-4-1-13-16,3 3-12 0,-4 0-13 15,2 0-12-15,-1 1-11 0,0 1-14 0,1 0-7 16,-1 2-12-16,2 0-9 0,-2 0-8 0,2 1-13 16,-1 1-20-16,1-2-18 0,4 6-19 0,-10-9-25 0,6 6-26 15,0-1-20-15,4 4-28 0,-9-9-33 16,4 6-22-16,1 0-21 0,-5-1-101 0,0 1-302 15,-2-1 133-15</inkml:trace>
  <inkml:trace contextRef="#ctx0" brushRef="#br0" timeOffset="171496.29">25599 5163 5 0,'0'0'145'0,"0"0"-4"0,0 0-7 0,0 0-16 16,0 0-13-16,0 0-13 0,0 0-3 0,0 0-15 15,-1-12-6-15,1 12-7 0,0 0-7 0,0 0-5 16,0 0-10-16,0 0-6 0,0 0-16 0,0 0-11 16,0 0-14-16,0 0-18 0,0 0-24 0,0 0-13 15,0 0-18-15,0 0-14 0,2 27-57 0,-2-27-164 16,-4 8 73-16</inkml:trace>
  <inkml:trace contextRef="#ctx0" brushRef="#br0" timeOffset="171693.34">25675 5101 94 0,'0'0'128'15,"0"0"-10"-15,0 0-14 0,0 0-3 0,0 0-16 16,0 0-14-16,0 0-5 0,0 0-6 0,0 0-10 16,-27 14-5-16,16-5-1 0,-3 1 3 0,1 1-12 15,-3 1-5-15,3 0 4 0,-1 1 2 0,1 1-12 16,-1 0-23-16,1-3-20 0,4 3-23 0,-5 1-23 15,1-1-17-15,1-1-80 0,-1 2-174 0,-1-5 78 0</inkml:trace>
  <inkml:trace contextRef="#ctx0" brushRef="#br0" timeOffset="171886.41">25540 5189 66 0,'5'-2'129'0,"-5"2"-16"0,11-1-8 16,-11 1-14-16,15 0-24 0,-3 1 6 0,1 1-9 15,1 0-9-15,2 2-19 0,4 0-23 0,-1-1-24 0,8 4-16 16,-4-5-19-16,-4 3-76 0,2 0-131 16,-2 1 58-16</inkml:trace>
  <inkml:trace contextRef="#ctx0" brushRef="#br0" timeOffset="172421.44">25247 5782 46 0,'-5'-5'157'0,"5"5"-20"0,0 0-18 16,-7-4-13-16,7 4-10 0,0 0-9 0,0 0-10 15,0 0-6-15,12 16-13 0,-4-6-1 0,1 4-7 16,1 2-4-16,6 6 1 0,-1-2-8 0,-4-2 3 16,5 4-9-16,-6-5-4 0,0 1 5 0,7 1-12 15,-7-2-4-15,2 0 1 0,-2-5-5 0,-1 2 0 16,-1-5 5-16,4 3-4 0,-3-3-1 0,-4-1 0 16,3 1-5-16,-2-2 6 0,0-3-6 0,-4 2 0 15,1-2 3-15,-3-4 4 0,6 6 21 0,-6-6 27 16,4 3 17-16,-4-3 11 0,0 0-13 0,0 0-6 15,10-13-5-15,-6 4-10 0,0-1-7 0,-3-6 3 16,3-1-5-16,2-1-8 0,-1 0 1 0,0-1-5 16,-1 1-5-16,1 0-2 0,-1-1-8 0,-2 1 2 0,1 1-11 15,3 1 4-15,-3 1-6 0,1 4-8 16,1 1-14-16,-5 1-20 0,4-1-24 0,-4 4-14 16,0 6-13-16,3-9-32 0,-3 9-22 0,6-4 0 15,-6 4 4-15,0 0-8 0,14 3-4 0,-14-3-103 16,15 10-267-16,-9-4 119 0</inkml:trace>
  <inkml:trace contextRef="#ctx0" brushRef="#br0" timeOffset="172646.54">25709 5961 84 0,'0'0'113'0,"0"0"4"0,0 0-9 0,-4 16-10 16,1-9 4-16,0 4-9 0,1-1-3 0,0 2-3 15,-1-1-10-15,1 2-7 0,0 2-5 0,2 2-10 16,-2-4-7-16,2 3 2 0,0-4-7 0,0 2-6 16,-2-4-1-16,4 2-4 0,-2-2 2 0,2 2-3 0,-2-2-5 15,0 1-8-15,0-2-7 0,2-1-35 16,-1 1-17-16,0-1-29 0,-1-8-13 0,3 11-14 16,-3-11-15-16,0 9-71 0,0-9-199 0,0 0 88 15</inkml:trace>
  <inkml:trace contextRef="#ctx0" brushRef="#br0" timeOffset="173034.29">25755 5950 50 0,'8'-12'113'16,"-1"3"-1"-16,1-1-7 0,1 1-6 0,0 1-5 0,-2 2-12 16,2 2-3-16,3 0 0 0,-2 2-8 15,1-1-4-15,1 3-16 0,-12 0 5 0,13 4-3 0,-4-3-10 16,-2 2-6-16,2 1 0 0,-2 1-4 15,-5 0 4-15,4 1-1 0,-4 1-5 0,4 2-3 16,-6 0 0-16,-3 1 1 0,0-1 1 0,-1 0-4 0,0 0 1 16,-2 0 2-16,-1-2-6 0,0 3-4 15,2-3-2-15,-4 1-8 0,1-1 8 0,3-3-17 16,0 2 5-16,-1-1-13 0,1 0-3 0,5-5-9 16,-6 4-2-16,6-4-7 0,-3 8 4 0,3-8 0 15,-2 7 3-15,2-7 4 0,0 0-4 0,5 12 5 16,-1-7 14-16,0 0-15 0,3-1 9 0,0 3-6 0,-2-1 2 15,1-3-1-15,1 3 5 0,-3-3-3 0,1 4 2 16,0-4 8-16,1 4-3 0,-3-1 1 16,-3-6 8-16,4 8 2 0,-2 0-1 0,-2-8-4 15,-2 10 11-15,2-10-2 0,-7 12 4 0,3-8-6 0,-3 1 3 16,2 0-10-16,-4 1-12 0,1-1-11 16,-2 0-13-16,4-3-25 0,-1 0-5 0,7-2-25 15,-13 4-95-15,5-4-201 0,8 0 90 0</inkml:trace>
  <inkml:trace contextRef="#ctx0" brushRef="#br0" timeOffset="173435.43">26081 5977 110 0,'0'0'161'0,"0"0"-6"15,0 0-13-15,-24 6-12 0,15 0-9 0,1-2-14 0,-2 4-6 16,3-1-14-16,-2-1-3 0,0 4-12 0,4-2-7 15,-1-1-4-15,1 3-2 0,1-2-8 16,0 2-9-16,4-3-5 0,-2 2-1 0,2-1 1 16,2 0-12-16,0-2-4 0,0 2-9 0,2-3 5 0,1-2-11 15,1 4-4-15,-1-4 2 0,4 1 1 0,0-1-10 16,-2-3 0-16,-1 3 0 0,-6-3 3 0,14 1 1 16,-14-1 5-16,7 0 15 0,-7 0 6 0,6 3 5 15,-6-3 10-15,0 0 17 0,8 2-9 16,-8-2-4-16,0 0-5 0,0 0-7 0,0 0-5 0,0 0-3 15,0 0-1-15,0 0-6 0,-23 5-1 0,16-3 0 16,0 1-2-16,0 3-2 0,-3 0 1 0,-2 0-1 16,5 1-1-16,-1-1 2 0,1-1-9 15,-1 4 3-15,4-1-1 0,-3-4 0 0,5 1-2 16,2-5-1-16,-6 10 0 0,4-5 1 0,2-5-3 0,-2 9 0 16,2-9 0-16,2 8-1 0,-2-8-16 0,10 6-24 15,-3-2-1-15,3-1-24 0,1 0-26 0,2-3-22 16,1 0-22-16,-1-2-12 0,5 1-130 15,-5-3-300-15,-1 1 133 0</inkml:trace>
  <inkml:trace contextRef="#ctx0" brushRef="#br0" timeOffset="173591.8">26170 6156 121 0,'0'0'191'0,"0"0"-2"15,0 0-9-15,0-9-8 0,0 9-15 0,0 0-10 16,0 0-15-16,0 0-14 0,0 0-23 0,4-6-18 0,-4 6-18 15,0 0-22-15,13-1-23 0,-13 1-25 0,14-3-35 16,-5-1-46-16,2 2-45 0,2-1-98 0,-4 0-252 16,-9 3 112-16</inkml:trace>
  <inkml:trace contextRef="#ctx0" brushRef="#br0" timeOffset="173760.53">26196 6232 53 0,'0'0'144'0,"-5"6"-11"0,5-6-5 0,0 0-16 16,0 0-8-16,0 0-10 0,0 0-10 0,0 0-1 0,0 0-5 16,0 0 4-16,12 8-6 0,-5-8-13 0,3 0-17 15,4-1-17-15,2-1-40 0,2 1-32 0,0-3-34 16,-5 2-37-16,0-2-64 0,2-1-192 0,2-1 86 16</inkml:trace>
  <inkml:trace contextRef="#ctx0" brushRef="#br0" timeOffset="174102.02">26495 6118 98 0,'0'0'230'0,"2"-7"-9"0,-2 7-13 16,0 0-18-16,0 0-20 0,0 0-18 0,0 0-19 0,0 0-17 16,0 0-7-16,0 0-10 0,-13 21-11 0,4-13-9 15,1 3-9-15,0-1-8 0,-1 4-8 0,3-4-6 16,3 0-1-16,-4 0-11 0,2 0 1 0,3-1-2 15,0 1-5-15,0-4-3 0,2-6-3 16,2 13 0-16,0-7-2 0,-2-6-2 0,5 11 0 0,1-7 0 16,0 0 0-16,0-1-1 0,-6-3 1 0,13 3-1 15,-5-3 4-15,-8 0-4 0,15-2 9 0,-6-1-8 16,2 0 0-16,-6-1 0 0,3-3 1 16,-1 2 0-16,0-2-4 0,2-3 1 0,-4 1-5 15,3-6 2-15,-4 5-2 0,2-2 1 0,-4 1-4 0,2-1 0 16,-4 1-1-16,0-1-4 0,0 2-2 0,0 10-6 15,-2-13-12-15,-2 6-17 0,1 2-22 16,3 5-23-16,-11-6-21 0,2 5-14 0,9 1-26 16,-16 1-30-16,5 2-31 0,0 0-126 0,1 2-353 0,0-2 156 15</inkml:trace>
  <inkml:trace contextRef="#ctx0" brushRef="#br0" timeOffset="174253.4">26652 6168 97 0,'0'0'216'0,"0"0"-18"0,0 0-14 16,9-1-23-16,-9 1-31 0,0 0-34 0,0 0-42 15,0 0-42-15,0 0-45 0,0 0-44 0,0 0-96 16,0 0-188-16,0 0 83 0</inkml:trace>
  <inkml:trace contextRef="#ctx0" brushRef="#br0" timeOffset="174608.37">26683 6042 106 0,'0'0'224'0,"0"0"-11"0,0 0-9 16,2-8-22-16,-2 8-14 0,0 0-16 0,0 0-14 16,0 0-19-16,0 0-19 0,8-3-6 0,-8 3-6 15,0 0-7-15,10 0-10 0,-10 0-4 0,15 1-8 16,-7 1-7-16,-8-2-7 0,13 0-3 15,-6 2-5-15,0 0-7 0,0-1-5 0,-7-1-4 0,11 3-2 16,-7 0 2-16,-4-3-6 0,10 4-1 0,-6 0 1 16,-4-4-4-16,7 7-3 0,-5-3 7 0,-2-4-7 15,6 10-1-15,-4-2 0 0,-1-1-2 0,2 0 4 16,-1 3-6-16,0-2-3 0,-2 1 5 0,0 1 0 16,-2 1-1-16,2 2 1 0,-2-1-2 0,-1 0-3 15,0 3 6-15,1 0-3 0,-2 1 3 16,0 0-6-16,-1 0 5 0,1-2 0 0,0-1 1 0,-4 3-3 15,6-3 0-15,0-1 1 0,-3 3 0 16,1-3-1-16,2 0-17 0,-3-1-20 0,3 1-31 0,0-2-25 16,-3-3-31-16,5 3-14 0,0-10-40 0,0 13-144 15,0-7-345-15,0-6 153 0</inkml:trace>
  <inkml:trace contextRef="#ctx0" brushRef="#br0" timeOffset="174782.86">26699 6272 23 0,'0'0'191'0,"0"0"-23"0,0 0-20 16,0 0-13-16,0 0-12 0,0 0-32 0,13-5-24 16,-3 3-46-16,3 1-50 0,7-2-58 0,-6 2-56 15,4-5-152-15,-1 3 67 0</inkml:trace>
  <inkml:trace contextRef="#ctx0" brushRef="#br0" timeOffset="175149.45">26924 6134 126 0,'0'0'199'0,"0"0"-15"15,0 0-21-15,0 0-22 0,0 0-6 0,2-6-22 16,-2 6-14-16,0 0-12 0,0 0-3 0,0 0-13 15,7 26-7-15,-5-16-3 0,0 0 0 0,-1-1-4 16,3 1-4-16,-2 2-6 0,0-2-2 0,3 2-4 16,-3-1-4-16,0-2 0 0,0 1-8 0,2 0-2 15,-4-4-3-15,4 3 2 0,0-3-2 0,-4-1-6 16,0-5 2-16,2 10 0 0,-2-10-1 0,7 8-2 16,-7-8-2-16,2 7-3 0,-2-7 6 0,0 0 0 15,4 4 17-15,-4-4 12 0,0 0 6 0,0 0 2 16,0 0 7-16,14-9-5 0,-10 2 3 0,1 0-6 15,-1-4 5-15,1 1-9 0,3-1-2 0,-2-6-2 16,2 1-4-16,-1-1-6 0,1 2-5 0,0-4-4 16,3-5-1-16,-2 7-9 0,0 0 1 0,2 1-4 15,-4 6-3-15,-3-2-13 0,3 3-12 0,-2 4-20 16,-3-1-20-16,-2 6-33 0,7-7-44 0,-7 7-52 16,6-4-35-16,-6 4-169 0,0 0-418 0,0 0 186 15</inkml:trace>
  <inkml:trace contextRef="#ctx0" brushRef="#br0" timeOffset="175450.37">26768 6306 98 0,'0'0'286'0,"0"0"-12"0,0 0-8 0,0 0-26 0,0 0-22 15,-4 7-24-15,4-7-22 0,0 0-23 0,0 0-30 16,0 0-31-16,0 0-38 0,0 0-34 15,0 0-41-15,0 0-59 0,27-2-74 0,-20-3-160 0,5 4-343 16,-12 1 152-16</inkml:trace>
  <inkml:trace contextRef="#ctx0" brushRef="#br0" timeOffset="177822.05">22455 4897 32 0,'-8'-2'125'0,"2"-1"-9"0,6 3-7 16,-13-3-4-16,13 3-10 0,-9-4-10 0,9 4 2 16,-8-2-19-16,8 2-4 0,0 0 2 0,0 0-14 15,-10-1-3-15,10 1-9 0,0 0 13 0,0 0-6 16,0 0-4-16,0 0-4 0,0 0-7 0,0 0 14 15,22 17-11-15,-12-12-10 0,3-1 1 0,3 2 3 16,3-2-5-16,-2 2 0 0,1 0-4 0,0-1-2 16,-1 1-1-16,1-1 0 0,-3 1-6 0,-2-2 8 15,-3 0-9-15,0 2-5 0,2-2 0 0,-3 2 1 16,-3 1-3-16,3 1 0 0,-4-1 5 0,-1 1 1 16,-1 1-2-16,-2 1-1 0,-1-1 2 0,-1 4 3 15,-1-1-3-15,-3 3 2 0,0 0-3 0,-1 3-17 16,-1-1-19-16,2 0-13 0,0-1-30 0,0 2-20 15,0-2-27-15,-1 3-108 0,-1-1-246 0,2-3 110 16</inkml:trace>
  <inkml:trace contextRef="#ctx0" brushRef="#br0" timeOffset="178069.36">22486 5363 86 0,'0'0'140'0,"0"0"-9"16,0 0-16-16,-3-6-14 0,3 6-10 16,0 0-8-16,0 0-8 0,28-1-4 0,-7 1-10 15,7-1-3-15,1 2-17 0,2-1-24 0,2-1-18 0,-5 1-20 16,2 0-20-16,-9 1-20 0,-2 0-13 0,-6 1-12 15,0-1-45-15,-3 0-143 0,1 2 64 16</inkml:trace>
  <inkml:trace contextRef="#ctx0" brushRef="#br0" timeOffset="178628.79">22796 5350 1 0,'0'0'108'16,"-9"-4"-9"-16,9 4 0 0,0 0-15 0,0 0-8 15,0 0 2-15,0 0-13 0,0 0-18 0,0 0-1 16,0 0-1-16,0 0-2 0,-15 18 1 0,14-8 7 15,1 5-3-15,-1 4-3 0,1-2 5 0,0 2-12 16,1 0 1-16,-1 7-3 0,1-9 1 0,0 2-3 16,2 1 3-16,-2-4-3 0,2 2-9 0,0-1 3 15,0 1 11-15,0-1-10 0,0-3-7 16,0-3 7-16,0 2-11 0,-1-4 0 0,1 2-5 16,-2-2 1-16,1-1-20 0,-2-1 5 0,0-7-1 15,-3 14-5-15,0-7-4 0,-1-2-13 0,4-5-14 0,-7 10 4 16,-2-6 0-16,-3-2-15 0,-1 0 9 0,1 0 3 15,-1-4 1-15,-1 2 6 0,0-1 6 0,2-2 4 16,1 3 4-16,2-3 11 0,1 2 7 0,8 1 8 16,-13-2 8-16,13 2 3 0,-9-2-6 15,9 2 0-15,0 0-5 0,0 0-3 0,0 0 3 0,0 0-4 16,0 0-1-16,23-8 4 0,-6 5-6 0,1-2-3 16,2 3 14-16,1 2-6 0,8-2-20 0,-1 1 3 15,0-2-12-15,0 3-19 0,-6-2-10 0,-4 1-15 16,3-3-5-16,-2 3-9 0,-3-2-6 15,-3 1 6-15,-3-1 7 0,-2 0 11 0,-2 1 3 0,2 0 6 16,-3-4 9-16,-1 2 19 0,-4 4 17 0,6-11 12 16,-2 6 10-16,-1 0 17 0,-3 5 8 0,0 0-9 15,1-17 23-15,-1 17 13 0,0-10 4 0,0 10-1 16,0-9 12-16,0 9 2 0,0 0-1 0,0-10-6 16,0 10-13-16,0 0-1 0,0 0-8 15,0 0-8-15,0 0-13 0,0 0-3 0,0 0 0 0,0 0-6 16,0 0-1-16,0 0-2 0,0 0-1 0,0 29-5 15,0-16-2-15,0-2 4 0,0 4 0 0,0-1-2 16,0-2 3-16,1 2-7 0,1 0-1 0,-1 2-2 16,3-5 2-16,-3 1-14 0,0-1-18 15,2 0-19-15,-1 1-28 0,1-1-16 0,0-3-7 0,-2 2-27 16,-1-1-95-16,-1-2-231 0,1-7 102 0</inkml:trace>
  <inkml:trace contextRef="#ctx0" brushRef="#br0" timeOffset="179014.16">23020 5640 81 0,'7'-11'127'0,"-1"1"-5"16,-1 2-4-16,0 2-18 0,1 0-6 0,4 0-9 16,-1 1-10-16,1 3 1 0,1-1 0 0,-1 3-18 15,-1 2-5-15,0-1-7 0,0 1 0 16,0 3-6-16,1 0-8 0,0 1 3 0,-2 1-8 0,-1 1-1 15,-1 1 11-15,-1-1-13 0,-3 3 1 0,0-2-2 16,-2 4-13-16,-2-3 9 0,0 0-2 0,-1 0-1 16,-3-1-6-16,2 0 9 0,-4-1 6 0,3 1-12 15,1-4-4-15,1 1-18 0,-2 0-1 16,2-1 6-16,3-5-3 0,-5 10-4 0,4-6 3 0,1-4 4 16,1 10 1-16,-1-10-10 0,5 9 6 0,0-3 5 15,1-2 6-15,2 1-2 0,0 1-11 0,3-1 18 16,-2 1-14-16,0 0 13 0,3-1-25 15,-5 0 12-15,0-1-1 0,1 2-6 0,-2-1-3 16,-1-1 5-16,-5-4 10 0,5 8 1 0,-5-8 1 0,-3 10-10 16,3-10 11-16,-12 12-4 0,2-6 15 0,-2-1-8 15,-6 2-10-15,0 0 4 0,-1-1-23 0,-1-2-25 16,2 0-21-16,-3 0-35 0,1-1-97 16,1-1-216-16,0-2 97 0</inkml:trace>
  <inkml:trace contextRef="#ctx0" brushRef="#br0" timeOffset="179170.07">23291 5853 2 0,'0'0'124'0,"0"0"-31"15,9-1-42-15,-9 1-41 0,0 0-57 0,0 0-51 16,7-1 23-16</inkml:trace>
  <inkml:trace contextRef="#ctx0" brushRef="#br0" timeOffset="214119.07">6553 6211 33 0,'-4'-5'203'15,"4"5"-6"-15,-6-10-11 0,6 10-14 0,-4-7-17 16,4 7-13-16,-2-4-8 0,2 4-10 0,0 0-12 15,0 0-12-15,-6-6-14 0,6 6-10 0,0 0-11 16,0 0-13-16,0 0-8 0,0 0 0 0,0 0-10 16,0 0-7-16,0 0-3 0,0 0-2 0,9 23-1 15,-1-8 4-15,-2 0-9 0,-1 3-4 0,5-1 2 16,1 5 0-16,0 0 0 0,-3-2-4 0,0-1-3 16,2 5 4-16,-1-6-3 0,0 5 4 0,0-4-4 15,1-2 0-15,-3-1-2 0,1-1 13 0,-1 0 0 16,-1-2-3-16,1 0-3 0,-2-2-1 0,1 0 2 15,2-2-3-15,-2 0 4 0,1-2-5 0,-4 0 2 0,4-2-1 16,-2-1-2-16,0-1 1 0,-5-3 2 16,6 7 0-16,-3-3 7 0,-3-4 11 0,0 0 16 15,6 2-2-15,-6-2-2 0,0 0-7 0,9-16-3 16,-6 7-2-16,2-3-3 0,-1-3-4 0,0-4-1 0,1 1-6 16,2-8 1-16,-2 0-2 0,3 0-4 15,-4 7 0-15,2-6 0 0,2-3-3 0,-3 9-3 16,0-5-3-16,0 6-1 0,1 2 1 0,-3 4-1 15,0 2-1-15,2 0-7 0,-4 3-11 0,0 1-19 16,2-1-23-16,-3 7-22 0,3-7-27 0,-3 7-9 0,0 0-6 16,0 0-6-16,10 1-4 0,-10-1-14 0,8 12-10 15,-2-4-9-15,0 3-96 0,-1 6-282 16,1-4 124-16</inkml:trace>
  <inkml:trace contextRef="#ctx0" brushRef="#br0" timeOffset="214385.46">6981 6557 111 0,'0'0'171'0,"0"0"-14"0,0 0-15 0,0 0-14 16,0 0-10-16,0 0-17 0,0 0-13 0,0 0-12 0,0 0-6 15,0 0-10-15,-1 12-4 0,1-12-8 0,1 11-3 16,0-5-3-16,2 5-1 0,-2-2-9 15,1 3 2-15,-1-2-4 0,0 0-6 0,2 1-2 16,-3 0-4-16,1 1 3 0,0-2-1 0,1 1-3 16,0 0 3-16,-1 0-6 0,-1-1 1 0,0-2-2 15,3 4-16-15,-2-3-31 0,2 2-10 0,-3-11-34 16,0 20-33-16,0-13-23 0,-4 2-88 0,4-9-240 16,-5 13 106-16</inkml:trace>
  <inkml:trace contextRef="#ctx0" brushRef="#br0" timeOffset="-214685.54">7014 6508 50 0,'11'-6'129'0,"-4"1"-11"16,3 1-9-16,0 1-13 0,-1 1-7 0,2 1-10 15,-3 0-9-15,-8 1-8 0,16 3-2 0,-7 0-6 16,-2 0-5-16,-1 1-4 0,-1 3 1 0,3 0-4 16,-4 1-6-16,1 0 4 0,-3 1-7 0,1 0 1 15,-2 1-3-15,-1 2-2 0,-1-2 2 0,-2 0-5 0,-1 1 4 16,2-2-8-16,-2 0-4 0,-1 0 1 16,2-1 3-16,1 2-10 0,1-5 2 0,1-5-6 15,-4 11-15-15,2-5 6 0,2-6-3 0,3 9-4 16,-3-9 3-16,5 5 1 0,-1 0 2 0,2-2-2 0,2 3 8 15,1-1-9-15,0 0 2 0,2 0-2 0,0 0 3 16,1 1-5-16,-3 1 4 0,2-3 0 16,-4 2 6-16,3 0-9 0,-4 0 2 0,0-2 4 15,-6-4-3-15,9 14 0 0,-5-9-5 0,-4-5 9 16,2 13 2-16,-2-13-1 0,-2 13-2 0,2-13 0 0,-8 12 4 16,4-4-4-16,4-8 4 0,-13 12-3 15,8-8-6-15,-2 1-15 0,-2 1-7 0,9-6-11 16,-13 5-15-16,5-3-19 0,8-2-28 0,-10 3-88 15,10-3-203-15,0 0 91 0</inkml:trace>
  <inkml:trace contextRef="#ctx0" brushRef="#br0" timeOffset="-214393.34">7431 6542 25 0,'5'-7'200'0,"-5"7"-22"0,0 0-18 16,3-6-15-16,-3 6-16 0,0 0-20 0,0 0-8 15,0 0-15-15,0 0-7 0,0 0-10 0,5 17-9 16,-5-8 0-16,2 3-3 0,-2 1 12 0,3 2-12 16,-3 0 4-16,0 2-14 0,0 1-2 0,1-3-5 0,-2-3-5 15,2 3-3-15,-1-2 2 0,2 3-3 16,-4 1-2-16,2-5-5 0,0 0 0 0,2 1-1 15,-1-2-2-15,-1 0-5 0,1 1-11 0,-1-12-17 16,0 20-19-16,0-20-28 0,0 22-12 0,0-22-25 0,4 13-24 16,-3-5-22-16,-1-8-112 0,2 10-274 15,-2-10 121-15</inkml:trace>
  <inkml:trace contextRef="#ctx0" brushRef="#br0" timeOffset="-214015.45">7457 6559 101 0,'0'0'110'0,"15"-7"-3"0,-7 6-5 15,-1 0-16-15,-7 1 2 0,19 1-16 0,-11 0 3 16,2 1-10-16,-2 3-3 0,0-3-2 0,-1 4 4 0,-1 1-9 16,0 0-6-16,-1 1 3 0,-3 0-9 15,2 1-5-15,-4 2 3 0,0-3-8 0,0-8-1 16,-4 21-2-16,3-12-3 0,-1 0-1 0,2-9-6 15,-5 14 0-15,2-6-9 0,3-8 1 0,-5 14-8 16,4-8 1-16,1-6-9 0,0 14 4 0,0-14-6 0,0 0 4 16,4 15-6-16,-1-8 6 0,4-1-2 15,-1 0-1-15,-6-6 0 0,13 10 2 0,-5-6-5 16,0 1 6-16,-8-5-1 0,12 8-5 0,-6-2-2 16,1-2 2-16,-7-4 3 0,9 10 3 0,-7-5-2 15,-2-5 5-15,5 8 4 0,-5-8-3 0,3 8 10 0,-3-8 14 16,0 0 4-16,-4 16 1 0,4-16-6 0,-8 10-3 15,1-4-1-15,0-1-1 0,-2 0 0 16,-1-1-1-16,0 1-14 0,1-1-17 0,9-4-15 16,0 0-17-16,-18 6-17 0,13-3-36 0,5-3-137 0,0 0-252 15,0 0 111-15</inkml:trace>
  <inkml:trace contextRef="#ctx0" brushRef="#br0" timeOffset="-213834.58">8009 6602 76 0,'13'-2'138'0,"6"-3"-16"16,-2 1-6-16,0 2-12 0,2 2-21 16,-4 0-14-16,-2 0-30 0,5 3-32 0,-4 1-23 15,-3 0-27-15,-2 2-74 0,-2-1-125 0,-2 2 57 0</inkml:trace>
  <inkml:trace contextRef="#ctx0" brushRef="#br0" timeOffset="-213688.13">8071 6735 133 0,'0'0'162'0,"0"0"-1"0,0 0 2 0,0 0-9 16,0 0-18-16,0 0-11 0,0 0-19 0,0 0-5 15,0 0-23-15,0 0-20 0,0 0-36 16,32 3-44-16,-11-4-46 0,6-1-151 0,-6-1-236 15,9-2 105-15</inkml:trace>
  <inkml:trace contextRef="#ctx0" brushRef="#br0" timeOffset="-213469">9059 6335 1950 0,'0'0'110'0,"-2"-10"-28"0,2 10-29 0,-3-7-21 16,3 7-12-16,0 0-11 0,-2-8-2 0,2 8-7 16,0 0 2-16,6-9-1 0,-1 5-2 0,7-1 0 15,-1 1 1-15,8-1-9 0,2 0-6 0,7 1-15 16,3 0-26-16,-3 3-18 0,-8-1-14 16,1 2-26-16,-2 0-33 0,-2 2-17 0,-4-2-98 0,-2 1-282 15,-1-1 125-15</inkml:trace>
  <inkml:trace contextRef="#ctx0" brushRef="#br0" timeOffset="-212889.6">9234 6283 50 0,'0'0'104'16,"-7"3"-5"-16,7-3-19 0,0 0 6 0,-2 7 7 16,0 1 7-16,2 2-5 0,0 3 14 0,-1 3-10 15,-1 0-9-15,2 3-6 0,2 1-6 0,-2 0-8 16,1 0 5-16,-1-1-9 0,2 1-6 0,0-2 7 15,-2 0-11-15,0-1-1 0,0-1-6 0,1 0-4 16,-1-5-6-16,1 2-6 0,-1-1 2 0,0-1-4 16,-1-2-1-16,1 1-3 0,0-3-1 0,0 3-1 15,-3-2-10-15,1-1 6 0,-2-1-3 0,4-6 1 16,-5 11-2-16,0-6-4 0,1-1-1 0,-3 0 4 16,-1 1-3-16,-1-2-3 0,2-1-2 0,0 0 2 15,-2-1 1-15,9-1-2 0,-12 2-2 0,12-2-6 16,-9 3 10-16,9-3-8 0,0 0 4 0,-10 1-2 15,10-1 1-15,0 0 0 0,-6 2-4 0,6-2-5 16,0 0 3-16,0 0-4 0,0 0 2 0,0 0-3 16,0 0 2-16,0 0 0 0,0 0-5 0,0 0-1 15,0 0-22-15,29 2-9 0,-16-2-3 0,5-1-22 0,2 0-5 16,1 1-18-16,0-2-1 0,7 1-11 16,-6 0 4-16,-3-1-8 0,3 0 7 0,-2 1 2 15,-2-2 5-15,2-2 8 0,-8 3 6 0,2-4 14 16,-3 2 15-16,1-3 17 0,-3 2 12 0,2-2 20 0,-4-1 3 15,2-1 12-15,-2 1 36 0,-1-2 15 0,-1 2 10 16,-2 1-1-16,2-1 7 0,-3 2 27 16,-2 6 11-16,3-10 2 0,-3 10-7 0,1-5-9 15,-1 5-11-15,4-7-12 0,-4 7-15 0,0 0-8 0,0 0-11 16,0 0-7-16,0 0 1 0,0 0-10 16,0 0-5-16,0 0-1 0,4 23-2 0,-5-14-3 15,1 2 2-15,-2 1-3 0,2 1-1 0,-1 0-5 16,1 2-3-16,0-3-1 0,0 1 2 0,0 0-1 15,1-2-3-15,-1 1 2 0,0-1-1 0,2 1-12 0,-1 1-26 16,1-4-21-16,1 0-29 0,-3-9-25 0,4 16-29 16,0-7-28-16,-1-4-21 0,-3-5-132 15,3 9-337-15,-3-9 150 0</inkml:trace>
  <inkml:trace contextRef="#ctx0" brushRef="#br0" timeOffset="-212531.22">9577 6534 139 0,'5'-6'146'0,"-1"2"-10"0,1 1-17 0,-5 3-15 15,10-4-8-15,-3 2 4 0,-7 2-6 0,12 3-10 0,-3 0-7 16,-1-1-5-16,1 3-8 0,2-1-3 0,-3 2-2 16,-2 2-4-16,2 0-7 0,-3-1-2 15,0-1-6-15,-1 3-1 0,-1-2-4 0,-2-1-2 16,0 2 0-16,-1-8-7 0,-1 13 2 0,0-4-7 15,-1-1-1-15,0-1 0 0,-1 2 0 0,1-3-5 0,-2 0-17 16,4-6-16-16,-3 12-7 0,2-5-1 0,1-7-2 16,-1 9 0-16,1-9 1 0,1 14 1 15,0-9 7-15,2 2 4 0,1-2 1 0,-4-5 2 0,7 9 6 16,-7-9-6-16,9 12 6 0,-5-9-3 0,-4-3-1 16,9 12 2-16,-3-10 6 0,-6-2-6 0,7 12 3 15,-7-12 2-15,5 10 1 0,-5-10 0 0,3 9 7 16,-3-9-10-16,1 9 5 0,-1-9-4 0,0 0 8 15,-8 14-3-15,2-6 1 0,6-8-27 16,-13 9-23-16,5-1-20 0,2-2-25 0,-2-3-122 0,-2 1-232 16,10-4 103-16</inkml:trace>
  <inkml:trace contextRef="#ctx0" brushRef="#br0" timeOffset="-212243.5">9937 6542 1720 0,'10'-17'74'0,"0"1"4"0,0 0-30 0,-7 4-22 15,3 2-1-15,0 0 11 0,-3 5 15 0,0-2 8 16,0 2-3-16,2-1-5 0,-5 6-7 0,4-4-6 16,-4 4-12-16,0 0-2 0,0 0-4 0,0 0-6 15,0 0 0-15,5 18-3 0,-4-1 2 0,-1 0 0 16,0 2-2-16,2 7 0 0,-5-2-1 0,0-5 0 15,3 2-2-15,-2-3 4 0,1 1-7 0,1-1 5 16,0 2-1-16,-2-3 0 0,2 0 13 0,0-1-15 16,-1-1-13-16,1-2-17 0,-1 2-24 0,2-4-33 15,-1 0-24-15,1 0-22 0,-1-1-26 0,-1-1-17 16,1 3-141-16,-1-4-335 0,1-8 147 0</inkml:trace>
  <inkml:trace contextRef="#ctx0" brushRef="#br0" timeOffset="-211877.34">10046 6367 103 0,'4'-6'149'0,"-2"1"-18"0,-2 5-13 0,8-6-10 15,-8 6-15-15,8 0-4 0,-8 0-2 0,11 5-5 16,-2 1-9-16,-4-1-7 0,2 3-4 0,-2 0-10 15,0 1 0-15,-1 2-8 0,-3 2 4 0,0-1-8 16,-3 3-4-16,-1 0-4 0,-2 1 3 0,-3-1-6 16,-2-1 0-16,-3-1-7 0,-1 1 0 0,0-2-4 15,4-5 0-15,1 2-4 0,-2-3 0 0,3 0 0 16,3-1-2-16,-2-2-1 0,7-3 1 0,-9 5 1 16,9-5-6-16,-6 4-2 0,6-4 0 0,-4 3 0 15,4-3-3-15,0 0-4 0,0 0 3 0,0 0-3 16,0 0 2-16,5 14-5 0,-1-9 1 0,1-2-1 15,3 3 4-15,1-1-1 0,-1 0 5 0,3 2 4 16,0-2-6-16,4 3 3 0,1 0-5 0,1 0-14 0,-1 1-16 16,2-2-21-16,-2-1-17 0,1 2-20 15,-2-1-21-15,-1-2-8 0,-3 0-93 0,2-1-228 16,-2 0 102-16</inkml:trace>
  <inkml:trace contextRef="#ctx0" brushRef="#br0" timeOffset="-211663.22">10314 6679 127 0,'0'0'177'0,"2"-10"-3"0,0 4-11 0,-2 6-15 0,3-13-3 16,-3 13 0-16,2-8 6 0,-2 8-4 16,0 0-18-16,2-10-15 0,-2 10-14 0,0 0-13 0,0 0-11 15,0 0-11-15,0 0-5 0,0 0-6 0,0 0-8 16,0 0-2-16,3 22-3 0,-3-13 1 0,2 2-10 16,-4 1 0-16,2 1-5 0,2-2-2 0,-2 2-3 15,0 3-2-15,0-3 7 0,3 3-11 16,-3-3-3-16,0-1-16 0,2 2-14 0,-2-1-16 0,0-2-29 15,0 1-21-15,0-2-17 0,1 0-31 0,-2-1-26 16,-1-2-154-16,0 1-336 0,2-8 149 0</inkml:trace>
  <inkml:trace contextRef="#ctx0" brushRef="#br0" timeOffset="-211231.32">10388 6582 154 0,'9'-8'172'0,"-1"1"-9"0,-2 4-12 0,5-1-12 15,-3-1-14-15,3 4-11 0,-1-1-14 0,1 3-9 16,0 0-8-16,-1 2-9 0,1 0-7 0,0 2-7 16,-2 0-8-16,-1 4-2 0,-1-4-7 15,-3 4-3-15,1 3-1 0,-2-4 2 0,-3 3-4 0,-2 0 0 16,0-1-8-16,-2 0-4 0,-1-1 0 0,-3 1-8 15,-1-2 4-15,1 1-5 0,-1-1-7 0,2 1-9 16,-2-1-10-16,1-2-9 0,3 0-7 0,0-1-16 16,0-1-8-16,5-4 8 0,-5 8-2 0,5-8 2 15,-1 7 5-15,1-7 10 0,0 0 0 0,10 11 4 16,-7-9-3-16,3 3 10 0,-6-5-5 0,11 4 5 16,-6 0 7-16,3 1-3 0,-2-1 0 0,1 0 2 15,-1-2-1-15,2 2 6 0,-3 1-3 0,0-1 8 16,-1 0-5-16,1 0 2 0,-5-4 2 0,5 8 11 15,-2-5 3-15,-3-3 5 0,5 6 5 0,-5-6 6 16,0 0 4-16,-7 15 3 0,2-11-5 0,-1 3-2 16,-2 1-3-16,-2-1-3 0,-3-1-2 0,0 4 1 15,-5-3-7-15,2-1-17 0,1 2-21 0,3-2-17 16,2-2-27-16,1-1-34 0,1 0-40 0,2 3-91 16,-1-5-249-16,7-1 111 0</inkml:trace>
  <inkml:trace contextRef="#ctx0" brushRef="#br0" timeOffset="-210971.4">11004 6622 216 0,'0'0'216'0,"0"0"-7"15,0 0-17-15,0 0-13 0,0 0-14 0,0 0-19 16,7-7-14-16,-7 7-15 0,7-1-8 0,1 0-12 16,5-1-10-16,1 1-10 0,6 1-6 0,1-1-9 15,1 1-4-15,6-1-8 0,0 1-11 0,-8 0-22 16,3 0-23-16,-2 0-33 0,-8 0-40 0,0 0-37 16,-1-2-41-16,-2 2-27 0,-10 0-93 0,8-1-299 15,-8 1 133-15</inkml:trace>
  <inkml:trace contextRef="#ctx0" brushRef="#br0" timeOffset="-210783.37">11146 6486 22 0,'-4'-5'204'0,"4"5"-11"16,0 0-23-16,0 0-19 0,0 0-19 16,0 0-19-16,0 0-7 0,0 0-2 0,-6 14 2 15,5-1-5-15,-2 0-6 0,2 6-7 0,0 0-5 16,-1-2-8-16,1 9-5 0,1-9-5 0,-4 7-4 15,4-4 1-15,-1 4-10 0,2-5-8 0,-1 2-31 16,2-1-64-16,0-3-60 0,-2 4-214 0,-2-5-352 16,-2-4 156-16</inkml:trace>
  <inkml:trace contextRef="#ctx0" brushRef="#br0" timeOffset="-210155.61">11868 6378 185 0,'0'0'216'0,"0"-10"-12"0,0 10-15 0,0 0-15 16,0-9-16-16,0 9-23 0,0 0-14 0,0 0-17 16,0 0-12-16,0 0-9 0,0 0-10 0,0 0-8 15,12 18-8-15,-7-3-5 0,1 5-2 0,2 3-5 16,1 2-3-16,1 2-7 0,-3-2-1 0,3 1 0 16,-2-1-4-16,2-2-1 0,-3 1-3 0,3-7-1 15,-4 2-1-15,1-4-4 0,-1 0-1 0,2 0 0 16,-4-4 0-16,0 0-3 0,1-1-1 0,0-1 2 15,-1-2-6-15,0-2 3 0,0 1 0 0,-4-6 0 16,6 6 6-16,-6-6 25 0,2 5 19 0,-2-5-3 16,0 0-4-16,0 0-5 0,11-19-6 0,-7 6-5 15,0-3 14-15,2-2-5 0,0-7-4 0,3 1-5 16,0-4-6-16,0-1 1 0,0 1-9 0,4-4-2 16,-3 0-3-16,3 5-4 0,-4-3 0 0,4 3-3 15,-3 3 0-15,-4 8-5 0,3 2-2 0,-4 4-4 16,-1 1-7-16,-1 3-29 0,-1-1-35 0,-2 7-28 15,6-6-8-15,-6 6 1 0,0 0-16 0,0 0-17 16,8 21-6-16,-8-9-28 0,0 6-29 0,-3 7-154 16,-2 1-380-16,-2 1 168 0</inkml:trace>
  <inkml:trace contextRef="#ctx0" brushRef="#br0" timeOffset="-209905.11">12259 6625 34 0,'0'0'241'0,"3"-5"-10"0,-3 5-14 16,0 0-17-16,0 0-18 0,4-5-4 16,-4 5-35-16,0 0-15 0,0 0-11 0,0 0-19 15,0 0-11-15,0 0-9 0,0 0-8 0,0 0-9 16,2 21-5-16,0-11-7 0,-2 0 0 0,2 1-7 0,-2 2-4 16,-2-1-1-16,4 4-5 0,-4-5-4 15,4 2-3-15,-4-1 6 0,2 0-9 0,-2 2-1 16,4-3 2-16,0 1-5 0,-2-1-20 0,3 0-22 15,-3 1-9-15,1-1-13 0,0-2-20 0,-1-9-25 16,3 17-29-16,-1-11-29 0,-2-6-22 0,2 12-135 0,-2-12-331 16,0 0 146-16</inkml:trace>
  <inkml:trace contextRef="#ctx0" brushRef="#br0" timeOffset="-209514.73">12302 6581 36 0,'0'0'157'0,"7"-8"-15"16,0 2-10-16,-1 3-2 0,0 0-9 16,3 1-13-16,1 0-5 0,1 2-5 0,-1 2-10 15,0-2-11-15,-1 1-10 0,1 3-6 0,-2-1-12 16,-1 0-2-16,0 4-2 0,-1-2-5 0,1 2 4 0,-2 0-9 16,-1-1-4-16,-4 3-1 0,1 2 1 15,-2-1-8-15,-3-1 4 0,-2 0-3 0,-2 2 1 16,2-2-6-16,-1 2 1 0,-2-3-1 0,2 2-4 15,0-1-3-15,3-1-2 0,-1-2-12 0,5-6-4 16,-6 11-3-16,6-11-1 0,-2 11-5 0,2-11 7 0,2 12-4 16,-2-12 3-16,5 9-2 0,-5-9 6 0,10 9-1 15,-6-5 1-15,4 1-3 0,-8-5 4 16,11 9-3-16,-7-5 6 0,-4-4-8 0,9 10 4 16,-4-6 0-16,-5-4-4 0,9 9 5 0,-9-9 0 15,5 5 2-15,-5-5 1 0,1 8 10 0,-1-8 3 0,0 0 12 16,0 0 2-16,0 0-2 0,-12 18-2 15,4-15-4-15,8-3-1 0,-13 8-2 0,7-4 2 16,6-4-7-16,-14 3-13 0,14-3-19 0,-13 4-26 16,13-4-25-16,-13 2-35 0,13-2-32 0,-10 0-112 0,10 0-272 15,0 0 120-15</inkml:trace>
  <inkml:trace contextRef="#ctx0" brushRef="#br0" timeOffset="-209068.33">12814 6655 17 0,'4'-6'235'0,"-4"6"-7"0,0-10-18 0,0 10-13 16,0 0-9-16,-8-10-16 0,8 10-17 0,-7-4-16 16,7 4-16-16,-14 0-12 0,14 0-13 0,-19 7-9 15,7-3-9-15,1 2-10 0,0 1-4 0,-3 1-7 0,5 0-3 16,-2 1-11-16,4-1-1 0,0 1 2 15,1 0-14-15,1 4 6 0,3-3-12 0,-3 2-3 0,3-2 4 16,2 1-4-16,0-11-1 0,4 18-3 16,2-9-2-16,2 0 0 0,-1 1 3 0,2-3-7 0,2-2 0 15,-2 0 0-15,0-2-2 0,5 0 3 0,-6-1-3 16,-1 2 3-16,-7-4-2 0,16 1-1 0,-16-1 3 16,11 3-3-16,-6-3 0 0,-5 0 5 15,0 0 1-15,0 0-1 0,11-4-3 0,-11 4-4 16,0 0-1-16,0 0 1 0,0 0-3 0,0 0 0 0,0 0 0 15,-33-4-1-15,33 4 6 0,-25 4-6 0,6 0 1 16,0-1 0-16,-2 5-2 0,1-4 3 16,3 5-3-16,2-1 0 0,0-2-1 0,3 2-2 15,3-1 3-15,1 1 2 0,1-1-3 0,4 0 0 16,-1 2 0-16,4-9-1 0,0 0 3 0,9 23 2 0,2-15-4 16,6 2-8-16,4-3-20 0,6 1-20 0,3 0-27 15,5-1-29-15,-1-4-39 0,-2 1-29 16,6 0-46-16,-8 1-163 0,-2 0-409 0,-8-3 181 0</inkml:trace>
  <inkml:trace contextRef="#ctx0" brushRef="#br0" timeOffset="-206000.13">7638 8000 95 0,'0'0'140'0,"0"0"5"0,-6-1-8 16,6 1-8-16,0 0-7 0,0 0-7 0,0 0-3 16,0 0-6-16,0 0-5 0,-7-6-9 0,7 6 0 15,0 0-11-15,0 0-10 0,0 0-5 0,0 0-10 16,0 0-15-16,0 0 4 0,0 0-9 0,0 0 1 15,0 0-2-15,23-3-5 0,-5 2-5 16,3-2-4-16,8 3 0 0,-1-2-14 0,0 0-20 0,2 1-15 16,-9 2-13-16,8 1-25 0,-8 0-16 0,-3-1-18 15,0 2-27-15,-3 0-17 0,-2 3-83 0,-1-5-245 16,-3 3 109-16</inkml:trace>
  <inkml:trace contextRef="#ctx0" brushRef="#br0" timeOffset="-205530.12">7797 8018 95 0,'0'0'118'0,"0"0"-2"0,-8-3-29 0,8 3-1 16,0 0-11-16,0 0 3 0,5 20-1 0,-2-9 21 15,-1 4-11-15,2 4-4 0,-3 0-11 0,3 5-3 16,0 1-4-16,-3 0-6 0,2-8-7 0,-1 3-4 15,-2-4-3-15,3 0 0 0,-1 3-3 0,1-3 1 16,0-3-5-16,2 3-1 0,-3-5-1 0,3 5 0 16,-2-5-3-16,-1 1-4 0,1-3-2 0,0 1-4 15,-2 0-5-15,1-5 3 0,0 2 0 0,-1-1-6 16,0 1 1-16,2 0 1 0,-3-7 4 0,1 11-8 16,0-7-2-16,-1-4-4 0,0 0 5 0,2 11-3 15,-2-11 2-15,0 0-1 0,0 8-4 0,0-8 4 16,0 0 1-16,-8 3-1 0,8-3-5 0,-13 0 4 15,13 0-4-15,-15-2 0 0,7 2 2 0,-1-2-2 16,9 2-2-16,-18-4 0 0,11 4-4 0,-1-4 1 16,8 4 3-16,-13 0-3 0,13 0-3 0,-9-1 4 15,9 1-3-15,-9-3 4 0,9 3 1 0,0 0-3 16,0 0 1-16,-10 0-5 0,10 0 3 0,0 0 0 16,0 0-1-16,0 0-3 0,0 0-2 0,0 0 2 15,0 0-2-15,0 0 2 0,0 0 4 0,0 0-4 16,35 5-1-16,-16-3-11 0,4-2-15 0,5-3-16 15,2 2-4-15,1-4-13 0,0 2-11 0,-1 1-15 16,1 0-18-16,-1 1-13 0,-2-2-16 0,-6 2-77 16,-1-2-232-16,-2-1 103 0</inkml:trace>
  <inkml:trace contextRef="#ctx0" brushRef="#br0" timeOffset="-205295.22">8264 8351 73 0,'2'-5'169'0,"-2"5"0"0,-2-11 1 16,2 11 0-16,0-12-11 0,0 12-7 0,-2-9-4 15,2 9-4-15,-1-8-4 0,1 8-10 0,0 0-16 16,0 0-11-16,-2-10-14 0,2 10-15 0,0 0-10 16,0 0-9-16,0 0-8 0,0 0-3 0,0 0-3 0,0 0-8 15,-2 26-2-15,2-13 1 0,0-1-4 16,0 0-3-16,0 6 1 0,1-3-4 0,0 2-2 16,-1-2-3-16,3 3 1 0,-2-6-3 0,2 5-3 15,-1-4-18-15,2-1-6 0,-2 1-16 0,1-3-16 16,0 0-16-16,-1 2-10 0,2-3-17 0,1-1-30 15,-2 1-15-15,-3-9-23 0,9 11-12 0,-8-6-109 16,-1-5-299-16,6 8 132 0</inkml:trace>
  <inkml:trace contextRef="#ctx0" brushRef="#br0" timeOffset="-204907.55">8258 8322 71 0,'0'0'150'0,"0"-12"-12"0,0 12-11 0,4-7-17 16,-4 7-8-16,9-8-7 0,-3 4-16 0,2 3-5 16,-8 1-10-16,16 0-5 0,-5 1-13 15,-2 3-1-15,0 0 0 0,2 0 0 0,-1-1-10 16,-2 4 1-16,-1-5-9 0,1 6 0 0,0 0-8 16,-4-1-3-16,-2 4 5 0,5-2-1 0,-6 0-13 0,-1-9 13 15,2 15-6-15,-2-5 2 0,0-10-3 0,-2 14-3 16,2-14-11-16,-1 15 1 0,1-15-18 15,-2 12 6-15,2-12-8 0,3 13 8 0,-3-13-10 0,4 11 6 16,0-5-7-16,-4-6-1 0,7 10 3 0,-3-6 5 16,-4-4-2-16,12 7-1 0,-6-1-1 0,-6-6 8 15,12 6 5-15,-7-5-5 0,-5-1-3 0,12 10 9 16,-6-5-6-16,-6-5 4 0,7 9 6 16,-3-4-5-16,-4-5-4 0,3 11 9 0,-3-7 5 0,0-4 1 15,-2 9 13-15,2-9 0 0,-6 11-9 0,1-5 8 16,-3 1-6-16,-5 0 4 0,3-2 12 0,0 2-23 15,-3-1-13-15,2-1 2 0,-3-1-26 0,2 1-10 16,2-4-30-16,2 4-30 0,-1-2-70 0,9-3-187 16,-10 3 83-16</inkml:trace>
  <inkml:trace contextRef="#ctx0" brushRef="#br0" timeOffset="-204721.92">8814 8371 70 0,'0'0'142'0,"13"-2"-14"0,-7 1-15 15,-6 1-32-15,13-3-5 0,-13 3-28 0,0 0-13 16,19 4-24-16,-15 1-17 0,0-2-14 0,0 1-19 16,-3 2-15-16,1 3-44 0,-3-1-106 0,1-8 47 15</inkml:trace>
  <inkml:trace contextRef="#ctx0" brushRef="#br0" timeOffset="-204607.52">8845 8474 19 0,'-7'8'65'0,"7"-8"-5"0,-4 4 2 16,4-4-1-16,-4 4 1 0,4-4-1 0,0 0 6 16,0 0-6-16,0 0-5 0,0 0 2 0,0 0-13 15,0 0-3-15,0 0-3 0,0 0-3 0,20 11-12 16,-9-9-37-16,7-8-32 0,1 8-82 0,3-5-137 16,7-3 60-16</inkml:trace>
  <inkml:trace contextRef="#ctx0" brushRef="#br0" timeOffset="-204191.12">9660 8086 241 0,'0'0'248'0,"1"-12"-21"0,-1 12-26 0,-1-7-23 16,1 7-21-16,0 0-21 0,0 0-14 0,0 0-14 15,0 0-13-15,0 0-6 0,17 15-14 0,-10-1-5 16,2 4-5-16,4 3-5 0,1 1-7 0,-1-1-8 16,-2 2 0-16,-1-7-7 0,-2 2-2 0,-1-4-4 15,0 2 0-15,2-3-3 0,-1 2-6 0,-3-4-1 16,0-1-3-16,-1 1 2 0,1-5-1 0,-3 1-6 16,1-1 1-16,1 0 0 0,-4-6 1 0,4 8 1 15,-2-5-3-15,-2-3 6 0,3 7 6 0,-3-7 18 16,0 0 3-16,0 0-2 0,8 1-2 0,-8-1-6 15,0 0 0-15,10-13-5 0,-6 3-5 0,2-1-2 0,3-2-5 16,-1-5 0-16,1 4 5 0,0-2-6 16,-2-2-5-16,3 0-5 0,6-6 1 0,-5 1 0 15,-2 6-2-15,4-6-1 0,-5 7 0 0,-3 4-4 0,0 3-7 16,-1-1-6-16,0 2-11 0,-2 2-14 0,2 3-19 16,-4 3-29-16,4-8-32 0,-4 8-16 0,0 0 2 15,0 0 2-15,0 0-17 0,0 0-13 16,6 21-22-16,-7-10-12 0,0 2-99 0,-3-1-312 15,4 1 139-15</inkml:trace>
  <inkml:trace contextRef="#ctx0" brushRef="#br0" timeOffset="-203969.4">10034 8288 82 0,'0'0'199'16,"0"0"-6"-16,0 0-11 0,0 0-12 0,5 5-15 15,-5-5-19-15,0 0-12 0,0 0-15 0,0 0-17 16,0 0-9-16,0 0-7 0,2 13-13 0,-2-13-3 15,4 9-3-15,-2 1-6 0,0 0-4 0,0 0-2 16,1 3-3-16,4 2-2 0,-4-1-5 0,-1-2-1 16,2 4-3-16,-3-6-3 0,1 5-1 0,2-3 1 15,-2 0-4-15,2-1-19 0,1 1-17 0,-2-2-27 16,-1 2-11-16,-1-4-21 0,3 1-19 16,-2-2-28-16,-2-7-29 0,2 13-15 0,-1-8-94 0,-1-5-275 15,0 7 122-15</inkml:trace>
  <inkml:trace contextRef="#ctx0" brushRef="#br0" timeOffset="-203603.49">10100 8306 11 0,'3'-10'145'0,"3"1"6"0,0 0-14 0,1 2-4 16,0 1-17-16,-1 2-4 0,1-1-18 0,0 3-9 15,1-1 0-15,2 2-14 0,1 1-2 0,-3 1-11 16,3 1-2-16,-5 0-12 0,3 1 3 0,-3 0-10 15,2 3-2-15,-1-2-4 0,-2 2-3 0,1 0-3 16,-1 1 1-16,-2-1-6 0,-1 4-1 0,-1-5 3 16,-1-5-4-16,0 17-4 0,-1-7-3 0,-3-2-8 15,0 2-11-15,-1-1-15 0,0 0-11 0,2-2-14 16,0-1-13-16,-2 3-4 0,2-2 1 0,1 0-5 16,0 0 5-16,2-7 7 0,0 11-1 0,0-11 1 15,2 10 6-15,0-3 9 0,1-1 1 0,-3-6 0 16,9 7 10-16,-5-4 0 0,2 1 7 0,-6-4 4 15,9 8 2-15,-5-6 4 0,0 2 11 0,1 0 1 16,-5-4-4-16,7 7 0 0,-3-4 1 0,-4-3 9 16,3 6 8-16,-3-6 0 0,1 10 9 0,-1-10 3 15,-4 9 1-15,-1-5-1 0,-1 3-8 0,-2 1-5 16,0-2 1-16,-1 1-27 0,1 1-10 0,0-2-29 16,0-2-85-16,2-1-148 0,-1 1 66 0</inkml:trace>
  <inkml:trace contextRef="#ctx0" brushRef="#br0" timeOffset="-203351.1">10452 8311 177 0,'0'0'228'15,"3"-8"-21"-15,-3 8-23 0,0 0-21 0,0 0-18 16,0-10-22-16,0 10-13 0,0 0-11 0,0 0-3 15,0 0-6-15,11 24-6 0,-7-12-3 0,0 5-1 0,0 0-13 16,0 1-2-16,-2 0-9 0,2 0-3 16,-3-2-1-16,3 2-7 0,-3-1-2 0,1-2-6 15,-1 3-6-15,2-2-22 0,-3-5-12 0,1 3-17 0,-2-3-31 16,1 0-26-16,0-2-31 0,0-1-41 0,0 1-21 16,0 0-122-16,-3-4-315 0,3-5 140 0</inkml:trace>
  <inkml:trace contextRef="#ctx0" brushRef="#br0" timeOffset="-202969.16">10502 8344 82 0,'5'-6'127'0,"0"1"2"0,-1 0-8 16,2 0-16-16,-6 5-15 0,8-3-12 15,-1 0 2-15,-7 3-4 0,15 3-10 0,-15-3-7 0,11 5-5 16,-1-1-6-16,-2 3-3 0,-3-1-1 0,-1 1-2 15,0-1-8-15,-1 4-2 0,1-1 2 0,-2-2-10 16,-1 2 7-16,1 1-5 0,-2-3-8 0,-2 4 4 16,2-11-3-16,-2 17-5 0,2-11-8 0,-1 2-6 15,1-8 0-15,0 11-14 0,-2-3-9 0,2-8-10 16,2 11 4-16,0-6-4 0,1 1-2 0,-3-6-1 16,7 9 0-16,-3-2 7 0,1-3 4 0,0 0-5 15,1 1 9-15,0 0 7 0,0-1-7 0,-1 0 6 16,0 0 2-16,1 1 1 0,-1 0 4 0,-1-1-9 15,-4-4 12-15,7 10-5 0,-4-5 7 0,-1 1 5 16,-2-6-6-16,4 10 15 0,-3-5 11 0,-1-5 3 16,0 0 4-16,-3 13 4 0,-1-9-2 0,-3 2-2 15,1-2-8-15,0 2-6 0,-2-2 3 0,1 1 0 16,-3 0-12-16,3-1-24 0,0 0-15 0,1-2-17 16,-2 2-18-16,8-4-26 0,-9 3-80 0,9-3-187 15,0 0 84-15</inkml:trace>
  <inkml:trace contextRef="#ctx0" brushRef="#br0" timeOffset="-202785.95">10915 8421 8 0,'0'0'246'0,"5"-5"-14"0,-5 5-13 15,0 0-4-15,0 0-20 0,5-3-15 0,-5 3-22 16,0 0-15-16,8-3-19 0,-8 3-17 0,13-1-28 15,-3 1-38-15,1 1-38 0,2-1-47 0,0 0-51 0,6 3-52 16,-6-1-131-16,5 0-300 0,-5-3 133 16</inkml:trace>
  <inkml:trace contextRef="#ctx0" brushRef="#br0" timeOffset="-202398.79">11279 8151 132 0,'0'-10'214'0,"0"1"2"16,3-1 0-16,-3 10 2 0,0-12-15 0,0 7-20 16,0 5-24-16,0 0-20 0,2-10-14 0,-2 10-19 15,0 0-10-15,0 0-16 0,9 20 2 16,-4-9-14-16,2 6-5 0,-2 1-4 0,1 3-7 0,3 3-7 16,-4-5-1-16,2-2-2 0,0 6-4 0,0-2-4 15,-1-4-4-15,2-1 1 0,-3 3 4 0,3-1-7 16,-3-3-4-16,1 0 0 0,-2-4-3 15,0 2 1-15,0-4-7 0,-1 0 2 0,1-4-4 0,1 3 1 16,-2-3-1-16,-3-5 0 0,5 8-2 0,-4-4 3 16,-1-4-3-16,0 0 8 0,5 5-2 0,-5-5 1 15,0 0-5-15,0 0-2 0,16-17 7 0,-8 7-8 16,-1-3 2-16,2-3-5 0,2 4 8 0,-3-5-8 16,6-5-3-16,-4 4-1 0,5-5 0 0,-1 1 3 15,-2 1-3-15,0-2-5 0,1 0-1 0,-6 7-2 16,2 2 1-16,-2 3 0 0,-5 2-7 0,3 1-11 15,-2 1-13-15,-3 7-22 0,5-7-23 0,-2 4-40 16,-3 3-38-16,0 0-20 0,0 0-17 0,0 0-17 16,0 0-127-16,0 0-367 0,2 17 164 0</inkml:trace>
  <inkml:trace contextRef="#ctx0" brushRef="#br0" timeOffset="-202166.88">11696 8286 230 0,'0'0'223'0,"0"0"-11"16,0 0-10-16,0 0-16 0,7 0-23 0,-7 0-12 16,0 0-21-16,0 0-16 0,0 0-12 0,3 7-5 15,-3-7-13-15,1 13-7 0,1-4-9 0,0 3-4 16,-2-1-3-16,0 2-7 0,-2 4-6 0,2 0-3 16,2-1-6-16,-2 1 0 0,0 0-4 0,0-1-1 15,0 1-4-15,-2-1-1 0,2-4-19 0,2-1-19 16,-2 1-10-16,0-2-26 0,0 2-18 0,0-3-32 15,0 1-21-15,2 0-37 0,-2-3-16 0,1-1-141 16,-1-6-335-16,0 0 147 0</inkml:trace>
  <inkml:trace contextRef="#ctx0" brushRef="#br0" timeOffset="-201761.03">11741 8306 123 0,'6'-10'175'0,"-3"1"-3"0,-1 4-1 0,-2 5-15 0,4-10-22 16,-4 10-24-16,5-7-5 0,-5 7-15 0,0 0-10 16,10 0-6-16,-10 0-11 0,14 7-6 15,-5-2-5-15,-4 0-4 0,2-1-6 0,0 2-3 16,-2 1-2-16,1-2-6 0,-2 1 4 0,1 3-10 16,-4-3-3-16,1 4 0 0,1-3-5 0,-1 0 3 15,-2-7-4-15,0 12-1 0,0-4-4 0,0-8 3 0,-2 13-16 16,-2-7-7-16,2 1-16 0,2-7-13 0,-3 11-5 15,3-11-9-15,0 0-9 0,-6 12-10 0,6-12 2 16,0 7 6-16,0-7-1 0,0 0 1 0,6 15 4 16,-5-12 8-16,-1-3 6 0,13 6-2 15,-9-3 12-15,1-1 2 0,-5-2 2 0,9 5 3 16,-3 0 5-16,-6-5 6 0,10 7 7 0,-6-4 1 0,-1 0 4 16,-3-3 1-16,8 6 6 0,-4-2 5 0,-4-4 8 15,2 6 5-15,-2-6 4 0,6 8 12 0,-6-8 1 16,0 9 2-16,0-9 4 0,-5 9-1 15,5-9-4-15,-9 9-5 0,2-4 3 0,-2 3-6 0,0-4-1 16,0 1-10-16,-3 0-14 0,1 0-18 0,-1 0-30 16,3-2-20-16,1 0-25 0,0-1-28 0,8-2-73 15,0 0-204-15,0 0 90 0</inkml:trace>
  <inkml:trace contextRef="#ctx0" brushRef="#br0" timeOffset="-201377.33">12295 8293 2116 0,'10'-7'32'0,"-4"3"-24"0,-3-3 3 16,1 2-9-16,0-1-1 0,-4 6-6 0,0 0 5 15,0 0-2-15,-8-11-1 0,8 11 13 0,-16 4 4 16,6 0-5-16,-1 2 2 0,0 2 1 0,-2 3-3 16,-1 3 2-16,1-3-4 0,4 3-1 0,-1-1 3 15,6-2 1-15,0-1-6 0,2 2 0 0,2-1 0 16,2-1 8-16,4-1-4 0,1 0 0 0,1 0 1 15,2-4-5-15,-1 2 3 0,1-3-1 0,0-1-2 16,3 1-3-16,-5-4 1 0,0 3-1 0,-1-2-1 16,-7-1 6-16,14 0-5 0,-14 0 5 0,9 0 1 15,-9 0-8-15,0 0 1 0,4-4 1 0,-4 4-2 16,0 0-3-16,0 0 0 0,0 0 1 0,0 0 4 16,-29-2-1-16,18 3 2 0,-3 4-2 0,-1 1 8 15,-4 1 1-15,2 1 3 0,-1-1-4 0,3 3 7 16,-2-1 8-16,4 1-7 0,2-3 3 0,1 2 0 15,4-1-2-15,0 1-2 0,0 1-4 0,4-1 5 16,2 1-4-16,2-2 3 0,6 1-6 0,-1-4-20 16,5 3-23-16,4 0-29 0,4-2-24 0,0-1-43 0,3 0-30 15,4-1-43-15,-9-2-113 0,-2 0-340 16,-3-1 151-16</inkml:trace>
  <inkml:trace contextRef="#ctx0" brushRef="#br0" timeOffset="-200887.76">10075 8925 151 0,'-10'1'175'0,"2"-1"-9"0,8 0-6 0,-12 0-16 0,12 0-9 16,-11 1-11-16,11-1-22 0,0 0-3 0,0 0 3 15,0 0-2-15,26 8-7 0,6-6-3 16,8 2-4-16,23-3-6 0,33 2-9 0,4-3-7 16,3 2-2-16,7-4-8 0,8 1-9 0,6-1 3 0,6 2-9 15,4-1-1-15,1 1-3 0,1-5-6 0,-5 0 1 16,-10 2-5-16,-2 0-2 0,-10-3-4 16,-8 5 1-16,-3-2-4 0,-33 1 2 0,27-5-1 15,-25 9-5-15,23-4-1 0,-27-1-3 0,-7-1 1 0,-2-1-1 16,-17 2 1-16,-4-1-1 0,-2 1 3 0,-4 1 6 15,-9-1 2-15,-4 1 5 0,-3-1 0 0,0 1 0 16,-4 1-4-16,-7 1-7 0,9-4-30 0,-9 4-33 16,0 0-32-16,0 0-53 0,-23-9-46 0,0 9-188 15,-14-3-400-15,0 1 177 0</inkml:trace>
  <inkml:trace contextRef="#ctx0" brushRef="#br0" timeOffset="-200079.31">10947 9354 79 0,'0'0'171'16,"-9"-3"-3"-16,9 3 1 0,0 0-9 0,-9-1-7 16,9 1-15-16,0 0-13 0,0 0-12 0,0 0-15 15,0 0-8-15,0 0-9 0,0 0-5 0,0 0-9 16,30-8-5-16,-9 7-10 0,7 1-13 0,2-1-19 16,-1 1-19-16,0-1-22 0,-2 1-27 0,-4 0-19 15,-2-1-33-15,-2 2-31 0,-5 0-119 0,-4 0-269 16,-1-1 119-16</inkml:trace>
  <inkml:trace contextRef="#ctx0" brushRef="#br0" timeOffset="-199507.83">11063 9341 27 0,'0'0'149'0,"0"0"-18"0,0 0-11 16,0 0-12-16,0 0-13 0,0 0-5 0,-5 10-13 15,5-10-7-15,1 13 4 0,2-1 5 0,-3 3 1 16,0 3-14-16,1 1 11 0,2 4-5 0,-3-3-3 0,1 0-7 16,3-1-5-16,-2 2 0 0,1-2 2 15,-3 0-12-15,0-1 2 0,1-1-1 0,0 0-5 16,2-3-2-16,-2-3-5 0,-1 0-3 0,2 0-3 16,-2-1-3-16,1 0-4 0,0-1 7 0,2 1-11 0,-2-4 0 15,0 0-1-15,-1-6-3 0,3 12-4 0,-3-6-2 16,0-6 2-16,2 9 2 0,-2-9-6 0,3 7 7 15,-3-7-8-15,0 0-2 0,1 7-2 0,-1-7 6 16,0 0-4-16,3 5-3 0,-3-5 6 0,0 0 0 16,0 0 10-16,0 0 3 0,0 0 4 0,0 0 6 15,0 0-3-15,0 0-3 0,0 0 1 0,0 0 0 16,0 0-2-16,0 0-2 0,0 0-2 0,0 0 1 16,0 0-2-16,0 0-4 0,0 0 3 0,0 0-3 15,0 0-2-15,0 0 0 0,0 0-5 0,0 0 2 16,0 0 2-16,0 0 1 0,0 0-5 0,2 7 0 15,-2-7 0-15,0 0 1 0,0 0-7 0,0 0 6 16,0 0-3-16,0 0 8 0,0 0-7 0,0 0-1 16,0 0 2-16,0 0-2 0,0 0 3 0,0 0-1 15,0 0-2-15,0 0-1 0,0 0 0 0,0 0 0 16,0 0-4-16,0 0 10 0,0 0-5 0,0 0-1 16,0 0-3-16,0 0 3 0,0 0-2 0,0 0-3 15,0 0 0-15,0 0 4 0,0 0-3 0,0 0 4 16,0 0-3-16,0 0 1 0,0 0 0 0,0 0-2 0,0 0 1 15,0 0 2-15,0 0-4 0,0 0-10 16,0 0-11-16,0 0-7 0,0 0-20 0,0 0-21 16,0 0-13-16,0 0-31 0,0 0-23 0,0 0-13 15,0 0-15-15,0 0-148 0,-5-24-339 0,5 24 150 0</inkml:trace>
  <inkml:trace contextRef="#ctx0" brushRef="#br0" timeOffset="-199127.19">11087 9461 30 0,'0'-8'155'0,"0"8"-2"0,0 0-6 0,-1-10-5 15,1 10-5-15,0 0-9 0,0 0-6 0,0-10-9 16,0 10-8-16,0 0-10 0,0 0-12 0,0 0-13 15,0 0-7-15,0 0-11 0,0 0-1 0,0 0-14 16,0 0-2-16,0 0-3 0,0 0 0 0,5 28-1 16,-2-16 2-16,1 5-7 0,-2 0 1 0,2 1 10 15,-1-1-4-15,-2 2 2 0,1 0-1 0,0 0 9 16,0 0 4-16,-2 2-4 0,0-3-7 0,0-1 0 16,0 2 6-16,0 0-6 0,0-3 3 0,0 1-8 15,0-1-4-15,0-4-1 0,0 1-2 0,0 0-2 16,0-2-2-16,0 1-5 0,0-2 3 0,0 0-4 15,0-2 1-15,0 0 1 0,0-8-13 0,0 11-12 16,0-5-8-16,0-6-9 0,2 10-16 0,-2-10-12 16,0 9-8-16,0-9-20 0,0 0-14 0,-2 7-14 0,2-7-24 15,0 0-40-15,0 0-124 0,0 0-323 16,0 0 144-16</inkml:trace>
  <inkml:trace contextRef="#ctx0" brushRef="#br0" timeOffset="-198664.54">11066 9396 85 0,'5'-6'138'15,"1"-5"2"-15,-3 4-8 0,2 3-8 0,-1-5-13 16,2 2-13-16,-2 2-3 0,0 0-15 0,-4 5-6 15,6-7-10-15,-1 5 0 0,-5 2-14 0,17-1 3 0,-3 2-3 16,-1 1-10-16,5 2 1 0,-2 0-8 0,1 3-5 16,-2 0 7-16,1 3-9 0,-4-1 4 0,-2 1-10 15,-1-1-2-15,-1 1-1 0,-1-1-2 16,-2 3 1-16,-2-3-3 0,0 2 4 0,-2-1 2 0,-3 1 5 16,-5 1 4-16,0 0-1 0,-6 3-2 0,-2-3-5 15,-2-2 2-15,-1 3-2 0,1-4 0 0,0-1-4 16,0-2 1-16,0 1-6 0,4-3 2 15,2 1-1-15,0-2 0 0,2-1 2 0,0-1 0 16,2 1-6-16,7-2 5 0,-10 2 3 0,10-2 1 0,-8 2 0 16,8-2-3-16,-7 2 3 0,7-2-6 0,0 0 4 15,0 0-10-15,0 0 2 0,0 0-6 0,0 0 2 16,0 0 2-16,0 0 1 0,19 6-6 0,-10-3 3 16,2 1 0-16,0-1-2 0,0 3-2 0,3-1 2 15,-4 0-2-15,6 4 3 0,-1-2-1 0,2 1 1 16,-1 1 1-16,2 0-2 0,-1 1-17 0,2 2-39 15,-4-2-20-15,3 0-35 0,-1 0-27 0,-2-1-30 16,-2 1-106-16,-2-3-294 0,-2 1 131 0</inkml:trace>
  <inkml:trace contextRef="#ctx0" brushRef="#br0" timeOffset="-198405.35">11489 9754 135 0,'2'-11'221'0,"-2"11"2"16,0-11 2-16,0 11-5 0,2-6-11 16,-2 6-21-16,0 0-19 0,1-8-19 0,-1 8-17 15,0 0-16-15,0 0-13 0,0 0-13 0,0 0-6 16,0 0-13-16,0 0-8 0,0 0-7 0,6 24-6 0,-6-15-3 16,0 2-9-16,2 0 3 0,-4 2-1 15,2 0-8-15,2-2-4 0,-4 1-1 0,2-1-1 16,0 0-2-16,0-1-7 0,0 1-13 0,0-1-22 15,2 0-17-15,-2-1-22 0,0 1-27 0,-2 1-37 0,4-2-31 16,-2-1-27-16,0-1-32 0,0-7-124 0,-2 14-361 16,1-9 160-16</inkml:trace>
  <inkml:trace contextRef="#ctx0" brushRef="#br0" timeOffset="-197987.23">11493 9696 118 0,'2'-6'188'0,"2"-1"-7"0,2 2-12 0,-2-1-6 15,0 2-12-15,1-2-15 0,0 3-12 0,-5 3-17 16,14-5-6-16,-5 4-16 0,2 1-5 0,0 1-10 16,-2 2-6-16,-1-2-7 0,4 1-4 0,-5 2-4 15,2 3-12-15,-3-4 1 0,3 2-6 0,-2-1-3 16,-5 3-3-16,2-2-4 0,-3 1 1 0,3 0-2 15,-4 1-1-15,0-7-2 0,0 12-2 0,0-12 3 16,-6 13-1-16,4-6-2 0,0-2-4 0,2-5-5 16,-3 11 4-16,-1-6-3 0,4-5 0 0,-5 12-4 15,4-7-4-15,1-5-4 0,-2 10-3 0,2-10 1 16,0 10-3-16,0-10 0 0,3 10 1 0,4-4-3 16,-3 0 1-16,5 0-3 0,-2 2 5 0,4-2-1 15,0 0 3-15,-2 0-3 0,3 0-2 0,-3 1 4 16,3-1 1-16,-1-2-5 0,-1 2 9 0,-3-1-13 15,0 0 6-15,-3 1 1 0,0 0 0 0,-1 0 3 0,-3-6-2 16,-9 11 6-16,1-4-3 0,-2 1 4 16,-5 0 0-16,-3-2-1 0,-1 1-4 0,1 2 0 15,0-4-9-15,0-2-12 0,-1 3-27 0,-1-3-18 16,1-1-35-16,0 2-46 0,-1-2-123 0,2 1-297 0,-2-3 132 16</inkml:trace>
  <inkml:trace contextRef="#ctx0" brushRef="#br0" timeOffset="-183024.64">20106 7025 27 0,'0'0'48'16,"0"0"1"-16,0 0-7 0,0 0 4 0,0 0-2 15,0 0-9-15,0 0 0 0,0 0-7 0,0 0-4 16,0 0-1-16,0 0-6 0,0 0 5 0,0 0-3 15,0 0-8-15,0 0 6 0,0 0-3 0,0 0-7 16,0 0 3-16,0 0 6 0,0 0-1 0,0 0-3 16,0 0-6-16,0 0 2 0,0 0 1 0,0 0-5 15,0 0 2-15,0 0-4 0,0 0 0 0,0 0-1 16,0 0-1-16,0 0 2 0,0 0 5 0,0 0-5 16,0 0-7-16,0 0 8 0,0 0-5 0,0 0-3 15,0 0-2-15,0 0-1 0,0 0-3 0,0 0 4 16,0 0-4-16,0 0-6 0,0 0 9 0,0 0 1 0,0 0-5 15,0 0-4-15,0 0 3 0,0 0-7 0,0 0-8 16,0 0 2-16,0 0-7 0,0 0-3 16,0 0-22-16,0 0-61 0,0 0 28 0</inkml:trace>
  <inkml:trace contextRef="#ctx0" brushRef="#br0" timeOffset="-177341.36">11453 8726 45 0,'0'0'50'0,"0"0"-1"16,0 0-8-16,0 0-5 0,0 0 0 0,0 0-2 16,0 0 1-16,0 0 0 0,0 0-2 0,0 0-4 15,0 0 0-15,0 0-3 0,0 0-5 0,0 0 7 16,0 0-3-16,0 0 2 0,0 0-5 0,0 0 2 16,0 0-2-16,0 0 3 0,0 0-2 0,0 0-3 15,0 0-8-15,0 0 4 0,0 0 1 0,0 0-4 16,0 0 6-16,0 0-6 0,0 0 6 0,-10-13-3 15,10 13-8-15,0 0 0 0,0 0 4 0,0 0-2 16,0 0-5-16,0 0 10 0,0 0-4 0,0 0-2 16,0 0-1-16,0 0 2 0,0 0-3 0,0 0 1 15,0 0 3-15,0 0 1 0,0 0-5 0,0 0 1 16,0 0-6-16,0 0 4 0,0 0 3 0,0 0-5 16,0 0-8-16,0 0 14 0,0 0-8 0,0 0 2 15,0 0-12-15,0 0 7 0,0 0 1 0,0 0 4 16,0 0 2-16,0 0-1 0,0 0 6 0,14 0-12 15,-14 0 7-15,11-2-7 0,-1 0 6 0,-1 2-7 16,4-2 1-16,5 0 0 0,1 1-3 0,2-2 0 16,7 1 1-16,3 0-12 0,2 0-6 0,1 0-1 0,2-1 1 15,0 3-4-15,-2-3-9 0,6-1-1 16,-4 4-8-16,3 0-11 0,-4-1 6 0,-1-1-5 16,0 0 4-16,-2-1 0 0,-1-1-7 0,-4 4-29 15,-7 0-92-15,0-2 41 0</inkml:trace>
  <inkml:trace contextRef="#ctx0" brushRef="#br0" timeOffset="-177019.51">12385 8658 42 0,'0'0'78'0,"0"0"-8"0,0 0-1 15,0 0 5-15,0 0-18 0,0 0-3 0,0 0 0 16,0 0-5-16,0 0 0 0,0 0-3 0,0 0-6 0,0 0-1 16,0 0-12-16,0 0 3 0,0 0 2 0,0 0 5 15,0 0-7-15,0 0-2 0,0 0 8 0,0 0-17 16,0 0 0-16,0 0-3 0,0 0-10 0,0 0 4 15,0 0 5-15,0 0 1 0,0 0-17 0,0 0-9 16,0 0-10-16,0 0-14 0,0 0-13 0,0 0-11 16,0 0-21-16,-25 3-48 0,16-1-137 0,9-2 60 15</inkml:trace>
  <inkml:trace contextRef="#ctx0" brushRef="#br0" timeOffset="-176643.2">12017 8719 37 0,'20'0'67'16,"-1"0"-3"-16,3 0-1 0,5 0-5 0,1 4-6 15,0-4-5-15,-8 0-3 0,2 1 1 0,-1 0-12 16,1 0-9-16,-5-1 10 0,2 0 0 0,-2 2 1 16,-3-4-22-16,-1 2 12 0,-2 0 1 0,1 0 3 15,-7 2-2-15,-5-2 7 0,13 0 8 0,-13 0 2 16,10 0-1-16,-10 0 8 0,0 0 7 0,10-2 5 0,-10 2 5 16,0 0-1-16,0 0 1 0,0 0-4 0,0 0-7 15,7-1 0-15,-7 1-1 0,0 0-14 16,0 0 7-16,0 0-5 0,0 0-5 0,0 0-9 15,0 0-3-15,0 0-7 0,0 0-15 0,0 0-13 0,0 0-13 16,0 0-18-16,0 0-33 0,0 0-22 0,0 0-17 16,0 0-31-16,0 0-75 0,0 0-234 0,0 0 104 15</inkml:trace>
  <inkml:trace contextRef="#ctx0" brushRef="#br0" timeOffset="-174960.45">13237 8822 39 0,'0'0'132'0,"0"0"6"0,0 0-8 0,0 0 11 16,0 0 2-16,0 0-13 0,0 0-9 0,0 0-11 15,0 0-12-15,0 0-5 0,0 0-11 0,-25-13 1 16,20 7-11-16,-1-1-2 0,1 1-9 0,0-2-7 15,-1 0-2-15,3 1-5 0,-1 0-3 0,0-1-6 16,-1-2-1-16,3 3-3 0,-3-4-10 0,3 4 4 16,2 7-6-16,0-13-5 0,0 13-9 0,2-11-7 15,-2 11-7-15,7-7 2 0,-7 7 0 0,9 1-2 16,-9-1 4-16,15 3-1 0,-7 2-2 0,3 0 0 16,-2 4 3-16,2-2 0 0,0 0 1 0,-2 1-5 15,3-1 3-15,-1 0 2 0,-1 0-1 0,2-2 1 16,1-3 8-16,-1 0 8 0,4-3 4 0,2 0-1 15,-1-3-1-15,10-2 3 0,-6-4 5 0,2-4-5 16,-4 5 5-16,0-2 2 0,2-4-3 0,-5 5 1 16,-2-3-1-16,-1 0-3 0,-6 2 1 0,0 3 1 0,2-2 1 15,-4-1-6-15,-1 3-4 0,0-2-5 0,1 1-5 16,-5 4-9-16,2-2-24 0,-2 7-29 0,0 0-28 16,0 0-21-16,0 0-21 0,0 0-9 0,0 0-22 15,-30 21-123-15,13-3-305 0,-3 5 135 0</inkml:trace>
  <inkml:trace contextRef="#ctx0" brushRef="#br0" timeOffset="-174589.37">13317 9051 50 0,'0'0'163'15,"0"0"1"-15,-4 4-9 0,4-4 6 0,0 0-4 16,-9 0-2-16,9 0-8 0,0 0-6 0,0 0-4 15,-16-4-7-15,16 4-12 0,-7-4-9 0,7 4-5 16,-8-5-5-16,8 5-9 0,-7-3-7 0,7 3-7 16,0 0-8-16,-4-8-4 0,4 8-6 0,-6-5-4 15,6 5-9-15,0 0-5 0,0 0-10 0,6-15-8 16,-2 9-10-16,0 0 1 0,1 1-9 0,3 1-1 16,2 0 0-16,1 0-3 0,0 2 0 0,-1 0-1 15,3 2-3-15,1 0 6 0,-4 3-5 0,3-2 1 16,1 2-1-16,4 2 5 0,0-2-3 0,-3 3 2 15,-1-2-2-15,-1-2 1 0,6 2 3 0,-2-3 1 16,0-2-1-16,3-1 1 0,-5 1 2 0,2-2-3 16,-4-1-2-16,1 2 7 0,-4-1-2 0,-1 1-5 15,0-2 0-15,-4 2-7 0,0-2-18 0,-5 4-4 16,10-7-16-16,-7 3-2 0,-3 4-10 0,4-7-35 16,-4 7-29-16,7-6-27 0,-7 6-24 0,3-6-21 15,-3 6-102-15,0 0-318 0,0 0 141 0</inkml:trace>
  <inkml:trace contextRef="#ctx0" brushRef="#br0" timeOffset="-157923.86">12230 10803 11 0,'0'-6'211'0,"0"6"-20"0,0 0-23 16,0 0-9-16,-2-11-21 0,2 11-42 0,0 0-41 15,0 0-60-15,0 0-53 0,-8-4-103 0,8 4-175 0,-12 0 77 16</inkml:trace>
  <inkml:trace contextRef="#ctx0" brushRef="#br0">11172 13730 887 0,'0'11'-138'0,"0"-2"-295"0,0 0 322 0</inkml:trace>
  <inkml:trace contextRef="#ctx0" brushRef="#br0" timeOffset="-148126.02">11577 11030 106 0,'0'0'93'0,"0"0"8"0,0 0 0 0,0 0-17 15,0 0-2-15,0 0-11 0,0 0-5 0,0 0-10 16,0 0 0-16,6 5-6 0,-6-5-8 0,0 0-6 16,0 0-1-16,0 0-6 0,0 0-1 0,0 0 0 15,0 0-1-15,0 0-5 0,0 0-5 0,0 0 0 16,0 0 0-16,0 0-3 0,0 0-3 0,0 0-2 15,0 0-2-15,0 0 0 0,0 0 0 0,0 0-6 16,0 0-5-16,0 0-2 0,0 0-6 0,0 0-10 0,0 0-10 16,0 0-11-16,0 0-6 0,0 0-2 15,0 0-20-15,0 0-13 0,0 0-57 0,-2 10-153 16,2-10 67-16</inkml:trace>
  <inkml:trace contextRef="#ctx0" brushRef="#br0" timeOffset="-142240.31">14926 12357 101 0,'0'0'127'0,"-4"-3"-7"0,4 3-9 15,0 0-3-15,0 0-18 0,0 0-6 16,0 0-10-16,0 0-11 0,0 0-4 0,0 0-11 16,0 0-3-16,0 0-14 0,0 0-24 0,0 0-11 0,22 10-30 15,-16-6-9-15,1-1-18 0,2 2-11 0,-4 0-6 16,1-1-52-16,1 0-140 0,-2 0 63 0</inkml:trace>
  <inkml:trace contextRef="#ctx0" brushRef="#br0" timeOffset="-140676.9">16093 11957 87 0,'-2'-10'158'0,"0"2"-4"0,-1-1-5 0,3 9-10 16,-2-12-18-16,2 12-13 0,0-7-11 0,0 7-13 15,0 0-8-15,0 0-10 0,0 0-7 0,0 0-2 16</inkml:trace>
  <inkml:trace contextRef="#ctx0" brushRef="#br0" timeOffset="-134660.92">13488 8839 33 0,'-7'0'48'0,"7"0"-1"0,0 0-11 0,0 0 5 16,0 0-4-16,0 0-1 0,0 0 1 0,-6-7 4 16,6 7-7-16,0 0 3 0,0 0-14 0,0 0 14 0,-5-6-9 15,5 6 6-15,0 0 4 0,0 0 7 0,0-9-3 16,0 9-5-16,0 0-3 0,-2-10 0 0,2 10 2 15,0 0-1-15,0 0-1 0,2-12-10 0,-2 12 4 16,0 0-5-16,2-9-3 0,-2 9-4 0,0-8-6 16,0 8 13-16,0 0-9 0,0-10-2 0,0 10 3 15,0 0-7-15,5-8-1 0,-5 8 4 0,4-6-6 16,-4 6-5-16,3-4 3 0,-3 4 8 0,0 0-1 16,6-7-2-16,-6 7-8 0,0 0-3 0,5-4 11 15,-5 4-5-15,0 0-14 0,8-4 16 0,-8 4-16 16,0 0-2-16,0 0-3 0,0 0 3 0,10 1-12 15,-10-1-17-15,0 0 7 0,9 3-6 0,-9-3-11 16,6 3-19-16,-6-3-66 0,8 4-146 0,-8-4 65 16</inkml:trace>
  <inkml:trace contextRef="#ctx0" brushRef="#br0" timeOffset="-118870.64">14535 8582 89 0,'-1'-8'149'0,"1"8"-22"0,0 0 1 0,5-13-9 16,-1 8-10-16,0 0-12 0,-3 0-9 0,-1 5-7 16,12-7-6-16,-4 5-3 0,3 1-8 0,1 2 0 15,-1-1-5-15,3 4-1 0,-1 0-5 0,-2 2-2 16,3 6 3-16,-1 0-9 0,-2 4 0 0,-2-1-6 15,-2 2 0-15,-2 2-3 0,-3 7 0 0,0-7 0 16,-4 0-5-16,-3 8 7 0,-2-3-9 0,-6-2-2 16,-1 2 1-16,-2-2-4 0,-1-1-7 0,2-6 2 15,-1-3-5-15,-1 0 8 0,2-1-5 0,-1-3-2 0,1-1-9 16,6-2 8-16,-3-1 1 0,3-2-4 16,1 1 8-16,-2-3 14 0,10 0 1 0,-11 0-1 15,11 0 0-15,0 0 5 0,-10-3 0 0,10 3-2 16,0 0-8-16,0 0-2 0,0 0-7 0,0 0 1 0,0 0-2 15,0 0-2-15,0 0 0 0,28 3 1 0,-15-1-5 16,4 2-4-16,5 0 1 0,-2 0 2 0,9-1-2 16,1 1-11-16,-1 0-22 0,0 0-38 0,0 0-31 15,0-1-38-15,1-1-25 0,0-2-35 0,-12 1-135 16,4-2-353-16,-4 1 156 0</inkml:trace>
  <inkml:trace contextRef="#ctx0" brushRef="#br0" timeOffset="-118385.29">15031 8699 95 0,'0'-9'156'0,"0"9"-18"16,0 0-11-16,0 0-11 0,0 0-11 0,0 0-7 16,0 0 10-16,0 0 4 0,0 0-9 0,0 0-12 15,4 31-7-15,0-20-5 0,2 3 1 0,2 1-5 16,1 0-4-16,1 0-6 0,-1 0-3 0,1 1-3 15,0-1-3-15,3 1-2 0,-3-2-1 0,0-2-5 16,4-1-6-16,-6 0-4 0,5-1-2 0,-7 1-3 0,0-4 1 16,-3 3-8-16,-1 0 6 0,-2-1-5 15,-5 1-2-15,-3-3 0 0,-2 3-2 0,-3-2-6 16,-6-1 1-16,2-1-3 0,-3 1-1 0,2-4-2 16,-4-2 1-16,4 0-1 0,2-2-2 0,2-1-1 0,1-2-1 15,4-1-1-15,0 0-4 0,2-2 0 0,5-2-2 16,-1-1 1-16,4-4-2 0,1 4 1 15,6-5-4-15,2-2 2 0,-1 1 2 0,6-5-4 0,4-1-1 16,-4 1 2-16,3-1 4 0,0 1-5 0,-2 1 1 16,-2 3-1-16,1-3 2 0,3-1-2 0,-8 6 4 15,-2-2-3-15,0 2 4 0,-2 0-2 0,-1 2 3 16,-5 2-3-16,-1-2 3 0,-3 0-2 0,-2 3 0 16,0 0 2-16,-1-1 3 0,-1 4-5 0,-4 0-2 15,-3 1 4-15,1 2-2 0,0 2-2 0,-5 3 1 16,1 3-2-16,0 0 3 0,0 3-4 0,2 1 1 15,2 1-1-15,2-1 3 0,2-1 0 0,5 2-6 16,0 3 1-16,-1-1 0 0,4 2-7 0,2 0-30 16,2 3-31-16,5 0-35 0,0-2-29 0,4-1-35 15,2 1-154-15,1-1-352 0,2 0 156 0</inkml:trace>
  <inkml:trace contextRef="#ctx0" brushRef="#br0" timeOffset="-118202.34">15390 8806 148 0,'3'-9'232'0,"-3"9"-6"0,2-7-7 15,-2 7-16-15,2-8-17 0,-2 8-15 0,1-8-16 0,-1 8-18 16,0 0-17-16,1-6-14 0,-1 6-12 0,0 0-25 16,0 0-25-16,0 0-47 0,0 0-32 15,0 0-47-15,13 14-33 0,-8-9-26 0,-2 1-148 0,0 0-314 16,0 0 139-16</inkml:trace>
  <inkml:trace contextRef="#ctx0" brushRef="#br0" timeOffset="-117967.03">15671 8571 13 0,'0'-11'220'0,"2"4"-9"16,-1 0-4-16,-1 7-17 0,1-13-18 0,-1 13-17 15,1-7-14-15,-1 7-17 0,0 0 5 0,0 0-6 16,2 28-1-16,-4-11-6 0,2 9-7 0,-3 0-10 16,-1 2-8-16,1 1-12 0,1 0-2 0,-1 1-11 15,-2-1-6-15,5-2-7 0,-1 0-1 0,2 1-7 16,-2-3-10-16,1 0-33 0,1-6-37 0,-1 1-38 16,0-1-35-16,3-3-48 0,0 0-26 0,-3-3-175 0,2 0-385 15,-1-3 170-15</inkml:trace>
  <inkml:trace contextRef="#ctx0" brushRef="#br0" timeOffset="-115659.78">16340 8955 60 0,'0'0'108'0,"0"0"-4"0,0 0-14 0,0 0 8 16,0 0-12-16,0 0-7 0,0 0-7 0,-7 5 4 16,7-5 0-16,0 0-13 0,0 0 10 0,0 0-3 15,0 0-8-15,0 0-2 0,0 0 7 0,0 0-2 16,0 0-7-16,0 0 10 0,0 0-2 0,0 0-4 16,0 0-1-16,0 0-2 0,0 0-5 0,0 0-5 15,0 0 0-15,0 0-7 0,0 0-4 0,0 0-2 16,0 0-4-16,0 0-3 0,0 0 0 0,0 0-7 15,0 0 1-15,0 0-3 0,0 0 0 0,0 0-6 0,0 0-1 16,0 0-1-16,0 0 1 0,0 0-5 16,0 0 2-16,0 0-4 0,0 0 2 0,0 0-8 0,0 0 6 15,0 0 0-15,0 0 2 0,0 0-3 0,0 0-2 16,0 0 2-16,-1 9 0 0,1-9-4 0,0 0 4 16,-4 5-4-16,4-5 5 0,0 0 2 15,0 0 9-15,0 0 11 0,0 0 12 0,0 0 2 0,0 0 1 16,0 0-1-16,0 0 1 0,0 0-5 0,0 0-7 15,0 0 0-15,0 0-3 0,-1-23-4 0,1 23-3 16,6-16-4-16,1 6 0 0,-2 1-3 0,0-1-3 16,1-2 4-16,1 2-3 0,0-5-1 0,1 1-1 15,1-2-1-15,-1-1-5 0,1 1 4 0,-4 0-1 16,0 0-4-16,0-3-1 0,0 2-3 0,0 0 4 16,2 0-1-16,-5 0-3 0,1 5 2 0,-1 2 3 15,1 0-4-15,-2 0 2 0,-1 4-3 0,0 6 4 16,0-14-3-16,0 14-1 0,1-11 0 0,-1 11 3 15,0-8-3-15,0 8-1 0,0 0-1 0,0 0 1 16,-2-9-1-16,2 9 2 0,0 0-4 0,0 0 3 16,0 0 1-16,0 0-1 0,0 0 2 0,-18 18-1 15,15-10-6-15,0 1 3 0,-1 1-1 0,0 2 5 16,3 1-4-16,-1-1 2 0,0 4-1 0,0-5 1 16,1 1 0-16,2 2 1 0,1-3 1 0,-2 0-1 15,2 2 1-15,2-2-1 0,0 1-2 0,-1-2 3 16,2-1-1-16,-3 0 2 0,5 1-3 0,-4-5 2 0,1 1-4 15,4 1 5-15,-3-3 4 0,3 0-6 0,-1 0 3 16,2-2 1-16,2 1-2 0,0-3 0 0,-1 0 0 16,2 2 2-16,-1-2-3 0,-2-2 3 0,-1 0 0 15,-1-1 2-15,-7 3-6 0,13-5-6 0,-5-1-1 16,0-2 2-16,-3 1 2 0,0 0-1 0,-1-3 1 16,0 2 1-16,-2-3-1 0,1-1 1 0,-2 2-2 15,0-6 0-15,2 5-2 0,-3-1 2 0,0 0-1 16,0-2 2-16,0 5 1 0,0-1 2 0,0 2 1 15,0 8-3-15,1-13 3 0,0 7-3 0,-1 6-2 16,0-8 2-16,0 8 0 0,0 0 0 0,2-12-5 16,-2 12-7-16,0 0 7 0,0 0 2 0,0 0 3 15,0 0-1-15,0 0 3 0,0 0 4 0,0 34 0 16,0-24 3-16,-2 2-4 0,2 0 9 0,3 0-2 16,-4 0 2-16,2 4-4 0,-1-4 0 0,1 1 0 15,0-1-2-15,1 0-3 0,0 0 6 0,0 1-3 16,1-2-1-16,-1-1 0 0,2 2-16 0,-3-3-15 15,3 1-20-15,-2 0-37 0,1 0-31 0,-1-4-34 16,1 1-30-16,-1 1-33 0,0-1-111 0,0-1-349 0,-2-6 155 16</inkml:trace>
  <inkml:trace contextRef="#ctx0" brushRef="#br0" timeOffset="-115147.7">16883 8779 72 0,'0'0'168'0,"4"-5"-5"16,-4 5-17-16,0 0-17 0,0 0-5 0,0 0 11 15,0 0 3-15,0 0-8 0,-1 25-8 0,-3-14 2 16,-1 4-13-16,-1 1-9 0,1-2-16 0,1-1-4 16,-1-2-5-16,4 1-10 0,-1 0-6 0,-2-2-6 15,4 0-5-15,-3 0 1 0,1-1-3 0,0-2-4 16,1 0-4-16,1-7 3 0,-4 9-1 0,4-9 8 15,-1 6 11-15,1-6 5 0,0 0 2 0,0 0-3 16,0 0-6-16,0 0-1 0,0 0-9 0,0 0-4 16,0 0-5-16,-10-20-8 0,10 11 6 0,1-4-11 15,-1 2-1-15,1-4-3 0,3-2 3 0,-1-1-8 16,0 1 0-16,3-3-2 0,-1 2-2 0,4-7-1 16,2 1-2-16,-4 6-4 0,-1 0 3 0,2-1-3 15,0 2-1-15,-1 2 0 0,-1 2 7 0,0 4-9 0,-3 0 0 16,2 2-1-16,-1 1 6 0,-1 1-6 0,-3 5-2 15,5-9-2-15,-5 9-1 0,4-5-2 16,-4 5 2-16,0 0 3 0,0 0 0 0,14 8 0 16,-9-3 4-16,1 5 5 0,-1-1 0 0,2 1 1 0,-2 5 2 15,4 0 2-15,-1 2 0 0,-2-3-1 0,3 2 2 16,-3 0-4-16,-1 2 7 0,0-3-2 0,2 0 1 16,-3 2-2-16,-2-2 5 0,3 1-11 15,-2-6 4-15,-2 3-4 0,0-2 0 0,1 1 1 0,-1 0 0 16,0-1-7-16,1-2 0 0,-1 3-15 0,-1-3-22 15,0-2-22-15,1 0-24 0,0 3-26 0,-1-10-28 16,-2 13-27-16,1-7-25 0,1-6-24 0,-6 10-31 16,3-7-156-16,3-3-429 0,-13 5 189 0</inkml:trace>
  <inkml:trace contextRef="#ctx0" brushRef="#br0" timeOffset="-115008.16">16878 8927 64 0,'-3'-5'179'15,"3"5"0"-15,-4-8-13 0,4 8-16 0,0 0-13 16,0 0-13-16,12-11-14 0,-2 7-7 0,2-1-11 16,1 3-18-16,2 0-37 0,-2 2-56 0,4-3-63 15,-5 2-137-15,1 1-238 0,-3 0 105 0</inkml:trace>
  <inkml:trace contextRef="#ctx0" brushRef="#br0" timeOffset="-114430.58">14728 9378 169 0,'-11'0'180'0,"11"0"-4"16,0 0-17-16,-9 1-2 0,9-1-7 0,0 0-1 16,0 0 3-16,0 0-1 0,38 9-1 0,0-6-12 15,19 2-6-15,39-2-15 0,8-1-11 0,14-4-9 0,16-4-11 16,9 0-10-16,8 0-5 0,5-1-7 0,4 0-11 15,3-2-17-15,-6 6-9 0,-7-6-10 0,-15 5-5 16,-12 0-8-16,-7 1 2 0,-9 7 2 0,-5-3 0 16,-6-2-1-16,-30 1 3 0,-5 0-3 0,-2 1 4 15,-8 0-3-15,-15-3 1 0,-4 2 1 0,-11-3-7 16,-2 2 6-16,-6 1 4 0,-2 0 0 16,-3 0 3-16,-1 0 3 0,-7 0 0 0,12-2-2 0,-12 2-2 15,6-2-9-15,-6 2-13 0,0 0-11 0,0 0-33 16,0 0-35-16,-29-5-44 0,16 5-40 0,-1 0-66 15,-6 2-122-15,0-1-388 0,0 1 173 0</inkml:trace>
  <inkml:trace contextRef="#ctx0" brushRef="#br0" timeOffset="-114282.13">17187 9382 78 0,'0'0'236'0,"-6"-5"-35"15,6 5-35-15,-8-6-27 0,8 6-45 0,-9-4-37 16,9 4-74-16,-5-6-70 0,5 6-58 0,-6-4-157 16,6 4 71-16</inkml:trace>
  <inkml:trace contextRef="#ctx0" brushRef="#br0" timeOffset="-103203.47">3669 10959 50 0,'0'0'161'0,"-12"-5"-12"16,3 4-10-16,9 1-9 0,-19 3-8 0,8 3 18 16,-6 1-8-16,-2 5-9 0,-3 1-6 0,0 4-12 15,-1 2-3-15,-1 4-7 0,5 1-8 0,-2 0-8 16,2 3-5-16,1 0-6 0,-3 3-4 0,8-2-5 16,-2-2-6-16,4 2-5 0,3-1-6 0,2 2-2 15,4 1-4-15,-3-2 0 0,3-2-6 0,2 0 0 16,3 0 4-16,2 1-7 0,2-8-3 0,3 5-3 15,-3-7 1-15,5 1-1 0,-2-1-5 0,3-4 2 16,2 1-4-16,0-3 0 0,3-4-1 0,0 2 1 16,3-2-1-16,0-3-2 0,6-4-1 0,1-1-1 15,2-2 0-15,-3-6-1 0,-1-1 0 0,1 0-1 16,-1-6-1-16,-2 1 2 0,-1-3-3 0,-2-5-2 16,-1-3-1-16,-3-1-2 0,-1-2-4 0,1 0-1 15,-3-4 0-15,-5 0-2 0,3-13 0 0,-5 0-3 16,-4 11-4-16,-3-12 2 0,-4 0-5 0,-3 1-1 15,-2 13 1-15,-2-2 0 0,-3 5 6 0,-4 0-4 16,0 4 3-16,1 0 0 0,1 5 3 0,2 7 0 16,-2 1 2-16,0 3-5 0,-2 3 0 0,1 2 1 15,-1 4 4-15,-3 4-4 0,0 1 1 0,-3 7 4 16,0 1-1-16,2 6-2 0,1 1 3 0,2 1-1 16,5 3 4-16,0-1-4 0,5 1 0 0,3 2 2 15,4-5-3-15,5 7 0 0,4-3-4 0,0 0 2 16,8-2 3-16,2 0-6 0,2 0 1 0,5-2 2 15,1-1-3-15,3 1 2 0,0-1-3 0,0 0 2 16,2-2 2-16,-4 2 1 0,1 0-2 0,0-2 1 16,-4 2 6-16,-1-2-1 0,-2 0-2 0,-3 4-7 15,0-1 3-15,-7-8-5 0,0 3 6 0,-1 2-4 16,-3-1-3-16,-2 0 6 0,0-1 0 0,-3-3-12 16,1 0-5-16,-2 0-29 0,-2 0-7 0,2-12-22 15,-1 20-21-15,1-11-30 0,-2-2-118 0,0-2-276 16,2-5 122-16</inkml:trace>
  <inkml:trace contextRef="#ctx0" brushRef="#br0" timeOffset="-103042.83">4278 11332 47 0,'0'0'206'0,"4"-6"-25"15,-4 6-15-15,5-3-18 0,-5 3-18 0,0 0-16 16,0 0-20-16,0 0-23 0,0 0-22 0,0 0-22 15,0 0-30-15,0 0-42 0,0 0-50 0,0 0-87 16,-7 36-197-16,-1-22 87 0</inkml:trace>
  <inkml:trace contextRef="#ctx0" brushRef="#br0" timeOffset="-102891.23">3775 11813 31 0,'-8'2'236'0,"8"-2"-18"15,-9 2-28-15,9-2-19 0,0 0-15 0,0 0-18 16,0 0-31-16,36-13-34 0,-5 2-40 0,20-4-58 16,2-1-34-16,5 0-59 0,1 0-75 0,26-9-207 15,-26 6 92-15</inkml:trace>
  <inkml:trace contextRef="#ctx0" brushRef="#br0" timeOffset="-102762.98">4742 11526 127 0,'0'0'265'15,"5"-7"-27"-15,-5 7-21 0,0 0-18 0,0 0-21 16,7-6-19-16,-7 6-23 0,0 0-45 0,0 0-53 16,0 0-65-16,0 0-65 0,0 0-164 0,0 0-275 15,0 0 122-15</inkml:trace>
  <inkml:trace contextRef="#ctx0" brushRef="#br0" timeOffset="-96008.27">23109 12347 87 0,'0'0'105'0,"0"0"-2"0,0 0-8 0,-6-2-5 0,6 2 3 16,0 0-15-16,0 0-4 0,-9-2-1 15,9 2-1-15,0 0-7 0,0 0-1 0,0 0-5 0,-9 0 4 16,9 0-8-16,0 0-4 0,0 0-9 0,-10-3 4 15,10 3-5-15,0 0-4 0,0 0-2 0,0 0-2 16,0 0-4-16,-10 0 0 0,10 0 0 0,0 0-1 16,0 0-5-16,0 0-3 0,0 0 1 0,0 0 7 15,0 0 8-15,0 0 2 0,0 0-1 0,0 0-3 16,23 6 2-16,-11-6 1 0,7 3-3 0,10 0-2 16,-1-2 1-16,0 1-4 0,6 1 2 0,1-4-5 15,1 2 1-15,2 0-6 0,1 0 2 0,13 1-4 16,-14-2 1-16,2 0 0 0,-3 2-3 0,1-1-2 15,2-1-2-15,-1 1 2 0,0-2-3 0,-3-2-2 16,1 5 1-16,0-2-3 0,0 0-2 0,-2-2 6 16,3 2-9-16,-1-4 5 0,-2 3-1 0,2-2-4 15,-2 1 4-15,1 0-2 0,-2 1-3 0,-1-5 2 16,1 8 0-16,-2-6-4 0,0 2 4 0,-2-2-3 16,2 1-1-16,-4-1 4 0,2 0-3 0,-3 2 2 15,1 2-3-15,-5-1 3 0,6-2 2 0,-2 3-2 16,-4-2-1-16,-3 0-1 0,4 1 2 0,-4-1 0 15,2 0-3-15,6 1 0 0,-2-2 3 0,-4 1-1 16,-3 2-2-16,2 0 0 0,-3 0 0 0,3-2-4 0,-4 2 6 16,0-2-2-16,-3 2 3 0,-1-1-5 0,-2 1 0 15,2-1 5-15,-3 1-3 0,2-3-3 0,-2 4 3 16,-1-2 1-16,-9 1 1 0,14 0-2 16,-14 0-2-16,10 0-2 0,-10 0 1 0,9 0 5 0,-9 0 1 15,0 0 9-15,9-3 1 0,-9 3 6 0,0 0 2 16,0 0 1-16,0 0-1 0,0 0-6 0,0 0 9 15,0 0-12-15,7-1 5 0,-7 1-6 0,0 0 2 16,0 0-8-16,0 0-3 0,0 0-20 0,0 0-20 16,0 0-38-16,0 0-28 0,0 0-40 0,0 0-57 15,0 0-137-15,-17 11-365 0,9-8 162 16</inkml:trace>
  <inkml:trace contextRef="#ctx0" brushRef="#br0" timeOffset="-94134.11">24927 12278 8 0,'5'-3'105'0,"-5"3"2"0,0 0-13 0,0 0-3 16,2-10-12-16,-2 10 4 0,0 0-17 0,0 0 8 15,0-6-4-15,0 6-8 0,0 0-3 0,0 0-4 16,0 0-14-16,0 0 5 0,0 0-4 0,0 0-6 16,0 0 4-16,0 0-12 0,2-8-1 0,-2 8-12 15,0 0 4-15,0 0-5 0,0 0 3 0,0 0-5 16,0 0-2-16,0 0 1 0,11 13 4 0,-11-13-9 16,3 7 3-16,-3-7-3 0,4 7 1 0,-2-3 1 15,-2-4 1-15,4 9-11 0,-4-9 3 0,5 4-3 16,-5-4 2-16,5 6 4 0,-5-6 5 0,0 0 3 15,4 7-7-15,-4-7 0 0,0 0 5 0,3 6-4 16,-3-6 3-16,0 0-1 0,0 0 9 0,0 0 6 16,6 3-1-16,-6-3 8 0,0 0 13 0,0 0 3 15,0 0 5-15,0 0 2 0,0 0 4 0,0 0 3 16,0 0-2-16,0 0-4 0,0 0-8 0,0 0-4 0,0 0 2 16,6-14-7-16,-2 9-9 0,0-1 2 0,1-3-6 15,-2 2 1-15,0 2-3 0,3-5-3 16,-2 3-1-16,2-3-1 0,0 2-2 0,1-3-4 0,0 1 0 15,0-1-2-15,1 3 0 0,0-1 1 0,2 1-2 16,-2 1-1-16,0 0-7 0,-3 4 1 0,1-1-1 16,0 0 0-16,1 1-1 0,-7 3 3 15,13-3-2-15,-7 1 1 0,-6 2-4 0,14 3 3 0,-6-1 2 16,-1 1-4-16,-2 2-1 0,1-1 0 0,1 2 1 16,0 3 1-16,-1-2 1 0,-2-1 0 0,3 4-3 15,-1-2 2-15,0 0-1 0,-1 1 2 0,3-2-3 16,-3 1 4-16,0-2 2 0,0 1-2 0,3 0 0 15,-4-3 2-15,1 2-3 0,2-2 3 0,-3 1-1 16,3-3 1-16,-3 2 1 0,-4-4-1 0,7 5 5 16,-7-5-3-16,9 3 4 0,-9-3 8 0,7 0-2 15,-7 0 2-15,11-3-5 0,-11 3 0 0,7-10-3 16,-2 5-1-16,1 1 9 0,-3-2-4 0,3-2-5 16,-2 3 3-16,0-7-1 0,1 3-1 0,-2 2-1 15,-1-1-1-15,2-2-2 0,-1-1 2 0,2 2-4 16,-3 4 0-16,2-5 0 0,2 5 0 0,-2-3-4 15,2 3 0-15,-2 1 3 0,-4 4-5 0,9-4 0 16,-9 4-1-16,0 0 0 0,9 0 0 0,-9 0-2 16,12 7 6-16,-6-2-3 0,1 2 0 0,3 0-1 0,-2 3 3 15,-2-1 1-15,3 1-5 0,-2-2 5 16,0 1 3-16,0 1-6 0,-1-1 3 0,1 3-1 16,-2-4 2-16,4 0-1 0,-5-1 0 0,1-3 1 0,1 2-7 15,-4-2 9-15,-2-4-2 0,10 6-1 0,-6-4 5 16,-4-2-1-16,4 6-2 0,-4-6 2 0,5 4 2 15,-5-4-4-15,0 0 2 0,0 0 1 16,0 0-2-16,14-6 2 0,-14 6 0 0,5-8-6 0,1 0 5 16,-2 2-2-16,3-4 2 0,0 0-6 0,2 0 3 15,-2 1 4-15,3-1-5 0,0-2-1 0,-1 2 5 16,0 1-5-16,0 0 2 0,0 3-5 0,-3-2 5 16,1 3-3-16,-5 0 1 0,-2 5-2 0,10-4-1 15,-6 1-3-15,-4 3 4 0,0 0 0 0,13 6-2 16,-9-3 0-16,2 3 1 0,-4 0 1 0,3 2 3 15,-1 2 0-15,0-2 0 0,0 2 0 0,3-1-2 16,-2 1 2-16,-1-2-3 0,1 1 2 0,1-1 1 16,-3-2 1-16,1 0-1 0,1 0-1 0,0-1 0 15,-1 0 4-15,0-1-6 0,-4-4 7 0,7 5-4 16,-3-2 0-16,-4-3 4 0,0 0 3 0,14 0-7 16,-14 0 5-16,9-3 0 0,-1 0-2 0,-3-1 1 15,3-1 2-15,-2 1 0 0,-1-1-4 0,3-2-1 16,-3-1-1-16,2-1 3 0,0-1-1 0,1 1 1 15,-2 0-1-15,4-1-1 0,-5 0 0 0,1 3-5 0,-3 2 7 16,3-2-5-16,-2 3 0 0,-4 4 3 16,6-9-4-16,-6 9 1 0,6-7-12 0,-6 7 10 15,0 0-1-15,0 0 0 0,0 0 1 0,0 0-2 16,13 11 4-16,-13-11-2 0,2 11 3 0,-2-4-1 16,3-2 2-16,0 2-1 0,-3-7-2 0,2 12 3 15,0-5-3-15,0-1 1 0,0 1 4 0,-2-7 0 16,3 10 1-16,-1-5-3 0,-2-5-2 0,4 8 3 0,-2-4-1 15,2 0 4-15,-4-4-3 0,8 6 1 0,-4-3 1 16,-4-3 0-16,11 1 1 0,-4-1 0 16,2 2-6-16,3-4 7 0,2 1-4 0,5 1 3 15,0-2-2-15,0 1 1 0,2-2-1 0,-1 0-2 0,4-2 0 16,7 2 1-16,-3-1 0 0,3-1 0 0,0 1 2 16,5-2 2-16,3 0 0 0,8-1-1 0,7 1-5 15,-16 0 4-15,16 0-3 0,-2-1 3 16,-14 4 0-16,12 0-1 0,-15 0 0 0,-1 2 2 0,2-1-1 15,-5-1-1-15,-4 2-1 0,-6 1 4 0,0-1 0 16,-2-1-4-16,-6 2 1 0,5 0 1 0,-7 0-3 16,1 0 3-16,-1-1 2 0,0 1 7 0,1 0-3 15,-2 0-1-15,2 0 1 0,-3 1 1 0,0-1-1 16,1 0 5-16,-2 2 0 0,-8-2-2 0,15 0 3 16,-10 0 1-16,-5 0-2 0,14 2 5 0,-14-2-1 15,6 0 5-15,-6 0 1 0,7 3-1 0,-7-3-1 0,0 0 2 16,0 0-3-16,0 0-1 0,0 0-2 15,0 0 1-15,9-2-3 0,-9 2-3 0,0 0-3 16,0 0-1-16,0 0-21 0,0 0-20 0,0 0-33 16,0 0-35-16,0 0-32 0,0 0-57 0,-28 9-58 15,17-5-141-15,-1 0-419 0,-2 0 186 0</inkml:trace>
  <inkml:trace contextRef="#ctx0" brushRef="#br0" timeOffset="-93409.42">27038 11819 81 0,'-2'-12'138'0,"0"2"-6"16,2 1 5-16,2-2 8 0,-4 2-16 0,2-1-10 15,0 1-7-15,0-1-2 0,0 1 4 0,0 9-2 16,2-16-5-16,-4 11-3 0,2 5-6 0,2-10-11 16,-2 10-8-16,0 0-15 0,-2-9-8 0,2 9-6 15,0 0-3-15,0 0-8 0,0 0-2 0,-4 29-1 16,4-8-3-16,0 7-3 0,-2 4 0 0,4 1 2 0,-4 13-1 15,4-10 0-15,2 10 2 0,-2 0-5 16,0-12 1-16,3 14-2 0,-1-1 3 0,0-1 0 16,-1 0 4-16,6 1-3 0,-5-14-4 0,-1 2-5 15,7 12 6-15,-5-11-7 0,3 7 0 0,-4-8-4 16,3 0 0-16,-3-1-2 0,2 0-2 0,2-4 5 16,-2 2-5-16,1-3-5 0,-3-1 2 0,0-1-1 15,2-1-3-15,-2-4 2 0,1-3 0 0,-1-2 2 16,-2 1-2-16,-2 2-8 0,2-4-13 0,3 2-25 0,-5-3-24 15,0-3-20-15,0 1-24 0,-2 0-26 0,2-2-22 16,-5 1-46-16,3-3-143 0,-2 1-371 0,-1-2 165 16</inkml:trace>
  <inkml:trace contextRef="#ctx0" brushRef="#br0" timeOffset="-92815.38">27162 12622 112 0,'0'0'155'0,"-13"-4"-7"0,8 2 7 16,5 2-11-16,-9-3-9 0,9 3-14 0,0 0-12 16,-5-4-14-16,5 4-5 0,0 0-11 0,0 0-4 15,0 0-1-15,28 5-7 0,-9-2-8 0,12 1-5 16,2-2-6-16,3 2 0 0,-1 0-7 0,4 2 0 15,-1 0-8-15,2 1 6 0,-2-3-11 0,-2 2 1 16,0 0 0-16,0 0 1 0,2-2-7 0,-6 2-4 16,-2-1 2-16,-1-2-5 0,-3 1-2 0,-5 0 2 15,-3-2-7-15,-1 1-3 0,-3-1 2 0,-1 0 1 16,-2-1 2-16,3 2-4 0,-3-2 0 0,1 0 4 16,-2 1 1-16,-3 0-2 0,3-1 4 0,-3 0-2 15,1-1 0-15,-8 0 7 0,9 0-4 0,-9 0 8 16,11 0 3-16,-11 0 1 0,7 0 3 0,-7 0 4 15,0 0-3-15,0 0 4 0,9 0-2 0,-9 0-4 16,0 0-1-16,0 0-2 0,0 0-5 0,0 0-4 16,0 0-3-16,0 0-1 0,0 0-2 0,0 0 0 15,-18 15 2-15,8-8-6 0,-2 0 0 0,1 0 3 16,-4 1-1-16,3 0 0 0,2-2-6 0,1 1 4 16,-2 0-3-16,0 0 3 0,0 2-8 0,4-1-24 15,-3-2-29-15,2 1-31 0,-1 2-24 0,1-2-29 0,2-2-26 16,1 0-26-16,0 0-148 0,0-1-367 15,5-4 163-15</inkml:trace>
  <inkml:trace contextRef="#ctx0" brushRef="#br0" timeOffset="-92623.02">27968 12679 193 0,'3'-11'187'0,"-6"-7"-3"0,1 3-8 0,-1 1-4 16,-2 2-3-16,-3-3-12 0,-3 1-4 15,0-1-15-15,-1 3-9 0,-1-2-14 0,2 2-7 0,-3 3-18 16,6 0-3-16,-3 1-11 0,-1 2-9 0,3-2-7 16,0 3-10-16,-3 0-30 0,4 3-36 0,2 0-34 15,6 2-50-15,-12-5-52 0,7 2-184 16,5 3-363-16,0 0 160 0</inkml:trace>
  <inkml:trace contextRef="#ctx0" brushRef="#br0" timeOffset="-91871.16">27114 11959 15 0,'0'0'84'0,"0"0"-9"0,0 0 1 0,-8-2-5 15,8 2-4-15,0 0 4 0,0 0-2 0,0 0 2 16,0 0-6-16,0 0 2 0,0 0 1 0,-7-1-3 16,7 1 5-16,0 0-2 0,0 0 3 0,0 0 1 15,0 0 5-15,0 0-1 0,0 0-1 0,0 0-15 16,0 0-5-16,0 0 3 0,11-17 5 0,-2 11-6 16,-2-2 3-16,8-3-13 0,0-2-6 0,6-3 6 0,2-2 7 15,2 0-8-15,4-1 4 0,-2-3-3 16,2 1-5-16,3-1-3 0,-1 0-3 0,9-7-1 15,-10 9-1-15,-3-1-4 0,2-2 1 0,0 3 1 16,-2-3 1-16,-2 3 0 0,-3 1-1 0,-1 4-1 0,-1-2-4 16,-7 3 1-16,3 2-1 0,-9 2 8 0,3 1-2 15,-3 3 0-15,1-3 1 0,-2 2-3 0,0 0 1 16,-3 3 2-16,1-1 1 0,-4 5 2 16,9-6-3-16,-9 6-2 0,5-7-1 0,-5 7-3 0,5-3-2 15,-5 3-4-15,0 0 2 0,0 0-8 0,6-4 2 16,-6 4-2-16,0 0-6 0,0 0 3 0,0 0-5 15,0 0 0-15,0 0-2 0,0 0-1 0,0 0-6 16,0 0 2-16,0 0-14 0,5-3-7 0,-5 3-22 16,0 0-25-16,0 0-23 0,0 0-20 0,6 10-22 15,-6-10-27-15,2 9-18 0,-2-9-23 0,0 9-157 16,0-9-386-16,-2 10 170 0</inkml:trace>
  <inkml:trace contextRef="#ctx0" brushRef="#br0" timeOffset="-88892.56">27384 9209 116 0,'0'0'144'0,"0"0"2"16,-4-5-11-16,4 5-2 0,-5-4-19 0,5 4-7 16,0 0-11-16,-6-7-9 0,6 7-3 0,0 0-4 15,0 0-10-15,-8-4-3 0,8 4-5 0,0 0-8 16,0 0-8-16,-6-3 1 0,6 3-11 0,0 0-1 16,0 0-8-16,0 0 2 0,0 0-7 0,0 0 0 15,0 0-1-15,0 0-2 0,0 0-2 0,0 0-6 16,0 0 0-16,0 0-1 0,0 0 0 0,0 0 4 15,0 0-6-15,0 0 4 0,0 0-2 0,0 0-1 16,0 0 5-16,0 0 5 0,0 0 9 0,0 0 10 16,0 0 7-16,0 0 4 0,-7-2-5 0,7 2-7 15,0 0-1-15,0-12-6 0,0 12 2 0,0-11-4 16,0 11 0-16,0-10-9 0,0 10-2 0,0-10 0 16,0 10 5-16,0-10 0 0,0 10-3 0,0-9-2 15,0 9 0-15,0-10-2 0,0 10 1 0,0 0-9 16,0-12 2-16,0 12-1 0,0 0-1 0,0 0-6 15,0-7 5-15,0 7-5 0,0 0-1 0,0 0 0 0,0 0-2 16,0 0 3-16,0 0-2 0,0 0-4 0,0 0 0 16,0 0 1-16,-6 22 0 0,4-9 3 15,0-2-1-15,-1 0 2 0,-2 4 0 0,3 2-3 16,-1-6 1-16,2 6 2 0,0-5-3 0,-3-2 2 0,4 0-1 16,2 2 2-16,-2-3-3 0,3 1 4 0,0 0 0 15,0-1 3-15,-1-4 1 0,6 3 3 0,-2-2-1 16,0-1 2-16,3 1 6 0,1-2-2 0,3-2 4 15,-1 1 2-15,5-5 1 0,-1 2 1 0,-3-3-3 16,4 0 1-16,-4-1 2 0,3-1-6 0,-5-2 5 16,2 1-9-16,1 1 6 0,-5-3-2 0,1-2-1 15,-2 1-2-15,-1-2-4 0,-3 0 3 0,3 0 0 16,-5-2 0-16,0-2-4 0,-2-1-1 0,0 5 4 16,-2-3-10-16,0 2 8 0,-5-4-4 0,2 3 0 15,-1 1 0-15,-3-2-2 0,2 4-1 0,-2 2-1 16,0 0-3-16,0 3 3 0,0 0-4 0,-2 0 1 15,2 3-1-15,-2-1-13 0,0 3-9 0,-1 1-17 16,-1 4-22-16,3-2-21 0,-3 6-30 0,0 2-18 16,4-3-23-16,0 2-38 0,-2 3-148 0,1 1-373 15,2-1 165-15</inkml:trace>
  <inkml:trace contextRef="#ctx0" brushRef="#br0" timeOffset="-87291.27">27503 9349 36 0,'0'0'158'0,"0"-9"-1"0,0 9 4 16,-2-11 2-16,2 11-2 0,0 0-9 0,-2-10-9 16,2 10-5-16,0 0-17 0,0 0-6 15,0 0-10-15,0-8-13 0,0 8-11 0,0 0-6 16,0 0-16-16,0 0-6 0,0 0-6 0,0 0-6 0,0 0-2 16,0 0-5-16,0 0-3 0,0 0-2 0,2 29-2 15,-2-15-1-15,2-1-2 0,-2 2-3 0,0 0 1 16,0 1 4-16,0 0-7 0,0 1 4 0,0 1 0 15,2-3-3-15,0 0-4 0,-1 1 2 0,0-4-1 16,0 2-1-16,1-3 2 0,0 1-2 0,0 0-1 16,3 0 0-16,-4 1 0 0,3-2-1 0,0-3 0 15,-2 1-3-15,0 0-2 0,-1-2 0 0,3 0-2 16,-2-1 2-16,1 0-1 0,-1 0 1 0,1 0-3 16,-3-6 2-16,4 10-5 0,-2-5 2 0,-2-5 0 15,0 0-1-15,3 8 1 0,-3-8 0 0,2 5 4 16,-2-5-4-16,0 0 0 0,0 0-1 0,2 6-1 15,-2-6 3-15,0 0 4 0,0 0-1 0,0 0 2 16,0 0 3-16,0 0 1 0,0 0 6 0,0 0-1 16,0 0 5-16,0 0-4 0,0 0 3 0,0 0-1 15,0 0 1-15,0 0-7 0,0 0 8 0,0 0-7 0,0 0-2 16,0 0-2-16,0 0 0 0,4 5-1 16,-4-5-2-16,0 0-4 0,0 0 1 0,0 0-2 15,0 0-3-15,11 0 1 0,-11 0 2 0,10-3-4 16,-10 3 1-16,15 0 0 0,-6 0-1 0,0 0-1 0,2 0-2 15,-4 0 3-15,5 0 1 0,-4 3-6 16,1-3 2-16,-1 3-1 0,0-2 2 0,-2 0 0 16,1 2-1-16,0-1-1 0,0 1 0 0,-2 0 0 15,-5-3 2-15,6 7-4 0,-4-1 6 0,-2-6-4 0,4 10 1 16,-4-10-2-16,-4 12 1 0,-2-2 2 16,1 0 0-16,-3-2-3 0,-4 4 6 0,3-4-5 0,-2 5 2 15,-3-2 1-15,-1 0 0 0,-1 0-2 16,3-2 2-16,3 0-1 0,3 0 0 0,-3-1-2 0,5-1-1 15,-2 3 4-15,3 0-7 0,-3-1 7 0,5 0 1 16,0-2-4-16,2-7 3 0,-1 13-1 0,4-4 0 16,-3-2 1-16,6 1 2 0,1 1-4 0,0-1 6 15,-2 1-7-15,5-2 4 0,-1 0-3 0,-1 0 4 16,2 0-5-16,1 1 5 0,-1-3-3 0,-1 0 0 16,-2 2 1-16,1-1-3 0,1-1 0 0,-4 0 2 15,1 0-1-15,-1 0-2 0,-1-2 2 0,-4-3 0 16,6 9 2-16,-4-4-4 0,2 1 2 0,-4-6-1 15,0 8 5-15,0-8-2 0,0 12-4 0,0-12 5 16,-6 10-3-16,3-5 2 0,-2 2-2 0,1 2-1 16,1-4 2-16,-3 1 0 0,2 3-2 0,-3-2 2 15,2 0-1-15,-1 1 2 0,1 1-2 0,3-2 0 16,-1 0 0-16,2 1-2 0,-1-2-9 0,2 3 6 16,0-9-5-16,3 16 1 0,0-7-5 0,-1-4-2 15,5 4-1-15,-1-3-1 0,2 2-2 0,-4-3 3 16,2 0-2-16,-1 1-1 0,3 1 0 0,-2-2 1 15,-2 1-5-15,3 0-6 0,-3 0 14 0,0-2-2 16,-1 2-1-16,-3-6 6 0,4 14 0 0,-4-6 1 16,3 0-1-16,-6 1 4 0,1 2 2 0,0 1 1 15,-3-2-1-15,1 2 3 0,0-2-3 0,-1 2 3 16,-2-2 2-16,0 1-1 0,3 1 2 0,-1-3-6 16,-1 2 3-16,3-1 0 0,0 2 1 0,0-1 0 15,0 0 1-15,3 2 0 0,0-2-2 0,0 1 4 16,5 4-2-16,-1 0 4 0,1 1-3 0,1 2 2 15,1-3-3-15,0 0 4 0,0 0-2 0,2 1-2 16,-1-2-1-16,0 4 4 0,0-2-2 0,1 2 6 16,-2-2-3-16,3 8-2 0,-8-6-1 0,5-1 5 15,-4 0-2-15,-2 1 1 0,1 0-2 0,-2 2 4 0,2-2-1 16,-2 0 5-16,0 0 2 0,0-1-3 0,0 1-1 16,2-1 6-16,-2 2-5 0,3-2 7 15,-2-2-4-15,1 1-1 0,2 0-1 0,-4-3-1 16,4 0 4-16,-2 1-1 0,1-3-6 0,-2-1 5 0,2 0-4 15,1 0 1-15,-2-2 0 0,1 1 0 0,-1-1-2 16,0 0-1-16,4-1 3 0,-6-2 1 0,1 2 1 16,2-3-2-16,-3-5-4 0,2 13 7 15,-2-6-5-15,0-7 0 0,2 14-2 0,-2-8 6 0,0-6-7 16,0 13 0-16,0-8 3 0,2 3-1 0,-2-8 1 16,0 10-1-16,0-10-2 0,0 13 1 0,0-13 1 15,2 7-4-15,-2-7 2 0,1 9 3 0,-1-9-4 16,0 0 1-16,1 7-2 0,-1-7 4 0,0 0 0 15,0 0-8-15,0 10 5 0,0-10 1 0,0 0 0 16,0 0 5-16,0 0-6 0,0 0 0 0,0 0 5 16,0 0-2-16,0 6-4 0,0-6 2 0,0 0-1 15,0 0 3-15,0 0-4 0,0 0 3 0,0 0-3 16,0 0 3-16,0 0 0 0,0 0 1 0,0 0-5 16,0 0 8-16,0 0-4 0,0 0 2 0,0 0-2 15,0 0-2-15,0 0 3 0,0 0 1 0,0 0-1 16,0 0-4-16,0 0 1 0,0 0 1 0,0 0 0 15,0 0 0-15,0 0-2 0,0 0 2 0,0 0-2 16,0 0 3-16,0 0-6 0,0 0 5 0,0 0 0 16,0 0-2-16,0 0-1 0,0 0 4 0,0 0-3 0,0 0-1 15,0 0 2-15,0 0-4 0,-8 4 0 16,8-4 4-16,0 0-2 0,-7 6 0 0,0-2-1 16,0 0 4-16,0-1-3 0,-3 2 2 0,-2-2-5 15,4 4-6-15,-1-3-2 0,1 0 0 0,0-2-6 0,1 2-12 16,3 0-20-16,4-4-13 0,-10 3-20 0,10-3-21 15,0 0-30-15,-9 3-26 0,9-3-27 16,0 0-143-16,0 0-358 0,0 0 159 0</inkml:trace>
  <inkml:trace contextRef="#ctx0" brushRef="#br0" timeOffset="-86577.23">28001 9842 137 0,'0'0'187'0,"2"-13"-7"0,-2 13-3 0,-4-9-5 16,4 9-12-16,0 0-19 0,-2-7-17 0,2 7-13 16,0 0-13-16,0 0-9 0,0 0-13 0,0 0-7 15,0 0-6-15,0 0 0 0,2 29-5 0,-2-15-1 16,2 1-3-16,0 2-1 0,-2-1-4 0,1 1-2 15,-1-1-4-15,0-2-2 0,4-3-1 0,-4 5-4 16,0-3-2-16,0-1-3 0,0-2-2 0,0 3-3 16,3-2 4-16,-3-2-9 0,3 1 0 0,-2-1-5 15,0 1 2-15,-2-3-1 0,2 2-13 0,1-1 6 16,-2-8-8-16,-2 12-19 0,4-5-14 0,-2-7-21 16,0 11-17-16,0-5-23 0,0-6-18 0,0 0-11 0,0 9-11 15,0-9-14-15,0 0-23 0,0 0-106 16,0 0-297-16,0 0 132 0</inkml:trace>
  <inkml:trace contextRef="#ctx0" brushRef="#br0" timeOffset="-86225.2">28045 9835 40 0,'0'0'149'0,"2"-13"-13"0,-2 8-6 15,0 5-8-15,7-11-10 0,-3 8-2 0,5-1-7 16,-1 1 0-16,5 3-5 0,-1 1 2 0,2 1-10 15,-1 2-4-15,0-1-11 0,-3 4-8 0,-1 0-3 16,1 2-13-16,-4 1 0 0,-1 1-1 0,-1 0-14 16,-3 2 4-16,-1 0 0 0,0 3-7 0,-2-4-2 15,-2-1-5-15,-2-1-1 0,-1 1-3 0,-2 2 1 16,2-2-4-16,0-3 4 0,-4-2-9 0,2 0 6 16,1-1 2-16,1-1 4 0,1 0 6 0,0-1 6 15,6-3 1-15,-8 2 4 0,8-2-4 0,-8 3 3 16,8-3-10-16,0 0 1 0,-9 2-5 0,9-2-1 15,0 0-9-15,0 0 2 0,0 0-6 0,0 0 2 16,0 0-4-16,0 0 1 0,0 0 0 0,12 12-4 16,-12-12 1-16,13 3-1 0,-3 3-1 0,0-4-2 15,1 0 1-15,2 1-17 0,0 0-12 0,0-2-30 16,5 2-20-16,0 2-31 0,-1-4-32 0,0 2-28 0,-4 0-11 16,5 0-145-16,-4-2-347 0,0 1 154 15</inkml:trace>
  <inkml:trace contextRef="#ctx0" brushRef="#br0" timeOffset="-86011.2">28514 10000 13 0,'0'0'177'0,"2"-10"2"15,-2 10-7-15,-1-8 2 0,1 8-3 0,-5-8-13 0,-3 5-11 16,8 3-9-16,-17-3-12 0,6 2 1 0,-3 2-9 16,-1 2-5-16,-1 0-9 0,4 1-2 0,-4 4-12 15,1-1-6-15,2-1-8 0,4 2-7 0,0 0-8 16,0 1-5-16,3-1-4 0,2 1-6 0,0-1-1 15,4 1-5-15,0-9-6 0,5 19-1 0,3-12-3 16,7 3 0-16,2-1-33 0,3-4-30 0,7 1-38 16,-6-1-42-16,8-2-28 0,-1-3-40 0,0 1-190 15,-8 1-401-15,-1-4 178 0</inkml:trace>
  <inkml:trace contextRef="#ctx0" brushRef="#br0" timeOffset="-83711.25">27972 9113 36 0,'0'0'152'0,"0"0"-10"15,0 0-7-15,0 0-9 0,0 0-9 16,0 0-3-16,0 0-8 0,0 0-15 0,0 0-2 16,0 0-4-16,0 0-6 0,23-7-5 0,-10 4-7 0,2 0 0 15,-2 2-7-15,1-2-10 0,3 0-4 0,-1 0-4 16,-3 0-9-16,1 2-10 0,-1-1-25 16,-4 1-18-16,3 0-21 0,-1 2-30 0,-5-1-27 15,-6 0-26-15,18 1-106 0,-18-1-249 0,9 0 110 0</inkml:trace>
  <inkml:trace contextRef="#ctx0" brushRef="#br0" timeOffset="-83462.3">28172 8990 124 0,'-3'-8'212'0,"3"8"-5"15,-2-5-4-15,2 5-13 0,0 0-18 0,0 0-15 16,-6-8-19-16,6 8-18 0,0 0-13 0,0 0-14 15,0 0-9-15,0 0-9 0,0 0-5 0,0 0-6 16,-4 21-8-16,3-14-4 0,-2 3-4 0,3 0-7 16,-1 1-1-16,-1 1-8 0,0 3 0 0,2-2-1 15,-2-3-4-15,2 3-3 0,-2 2 0 0,2-3-3 16,0 3 1-16,0 1-12 0,0-4-14 0,0 0-26 16,0 0-39-16,2 0-29 0,-2-3-37 0,2 3-33 15,0-2-161-15,-4 1-357 0,4-1 159 0</inkml:trace>
  <inkml:trace contextRef="#ctx0" brushRef="#br0" timeOffset="-83037.47">28373 8987 187 0,'4'-6'182'0,"1"2"-14"0,0 0-7 15,1 0-14-15,2 2-12 0,2-2-13 16,-2 2-11-16,2 2-10 0,1 2-10 0,0-1-9 16,-2 3-4-16,1-1-13 0,-2 1-2 0,1-1-7 0,-4 4-3 15,0-2-8-15,-2 1-3 0,-1-1-6 0,-2-5-2 16,3 16-8-16,-6-9 1 0,1 4-1 0,-3-4-3 16,-3 2-4-16,4 1 0 0,-1 0-1 0,-2-4-3 15,3 1-9-15,-3-1-7 0,5-1-6 0,2-5 3 16,-3 11 1-16,0-7-3 0,3-4 6 0,0 8-6 15,0-8 1-15,6 10-4 0,-1-6 2 0,1 0 1 16,2-1-1-16,2 1 0 0,-1 0 0 0,2 0 7 16,-2 0-12-16,0-1 10 0,3 3-7 0,-7-2 5 15,1 1 3-15,-1-1-7 0,1 1 6 0,-6-5 1 16,7 5-4-16,-7-5 4 0,3 9 4 0,-3-9 4 16,0 0-4-16,-9 13 4 0,2-9 1 0,-2 0-1 15,-2 1 2-15,-1 1-3 0,1-2 0 0,-4 0 0 16,3-1-3-16,-2-1-4 0,3-1-14 0,-2 2-12 15,3-1-14-15,1 1-25 0,1-3-24 0,-2 0-18 0,10 0-34 16,-11 0-124-16,11 0-288 0,-7-4 128 16</inkml:trace>
  <inkml:trace contextRef="#ctx0" brushRef="#br0" timeOffset="-82729.44">28639 9099 107 0,'0'0'150'0,"8"-2"-9"16,-8 2-9-16,0 0 10 0,0 0-9 0,0 0-21 0,9 6-1 16,-4-2 1-16,0-1-8 0,0 2-5 15,0-1-9-15,-1 0-1 0,8-1-2 0,-4 0-7 16,1-1-1-16,4 0-11 0,-3-2-2 0,2 2-7 0,-1-4-5 16,0 2-3-16,-1 0-1 0,0-1 1 0,0-3 1 15,-3 2 9-15,0-1-2 0,-2-2-2 0,0 0-3 16,-1-1-1-16,-1 0-3 0,-3 6-6 15,0-13-5-15,-1 4-3 0,1 9-7 0,-7-15-5 0,1 5-1 16,-2 2-4-16,0 1-2 0,-1 1-5 0,-3-1-4 16,2 2-12-16,-1 0-14 0,0 2-7 0,-1 3-15 15,1 0-16-15,-2 1-24 0,3 2-20 16,-3-1-23-16,4 3-16 0,0 3-25 0,4-2-17 0,-1-1-132 16,1 1-338-16,3 0 150 0</inkml:trace>
  <inkml:trace contextRef="#ctx0" brushRef="#br0" timeOffset="-82371.34">28905 8997 143 0,'1'-5'217'0,"3"-1"-8"16,-3-2-9-16,-1 8-12 0,7-7-17 0,-7 7-18 16,2-8-15-16,-2 8-17 0,5-2-15 0,-5 2-10 15,0 0-10-15,17 12-5 0,-12-5-5 0,3 10-1 16,-1-4-4-16,1 1-9 0,-2 3-6 0,1-1-2 15,-1-2 2-15,3 3-7 0,-3 0-2 0,2-2-3 16,-1 0-1-16,-2-3-3 0,1-1 2 0,-1-4-12 16,-1 3 1-16,1-2-7 0,-1-4 3 0,-1 2-1 15,-1 0-1-15,-2-6 6 0,5 5 11 0,-5-5 7 0,0 0 3 16,10 2-2-16,-10-2-3 0,11-5 1 16,-4-2-6-16,2-2 7 0,-1-2-14 0,2 0-2 15,-2-1-1-15,2-2-1 0,2 0 2 0,-4 0 1 16,0-4-3-16,0 3-3 0,0-2-4 0,-1 1-1 0,1 1-5 15,-3 0 3-15,1 3-5 0,-2 1-5 0,-1 2-4 16,-1 2-6-16,2 1-13 0,-4 6-19 0,5-7-21 16,-5 7-32-16,3-5-22 0,-3 5-15 15,0 0-17-15,0 0-30 0,0 0-18 0,0 0-34 0,-12 25-190 16,6-14-444-16,-2 1 197 0</inkml:trace>
  <inkml:trace contextRef="#ctx0" brushRef="#br0" timeOffset="-80299.73">28912 10074 134 0,'0'0'210'0,"0"0"-10"16,-6-6-17-16,6 6-11 0,0 0-13 0,-7-4-7 16,7 4-11-16,-7-3-14 0,7 3-9 0,0 0-11 15,0 0-11-15,-5-6-12 0,5 6-8 0,0 0-8 16,0 0-6-16,0 0-6 0,0 0-5 0,0 0-5 16,0 0-5-16,0 0-3 0,0 0-5 0,18-4-14 15,-7 4-22-15,1 0-18 0,2 0-22 0,-1-1-22 16,-2 2-21-16,2-2-26 0,-3 4-25 0,0-2-12 15,-2 1 6-15,-3 0-12 0,0 2-89 0,-5-4-263 16,3 10 117-16</inkml:trace>
  <inkml:trace contextRef="#ctx0" brushRef="#br0" timeOffset="-80146.08">28895 10180 81 0,'0'0'132'0,"0"0"-2"0,-8 2-2 16,8-2-11-16,0 0-5 0,0 0-13 0,0 0-4 0,0 0-12 15,0 0-9-15,0 0-4 0,0 0-8 0,0 0-22 16,31-1-22-16,-17 1-35 0,5-3-28 0,-1 2-20 16,0-1-121-16,-1-2-201 0,3 1 89 15</inkml:trace>
  <inkml:trace contextRef="#ctx0" brushRef="#br0" timeOffset="-79873.29">29299 9881 180 0,'-3'-7'227'0,"0"0"-7"0,3 7-6 0,-3-9-16 0,3 9-18 16,-3-8-23-16,3 8-16 0,0 0-17 0,-3-6-11 16,3 6-17-16,0 0-8 0,0 0-7 0,0 0-3 15,0 0-7-15,3 25-6 0,0-14-6 0,-1 0-5 16,-1 2-5-16,2-1-3 0,-2 5-4 0,1-1-3 15,-1-4-5-15,1 3-1 0,1 0-4 0,-2 1-1 16,-1 0-5-16,1 0 2 0,-1-6-5 0,0 2-1 16,-1 0-20-16,2 0-20 0,-2-1-21 0,0 1-27 15,1 0-36-15,-3 0-31 0,3-2-44 0,-1-1-184 16,1-9-393-16,0 12 174 0</inkml:trace>
  <inkml:trace contextRef="#ctx0" brushRef="#br0" timeOffset="-79624.19">29546 9842 234 0,'2'-6'233'16,"-2"6"-22"-16,1-9-17 0,-1 9-23 0,0 0-18 0,0 0-15 16,0 0-1-16,0 0 0 0,0 0-3 0,-3 31-11 15,1-15-12-15,-1 4-8 0,1-3-4 16,-1 3-18-16,1-1-3 0,-2-2-8 0,0-2-9 15,0 2-5-15,0-2-2 0,2-3-6 0,1 5-5 0,-1-2 3 16,-2 0-11-16,3-4-2 0,0-1-6 0,-3-1-10 16,1-3-15-16,-1 2-35 0,2-2-37 15,-1 0-35-15,3-6-47 0,-2 11-42 0,2-11-186 16,-3 9-411-16,3-9 183 0</inkml:trace>
  <inkml:trace contextRef="#ctx0" brushRef="#br0" timeOffset="-79275.19">29719 9899 61 0,'0'0'216'0,"0"0"-5"0,0 0-6 16,-1-11-12-16,1 11-19 0,0 0-20 0,0 0-17 15,0 0-15-15,0 0-9 0,0 0-12 0,0 0-12 16,0 0-8-16,0 0-12 0,0 0 1 0,-17 2-11 15,17-2-8-15,-17 7-1 0,7 0-7 0,-3 0-3 16,2-1-1-16,-3 1-9 0,2 0 2 0,2-2-1 16,-1 1-5-16,0-2-5 0,2 1 2 0,2-1-9 15,0-1-2-15,1-2 1 0,6-1-3 0,-9 6-3 16,6-2 0-16,3-4 3 0,-7 5-3 0,7-5 0 16,0 0 1-16,0 0-2 0,0 0 0 0,0 0-3 15,0 0 3-15,10 11-2 0,-2-9 0 0,-2 1-1 16,4 0 3-16,4 0-3 0,-2 1-1 0,7-1 3 15,-1 1-2-15,1-1-6 0,1-1-30 0,-1 3-22 16,0-2-45-16,-6 1-21 0,4 0-43 0,-5 0-39 16,-1 0-115-16,0 1-345 0,-1-1 152 0</inkml:trace>
  <inkml:trace contextRef="#ctx0" brushRef="#br0" timeOffset="-78883.14">29862 10150 116 0,'0'0'216'16,"4"-6"-11"-16,0 1-13 0,0 1-4 0,-4 4-15 16,7-12-14-16,2 7-15 0,-3-3-15 0,4 1-9 0,-1 0-13 15,2-2-8-15,-1 4-5 0,-1-5-4 16,4-1-5-16,-3 3-5 0,-2 0-5 0,-1-2 1 16,0 1 5-16,-1-2-8 0,-2 1-8 0,-1-5-7 15,-3 2 7-15,0 0-17 0,-3 1-7 0,1-1-1 0,-2-3-3 16,-2 2-7-16,4 2 7 0,-2 1-11 0,0-1 1 15,2 2-2-15,2 1-5 0,-1-1-1 16,1 2-6-16,2-1 1 0,-1 3-4 0,-1 6-1 16,12-15-2-16,-7 11 0 0,5 0 2 0,2 1 1 0,-1 1-9 15,2 2-1-15,5 3 2 0,-5 0-2 16,2 0 0-16,-1 4-3 0,3 2 1 0,-8-2-1 16,1 2 2-16,-3-2-4 0,0 5 7 0,-2-5-1 15,-2 5 4-15,0 0-4 0,-1-3 0 0,-1 4 0 0,1-3 2 16,0-1-2-16,-1 1 4 0,0 0-4 0,1-1 2 15,0 1 2-15,2-1 0 0,0 0 4 0,1-2-2 16,3 2-14-16,0-1-9 0,3-3-23 0,5 1-30 16,2 0-30-16,3-2-32 0,5 0-45 0,-6-1-37 15,3 1-189-15,-2-4-435 0,-3-2 193 0</inkml:trace>
  <inkml:trace contextRef="#ctx0" brushRef="#br0" timeOffset="-76779.55">27922 11123 67 0,'-8'-4'83'0,"8"4"3"0,0 0-1 0,-6-3 8 0,6 3-9 15,0 0-5-15,-9-3-3 0,9 3 4 0,0 0-7 16,-7-2-4-16,7 2-4 0,0 0-3 0,-9-2 0 16,9 2-6-16,-9-2-4 0,9 2-2 0,-11-2-5 15,11 2-3-15,-12 0-3 0,12 0-4 0,-13 0-5 16,13 0 15-16,-14-1-13 0,14 1-2 0,-8 0 4 15,8 0 2-15,0 0-7 0,-9 0 11 0,9 0-10 16,0 0 4-16,0 0-9 0,-9-1 2 0,9 1 4 16,0 0-7-16,0 0-5 0,0 0-2 0,0 0-5 15,0 0 5-15,0 0 2 0,0 0 2 0,0 0-1 16,46-4-2-16,-14 2-1 0,6-1 3 0,12-6 0 16,4 1-1-16,5-1-3 0,1 2-1 0,3-1 4 15,2-2-4-15,24 0-1 0,-29 2-8 0,-3 2 14 16,5 0-9-16,-7 1-2 0,1-2 3 0,-2 5-1 15,2-1-7-15,-6-1 3 0,-11 1 3 0,0 1-1 16,-3 0-3-16,1-1 5 0,-3 0-3 0,1-1-3 16,-5 1-1-16,-3 0 4 0,1 2 6 0,-7-2-3 15,-2 3 2-15,0-3 5 0,-5 0 3 0,3 0 3 16,-6 3 2-16,1-2 1 0,-2 2-4 0,-4-1 1 16,-6 1-1-16,13-2 2 0,-13 2-3 0,9-2-3 15,-9 2-2-15,7-1-3 0,-7 1-2 0,0 0 1 16,8-2-2-16,-8 2 1 0,0 0-5 0,0 0-9 0,0 0-20 15,0 0-19-15,0 0-30 0,0 0-31 16,0 0-31-16,0 0-27 0,0 0-36 0,0 0-124 16,0 0-347-16,-24 9 154 0</inkml:trace>
  <inkml:trace contextRef="#ctx0" brushRef="#br0" timeOffset="-76275.13">29310 10890 11 0,'-8'-3'125'0,"8"3"-14"15,-6-4 4-15,6 4-16 0,0 0-20 16,-9-5 14-16,9 5-9 0,-8-2-2 0,8 2 1 0,0 0-14 16,-11-2-3-16,11 2-4 0,0 0-4 0,-16 4 9 15,9-1-2-15,-2 4 3 0,1-1-6 0,0 1 0 16,1 2-5-16,1 1-8 0,-1-1 2 0,2 3-3 16,0-2 1-16,1 1-5 0,3-1-7 0,-2 2 2 15,3-2 4-15,1 1-4 0,1 1 0 0,-1-3-5 16,5 0 2-16,-2-2-2 0,4 0 2 0,3 0-2 15,0-1-5-15,6-3 5 0,-1 1 2 0,3-1-6 16,0-2 3-16,0-1-5 0,0-1 1 0,-1-2-4 16,0-1-1-16,-5 3 3 0,0-2-5 0,0-2 4 15,-3 0 2-15,0 1-1 0,-2-1-2 0,-3-2-5 16,3-1 0-16,-3 1-5 0,-2-3 1 0,0 3-4 16,-4-5 1-16,-3 3-4 0,1-1 3 0,-2 0-2 15,-1-1-2-15,-2 1 1 0,-2 0-3 0,2 1-3 16,-2 0-1-16,0 3-2 0,-2-1-1 0,2 2-13 15,-1 0-10-15,2 2-18 0,1 3-12 0,8 0-17 16,-17 3-24-16,7 1-26 0,5 1-37 0,-1 1-47 16,-3 1-116-16,4 0-347 0,1 0 153 0</inkml:trace>
  <inkml:trace contextRef="#ctx0" brushRef="#br0" timeOffset="-73395.31">28851 12079 91 0,'-5'-3'142'0,"-3"-2"-15"0,8 5 8 0,-7-9-3 16,3 6 0-16,4 3-10 0,-7-6-4 0,7 6-1 15,-6-6-11-15,6 6-5 0,0 0-13 16,-7-4-10-16,7 4-10 0,0 0-4 0,-6-4-13 0,6 4-6 15,0 0-4-15,0 0-1 0,0 0-2 0,0 0-3 16,4 25 3-16,-1-14-1 0,-3 1-4 0,6 4 1 16,-2 0-3-16,-2 0-1 0,2 0-2 0,1 1-2 15,-1-1-6-15,3 1 8 0,0 0 3 16,-2-2-1-16,1 2-3 0,-2-2 1 0,2 1-1 0,0 0-6 16,-1-5-2-16,-2 0-8 0,1 2 6 0,-1-4-3 15,1 2 1-15,-1-1 0 0,0 0-6 0,-2-3 2 16,4 2 1-16,-3-3-2 0,1 0-3 0,-2 1 0 15,-1-7-19-15,3 11-10 0,-3-6-28 0,0-5-19 16,2 9-19-16,-2-9-15 0,2 8-13 0,-2-8-26 16,0 0-18-16,-7 9-128 0,7-9-311 0,-9 1 137 15</inkml:trace>
  <inkml:trace contextRef="#ctx0" brushRef="#br0" timeOffset="-72958.21">28878 12062 61 0,'4'-9'142'0,"1"-1"-2"15,0 2-2-15,2 1-3 0,-1 1-6 0,-1 1-16 16,1 1-8-16,2 0 0 0,0 2-14 0,2-1-5 16,-10 3-12-16,17 0-5 0,-6 3-5 0,-2-1-7 15,-1 2-2-15,2 0-6 0,-3 3-1 0,-1-1-6 16,-1 0-5-16,-1 3-3 0,-2 0-5 0,-1 2-2 15,-2 0-1-15,0-1-5 0,-3-1 2 0,-1 1-7 16,-2 0 2-16,1 1-2 0,-1-2-2 0,-1-1 0 16,1-1 4-16,0 1-7 0,2-4-5 0,2 1 2 15,-1 0-2-15,4-5-3 0,-5 7-1 0,5-7-5 16,0 7 9-16,0-7 0 0,0 0-6 0,14 6-1 16,-5-4 2-16,1-1 5 0,2-1-6 0,1 1 0 0,-2 1-1 15,3-2 4-15,-1 2-3 0,0-2 3 0,-2 3-4 16,0-1 1-16,1 0-2 0,-5 0 0 15,2 0 3-15,-3 1-1 0,-6-3 1 0,10 5-1 16,-6-3 4-16,-4-2-2 0,4 5 0 0,-4-5 9 0,0 0-2 16,0 0-3-16,-7 11 5 0,0-4-5 0,-3-2 1 15,-1 0 0-15,0-1 1 0,-3 1 0 16,-2 1-2-16,4 0-7 0,-1-3-8 0,0 2-14 16,0-1-9-16,3 0-18 0,-1 0-22 0,3-2-23 0,0 0-24 15,3 0-41-15,-2 1-103 0,7-3-284 0,-8 3 126 16</inkml:trace>
  <inkml:trace contextRef="#ctx0" brushRef="#br0" timeOffset="-72659.16">29351 12179 12 0,'0'0'187'15,"-8"-1"3"-15,8 1 2 0,0 0-11 0,-10-1-13 16,10 1-15-16,0 0-12 0,0 0-12 0,0 0-8 16,-8-2-14-16,8 2-8 0,0 0-8 0,0 0-10 15,0 0-8-15,18-10-9 0,-9 7-6 0,3 1-9 16,0 0-3-16,0-1-7 0,2 1-19 0,-3-1-22 15,1 2-28-15,-1 1-28 0,0-3-29 0,-4 5-34 16,2-4-22-16,-9 2-151 0,12 3-318 0,-12-3 141 16</inkml:trace>
  <inkml:trace contextRef="#ctx0" brushRef="#br0" timeOffset="-72504.49">29367 12266 154 0,'0'0'165'15,"0"0"2"-15,0 0-3 0,0 0-8 0,0 0-16 16,0 0-11-16,13 6-13 0,-13-6-15 0,17-1-14 16,-10 1-30-16,4-2-35 0,-2 2-52 0,2 2-35 15,-1-2-47-15,-2 1-97 0,-8-1-226 0,17-3 100 16</inkml:trace>
  <inkml:trace contextRef="#ctx0" brushRef="#br0" timeOffset="-71444.81">29857 12018 116 0,'0'0'144'0,"-1"-7"-10"0,1 7-2 0,-3-7 3 15,3 7 0-15,0 0-8 0,-4-7 2 16,4 7-11-16,0 0-3 0,0 0-12 0,-2-7-17 16,2 7-12-16,0 0-4 0,0 0-13 0,0 0 0 0,0 0-2 15,0 0-7-15,0 0 5 0,0 0-10 0,7 29-2 16,-5-18 0-16,-1 0 7 0,1 5-2 0,-2-1 0 15,2 1 0-15,-2 0-6 0,-2 2 2 16,2-4-3-16,2 1-5 0,-2-1 4 0,0-2-9 0,0 5-6 16,1-4 2-16,-1 2 1 0,0 2-4 0,1-5 0 15,-2-1-2-15,0-1-6 0,1-4 1 0,0 3 4 16,0-9-3-16,0 12-2 0,1-2-8 16,-1-3 9-16,0-7-4 0,0 10-11 0,1-3-28 0,-1-7-23 15,2 10-37-15,-2-10-23 0,1 9-28 0,-1-9-35 16,1 8-173-16,-1-8-375 0,0 0 166 0</inkml:trace>
  <inkml:trace contextRef="#ctx0" brushRef="#br0" timeOffset="-70901.39">30063 12169 74 0,'0'0'168'0,"0"0"-13"0,0 0-14 15,0 0-7-15,0 0-12 0,0 0 1 0,0 0-4 16,0 0-9-16,0 0-10 0,0 0-4 0,-11 23-6 16,8-17-10-16,0 0-2 0,3-6-15 0,-5 14 2 15,4-6-7-15,1-8-7 0,0 14-6 0,1-8 0 16,-1-6-7-16,1 11-3 0,3-6-4 0,-4-5 2 16,6 7-4-16,-2-1-3 0,0-5 3 0,3 3-2 15,0-3-6-15,-7-1 2 0,9 1-5 0,-9-1 4 16,12 0-5-16,-12 0 2 0,11 0 2 0,-11 0 1 15,8-6-2-15,-8 6-1 0,5-5-4 0,-1-2 2 16,-2 1-3-16,-2 6 0 0,3-7-3 0,0 1 1 16,-2-3-2-16,0 1 0 0,-1 0 0 0,1-1-3 15,2-1-1-15,-3 10-2 0,2-12 0 0,0 5 2 0,-2 7-1 16,3-9-7-16,-3 9-2 0,4-8-2 16,-4 8-2-16,8-3 1 0,-4 0-6 0,-4 3 7 15,13 0-5-15,-13 0 3 0,12 3-1 0,-5-2 4 16,2 3-1-16,-4 0 2 0,3 2 0 0,-2-1 0 0,3 2-1 15,-2 2 4-15,0-4 5 0,1 3-7 0,0-2 3 16,-2-1-4-16,0-1 3 0,2 2 2 16,-2-3 1-16,0-1 0 0,1 0 0 0,-1 0 1 15,-6-2 0-15,12 2 0 0,-12-2 2 0,11-2 6 0,-11 2 2 16,9-2 2-16,-9 2-3 0,8-6 4 16,-5 1-3-16,-3 5 2 0,6-8 0 0,-4 2-2 0,-2 6-6 15,2-13 3-15,-2 7-3 0,0 6-1 16,-3-13-1-16,-3 4-2 0,1-1-6 0,-1 6-15 0,0-4-13 15,-2 1-13-15,-3 2-12 0,2-1-24 0,-3 2-20 16,-2 1-21-16,-2 1-33 0,2 2-24 0,-4 0-123 16,-1 0-325-16,-2 0 144 0</inkml:trace>
  <inkml:trace contextRef="#ctx0" brushRef="#br0" timeOffset="-68407.36">29852 10983 45 0,'0'0'140'0,"-1"-10"-22"16,1 10-9-16,0 0-4 0,0 0-18 0,0 0 21 16,0 0-6-16,0 0 4 0,20 13 3 15,-12-3-4-15,3-1-10 0,1 3-15 0,-3-4-1 0,3 6-8 16,-3-2-1-16,2 1-8 0,-1-2-9 0,-3-1-5 16,1 0-3-16,-1-1-3 0,0 0-11 0,1-1 2 15,-4-3-2-15,1 1 0 0,1-1 2 0,-2-1 0 16,1 1-1-16,-5-5-1 0,6 6 5 0,-6-6 2 15,7 3 11-15,-7-3 2 0,5 3 14 0,-5-3-8 16,0 0-1-16,0 0-2 0,10-6 4 0,-10 6-5 16,7-12-1-16,-4 4-8 0,3-3-4 0,1-3-5 15,-2-1-3-15,0 0-7 0,0-3-1 0,2 1-5 16,-2 0-1-16,-1-1 0 0,2-6-1 0,-1 6-4 16,0-6-1-16,-1 9 2 0,-2-1-6 0,-1 5-1 15,3-1 0-15,-3 3-4 0,0 2-8 0,1 0-18 16,-2 7-22-16,2-10-29 0,-2 10-19 0,0 0-4 15,0 0 0-15,0 0-11 0,0 0-27 0,0 0-19 16,0 25-6-16,-2-11-11 0,0 1-126 0,-2 3-320 16,3-1 141-16</inkml:trace>
  <inkml:trace contextRef="#ctx0" brushRef="#br0" timeOffset="-68107.52">30194 11110 104 0,'4'4'113'0,"-4"-4"-7"0,0 0-6 15,0 0 7-15,4 9 8 0,-4-9-13 0,-1 7 4 16,1-7-5-16,0 9-2 0,0-9-9 0,1 11 6 16,1-7-1-16,1 2-12 0,0 1 0 0,2-3-8 15,0 0-3-15,0-2-3 0,0 3-1 0,-5-5-8 16,10 5-2-16,-3-2-4 0,-1-3 2 0,-6 0-3 16,15 0-5-16,-7-1-1 0,-8 1 0 0,14-2-4 15,-8-2-1-15,0 0-6 0,0 1 4 0,-1-2-7 16,0-1-2-16,3-1 0 0,-6 0-5 0,0-1-2 15,0 2-2-15,0-3-5 0,-2 9 4 0,-2-17-6 16,0 7-2-16,-3 3-3 0,-2-4 0 0,-2 3-7 16,2 0-12-16,-1 0-10 0,-3 2-11 0,2 0-16 15,0 3-12-15,-2 1-25 0,4 0-16 0,7 2-19 0,-13 0-22 16,13 0-18-16,-13 3-24 0,13-3-99 16,-7 7-303-16,7-7 134 0</inkml:trace>
  <inkml:trace contextRef="#ctx0" brushRef="#br0" timeOffset="-67839.25">30522 11097 101 0,'0'0'155'0,"0"0"5"15,0-11-14-15,0 11-9 0,0 0-14 0,0 0-5 16,0 0-2-16,-4-11-4 0,4 11-8 0,0 0-2 15,0 0-15-15,0 0-2 0,-6-6-10 0,6 6-7 16,0 0-8-16,0 0-2 0,0 0-10 0,0 0 0 16,0 0-10-16,0 0-3 0,0 0-3 0,0 0-2 15,0 0-3-15,0 0-6 0,0 0 1 0,0 0-5 16,0 0-8-16,0 0-14 0,-6-4-16 0,6 4-18 16,0 0-13-16,0 0-31 0,0 0-25 0,0 0-31 15,0 0-143-15,0 0-304 0,1 22 134 0</inkml:trace>
  <inkml:trace contextRef="#ctx0" brushRef="#br0" timeOffset="-65286.15">27892 12759 30 0,'0'0'33'0,"0"0"-5"15,-4-10 3-15,4 10-4 0,-3-6 9 16,3 6 0-16,0 0 5 0,-5-6 0 0,5 6 2 0,0 0-1 15,0 0 3-15,-4-7-3 0,4 7 3 0,0 0-5 16,0 0-1-16,0 0-9 0,0 0-2 0,0 0 8 16,0 0-6-16,0 0 1 0,0 0-2 15,0 0 10-15,0 0 2 0,0 0 8 0,0 0 1 16,22 13-2-16,-15-7 6 0,0 3 1 0,2 1-5 0,-4 1-9 16,5 6 6-16,-3-2-1 0,1 4-7 0,-1-2-2 15,-1 11 3-15,2-2-2 0,-3 0 0 0,0 1 1 16,1 2 2-16,-3 0 0 0,1 2-2 15,-2-2-4-15,1 0-3 0,1 3-3 0,0-2 7 16,1 1-2-16,-3 1 3 0,1-1 4 0,2 0-7 0,0 2-2 16,-2-1-7-16,1-1 0 0,1 0 3 0,-2 3-3 15,4-3 1-15,-3 0 1 0,-2 2-2 0,2-4 2 16,3 3-3-16,1 0-4 0,0 2 4 16,-2-4-2-16,1 1-3 0,2-4-1 0,-2 0-1 0,1 0-3 15,-1-3 0-15,3-1 3 0,-5-4-3 0,-1-2-1 16,2 0-1-16,-1 0 1 0,-1-3 0 0,1-1-5 15,-2-3 3-15,0 2 3 0,0-2-1 0,0 0 0 16,-1-2-17-16,-1 0 5 0,1-3-3 0,-1 2 2 16,0 0 5-16,0 0-2 0,1 1-1 0,1-1 2 15,-2 0 3-15,1-1-1 0,2 2-5 0,-2-3 5 16,-2-5-4-16,6 16 3 0,-5-9-1 0,3 2 1 16,-4-2-5-16,4 0 1 0,2 1 2 0,-5-1 1 15,4-1-1-15,-2-2-1 0,-3-4 2 0,6 10-1 16,-4-6-3-16,-2-4-12 0,5 8-17 0,-5-8-21 15,2 7-23-15,-2-7-14 0,3 8-28 0,-3-8-22 16,0 0-36-16,-8 8-140 0,2-4-339 0,-4-1 151 16</inkml:trace>
  <inkml:trace contextRef="#ctx0" brushRef="#br0" timeOffset="-64949.13">28027 14279 71 0,'-11'0'117'15,"11"0"-7"-15,-15 0-4 0,15 0-8 0,-10 1-8 0,10-1-7 16,0 0-7-16,0 0 0 0,0 0 5 0,0 0 7 16,0 0-6-16,32-3-5 0,-3-1-6 0,2-1-8 15,2 1-7-15,4-3-1 0,1 0-2 0,1 2-8 16,-2-1-6-16,-1 1-6 0,-2-2-3 16,-1 4-3-16,-2 1-16 0,-3-1-25 0,-6 3-19 0,-3-1-27 15,-2 0-22-15,-3 1-20 0,-1 1-32 0,-4 3-69 16,-4-2-219-16,-5-2 98 0</inkml:trace>
  <inkml:trace contextRef="#ctx0" brushRef="#br0" timeOffset="-64770.27">28211 14411 75 0,'0'0'157'0,"0"0"3"16,0 0-6-16,0 0-9 0,29 0-20 0,-10-3-13 15,0 0-9-15,8-2-17 0,-4 3-21 16,-1-1-36-16,-4 3-29 0,1-1-28 0,-2 0-23 16,-7 3-19-16,-2 0-23 0,-2 1-69 0,-3 2-175 0,-3-5 78 15</inkml:trace>
  <inkml:trace contextRef="#ctx0" brushRef="#br0" timeOffset="-64634.69">28261 14544 69 0,'0'0'116'0,"0"0"0"0,0 0 0 0,0 0-7 0,0 0-16 16,0 0-6-16,42-10-14 0,-22 6-10 0,0-2-16 16,9-1-37-16,-2 1-35 0,-8 2-22 15,0-1-92-15,-1 1-148 0,1 1 66 0</inkml:trace>
  <inkml:trace contextRef="#ctx0" brushRef="#br0" timeOffset="-61049.18">26410 12069 125 0,'0'0'145'0,"0"0"-8"16,0 0-10-16,0 0-8 0,0 0-15 0,0 0-6 16,0 0-11-16,0 0-15 0,0 0-7 0,0 0 0 15,0 0-10-15,0 0-10 0,0 0 0 0,0 0-5 16,0 8-5-16,0-8 2 0,4 6-2 0,-4-6-13 15,9 6 8-15,-3-1 2 0,-1-1-1 0,4 2-5 16,-2-2 4-16,2 2-2 0,-1-2-8 0,2 1 4 16,1-2-4-16,-5 0-3 0,2 0 1 0,1 5-4 15,-1-4 2-15,-1-2-7 0,0 3 3 0,-2-1-6 16,1 1 3-16,-3 0-2 0,3 2-4 0,-4-1 2 16,2 2 3-16,-4 2 4 0,1 1 2 0,-2 1 4 15,-1 5-5-15,-4-2-3 0,1 5 4 0,-3-1-1 0,-2 5-9 16,-1 1 0-16,2 0-36 0,-2 1-27 15,2 1-46-15,0-1-54 0,-3 0-103 0,8 1-283 16,-5-1 124-16</inkml:trace>
  <inkml:trace contextRef="#ctx0" brushRef="#br0" timeOffset="-59894.76">26107 12828 104 0,'17'-8'140'15,"-8"6"-8"-15,0-1-14 0,2 2-13 0,1-2-6 16,1 3-15-16,3-2-8 0,-3 1-3 0,6 0-8 16,-2 1-19-16,-3 0-19 0,-3 0-13 0,0 0-13 15,-1-2-17-15,-2 2-13 0,-8 0-15 0,11 2 3 16,-11-2-1-16,10-2 0 0,-10 2-2 0,0 0 7 15,0 0 5-15,0 0 3 0,0 0-1 0,0 0 16 16,0 0 0-16,0 0 9 0,-37-4 10 0,30 1 9 16,-1 3 5-16,1-3 12 0,7 3 7 0,-14-4 9 15,8 3 9-15,6 1-2 0,0 0 5 0,-11-3 2 16,11 3-10-16,-8-1-1 0,8 1-7 0,0 0-11 16,0 0 2-16,0 0-7 0,0 0 13 0,-8 6 9 15,6 2 3-15,2-8 4 0,2 18-4 0,-2-6 15 16,2 3-3-16,-2 1-5 0,0-1-5 0,0 1-2 0,-2 1-3 15,6-2-9-15,-6 2 4 0,2 2-4 0,0 0-6 16,2-3-1-16,-4 0-6 0,4-3 0 16,-4-1-5-16,4 1 1 0,-2-3-4 0,0 2-1 15,0-2-1-15,0-1-4 0,0-9-1 0,0 13 2 16,0-8-3-16,0-5-1 0,2 9-2 0,-2-9 4 0,0 0-5 16,-2 10 0-16,2-10 0 0,-4 3-3 15,4-3-7-15,-7 3 3 0,7-3-6 0,0 0 6 16,-16-1-1-16,16 1-4 0,0 0 6 0,-11-5 1 0,11 5-2 15,-4-4-2-15,4 4 3 0,0 0 0 0,0 0-5 16,0 0 2-16,-5-5-1 0,5 5-5 0,0 0 0 16,0 0-10-16,0 0-5 0,0 0-13 15,18-1-1-15,-6 1-15 0,-2-2-16 0,2 2-5 0,1 2-6 16,5-5-6-16,-4 3-8 0,-1-1-11 0,5-1 13 16,-5 2-2-16,4-2 5 0,-4 1 4 0,1-2 12 15,-4 2 7-15,3-2 9 0,-3 0 3 0,1 0 24 16,1-2 9-16,-3-1 8 0,-1 1 12 15,-1-1 7-15,0-1 6 0,-2-1 15 0,1 1 15 0,-2-1-3 16,3-1 17-16,-5 1 1 0,1 0 10 0,2 2 5 16,-1-1-4-16,-2 2 3 0,0-1 4 0,-2 6 3 15,5-7-14-15,-5 7-7 0,2-6-4 16,-2 6-10-16,0 0-3 0,0 0-5 0,0 0 7 0,0 0-7 16,7 17 2-16,-8-7-3 0,1 1 0 0,0 1-5 15,-2 1 1-15,2 5-3 0,0-7-2 0,-2 6-1 16,0-2-2-16,2 1-6 0,0-1 0 0,0-4 1 15,0 1-14-15,-2 2-24 0,2-4-19 0,0 1-20 16,0-1-22-16,0 0-20 0,0-2-22 0,0-8-15 16,-2 13-22-16,0-7-112 0,2-6-294 0,-3 9 131 15</inkml:trace>
  <inkml:trace contextRef="#ctx0" brushRef="#br0" timeOffset="-59519.37">26495 13019 87 0,'4'-11'144'16,"3"1"-7"-16,-2 1-4 0,1 1-7 0,-4 3-5 16,3-2-9-16,-5 7-16 0,6-5-8 0,-2 3 6 15,-4 2-6-15,8-3-6 0,-8 3-15 0,0 0-3 16,13 5 0-16,-13-5-5 0,7 5-9 0,-7-5-4 16,5 7-4-16,-1-2 1 0,-4-5-1 0,3 10-5 0,-3-3-3 15,0-7 0-15,-5 13 0 0,1-5-5 16,-1-2-8-16,2 0 2 0,-3 0-4 0,2 1-1 15,-1-2-3-15,3 1 1 0,-4 1-4 0,0-1-3 16,2 1 1-16,2-1-6 0,1 0 2 0,-1 2-1 16,2-8-5-16,0 13 3 0,0-13-9 0,0 10-2 0,3-2 0 15,-1-2 2-15,4 1-1 0,0-2 1 0,0 4 0 16,3-3-1-16,-3 1 5 0,2-1-2 16,-2 0 1-16,1-2 0 0,-5 3-1 0,2-2 3 0,1 0-3 15,0-1 0-15,-5-4 4 0,4 8-1 0,-4-8-6 16,1 8 4-16,-1-8 1 0,-1 11 4 15,1-11-5-15,-9 7-2 0,2-1-9 0,3-2-2 0,-3-1-20 16,-5 0-12-16,0-1-19 0,3 2-22 16,-5 0-26-16,1-3-33 0,-1 1-100 0,3-2-268 0,-10 0 119 15</inkml:trace>
  <inkml:trace contextRef="#ctx0" brushRef="#br0" timeOffset="-57355.5">25089 11504 23 0,'-9'-6'90'0,"6"3"10"0,3 3-5 0,-8-6-5 15,4 3 3-15,4 3 1 0,-7-10 0 0,5 5-2 16,-4 1-16-16,2-4 0 0,0 2 4 0,-3-1 23 0,3 1 18 15,2-1-3-15,-1 2-16 0,-2-1-3 16,5 6-1-16,-6-8-1 0,6 8 1 0,-5-7-3 16,5 7-11-16,-3-7-8 0,3 7-6 0,0 0-10 15,-5-5-7-15,5 5-9 0,0 0-3 0,0 0-6 0,0 0-3 16,0 0 0-16,0 0-4 0,5 28-4 16,-4-16 0-16,1 2-1 0,2 2 1 0,-2 2-4 0,1 0-3 15,2-1 4-15,-1 0-2 0,-2 2-4 16,1-2-3-16,-1 1 1 0,-2-2 0 0,2 2-4 0,0-2 3 15,-2 1-3-15,3-1-1 0,-2-5-1 0,-1 5 2 16,0-4-3-16,1 4 2 0,1-4-2 0,0-1-2 16,-2 1 5-16,0-3-2 0,0 1-11 15,0-1-17-15,0 1-20 0,-2 0-23 0,0-3-24 0,2-7-19 16,-1 12-27-16,1-12-30 0,1 10-25 0,-1-10-144 16,0 0-361-16,0 6 160 0</inkml:trace>
  <inkml:trace contextRef="#ctx0" brushRef="#br0" timeOffset="-57095.14">25240 11533 184 0,'0'0'200'0,"2"-7"-10"0,-2 7-11 0,0 0-15 15,0-8-19-15,0 8-14 0,0 0-19 0,0 0-9 16,0 0-9-16,0 0-11 0,0 0-6 0,0 0-6 15,0 0-6-15,4 25-9 0,-4-15-2 0,1-1 0 16,-1 1-8-16,2 0-2 0,-1 2-8 0,-1-3-2 16,0 3-2-16,0-1-4 0,0 0 0 0,1-2-2 15,1 3-6-15,0-3-14 0,-2 2-24 0,0-2-21 16,0 1-24-16,0-3-26 0,2 3-12 0,0-5-21 16,-1 2-19-16,-1-7-22 0,2 11-92 0,-2-11-276 15,0 0 124-15</inkml:trace>
  <inkml:trace contextRef="#ctx0" brushRef="#br0" timeOffset="-56652.48">25259 11523 90 0,'1'-8'141'16,"-1"8"-4"-16,3-8-9 0,-3 8-12 0,5-6-13 15,-5 6-3-15,0 0-8 0,14 2-2 0,-14-2-9 16,13 4-3-16,-7-1-3 0,4 0-10 0,-1 3 2 15,-1 1 0-15,2-1-12 0,-1-1-2 0,-1 3-7 16,2-4-4-16,1 2-3 0,0-2 2 0,1 2 1 0,-3-3-10 16,-1 0-3-16,4-1-1 0,-5 2 0 0,1-3 2 15,-1 2 0-15,1-2 1 0,-8-1 5 0,14-1 2 16,-14 1 10-16,8 0-1 0,-8 0-1 16,9-4-7-16,-9 4 3 0,6-6-5 0,-3 0 2 0,1 3-4 15,-2-5-4-15,-2 8 0 0,3-13 6 0,-2 5-10 16,2 2 1-16,-1-3-6 0,-2 1-1 0,5 3 5 15,-5 5 6-15,0-12 5 0,0 12-3 0,2-8-3 16,-2 8-6-16,0 0-8 0,1-8 4 0,-1 8-6 16,0 0-3-16,0 0-5 0,0 0-2 0,0 0 1 15,0 0 3-15,0 0-6 0,0 0 3 0,6 26-3 16,-6-15 0-16,0-1-1 0,0 1 1 0,0 0 0 16,2 2 0-16,-2 0 2 0,0-1-1 0,-2 1-5 15,4-1 6-15,-2 2-4 0,0-1 2 0,2-2 1 16,0 1-2-16,-2-2-2 0,1 1-7 0,0-1-16 15,-1-1-19-15,1-1-27 0,3 2-27 0,-4-1-29 16,0-2-18-16,4 0-31 0,-3 0-16 0,2-1-147 16,-3-6-363-16,2 9 161 0</inkml:trace>
  <inkml:trace contextRef="#ctx0" brushRef="#br0" timeOffset="-55795.36">25695 11707 123 0,'0'0'147'0,"0"0"-18"0,-4-13-5 16,4 13-11-16,0 0 1 0,0 0-15 0,0 0 1 15,0 0-2-15,0 0-8 0,0 0-8 0,0 0-2 16,0 0 3-16,0 0-8 0,0 0-2 0,16 13-1 15,-16-13-8-15,8 2-6 0,-8-2 1 0,9 2-4 16,-9-2-2-16,12-2-7 0,-5 2-1 0,4-2-6 16,0 0-1-16,-4 1-4 0,3-2-2 0,-3 2-4 15,-7 1 0-15,14-3-6 0,-8 1 2 0,-6 2 1 16,9-3-1-16,-9 3 0 0,8-6 1 0,-4 3 0 16,-4 3 1-16,4-5-1 0,-4 5 5 0,3-9-4 0,-3 9-6 15,2-8 1-15,-2 8 0 0,4-8-4 0,-4 8 0 16,0-9-1-16,0 9-2 0,0-8-2 0,0 8 3 15,0-10-4-15,0 10 3 0,0 0-5 0,-2-9 5 16,2 9-3-16,0 0 0 0,-2-10-1 0,2 10-3 16,0 0-2-16,-2-7 3 0,2 7-1 0,0 0-2 15,0 0-1-15,0 0 2 0,-4-6-2 0,4 6-1 16,0 0 0-16,0 0-2 0,0 0 0 0,0 0-1 16,0 0 0-16,0 0 1 0,0 0-2 0,0 0 3 15,0 0-6-15,0 0 3 0,0 0-1 0,0 0 1 16,0 0-1-16,0 0 1 0,0 0-1 0,0 0 0 15,0 0-2-15,0 0 4 0,0 0-1 0,0 0 1 16,0 0 2-16,0 0-4 0,0 0 1 0,0 0-3 16,0 0 3-16,0 0-1 0,0 0-2 0,0 0 4 15,0 0 0-15,0 0 2 0,0 0-2 0,0 0 1 16,0 0-1-16,0 0 1 0,0 0 0 0,0 0 0 16,0 0-1-16,0 0 2 0,0 0 1 0,0 0 6 15,0 0-1-15,0 0 0 0,0 0 8 0,0 0-2 16,0 0 5-16,0 0 4 0,0 0 1 0,0 0-1 15,0 0-4-15,0 0-1 0,-1-10-1 0,1 10-4 16,0 0-1-16,-2-11 5 0,2 11-4 0,0-11-3 16,0 11 3-16,0-8-2 0,0 8-2 0,0-11 3 15,0 3-4-15,0-1 1 0,0 9 1 0,0-13-4 16,0 4-1-16,0 9 1 0,2-14-1 0,-1 6 1 16,0 2-2-16,0-3-1 0,3 2 0 0,-4 7 0 15,4-9-3-15,-2 4-2 0,1-1 4 0,-3 6-5 16,10-7-1-16,-4 4 1 0,0-1 0 0,1 1-2 15,5 2 3-15,-2 1-3 0,2 1 0 0,0 0 5 16,0 2-5-16,2 0 0 0,-1 0 0 0,-2 1 1 16,-1 4 0-16,1-1-1 0,2 3 0 0,-3-1 5 15,-2-1-3-15,-1 3-2 0,-1 0 2 0,2 0-2 16,-2 4 4-16,-4-1-2 0,1 0 0 0,-1 2 2 16,-2-1-2-16,0-3 2 0,-4 0 3 0,3 0-4 0,1 1-2 15,0-4 2-15,0 3 2 0,0-3-18 0,-1 2-21 16,3 0-20-16,-2-4-33 0,4 3-28 15,0 0-27-15,0-2-36 0,6 0-33 0,-5-2-139 0,5-1-386 16,0 0 171-16</inkml:trace>
  <inkml:trace contextRef="#ctx0" brushRef="#br0" timeOffset="-53691.48">23815 11558 105 0,'0'-8'182'0,"0"8"-13"15,-1-11-3-15,1 11-13 0,-2-12-15 0,2 12-10 16,0 0-18-16,0 0-13 0,-1-6-7 0,1 6-12 15,0 0 1-15,0 0-6 0,0 0 3 0,4 30-7 16,-3-17-3-16,-1 2-5 0,0 2-1 0,3 1-6 16,-2-2-9-16,-1 4-3 0,4-2-3 0,-4-1-4 15,-3 1-1-15,7-2-5 0,-4 2-3 0,0-1-3 0,0 0-1 16,1 0-5-16,-1-5 3 0,2 1 0 0,-2 1-5 16,0-1-17-16,-2-3-14 0,4 3-20 15,-5-1-26-15,-1-1-27 0,3 0-15 0,-3-1-13 16,0 0-19-16,0-2-20 0,1-3-112 0,-3 2-289 0,6-7 128 15</inkml:trace>
  <inkml:trace contextRef="#ctx0" brushRef="#br0" timeOffset="-53337.02">23868 11523 28 0,'11'-13'119'0,"-1"4"0"0,-1 2 9 0,0 1-22 0,2 1-16 15,-3 3 6-15,0 2 0 0,2 2-8 0,-3 2-9 16,1 0-8-16,-1 6 1 0,-2 1-12 0,-1 1 2 16,1 4-13-16,-5 0-5 0,-2 0 1 0,-1 1-3 15,-2-1-10-15,-1 0 0 0,0 0-4 0,-3-2-2 16,-1-1-4-16,2-2 2 0,-2 0-3 0,-2-2 2 16,5-1-9-16,-2-2 4 0,0 1 0 0,-1-1-1 15,4-2 0-15,1-2 5 0,5-2 3 0,-9 2 8 16,9-2-6-16,0 0-7 0,-12-2 2 0,12 2 7 15,0 0-2-15,0 0 3 0,-8-5-2 0,8 5-6 16,0 0-2-16,0 0 3 0,0 0-7 0,0 0-2 16,0 0-4-16,0 0 2 0,27 5-1 0,-18-3-4 15,1 4 2-15,1 1 0 0,1 0-5 0,3 1 1 16,-1 2-16-16,2-1-16 0,-1 0-18 0,0 1-12 16,-1 1-29-16,2 0-26 0,-6-3-14 0,0-2-19 15,2 3-106-15,-6-1-271 0,2-1 120 0</inkml:trace>
  <inkml:trace contextRef="#ctx0" brushRef="#br0" timeOffset="-53129.06">24116 11755 112 0,'0'0'175'16,"0"-12"-2"-16,0 12-6 0,-3-10-10 0,3 10-17 15,0 0-15-15,0-9-14 0,0 9-10 16,0 0-14-16,0 0-4 0,0 0-10 0,0 0-4 0,0 0-8 15,-2 28-8-15,2-18 0 0,0 0-6 0,0 3-8 16,2-2 1-16,-4 1-8 0,4 1-21 0,-2-1-23 16,0 1-20-16,0 0-23 0,1-1-21 0,-1-1-23 15,-1 1-19-15,-1 1-136 0,1-2-273 0,0-3 122 16</inkml:trace>
  <inkml:trace contextRef="#ctx0" brushRef="#br0" timeOffset="-52725.56">24127 11688 146 0,'5'-5'143'0,"1"3"-5"0,1-1-8 15,3 1 0-15,0 2-6 0,-10 0-15 0,18 2-6 16,-7 0-10-16,-2 0-3 0,0 3-7 0,-4-1-13 15,3 0-4-15,-3 1-19 0,0 2 4 0,-1-1-3 16,-1-1-5-16,-1 5-9 0,0-5 4 0,-2 7-4 16,-3-4-1-16,2 1-6 0,-2-2-2 0,1 2 0 15,-1-2-6-15,-1 1 0 0,2-3-12 0,0 4-2 0,2-9-10 16,-6 7 4-16,6-7-6 0,-1 10-9 16,1-10 3-16,2 8 0 0,-2-8-1 0,7 9-1 15,-5-5-2-15,2-1 9 0,-4-3-3 0,8 7 5 16,-4-3 3-16,1-1 3 0,-5-3-1 0,8 10-2 0,-4-7-4 15,0 3 7-15,-4-6-7 0,5 6 0 16,-3-1 9-16,-2-5-3 0,0 9-4 0,0-9 2 16,-7 10 4-16,3-4 0 0,-3-2-5 0,-3 3-10 0,2 0 15 15,-2-2 4-15,-1 1-8 0,2 1-8 0,-1-1-17 16,1-1-15-16,3-1-13 0,-1-1-29 16,2 1-27-16,5-4-117 0,-12 3-248 0,12-3 111 0</inkml:trace>
  <inkml:trace contextRef="#ctx0" brushRef="#br0" timeOffset="-52521.62">24491 11716 72 0,'0'0'175'0,"4"-5"-14"0,-4 5-14 0,7-4-14 16,-7 4-12-16,5-6-8 0,-5 6-16 0,12-1-15 15,-4 1 2-15,3 0-28 0,-11 0-28 0,13 4-28 16,-2-3-22-16,0 1-23 0,-1 2-20 0,-5 1-35 16,4 2-74-16,-5-2-187 0,-3 0 84 0</inkml:trace>
  <inkml:trace contextRef="#ctx0" brushRef="#br0" timeOffset="-52380.16">24496 11865 152 0,'0'0'154'0,"0"0"-3"0,0 0-12 0,0 0-6 16,0 0-17-16,24-3-10 0,-12-1-8 0,2 2-13 16,-1 0-19-16,-1 2-27 0,1-1-43 0,1-1-31 15,3 1-47-15,-4 2-105 0,-3-1-202 0,0 2 90 16</inkml:trace>
  <inkml:trace contextRef="#ctx0" brushRef="#br0" timeOffset="-50106.03">22994 12350 16 0,'0'0'90'16,"0"0"-15"-16,-7-4 5 0,7 4-5 0,0 0 7 16,-7-5-7-16,7 5-4 0,0 0 4 0,-5-5 4 15,5 5-12-15,0 0-5 0,-5-3-5 0,5 3-5 16,0 0-3-16,-6-5 6 0,6 5-12 0,0 0 0 16,0 0-4-16,0 0-1 0,-8-4 3 0,8 4-11 0,0 0-1 15,0 0-6-15,0 0 2 0,0 0-3 16,0 0-9-16,0 0 1 0,0 0-1 0,0 0 1 15,0 0-3-15,0 0-4 0,0 0 0 0,0 0 4 0,0 0 3 16,0 0-5-16,0 0-3 0,0 0-4 0,0 0 10 16,0 0-10-16,0 0-2 0,0 0 9 0,6 26 10 15,-4-17 1-15,-1 3 3 0,0 0 2 16,2 6-6-16,-2 2-1 0,2-1 10 0,-1 6 4 0,3 4 1 16,-2 0-5-16,1 3 4 0,1-1 2 0,-3 1-1 15,1 2-3-15,1 0 1 0,-2 1 0 0,2 0 2 16,-1 1 3-16,1 13-7 0,1-3 3 15,0-11-1-15,1 14 0 0,1-2-3 0,-2-12-4 0,0 1-3 16,4 9 8-16,-2 3-2 0,-2-13 4 0,2 0-4 16,-3-1 15-16,2 1-2 0,0-1-5 0,-2 1-1 15,0-5 5-15,-1-1-8 0,-1-1 0 16,0-1-2-16,-2-8-3 0,0 1 1 0,0 5 4 0,-2-8-3 16,1 2-2-16,0-4-1 0,-2-3 0 0,2 1-3 15,-2 0 0-15,-1-2 0 0,3 0-4 0,-3-5-1 16,-1 4 0-16,4-4 0 0,-1 0-3 0,2-6 0 15,-3 11-5-15,3-11-1 0,-3 7 3 0,3-7-2 16,0 0 0-16,-1 9 2 0,1-9 1 0,0 0-3 16,0 0-6-16,0 0-14 0,-1 7-14 0,1-7-14 15,0 0-21-15,0 0-21 0,0 0-28 0,0 0-24 16,0 0-29-16,8 6-31 0,-8-6-21 0,6 4-126 16,-6-4-368-16,0 0 163 0</inkml:trace>
  <inkml:trace contextRef="#ctx0" brushRef="#br0" timeOffset="-49607.34">22566 13939 65 0,'-18'-3'128'0,"5"1"-9"0,0 2 1 16,0-3 4-16,-1 2-2 0,5-4 2 0,1 4 0 15,8 1-4-15,-13-1-9 0,13 1-12 0,-9-2-7 16,9 2-13-16,0 0-6 0,0 0 1 0,0 0-2 16,36-8-1-16,-6 4-8 0,4-3-5 0,6 3-4 15,12-4-1-15,4 1-10 0,2-1 3 0,3 1-5 16,-2 1-6-16,2-4 2 0,-3 5-5 0,-2-2-3 16,-1 3-1-16,0-2 1 0,0 3-5 0,-17-1-2 15,2-2-5-15,-2 0 0 0,-2 6-3 0,-2-4 2 16,-3-1-1-16,-3 4-4 0,-7-1 3 0,-5 0-5 15,0 0 2-15,-4 1-2 0,-1 0 2 0,-1 0-1 16,-3 1 0-16,-7 0 1 0,12-2-4 0,-12 2 0 16,9-1-1-16,-9 1-1 0,0 0-5 0,8 0-15 15,-8 0-23-15,0 0-11 0,0 0-18 0,2 6-9 16,-2-6-23-16,0 0-28 0,-15 16-30 0,6-10-158 16,-3 5-339-16,-3 1 150 0</inkml:trace>
  <inkml:trace contextRef="#ctx0" brushRef="#br0" timeOffset="-49151.36">23040 14186 104 0,'-9'-3'157'15,"9"3"-6"-15,-6-6-4 0,6 6-5 0,-9-5-13 16,9 5-7-16,-6-5-12 0,1 2-8 0,5 3-8 16,-7-7-4-16,2 3 4 0,5 4-9 0,-10-4-4 15,10 4-11-15,-10-6-6 0,4 3-3 0,1-1-3 16,5 4-5-16,-12-5-2 0,5 4-3 0,7 1-3 16,-13-4-3-16,6 3-3 0,7 1-2 0,-12-3-5 15,12 3 0-15,-11-2-3 0,3 0-1 0,8 2-1 16,-13-1-6-16,13 1 4 0,-10 0-2 0,10 0-1 15,-10 0-2-15,10 0 2 0,0 0-4 0,0 0-4 16,-10-1 0-16,10 1 2 0,0 0 4 0,0 0-1 16,0 0 0-16,38-8 7 0,-16 5-6 0,8-2 3 15,2 0-3-15,0 1 0 0,2-2 2 0,1 2-2 16,1 0-3-16,-3-1-2 0,2-1-2 0,-8 2 2 16,2-1-2-16,-7 4-2 0,-1-1-1 0,-1-1 0 15,-1 1-2-15,0 1-1 0,-5 1-2 0,-2-1 0 16,0 0 3-16,-1 1-16 0,-1 0-14 0,-3-2-18 15,-7 2-19-15,11 0-25 0,-11 0-22 0,9-1-19 16,-9 1-9-16,0 0-15 0,10 3-13 0,-10-3-24 16,0 0-113-16,-2 8-323 0,2-8 143 0</inkml:trace>
  <inkml:trace contextRef="#ctx0" brushRef="#br0" timeOffset="-48623.65">23127 14140 121 0,'-2'-10'167'16,"2"10"-1"-16,-2-9 4 0,2 9 0 0,-1-9-7 15,1 9-12-15,0 0-14 0,0-8-12 0,0 8-18 16,0 0-10-16,0 0-13 0,0 0-7 0,0 0-8 16,0 0-7-16,0 0-3 0,0 0-5 0,0 0-2 15,7 26-3-15,-4-17-6 0,0 2-2 0,0 1 0 0,0 3-13 16,2 2 6-16,0 0-3 0,-2-1-2 16,1 4 0-16,-2-1 0 0,1 1 1 0,-3-3-4 15,1 2-1-15,1-1 0 0,-1 2-2 0,0 0 0 16,1-1-3-16,-5 7 3 0,2-3 2 0,-1-2 2 15,2-2-1-15,0 6 7 0,-1-4-13 0,2 4 2 0,-1-4-1 16,2-2-4-16,-1 0-2 0,0-3 2 16,1 4-4-16,-2-2 1 0,1-1-3 0,0-1 1 15,3 0-4-15,-3-3 0 0,0-2 0 0,1 1 1 16,0 0-2-16,-1 2 1 0,2-5 6 0,0 1-7 16,-2-1 0-16,-1 1-3 0,1-2 0 0,0-2-1 0,1 4 0 15,0-4 0-15,0 1-1 0,-1 1 3 16,-1-8-3-16,1 9 0 0,0-4-1 0,-1-5 4 15,0 11-4-15,0-11 3 0,3 10-3 0,-2-4-5 16,-1-6-11-16,3 9-13 0,-3-9-18 0,1 5-14 16,-1-5-13-16,0 9-21 0,0-9-29 0,-1 10-17 15,1-10 1-15,-3 9-34 0,3-9-24 0,-5 11-117 16,1-7-338-16,0 2 150 0</inkml:trace>
  <inkml:trace contextRef="#ctx0" brushRef="#br0" timeOffset="-47725.5">23151 14934 37 0,'0'0'127'0,"0"-9"1"0,0 9-15 16,0 0-12-16,-2-7-6 0,2 7 1 0,0 0-18 16,0 0-8-16,4-9-9 0,-4 9-9 0,0 0 3 15,0 0-1-15,2-7-20 0,-2 7 2 0,0 0-8 16,0 0 2-16,0 0 2 0,0 0-10 0,0-8 1 16,0 8 4-16,0 0-6 0,0 0 1 0,0 0-9 15,0 0 2-15,0 0-7 0,0 0 5 0,0 0-5 16,0 0 8-16,0 0-4 0,0 0-6 0,0 0 10 15,0 0-4-15,0 0 0 0,0 0-6 0,0 0 1 16,0 0 3-16,0 0-3 0,0 0 0 0,0 0-4 16,4 21 1-16,-4-21 5 0,0 0 0 0,0 0-4 15,4 3 2-15,-4-3 0 0,0 0-2 0,0 0 10 16,0 0-14-16,0 0 3 0,0 0 0 0,0 0-2 16,0 0 3-16,0 0-4 0,0 0 7 0,0 0-2 15,0 0-1-15,0 0-9 0,0 0-11 0,0 0-9 16,0 0-2-16,13-11-3 0,-13 11-7 0,5-9-10 15,-3 5-12-15,2-1 2 0,-4 5 9 0,5-10-5 16,-1 6 10-16,-4 4 4 0,5-8 2 0,-2 4 4 16,-3 4 10-16,5-6 10 0,-5 6 6 0,0 0 7 15,3-9 12-15,-3 9 6 0,0 0 17 0,3-8 1 16,-3 8 6-16,0 0 9 0,3-5-2 16,-3 5 2-16,0 0-6 0,0 0 3 0,0 0-8 0,0 0 1 15,0 0-9-15,0 0 0 0,0 0-5 0,0 0-5 16,0 0 0-16,0 0 7 0,0 0 1 0,0 0-2 15,9 15-1-15,-8-7 1 0,-1 1 7 0,3 3 0 16,-2-1 6-16,0 0-1 0,1 6 0 0,-1-1 1 16,1 0-5-16,0 0-1 0,-2 0-3 0,1 0 2 15,0-1-3-15,0 2-2 0,1-2 1 0,-1-3-1 16,-1 4 1-16,3-4 1 0,-3 0-3 0,1-1 1 16,0 0-2-16,-1 0-1 0,3 0-2 0,-2 0-1 15,2-1-5-15,-2 1-1 0,-1-1-3 0,1-3-5 16,1 3 6-16,-2-3-2 0,1 1 0 15,-1-8-6-15,1 10-1 0,-1-10 4 0,1 10-1 0,2-4-3 16,-3-6-1-16,1 9 0 0,-1-9 2 0,0 0-3 16,1 9 2-16,-1-9-2 0,0 0-13 0,2 8-12 15,-2-8-21-15,0 0-14 0,2 9-18 0,-2-9-28 16,1 5-21-16,-1-5-25 0,0 0-20 0,3 8-17 16,-3-8-116-16,0 0-323 0,0 0 144 0</inkml:trace>
  <inkml:trace contextRef="#ctx0" brushRef="#br0" timeOffset="-47515.34">23102 15389 57 0,'0'0'185'0,"0"0"-9"0,0 0-16 0,0 0-12 16,0 0-9-16,0 0-12 0,36-6-14 0,-15 2-11 15,1-2-8-15,6 3-13 0,-2-2-5 16,2 2-15-16,-7 0-31 0,1 2-29 0,-3-1-36 16,1 2-24-16,-1-2-27 0,-4 4-29 0,-1-2-95 0,-2 2-226 15,-6-2 100-15</inkml:trace>
  <inkml:trace contextRef="#ctx0" brushRef="#br0" timeOffset="-47340">23236 15493 126 0,'-5'2'144'0,"5"-2"6"0,-7 3-5 0,7-3-9 16,-6 4-13-16,6-4-10 0,0 0-6 0,0 0-11 15,0 0-11-15,0 0-11 0,27 0-5 16,-16-3-11-16,6 2-26 0,1-3-26 0,2 1-30 16,-1 1-48-16,-2-1-14 0,-3 2-23 0,-1-1-87 15,-3 4-212-15,0-2 94 0</inkml:trace>
  <inkml:trace contextRef="#ctx0" brushRef="#br0" timeOffset="-47208.23">23333 15557 126 0,'0'0'165'0,"0"0"-12"16,0 0-12-16,0 0-8 0,0 0-12 0,0 0-21 16,22-12-19-16,-4 4-33 0,1 0-48 0,0-1-35 0,8-2-43 15,-7 4-82-15,3-4-172 0,-5 3 76 16</inkml:trace>
  <inkml:trace contextRef="#ctx0" brushRef="#br0" timeOffset="-46396.17">21904 13614 31 0,'0'0'183'0,"-5"-3"-7"0,5 3-12 16,-5-6-10-16,5 6-25 0,0 0-3 0,0 0-8 0,0 0-20 15,10-10-2-15,0 8-12 0,7-3-10 0,5 0-8 16,-2 3-5-16,2-2-6 0,0 3-10 0,6 0-9 15,-12-2-23-15,4 2-21 0,-1 1-17 0,-3 0-13 16,2 1-24-16,-6 0-13 0,-2 1-21 0,-1-1-17 16,-3 2-11-16,1-3-71 0,-7 0-211 0,7 4 93 15</inkml:trace>
  <inkml:trace contextRef="#ctx0" brushRef="#br0" timeOffset="-46207.36">22086 13517 64 0,'0'0'156'0,"-7"-6"-10"0,7 6-3 16,-6-3-14-16,6 3-13 0,0 0-9 0,-8-4-8 16,8 4-12-16,0 0-8 0,0 0-4 0,0 0-4 15,-4 17-3-15,6-8-9 0,-2 2-8 0,1 0-6 16,-1 6-2-16,0 0-3 0,0-1-9 0,0 4-10 16,1 5-30-16,-2-7-16 0,5 8-35 0,-3 1-26 15,0 0-27-15,2 3-111 0,-4 0-240 0,3 1 106 16</inkml:trace>
  <inkml:trace contextRef="#ctx0" brushRef="#br0" timeOffset="-45919.78">22052 14791 189 0,'0'0'250'0,"-10"-5"-9"0,10 5-18 0,-9-3-16 16,9 3-22-16,-3-6-20 0,3 6-18 0,0 0-14 15,0 0-10-15,19-16-16 0,-7 12-12 0,9-3-16 16,6 4-26-16,3-5-32 0,0 4-38 0,-1 0-35 15,2 3-51-15,-1-4-26 0,0 5-57 0,-11 1-103 16,0-4-313-16,-5 5 140 0</inkml:trace>
  <inkml:trace contextRef="#ctx0" brushRef="#br0" timeOffset="-45376.36">21475 14155 171 0,'7'-6'217'0,"-4"-2"-14"0,-1 2-13 0,2 1-10 15,-4 5-13-15,4-8-15 0,-4 8-16 0,0 0-13 16,0 0-15-16,0 0-13 0,0 0-3 0,0 0-12 16,-30 11-3-16,14 3-3 0,-3 2-23 0,-1 2 0 15,3 2-5-15,4-6-6 0,-1 7 1 0,3-4-5 16,2-2 0-16,1 3-6 0,3-3 0 0,0 1-5 0,0-2 0 15,4-2-1-15,1 1 0 0,3-3-6 16,4 3 1-16,-2-2-1 0,6 1-1 0,1-3-2 16,3-2 1-16,4 2-1 0,1-2-2 0,1-2 1 15,1 0-2-15,-2-2-6 0,2-2 4 0,0 1-1 16,-4-2 2-16,1-2-2 0,0 2-3 0,-5-1 5 16,-4-3-3-16,2 2-1 0,-6-2 0 0,1 2-1 15,-3-3-7-15,-4 5-5 0,6-11-5 0,-9 6 4 16,3 5 1-16,-9-14 0 0,0 9-1 0,-3 0-3 15,-2 3 1-15,-3-4-9 0,0 6 5 0,-2 0 2 16,1-2 2-16,0 4-13 0,5 0 0 0,0 0-17 0,0 0-7 16,0 2-26-16,4-2-28 0,0 2-15 15,3 1-25-15,2-1-28 0,-1 2-155 0,2-1-349 16,3-5 155-16</inkml:trace>
  <inkml:trace contextRef="#ctx0" brushRef="#br0" timeOffset="-44991.36">21806 14212 148 0,'1'-5'234'0,"0"-1"-19"16,-1 6-16-16,4-9-23 0,-4 9-17 0,0 0-18 0,5-6-7 15,-5 6-16-15,0 0-6 0,17 7-11 16,-9-2-6-16,2 2-10 0,-3 0-6 0,1 3-14 15,0-1 0-15,3 1-7 0,-2-1-2 0,-1 1-7 16,0-1-2-16,0 1-7 0,0 0 2 0,0-1-7 16,2-2-7-16,-1 4 2 0,-3-4-6 0,2 2 3 15,1-1-8-15,-3-1-7 0,-2 0 5 0,1-1-3 16,-1-2 1-16,1 1-2 0,-5-5 1 0,7 4-3 16,-7-4 5-16,6 6 8 0,-2-3 9 0,-4-3-3 15,0 0 2-15,0 0-5 0,0 0-1 0,12-16-3 16,-5 7 1-16,-4-1 4 0,0-3-11 0,3-4 1 15,-3-1-6-15,1-1 3 0,1 0 1 0,-1 2-2 16,0-3-7-16,-1 3 1 0,0-1 2 0,0 6-2 16,-3 1-2-16,1 2-3 0,-1 0-8 0,2 2-18 15,-2 7-16-15,0-11-35 0,0 11-46 0,1-8-60 16,-1 8-33-16,0 0-191 0,0 0-436 0,0 0 193 16</inkml:trace>
  <inkml:trace contextRef="#ctx0" brushRef="#br0" timeOffset="-44844.39">22368 14272 73 0,'0'0'44'0,"3"-6"-64"0,-3 6-21 15,0 0 10-15</inkml:trace>
  <inkml:trace contextRef="#ctx0" brushRef="#br0" timeOffset="-32904.64">28091 13554 16 0,'0'0'22'0,"0"0"-3"0,0 0 1 0,0 0 0 16,0 0-3-16,0 0-5 0,0 0-3 0,0 0 3 15,0 0 0-15,-3-24-6 0,3 24-4 0,0 0 8 16,0 0-7-16,0 0 3 0,0 0 2 0,0 0-6 15,0 0 0-15,0 0 5 0,0 0-4 0,0 0-9 16,0 0-2-16,0 0-1 0,0 0-3 0,0 0-18 16,0 0-31-16,0 0 15 0</inkml:trace>
  <inkml:trace contextRef="#ctx0" brushRef="#br0" timeOffset="-26291.36">4991 10851 16 0,'0'0'127'16,"0"0"-11"-16,0 0-2 0,0 0-14 0,0 0-10 16,0 0 1-16,0 0-14 0,0 0 2 0,0 0-4 15,0 0-14-15,0 0 3 0,0 0-7 0,0 0-12 16,0 0 11-16,0 0-15 0,0 0 6 0,-24-1-3 15,24 1 1-15,-11 0-1 0,11 0-3 0,-14-1-3 16,14 1-4-16,-12 1 1 0,12-1 7 0,-9-1-4 16,9 1-3-16,0 0 1 0,-10 1-5 0,10-1-2 15,0 0-4-15,0 0-2 0,0 0-4 0,-10 1 4 16,10-1-5-16,0 0 1 0,0 0-1 0,0 0-5 16,34-1 5-16,-16 0-3 0,4-1-5 0,5 1 2 15,3 0-2-15,2-4 3 0,3 2-10 0,-1 1-5 16,2-4-12-16,0 5-14 0,0-1-12 0,-1-1-23 15,-1 2-17-15,-4 0-25 0,-3 1-16 0,-8 1-28 16,-6 0-83-16,0 0-249 0,-2 1 111 0</inkml:trace>
  <inkml:trace contextRef="#ctx0" brushRef="#br0" timeOffset="-25751.29">5238 10807 73 0,'0'0'136'0,"0"0"-9"15,-9 0-12-15,9 0-9 0,0 0-13 0,0 0-12 0,0 0-12 16,0 0 3-16,0 0-4 0,-8 7 1 0,8-7-11 16,-2 10 5-16,2-10-6 0,-1 16-5 0,-1-4 16 15,4 5 7-15,-1 1-4 0,-2 2 3 16,2 2-9-16,-1 4-5 0,2 0-3 0,-2 0-5 0,2-3-1 15,-2 5-2-15,0-4 4 0,-2-5-1 0,2 1-8 16,0-1-7-16,-2 5 2 0,1-6-7 0,1 1-2 16,0-1-2-16,0-1-3 0,-2 0-1 0,1-1-1 15,1 0-8-15,0-3 5 0,3 3 0 0,-3-3-6 16,1-1-3-16,1-1 3 0,0 0 3 0,-1-3-8 16,-1 1 2-16,0-1 0 0,2 0-2 0,-2-8-1 15,2 9-3-15,-2-9 1 0,1 6-1 0,-1-6-1 16,0 7-2-16,0-7-1 0,0 0-2 0,0 0-10 15,-6 6-5-15,6-6 0 0,-13-1-3 0,13 1-3 16,-17-4 6-16,6 3 0 0,1-1 1 0,-2-1 0 16,1 2 1-16,0-2 3 0,2 1 2 0,2 0 2 15,-3-1-2-15,2 2 6 0,8 1-4 0,-14-2 4 16,14 2 4-16,-9-3 5 0,9 3 0 0,-7-2 3 16,7 2 0-16,0 0-5 0,0 0-2 0,0 0-1 15,-10-1 0-15,10 1-1 0,0 0 4 0,0 0-1 16,0 0 2-16,0 0 1 0,0 0 0 0,30 6-6 15,-18-4 3-15,1-2 0 0,5 1-7 0,-1-1-12 0,2 0-12 16,0-1-14-16,-1 3-24 0,1-3-9 16,-6 1-10-16,6-1-19 0,-2-1-2 0,-3 0-14 15,-1 1-1-15,-1-1-6 0,0-2-106 0,-2 2-252 16,3-2 112-16</inkml:trace>
  <inkml:trace contextRef="#ctx0" brushRef="#br0" timeOffset="-25387.42">5418 11328 25 0,'7'-8'46'0,"-3"-1"12"0,1 1 2 0,0 2 12 16,-3 0 11-16,2 0 7 0,-4 6 10 15,5-8-6-15,-5 8 10 0,4-8-11 0,-4 8-8 16,4-4-16-16,-4 4-4 0,0 0-11 0,0 0 7 0,0 0 0 16,0 0 14-16,10 12-2 0,-6-3 0 0,-3-1-8 15,-1 2 3-15,1 3-3 0,1-3 2 16,-1 0-8-16,0 0-4 0,-2-1-6 0,2 0 2 16,1 1-11-16,-2-10 7 0,-2 12-3 0,4-7-2 15,-2-5 3-15,0 0 3 0,1 9 7 0,-1-9 7 0,0 0 14 16,0 8 8-16,0-8 1 0,0 0-3 15,0 0-7-15,0 0-4 0,0 0-6 0,0 0-6 16,0 0-7-16,0 0-9 0,-8-23-1 0,8 23-5 16,0-17-7-16,1 7-2 0,1-6-11 0,2 1-3 0,2-2-4 15,3 0-6-15,2-5 0 0,0 4 1 16,-1 3-6-16,3-1 3 0,0 0-2 0,2 4 0 0,-1 2-3 16,-3 3 3-16,0 2-5 0,0 3-2 15,2 0 2-15,-3 4-3 0,2 3 0 0,-2 2-1 16,-1 3-1-16,0-2 3 0,3 5 1 0,-5 2 0 0,-1 1 0 15,1 1 3-15,-2-2-1 0,-2 4 4 0,0-4 0 16,-2 2 4-16,1 0-2 0,-2 1-28 16,0-1-36-16,0-2-39 0,0-1-49 0,2-2-55 0,-2 3-222 15,3 1-464-15,-3-6 206 0</inkml:trace>
  <inkml:trace contextRef="#ctx0" brushRef="#br0" timeOffset="-23205.16">6667 11222 84 0,'-8'-8'152'16,"1"1"-9"-16,-1-2 7 0,-2 2-8 0,1 1-9 15,-2-1-10-15,0 1-8 0,-1 3-9 0,2-1-3 16,0 1-2-16,-2 1-11 0,0 1-6 0,-1 2-10 16,0 1-2-16,-1 3-8 0,3-1-7 0,-6 3-6 15,2 3 4-15,1 0-9 0,0 2-4 0,3 1-2 16,-1 0-5-16,1 1-2 0,4 1-6 0,-1-1 1 16,4 1-5-16,0 1-3 0,2-4 1 0,0 2-3 15,4-3 5-15,-2 1-8 0,4 2-2 0,-1-2 2 16,6 2-5-16,-1-6 1 0,-2 2 3 0,3-1-3 15,3-2 1-15,-1 1-6 0,3-4 2 0,-1 0 4 16,0-2 1-16,5 0-5 0,-4-1 2 0,0-2-2 16,-4 1 1-16,2-2-2 0,-1-2-2 0,1 0-1 15,-2 0 2-15,0-3-1 0,-3 1 1 0,-1-3 0 16,0 2-1-16,1-2-2 0,-3-1-3 0,-1 0 7 16,1 0-7-16,0-3 9 0,-3 2-2 0,3 0 4 15,-1 0 0-15,-2 1 1 0,-1 2-1 0,1-2 2 16,-1 10 1-16,4-12 4 0,-4 12-4 0,0-10-5 15,0 10-1-15,1-8-3 0,-1 8-5 0,0 0 0 16,0 0 1-16,0 0-1 0,0 0-2 0,0 0-2 16,0 0 4-16,0 0 0 0,3 25 0 0,0-16 0 15,-2 3 0-15,0 0 1 0,-1 0-2 0,4 0 1 16,-1 2 1-16,-1 3 2 0,1-2-4 0,2 1-16 0,-3 0-17 16,2-4-12-16,1 2-28 0,2 2-42 15,0-6-28-15,2 6-27 0,0-4-166 0,-2-4-366 16,0 1 162-16</inkml:trace>
  <inkml:trace contextRef="#ctx0" brushRef="#br0" timeOffset="-22912.26">7352 11116 188 0,'-2'-7'214'0,"-1"-1"-7"0,-2 2-8 0,0 1-21 16,-1 0-1-16,0 1-19 0,0 0-16 0,6 4-14 16,-13-2-8-16,13 2-15 0,-19 6-13 0,7 1-4 15,-1 6-4-15,-6 7-10 0,1 0 5 0,2 1-10 16,2 3-6-16,-2-3-7 0,6-4-8 16,0 2 0-16,0 3-3 0,5-5-6 0,1 2-5 15,2-3 2-15,2 0-6 0,3 1-4 0,0-6 0 0,2 1-2 16,1-2-7-16,5 4-15 0,0-6-28 0,5 1-30 15,2 1-34-15,3-2-42 0,8-5-31 0,-1-1-38 16,-1 1-154-16,0-4-384 0,1-1 169 0</inkml:trace>
  <inkml:trace contextRef="#ctx0" brushRef="#br0" timeOffset="-22462.35">7904 11042 63 0,'-8'-5'214'0,"3"1"-13"0,-4 1-7 16,-1 1-16-16,-1 3-11 0,-2 2-14 0,-4 2-11 15,2 2-15-15,-2 4-8 0,6-1-11 0,-5 3-13 16,6 3-4-16,0-3-13 0,1 2-4 0,4-1-6 16,0 2-6-16,3 0-11 0,2-5-2 0,4 1-5 15,0 0-2-15,5-2-5 0,1 3-2 0,1-4-4 16,0-1-1-16,0-2-5 0,6 3-1 0,-2-2 2 15,-2-3-4-15,0 2-5 0,-1-6 0 0,0 3-4 16,2-3 2-16,-5 1-1 0,3-2-1 0,-6 1 1 16,-6 0-4-16,13-3-4 0,-7 0 7 0,-2-2-6 15,-4 5 4-15,7-8-7 0,-7 8 3 0,-2-9-4 16,2 9 3-16,0 0-2 0,-10-11 4 0,1 5-1 16,-1 4 2-16,-2-2-2 0,-7 3 3 0,0 1 2 15,1 3 4-15,-1 1 9 0,1 4-4 0,-1-1 0 16,0 3 2-16,-1-1-1 0,4 2 0 0,2 2-2 15,0-1 0-15,4 0 3 0,1 1-2 0,2 2 1 16,4-4-5-16,-1-1 1 0,2 2 0 0,2-1-2 16,3-1 1-16,3 2 0 0,1-3-2 0,3 0-2 15,4 0 4-15,4-2-5 0,2-1 0 0,0-3 0 16,8 4-14-16,-5-4-12 0,3-3-23 0,-5 0-26 0,1 3-28 16,-3-3-36-16,-1-1-45 0,1 1-34 0,-6 0-212 15,1-2-453-15,-3-1 202 0</inkml:trace>
  <inkml:trace contextRef="#ctx0" brushRef="#br0" timeOffset="-20174.29">8626 11067 123 0,'-3'-16'209'16,"1"4"-18"-16,-1 1-10 0,1 2-5 0,0 0-3 15,1 3-2-15,1 6-16 0,-2-10-13 0,2 10-16 16,-4-9-19-16,4 9-11 0,0 0-7 0,0 0-11 15,0 0-6-15,0 0-4 0,0 25-2 0,2-8-1 16,-2 2-7-16,3 6 2 0,-1-1-8 0,0 2-4 16,-1 0-7-16,2-1 1 0,-2 1-1 0,-1 2-5 15,2-5-1-15,1 1-2 0,-2 0-3 0,1-4-4 16,-1-1-3-16,2 0-1 0,-2-1-2 0,-1 1-3 16,0-2 0-16,1 2-1 0,-1-1-2 0,0 1 0 15,3-2-8-15,-3-2-21 0,-2 1-18 0,2-5-16 16,0 1-28-16,-1-2-20 0,1-3-32 0,0-7-34 15,0 11-2-15,0-11-24 0,0 0-148 0,6 1-366 16,-6-1 162-16</inkml:trace>
  <inkml:trace contextRef="#ctx0" brushRef="#br0" timeOffset="-19330.97">8530 11207 46 0,'-9'-6'145'0,"0"3"-9"15,3 0-5-15,1-1-4 0,5 4-9 0,-12-3-11 16,12 3-12-16,-7-2-14 0,7 2-5 0,0 0-3 16,0 0-6-16,0 0-10 0,0 0-4 0,37 10-5 15,-17-6-3-15,8 1-9 0,4-2 3 0,0-1-9 16,3 1-3-16,-3-2-3 0,0 0 8 0,-3 2-8 16,-2-2-4-16,-7 2-5 0,2-3 2 0,-4 1 4 15,-4-2-11-15,-3 2-1 0,0-2-2 0,-3 1 4 16,-8 0-1-16,15 0 4 0,-8 0 11 0,-7 0 7 15,10 0 8-15,-10 0 9 0,0 0 7 0,11-2 0 16,-11 2-4-16,0 0-2 0,0 0-2 0,9 2-11 0,-9-2-7 16,0 0-1-16,0 0-4 0,0 0-5 15,7 4-2-15,-7-4-3 0,5 7 0 0,-1 0-1 16,1 1 0-16,1 0-4 0,0 1 4 0,3 5-3 16,0 1-1-16,-3-1 1 0,1-3 0 0,1 5-5 0,-4-5 3 15,1 1-2-15,1 1-1 0,-2-2-2 0,-1 1 1 16,2-1 6-16,-5 2-7 0,2-1-1 0,-4-1 3 15,-3 0 1-15,0-1-5 0,-1 1 2 16,-1-2-6-16,-2-1-5 0,-1-1 5 0,0-3-2 16,1 0-1-16,0-2 0 0,3-1 3 0,6-1-5 0,-13-1 1 15,13 1-6-15,-10-10-3 0,7 4 6 0,3 6-14 16,-1-13 1-16,1 13-9 0,10-19-2 16,-2 6-1-16,2 0 10 0,0 1-1 0,4 0-2 15,0-2 3-15,3 2 2 0,0 1 4 0,6-3-2 0,3-1 4 16,-3 0 3-16,0 2-3 0,-3 3 6 0,-1 1-3 15,-4-1 2-15,4 2 5 0,-5-1-4 0,-2 4 6 16,-2-3 1-16,-2 2 12 0,1 1 3 0,-4 0 0 16,0 1 2-16,1-2 1 0,-2 2 4 0,-4 4 9 15,5-7-8-15,-5 7 6 0,5-6-4 0,-5 6-3 16,0 0-2-16,0 0-3 0,0 0-2 0,0 0-2 16,0 0-1-16,0 0 0 0,0 0-1 0,0 0 2 15,-28 17 1-15,18-7 2 0,0 4-3 0,-1 1 1 16,1 1-1-16,1 0-2 0,2 1 1 0,0-3 2 15,1 3-1-15,5-4-3 0,-1 0 2 0,2-3-2 16,2 0-5-16,0 2 7 0,2-3-2 0,2 1 1 16,2-3-2-16,0 1-3 0,-3-3-6 0,5 0-3 15,0-3 0-15,-1-1-2 0,4-1-1 0,-5 0-3 16,1-3 4-16,1 1-6 0,-1-4-3 0,0-1 4 16,1 1 0-16,-4-3 1 0,1-1 1 0,-3 0-4 15,0 0 5-15,-1 0 6 0,1 0-7 0,-1-3 8 16,-2 1-2-16,0 1 2 0,-1-3 3 0,0 3 6 15,0 1 2-15,0 2 7 0,0 8-2 0,0-11-2 16,0 11-2-16,-1-9-3 0,1 9-2 0,0 0-3 16,0 0-1-16,0 0 1 0,0 0 3 0,0 0-2 0,0 0 0 15,4 24 2-15,-2-12-6 0,0 0 2 16,0 0 4-16,1 3-1 0,2 2-4 0,0 0-2 16,0-4-23-16,1 3-22 0,2-2-20 0,0 1-34 15,-2-4-34-15,2-2-37 0,-3 3-132 0,1-5-328 0,1 2 146 16</inkml:trace>
  <inkml:trace contextRef="#ctx0" brushRef="#br0" timeOffset="-18256.09">9536 11282 58 0,'0'0'153'16,"0"0"-6"-16,0 0 0 0,0 0-3 0,6 21-2 15,-4-11-2-15,-1 0-17 0,-1 2-5 0,1 0-9 0,0 2-5 16,1-2-8-16,-1 3-8 0,0-4-10 0,-1 0-7 16,2 0-4-16,-2-4-5 0,1 1-3 15,0-1-6-15,-1-7 4 0,0 9 3 0,0-9 12 16,0 0 11-16,0 10 10 0,0-10-3 0,0 0-4 0,0 0-9 16,0 0-8-16,0 0-10 0,0 0-1 0,0 0-10 15,0 0 4-15,0-30-14 0,2 20 0 0,0-2-8 16,3-1 1-16,3-2-10 0,-1 0-12 0,2-2-1 15,3-1-4-15,-3 1-5 0,7-4-8 0,1 2 0 16,-3 6-2-16,-1 0 6 0,-3 1 0 0,0 5-2 16,1 0-1-16,-4 1-2 0,0 3 3 0,3 1-4 15,-3 2 5-15,-7 0-2 0,13 5 5 16,-3 2-5-16,-4 1 3 0,0 3-2 0,-1 2 3 0,-1 3-1 16,1-2-1-16,-4 0-2 0,1 1 6 0,-1 3-1 15,1-2-1-15,0-4 2 0,0 2 2 0,0-3-2 16,0-2 7-16,3 3-6 0,-1-5 2 0,0 2 1 15,2-2 5-15,-1-4-7 0,3 3 3 0,4-2 0 16,0-2 3-16,1-2-5 0,5-2 2 0,0 0 3 16,0 0-3-16,-5-2 3 0,3-1 1 0,-2-3-2 15,3 0 0-15,-4-1 1 0,2-2-1 0,-1-1-5 16,-1 1 4-16,-7-1 0 0,2-2-3 0,-2-1 1 16,-1-1-2-16,0 2 2 0,-3-4-4 0,-2 7 2 15,0-2 1-15,1 1-2 0,-2 1-1 0,-2 2 1 16,3 1 1-16,0 8-4 0,0-11-3 0,0 11 1 15,0 0-2-15,0 0 0 0,0 0 2 0,0 0 0 16,0 0 3-16,-14 23 0 0,13-12-3 0,2 2 2 16,1 5 4-16,-1-3-2 0,-1 2 1 0,1 0-1 15,2 2 1-15,2-3-4 0,0 3 2 0,-4-3 2 16,2 0 4-16,-5-1-5 0,5 0 10 0,-2-2-8 16,0-1 0-16,2-1 1 0,-2 1-2 0,1-6 0 15,-1-1-7-15,0 3 0 0,-1-8-1 0,1 6 1 16,-1-6 8-16,2 9-3 0,-2-9-1 0,0 0 0 15,0 0-1-15,0 0-2 0,0 0 0 0,0 0 0 16,11-14 1-16,-4 6 1 0,-1 0-3 0,3-2 0 0,4-1-4 16,1-3 1-16,1 1-5 0,4-5 3 15,2 2-1-15,-5 3 3 0,0-1 2 0,0 1-2 16,-2 0 4-16,2 1 6 0,-5 0 10 0,1 1-3 16,-5 1 2-16,0 2-1 0,-1-1 8 0,-1 1-1 0,0 1 1 15,0 1-1-15,-2 0 0 0,-3 6 5 0,4-10 3 16,-4 10-1-16,2-9-8 0,-2 9-6 0,0 0-4 15,0 0 1-15,0 0-3 0,0 0 1 16,0 0 1-16,-12 19 0 0,8-7 4 0,-1 0-4 0,1-1 0 16,1 0 1-16,2 1-1 0,0 1 4 0,-1 0 2 15,4-3-2-15,-1 2-2 0,2-2 3 16,3 0 1-16,-1-2-3 0,5-2 5 0,-1 3 0 16,3-5 0-16,0-1-1 0,1-1 0 0,5-1-2 0,-1-2-1 15,1-1-1-15,-5-1 2 0,4-2-4 0,0-1 2 16,-4-1 1-16,-3 1 0 0,0-1 2 0,0-2-4 15,-1 3 1-15,-3-3-3 0,0 1 2 0,0-2-1 16,1 0 2-16,-4-2 1 0,1 2-4 16,-1-2-2-16,-2 5 3 0,1 2 5 0,0-2 0 0,-2 7-2 15,3-9 6-15,-3 9-11 0,0 0-5 0,3-8 1 16,-3 8 1-16,0 0-1 0,0 0 0 0,0 0-1 16,0 0-1-16,0 26 4 0,0-16-1 0,-3 3 2 15,3-1-3-15,-3 5 2 0,1-2-2 0,-1-1 3 16,0 1 1-16,1 3 1 0,-1 0-2 0,3 0 5 15,-1-1-2-15,-2 0-1 0,2-5-2 0,1 1-6 16,-1-1-16-16,-1-1-5 0,1 1-17 0,0-1-16 16,-2-1-28-16,1-2-29 0,1-3-37 0,-2 3-18 15,3-8-27-15,-5 10-184 0,0-6-413 0,0-1 183 16</inkml:trace>
  <inkml:trace contextRef="#ctx0" brushRef="#br0" timeOffset="-18083.04">10281 11150 126 0,'-4'-7'131'16,"4"7"-18"-16,0 0-23 0,0 0-24 0,0 0-42 15,0 0-41-15,10 22-73 0,-6-16-96 0,3 2 44 16</inkml:trace>
  <inkml:trace contextRef="#ctx0" brushRef="#br0" timeOffset="-17801.62">10829 11092 39 0,'-1'-14'255'0,"1"1"-17"16,-4 3-1-16,3 4-3 0,0-3-15 0,1 9-15 15,0-11-25-15,0 11-21 0,0 0-21 0,0 0-12 0,0 0-11 16,0 0-2-16,0 29-3 0,2-10 5 0,1 8-8 16,-3 2-6-16,0 2-6 0,1-2-7 0,-1 1-12 15,-4-2-1-15,4 0-7 0,0 1-6 16,-1 0-4-16,0-5-7 0,-1-4 11 0,2 6-20 0,2-1-1 16,-1-5-10-16,-2-1 3 0,2 0-4 0,0-2-18 15,-1 0-20-15,0-4-16 0,0-2-31 0,0-1-33 16,0 0-29-16,0-3-36 0,0-7-38 15,3 11-16-15,-3-11-36 0,0 0-156 0,0 0-432 0,0 0 191 16</inkml:trace>
  <inkml:trace contextRef="#ctx0" brushRef="#br0" timeOffset="-17386">10705 11289 111 0,'0'0'156'0,"-1"-8"-15"0,1 8-7 0,0 0 1 15,12-6-10-15,-1 6-12 0,3 0-7 0,5 2-10 16,3-2-10-16,6 1-7 0,2 2-10 0,1-2-1 16,-1-1-8-16,-1 2-8 0,-7 0-7 0,-1-2-2 15,-2 1-7-15,-7 1 1 0,1-1-7 0,-3-1 2 16,-2 1-13-16,-8-1 9 0,13 0-2 0,-13 0-1 16,9 1 2-16,-9-1 1 0,6 4 10 0,-6-4 12 15,2 7 10-15,-2-7-3 0,-2 15 0 0,-2-6 1 16,2 1-3-16,1 3-3 0,-2 1-4 0,0 0-1 15,1-1-6-15,0-1-3 0,2 3 1 0,3 2-4 16,-3-5 2-16,4 3-6 0,0-4 0 0,1-1-1 16,6 0-3-16,-2-3-3 0,4 0-2 0,0-2-2 15,4-2-3-15,0 1 1 0,0-4-1 0,3-2-4 16,-3-1 4-16,0-1 0 0,2 2-7 0,-2-3 2 16,-1-4 1-16,-4 2-3 0,-3-2 6 0,-1-1-1 15,0-1-1-15,-3 0 0 0,-1-2 0 0,0-2-3 16,-3 0-2-16,-1-1 5 0,-2 0-9 0,-3-1-1 15,-1 2-2-15,-1-2-10 0,-1 4-15 0,-2 0-8 16,3 3-9-16,-3 2-15 0,1 1-16 0,-1 1-18 16,0 3-21-16,-3 3-23 0,2 3-26 0,-1 1-27 0,-1 4-175 15,3-1-389-15,-1 3 172 0</inkml:trace>
  <inkml:trace contextRef="#ctx0" brushRef="#br0" timeOffset="-16937.11">11341 11584 81 0,'11'-2'225'0,"-5"-2"7"16,-6 4-8-16,11-5-11 0,-4 0-16 15,1 2-7-15,0-6-11 0,-1 4-15 0,0-1-17 16,3-3-13-16,0 0-13 0,1-4-12 0,-2 2-10 0,-1 1-4 16,-1 2 12-16,-1-1-9 0,-2-2-9 15,3 1-8-15,-5-2-13 0,3-3 5 0,-3 0-18 16,0 1-2-16,0-2-7 0,-4 5-3 0,-1-5-9 15,1 4-2-15,-1 0-6 0,0 1-1 0,-2 0-1 0,0 2-2 16,3 0-6-16,-3 2-1 0,2 1-1 16,3 6-6-16,-5-11 3 0,0 8-3 0,5 3-2 15,-9-7 0-15,9 7-4 0,-4-5 2 0,4 5-4 16,-5-5 2-16,5 5-2 0,0 0-2 0,0 0-1 0,-4-5 0 16,4 5 8-16,0 0-6 0,0 0 0 0,0 0 3 15,0 0 0-15,22 0-1 0,-9 0 0 0,2 0 3 16,3-3-6-16,1 3 2 0,-1-1 3 0,-1 1-3 15,-5 0 0-15,2 0-2 0,-1 1-2 0,1 0 0 16,-2 1 0-16,-3 0-2 0,2-1 3 0,-3 6-2 16,1-1 1-16,-1 0-1 0,-4 4 2 0,3-3 1 15,-2 3-2-15,0 1 2 0,-2 1 2 16,-1-2-1-16,0 2 0 0,-1 5-1 0,1-2 0 0,-2-3 1 16,-2 4 1-16,1 0-1 0,1-5-2 0,0 6-13 15,-2-4-30-15,2 0-36 0,2-1-36 0,-4 0-51 16,2 2-35-16,3-4-59 0,-3 1-142 0,0 0-438 15,4-2 193-15</inkml:trace>
  <inkml:trace contextRef="#ctx0" brushRef="#br0" timeOffset="-14703.29">12370 11289 56 0,'2'-7'188'0,"2"0"-8"0,-2 0-8 0,1 1 6 16,-1-2-10-16,-2 8-15 0,0-11-4 0,0 11-14 16,0-11-7-16,0 11-11 0,-5-8-14 0,5 8-7 15,-8-6-9-15,1 3-12 0,7 3-8 0,-14 2-9 0,5 0 0 16,-4 3-2-16,2 2-3 0,-5 2-1 0,2 1-5 15,0 2-2-15,1 1-5 0,1 1-2 0,0 0-1 16,3 1-2-16,2 0-2 0,1 1-3 16,3-1-5-16,3-3 0 0,3 4-2 0,1-1-3 0,3-3-1 15,3 2 0-15,3 0 3 0,1-2-3 0,3-2-3 16,7 4-3-16,-4-4-11 0,7 0-20 0,-8-3-23 16,2-2-27-16,0 1-38 0,-3-3-21 15,0 0-22-15,0 0-31 0,-5-3-28 0,1 1-116 0,-3-2-350 16,2-2 155-16</inkml:trace>
  <inkml:trace contextRef="#ctx0" brushRef="#br0" timeOffset="-14365.19">12666 11262 9 0,'2'-6'183'0,"-2"6"-11"0,0-10 5 0,0 10 5 15,0-9-6-15,0 9-9 0,0 0-11 0,-2-11-12 16,2 11-4-16,0 0-17 0,0 0-17 0,0 0-8 16,0-8-10-16,0 8-15 0,0 0-1 0,0 0-4 15,0 0-3-15,0 0-1 0,0 28-2 0,0-16-2 16,0-2-4-16,2 4 3 0,-2-2-8 0,0-1-3 15,2 3-6-15,0-3-6 0,-2 1-3 0,4 0 0 16,-3 3-5-16,4 1 1 0,-5-6-5 0,2 4-2 16,0-4-2-16,0 3-24 0,-1-2-24 0,0 3-23 15,-1-3-30-15,1 2-33 0,-1-3-20 0,0 2-41 16,0-2-46-16,-2 0-122 0,2-10-373 0,-3 12 165 16</inkml:trace>
  <inkml:trace contextRef="#ctx0" brushRef="#br0" timeOffset="-14170.35">12649 11083 107 0,'0'0'130'0,"-3"-6"-8"16,3 6-33-16,0 0-11 0,0 0-28 0,0 0-35 15,17 13-32-15,-8-6-40 0,-1 3-30 0,3 4-93 16,0 0 42-16</inkml:trace>
  <inkml:trace contextRef="#ctx0" brushRef="#br0" timeOffset="-13771.06">12897 11549 34 0,'5'-9'177'0,"-1"2"-11"16,0-2-3-16,1-2-6 0,0 2 1 0,0-4-13 16,-1 1-8-16,0 1-12 0,1-5-11 0,-1 5-7 15,-2-6-6-15,2 2-15 0,-4-2-6 0,4 0-6 16,-4 1-2-16,0 0-6 0,-4 1-3 0,0 2-3 16,2 3-3-16,-5-1-6 0,-1 1-2 0,1 1 2 15,-2 1-5-15,2 3-6 0,-1-3-3 0,3 3-5 16,0 2-5-16,5 3-5 0,-9-6 3 0,9 6-7 15,-4-4-3-15,4 4-3 0,0 0 0 0,0 0-1 16,0 0 0-16,0 0 1 0,0 0-2 0,0 0-2 16,29 7 0-16,-18-4-1 0,3-1 1 0,3-1-2 15,1 1 3-15,0 0-4 0,-2 0-2 0,2 1 5 16,-5-1-7-16,-2 0-1 0,1 0 3 0,1 1-4 16,-4 1 2-16,1 0 0 0,-2 3-2 0,-1 0-2 15,-1 0 2-15,2 2-2 0,-4 1 3 0,-1 1-2 16,1 2 0-16,-2-2 1 0,0 4 2 0,-2 1-2 15,0-3 3-15,0 3-6 0,0 0-13 0,0-1-25 16,0 2-31-16,0-4-36 0,2-1-32 0,0 2-32 16,1-1-33-16,0-2-113 0,1-2-347 0,-2-2 154 15</inkml:trace>
  <inkml:trace contextRef="#ctx0" brushRef="#br0" timeOffset="-13526.33">13324 11272 61 0,'-2'-5'200'0,"2"5"-10"15,-9-7-10-15,9 7-12 0,-11-1-5 16,11 1-8-16,-11 5-8 0,3 0-14 0,0 4-4 0,1 0-6 16,1 1-10-16,-2 2-9 0,2 4-8 0,-1-2-6 15,3 2-12-15,4-4-5 0,0-1-9 16,0 2-3-16,4-1-7 0,0-1-4 0,3 3-5 0,7-1-16 15,-3 0-27-15,0-5-23 0,5 2-36 0,4-1-28 16,-4-3-44-16,2 0-23 0,4-3-29 0,-2-1-134 16,1-2-339-16,-4 0 150 0</inkml:trace>
  <inkml:trace contextRef="#ctx0" brushRef="#br0" timeOffset="-12923.5">13618 11301 54 0,'0'0'210'15,"0"-10"-4"-15,0 10-12 0,0 0-16 0,0-9-20 16,0 9-21-16,0 0-4 0,0 0 14 0,0 0-10 16,0 0-7-16,-13 18 3 0,9-9-12 0,-2 2-9 15,2-1-8-15,0 7-9 0,-1-5-10 0,3 1-6 16,0 0-10-16,2-1-6 0,2 1-7 0,0-2 2 16,3 3-11-16,-1-2-3 0,0-1 2 0,6 0-10 15,-1-4-3-15,2 0-1 0,1-1-5 0,1-1 4 16,1-3-6-16,-1 2 2 0,7-4-5 0,-7 3 2 15,1-5-3-15,-3-2 0 0,2 1-1 0,1-2 4 16,-1 1 1-16,1-6-3 0,1 0-1 0,-1 0-3 16,-1 1 0-16,0-4 0 0,-3 1 1 0,-1-2 1 15,0-1-3-15,2 3 11 0,-4-3 2 0,2 3 4 16,-2 2-9-16,-3 0 13 0,1 2 5 0,-3 2 8 16,2 1-8-16,-4 5-4 0,3-10-5 0,-3 10 0 15,4-6-12-15,-4 6-10 0,0 0-1 0,0 0 3 16,0 0-5-16,0 0-2 0,0 0-1 0,4 17-5 15,-6-7 6-15,2 2-3 0,0 0-3 0,0 0 4 16,-2 3 0-16,4-1 0 0,0-3-3 0,3 2 3 0,-2-3-2 16,1 2-1-16,3 3 4 0,-1-6 0 15,1 0-3-15,3-1 3 0,-2 1 2 0,1-5-6 16,3 1 9-16,-2 0-1 0,1-2 0 0,3-1-5 16,-2 0 2-16,2-5 1 0,-2-1-4 0,-1-1 3 0,1 0-4 15,-1 1 0-15,-2-3 7 0,1 0-6 0,0-1 7 16,-3-2-5-16,1 1 1 0,-2-3-6 15,-2 1-1-15,0-1 3 0,1-1 3 0,-3 2-4 0,2 1-1 16,-2 1-1-16,1 0 2 0,-2 2-2 0,-1 7 1 16,0 0-7-16,0-12 2 0,0 12 7 0,0 0-13 15,0 0-1-15,0 0 5 0,0 0-1 0,0 0 2 16,0 0-4-16,0 0-1 0,-14 20 3 16,10-11 1-16,1 1 4 0,1-1 1 0,0 1-5 0,0 2 0 15,2-3 0-15,0 1-11 0,0-1-10 0,2 4-18 16,0-3-22-16,6-1-28 0,-3-2-26 0,1 2-48 15,2-3-47-15,1-1-49 0,-3 0-214 0,1-2-518 16,-7-3 230-16</inkml:trace>
  <inkml:trace contextRef="#ctx0" brushRef="#br0" timeOffset="-12758.26">14085 11136 8 0,'0'0'110'16,"0"0"-31"-16,0 0-22 0,0 0-27 0,0 0-41 15,25 18-35-15,-18-12-50 0,5-2 23 0</inkml:trace>
  <inkml:trace contextRef="#ctx0" brushRef="#br0" timeOffset="-12519.35">14378 11133 126 0,'4'-7'211'0,"-4"7"1"0,2-10-4 0,-2 10-6 16,3-9-14-16,-3 9-14 0,1-10-18 0,-1 10-18 0,3-3-16 15,-3 3-14-15,0 0-8 0,0 0 2 16,9 22 4-16,-8-5 2 0,0 2-5 0,-1 8-5 16,0 1-1-16,0-2 8 0,2 0-14 0,-2 0-10 15,-2 0 0-15,1-5-14 0,0 5-7 0,1-8-6 16,0 1-3-16,0 9-5 0,1-4-6 0,2-4-6 15,-3-4-1-15,1-1-20 0,1-1-26 0,0-2-21 16,2-1-33-16,-2-1-32 0,-1-1-35 0,1-1-33 16,2-1-32-16,-4-3-22 0,0-4-177 0,0 9-429 0,0-9 191 15</inkml:trace>
  <inkml:trace contextRef="#ctx0" brushRef="#br0" timeOffset="-12358.2">14287 11311 87 0,'0'0'184'0,"5"-10"-8"16,2 7-7-16,-7 3-13 0,18-1-13 0,-5 0-14 15,7 1-13-15,-1 0-15 0,9 1-27 0,0 0-38 16,3 1-51-16,0-2-73 0,-4 0-124 0,5 0-228 16,-3-4 101-16</inkml:trace>
  <inkml:trace contextRef="#ctx0" brushRef="#br0" timeOffset="-9749.65">5224 12150 195 0,'-3'-4'196'0,"3"4"-12"0,-6-7-5 0,6 7-20 0,-1-8-11 15,1 8-18-15,0 0-15 0,0 0-15 16,0 0-4-16,0 0-12 0,0 0-6 0,0 0-8 16,0 0-2-16,18 31-6 0,-13-16-1 0,3 0-7 0,2 4 2 15,2 3-10-15,0 2 3 0,-1 0-3 0,-3-6-5 16,4 6 0-16,-2-7-6 0,1 5 14 16,-2-5-4-16,1-1-3 0,-2-3-5 0,0 3-3 15,2-1-2-15,-4-4-5 0,2 1-1 0,-1-2-1 0,0-1 0 16,-1-3-4-16,0 1-4 0,-2-1 0 0,1-2-1 15,-1 1-1-15,-4-5 6 0,6 8 14 0,-1-7 16 16,-5-1-2-16,0 0-1 0,0 0-1 0,15-9-9 16,-8 1-2-16,-1 1 1 0,-2-5-7 0,2-5-1 15,-1 0-1-15,3-1-5 0,1-5-5 0,-3-2 0 16,3-2-2-16,-1 0-2 0,5-1 1 0,-7 3-1 16,2-1-5-16,-2 0 2 0,1 1-3 0,-1 9 1 15,-2-3-1-15,-2 4-1 0,1 3 0 0,1 2-4 16,-2 2 1-16,1 2-3 0,-2-1-1 15,-1 7-4-15,4-10 1 0,-4 10-5 0,4-6-1 0,-4 6 3 16,0 0-12-16,0 0-22 0,0 0-12 0,13 12-18 16,-13-12-23-16,4 20-16 0,-3-8-22 0,0 6-31 15,0 6-32-15,-1-4-45 0,-3 6-131 0,1-7-401 16,-2 2 179-16</inkml:trace>
  <inkml:trace contextRef="#ctx0" brushRef="#br0" timeOffset="-9464.99">5941 12436 45 0,'0'0'223'0,"-4"-10"-13"16,4 10-10-16,-8-11-8 0,8 11-7 0,-10-5-12 15,5 3-13-15,5 2-15 0,-13-3-9 0,4 3-13 16,-2 2-14-16,1-1-8 0,0 3-9 0,-2 1-6 15,0 2-5-15,0 4-6 0,0 2-7 0,-1 1 0 16,3-1-6-16,0-1-8 0,2 4-5 0,2 0-4 16,2 0-5-16,-1-1-3 0,1 0-3 0,4-2-2 15,3 3-2-15,-1-5-5 0,2 1-2 16,4 1-4-16,1-3-16 0,0 0-22 0,1-2-27 16,5 0-34-16,-1 1-44 0,3-3-44 0,-3-2-42 0,4-1-170 15,-5-1-412-15,3-1 183 0</inkml:trace>
  <inkml:trace contextRef="#ctx0" brushRef="#br0" timeOffset="-9202.69">6244 12443 9 0,'0'0'222'0,"-10"-4"-4"0,3 2-13 0,7 2-8 0,-15 0-13 16,5 3-10-16,-1 0-7 0,0 4-16 0,-3 3-1 15,1 1-6-15,3-1-4 0,-2 4-9 0,1-1-6 16,-1 1-13-16,6 1-7 0,-2 1-7 0,4-5-8 16,-1 1-9-16,0-1-2 0,3 1-8 0,-1 0-7 15,3-2-7-15,1 0-5 0,2 2-4 0,2-5-5 16,3 1-5-16,-1-1-1 0,1 0-19 0,3 0-21 16,1-1-31-16,1-3-33 0,5 0-38 0,1 2-48 15,0-3-39-15,0-2-41 0,0 0-172 0,-2-2-437 16,2 1 195-16</inkml:trace>
  <inkml:trace contextRef="#ctx0" brushRef="#br0" timeOffset="-9014.18">6539 12462 39 0,'0'0'235'0,"0"0"-20"0,3-7-16 0,-3 7-17 0,7-4-22 15,-7 4-17-15,0 0-13 0,16-5-15 0,-2 3-25 16,-3 1-33-16,-11 1-38 0,21 0-38 0,-10 0-38 16,-1 1-34-16,2 1-34 0,-12-2-91 0,14 2-233 15,-8 1 103-15</inkml:trace>
  <inkml:trace contextRef="#ctx0" brushRef="#br0" timeOffset="-8849.59">6558 12559 43 0,'0'0'207'0,"-8"3"-6"0,8-3-4 0,0 0-24 16,0 0-15-16,0 0-20 0,-7 2-9 0,7-2-14 15,0 0-10-15,0 0-6 0,0 0-12 0,11 12-12 16,-4-9-27-16,-7-3-42 0,18 6-55 0,-8-5-53 16,4 0-170-16,0 2-295 0,4-3 131 0</inkml:trace>
  <inkml:trace contextRef="#ctx0" brushRef="#br0" timeOffset="-8341.65">7044 12305 160 0,'4'-8'234'0,"1"0"-18"0,3 0-10 16,0 2-14-16,3-1-13 0,-1 2-18 0,3 0-13 16,-1 4-14-16,1 2-13 0,3-1-13 0,1 5-14 15,-1 1-6-15,-1 3-9 0,-5-4-9 0,2 4-6 16,-2-1-7-16,-2 1-4 0,-2 0-7 0,-1 3-4 16,0-2-3-16,-2 0-3 0,-3 2-3 0,-3-1-3 15,0 2-1-15,-1-3-1 0,-3 1 1 0,0-1-2 16,-4 0-2-16,2-1-4 0,0-2 1 0,1-1-4 15,-1 0 2-15,1 1-3 0,1-4 0 0,2-1 0 16,-1 2-3-16,6-4 3 0,-6 4-1 0,6-4 4 16,0 0-2-16,-8 2-1 0,8-2-3 0,0 0-3 15,0 0-4-15,0 0-1 0,0 0-1 0,0 0-1 16,0 0 0-16,28-4 1 0,-16 4-5 0,2 0 0 16,-2 2 0-16,0 2 1 0,1-2-2 0,-3 2 1 15,3 1-1-15,-3-1 1 0,-1 2-4 0,0-2 4 16,1 3-5-16,-5 0 1 0,0-2 2 0,-1 2 7 15,-1 0-5-15,-3 1 2 0,0-8 2 0,-5 16-2 16,-2-9 3-16,-1 1-1 0,-2-1-2 0,0 2 6 16,-4-2-4-16,-3 1 1 0,2-1 0 0,0-2-2 15,2-1 2-15,0 0 2 0,2-1-7 0,-2-3 3 16,5 3-18-16,2-1-21 0,-2-1-28 0,8-1-26 16,-11 1-38-16,11-1-49 0,0 0-54 0,0 0-157 15,0 0-420-15,0 0 186 0</inkml:trace>
  <inkml:trace contextRef="#ctx0" brushRef="#br0" timeOffset="-8017.18">7450 12465 149 0,'0'0'219'0,"0"0"-14"16,0 0-13-16,0 0-17 0,4-3-5 0,-4 3-8 15,0 0-12-15,0 0-8 0,0 0-11 0,-9 23-13 16,6-16-1-16,3 2-11 0,0-9-9 0,0 14-9 15,2-6-8-15,-1-1-6 0,2 0-6 0,2 1-5 16,-1-2-4-16,2 1-6 0,3-2-5 0,0 0-5 16,1 0-1-16,3-2-4 0,0-1-3 0,1-2 2 15,4 0-10-15,-1-3-1 0,-4 1-4 0,3 0 2 16,-5-4 1-16,1 3-2 0,0-2-4 0,-3-3 1 16,0 0-1-16,0-1 9 0,-4 0-6 0,-1-1-3 15,-1-2 5-15,-6 0-7 0,2 2 0 0,-4-4-5 16,-4 0 1-16,3 4-5 0,-1-1 6 0,-1 2-7 15,1 0-5-15,-7-2 1 0,3 5-9 0,0 0-25 16,1 3-21-16,-2 2-24 0,12 1-26 0,-24 2-42 16,11 1-49-16,6 3-55 0,-2 2-152 0,9-8-434 15,-11 17 192-15</inkml:trace>
  <inkml:trace contextRef="#ctx0" brushRef="#br0" timeOffset="-7573.02">7742 12343 205 0,'0'0'283'0,"2"-8"-18"0,-2 8-19 0,4-8-25 16,-4 8-25-16,0 0-19 0,4-5-21 0,-4 5-13 15,0 0-11-15,0 0-5 0,17 17-7 0,-11-6-9 16,5 1-10-16,-4 2-5 0,3 1-6 0,-1 1-7 15,-1 0-2-15,-1 2-5 0,1-3-3 0,1 1-4 16,-1 1-7-16,-2-3 0 0,-1-2-2 0,3-1-12 16,-2 0-3-16,-1-2-2 0,-1 2-5 0,0-3-5 15,1 2-4-15,0-3-3 0,-2 0 3 0,-1-2-4 16,1-1-1-16,-3-4-3 0,5 7 0 0,-3-3 1 0,-2-4 3 16,4 5 7-16,-4-5 2 0,0 0 1 15,0 0-2-15,16-11 2 0,-13 5-2 0,3-4 17 16,0 1-13-16,0-5-1 0,1 3-5 0,2-6-4 15,-3 0-4-15,2-7-2 0,-1 8-4 0,2-10 5 0,0 3-2 16,-3 7-3-16,1 0 3 0,-3 0-1 0,0 3-6 16,0 6-6-16,-2-3 8 0,1 1 8 15,-2 2-17-15,-1 7-5 0,4-9-3 0,-4 9-4 16,2-8 6-16,-2 8-7 0,3-5-5 0,-3 5-4 16,0 0-20-16,0 0-12 0,0 0-25 0,14 9-29 0,-10-4-31 15,1 2-33-15,-1-1-50 0,1 2-50 0,1 0-266 16,-1 0-575-16,-5-8 254 0</inkml:trace>
  <inkml:trace contextRef="#ctx0" brushRef="#br0" timeOffset="-5983.34">26594 9045 6 0,'-5'-12'206'0,"5"12"-2"16,-2-7-4-16,2 7-14 0,-3-10-9 0,3 10-2 15,0-9-17-15,0 9-15 0,0 0-17 0,-4-7-13 16,4 7-17-16,0 0-11 0,0 0-12 16,0 0-3-16,0 0-7 0,9 22-8 0,-4-9-6 0,-1-3-2 15,3 6-4-15,-1 2-3 0,-1-1-6 0,4 0-7 16,-4-1 2-16,1 2-5 0,1-2-1 0,-3-1-1 15,1-3-3-15,0-1 0 0,1-1-4 0,-1 1 0 16,-1-2 1-16,1-1-1 0,-1-2-6 0,0 1-1 16,-1-3 0-16,-3-4 2 0,7 5-2 0,-7-5 0 15,4 8 4-15,-4-8 5 0,4 5 15 0,-4-5-3 16,0 0-4-16,0 0 0 0,0 0-3 0,9-14 4 16,-6 6-3-16,2-3-8 0,-1-2 8 0,1-1-5 15,1-4-6-15,0-1 3 0,2-4-4 0,1 4-1 16,-3 1-1-16,5-6 2 0,-1 8-8 0,-4 2-1 15,1-2 0-15,-1 4 3 0,0 5-2 0,-2-2-1 0,0 4-2 16,-4-2-3-16,0 7-19 0,5-8-6 16,-5 8-19-16,4-6-17 0,-4 6-13 0,0 0 1 15,6-3-4-15,-6 3-23 0,0 0-1 0,8 13-30 16,-4-9-12-16,-3 4-18 0,3 1-10 0,0 2-119 16,-2-3-316-16,-2 0 140 0</inkml:trace>
  <inkml:trace contextRef="#ctx0" brushRef="#br0" timeOffset="-5526.18">26984 9126 98 0,'0'0'166'0,"0"0"-2"15,7-3-3-15,-7 3 3 0,0 0-5 0,0 0-2 16,2-8-10-16,-2 8-12 0,0 0-9 0,0 0-12 0,0 0-13 16,0 0-6-16,0 0-15 0,0 0-7 0,0 0-10 15,0 0-6-15,0 0-2 0,0 0 2 0,0 0 5 16,-9 30-2-16,5-21-5 0,0 0-3 0,-1 0-6 15,3 0-4-15,0-3-6 0,0 3 5 16,-1 1-11-16,6-2-1 0,-3 1-2 0,0 1-2 16,2-4-3-16,2 2-6 0,3 1-20 0,-1-4-18 0,1 3-24 15,4-3-15-15,-2-1-21 0,0 0-15 0,3-1-18 16,-1-2-5-16,-1 1-7 0,-2-2-1 0,5 0 1 16,-2-1-1-16,3 0 7 0,-3-3-3 0,1 0 11 15,-1-3 6-15,5 0 17 0,-7-1 6 0,1 1 7 16,-1 0 16-16,1-3 12 0,0 0 27 0,1-2 11 15,-1 1 17-15,-5 1 19 0,3 0 17 0,-3 3 12 16,0 2 21-16,-1-1 18 0,-4 6 7 0,3-8 3 16,-3 8-1-16,2-6-10 0,-2 6-8 0,0 0-7 15,0 0 4-15,0 0 6 0,0 0-1 0,-28 13 1 16,18-5-2-16,-2 3-4 0,3-3-2 0,1 2-11 16,0-1-1-16,-1 2-7 0,5-2-6 0,-2 1-4 15,3-1-6-15,3 1-1 0,0-4-6 0,0 4-1 0,5-3-2 16,1 2-1-16,3-2-10 0,1-1-18 15,0-1-18-15,3-3-21 0,1 4-27 0,2-3-28 16,-2-1-22-16,-1 1-31 0,1-2-28 0,-3 1-28 16,1 0-131-16,-2 0-357 0,-1-2 157 0</inkml:trace>
  <inkml:trace contextRef="#ctx0" brushRef="#br0" timeOffset="-2536.22">8954 12418 2 0,'-1'-11'202'0,"1"11"-17"0,-1-7-15 0,1 7-22 15,0 0-16-15,0 0-17 0,0 0-11 16,0 0-11-16,0 0-3 0,0 0-8 0,0 0-1 16,14 26-8-16,-9-12-7 0,4 1-7 0,-1 2-3 15,-2 0-3-15,2 1-7 0,2-2 1 0,-1 1-4 0,3 5 4 16,-1-6-9-16,-5-5 3 0,3 1-9 0,-1 0 3 16,1-2-1-16,-3 0-2 0,3-2-7 15,-2 1 1-15,0-1-4 0,0-1 0 0,-1-3-2 16,-2 2-1-16,0-2 0 0,3-1-1 0,-2 0 1 0,-5-3 3 15,8 5 7-15,-3-4 6 0,-5-1 9 0,0 0-1 16,0 0-8-16,17-8 3 0,-12 4-4 0,1-7 3 16,1 1-6-16,2-5-3 0,-2-1-4 0,0 0 2 15,2-8-2-15,0 0-5 0,-4 5 6 16,1 0-8-16,3-8-3 0,-2 2-2 0,1-2-1 0,-1 4 0 16,-1 4 0-16,-1 1 0 0,-1-2-2 0,1 4-1 15,-2 6-2-15,-1 0 2 0,1 1-12 0,-2 2-19 16,-1 7-20-16,5-6-28 0,-5 6-2 0,6-3-11 15,-6 3-20-15,0 0-12 0,12 14-13 0,-5-3-24 16,-1 0-23-16,4 3-146 0,-2 3-350 0,0 1 155 16</inkml:trace>
  <inkml:trace contextRef="#ctx0" brushRef="#br0" timeOffset="-2293.27">9481 12572 99 0,'0'0'160'0,"0"0"-9"16,0 0-8-16,0 0-9 0,0 0-12 0,0 0 1 16,0 0-1-16,-20 1 9 0,17 6-1 0,0 3-12 15,2 1 11-15,0 2-17 0,0 3-7 0,-1-3-9 16,1 2-10-16,0 2-8 0,1-3-7 0,-2 0-7 16,2-3-4-16,2 5-3 0,-2-3-9 0,0-1-5 15,-2 0-3-15,4 0-4 0,-2-2-19 0,0 2-16 16,0 0-30-16,1-3-27 0,-1 1-32 0,0-1-32 15,0 0-16-15,0-2-28 0,0-7-19 0,3 9-101 16,-3-9-306-16,1 6 135 0</inkml:trace>
  <inkml:trace contextRef="#ctx0" brushRef="#br0" timeOffset="-1935.66">9487 12566 82 0,'3'-9'151'0,"-2"3"-10"15,4 0-4-15,-1 1-12 0,4 1-2 0,-2 0-10 16,1 2-4-16,3 2-12 0,1 0-4 0,0-2-4 16,1 4-8-16,-3 1-12 0,0 1 1 0,0 0-10 15,0-1-6-15,-1 4-1 0,-3-2-9 0,-1 2-2 16,0-1 1-16,1 0-12 0,-3 4 3 0,-2 0-9 16,-1-1 1-16,0 1-3 0,-4 0-4 0,1-3 1 15,0 3-3-15,-1-1 0 0,2-2-4 0,-1 0-2 16,2-2-10-16,-1 2-4 0,3-7-4 0,-2 11-4 15,3-4-2-15,-1-7 2 0,5 10 2 0,0-5-3 16,0 0 2-16,4-1 1 0,-1 1 4 0,0-1-6 16,2 3 5-16,0-1-2 0,-1-3 4 0,0 2 0 15,-1 0-1-15,1-2-2 0,-4 3 4 0,0-3-5 16,0 1 4-16,-5-4 1 0,6 10-2 0,-6-7 3 16,0-3-4-16,-1 13 3 0,-4-7 0 0,-1 4 1 15,-2-3-3-15,-2 0-16 0,-1-2-13 0,1 2-22 16,0 0-11-16,0-2-31 0,2 0-22 0,0-2-120 15,-2 1-260-15,4-2 115 0</inkml:trace>
  <inkml:trace contextRef="#ctx0" brushRef="#br0" timeOffset="-1685.64">9841 12605 168 0,'0'0'232'0,"2"-7"-18"16,-2 7-21-16,0 0-22 0,0 0-19 0,0 0-7 16,0 0-4-16,0 0-9 0,0 0-2 0,3 21-12 15,-3-10-9-15,-2 0-10 0,-1 5-10 0,1-4-9 16,-1 5-6-16,2-3-5 0,0 3-7 0,-2-1-9 16,2-3-5-16,-3 3 0 0,4-5-8 0,0 2-26 15,-1-1-25-15,1-1-17 0,-1 0-30 0,1 1-43 16,0 0-33-16,-2-2-35 0,2-3-28 0,0-7-118 15,-1 12-339-15,0-6 150 0</inkml:trace>
  <inkml:trace contextRef="#ctx0" brushRef="#br0" timeOffset="-1299.2">9863 12598 145 0,'5'-6'174'0,"2"1"-2"15,-2 0-5-15,2 2-17 0,0 0-10 0,2 2-7 16,1 1-12-16,-10 0-11 0,14 0-9 0,-5 1-11 16,1 2-9-16,-3 0-10 0,-2 1-8 0,2 1-2 15,-2 1-7-15,-1 0-4 0,0 2-4 0,-1-3-8 16,-2 3-1-16,0-1-4 0,-1-7-7 0,-2 16 3 0,-1-5-6 16,1-3-1-16,0-2-1 0,0 1-6 0,2-7-5 15,-2 14-7-15,4-7-7 0,-2-7-8 16,1 13-2-16,2-8-3 0,-1 0-1 0,3 1 0 15,0-2 0-15,2 2 0 0,2-2 3 0,0-1 1 16,1 2 3-16,0-1-5 0,0 1 3 0,-2-3 5 0,2 2-4 16,-3-2 2-16,-1-1 1 0,-1 3-5 0,-5-4 6 15,10 6 18-15,-10-6-15 0,5 5 8 16,-5-5 6-16,-2 8 5 0,2-8-2 0,-10 9 1 16,5-5 3-16,-6 2-1 0,2 0-3 0,-2-1 2 0,1 0 8 15,1 0-12-15,-3 0 0 0,3 1 0 0,0-2-15 16,2 0-18-16,-2 1-30 0,2-3-27 15,1 1-34-15,6-3-37 0,-11 3-129 0,11-3-302 16,0 0 133-16</inkml:trace>
  <inkml:trace contextRef="#ctx0" brushRef="#br0" timeOffset="-1120.31">10327 12618 131 0,'0'0'168'0,"11"-2"-14"0,-3 0-16 0,0 1-5 16,3 1-23-16,1-2-7 0,-1 4-25 0,3-2-34 15,-1 1-37-15,1-1-35 0,-1 0-42 16,0 3-92-16,-2-1-175 0,-2 1 78 0</inkml:trace>
  <inkml:trace contextRef="#ctx0" brushRef="#br0" timeOffset="-960">10388 12721 33 0,'0'0'219'0,"0"0"2"0,-6 2 0 0,6-2-8 15,0 0-17-15,0 0-18 0,0 0-16 0,0 0-21 16,0 0-12-16,0 0-15 0,0 0-20 0,0 0-33 16,0 0-42-16,32-5-51 0,-16 2-65 0,3 1-64 15,-6 1-125-15,8-2-308 0,7-1 136 0</inkml:trace>
  <inkml:trace contextRef="#ctx0" brushRef="#br0" timeOffset="-579.41">11018 12465 39 0,'-6'-7'310'0,"-3"-1"-17"0,0 2-18 16,3 3-11-16,2-1-26 0,4 4-23 0,-12-2-14 15,12 2-11-15,-18 11-13 0,5-1-9 0,-2 3-18 16,-4 8 0-16,3 2-19 0,-4 1-17 0,6 0-5 16,0 1-11-16,4 0-14 0,0-3-6 0,4-2-5 15,2-1-13-15,0-2-6 0,4 1-6 0,1-3 4 16,3 0-10-16,0-3 2 0,1 1-13 16,2-4-1-16,5 4 2 0,1-2-5 0,1-2-1 0,1-2-2 15,3 0-5-15,-1-4-7 0,1 1-3 0,-2-3-2 16,1 0-1-16,-3-1-4 0,-1-1 3 0,1-2-2 15,-4 0-7-15,2-2 8 0,-2 1-12 0,-1-3-1 16,-4-1 1-16,1 1 0 0,-2-3-1 0,-3 0 0 16,-2 0-11-16,0-1-1 0,-3-1 2 0,-2 2 1 15,-1-1-1-15,-2 4 4 0,2-1 0 0,-2 2-2 16,-3-1-7-16,1 5-7 0,-1 0-13 0,-3 2-13 16,3 2-19-16,-1 0-23 0,1 1-28 0,-4 2-39 15,6-2-36-15,2 6-52 0,-1-5-183 0,3 0-471 16,1 3 209-16</inkml:trace>
  <inkml:trace contextRef="#ctx0" brushRef="#br0" timeOffset="-185.08">11291 12451 123 0,'3'-5'245'15,"-3"5"-26"-15,4-6-19 0,-4 6-7 0,8 1-8 16,-8-1-7-16,10 8-17 0,-1 1-8 0,0 5-11 16,-2 3-10-16,-1 1-11 0,5 5-3 0,-4-4-11 15,0 5-14-15,-3-6-10 0,3 0-8 0,-1 0-5 16,-1-2-7-16,2 1-7 0,0 0-3 0,1-1-7 16,-2-5-2-16,2 3-2 0,-1-5-2 0,-1 0-4 15,0-1-4-15,2-1-3 0,-3 1-5 0,0-5 0 16,1 1 2-16,-1-1 4 0,1 0 16 0,-6-3-2 15,7 1 6-15,-7-1 2 0,9-5 1 0,-1 0-3 0,-3-3-8 16,0-1 6-16,3-5-1 0,1-1-7 16,-3-1-3-16,-1-2-1 0,0-1-8 0,2-5-1 15,5-2-2-15,-5 1-4 0,-1-1-1 0,3 0-2 16,-2 9-1-16,0-7-4 0,-3 7 4 0,1 0-6 16,-1 6 0-16,-1 3-2 0,-1 0-1 0,1 2 1 15,-3 6-23-15,4-11-28 0,-4 11-32 0,2-7-46 16,-2 7-30-16,0 0-47 0,13 1-62 0,-13-1-252 15,12 10-555-15,-12-10 246 0</inkml:trace>
  <inkml:trace contextRef="#ctx0" brushRef="#br0" timeOffset="862.51">20059 14245 16 0,'-4'-4'220'0,"1"-2"-6"16,3 6-20-16,-2-11-11 0,-1 6-13 0,3 5-11 16,-4-5-18-16,4 5-31 0,0 0-11 0,-2-9-15 15,2 9-9-15,0 0-7 0,0 0-2 0,0 0 0 16,0 0-9-16,9 27-2 0,-5-14-1 0,2 2-5 16,0 4-1-16,-1-2-8 0,4 2 7 0,-3-2-9 15,-2 0 1-15,4 0-9 0,-4 1-1 16,0-2-3-16,1 0-1 0,-1-4-4 0,1 0-2 0,0-2-3 15,0 2 1-15,0-3-2 0,-1-1-1 0,-2-1-1 16,0-3-2-16,-2-4 1 0,4 8 9 0,-4-8 11 16,4 4 13-16,-4-4 10 0,0 0 2 0,0 0-6 15,0 0-6-15,0 0-3 0,18-16-3 0,-16 9-1 16,2-5-8-16,1-3 4 0,0-2-12 0,4 0-1 16,-2-1-2-16,-1 0 3 0,3-5-4 0,1-2-4 15,-1 2-3-15,0-2 2 0,-3 8-3 0,1 1-1 16,-2-1 1-16,0 2-4 0,2-1 0 0,-5 5-4 15,3 3-12-15,-2 1-13 0,-2 0-23 0,-1 7-16 16,2-6-14-16,-2 6-8 0,0 0-23 0,0 0-23 16,0 0-22-16,2 20-21 0,-5-5-32 0,1-4-153 15,-5 6-387-15,4 1 172 0</inkml:trace>
  <inkml:trace contextRef="#ctx0" brushRef="#br0" timeOffset="1094.83">20353 14434 177 0,'0'0'200'0,"0"0"-15"0,0 0-21 15,0 0-18-15,0 0-11 0,0 0-8 0,0 0-4 16,0 0-12-16,5 11-4 0,-4-6-3 16,-1-5-10-16,1 19-8 0,-1-9-7 0,0-1-10 0,0 7-4 15,0-5 1-15,2 2-15 0,-4-2-3 0,4 0-6 16,-2 5-3-16,1-3-6 0,-1-3-11 0,0 1-28 15,-1 0-25-15,1-1-29 0,-2-1-30 0,2 0-20 16,0-1-37-16,-1-1-30 0,0 1-99 0,1-8-298 16,-5 11 132-16</inkml:trace>
  <inkml:trace contextRef="#ctx0" brushRef="#br0" timeOffset="1472.77">20394 14403 28 0,'5'-4'156'0,"1"2"-8"16,0-2-2-16,2 2-2 0,-8 2-13 0,18 0-12 15,-10-1 0-15,1 2-12 0,-2 0-7 0,5 0-5 16,-4 4-3-16,-1-1-8 0,0-2-10 0,-1 3-4 16,-2 0-6-16,-4-5-9 0,7 9-4 15,-5-2-4-15,-1-1-6 0,-1-6-4 0,-1 14-1 0,1-14-7 16,-4 12 4-16,0-5-6 0,1-1 1 0,0-2-8 15,3-4-4-15,-7 10 1 0,6-5-7 0,1-5-4 16,-2 10-1-16,2-10-4 0,0 8 1 0,0-8 0 16,0 0 0-16,8 10-7 0,-3-8 6 0,1 2 0 15,-6-4-3-15,11 3 1 0,-2-3 1 0,-3 3-5 16,1 2 6-16,-1-4 3 0,4 6-4 0,-5-6 1 16,2 4-6-16,-4-1 2 0,-3-4 2 0,5 8-1 15,-5-8-2-15,2 7 3 0,-2-7 0 0,0 0 2 16,-9 14-1-16,4-9 3 0,-3 2-4 15,-2-1-5-15,3-2-11 0,-1 3-17 0,-1 0-17 0,1-3-17 16,2 1-37-16,2-2-33 0,-1 0-20 0,5-3-100 16,-10 8-279-16,10-8 123 0</inkml:trace>
  <inkml:trace contextRef="#ctx0" brushRef="#br0" timeOffset="1702.66">20653 14441 139 0,'1'-5'227'0,"-1"5"-15"0,1-8-22 0,-1 8-22 16,0 0-18-16,3-6-12 0,-3 6-19 0,0 0-7 15,0 0-8-15,0 0-12 0,0 0-6 0,0 32-2 16,-4-21-8-16,2 0-1 0,-3 4-3 0,2 2-13 16,1 1-7-16,-2-4 0 0,0 3-1 0,3-6-12 15,-2 2 1-15,2 0-8 0,-1-2-9 16,1 1-22-16,1-1-18 0,0-2-25 0,-1 1-38 15,1 0-32-15,1 0-15 0,-1-4-33 0,0-6-150 16,1 12-334-16,-1-12 148 0</inkml:trace>
  <inkml:trace contextRef="#ctx0" brushRef="#br0" timeOffset="2090.54">20672 14447 1 0,'4'-6'162'0,"-4"6"-7"0,10-7-10 0,-5 5-18 16,-5 2-6-16,11-2-2 0,-4 2-12 0,-7 0-5 16,12 4-6-16,-8-2-10 0,1 2-4 15,-1 1-9-15,-4-5-5 0,6 7-9 0,-2-1-5 16,-4-6-4-16,-3 11-7 0,3-11-7 0,-5 12-1 0,1-3-4 16,0 0-4-16,1-3-7 0,-3 0 5 0,4 0-8 15,-2 0-11-15,-1 1-4 0,3 0-2 0,-1-3-8 16,3-4-3-16,-1 11-6 0,1-11 2 15,1 9-4-15,-1-9 8 0,5 7-2 0,-5-7 3 16,10 5-7-16,-5-2 2 0,0 1 6 0,2-2 2 0,-1 1-1 16,-6-3-1-16,12 5 6 0,-7-2-3 0,1-2-5 15,-6-1 6-15,8 5 5 0,-8-5-1 0,7 5 16 16,-7-5 2-16,4 5 9 0,-4 1 5 0,0-6 2 16,0 0 4-16,0 0-1 0,-6 15-4 15,1-12 5-15,0 0-10 0,-2 1 1 0,0 3-8 0,-6-2 0 16,4-1-1-16,-1 1 1 0,-3-1-14 0,3 0-17 15,-2 0-23-15,2 0-20 0,2-1-18 0,2-1-35 16,6-2-32-16,-14 4-135 0,6-4-297 0,8 0 133 16</inkml:trace>
  <inkml:trace contextRef="#ctx0" brushRef="#br0" timeOffset="2309.61">20944 14361 129 0,'7'-4'210'0,"-3"1"-17"0,3-1-13 0,-2 1-12 15,1-1-18-15,0 1-19 0,-6 3-11 0,13-4-13 16,-7 4-9-16,-6 0-10 0,10-2-17 0,-10 2-19 16,12 0-32-16,-12 0-26 0,7 2-26 15,-7-2-27-15,8 4-21 0,-8-4-3 0,7 7-10 16,-7-7-16-16,0 7-9 0,0-7-72 0,-3 12-206 0,3-12 92 15</inkml:trace>
  <inkml:trace contextRef="#ctx0" brushRef="#br0" timeOffset="2447.79">20978 14450 140 0,'0'0'147'0,"0"0"10"0,0 0-5 0,-5 4 1 16,5-4-9-16,0 0-9 0,0 0-12 0,0 0-18 0,0 0-3 15,0 0-15-15,0 0-3 0,0 0-26 0,0 0-23 16,26-4-26-16,-14 2-44 0,2 1-45 0,3-1-42 15,-5 0-111-15,5-2-251 0,-3 2 111 16</inkml:trace>
  <inkml:trace contextRef="#ctx0" brushRef="#br0" timeOffset="6114">12433 12305 109 0,'-2'-6'189'0,"-1"-1"-12"0,3 7-7 16,-5-7-7-16,5 7-11 0,-4-7-15 0,4 7-16 15,0 0-16-15,0 0-11 0,-5-3-2 0,5 3-9 16,0 0-2-16,0 20 4 0,0-7-16 0,0 3 1 16,0 3-2-16,0 0-3 0,-2 5-1 0,2 2-6 15,-2-7-4-15,2 5-3 0,0 0-1 0,0-5-4 16,0-2-6-16,0 0 5 0,0 0-6 0,2-1 1 16,0 1 10-16,-2-1 0 0,3 0-9 0,-2-3 0 15,0-3-7-15,3 2-1 0,-2-3-3 0,1 2-3 16,-3-3-3-16,1 0-3 0,2-2 3 0,0 1-8 15,-3-7-2-15,2 13-8 0,-2-7-19 0,0-6-23 16,4 9-23-16,-4-9-24 0,0 6-19 0,0-6-16 16,0 0-18-16,0 0-1 0,0 8-21 0,0-8-25 15,0 0-135-15,0 0-343 0,0 0 152 0</inkml:trace>
  <inkml:trace contextRef="#ctx0" brushRef="#br0" timeOffset="6508.31">12419 12353 39 0,'9'-12'139'0,"-4"7"-11"0,1-3 0 0,-2 1-8 16,-4 7-7-16,17-7-6 0,-11 6-8 0,5-1-4 15,-11 2-9-15,19 2-9 0,-19-2-7 0,15 8-1 16,-6-2 2-16,-2 2-7 0,-1 0-2 0,-4 2-3 15,3-1 1-15,-3 2-6 0,-2 2-2 0,0-3-6 16,-2 1-3-16,-3 0-3 0,3 1-3 0,-6 2-3 16,3-4 2-16,-4-2-6 0,0 1-6 0,0-1-1 15,-2-2 0-15,4 0-6 0,-2-2 1 0,3 1 8 16,-2-4 8-16,8-1 5 0,-11 3 0 0,11-3-4 16,-9 1 1-16,9-1 2 0,0 0 0 0,0 0-6 15,-13-4 0-15,13 4-3 0,0 0-1 0,-4-5-4 16,4 5-6-16,0 0-1 0,0 0-5 0,0 0 1 15,0 0-4-15,0 0 0 0,0 0 1 0,0 0-1 0,31 11-3 16,-22-5 0-16,2 0-2 0,0 1 4 16,-2 0-4-16,3 3 2 0,-1 1-1 0,3-1-6 15,1 1-20-15,-1 1-33 0,-3-4-39 0,2 5-32 16,1-4-50-16,-1 2-185 0,-3-2-390 0,2-1 172 16</inkml:trace>
  <inkml:trace contextRef="#ctx0" brushRef="#br0" timeOffset="6778.4">12935 12550 145 0,'-2'-5'226'0,"-4"0"-4"0,1 1-13 0,-4-2-12 15,2 4-14-15,-3 0-14 0,-2 2-17 0,3 2-9 0,-2 2-14 16,-3 0-5-16,1 5-8 0,-3 1-11 0,1 0-4 15,0 4-8-15,2-1-3 0,2 0-5 16,-1 1-9-16,4 0-6 0,1 2-6 0,0-6-10 16,5 2-1-16,0-1-5 0,2 1-8 0,2-1-1 15,3-1 0-15,0 1-1 0,5-1-10 0,-1-2-17 0,5 3-34 16,3-4-34-16,0 0-43 0,3-1-45 0,0-2-45 16,-2-1-41-16,2-1-154 0,0-1-415 15,1-1 184-15</inkml:trace>
  <inkml:trace contextRef="#ctx0" brushRef="#br0" timeOffset="6966.67">13164 12535 17 0,'0'-8'213'0,"0"8"-16"0,8-6-19 15,-4 3-17-15,2 0-16 0,1-1-12 0,5 2-13 16,-1 0-14-16,0 0-20 0,0 1-32 0,0 1-33 15,0 1-25-15,1 1-37 0,-3 2-33 16,-3-2-28-16,2 2-18 0,-2-1-62 0,-6-3-197 16,2 10 87-16</inkml:trace>
  <inkml:trace contextRef="#ctx0" brushRef="#br0" timeOffset="7113.73">13205 12622 34 0,'-6'4'163'0,"6"-4"3"0,-6 4 2 0,6-4-4 16,0 0-5-16,-6 3-11 0,6-3-12 0,0 0-13 0,0 0-12 15,0 0-11-15,0 0-10 0,0 0-13 0,14 6-5 16,-14-6-21-16,19-2-37 0,-7 4-33 0,3-4-44 16,-1 2-29-16,0-1-47 0,6 1-106 15,-7 0-263-15,10-1 117 0</inkml:trace>
  <inkml:trace contextRef="#ctx0" brushRef="#br0" timeOffset="7418.91">13742 12366 128 0,'-2'-8'280'15,"1"0"1"-15,-3 1-10 0,4 7-10 0,-4-11-23 16,4 11-24-16,0-8-26 0,0 8-23 0,0 0-21 16,0 0-11-16,0 0-12 0,0 0-10 15,0 0-6-15,-2 29-1 0,4-13-9 0,-2 2-6 0,0 0 1 16,0 0-9-16,0 2-7 0,-2-3-1 0,2 8-3 15,0-6-2-15,0 0 2 0,-2 1-12 0,2-2 5 16,-1 0-12-16,1 0-6 0,-4-1-4 0,1-1-5 16,1 0-1-16,2-3-9 0,0-1-1 15,-2 0 1-15,2 0-5 0,0 0-3 0,2-2-8 0,-2 0-5 16,0 2-24-16,2-5-22 0,-2 3-23 0,0-3-23 16,0-7-23-16,0 13-34 0,0-7-39 0,0-6-42 15,0 8-42-15,0-8-196 0,3 8-501 0,-3-8 222 16</inkml:trace>
  <inkml:trace contextRef="#ctx0" brushRef="#br0" timeOffset="7738.73">13962 12436 190 0,'0'-10'267'0,"0"3"-15"0,0 7-10 0,2-12-11 16,-2 5-8-16,0 7-19 0,0-9-17 0,0 9-20 15,0-8-21-15,0 8-14 0,0 0-19 0,0 0-7 16,0 0-11-16,0 0-7 0,0 0 0 0,0 38-3 16,0-22-10-16,-2 2-2 0,2 0-4 0,-2 7-2 15,1-5-5-15,-1-1-3 0,0 0-2 0,0 0-5 16,0 0-10-16,2-2 5 0,0 2-12 0,0-4-5 15,0 0 2-15,0 1-5 0,0-5-9 0,0 0-25 16,2-1-25-16,-2 0-24 0,0-1-26 0,2 1-39 16,-2-3-48-16,0 0-44 0,0-7-44 0,4 11-181 15,-4-11-474-15,3 6 210 0</inkml:trace>
  <inkml:trace contextRef="#ctx0" brushRef="#br0" timeOffset="8042.9">14177 12496 83 0,'0'0'204'0,"-4"-12"-17"0,4 12-9 15,-5-5-12-15,5 5-6 0,-10-2-15 0,10 2-14 16,-12 2-11-16,12-2-12 0,-20 5-10 0,13-2-10 16,0 1-7-16,0 0-3 0,-3-1-9 0,2 2-7 15,0-3-7-15,1 2-3 0,1-2-4 0,6-2-6 16,-10 8-1-16,6-4-5 0,-1 1 1 0,5-5-3 15,-8 9-1-15,3-3-1 0,3 0-6 0,0 0 2 16,2-6-5-16,-3 11 3 0,3-2 0 0,0-9-2 16,0 12-3-16,3-5 0 0,-1-1-2 0,0 1 0 15,5-1-3-15,-5-1 1 0,9 1 1 0,-1 0-2 16,-2 0-4-16,3-1-4 0,3 0-18 0,3-1-23 16,-5 0-21-16,1-1-29 0,4-1-29 0,-5-1-32 15,1 1-36-15,2 2-166 0,-3-1-374 0,1-1 166 16</inkml:trace>
  <inkml:trace contextRef="#ctx0" brushRef="#br0" timeOffset="8419.98">14317 12731 110 0,'0'0'178'0,"15"-7"-8"16,-7 4 0-16,-8 3-9 0,10-7-10 0,-5 4-10 15,5-1-12-15,0-3-10 0,-3 0-11 0,4 2-8 16,-3-2 9-16,0 2 2 0,1-2-6 0,-2-2-3 15,0 1-2-15,-1 1 6 0,-1-3-7 0,-1 1-9 16,-4 0-8-16,4-3-6 0,-4 1-6 0,0-1-3 16,0 2-3-16,0-3-7 0,-2 3-5 0,0-2-9 15,2 1-2-15,0 2-4 0,0-3-6 0,-2 3-1 16,4-1-2-16,2 1-5 0,0-1-3 0,2 3-3 16,3 0-2-16,1 0-5 0,-1 2 1 0,3-1-2 0,-1 3 1 15,3 1 0-15,-3 2-3 0,0 0-3 16,3 3-4-16,-3 1 1 0,0 2 1 0,-4 1-3 15,1 1 0-15,-3 1 3 0,0 1-2 0,-2-1 1 16,-1 3 0-16,0 4-3 0,-6-2 4 0,3 2-2 16,-3-4 1-16,1 0-2 0,1 0-1 0,-2-1-1 15,1-2 6-15,1 2-4 0,0-1 3 0,2 0-2 16,0-1 4-16,2 1-2 0,0-2-4 0,2-1-17 16,-1-1-21-16,6 2-39 0,-2-2-30 0,4-3-47 15,0 2-36-15,1-2-42 0,-1 1-158 0,2-1-425 0,-2-2 187 16</inkml:trace>
  <inkml:trace contextRef="#ctx0" brushRef="#br0" timeOffset="8598.13">14964 12776 50 0,'2'6'230'15,"-2"-6"-4"-15,0 0-3 0,0 13-15 0,0-13-17 16,-3 10-13-16,1-4-16 0,-1 0-13 0,-2 2-12 15,2-1-16-15,0 0-11 0,-3 3-20 0,2-2-31 16,-2 1-47-16,1 0-52 0,-2-1-56 0,2 0-72 0,-3-1-139 16,0 2-334-16,-1-4 148 0</inkml:trace>
  <inkml:trace contextRef="#ctx0" brushRef="#br0" timeOffset="9209.32">15430 12395 247 0,'0'-8'240'15,"0"8"-14"-15,0 0-19 0,-1-8-18 0,1 8-20 16,0 0-19-16,0 0-16 0,0 0-8 0,0 0-1 15,0 0-7-15,0 0-8 0,1 28-3 0,-1-13-6 16,1-2-3-16,-2 2-11 0,1 4-5 0,-1 1-1 16,1 5-1-16,-2-6-6 0,2 1-6 0,-1 0-11 15,1-2-1-15,-1 2-4 0,-1-3-4 0,1 0-7 16,1 0-3-16,0-2-3 0,0-3-1 0,1 0-6 16,-1 0-1-16,2 1-3 0,-2-2-7 0,2 0 1 15,0 0-9-15,-1-4-19 0,0 3-15 0,1-4-15 0,1 1-20 16,-3-7-17-16,2 11-26 0,-2-11-25 0,1 8-7 15,1-5-39-15,-2-3-24 0,0 0-28 16,0 0-129-16,2 7-384 0,-2-7 170 0</inkml:trace>
  <inkml:trace contextRef="#ctx0" brushRef="#br0" timeOffset="9802.72">15351 12440 91 0,'0'0'142'0,"-3"-10"1"15,3 10-2-15,-1-7-6 0,1 7-4 0,-3-11-8 16,3 11 0-16,0-11-11 0,0 11-2 16,3-12 0-16,-2 8-12 0,-1 4 2 0,5-13-14 15,-1 6-4-15,0 1-4 0,0 1-7 0,3 0-4 0,2-1-6 16,3-1-4-16,1 4-5 0,1 0-3 0,-3 1-8 15,6 1-3-15,-4 2-3 0,6 4-7 0,-3 1 2 16,-3 0-2-16,-1 2-2 0,0 3 0 0,-3-2-8 16,-1 1-1-16,-3 2 2 0,-1 1-9 0,-2 0 2 15,-2 2 4-15,-1-3-4 0,-4 3 0 0,-2 3-3 16,0-4 0-16,-4-1 5 0,-1 0-7 0,-1 1 3 16,-1-4 0-16,-2 0-3 0,4-3-2 0,-3 0 1 15,2-1 1-15,3 0-3 0,-2-2 1 0,1-2 1 16,4 0 0-16,0-2 0 0,7 0 1 0,-13 1 0 15,13-1-4-15,-9-4 2 0,9 4 0 0,-8-4-1 16,8 4-2-16,0 0 3 0,-7-6-2 0,7 6-1 16,0 0 1-16,0 0-4 0,0 0-1 0,0 0 1 15,0 0 1-15,0 0-1 0,23-3 2 0,-23 3-2 16,17 7 2-16,-8-2-1 0,2 1-1 0,1 1-1 16,3 2-3-16,-3-2-14 0,2 2-19 0,3 1-24 15,-2 0-34-15,2-3-36 0,-2 3-28 0,0-1-38 16,-2 1-131-16,0-4-355 0,-3-1 157 0</inkml:trace>
  <inkml:trace contextRef="#ctx0" brushRef="#br0" timeOffset="10040.79">15766 12682 72 0,'3'-10'257'0,"-3"10"-4"0,2-7-15 16,-2 7-15-16,1-6-26 0,-1 6-21 0,0 0-21 0,0 0-17 15,0 0-12-15,0 0-13 0,0 0-4 16,0 0-7-16,3 20-7 0,-3-20-9 0,-3 19-5 16,2-8-9-16,-3 3-6 0,3-3-7 0,-2 1-6 15,-1 4-6-15,2-3-2 0,-1 1-5 0,1-2-5 0,1 0-7 16,1 2-19-16,1-2-28 0,-2-1-25 16,2-2-27-16,1 1-30 0,-2 0-22 0,2 1-35 15,-2-3-29-15,0-1-175 0,0-7-393 0,0 0 174 16</inkml:trace>
  <inkml:trace contextRef="#ctx0" brushRef="#br0" timeOffset="10448.7">15769 12677 30 0,'5'-9'228'0,"0"1"-11"0,1 1-13 16,0 0-9-16,0 2-18 0,0 1-14 0,4 0-10 15,-1 4-8-15,1 0-12 0,-10 0-11 16,19 0-12-16,-12 2-13 0,-1 0-10 0,1 2-9 0,0 0-7 16,-3 0-8-16,1 0-4 0,-1 1-4 0,-1 1-6 15,1-1-4-15,-4-5-4 0,1 12-4 0,-1-12 0 16,0 13-6-16,-3-7-7 0,2 1 1 0,1-7-4 16,-5 12-1-16,2-6-11 0,2 1-6 0,1-7-9 15,-3 11-6-15,3-11-7 0,2 12 1 0,0-7-4 16,-2-5-1-16,3 11-4 0,1-6 4 0,0 1 0 15,1-2 2-15,0 2-3 0,1 2 3 0,2-3 3 16,-3 1 2-16,1 1 1 0,1-2 1 0,-3 2 0 16,-2-1 3-16,2-1 5 0,-1 0-3 0,0 2 0 15,-3-7 1-15,4 8 2 0,-2-3 0 0,-2-5 1 16,0 10 8-16,0-10 0 0,0 0 4 0,-3 13 0 16,3-13-2-16,-6 6-2 0,0-3 3 0,0-1-4 15,0 2-4-15,-1 0-9 0,0-1-12 0,7-3-16 16,-13 3-31-16,5-3-20 0,8 0-23 0,-13 2-40 15,13-2-22-15,-12-2-111 0,12 2-310 0,0 0 138 16</inkml:trace>
  <inkml:trace contextRef="#ctx0" brushRef="#br0" timeOffset="10652.47">16107 12654 39 0,'5'-4'201'0,"4"-1"-8"16,1 1-9-16,-1-1-17 0,0 0-17 0,1 4-11 16,1-1-15-16,-1 0-10 0,1 2-16 0,0 0-10 15,-1 1-23-15,0 0-34 0,-3 1-34 0,-1 1-24 16,-1 0-33-16,-5-3-12 0,5 9-20 0,-5-9-17 16,0 9-5-16,0-9-72 0,-7 15-202 0,1-9 89 15</inkml:trace>
  <inkml:trace contextRef="#ctx0" brushRef="#br0" timeOffset="10782.71">16204 12707 236 0,'-6'4'14'0,"1"0"22"0,0 3 7 0,0-4 3 15,5-3 12-15,-11 8 14 0,9-5 8 0,2-3 10 0,-8 7 9 16,8-7 13-16,-6 3 2 0,6-3 8 16,0 0 0-16,0 0-3 0,-5 5 6 0,5-5-6 15,0 0-9-15,0 0-9 0,0 0-10 0,0 0-10 0,0 0-7 16,0 0-18-16,0 0-20 0,20-1-30 0,-20 1-39 16,15-2-49-16,-4-2-48 0,-1 1-190 15,1-2-346-15,2 0 153 0</inkml:trace>
  <inkml:trace contextRef="#ctx0" brushRef="#br0" timeOffset="11050.78">16567 12454 164 0,'0'0'280'15,"2"-8"-17"-15,-2 8-14 0,0 0-27 0,2-10-21 16,-2 10-15-16,0 0-24 0,0 0-8 0,0 0 1 15,0 0-12-15,10 17-2 0,-5-8-12 0,-2 4-10 16,-1 3-9-16,2 0-7 0,-2 2-10 0,0 0-2 16,-2 0-15-16,1 1 5 0,-1-1-10 0,0-2-1 15,0 3-11-15,0-3 3 0,-1 0-17 0,1 0 3 16,0-2-8-16,0 2-5 0,0-3-17 16,0-1-25-16,1-2-21 0,-1 3-29 0,2-3-34 0,-1 2-39 15,0-2-39-15,1-1-31 0,0 0-36 0,0-1-206 16,0-2-480-16,3-1 213 0</inkml:trace>
  <inkml:trace contextRef="#ctx0" brushRef="#br0" timeOffset="11298.7">16880 12518 254 0,'4'-11'257'0,"0"2"-4"16,-3-2-9-16,1 5-7 0,1 0-13 0,-3 6-17 15,4-10-25-15,-4 10-22 0,1-6-16 0,-1 6-14 16,0 0-16-16,0 0-6 0,0 0-13 0,7 20-6 16,-6-13-9-16,0 5-5 0,2-2-6 0,-3 2-9 15,0 0-1-15,-1 3-11 0,1 2-3 0,1-2-3 16,-1-2-2-16,-1 3-2 0,1-1-16 0,0-3-16 16,-2 0-28-16,1 0-22 0,-1-2-30 0,4 3-33 15,-2-4-52-15,-1 1-34 0,1-2-34 0,0 1-183 16,-3-3-443-16,3-6 196 0</inkml:trace>
  <inkml:trace contextRef="#ctx0" brushRef="#br0" timeOffset="11714.89">16926 12485 36 0,'2'-6'213'0,"-2"6"-15"16,5-10-20-16,-4 6-13 0,-1 4-16 0,0 0-12 0,9-3-11 15,-9 3-12-15,0 0-13 0,17 6-4 16,-14-1-10-16,6 1-8 0,-3-1-5 0,2 1-7 16,3 2-3-16,-4-2-8 0,0 1-2 0,2-3-5 15,0 2-6-15,0-1-4 0,-2-1-3 0,1-2-4 0,0 1 1 16,-2-1-4-16,2-2 1 0,-8 0-4 16,11 3-1-16,-11-3 4 0,12-1-2 0,-12 1-2 15,12-4-1-15,-5-1-1 0,-1 2 3 0,-1-3 7 16,1 2-3-16,2-2 2 0,-1-1 6 0,-2 1-2 0,3-1-1 15,-2 0-1-15,1 0 3 0,-3 1 13 0,0 0 0 16,0 3 1-16,-4 3-2 0,7-9-5 0,-4 5 2 16,-3 4 4-16,8-6-17 0,-8 6-5 15,0 0-5-15,5-2-5 0,-5 2 0 0,0 0-3 0,6 9-5 16,-4-1 2-16,-1 1 7 0,-1 3-1 0,1 0 1 16,1 4-2-16,-2 2-1 0,-2 0-1 0,1-2 25 15,1 1-6-15,-3 1-3 0,2-1-4 0,0-1 2 16,1 0-4-16,0-1-3 0,0 2-34 0,0-5-27 15,0-1-33-15,0 2-38 0,-1-2-46 0,2-2-46 16,0 1-54-16,-1-1-199 0,0-3-493 0,0-6 219 16</inkml:trace>
  <inkml:trace contextRef="#ctx0" brushRef="#br0" timeOffset="12204.76">17363 12698 178 0,'3'-7'208'0,"-3"7"-11"0,0 0-15 0,0 0-17 0,0 0-14 16,0 0-10-16,0 0-10 0,0 0-9 0,0 0-10 15,0 0-6-15,0 0-6 0,9 13 0 0,-9-13 0 16,8 5-7-16,-3-1-6 0,1-3-8 0,2 2-6 16,2 1-4-16,3-3-4 0,-2 0-8 0,2 0-6 15,-1-1-3-15,0 0-3 0,0-1 0 0,-4 1 5 16,1-2 7-16,-1 0 0 0,-1-2-3 0,0 0-8 15,1-2-5-15,0-1-2 0,-3-1-2 0,-1 0-4 16,0-1-6-16,-1-2 1 0,-1 2-4 0,2 1-5 16,-3-2 0-16,0-1-3 0,0 0-2 0,1-2 0 15,-1 0-3-15,-1 1 0 0,4 0-3 0,-2 2 0 16,1-3 0-16,-1 3 2 0,1 1 2 0,0 1 0 16,-1 0-2-16,2 3 2 0,-4 5-4 0,13-13-3 0,-8 10 1 15,0 1-4-15,3 1 2 0,3-1-4 16,-1 4 0-16,-1 1-2 0,3 0 0 0,-3 2 0 15,-2 1 0-15,0 3 1 0,0-1 1 0,-2 0-2 16,-2 4 1-16,0-3 1 0,-2 3-2 0,0 0 8 16,-2-1-3-16,0 0 2 0,1-2-6 0,-2 1 4 15,1-1 6-15,0 1-7 0,-1-3 1 0,2 3 3 0,-1-3 2 16,1-7-3-16,1 13 5 0,1-6 0 16,0 0 1-16,4-1 2 0,-1-2-2 0,4 1 0 15,3 1 3-15,0-2-5 0,7-1 5 0,1-1-9 0,0 1-19 16,0-1-19-16,-2-2-24 0,1 1-33 0,-6-2-43 15,1 1-53-15,-2-2-67 0,-4-2-211 0,0 1-503 16,-2 1 222-16</inkml:trace>
  <inkml:trace contextRef="#ctx0" brushRef="#br0" timeOffset="14958.72">4639 13268 186 0,'0'-10'207'0,"-2"1"-1"15,2 9-10-15,0-13-11 0,0 13-19 16,-1-8-19-16,1 8-14 0,0 0-21 0,0 0-12 15,0 0-11-15,0 0 2 0,0 0-2 0,-4 32-6 16,4-6-7-16,-1 0-20 0,-3 3-3 0,2-2-4 0,0-1-3 16,1-6-2-16,-3 6-5 0,4 0 1 15,0-1-4-15,-1-5-3 0,0-1-4 0,1-2 0 16,-2 0-7-16,2 1 1 0,2-2-2 0,-2-3-1 16,1-1-2-16,-1-1-2 0,0-1-2 0,1 1-2 15,-1-1 2-15,1-4-1 0,-1 3 1 0,0-9-13 0,2 14-15 16,-2-10-20-16,0-4-20 0,-2 11-25 15,2-11-35-15,0 0-17 0,0 12-31 0,0-12-35 16,-1 9-124-16,1-9-347 0,-6 2 153 0</inkml:trace>
  <inkml:trace contextRef="#ctx0" brushRef="#br0" timeOffset="15422.83">4645 13243 80 0,'6'-10'159'0,"1"1"-16"16,-3 3-14-16,2-1-20 0,-1 3-3 0,2 1-15 16,-2-1-15-16,-5 4-13 0,11-1 6 0,-11 1-6 15,14 6-5-15,-9-2-4 0,1 3-11 0,-1-2 10 16,1 4-14-16,-1 0 0 0,-1-1 5 0,-2 0-12 0,1 3-2 15,-2 2-7-15,1-2 3 0,-2-1 1 16,-2 3 2-16,0-1-3 0,-1-3-5 0,1 0-5 16,-1-2 2-16,2 1-4 0,-3-4-1 0,1 2-4 15,0 1-3-15,3-7 1 0,-3 9-1 0,3-9-13 16,-2 7-9-16,2-7-2 0,0 0 2 0,0 0-1 0,-2 7 1 16,2-7 5-16,0 0-5 0,9 3 0 15,-9-3 3-15,12 2-3 0,-12-2 7 0,14 0-7 16,-4 2 9-16,-2 1-3 0,-1 0-1 0,0 0-3 15,1 0 5-15,0 0 12 0,0 3-5 0,-4-2-7 16,1 2-2-16,-1-1 2 0,-3 1 1 0,-1-6 0 0,1 12 5 16,-1-5 5-16,-6 2-7 0,0-2 13 0,-1 1-12 15,-2 0 8-15,-2-2 2 0,-1 2-4 16,1-3 16-16,-5 4-7 0,1-1 3 0,2-3-15 16,2 0 8-16,-3-2-10 0,2 0-4 0,3 1-13 15,0-3-17-15,2 2-27 0,0-1-31 0,7-2-117 0,-11 4-230 16,11-4 101-16</inkml:trace>
  <inkml:trace contextRef="#ctx0" brushRef="#br0" timeOffset="15658.28">5168 13514 72 0,'0'0'211'0,"5"-3"-14"16,-5 3-20-16,0 0-18 0,6-6-15 0,-6 6-16 15,12-3-10-15,-5 2-14 0,4 0-18 16,3-1-21-16,-2 1-31 0,1 2-36 0,3-2-36 16,-5-1-24-16,2 1-28 0,-2 2-25 0,-2 1-83 15,-1 0-215-15,-2 0 95 0</inkml:trace>
  <inkml:trace contextRef="#ctx0" brushRef="#br0" timeOffset="15820.49">5183 13607 70 0,'0'0'161'0,"-6"0"-3"0,6 0-16 0,-5 4-19 16,5-4-11-16,0 0-6 0,-4 6-4 15,4-6-11-15,0 0-14 0,0 0-14 0,24 6-22 16,-12-5-27-16,7-2-38 0,0 2-45 0,1 0-40 15,1 0-68-15,-2-3-191 0,1 2 85 0</inkml:trace>
  <inkml:trace contextRef="#ctx0" brushRef="#br0" timeOffset="16166.57">5693 13323 157 0,'0'-10'254'15,"-1"2"-7"-15,1 8-7 0,1-14-21 0,-1 14-10 16,-1-10-15-16,1 10-21 0,1-8-18 0,-1 8-18 16,0 0-14-16,0 0-15 0,0 0-15 0,0 0-9 0,0 0-11 15,0 0-5-15,0 0-12 0,4 25-2 16,-4-14-5-16,1 6-8 0,-1 1-2 0,0 1-2 15,3 7-1-15,-2 0-2 0,-1-7-1 0,-1 1-3 16,-1-1-3-16,2 6-4 0,2-5 12 0,-2-1-14 16,1-1-1-16,-4 0-2 0,2-1-1 0,1 0 0 15,0 0-2-15,-1-5-3 0,0 0 1 0,2 0 1 16,-1 0-5-16,1 0-15 0,-1 1-22 0,0-6-18 16,-1 3-23-16,0-1-38 0,1-9-36 0,-3 14-29 15,3-14-33-15,-4 13-197 0,-1-5-435 0,0-2 193 16</inkml:trace>
  <inkml:trace contextRef="#ctx0" brushRef="#br0" timeOffset="16884.62">5915 13480 107 0,'0'0'204'15,"0"0"-6"-15,0 0-11 0,0 0-8 0,-15 7-11 16,10 0-6-16,1 0-6 0,-2 3-16 0,2 0-17 16,-1-1-7-16,1 4-9 0,0 2-9 0,-2-4-15 15,5-1-5-15,-2 1-5 0,3 0-3 0,0-1-12 16,0 1-3-16,1-1-5 0,3-1-5 0,1 0-4 16,-1-2-3-16,1-2-7 0,0 1 1 0,0-1-3 15,2 1-3-15,2-5 2 0,0 3-3 0,0-1-5 16,2-1 1-16,-2 0-2 0,3-3-4 0,-2 0 1 15,-10 1-2-15,16-5-1 0,-7 1-9 0,0 0-4 0,-1-4-2 16,0 0-2-16,-3 1 2 0,1-3-6 16,-2 1 5-16,-3-3-1 0,0-1 2 0,-1 2-5 15,-1-1 0-15,0-1 2 0,-4-2-1 0,0 4 3 16,0-5-1-16,-3 3 1 0,3 3 0 0,-2-1-3 16,1 1 11-16,0 3-7 0,0-1-2 0,3 2 1 15,-1 1-3-15,4 5 4 0,-8-7-3 0,8 7 3 16,-5-9-1-16,5 9-2 0,-1-8 3 0,1 8-1 15,0 0-2-15,14-5 2 0,-7 3 2 0,4 2-4 16,1 0 2-16,1 0 0 0,6 0 3 0,-4 0-2 16,2 2 1-16,1 0 2 0,1 0-2 0,-2 1-2 0,-3 1 0 15,-2 0 0-15,0 2 2 0,1-2-3 0,-3 3-2 16,-1 0-2-16,-1-1 10 0,0 2-4 16,-3-1-4-16,1 1 1 0,-2 1-2 0,0 0 6 15,-2 3-2-15,0-2 3 0,-1 0-1 0,-1 3 6 16,1-4-2-16,-1 2 0 0,0-1 2 0,0 1 2 0,0-2-2 15,2-1 2-15,-2 1-5 0,1-3 5 0,0 2-2 16,-1-8 1-16,4 14 2 0,0-10-2 16,-1 0 2-16,1 2-2 0,3-2 0 0,-7-4 6 15,11 4 2-15,2-2 4 0,-3-2 0 0,-1 0 0 16,5-3 1-16,-3 0 0 0,1-1 0 0,-1 0 7 0,-2-2-3 16,1 1-3-16,-1-4 1 0,0 0-4 15,-2-1 1-15,3-4-2 0,-3 4-1 0,-2-6 2 16,0 0-5-16,-2-2 0 0,-2 3-2 0,-1-3 1 15,-1 1 0-15,-1 1 5 0,0 3 5 0,-2 0-8 16,-2-1-2-16,-2 1-5 0,-1 2 1 0,1 3-4 0,-2 2-4 16,-1-1-1-16,0 4-5 0,0 1-20 15,-4 2-21-15,-2 4-25 0,-2 2-31 0,0 3-41 16,1-1-54-16,-1 3-231 0,2-1-467 0,-1 2 207 16</inkml:trace>
  <inkml:trace contextRef="#ctx0" brushRef="#br0" timeOffset="19898.66">4861 13749 106 0,'0'0'109'15,"0"0"-5"-15,0 0-2 0,0 0-7 0,0 0-6 16,0 0 0-16,0 0-3 0,0 0-3 0,0 0-5 16,0 0-6-16,0 0 0 0,0 0 5 0,0 0-2 15,0 0 0-15,0 0-6 0,0 0-6 0,0 0-4 16,0 0-3-16,0-15 4 0,0 15-8 0,0 0-6 0,-5-7-1 15,5 7 0-15,-3-7 0 0,3 7 13 16,-6-7-6-16,6 7-2 0,-6-8-3 0,2 4-7 16,4 4-3-16,-9-4-3 0,9 4 0 0,-9-6-8 15,4 2-1-15,5 4 0 0,-8-5-4 0,8 5-2 16,-8-2-3-16,8 2-1 0,0 0 7 0,-14-1-11 16,14 1-4-16,-10 3-2 0,4-1-2 0,1 3 2 15,-2-2-4-15,2 3-1 0,-1-1 0 0,1 3 1 16,-1 1 1-16,1-1-1 0,0 1 7 0,2 1-5 15,0 1-3-15,0-1 3 0,2-2 0 0,0 2-3 0,-1-2-2 16,2 0 5-16,0-8-1 0,3 14 3 16,0-8-3-16,-1-1-2 0,-2-5 3 0,9 9-1 15,-6-4 6-15,0-1-2 0,4-2 2 0,-2 1-6 16,-5-3 2-16,9 3 1 0,-9-3-2 0,11 0 3 16,-11 0-2-16,0 0 3 0,13-4-1 0,-6 0 0 0,-2 0-4 15,-2-1 4-15,3-1-4 0,-1-3 2 0,0 1 2 16,-1-3-2-16,-2 2 0 0,1 0 0 0,1-2 3 15,-3 2 0-15,1-1-1 0,0-1 0 16,-2 0 12-16,1 1 10 0,0-1-7 0,-1-2 1 16,0 2-3-16,0-1-3 0,-2-1-2 0,2 2-1 0,-3 3-4 15,2-1 2-15,1 9-3 0,-1-15 0 16,1 15 1-16,0-11-4 0,0 11 2 0,-2-8 1 16,2 8-7-16,0 0 0 0,-2-9-2 0,2 9-1 15,0 0-5-15,0 0 0 0,0 0-2 0,0 0 5 16,0 0-3-16,0 0 2 0,0 0-3 0,-3 26 3 0,3-18 0 15,2 4 3-15,-4-1-1 0,5 1 0 0,-3 0 2 16,0-2-1-16,-1 5 5 0,1-1-5 0,0-2-1 16,-2-1 2-16,2 2 1 0,0-2 0 15,2 2 0-15,-1-3 3 0,1 1-17 0,-2-1-26 16,0 2-23-16,2 0-30 0,-2-2-38 0,1-1-35 0,1 1-44 16,0 0-123-16,-2 0-360 0,0-2 160 0</inkml:trace>
  <inkml:trace contextRef="#ctx0" brushRef="#br0" timeOffset="20136.77">5030 13734 219 0,'-5'-4'215'0,"5"4"-22"0,-11-5-12 16,5 2-15-16,-3 2-17 0,9 1-14 0,-13 2-13 0,3 3-7 15,1 1-11-15,0 1-9 0,-1-1-7 0,1 5-8 16,1-1-10-16,2-1-6 0,2 3-8 0,-1-3 0 16,4 4-8-16,-1-3-1 0,2-1-9 15,2 2-23-15,0-2-25 0,1 3-35 0,1-5-38 16,2 3-39-16,1-3-41 0,1 2-143 0,1 0-331 0,-1-4 147 16</inkml:trace>
  <inkml:trace contextRef="#ctx0" brushRef="#br0" timeOffset="32360.58">7482 13491 28 0,'0'0'174'0,"-5"-11"-7"15,0 3-12-15,-1 2-15 0,-1-2-8 0,2 4-10 16,-4-3-1-16,-1 5 0 0,0-2-12 0,-1 2-4 15,0 2-12-15,-1 1-8 0,0 3-7 0,-5 1-5 16,2 2-4-16,-3 3-7 0,1-1-5 0,2 5-3 16,-4 4-7-16,5-3-7 0,1 0 0 0,1 2-6 0,3 0-1 15,2-2-3-15,2 0-1 0,2 1 2 16,2-3-11-16,1-2 0 0,5 5 0 0,-1-5-5 16,0-2 1-16,1 0 0 0,4 2-3 0,0-5-1 15,1-1 3-15,1 1-1 0,3-3-7 0,3 0 3 16,-2-3-4-16,-2 0-1 0,0-3 3 0,1-1-3 0,-2 0-1 15,0-2 9-15,-2 1-8 0,1-2-2 16,4-4 4-16,-6 3-2 0,-4-1-2 0,0-1 1 16,4-4 1-16,-4 2 6 0,-2-1 0 0,-1 1-2 15,0 0 1-15,-1-5 2 0,0 7-1 0,-1-3 7 16,2 4 5-16,-2-1 3 0,1 5-2 0,-1 5 4 16,0-12-5-16,0 12-6 0,1-6-6 0,-1 6-5 15,0 0-1-15,0 0 1 0,0 0-2 0,0 0 0 16,0 0-1-16,11 22 2 0,-7-15-2 0,-1 6 0 15,1 3 0-15,-2 0-1 0,4 0 0 0,-3-1-17 0,4 2-16 16,-2-1-19-16,1 0-28 0,2 1-22 16,-2 1-19-16,2-4-41 0,-2-2-40 0,1 4-135 15,-2-1-362-15,0-5 160 0</inkml:trace>
  <inkml:trace contextRef="#ctx0" brushRef="#br0" timeOffset="32718.77">7660 13585 66 0,'0'-9'159'0,"0"9"-18"0,0 0 3 15,0 0-11-15,0 0 0 0,0 0-3 0,0 0-10 0,2 26-4 16,-2-15-9-16,0 5-11 0,-1-1-11 16,0 1-8-16,1-3-2 0,-2-2-13 0,4 2-3 0,-2-3-8 15,0-3 0-15,0 2-8 0,0-9-2 16,-2 13-2-16,2-13 4 0,2 8 13 0,-2-8 12 15,0 0 5-15,0 0-7 0,0 0-6 0,0 0-2 0,0 0-9 16,0 0-3-16,0 0-4 0,0 0-9 0,0 0 2 16,2-33-7-16,2 21-5 0,1 3 0 15,-1-2-5-15,3-5-5 0,1 3-6 0,3 0-4 16,-2-2-3-16,3 1-3 0,-1 6 0 0,-2 1-7 0,2 0-2 16,-3 2 3-16,1 3 1 0,0 0 2 0,-9 2-5 15,15 2 3-15,-7 4 2 0,-1-1 0 0,0 3 0 16,0 1-2-16,0 1 4 0,2 3-1 15,-3-2-9-15,-1 1-26 0,0 3-28 0,1 2-27 16,0-3-25-16,0 2-37 0,1-1-43 0,-5-2-113 0,2-5-337 16,0 3 149-16</inkml:trace>
  <inkml:trace contextRef="#ctx0" brushRef="#br0" timeOffset="33167.78">8140 13544 216 0,'-5'-4'213'0,"-1"0"-18"0,6 4-14 0,-15-1-8 15,6 2-18-15,-2 6-10 0,0 0-10 16,-2 1-19-16,0 3-8 0,2 3-11 0,2 1-8 0,1 1-9 16,-1-1-9-16,6-1-7 0,-1-2-5 0,1 1-4 15,3-2-7-15,0 1-4 0,0-2-5 0,4 0-2 16,-1 0-7-16,0-1-1 0,1-3-4 0,0-1-1 15,-2 1 0-15,-2-6-5 0,9 4 1 0,-3-1 0 16,-6-3-7-16,11-1 1 0,-11 1 0 0,10-6-6 16,-5 0 3-16,2 1-3 0,-3-5 0 0,1 1 1 15,-2-4-4-15,1 1 4 0,0-4 2 0,-1-1-5 16,-2-1 1-16,2-1 0 0,-3-2-3 16,0-4 3-16,0-1 1 0,-2 3 1 0,2-3 2 0,-1 7-2 15,-2-6 6-15,1 5 5 0,1 4 1 0,-1 0 15 16,1 7 7-16,1-2-1 0,-1 5-5 0,1 6-1 15,-3-11-12-15,3 11-3 0,0 0-6 0,0 0 3 16,0 0-5-16,0 0-3 0,0 0 2 16,-4 39-1-16,2-13 3 0,-1-1 0 0,1 0-3 0,-1 3 1 15,3-4-7-15,0 0 4 0,0 0-4 0,0 1 4 16,2-4-3-16,-2 3 2 0,2-5-16 0,-1 7-26 16,2-9-33-16,1 2-36 0,-1-2-52 0,1-2-53 15,3 3-223-15,-2-3-466 0,0-3 207 16</inkml:trace>
  <inkml:trace contextRef="#ctx0" brushRef="#br0" timeOffset="33490.86">8953 13362 163 0,'-5'-7'152'0,"5"7"-14"15,0 0-14-15,0 0-12 0,13-11-12 0,-4 8-11 16,2-2-7-16,2 1-4 0,4-2-15 0,-1 4-25 0,2-1-29 16,-2 0-26-16,-1 2-29 0,-4 1-26 0,0 0-98 15,1 0-182-15,-3 0 81 0</inkml:trace>
  <inkml:trace contextRef="#ctx0" brushRef="#br0" timeOffset="33913.32">9087 13305 199 0,'0'0'189'0,"0"0"-21"0,0 0-21 0,0 0-18 0,0 0 3 15,0 0-6-15,-10 17 6 0,8-5-9 0,0 7 15 16,1 0-8-16,0 8-9 0,-3-1-8 0,1-1-11 16,2 2-10-16,0-2-5 0,-3 1-10 0,1-2-5 15,1-5-5-15,1-1-9 0,-1 0-5 0,2-1-5 16,0-1-3-16,-1 2-6 0,2-1-2 0,-1-6-4 15,0 1-4-15,2-3-4 0,0 1 3 0,-2-2-5 16,0-1-2-16,0-7 0 0,0 9-3 0,0-9 1 16,1 8 0-16,-1-8-3 0,0 0 1 0,0 0 0 15,-2 10-2-15,2-10-4 0,0 0 1 0,0 0-1 16,0 0-6-16,0 0-2 0,0 0-3 0,-12-22-3 16,6 16 6-16,4 1-6 0,2 5 5 0,-8-9-5 15,3 3 3-15,-2 3-4 0,-2-4-1 0,4 5 3 16,-1 0 1-16,6 2 0 0,-13-5 1 0,7 4 0 15,6 1-3-15,-11-2-1 0,11 2 0 0,-9-2 2 16,9 2-3-16,0 0-2 0,0 0 1 0,-10-1 1 16,10 1 1-16,0 0-1 0,0 0 1 0,0 0 2 15,0 0 0-15,25 9-1 0,-12-6-1 0,4-3-4 16,0 0-15-16,2 0-18 0,1 0-21 0,2 0-19 16,-3 1-33-16,3-2-29 0,7 1-23 0,0 0-20 15,-7 0-159-15,-1 0-373 0,1 0 165 0</inkml:trace>
  <inkml:trace contextRef="#ctx0" brushRef="#br0" timeOffset="34147.57">9490 13640 145 0,'0'0'219'0,"-6"-15"-3"0,3 12-10 16,-2-2-4-16,5 5-8 0,-13-8-8 0,7 6-14 15,-2 0-14-15,8 2-9 0,-19 0-9 0,9 2-9 16,-3 2-5-16,0 2-2 0,-1 3-6 0,-3 1-11 15,3 0-3-15,0 1-11 0,3 0-14 0,1 0-7 16,3-3-3-16,3 3-5 0,-1-1-8 0,3 0-2 16,0 2-7-16,2-3-5 0,2 1-13 0,2 0-9 15,2 0-24-15,2-2-27 0,2 1-31 0,0-2-32 16,5 2-33-16,2-2-31 0,1-2-35 0,-1 0-35 16,3-1-177-16,-5-1-437 0,4-1 193 0</inkml:trace>
  <inkml:trace contextRef="#ctx0" brushRef="#br0" timeOffset="34392.68">9724 13629 284 0,'1'-8'284'0,"2"0"-4"16,-3 8-3-16,0-9-14 0,0 9-24 0,2-8-19 16,-2 8-29-16,0 0-22 0,0 0-14 0,0 0-16 15,0 0-19-15,0 0-7 0,0 0-11 0,-2 26-6 16,-1-14-15-16,0 5-6 0,0 3-3 0,-2-2-11 15,2 2 1-15,-1-1-3 0,2 0-8 0,-1 6-8 16,1-6-2-16,-1 1-5 0,0-4-7 0,2 0-19 16,2-1-17-16,-1-4-16 0,0 2-22 0,2-1-16 15,-2-1-22-15,0-2-18 0,0-1-26 0,1 1-17 16,-1-1-28-16,0-8-23 0,3 11-20 0,-3-6-182 16,0-5-430-16,0 10 191 0</inkml:trace>
  <inkml:trace contextRef="#ctx0" brushRef="#br0" timeOffset="34843.05">9666 13711 25 0,'2'-16'233'0,"0"3"-13"0,1 2-2 16,1 0-8-16,-1 2-14 0,5-2-19 0,-2 1-15 16,3 2-15-16,4-2-14 0,4 3-13 0,-4 3-13 15,1 1-8-15,-4 0-13 0,3 3-6 0,-1 1-8 16,0 1-9-16,1 2-5 0,-3-1-5 0,1 3-6 15,-2-2-5-15,-1 4-3 0,-3-4-5 0,-1 3-2 16,1-2-4-16,-2 2-2 0,-1 1-1 0,-1 0-4 16,2-2 5-16,-3-6-8 0,-3 16 0 0,1-8 0 15,-4 1-3-15,1 1 0 0,1 0-1 0,-4 0-3 16,0-2-2-16,-1 0-3 0,4-2-8 0,0-2-5 16,1 1-4-16,4-5-9 0,-6 6-2 0,2-2 0 15,4-4 4-15,0 0 0 0,-4 9 2 0,4-9 3 16,0 0 2-16,8 10-1 0,-3-7 3 0,1 0 1 15,-6-3 3-15,14 5-4 0,-7-2 0 0,2 0 3 16,0 3-2-16,0-2 3 0,1 1 0 0,-1-1 5 16,2 0-1-16,-6 1-5 0,2-1 4 0,1 1-4 15,-3 0 1-15,0-1 1 0,-5-4 2 0,5 9-1 16,-4-4 3-16,-1-5-2 0,0 0 10 0,-6 15 0 16,-1-10 3-16,0 0-2 0,-1 0 2 0,-2 2 3 15,-3 1 3-15,1-4-5 0,0 1-1 0,0 0-1 16,-1 0-1-16,-1 0-1 0,4-1-5 0,-3 1-14 15,4-3-17-15,2 0-20 0,0 2-38 0,7-4-39 16,-12 3-43-16,12-3-30 0,-7 2-153 0,7-2-379 16,0 0 167-16</inkml:trace>
  <inkml:trace contextRef="#ctx0" brushRef="#br0" timeOffset="35200.84">10011 13808 81 0,'6'-10'259'0,"-6"10"-9"16,3-7-12-16,-3 7-13 0,0 0-27 0,0 0-20 16,7-9-19-16,-7 9-16 0,0 0-13 0,0 0-12 15,0 0-8-15,0 0-8 0,-17 26-7 0,12-17-12 16,4 2-6-16,-4 0-5 0,2-1-10 0,-2 0-4 16,2 0-5-16,2 0-6 0,1-1-4 0,0-2-6 15,1 0-1-15,1 0-4 0,-2-7 0 0,10 9-2 16,-4-4-3-16,5-2 2 0,0 1-5 0,0-7 3 15,1 6 1-15,1-6 0 0,0 3-3 0,-2-1 6 16,2-2 0-16,-3-2 4 0,3 0-2 0,-3-3 6 16,-1 3-5-16,2-4-5 0,-2 0 2 0,-2 0 15 15,-1 2-3-15,1-5 1 0,-2-1-4 0,-3 2-8 16,0-5-4-16,-2 3 2 0,-2 3-3 0,1-1-5 16,-2 0-4-16,-2 0-4 0,-1 2-1 0,0 1-5 15,-3 1-6-15,1 1-12 0,-2 0-15 0,0 4-22 16,-6 0-17-16,3 2-20 0,1 3-35 0,-4-1-49 15,7 1-64-15,-1 2-56 0,-4 0-168 0,5 3-492 16,0-2 219-16</inkml:trace>
  <inkml:trace contextRef="#ctx0" brushRef="#br0" timeOffset="35462.15">10551 13705 211 0,'-4'-7'227'0,"4"7"-5"0,0 0-12 0,0 0-16 16,0 0-20-16,0 0-19 0,0 0-15 0,0 0-15 16,4-9-10-16,-4 9-13 0,0 0-9 0,11 1-7 15,-11-1-9-15,13 1-6 0,-4-1-10 0,2 0-6 0,0 0-8 16,1 0-19-16,0 0-20 0,1 0-23 0,-2-1-30 15,1 2-30-15,7 0-47 0,-9-1-38 16,2 0-39-16,-5 3-99 0,0-1-323 0,-7-2 144 0</inkml:trace>
  <inkml:trace contextRef="#ctx0" brushRef="#br0" timeOffset="35648.85">10583 13843 47 0,'0'0'230'0,"-9"1"-8"16,9-1-10-16,0 0-14 0,0 0-11 0,0 0-19 16,0 0-15-16,0 0-14 0,0 0-14 15,0 0-9-15,0 0-16 0,28-4-29 0,-14 1-12 16,-1 2-39-16,3-2-32 0,2 0-39 0,3-1-46 16,-6 1-49-16,-1 2-145 0,-1-3-314 0,1 3 140 0</inkml:trace>
  <inkml:trace contextRef="#ctx0" brushRef="#br0" timeOffset="37875.78">11543 13588 168 0,'-7'-5'170'0,"7"5"-5"16,-11-4 1-16,11 4-11 0,-13 2-11 0,3 0-13 16,1 1-8-16,-2 2-8 0,2 4-8 0,-2 0-9 15,2 3-8-15,0-2-8 0,0 0-9 0,0 4-3 16,3 0-7-16,-1 3-4 0,2-5-4 0,1-3-2 16,1 2-9-16,1 1-2 0,2-1-3 0,2 1-6 15,0-3-2-15,1 2 2 0,2-2-2 0,0 1-3 16,3-2-1-16,1 0 1 0,1-2-3 0,1-1-3 15,1-1-4-15,2 1 0 0,1-2-2 0,3 0 2 16,0-4-4-16,-1-1 1 0,0 1 0 0,-4-2 0 16,1-2-4-16,-2 0 0 0,1 1 1 0,-1-4-1 15,-3 2 3-15,3-7 5 0,-2 6 3 0,-5-4 0 16,1 0 5-16,-3-1-3 0,0 1 2 0,-2-2 2 16,-2-3-3-16,-1 0-7 0,1 0 4 0,-2 0-4 15,-4 0-2-15,3 5 1 0,-5-4-4 0,4 4-4 16,-1 0 3-16,-1 1-5 0,-2 0 4 0,2 3-10 15,-2-1 2-15,1 3-5 0,-2 2 5 0,-1 0-3 16,2 5-9-16,-3-1-12 0,2 3-10 0,-2 1-17 16,1 2-18-16,0 0-24 0,2 3-24 0,1 0-15 15,0 4-37-15,4 2-47 0,1 1-139 0,1-6-382 16,2 6 169-16</inkml:trace>
  <inkml:trace contextRef="#ctx0" brushRef="#br0" timeOffset="38076.68">11853 13743 81 0,'0'0'271'0,"2"-7"-11"16,-2 7-14-16,0 0-14 0,0-9-23 0,0 9-23 16,0 0-19-16,1-9-17 0,-1 9-11 0,0 0-27 15,0 0-19-15,5-4-26 0,-5 4-28 0,0 0-30 16,0 0-38-16,0 0-37 0,0 0-41 0,14 18-25 15,-14-18-32-15,5 11-131 0,-3-5-317 0,1 3 141 16</inkml:trace>
  <inkml:trace contextRef="#ctx0" brushRef="#br0" timeOffset="38317.35">12012 13583 66 0,'-2'-10'259'0,"2"3"-13"0,0-1-9 0,0 8-15 16,-2-11-20-16,2 11-24 0,0 0-19 0,0-10-17 16,0 10-14-16,0 0-11 0,0 0-8 0,0 0-8 15,0 0-5-15,2 35-10 0,-2-21-4 0,2 1-6 16,-1 3-3-16,0 0-4 0,0 0-12 0,3 0-6 16,-4 1-5-16,6 6-2 0,-4-6-2 0,0 1-9 15,2-1-19-15,-4 0-27 0,2 0-29 0,0 1-28 16,-1-3-57-16,3-1-45 0,-3 1-56 0,2 0-153 15,-1-5-412-15,0 0 182 0</inkml:trace>
  <inkml:trace contextRef="#ctx0" brushRef="#br0" timeOffset="38842.61">12272 13886 25 0,'6'-11'245'0,"0"-1"-5"16,1-4-13-16,0 2-16 0,4-1-20 0,-4-2-10 16,4 2-15-16,1-2-16 0,-2 1-6 0,1 0-12 15,-1 0-3-15,3 0-12 0,-6 1-9 0,2-2-7 16,-2 2-8-16,1 0-5 0,-3 1 0 0,1 0-4 16,-2 4-6-16,-1-1-6 0,0 0 3 0,-1 1-13 15,-2 3 2-15,2 1 1 0,-2 6-1 0,4-10-13 16,-4 10-7-16,0-6-6 0,0 6-10 0,0 0-4 15,0 0 0-15,0 0-4 0,0 0-2 16,-8 19-4-16,4-9-1 0,1 6-3 0,-4 0-1 0,3 0 3 16,1-1-3-16,3 0-3 0,0-1 1 0,0-2 2 15,3-2-4-15,-1 6-1 0,2-5 2 0,2 0-3 16,2-2 3-16,1-2-1 0,-3 1 0 0,6-4-2 16,-1 0-4-16,3 0-1 0,-1-2 2 0,-2-1-3 15,3-3-2-15,-3-1 3 0,3 1-3 0,-6-1 5 16,3-2-3-16,-2-1 5 0,-1-1 0 0,0-1-2 15,-1 1 0-15,-3 0 2 0,4-3-1 0,-4 0 1 16,-2 0 2-16,1 1-5 0,1-3 5 0,-2 2-2 16,2 0 0-16,-4-1-1 0,0 4 3 0,0 7 8 15,0-11 7-15,0 11-12 0,2-9-1 0,-2 9-1 16,0 0-6-16,0 0-2 0,0 0 0 0,0 0 2 16,0 0-5-16,0 0 0 0,0 0 6 0,-6 26-3 15,2-14 3-15,3-1-2 0,-1 1 2 0,2 6-2 16,-2-1 0-16,-2-1-1 0,4 1-8 0,0-4-32 15,0 3-20-15,0 1-19 0,0-2-46 0,2 1-50 16,0-4-45-16,0 1-41 0,0 1-170 0,1-2-470 16,-1-3 208-16</inkml:trace>
  <inkml:trace contextRef="#ctx0" brushRef="#br0" timeOffset="39314.75">12814 13776 34 0,'4'-3'247'0,"-4"3"-27"0,0 0-20 0,0 0-12 0,0 0-9 16,0 0-3-16,0 0-10 0,0 0-14 0,0 0-12 15,-4 29-7-15,2-18-17 0,0-2-7 0,2 0-13 16,-4 1-9-16,3-4-6 0,1 1-11 0,0-7-6 16,-4 12-2-16,4-7-7 0,0-5 2 0,-2 8 2 15,2-8 6-15,-2 7 12 0,2-7 15 0,0 0 7 16,0 0 3-16,0 0-8 0,0 0-6 15,0 0-10-15,0 0-12 0,0 0-10 0,0-24 0 0,0 24-8 16,2-22-7-16,0 12 0 0,2-7-5 0,-1-3-3 16,3 2 7-16,1-6-11 0,3 1-6 0,-2-1-5 15,-1-1 1-15,1 0-3 0,0 1 1 0,0-1-6 16,1 2 2-16,-2 7-4 0,0 0 3 0,-3 6-4 16,1 0 1-16,-1 1-7 0,-1 2 0 0,-1 2-4 15,2 0 0-15,-4 5-2 0,8-5-4 0,-8 5 3 16,0 0 2-16,15 9-3 0,-9-3 9 0,2 6-6 15,1 1 0-15,-1 2-5 0,-4-1 5 0,3 3-2 16,-2-1 1-16,2-2 7 0,-3 5-2 0,1-3 1 16,-1 0-3-16,0 0 9 0,-2 0-5 0,1-5-3 15,0 0 0-15,-1 1-6 0,0 0 17 0,2 0-12 16,-3-4 5-16,3 1-2 0,-2-1 18 0,0 0-20 16,2-3-7-16,-3 2-8 0,1 1-29 0,-2-8-24 15,5 9-18-15,-5-9-24 0,2 9-28 0,-2-9-30 16,0 9-34-16,0-9-22 0,0 0-32 0,0 0-189 15,-7 11-481-15,2-9 213 0</inkml:trace>
  <inkml:trace contextRef="#ctx0" brushRef="#br0" timeOffset="39471.57">12818 13779 162 0,'0'0'231'0,"0"0"-9"0,0 0-13 16,0 0-21-16,0 0-16 0,0 0-18 0,0 0-13 15,14-8-13-15,-1 5-14 0,8 6-19 0,-1-8-37 16,9 5-47-16,-2-2-72 0,2-1-81 0,-8 0-139 16,8-1-303-16,-9 1 134 0</inkml:trace>
  <inkml:trace contextRef="#ctx0" brushRef="#br0" timeOffset="41880.94">13754 13689 35 0,'-4'-10'193'0,"0"-1"-3"0,-2 0-6 0,1 1-1 16,-1 0-10-16,-4 3-10 0,5 0-15 0,-5 2-12 15,1 1-17-15,-3 2-8 0,3 1-12 0,-4 4-3 16,-1 1-7-16,-1 4-6 0,-3 2-4 0,5 2-6 16,-6 6-9-16,9-2-7 0,-5-1-4 0,7 2-6 15,1-1-4-15,1-1-1 0,0 1 4 0,6 0-13 16,0 0-3-16,3 0-1 0,4 0-2 0,-1-5 1 16,3 2-6-16,5-2-1 0,-5-2 3 0,4 1-5 15,3-3-2-15,0 0 0 0,2-2 0 0,-5-3-3 16,-1 0 3-16,1-2-3 0,1 0 0 0,-1-1-4 0,-2-2 5 15,1-2-3-15,-2-2 0 0,-3 0-4 16,3-3 4-16,-4 1-2 0,-1-4-1 0,-1 2 1 16,2-6 9-16,-3 2-2 0,0-2-1 0,1 1-2 15,-2-2 2-15,-2 2 3 0,0 2 2 0,0 2 1 16,0-2 3-16,-2 3-2 0,2 2 5 0,-2 3-4 0,2 6 1 16,0-11-3-16,0 11-8 0,0-9-5 0,0 9-2 15,0 0-4-15,0 0 2 0,0 0-1 16,0 0-2-16,0 0 1 0,-8 29-2 0,6-17 1 15,2 0 1-15,-2 4 2 0,0 3-3 0,2-3 0 0,0 2-1 16,0 2 1-16,0 0 0 0,2-3-6 0,0 2-12 16,3-2-15-16,0-2-21 0,-1-1-34 0,1 2-34 15,1-1-35-15,1-5-49 0,-3 2-40 16,3-1-156-16,0-1-431 0,-3 0 191 0</inkml:trace>
  <inkml:trace contextRef="#ctx0" brushRef="#br0" timeOffset="42164.61">14032 13594 204 0,'-2'-8'252'0,"2"8"-13"0,0-11-20 16,0 11-26-16,0-9-17 0,0 9-24 15,0 0-13-15,0 0-15 0,0 0-13 0,0 0-3 16,0 0-8-16,-3 32-2 0,3-16-4 0,0 2-6 15,-2 1-6-15,1-1-3 0,-1 2-11 0,0 4 1 16,2-5-6-16,-2 0-10 0,2 1 0 0,0-2-5 16,0-2-5-16,0 1-7 0,0-2 1 0,2-2-6 15,0-1-2-15,0-1-3 0,1 1-5 0,2-2 4 16,1 0-17-16,-1-2-18 0,3 1-24 0,-3-1-23 16,3-4-27-16,-2 3-28 0,3-1-43 0,-3-3-39 0,1 1-38 15,-2-1-133-15,-5-3-396 0,0 0 175 16</inkml:trace>
  <inkml:trace contextRef="#ctx0" brushRef="#br0" timeOffset="42322.04">13923 13763 84 0,'0'0'194'15,"-8"-2"-19"-15,8 2-21 0,0 0-13 0,0 0-25 16,0 0-26-16,0 0-31 0,29-10-42 0,-11 6-37 15,2 2-40-15,3 0-99 0,-1 0-172 0,7-2 78 16</inkml:trace>
  <inkml:trace contextRef="#ctx0" brushRef="#br0" timeOffset="42688.66">14524 13641 76 0,'7'-7'210'0,"1"0"-8"0,0 2-11 16,2 0-12-16,-1 0-8 0,4 1-10 0,-1 1-9 16,-1 3-15-16,3 0-12 0,-5 2-6 0,4 2-10 15,-2-1-3-15,-1 4-9 0,0-2-7 0,-1 3-6 16,-2 4-4-16,-3-1-10 0,-3 0 3 0,1 0-7 0,-4 2-1 16,1-2-4-16,-7 1-2 0,3 3-5 0,-6-1 5 15,0 0-12-15,-1 0 1 0,-3-1-3 16,0-1-7-16,1 0-4 0,0-3-4 0,-2 1 1 15,1-2-7-15,6-3-1 0,2 1-1 0,-1-3-5 0,3 1-5 16,5-4-1-16,-8 5 4 0,8-5-3 0,-6 4 1 16,6-4-2-16,-5 3 3 0,5-3-3 15,0 0-3-15,0 0-6 0,0 0 1 0,0 0-1 0,0 0 0 16,0 0 2-16,0 0-3 0,24 2-2 16,-16-2 0-16,1 0 1 0,2 0 3 0,0 1-9 0,2-1-19 15,1 3-22-15,-1-2-24 0,4 2-28 0,3 0-39 16,-3-3-41-16,2 2-44 0,-1-1-193 15,-4 2-448-15,3-3 198 0</inkml:trace>
  <inkml:trace contextRef="#ctx0" brushRef="#br0" timeOffset="43000.63">14916 13689 40 0,'0'0'247'0,"1"-10"-7"0,1 3-13 0,-2 7-15 15,1-7-24-15,-1 7-22 0,0 0-20 0,0 0-15 0,4-7-15 16,-4 7-6-16,0 0-14 0,0 0-10 0,0 0-8 16,4 24-6-16,1-14-9 0,-3-1-4 0,0 1-7 15,0-1-5-15,0 3-2 0,3-3-5 16,-1 4-3-16,4-3-4 0,-3 1 1 0,0 0-4 16,3 0-1-16,1 0-3 0,-4-2-3 0,2 0-3 0,-2 1-2 15,4-2-1-15,-4 0-1 0,4-1-4 16,-5 0-1-16,-2-4 1 0,-2-3-1 0,5 10-1 0,-2-7 0 15,-3-3-1-15,3 7 1 0,-3-7 0 16,0 0-1-16,-6 9-3 0,1-5-19 0,-3-1-17 16,-3 1-14-16,1-1-17 0,-2-1-29 0,-1-1-20 0,2 1-28 15,1-4-26-15,-3 0-24 0,4 1-148 16,-3 0-364-16,0-5 161 0</inkml:trace>
  <inkml:trace contextRef="#ctx0" brushRef="#br0" timeOffset="43139.68">14972 13671 76 0,'21'-9'126'0,"4"-2"-8"0,-2 1-14 15,-1 3-4-15,4-2-22 0,-7 3-26 16,9-1-42-16,-8 0-47 0,1 4-68 0,-8-1-113 16,1 1 50-16</inkml:trace>
  <inkml:trace contextRef="#ctx0" brushRef="#br0" timeOffset="43508.46">15301 13468 142 0,'-3'-7'244'0,"3"7"-12"0,0 0-20 0,-2-7-22 16,2 7-25-16,0 0-11 0,0 0-20 0,0 0-5 15,0 0-12-15,0 0-6 0,-14 22-6 16,10-11-10-16,1 1-5 0,-2 0-6 0,4-2-5 15,-3 0-10-15,2 3-4 0,2-3-4 0,0 0-6 16,2 2 0-16,2-2-10 0,-2-2-2 0,3 0-1 0,2-1-6 16,-2 1 0-16,3-3-5 0,-1-1-3 15,2 0-1-15,3-2-3 0,-2 0 3 0,3-2-6 16,-2-2-2-16,-1 1 1 0,1-1-2 0,-4-2-2 16,2 0-2-16,-1-3 2 0,1-2-1 0,-3 2 0 0,-1-2-3 15,2-3 3-15,-4 1 0 0,3-5 7 16,-4 5-9-16,1-5 5 0,-4 1-6 0,-1-1-2 0,0 4 2 15,1 0-1-15,-6-3-4 0,2 3 0 16,-1 1-4-16,-1 2 1 0,0 2 1 0,3 1-9 16,-3 1-17-16,1 1-14 0,6 4-12 0,-17 0-15 0,7 2-24 15,-1 5-29-15,1 0-31 0,3 1-27 0,-1 6-54 16,-2 0-162-16,5-3-421 0,1 4 187 16</inkml:trace>
  <inkml:trace contextRef="#ctx0" brushRef="#br0" timeOffset="43804.89">15757 13608 104 0,'0'-10'261'0,"0"10"-21"15,0 0-20-15,0 0-26 0,-8-9-14 0,8 9-18 0,-14 2-10 16,5 3-11-16,-2 0-7 0,-3 5-10 15,-4 1-10-15,2 1-9 0,-1 0-10 0,-4 10-1 16,2-5-4-16,1 1-2 0,5-3-5 0,-1 6-7 16,3-4-10-16,2-2-5 0,0-1-7 0,8-2-3 0,-2-1-4 15,3 2-2-15,1-3-5 0,1 2-4 16,4-3-2-16,1-1 4 0,3 0-8 0,4-3-2 0,4 1-3 16,2-2-2-16,9-1-26 0,-1-1-26 15,-7-2-32-15,2-2-29 0,-1 2-43 0,-4-3-46 16,9-1-48-16,-11 1-193 0,-4 0-453 0,0 1 202 15</inkml:trace>
  <inkml:trace contextRef="#ctx0" brushRef="#br0" timeOffset="43948.45">15953 13826 182 0,'0'0'291'0,"0"0"-4"0,0 0-10 0,0 0-11 0,0 0-25 15,0 0-22-15,0 0-18 0,0 0-37 0,5-5-35 16,-5 5-48-16,0 0-60 0,0 0-94 0,0 0-110 15,0 0-168-15,0 0-379 0,0 0 167 16</inkml:trace>
  <inkml:trace contextRef="#ctx0" brushRef="#br0" timeOffset="46364.64">4777 14437 89 0,'-12'-1'167'16,"-2"2"-13"-16,0 1-10 0,-4 2-12 0,0 0-8 16,-1 3 1-16,1 2-10 0,-4 3-7 0,-1 4-8 15,1 0-5-15,2 4-6 0,2 1-3 0,3 0-4 16,0 0-4-16,6-3-4 0,-3 5 2 0,5-7-10 16,0 2-4-16,5-1-8 0,-1 0 3 0,2 2-4 15,1 0 2-15,2-4-4 0,4 2-3 0,-1 0-5 16,1-7 0-16,4 5-6 0,2-3 0 0,3 0-3 15,0-2-4-15,6 0-2 0,4-1-3 0,-4-4-17 16,6 2-26-16,-7-3-25 0,1-2-24 0,-1 2-26 16,0-2-29-16,0-1-24 0,-2-1-19 0,-2 0-12 15,2-1-113-15,0-1-314 0,-4-1 139 0</inkml:trace>
  <inkml:trace contextRef="#ctx0" brushRef="#br0" timeOffset="47248.74">4963 14673 29 0,'0'0'157'16,"-2"-12"-5"-16,2 12 8 0,0 0-14 0,-2-11-16 16,2 11-18-16,0 0-9 0,-3-3-8 0,3 3-6 15,0 0 7-15,0 0-9 0,-11 21 0 0,8-10-8 16,-1 4-5-16,0 0-4 0,0 1-2 0,1-1-7 16,1 2-11-16,1-1-3 0,1 1 1 0,0-5-7 15,3 3-1-15,-1-3-2 0,4 4-2 0,1-6-4 16,1 1 0-16,0-2-7 0,1-1 1 0,3-2-4 15,-1 1-2-15,1-1 4 0,2-3-4 0,-4 1-2 16,4 0-9-16,-3-2 5 0,1-4 0 0,-1 1-6 16,0 0 2-16,-2-3-6 0,1-1-13 0,-2-1-10 15,-2-2 6-15,0-1 1 0,-1 0 0 0,-1 0 0 16,-3-3 1-16,1 2 1 0,-2-2 2 0,-2 0 1 16,-1-1-9-16,-4 2 10 0,0-4-3 0,-2 1-1 15,1 4 3-15,-2 1-2 0,-2-4 2 0,3 5 3 16,-2 1 0-16,2 0 2 0,0 1 2 0,0 2-1 15,1 0 1-15,2 0-3 0,6 4-5 0,-9-4 2 16,3 1 1-16,6 3-2 0,0 0 5 0,-7-3-10 16,7 3 13-16,0 0-4 0,0 0 2 0,0 0 5 15,27 2-2-15,-17-2 4 0,3 3-8 0,0-5 1 16,5 4 2-16,-5-2-3 0,6 2 3 0,-6 0-2 16,4 1 1-16,-5 1-1 0,2-1 0 0,-3 2-2 15,0 0 2-15,-1 3-3 0,-1-3 3 0,0 3 1 16,0 1-4-16,-2 2 3 0,0 0-4 0,-2 0 3 15,0 0 5-15,1 1-4 0,-1-2 0 0,1 3 3 16,-4-4-1-16,2 4 5 0,-1-4 0 0,-1 1 1 16,-1-3 2-16,-1-7-2 0,3 11 3 0,-3-6 7 15,0-5 8-15,4 7 12 0,-4-7 14 0,0 0 8 16,1 6 4-16,-1-6-5 0,0 0 0 0,0 0-10 16,0 0 1-16,0 0-7 0,0 0-2 0,0 0-8 15,-10-19 0-15,10 19-4 0,-1-17-2 16,1 9-1-16,2-2-5 0,1-2-5 0,3-3-4 15,0 0-1-15,2-1-3 0,1 2-3 0,1-1-5 0,2 1-2 16,-1 2-2-16,3 1-2 0,-2 3 2 0,3-1-2 16,-5 4-1-16,1 2 1 0,0 3 0 15,1 2-4-15,-2 0 5 0,1 2-2 0,1 4 0 16,-1 1 4-16,0 4-1 0,-2 0-1 0,2-1 2 16,-6 0-6-16,3 2 6 0,-3-2 2 0,-2-3 0 0,0 1-1 15,0 1 0-15,1-3-1 0,-2-2 2 0,1 1 0 16,-3-7 7-16,1 7 1 0,-1-7-1 15,0 0 1-15,3 7 3 0,-3-7-4 0,0 0 4 0,0 0-1 16,0 0 5-16,0 0-7 0,0 0-5 0,-11-24 2 16,11 13 3-16,-2 2 2 0,4-3-6 0,2-4-6 15,0 3-5-15,1-3-1 0,3 0 2 16,0 0-5-16,2 2 1 0,1-1 1 0,-3 6 5 0,2-1-6 16,-2 2 2-16,1 2-1 0,1 2-1 15,-2 2 1-15,-1 1 2 0,-7 1-1 0,17 5 1 16,-9 1 3-16,-1 2-3 0,1-2 6 0,-2 4-2 15,1 1-3-15,-3 1 3 0,-1 0 1 0,4 5 2 0,-3-2 4 16,1 2-3-16,-2-1 2 0,-1-5-7 16,-1 5-16-16,0-3-14 0,1 0-32 0,-1-2-33 0,0 0-36 15,-1 0-41-15,2 0-180 0,-2-1-386 16,1-3 171-16</inkml:trace>
  <inkml:trace contextRef="#ctx0" brushRef="#br0" timeOffset="47493.94">5844 14550 137 0,'0'-14'232'0,"1"5"-19"0,0-1-14 0,-1 4-22 16,0 6-21-16,0-9-19 0,0 9-14 0,0 0-12 16,0 0-6-16,8 20-3 0,-5-1 2 0,3 7-3 15,-3 5-8-15,-5-1-3 0,4 3-5 0,-5 1-2 16,2-2-5-16,1 2-5 0,-3-3-12 0,-1 2-2 0,0-3-8 15,2 1-3-15,1-2 0 0,-2-4-4 16,2-4-8-16,-1-3-6 0,2 1-29 0,0-2-23 16,-1 0-25-16,1-1-20 0,0 0-40 0,1-4-44 15,-1-2-40-15,0-2-175 0,-1 0-396 0,1-8 176 16</inkml:trace>
  <inkml:trace contextRef="#ctx0" brushRef="#br0" timeOffset="47734.03">5933 14722 101 0,'17'-4'194'0,"-3"-2"-8"0,1 3-10 16,-1 2-11-16,-1 2-13 0,-3 1-11 0,2 2-9 16,-2-1-17-16,-1 4-3 0,0 1-14 0,-3 0-4 15,1 1-8-15,-3 2-4 0,-3 0-7 0,0-4-6 16,-2 6-6-16,-3-1-6 0,-1 0-2 0,-4 1-9 15,-1 1-2-15,1-3-12 0,-3 2-19 0,0-1-14 16,1-3-22-16,4-1-31 0,-5-1-28 0,4-1-39 16,-1 0-41-16,3-3-146 0,1 1-333 0,5-4 148 15</inkml:trace>
  <inkml:trace contextRef="#ctx0" brushRef="#br0" timeOffset="48113.65">6118 14702 155 0,'0'0'183'0,"0"0"-12"0,0 0-8 0,0 0-1 16,0 0-7-16,0 0-10 0,7 15-1 0,-7-5-2 15,0 2-11-15,0-1-13 0,0 2-8 0,1 3-11 16,-1-5-9-16,0 1-12 0,3 0-2 0,-1-2-8 16,1 2-1-16,0-3-13 0,2 0-3 0,1 0-3 15,0-3-1-15,2 2-10 0,-1-5 4 0,4 2-6 16,-1-4-1-16,-2-1 0 0,3-1-5 0,0-1-1 15,0-2-3-15,2 1-3 0,-3-5 0 0,-1 3-3 16,1-3 0-16,-1 0 0 0,-1-3-5 0,1 0 1 16,-2-2-3-16,1 0 2 0,0-3-4 0,-4 5 2 15,1 0 9-15,-3 0 8 0,2 2-4 0,-4 9 1 16,3-13 8-16,-3 13 3 0,2-10-2 16,-2 10-7-16,0 0-5 0,3-7-11 0,-3 7 1 0,0 0-1 15,0 0-1-15,0 0 3 0,0 0-3 0,0 0 2 16,-8 33-4-16,8-23 3 0,-1 2-2 0,1 3 1 15,0-4-1-15,0 4 1 0,1 1-5 16,2 0 2-16,-2-5-13 0,3 2-24 0,0-3-26 16,2 2-28-16,2-3-41 0,-3 2-48 0,4-4-45 0,0-1-222 15,-3-1-477-15,2 1 211 0</inkml:trace>
  <inkml:trace contextRef="#ctx0" brushRef="#br0" timeOffset="48347.78">6548 14565 150 0,'-1'-13'249'0,"1"2"2"0,-2 0-9 0,2 11-10 15,2-13-21-15,-2 13-23 0,0 0-21 0,-2-15-16 16,2 15-21-16,0 0-12 0,0 0-11 0,0 0-7 16,0 0-7-16,8 51-10 0,-8-25-10 0,-4-1-1 0,0 5-4 15,2-2-3-15,-1 0-9 0,0-1-9 16,0 0-1-16,0-2-6 0,0-4-2 0,1 3-15 15,-3-5-16-15,4-2-27 0,0 1-39 0,-2 0-44 16,3-1-48-16,1-2-48 0,-1 3-44 0,2-6-129 16,1-3-403-16,-3-9 178 0</inkml:trace>
  <inkml:trace contextRef="#ctx0" brushRef="#br0" timeOffset="48528.28">6595 14690 2 0,'0'0'186'15,"0"0"-17"-15,0 0-21 0,0 0-11 0,13-9-14 16,-13 9-26-16,21 2-50 0,-5 2-56 0,2 3-38 16,1-2-32-16,-1 5-50 0,-1-2-140 0,-2 1 62 15</inkml:trace>
  <inkml:trace contextRef="#ctx0" brushRef="#br0" timeOffset="48822.71">6705 14992 154 0,'0'0'195'0,"0"0"-1"0,0 0-7 0,17-10-9 16,-11 7-6-16,2-6-16 0,0 1-11 0,2 0-12 15,4-3-9-15,-4-2-17 0,2 1-6 0,-1-1-9 16,-5 2-3-16,2 2-8 0,1-8-4 15,-1 2-11-15,-3-1-7 0,1 1-2 0,-4-2-6 16,0 2-4-16,-2 4-1 0,1-1-11 0,-2 2-1 0,0 3-1 16,1 7 1-16,-3-13-2 0,1 9-6 0,2 4-7 15,-7-3-2-15,7 3-2 0,0 0-4 0,-19 11 1 16,10-2 0-16,-1 3-2 0,-1 1 4 0,3 2-2 16,3 0 3-16,-1 2-8 0,4-2 13 15,-1-3-10-15,6 5-1 0,-1-1 0 0,4-4 2 16,0 3-13-16,1-4-28 0,6 1-42 0,2-1-58 0,1-1-75 15,0-3-207-15,1-1-446 0,0-2 197 0</inkml:trace>
  <inkml:trace contextRef="#ctx0" brushRef="#br0" timeOffset="49233.71">7909 14498 166 0,'0'0'241'0,"-5"-5"-29"0,5 5-16 0,-6-5-19 16,6 5-18-16,0 0-19 0,0 0-14 15,0 0-12-15,0 0-13 0,20-7-11 0,-6 5-21 0,5-1-27 16,2 3-26-16,-2-1-41 0,1 1-30 0,1 0-37 16,-3 1-28-16,0 2-30 0,-8 0-85 0,-3 0-254 15,0-2 112-15</inkml:trace>
  <inkml:trace contextRef="#ctx0" brushRef="#br0" timeOffset="49616.52">8006 14502 98 0,'0'0'185'16,"0"0"-14"-16,0 0-20 0,0 0 1 0,-10 6 2 16,7 3-2-16,0 2-2 0,0 5-9 0,1 3-9 15,-1 8-6-15,0 0-22 0,1 0-4 0,-1 2-7 16,5 0-8-16,-4-1-7 0,0-3-5 0,-1 3-5 16,3-9-11-16,1 6-5 0,-1-7-2 0,2 1-9 15,0-1-3-15,0-2-2 0,1 1-1 0,0-6-3 16,0 0-5-16,-3 0 0 0,1-4-3 15,0 0-1-15,0 0-1 0,-1-7-6 0,3 10-1 0,-3-10 5 16,2 7-3-16,-2-7 0 0,0 7-1 0,0-7-4 16,0 0 0-16,0 0-2 0,0 0-4 0,-16-2-2 15,16 2-1-15,-17-5-2 0,8 2-1 0,0-1 1 16,-1-2-3-16,1 2 9 0,-1 1-10 16,1-2 2-16,-1 3-2 0,2-2 3 0,8 4-2 15,-9-2 2-15,9 2-3 0,-10-4 1 0,10 4-1 0,0 0 0 16,-6-4-3-16,6 4 4 0,0 0-1 0,0 0 3 15,0 0-2-15,0 0 0 0,0 0 2 0,34-1-10 16,-15 0-9-16,2-1-18 0,-1 1-22 0,8-1-18 16,-6 0-30-16,0 1-22 0,3 0-34 15,-4-2-18-15,0 2-156 0,-3 0-363 0,1-2 161 0</inkml:trace>
  <inkml:trace contextRef="#ctx0" brushRef="#br0" timeOffset="49836.6">8295 14831 70 0,'0'-7'175'0,"0"7"9"0,3-13 6 16,0 7 5-16,-3 6-4 0,0-10-8 0,0 10-8 16,2-6-21-16,-2 6-19 0,0 0-20 0,0 0-9 0,0 0-6 15,0 0-6-15,0 0 9 0,5 19-11 0,-5-7-8 16,1-1-2-16,-1 6-6 0,-3 1-4 0,1-1-8 16,2-2-7-16,-1 4 5 0,1-4-17 15,0 1-3-15,-2-2-2 0,0-3-3 0,1 4-10 16,2-5-18-16,1 1-23 0,-2-1-20 0,0 0-30 15,0-4-34-15,2 0-28 0,-2-6-27 0,2 13-38 0,-2-13-27 16,0 6-126-16,0-6-372 0,0 0 165 16</inkml:trace>
  <inkml:trace contextRef="#ctx0" brushRef="#br0" timeOffset="50220.57">8290 14798 126 0,'6'-9'207'0,"4"-1"-4"0,3 3-8 0,4-1-8 16,1 2-5-16,-2 2-7 0,2 0-16 0,1 4-13 16,-4 0-7-16,1 0-12 0,-4 3-14 0,0 2-11 15,-1 1-7-15,-1-1-7 0,-1 2-10 0,-3 0-6 16,-1 2-3-16,-1 0-5 0,-1 1 3 0,-3-1-6 16,-1 0 0-16,-1 1-8 0,0 0-4 0,-2 0-4 15,-1-1-2-15,1 0-6 0,-1 0-4 0,-2-2-4 16,5-2-2-16,-2 2-5 0,0-3-1 0,4-4-4 15,-5 12 2-15,4-7-6 0,1-5-3 0,1 12 4 16,3-6-14-16,-2 0-5 0,4 1 3 0,5-1-3 16,-3 0-3-16,-1 0-1 0,2 1 1 0,3-1-6 15,-2 0 3-15,0 1-3 0,0-3 2 0,-2 3-1 16,-1-4 3-16,-2 1-3 0,1 0 3 0,-2 3-2 16,-4-7 1-16,1 6 1 0,-1-6 6 0,0 0 1 15,-9 15 6-15,5-10-7 0,-2-2 1 0,-3 1 1 16,0 2 2-16,-2-3-2 0,2 0-1 0,1 1 3 15,-3-1-13-15,0-1-17 0,0-1-18 0,1 0-26 0,-1 1-44 16,4-1-48-16,-5-1-64 0,12 0-151 16,-18 1-413-16,18-1 183 0</inkml:trace>
  <inkml:trace contextRef="#ctx0" brushRef="#br0" timeOffset="50898.53">9305 14718 84 0,'-5'-7'251'0,"1"0"-15"0,-3 1-17 0,-3 2-15 15,-1 1-11-15,-1 1-16 0,-2 2-6 0,-6 5-9 0,3 1-15 16,-9 8-4-16,2 2-30 0,1 4-6 0,4 2-11 16,-1 0-8-16,4 1-7 0,1 1-14 0,6 1 1 15,2-8-13-15,4 2 0 0,1-3-3 0,4 2-7 16,-1-6-4-16,3 0 0 0,1 0-6 0,1-1-3 15,1-2-3-15,3 0-3 0,1-3-2 0,1-1 1 16,10-1-6-16,-5-2-4 0,-5-1-7 0,3-1 2 16,-2-1-5-16,0-1-2 0,0-1-2 0,-2-2 4 15,-1-2-4-15,1-1 1 0,-4-1 1 0,0 0-1 16,0-2 7-16,-3 1-11 0,1-1 2 16,2-5 1-16,-3 1-4 0,-4-1 4 0,3-1 2 15,1 5-4-15,-1 0 2 0,-3 2 0 0,1 1-1 0,0 2-1 16,2 0 2-16,-3 7-6 0,0-10 1 0,0 10 1 15,0 0 3-15,0 0-2 0,0 0-10 0,0 0 4 16,0 0-1-16,10 24 5 0,-9-12 2 0,2 3 0 16,-4 1-1-16,-1 0 3 0,5 1-3 0,-2-2 1 15,-1 2 2-15,3-1-2 0,-1-1-22 0,3 0-27 16,-2-2-26-16,-1-3-39 0,1 2-50 0,0-3-46 16,0 1-196-16,-1-4-441 0,-1 1 195 0</inkml:trace>
  <inkml:trace contextRef="#ctx0" brushRef="#br0" timeOffset="51286.96">9446 14858 94 0,'3'-9'205'0,"-3"9"-21"0,0 0-9 15,0 0 0-15,0 0 1 0,0 0-20 0,0 0-10 0,5 24-9 16,-4-12-15-16,1-2-9 0,-1 0-6 0,-1 1-8 15,0-2-5-15,1 1-11 0,1-1-4 0,-1-3-7 16,-1-6-6-16,0 12-4 0,1-5-7 0,-1-7 2 16,0 0 6-16,1 8 3 0,-1-8 3 15,0 0 1-15,0 0-8 0,0 0-6 0,0 0-7 16,0 0-5-16,0 0-2 0,0 0-8 0,0 0-1 0,12-24-4 16,-8 12-6-16,1 3 2 0,3-6-7 0,-1 1-8 15,3-1-4-15,-1-3-5 0,3 3-2 0,-1-1 4 16,1 1-1-16,1 2-2 0,-2-2-9 15,-1 5 10-15,-2 3-4 0,-2 3-8 0,1 1 0 16,-2 0-1-16,-5 3-2 0,14-1 6 0,-14 1-5 0,13 8 6 16,-7-1-3-16,-1 1 1 0,0 3 1 0,0-2-1 15,-2 3 4-15,1 4 0 0,-2-1 3 0,0 1 0 16,0 0 2-16,-2-1-24 0,2-1-26 16,-1 1-28-16,0-2-46 0,2-2-51 0,-1-1-51 15,2 1-166-15,0-3-424 0,4-1 188 0</inkml:trace>
  <inkml:trace contextRef="#ctx0" brushRef="#br0" timeOffset="51737.7">9933 14786 204 0,'-5'-5'223'0,"5"5"-17"0,-10-5-14 0,2 2-10 16,8 3-15-16,-20 6-11 0,8-2-7 0,-3 4-13 15,1 2-14-15,-1 3-7 0,1 0-12 16,2 1-6-16,3-1-10 0,-1 1-9 0,5-3-4 16,-4 4-6-16,6-6-10 0,1 3-6 0,2-4-4 15,0 3-4-15,1-4-4 0,3 1-5 0,2 0 0 16,-1-3-3-16,2-1-6 0,3-1-1 0,1-2-9 16,1-1-7-16,0 0-9 0,0-1-6 0,-1-2-5 15,1-2 3-15,-1-1-4 0,-1 0 3 0,0-2-4 16,-1-1-1-16,-1-1 2 0,1-4 2 0,-2-1-2 15,0-2 3-15,-2 0 0 0,0-2 1 0,1-5-3 16,-1-1 4-16,-2 0 3 0,-1-1-1 0,0 3 1 16,-1-4 2-16,-2 3 2 0,3 3 11 0,-2 2 7 0,2 0 5 15,-2 2 11-15,-2 0 6 0,1 6 5 16,1 3 10-16,-1 1-4 0,1 7-2 0,0-13-13 16,0 13-5-16,0 0-3 0,0 0-1 0,0 0 2 15,0 0-2-15,-3 34 4 0,2-16-2 0,-2 1 4 0,2 9-7 16,-3-3-4-16,1 2 3 0,1-1-5 0,0 0-3 15,2 1 3-15,-2 2-4 0,2-2-2 16,-1-2-14-16,2-1-25 0,-1-4-32 0,0-1-32 16,-1-1-56-16,2 0-58 0,1 0-66 0,-2-7-162 15,5 6-466-15,-3-5 206 0</inkml:trace>
  <inkml:trace contextRef="#ctx0" brushRef="#br0" timeOffset="51986.85">10719 14677 2205 0,'-6'-11'98'0,"2"1"-33"16,0 1-14-16,-1 1-19 0,3 3-8 0,2 5 2 15,-5-10 2-15,5 10 5 0,-3-7 1 0,3 7-3 0,0 0-7 16,0 0-2-16,10-12-2 0,-2 11-3 0,5-1-3 15,1-2 3-15,-1 0-16 0,-1 1-17 16,4 2-20-16,-4 1-28 0,1 0-26 0,-1 0-22 16,-1 0-37-16,2 0-24 0,-3-1-28 0,-2 2-117 0,-8-1-343 15,0 0 153-15</inkml:trace>
  <inkml:trace contextRef="#ctx0" brushRef="#br0" timeOffset="52376.99">10815 14596 108 0,'0'0'193'0,"-4"-5"-7"15,4 5-12-15,0 0-19 0,0 0-20 0,0 0-5 16,0 0 8-16,-7 14 5 0,5-2 1 0,-1 4-9 16,0-2-5-16,-1 6-10 0,-1-2-5 0,1 8-32 15,3-7-3-15,0 4-7 0,1 1-4 16,-2-5-9-16,0 1-2 0,2-3-10 0,-3 1 0 0,1-1-7 16,3 1-3-16,-1-3-2 0,-1 1-3 0,2-4-4 15,-1-1-3-15,0-1-3 0,1 0-1 0,-2-1-2 16,1 1-3-16,-1-3-1 0,1-7-3 0,-2 12-9 15,2-12 1-15,-2 10-7 0,-1-6 2 16,3-4-3-16,-6 6-1 0,6-6-2 0,-8 4-4 0,8-4-2 16,-9 1-3-16,9-1 0 0,-12 2 4 0,12-2-3 15,-11-3 4-15,11 3-1 0,-11-3 1 0,11 3 3 16,-12-3 0-16,9 0 2 0,3 3-2 0,-8-1 0 16,8 1 3-16,0 0 3 0,-7-4 3 15,7 4 1-15,0 0 5 0,0 0-3 0,-8-4 6 16,8 4-9-16,0 0 3 0,0 0-3 0,0 0-2 0,0 0 0 15,0 0 2-15,20-3-1 0,-20 3-2 0,22-2 8 16,-9 4-1-16,-1-2-2 0,1-2-21 0,5 2-19 16,0-2-23-16,4 3-26 0,-2-2-30 0,-3-1-29 15,3 2-41-15,-1-1-24 0,0 1-107 16,3-2-342-16,-5 1 152 0</inkml:trace>
  <inkml:trace contextRef="#ctx0" brushRef="#br0" timeOffset="52599.28">11211 14882 214 0,'-5'-15'229'0,"5"15"-10"0,-10-3-8 15,1 2-8-15,9 1-7 0,-20 4-2 0,7 1-3 0,-4 3-1 16,1 2-2-16,0-1-5 0,1 5-5 0,1-2-12 16,0 3-11-16,2-2-6 0,0 0-24 15,4-2-8-15,2-2-12 0,-1 2-11 0,5-1-12 16,-1 0-8-16,4 0-2 0,1-1-7 0,0 0-12 15,5 0-15-15,2-3-29 0,1 0-35 0,3 1-27 16,7-1-38-16,-3-1-38 0,4-3-58 0,1 1-74 0,-3-2-232 16,3-2-532-16,0 0 235 0</inkml:trace>
  <inkml:trace contextRef="#ctx0" brushRef="#br0" timeOffset="53287.68">12423 14745 222 0,'-17'-8'228'0,"3"5"-10"0,2 0-8 16,-8 3-37-16,5 4-15 0,-4 2-10 0,4 3-10 16,-1 2-11-16,1 1-6 0,1 5-9 0,-2 4-13 15,5-6-4-15,4 4-12 0,1-1-7 0,2-2-9 16,3 3-5-16,2-4-9 0,2 1 1 0,4-1-4 15,0-1-4-15,3-3-4 0,2-1-5 0,2 0-7 16,-1-5 4-16,-1-1-5 0,6-1-2 0,-5-1-3 16,1-1 2-16,1-3-1 0,2 1-1 0,-5-3-5 15,0-2 1-15,1 1-3 0,-2-1 0 0,-1-2 0 16,-2-1-2-16,1-1-5 0,1 0 1 0,1-6 1 16,-5 1 1-16,-1-1 0 0,4 2 0 0,-6-2 1 15,-1 5 10-15,0 1 0 0,0-1 2 0,0 2-3 16,-2 0 8-16,0 9-4 0,2-11-4 0,-2 11-4 15,0 0-7-15,0 0-1 0,3-6 1 0,-3 6-4 16,0 0 0-16,0 0 3 0,2 27 0 0,-4-16 0 16,0 1-2-16,2 5 1 0,0-1-3 0,-1 0-1 15,1 2 2-15,1-2-3 0,3 0-2 0,0 0-1 16,-2-3-12-16,4 1-26 0,-2-2-26 0,-2 0-20 16,4-2-27-16,-1-1-38 0,1 0-56 0,2-2-45 15,-4-3-163-15,3-1-444 0,-7-3 196 0</inkml:trace>
  <inkml:trace contextRef="#ctx0" brushRef="#br0" timeOffset="53596.7">12821 14594 164 0,'0'-12'242'15,"0"3"-8"-15,0 1-6 0,0 1-15 0,0 7-22 16,-2-10-18-16,2 10-21 0,0 0-13 0,0 0-9 15,0 0 8-15,0 0-15 0,2 31-3 0,-2-14-5 16,0 2 4-16,0 6-13 0,-3 2-2 0,3-2 3 16,0 1-4-16,-2 1-6 0,0 0-6 0,0 2 1 15,0-4-5-15,2 2-14 0,-2-1 3 0,-1-7-13 16,3 1 3-16,0-3-6 0,0 1-6 0,0-2-6 16,1 0-4-16,1-4-7 0,0-1 1 0,0 0 14 15,0-1-26-15,3-3 2 0,1 1 1 0,0-1-5 16,0-2-9-16,2-1-17 0,1 0-26 0,1-2-24 15,1-1-21-15,-3 1-20 0,2-4-28 0,-10 2-31 16,17-4-36-16,-7 0-37 0,3-2-44 0,-4-2-198 16,1 0-505-16,-4 0 223 0</inkml:trace>
  <inkml:trace contextRef="#ctx0" brushRef="#br0" timeOffset="53759.58">12731 14759 45 0,'-7'-2'201'0,"1"0"-12"0,6 2-10 16,-9-5-13-16,9 5-14 0,0 0-12 0,0 0-7 16,0 0-9-16,0 0-13 0,38-5-9 0,-9 5-12 15,5-2-9-15,6-1-41 0,-6 0-33 0,7 1-51 16,12-5-53-16,-14 5-174 0,-6-1-291 0,5 0 129 16</inkml:trace>
  <inkml:trace contextRef="#ctx0" brushRef="#br0" timeOffset="56060.7">13796 14758 211 0,'0'0'214'0,"-3"-10"-7"0,3 10-9 15,-4-9-12-15,4 9-6 0,-2-9-16 0,2 9-18 16,-2-7-16-16,2 7-12 0,0 0-17 0,0 0-6 15,0 0-12-15,0 0-5 0,0 0-5 0,-6 18-2 16,4-9-9-16,0 4-3 0,0-1-3 0,2 4-2 16,-2 1-5-16,0 0-4 0,2 2-4 0,0-2-3 15,2 1 2-15,-2-2-11 0,0 1-2 0,0 0 0 16,2-1-1-16,0-2-4 0,-2 0 4 0,2-1-10 16,0-2 3-16,-1 1-5 0,-1-2-16 0,3 2-21 15,-3-2-17-15,2 2-27 0,-2-2-29 0,0 0-29 16,2-1-43-16,-2-9-39 0,-2 12-157 0,2-12-392 15,-5 9 174-15</inkml:trace>
  <inkml:trace contextRef="#ctx0" brushRef="#br0" timeOffset="56240.45">13783 14560 34 0,'0'0'95'16,"0"0"-31"-16,0 0-29 0,0 0-28 0,0 0-47 15,0 0-42-15,-10 22 19 0</inkml:trace>
  <inkml:trace contextRef="#ctx0" brushRef="#br0" timeOffset="56478.62">14108 14804 42 0,'7'10'191'0,"2"3"-5"16,0 3-6-16,-3-1-8 0,-2 0-22 0,-1 5-6 16,-1-2-9-16,3-2-11 0,-4 2-10 0,1 1-7 0,-2-1-13 15,-2-2-7-15,1-1-6 0,-4-3-8 0,5 3-10 16,-4 1-5-16,2-5-6 0,-1 2-3 0,-1-3-3 15,-1 3-12-15,-1-3-9 0,-2 2-18 0,2-3-28 16,-1 0-27-16,1 0-36 0,-4-1-33 16,2-2-39-16,-3 0-142 0,-1-1-324 0,-1-2 144 15</inkml:trace>
  <inkml:trace contextRef="#ctx0" brushRef="#br0" timeOffset="56694.99">13601 14868 12 0,'-14'5'208'0,"1"5"-1"0,1 2-13 0,1 1-15 16,2 1-12-16,3 2-13 0,0 1-5 16,2 1-23-16,2 0-9 0,0 0-11 0,6-1-11 15,0 1-11-15,4 0-6 0,0-1-14 0,1 1-28 16,0-6-36-16,5 4-39 0,1-4-53 0,-3 1-46 15,5-3-147-15,-2-1-308 0,2-3 136 0</inkml:trace>
  <inkml:trace contextRef="#ctx0" brushRef="#br0" timeOffset="56897.46">13762 14479 87 0,'0'0'116'0,"-4"-8"-23"16,4 8-31-16,0 0-23 0,0 0-28 0,0 0-45 16,13 19-29-16,-4-9-68 0,0 5 32 0</inkml:trace>
  <inkml:trace contextRef="#ctx0" brushRef="#br0" timeOffset="57321.67">14581 14816 224 0,'8'-5'220'0,"1"1"-8"0,0 2-11 0,0 1-19 0,4 2-17 16,-4 2-12-16,4 4-13 0,-2 0-6 0,-4 2-14 15,3 3-13-15,-2 2-9 0,-1 1-9 0,-2 1-3 16,-4-1-13-16,-2 2-2 0,0-1-7 0,-3 1-5 16,-3-1-3-16,-2-2-7 0,-4 0-1 0,2 1-6 15,-3-5 0-15,-1 2 2 0,-1-2-12 0,1 0-1 16,-2-2-6-16,6-3 0 0,3 1-1 0,-2-3-4 15,6 1 3-15,-3-2-4 0,7-2-1 0,-8 2 1 16,8-2 2-16,-9 0-6 0,9 0-2 0,0 0-4 16,0 0 2-16,-6-11-2 0,6 11-3 0,0 0-2 15,0 0 0-15,0 0-2 0,10-13-2 0,-10 13-2 16,7-3 1-16,-7 3-1 0,11-1 2 0,-11 1-3 16,16 2 2-16,-8 2 2 0,1-3-3 0,1 2 4 15,2 0-17-15,-1 1-14 0,2-1-22 0,0 1-28 16,1 1-38-16,-2-4-54 0,1 2-44 0,3 1-173 15,-4-3-419-15,6 2 185 0</inkml:trace>
  <inkml:trace contextRef="#ctx0" brushRef="#br0" timeOffset="57624.75">14906 14853 47 0,'0'0'248'0,"0"-9"-25"0,0 9-18 0,0 0-24 0,-1-10-22 16,1 10-14-16,0 0-6 0,0 0-9 0,0 0-8 16,0 0-4-16,11 23-11 0,-5-12-8 0,0 0-6 15,1 4-5-15,1 0-5 0,2-2-8 0,-2 2 0 16,1-1-5-16,0-2-7 0,-2-2-5 0,0 2 3 16,-1-2-14-16,1 0-3 0,-1-2-5 0,2 1-2 15,-3 1-6-15,-1-1 1 0,-2-3-4 0,2 1-6 16,-1-3-3-16,-3-4 7 0,2 8-5 0,-2-8-1 15,-2 10-2-15,2-10 0 0,-9 10-5 0,2-7-7 16,1 1-14-16,-6 1-13 0,1-4-14 16,2 1-17-16,-4-2-22 0,1-2-28 0,-1 1-20 0,2-2-30 15,1 1-29-15,-1-3-25 0,2 3-138 0,-3-4-370 16,3-2 163-16</inkml:trace>
  <inkml:trace contextRef="#ctx0" brushRef="#br0" timeOffset="57756.84">14939 14805 79 0,'11'-3'115'0,"2"-1"-11"0,0 0-20 15,0 1-26-15,0-2-47 0,1 4-41 0,-1-1-41 16,0 0-76-16,5 0 34 0</inkml:trace>
  <inkml:trace contextRef="#ctx0" brushRef="#br0" timeOffset="58082.36">15132 14658 121 0,'-1'-4'230'0,"1"4"-10"0,-1-7-21 0,1 7-23 16,0 0-17-16,0 0-19 0,0 0-7 0,0 0-11 16,0 0-9-16,0 0-5 0,-7 25-6 0,8-18-9 15,1 3-4-15,-1 0-11 0,2 0-5 0,1-1-5 0,3 1-6 16,-2-1-8-16,4 2-1 0,6-2-4 15,-6-2-10-15,2-1 0 0,-1-1-5 0,1-1 2 16,1-4-7-16,-1 2 1 0,-2-2-5 0,3-2 0 16,-2 2-1-16,-2-3-2 0,-8 3 5 0,10-7-9 15,-4 2 7-15,1-4-10 0,-5 1 1 0,1-2-5 0,-1 0 4 16,-2 0-6-16,-2-5 7 0,-1 5-8 16,-2-2-2-16,-2 0 2 0,-3 2-7 0,4-1 4 15,-1 1-1-15,-2-3-1 0,2 6-7 0,-2 1-19 16,9 6-13-16,-14-9-15 0,8 6-15 0,6 3-20 15,-18 0-19-15,6 5-28 0,3 0-27 0,2 4-21 16,-4 6-168-16,5-1-376 0,1 1 167 0</inkml:trace>
  <inkml:trace contextRef="#ctx0" brushRef="#br0" timeOffset="58342.48">15515 14866 93 0,'6'-4'264'0,"-6"4"-13"16,0 0-15-16,2-4-18 0,-2 4-24 0,0 0-8 16,0 0-15-16,0 0-9 0,0 0-9 0,-24 18-9 15,10-6-1-15,0 1-5 0,0 1-8 0,-3 0-14 16,3 0-14-16,1 1-3 0,0-3-11 0,4 3-6 16,-1-1-9-16,5-1-3 0,0-3-10 0,0 2-2 15,5-1-8-15,0 0-3 0,2-1-2 0,4 0-6 16,-1 0-12-16,6-2-23 0,1 0-16 0,4 1-38 15,1-2-27-15,1 0-31 0,0-1-28 0,3-3-33 16,1 3-40-16,-3-3-24 0,1 4-176 0,-3-3-441 16,0 0 195-16</inkml:trace>
  <inkml:trace contextRef="#ctx0" brushRef="#br0" timeOffset="58506.77">15763 15228 90 0,'0'0'211'15,"0"0"2"-15,3 9-7 0,-3-9 0 0,0 0-14 16,-5 15-15-16,1-10-14 0,1 3-16 0,-2-2-15 16,-2 0-8-16,0 4-15 0,0 1-12 0,-1-1-36 15,0-2-39-15,-1 5-46 0,2-2-66 0,-2-2-71 16,-3 3-152-16,6-5-339 0,-6 0 151 0</inkml:trace>
  <inkml:trace contextRef="#ctx0" brushRef="#br0" timeOffset="59082.42">16525 14843 160 0,'0'-9'253'0,"0"9"-14"0,0 0-18 0,-1-10-16 0,1 10-19 16,0 0-23-16,0 0-14 0,0 0-11 0,0 0-5 16,0 0-2-16,0 0-7 0,2 24-3 0,-3-11-3 15,1-2-9-15,-1 7-6 0,-2-3-9 0,2 2-7 16,1-1-11-16,-1 1-6 0,0-3-5 0,-2 3-2 16,2-1-9-16,1-1-7 0,-2-1 1 0,2-2 1 15,0-1-17-15,0 1-5 0,2 1-18 0,-1-3-23 16,-1 2-17-16,3-2-25 0,-3-3-27 0,2 2-30 15,-1-2-43-15,2-1-43 0,-3-6-27 0,5 10-174 16,-5-10-432-16,5 4 191 0</inkml:trace>
  <inkml:trace contextRef="#ctx0" brushRef="#br0" timeOffset="59300.6">16659 14880 178 0,'0'-7'231'0,"2"0"1"0,-2 7-13 15,1-11-24-15,-1 11-20 0,0 0-17 0,1-7-18 16,-1 7-4-16,0 0 4 0,0 0-3 0,0 0-5 16,-2 32-11-16,2-21-12 0,-3 1-11 0,0 3-8 15,1-1-5-15,1 2-12 0,-3 0-5 0,1-1-6 16,2 0 0-16,0-2-10 0,1 3 3 0,-2-4-16 16,2 0-33-16,-1 1-26 0,0 0-31 15,1-3-29-15,0-2-39 0,1 3-47 0,-1-5-38 0,1 1-189 16,-1-7-424-16,0 8 187 0</inkml:trace>
  <inkml:trace contextRef="#ctx0" brushRef="#br0" timeOffset="59474.52">16590 14727 1357 0,'-2'-13'54'0,"-3"1"-30"0,2 1 4 0,-1 2-21 0,4 9-1 15,-5-13-24-15,5 13-7 0,0 0 6 16,-4-8-19-16,4 8-12 0,0 0-28 0,0 0-20 16,0 0-94-16,0 0-208 0,0 0 92 0</inkml:trace>
  <inkml:trace contextRef="#ctx0" brushRef="#br0" timeOffset="59704.62">16877 14817 8 0,'5'5'197'0,"0"4"-5"0,-3 3 0 0,6 3-7 16,-4 0-11-16,2 0-7 0,-3 2-17 15,-1 3-5-15,-2-2-10 0,-2 1-9 0,-1 1-10 16,2-1-6-16,-3-2-9 0,-2 1-9 0,-1 0-8 16,1 0-9-16,0-4-7 0,-4 2-6 0,2-6-7 15,-1 5-3-15,-2-1-10 0,1-5-9 0,-1 4-29 0,-3-1-24 16,4-4-27-16,-2 0-23 0,-3 0-29 15,3-3-29-15,-2 4-32 0,-1-1-28 0,2-5-122 16,-5-2-334-16,5 0 148 0</inkml:trace>
  <inkml:trace contextRef="#ctx0" brushRef="#br0" timeOffset="59924.98">16351 14908 188 0,'-16'7'206'16,"-1"0"0"-16,2 5-11 0,-1 1-7 0,2 0-6 15,2 9-16-15,2-5-14 0,4 1-14 0,2 0-14 16,6 1-3-16,0 0-22 0,4 1-2 0,7 3-13 16,4-1-7-16,4-3-9 0,5 0-22 0,4-2-37 15,-1-3-38-15,4-2-53 0,3-1-72 0,-1-4-194 16,-1 3-375-16,-1 0 167 0</inkml:trace>
  <inkml:trace contextRef="#ctx0" brushRef="#br0" timeOffset="60894.37">17496 14893 157 0,'0'0'183'0,"0"0"-12"0,0 0-16 15,2-7-5-15,-2 7-16 0,0 0-10 0,0 0-12 0,0 0-9 16,0 0-8-16,0 0-12 0,0 0-10 0,0 0-6 16,0 0-2-16,0 0-11 0,0 0 2 0,0 0-6 15,0 0-5-15,0 0 5 0,0 0-6 16,0 0 0-16,0 0-1 0,0 0-3 0,0 0-1 15,0 0 4-15,0 0-1 0,0 0-1 0,0 0 4 0,0 0-8 16,2-7-5-16,-2 7-1 0,0 0 1 16,0 0 5-16,0 0-5 0,3-10-1 0,-3 10-1 15,0 0 1-15,0 0 0 0,1-6-6 0,-1 6 4 0,0 0-6 16,0 0 11-16,0 0-4 0,0 0-5 16,0 0-4-16,1-8-1 0,-1 8-5 0,0 0-4 0,0 0-2 15,0 0-3-15,0 0-1 0,0 0 1 0,0 0-3 16,0 0-2-16,0 0 1 0,0 0-2 15,0 0 4-15,0 0 2 0,0 0-5 0,0 0 6 16,-1 30 0-16,2-26 0 0,-1-4-5 0,2 12-1 16,0-6 1-16,1 2-1 0,0-1-2 0,3 2 2 0,-1 0-2 15,-1-4-1-15,3 4 4 0,1-2 0 0,-2 1 2 16,1-2-3-16,0 2 5 0,2-1-6 16,0-2 3-16,0 2-1 0,-2 0-2 0,4-1-1 15,-3 0 2-15,0 2-2 0,3-3 0 0,-5 1 1 16,-1 1 0-16,1 0-4 0,-3-3 5 0,1 2-3 0,0-1 0 15,-1 1 2-15,-3-6 1 0,1 11 0 0,-1-11 0 16,-4 13-1-16,-2-5 3 0,-5-2-2 0,2 0-2 16,-3 1-6-16,-1-2-8 0,-4 2-9 15,1-4-13-15,-1 3-8 0,0-1-8 0,0-1-18 16,4-2-20-16,0 0-22 0,2-3-36 0,0 0-30 0,-1 0-183 16,-1-4-390-16,4 1 173 0</inkml:trace>
  <inkml:trace contextRef="#ctx0" brushRef="#br0" timeOffset="61049.68">17609 14791 16 0,'11'-8'138'0,"7"2"-8"0,-1 1-17 0,-4 2-18 0,3 0-47 15,3 0-45-15,-6 2-39 0,1 2-49 16,0-1-92-16,0 0 42 0</inkml:trace>
  <inkml:trace contextRef="#ctx0" brushRef="#br0" timeOffset="61360.86">17907 14804 73 0,'0'0'233'0,"3"-6"-17"0,-3 6-21 0,0 0-18 16,0 0-24-16,0 0-7 0,0 0-8 0,0 0-7 15,0 0-10-15,0 0-10 0,-8 29-9 0,5-19-12 0,2 1-8 16,2 0-5-16,-1-1-10 0,3 7-3 16,-1-7-5-16,1 2-5 0,0 0-5 0,4 3-4 15,-2-3-4-15,0-1-5 0,3 0-7 0,1-1 2 16,-2 0-6-16,1-1-4 0,0 1-1 0,1-2 1 16,-4 1-3-16,1 0 0 0,1-3-3 0,-2 1-4 15,-2 0-1-15,2-3 0 0,-2 1 1 0,-3-5 0 16,1 9 2-16,-1-9-2 0,0 0 1 0,-12 12 3 15,3-10-10-15,-2 0-6 0,0 0-10 0,-1-1-4 16,1 2-18-16,-2-3-17 0,3 0-12 0,-2-3-43 16,0 1-32-16,1-1-30 0,-1 2-50 0,3-5-112 15,-2 0-355-15,4-1 158 0</inkml:trace>
  <inkml:trace contextRef="#ctx0" brushRef="#br0" timeOffset="61503.57">17991 14700 64 0,'16'-2'36'0,"1"0"-46"0,4 1-5 16,2-2-17-16,-4 0 7 0</inkml:trace>
  <inkml:trace contextRef="#ctx0" brushRef="#br0" timeOffset="61866.59">18199 14532 157 0,'0'0'217'0,"-4"-6"-17"0,4 6-19 16,-3-4-23-16,3 4-9 0,0 0-14 0,0 0 1 15,-16 8-5-15,11 1-12 0,1 0-9 0,0 2-7 16,3 1-9-16,0 1-8 0,0-2-9 0,3 5-7 15,1-4-8-15,2-1-3 0,0-1-5 0,1 0-4 16,3-1-5-16,0 0-3 0,5-1-6 0,-2-2-1 16,-1-1-2-16,2-4-3 0,-1 2-1 0,-3-2-4 15,2-1-2-15,-3-2 5 0,-8 2-2 0,15-8-8 16,-6 2-1-16,-3 1-2 0,1-5-4 0,-2-1-1 16,0 2 6-16,0 0 2 0,-4-2-1 0,2-5-1 15,-3 5 1-15,-1-2-2 0,-1 0 0 0,-1 1-6 16,0-5-5-16,-2 6 3 0,0 1 1 0,0 3-9 15,-3 0 8-15,0 1-3 0,-1 3-10 0,-2 1-6 16,-3-1-13-16,-3 4-20 0,1 2-20 0,-1 1-27 16,0 5-24-16,3 2-45 0,0-2-20 0,4 5-32 15,-3 2-122-15,7 0-362 0,2 1 160 0</inkml:trace>
  <inkml:trace contextRef="#ctx0" brushRef="#br0" timeOffset="62157.93">18601 14772 236 0,'0'0'247'0,"0"0"-16"0,-3-11-14 16,3 11-17-16,0 0-14 0,-9-7-14 0,9 7-6 16,-19 5-8-16,9 0-5 0,-7 3-15 0,3 3-6 15,-3 0-3-15,2 0-8 0,-5 8-6 0,4-4-5 16,2 5 0-16,1-4-9 0,1-1 1 0,3 3-6 15,1-1-12-15,-1-1-7 0,3 1-5 0,1-2-11 16,3-3-4-16,1 0-2 0,1-1-5 0,4-1-6 16,-2 2-1-16,6-5-4 0,2 3-6 15,3-1 1-15,4-2-8 0,1-1-17 0,3-2-20 0,1 0-29 16,7 1-29-16,-3-2-37 0,-4-2-30 0,6-1-49 16,0 2-44-16,-1-1-40 0,-9-1-192 0,2 0-497 15,-1 0 221-15</inkml:trace>
  <inkml:trace contextRef="#ctx0" brushRef="#br0" timeOffset="62305.46">18856 15115 180 0,'0'0'292'0,"0"0"-3"0,0 0 13 15,0 0 1-15,10-7 3 0,-10 7 1 0,0 0-13 16,0 0-16-16,0 0-27 0,0 0-22 0,-1-9-30 16,1 9-20-16,0 0-25 0,0 0-37 0,0 0-55 15,0 0-71-15,0 0-79 0,0 0-91 0,0 0-125 16,0 0-223-16,0 0-572 0,0 0 254 0</inkml:trace>
  <inkml:trace contextRef="#ctx0" brushRef="#br0" timeOffset="84916.38">6608 7146 11 0,'33'1'19'0,"6"2"-2"16,0-2 3-16,16-1 1 0,-1 0 0 16,3 0 1-16,1 0-3 0,1 0 6 0,2 0 0 15,4 0-3-15,2-1 2 0,26 1-4 0,-1 0 1 16,-30 1 7-16,33 1-14 0,-3 1 2 0,0 0 0 16,-25 1-3-16,27-4 3 0,-3 10 2 0,-28-5-4 0,29 0-6 15,-28 1 8-15,30 1 1 0,-2-3 10 16,-1 2-11-16,2-2 3 0,-1 1-2 0,-1 1-6 15,0-3 4-15,-25-2 2 0,26 3 3 0,-27-1-6 16,31 1-3-16,-6-1 3 0,-24 0-2 0,27 2 6 0,-3-1-8 16,-24-1 9-16,30 0-4 0,-4 1-7 15,-4 2-2-15,3-5 2 0,-27 1 5 0,33-2-2 0,-7-2 2 16,2 1-3-16,-2 1-3 0,-23-2-4 16,25-2 5-16,-27 3-5 0,0-2 4 0,24 1 2 0,-28 1-5 15,-3-1 9-15,4 0-12 0,-5 2 3 0,4 1 3 16,-3 0 4-16,1 1-2 0,-2 0-2 15,-2 0 1-15,0 4 2 0,-4-2-3 0,-2 2-9 16,-9-3 11-16,11 0-6 0,-14 0 1 0,0 0-3 0,0 0 0 16,14 1 7-16,-14-4-2 0,-4 2-15 0,6 0 9 15,-1-2 6-15,0 2-5 0,-2-5 6 16,4 0-4-16,-2-1-20 0,1 1 11 0,11-4 7 0,-12 4 3 16,16-3-6-16,-18 1-6 0,18-3 8 0,-5 5-1 15,1-4 1-15,-12 5 0 0,14-4-8 0,-15 3-4 16,0-1 12-16,0 0-3 0,3 3-4 0,-5-2-5 15,-1 0 10-15,-1-1-5 0,-3 1-2 0,-1 1 3 16,0-1-3-16,-2 0 6 0,2 2 3 16,-9-1-4-16,9 1-1 0,1-1-1 0,1 1 5 0,0 1-4 15,5 0 2-15,-5 0-6 0,1 0 7 0,-1 0-5 16,-4 0 10-16,-6-3-4 0,-1 3-8 0,-7-1 7 16,0-1-5-16,-3 2-10 0,-3 0-13 0,-7 0-12 15,11 0-24-15,-11 0-39 0,0 0-112 0,0 0 51 16</inkml:trace>
  <inkml:trace contextRef="#ctx0" brushRef="#br0" timeOffset="91147.53">8510 16126 59 0,'-8'-4'125'0,"8"4"-9"16,-8-4-8-16,2 1-7 0,6 3-11 0,-10-7-3 15,5 4-4-15,5 3-9 0,-11-5-2 0,5 3-8 16,-3 0 9-16,3-1-10 0,6 3 4 0,-12-4 4 16,12 4 0-16,-11-3-5 0,11 3-2 0,-9-2-8 15,9 2-4-15,-8-1-9 0,8 1-7 0,-6-3-3 16,6 3 2-16,0 0-7 0,0 0-1 0,0 0-1 15,0 0-3-15,0 0-2 0,0 0-3 0,0 0-1 16,0 0 6-16,27-1-1 0,-8-1 1 0,9 1-1 16,1 2-4-16,1-6-3 0,3 2 0 0,0 1-5 15,2-1-3-15,-1 2-20 0,1-1-14 0,-1-1-27 16,1-1-22-16,-1 3-32 0,1-2-26 0,-5 0-19 16,-3 1-91-16,-9 2-263 0,1 0 117 0</inkml:trace>
  <inkml:trace contextRef="#ctx0" brushRef="#br0" timeOffset="91884.88">8703 16080 106 0,'0'0'116'0,"-12"0"-13"0,12 0 10 0,-6 6-6 0,6-6 1 16,-4 14 2-16,3-5 0 0,-1 7-6 0,0 0 27 16,0 3-7-16,1 0-9 0,-1 5-4 0,2 2-10 15,1-1-4-15,-2 1-36 0,1 0-2 16,1-6-5-16,-1 4-2 0,0-5-9 0,1 6-2 0,-1-7-1 16,1-1-6-16,1-2-6 0,0 1 3 0,0-4-7 15,-1 0 0-15,0 0-3 0,1-3-5 0,-2 1 4 16,0-1-6-16,0-9 0 0,0 11-1 15,0-5-2-15,0-6 5 0,1 10-5 0,-1-10-1 16,0 0 3-16,-1 11-5 0,1-11-1 0,0 0 4 16,-7 3-2-16,7-3 3 0,-9 2-3 0,9-2-3 15,-13-1 0-15,13 1 0 0,-14-3-1 0,6 1 1 16,1-1 0-16,7 3 0 0,-19-4-5 0,10 1 2 16,1 3 0-16,0-3-3 0,8 3 3 0,-13-4-6 15,7 3 5-15,6 1 0 0,-10-3-1 0,10 3 2 16,0 0-1-16,-10-1-1 0,10 1-1 0,0 0-3 15,0 0 0-15,0 0 7 0,0 0-8 0,0 0 6 16,0 0-4-16,0 0-3 0,0 0 5 0,39 1 0 16,-19-2-3-16,0 2-8 0,2-2-12 0,-2 1-12 15,3-1-13-15,5 1-13 0,-1-1-17 0,-5-1-10 16,-1 1 2-16,2 1-22 0,3-3-10 0,-5 2-6 16,-2 0-7-16,0-2 0 0,-1 1-1 0,0-2 11 15,-1 2-65-15,-3 0 160 0,-4 1-124 0,4-5 131 16,-5 2-53-16,0-2 18 0,0 1 10 0,-2 0 17 15,0-3 16-15,1 1 14 0,-3-1 7 0,1 0 6 16,-2-2 31-16,1 0 5 0,-3 2 15 0,-2 8 20 16,7-14-6-16,-5 6 8 0,0 2 8 0,-2 6 14 15,2-10 2-15,-2 10-2 0,3-8-8 0,-3 8-10 16,0 0-14-16,0 0-10 0,0 0-2 16,0 0 1-16,0 0 8 0,0 0 0 0,2 29 5 0,-4-11-7 15,-3 2 0-15,1 3 2 0,0-3-14 16,0-2-1-16,-1 1-2 0,0 4-5 0,2-4-6 15,-2 0-3-15,2-2-7 0,3 0 3 0,-2-2-11 0,1 2 0 16,2-2-4-16,-2 1-3 0,1-3-3 0,0-2-18 16,1 1-18-16,1-1-18 0,0 0-23 0,-1 0-24 15,-1-11-34-15,4 13-26 0,-4-13-39 16,3 9-19-16,-2-5-145 0,-1-4-372 0,0 0 165 16</inkml:trace>
  <inkml:trace contextRef="#ctx0" brushRef="#br0" timeOffset="92289.85">9095 16459 28 0,'9'-7'162'16,"0"0"-11"-16,0 3-7 0,4-1-6 0,-2 3-11 16,2 1-15-16,1 1-7 0,-1 0-14 0,-2 2-9 15,0 3-3-15,-1-1-6 0,1 3-6 0,-3 0-7 16,-3 1-10-16,0 2-1 0,-1 0-5 0,-3 2-3 15,-3-1-4-15,-1 1-8 0,-2-1-3 0,1 2 0 16,-5 0 0-16,-1-1-8 0,2-1 1 0,1 0-1 16,1-1-4-16,0 0 2 0,0 0-11 0,3-2-1 15,-1 0-4-15,2-1-7 0,1-1 0 16,1 4 1-16,0-10 2 0,1 12 13 0,3-2-8 0,-4-10-5 16,10 14 1-16,-1-9 0 0,-1 0-4 0,2 0 13 15,1 2-12-15,-1-2 8 0,0 0-9 0,-3-3 7 16,1 3 5-16,1 0-4 0,-4-2-1 0,1 1 2 15,0-1-2-15,-6-3-1 0,6 6 0 16,-6-6 6-16,5 5 6 0,-5-5 6 0,0 0 7 16,0 0-2-16,-17 15-1 0,6-11-4 0,-2-1 9 15,-5 3-3-15,-2-1-4 0,2-2-1 0,-1 2-2 16,2-2 3-16,-2-1-4 0,6 1-4 0,0 1-13 16,0-1-22-16,2-2-18 0,11-1-32 0,-15 0-38 15,9 0-59-15,6 0-104 0,0 0-299 0,0 0 133 16</inkml:trace>
  <inkml:trace contextRef="#ctx0" brushRef="#br0" timeOffset="92481.88">9618 16493 182 0,'9'-3'170'0,"0"-1"-14"15,0 1-11-15,5 0-14 0,-3 2-18 0,3 1-14 16,4 0-32-16,2 1-32 0,-4 2-44 0,3 0-30 16,-9 0-44-16,2 2-79 0,-3 0-174 0,-3 1 77 15</inkml:trace>
  <inkml:trace contextRef="#ctx0" brushRef="#br0" timeOffset="92642.69">9602 16643 206 0,'-7'4'224'16,"7"-4"-10"-16,0 0-17 0,0 0-19 0,0 0-14 16,0 0-16-16,0 0-15 0,0 0-14 0,27-8-9 0,-7 4-13 15,0 2-28-15,2-3-36 0,0 3-36 16,1 1-52-16,4-3-53 0,2 3-54 0,-8-1-99 16,7-1-283-16,-1-1 125 0</inkml:trace>
  <inkml:trace contextRef="#ctx0" brushRef="#br0" timeOffset="93488.68">10809 15924 101 0,'-7'-8'203'15,"7"8"-9"-15,-3-3-17 0,3 3-14 0,0 0-19 16,0 0-13-16,0 0-13 0,0 0-12 0,0 0-7 16,0 0-9-16,0 0 3 0,23 8-10 0,-15 2-9 15,4 2 0-15,-3-1-7 0,1 5-4 0,-1 0-4 16,3 0 1-16,-2 2-8 0,0 6 3 0,2-1-8 16,-2 3-2-16,-4-8-8 0,6 5-1 0,-3-5-2 15,-1 0-1-15,-4-2 19 0,5 1 0 0,-3-2-7 16,4-1-4-16,0-1-3 0,-5-4-4 0,0 3-5 15,0-7-2-15,2 3 0 0,-2-3-4 0,0 0 0 16,-2-1 1-16,1 1 4 0,-4-5 7 0,8 3 5 16,-8-3-6-16,0 0 2 0,12-9-4 0,-7 0-2 15,0-3-4-15,1-2-4 0,-1-4 1 0,2-6-1 16,-2-2-3-16,-1-3-8 0,2 3 7 0,2-3-1 16,-2 0-4-16,1-3-1 0,-1 3-3 0,4 1 2 15,-3-1-3-15,-1 5 1 0,2-4-2 16,-3 10-3-16,1 1 3 0,-1 5-4 0,-2 1-2 0,-1 4-3 15,1 2-4-15,0-1-15 0,-3 6-11 0,4-5-1 16,-4 5-10-16,0 0-22 0,0 0-26 0,0 0-32 16,-2 37-41-16,0-23-38 0,-2 5-46 0,0 7-136 15,1-7-415-15,-2 11 184 0</inkml:trace>
  <inkml:trace contextRef="#ctx0" brushRef="#br0" timeOffset="93772.5">11301 16136 109 0,'0'0'233'0,"1"-12"-7"0,-1 12-13 16,0 0-19-16,3-8-19 0,-3 8-23 0,0 0-16 16,0 0-13-16,0 0-13 0,0 0-10 0,0 0-7 15,0 0-7-15,4 27-6 0,-3-15-4 0,0-1-3 16,-1 4-3-16,1 1-5 0,1 2-6 0,0-2-5 15,-2 1-5-15,3-6-5 0,-1 6-6 0,-2-6-28 16,2 5-1-16,-2-4 2 0,2 0 3 0,-1-1-4 16,1-1-4-16,0 3 1 0,0-7-1 0,0 4-20 15,-2-3-18-15,2 1-20 0,-2-8-14 0,2 11-26 16,-2-11-19-16,3 10-42 0,-2-4-13 0,-1-6-17 16,2 5-111-16,-2-5-318 0,0 0 141 0</inkml:trace>
  <inkml:trace contextRef="#ctx0" brushRef="#br0" timeOffset="94152.55">11347 16099 81 0,'7'-6'155'0,"3"-1"-6"0,0 0-6 0,2 0-13 16,4 2-10-16,-2 4-6 0,-1-1-8 0,4 2-7 15,-4 2-13-15,1-2-4 0,-2 4-6 0,0 1-20 16,-2 1 2-16,-3 1-4 0,0 0-3 0,-3 3-5 15,-2 1-9-15,0-1 0 0,-2 2-5 0,-3 1-2 16,-1-3-6-16,1 2 4 0,0 1-3 16,-3-3-5-16,3 2-2 0,-2-1-3 0,1-1-1 15,1-2-5-15,1 2 4 0,0-3-2 0,2 1-4 16,0-8-2-16,2 13 1 0,0-7-2 0,2-1 3 16,2 1-7-16,-1-1 3 0,1 0 0 0,0-1-3 15,3 1 2-15,1-1 1 0,-3 0-1 0,3 0 2 0,-3 0-2 16,0-1-2-16,-1 0-1 0,-6-3 6 15,12 4-9-15,-10-2 2 0,-2-2-2 0,8 4 5 16,-8-4 5-16,0 0-4 0,4 7-1 0,-4-7 1 16,0 0 6-16,-7 9-6 0,0-5 0 0,0-1-1 15,-2 1 3-15,3-1-3 0,-5 3 0 0,0-5-19 16,4 5-10-16,7-6-23 0,-17 7-22 0,11-5-33 16,-1 1-39-16,0-1-118 0,7-2-282 0,-13 5 124 15</inkml:trace>
  <inkml:trace contextRef="#ctx0" brushRef="#br0" timeOffset="94436.84">11778 16121 89 0,'0'0'232'16,"5"-12"-12"-16,-5 12-21 0,0 0-22 0,0 0-19 15,0 0-17-15,0 0-11 0,0 0-7 0,0 0-7 16,0 0-2-16,-2 38-9 0,-1-22-10 0,-1 1-7 16,1 2-7-16,-1-2-7 0,2 2-6 0,-2 0-6 15,1 0-6-15,1-2-6 0,2 2-3 0,-2-1-5 16,1 0-5-16,4 0-2 0,-2-5-4 0,0 1-3 16,-2-2 2-16,2 1-7 0,2-3-14 0,-1 0-24 15,0-1-27-15,-2-9-30 0,0 17-18 0,0-17-36 16,2 11-43-16,-2-11-24 0,3 9-133 0,-3-9-353 15,0 0 157-15</inkml:trace>
  <inkml:trace contextRef="#ctx0" brushRef="#br0" timeOffset="94850.83">11788 16162 123 0,'17'-9'172'0,"-7"6"-14"15,-10 3-10-15,20-3-12 0,-7 4-7 0,-3 2-14 16,0 1-13-16,0-1-10 0,-2 2-4 0,1 3-8 16,-2-2-12-16,0 3-1 0,-3-5-8 15,-1 7-6-15,-1 0-3 0,-2-11-7 0,-4 19-4 16,3-7 0-16,-3-1-10 0,0-2 2 0,-1 1-5 16,0 0 1-16,1-1-8 0,-1 0-1 0,3-1-3 15,-4 1 5-15,3-4-7 0,3-5-5 0,-4 14-2 16,4-7-5-16,0-7 0 0,0 10 0 0,2-3 3 0,-2-7-2 15,5 9 1-15,-1-3-3 0,1-2 0 16,3 0 2-16,-4 1 3 0,2-1-3 0,1 0-2 16,-1-1 5-16,-1 2-6 0,3-2 3 0,-3 1-5 15,0 0 2-15,-1-1 4 0,-4-3-3 0,8 5-3 16,-5 0 6-16,-3-5-4 0,4 6 10 0,-4-6 1 16,2 6 3-16,-2-6 3 0,0 0 2 0,-6 12 3 15,1-8 5-15,5-4-4 0,-10 5 1 0,2 2-4 16,0-3-4-16,-3 0 2 0,2 2-4 0,-1-1 2 15,0-2-1-15,1 2-11 0,1 0-15 0,8-5-21 16,-15 7-29-16,10-3-37 0,5-4-38 0,-12 6-53 16,12-6-97-16,-6 4-310 0,6-4 137 0</inkml:trace>
  <inkml:trace contextRef="#ctx0" brushRef="#br0" timeOffset="95136.27">12349 16273 123 0,'-4'-14'248'0,"4"14"-14"0,0 0-20 0,-2-5-25 0,2 5-18 16,0 0-19-16,0 0-14 0,7-3-11 15,-7 3-13-15,0 0-14 0,20 2-7 0,-12-1-11 16,3 1-8-16,-11-2-5 0,23 1-9 0,-12 1-2 15,3-2-11-15,-5 3 4 0,-9-3-13 0,16 1-2 16,-5 0-6-16,-11-1-1 0,16 2-4 0,-16-2-2 16,13 1 0-16,-13-1-5 0,9 1-20 0,-9-1-23 15,0 0-26-15,10 2-34 0,-10-2-27 0,0 0-50 16,0 0-40-16,0 0-120 0,0 0-347 0,0 0 154 16</inkml:trace>
  <inkml:trace contextRef="#ctx0" brushRef="#br0" timeOffset="96952.78">26599 12575 23 0,'-10'-3'80'0,"10"3"-4"15,-7-4-5-15,7 4-1 0,-6-3-6 0,6 3 4 16,0 0-6-16,-9-1-8 0,9 1 5 0,0 0-11 16,0 0-9-16,0 0 7 0,0 0 4 0,-12 4 9 15,12-4-8-15,0 0 2 0,-2 7-10 0,2-7 12 16,-2 14 8-16,0-9 3 0,2 5-13 0,-2 0-8 16,2 2 14-16,-1-2-6 0,1 3-5 0,0-2 1 15,1 5-8-15,1 1 1 0,0-2-4 0,2 1 2 16,1 0-8-16,4 2 2 0,-4 0 0 0,1 0-4 15,8 5 0-15,-5-6 0 0,2 6 1 0,5 0-1 16,-1-2-4-16,1 1-2 0,2 2-1 0,0-2-2 16,0-1 1-16,2 2-2 0,1 1-6 0,-2-4 3 15,2 2 0-15,1-3-6 0,-2 0 4 0,1-2-1 16,-7-2-2-16,5 0-4 0,-5-1 0 0,-1-1 6 16,3 1-6-16,-3-1-2 0,1 0-1 0,2 1 1 15,-5-2-5-15,3 0 8 0,-1 0-4 0,1-2 2 16,1 3-1-16,1-4 0 0,-1 1-1 0,4-1 0 15,2 2-3-15,-4-3 2 0,1 1-3 0,-3-2 4 16,4 1-2-16,-4-1 0 0,-3-3-4 0,-1 1 2 16,2 2-1-16,1-4 0 0,1 3 2 0,-3-2 1 15,-1-1 14-15,2 1-3 0,1-2 1 0,-1 0-4 16,1 1 0-16,-1-2-2 0,1 1-1 0,-3 0-1 0,2-2-1 16,1 0 2-16,-4 0-3 0,2 0-1 0,-5 0 3 15,-7 0-1-15,11 0-2 0,-11 0 2 16,10 0 2-16,-10 0-2 0,8-3 9 0,-8 3 2 15,0 0 3-15,0 0 9 0,0 0-5 0,9-1 0 0,-9 1-3 16,0 0-3-16,0 0-2 0,0 0-1 0,0 0-5 16,0 0 3-16,0 0-4 0,0 0 0 0,-21 11-1 15,11-7-3-15,1 2-1 0,-1 2 4 16,1-1 1-16,-3 0-7 0,-3 3 5 0,5-2-3 16,1 0 1-16,-5-1-3 0,5 2 0 0,0-2 1 0,-3 2 3 15,4-1 0-15,-3 0-21 0,1-1-21 0,1 0-18 16,1 0-21-16,2 1-18 0,-2-1-28 0,4 0-31 15,1-3-18-15,-1 2-24 0,4-6-111 16,-4 9-331-16,4-9 146 0</inkml:trace>
  <inkml:trace contextRef="#ctx0" brushRef="#br0" timeOffset="97128.3">27501 13437 167 0,'-4'-20'187'0,"-3"-5"-4"16,-3 2-9-16,-2 0-7 0,-5 1-12 0,-2-1-14 15,0 1-14-15,-3 2-15 0,0 2-11 0,-1-1-6 16,1 5-12-16,4 3-5 0,2-3-8 16,5 6-7-16,-1 2-22 0,1 0-19 0,5 0-32 15,6 6-28-15,-9-4-39 0,6 0-36 0,3 4-30 0,0 0-122 16,0 0-285-16,0 0 126 0</inkml:trace>
  <inkml:trace contextRef="#ctx0" brushRef="#br0" timeOffset="97627.71">26565 12571 48 0,'-6'-6'125'15,"6"6"-14"-15,-8-3-5 0,8 3-7 0,-13 1 0 16,3 1-9-16,-3 1-3 0,0 2-12 0,-3 1-2 15,-5 2-14-15,6-1 2 0,-3 0-13 0,2 1 0 16,3-3-9-16,1 2-7 0,2 0-4 0,0-2-13 16,1 1-20-16,5-2-23 0,-2 0-19 0,6-4-5 15,-8 7-8-15,8-7-15 0,0 0-10 0,0 0-64 16,0 0-161-16,14 11 72 0</inkml:trace>
  <inkml:trace contextRef="#ctx0" brushRef="#br0" timeOffset="97777.08">26634 12544 127 0,'9'-4'130'0,"-9"4"-16"15,9-3-12-15,-9 3-10 0,16 2-11 0,-5 0-9 16,3 2-8-16,1 2-19 0,3 1-29 0,0 1-34 16,0 4-29-16,1 0-83 0,0 3-140 0,4 1 61 15</inkml:trace>
  <inkml:trace contextRef="#ctx0" brushRef="#br0" timeOffset="98327.16">26473 13853 20 0,'0'0'174'0,"-2"-6"-11"0,2 6-23 0,0 0-7 0,0 0-10 15,0 0-4-15,0 0 0 0,0 0-7 0,13 28-8 16,-9-17-2-16,2 5 3 0,-1 1-9 0,4 3-7 16,-4-2-7-16,3 4-10 0,-1-3 0 0,1 0-7 15,-2-2-2-15,-2-3-6 0,3 1 2 16,0 1-9-16,2-6-22 0,-4 0 3 0,-1-1 0 0,-2-3-2 15,2-2 10-15,1 1 10 0,-5-5 11 0,5 7 8 16,-5-7-4-16,0 0-6 0,0 0-4 0,13-8-4 16,-9 2-8-16,1-1-2 0,4-3-4 0,-4 0-3 15,1-2-4-15,1-3-3 0,-1 0-5 0,4-4-1 16,1 2-2-16,-2-7-1 0,5-1-4 0,-6 9-4 16,3-7 8-16,3 1-26 0,-5 7 5 0,-3-2-13 15,2 3-17-15,-4 6-3 0,1-2-21 0,-1 4-17 16,-4 6-27-16,7-6-25 0,-7 6-12 0,12-3-14 15,-12 3-31-15,10 5-17 0,-5 1-110 0,-5-6-336 16,8 14 149-16</inkml:trace>
  <inkml:trace contextRef="#ctx0" brushRef="#br0" timeOffset="98844.64">26863 14027 121 0,'0'0'142'0,"0"9"6"0,0-9-2 15,-7 10-4-15,5-6-18 0,0 4-2 0,-2-2-12 16,2 2-11-16,-3 0-6 0,0 1-4 0,2-3-4 16,1 4-8-16,2-4-8 0,-4 3-8 0,0-3-3 15,4-6-8-15,-2 11 2 0,1-4-9 0,1-7-2 16,0 8-3-16,0-8-8 0,-2 7 2 0,2-7-1 16,0 0 10-16,0 0 5 0,-2 8 6 0,2-8-2 15,0 0-8-15,0 0-2 0,0 0-3 0,0 0 2 16,0 0-10-16,-9-17-1 0,6 8-4 0,1-2-3 15,0-1 2-15,0 1-6 0,0-5 0 0,2-2-2 16,0 1-2-16,2-2-2 0,2 3-3 0,4-1-2 16,-2 2 0-16,1 2-2 0,1-1 0 0,2 4 2 15,-1 2-4-15,0 1 1 0,-3 1-4 0,4 0 0 16,-6 3 0-16,3 2 0 0,-7 1-2 0,13-2 5 16,-13 2-4-16,12 2 2 0,-6 0-1 0,1 0 4 15,-7-2-2-15,6 9-1 0,-3 0-5 0,-3-4 4 16,2 2-2-16,-2-7-5 0,-2 18-4 0,2-9-8 15,-5 0 1-15,1 1-18 0,1 0-7 0,1-1-4 16,2 1-3-16,-2-1-7 0,0 1-4 0,2-2-8 16,-2-1 5-16,2-7-4 0,2 15 8 0,-2-8-1 15,4 0 8-15,-2-1 8 0,1 0 3 0,1 1 4 16,3-2 7-16,-4 1 6 0,3-1-1 0,-2 0-2 16,-1-2 5-16,-3-3 4 0,8 8 4 0,-6-3-5 0,-2-5 10 15,4 5 11-15,-4-5-2 0,0 0 4 16,0 9 1-16,0-9-4 0,0 0 1 0,-12 9-3 15,5-5 4-15,3-1-11 0,-3-1-7 0,0 2-9 16,7-4-39-16,-11 1-33 0,11-1-26 0,-11 3-70 16,11-3-209-16,-10 0 92 0</inkml:trace>
  <inkml:trace contextRef="#ctx0" brushRef="#br0" timeOffset="99205.48">27193 13953 140 0,'0'0'185'0,"-8"-12"-19"0,8 12-18 16,-12-4-7-16,5 6-9 0,-4 2-17 0,-5 1-6 15,1 4-9-15,3-3-8 0,-1 4-11 0,-1 2-7 16,5-5-8-16,0 3-9 0,3-1-5 0,-2-2-7 16,6 5 3-16,0-5-6 0,0 2-7 0,2-9 1 0,4 12-8 15,-2-4 4-15,2-3-3 0,0 1-8 16,2-3 1-16,-1 2-5 0,2-3 1 0,-3 1-2 15,3 0-4-15,-7-3 1 0,5 5 0 0,-5-5 0 16,9 1-3-16,-9-1-2 0,0 0 4 0,0 0-3 16,2 5-6-16,-2-5 8 0,0 0 1 0,0 0 5 15,-7 11-1-15,1-8 4 0,6-3 0 0,-10 12 2 16,6-8-6-16,-3 2 2 0,5-2-4 0,-1 2 0 16,3-6 0-16,-4 10-2 0,4-10 2 0,0 10-2 15,0-10 1-15,9 7 0 0,-1-5-3 0,2 1-1 0,4-2-20 16,4 2-19-16,-1 0-26 0,2-3-15 0,-2 0-37 15,3-3-32-15,-1 2-39 0,-8-2-125 0,0 0-329 16,0-1 146-16</inkml:trace>
  <inkml:trace contextRef="#ctx0" brushRef="#br0" timeOffset="99650.4">25523 13264 151 0,'0'0'155'0,"0"0"-12"16,-10-2-11-16,10 2-13 0,0 0-14 0,0 0-1 0,0 0-17 16,27-9-5-16,-9 6-7 0,3-4-12 0,7 4-3 15,1-1-9-15,-2 1-9 0,-4 3-18 16,0-3-31-16,-4 3-19 0,0 0-20 0,-1-3-27 16,-5 3-25-16,-2 0-93 0,-3 0-206 0,-8 0 91 15</inkml:trace>
  <inkml:trace contextRef="#ctx0" brushRef="#br0" timeOffset="99820.7">25729 13169 2 0,'0'0'134'0,"0"0"-4"0,0 0 3 0,0 0 7 0,0 0-3 16,-3 18-13-16,1-7-12 0,4 2-5 0,0 4-18 15,2 4-10-15,2 3-8 0,-6 6-19 16,4-2-31-16,1 3-33 0,2-2-26 0,2 1-35 15,-2 2-26-15,1 1-87 0,1-1-200 0,-2 0 90 0</inkml:trace>
  <inkml:trace contextRef="#ctx0" brushRef="#br0" timeOffset="100157.95">27503 14531 44 0,'0'0'225'0,"0"0"-7"15,0 0-18-15,0 0-17 0,0 0-18 0,2-5-18 16,-2 5-17-16,0 0-18 0,17 0-23 0,-5 1-35 16,0-1-45-16,6 0-41 0,4 0-55 0,-4 1-157 15,5-1-262-15,0-1 116 0</inkml:trace>
  <inkml:trace contextRef="#ctx0" brushRef="#br0" timeOffset="101714.43">12772 15954 222 0,'0'0'213'0,"-4"-9"-26"0,4 9-15 16,0 0-23-16,-1-7-12 0,1 7-19 0,0 0-9 15,0 0-5-15,0 0-3 0,18 13-3 16,-12-3 15-16,8 1-3 0,-5 1-12 0,0-1-5 16,5 6-9-16,1 4-2 0,3 0-6 0,-5 1-8 15,4 2-7-15,-7-7-5 0,7 4-4 0,-4-6-7 0,-1 1 0 16,1-2-9-16,-2 1 1 0,1-1-5 16,-2-1-3-16,-1-4-5 0,-2 0-2 0,0-1-1 0,-2-2-3 15,1 0-1-15,-2-1-1 0,-2 0-4 16,-2-5 1-16,6 8-1 0,-2-5 4 0,-4-3-26 15,4 5 1-15,-4-5 7 0,0 0 6 0,0 0-4 16,0 0-1-16,9-12 0 0,-4 3-4 0,-3-2 5 16,2-5-1-16,2-1 0 0,-2-8 1 0,0 6-1 15,3-8 7-15,-1 0-5 0,2 0-2 0,0-1 1 0,-1 1-2 16,-1-2-2-16,-1 6 4 0,2-2 2 16,-5 7-2-16,1 3 6 0,-1-1-6 0,0 4 2 15,0 3-4-15,-2 9 0 0,4-13-4 0,-4 13-15 16,3-8-19-16,-3 8-5 0,0 0-10 0,0 0-19 15,0 0-13-15,0 0-39 0,2 29-20 0,-2-13-26 16,4 1-29-16,-4 2-117 0,0 7-344 0,5 0 153 16</inkml:trace>
  <inkml:trace contextRef="#ctx0" brushRef="#br0" timeOffset="101966.78">13319 16194 109 0,'0'0'234'0,"0"0"-8"16,-4-14-18-16,4 14-11 0,0 0-22 0,0 0-18 16,-2-10-20-16,2 10-12 0,0 0-15 0,0 0-8 15,0 0-4-15,0 0-4 0,0 0-13 16,2 35-3-16,-2-25-7 0,0 4-1 0,2-2-17 16,-4 4 1-16,2 0-5 0,0 1-8 0,0-1 4 15,-2 1-9-15,2 0-2 0,-1-1-1 0,-1 1-4 16,2-1-3-16,0-3-12 0,-2 2-23 0,4 2-21 0,-2-4-27 15,0-1-27-15,0-12-26 0,0 20-33 0,0-10-21 16,2-1-16-16,-2-2-139 0,1 0-344 16,-1-7 152-16</inkml:trace>
  <inkml:trace contextRef="#ctx0" brushRef="#br0" timeOffset="102365.88">13344 16170 145 0,'4'-18'175'16,"-4"18"-20"-16,6-13-8 0,-6 13-12 0,6-6-8 16,-6 6-6-16,11-7-15 0,-11 7-5 0,19 0-9 15,-19 0-6-15,0 0-14 0,27 7-5 0,-27-7-6 16,15 8-7-16,-9-1-1 0,4-2-10 0,-1 2-3 16,-3 2 0-16,-1-1-3 0,-3 4-6 0,0-4-5 15,-2 4 0-15,-2 1-4 0,-3-1-6 0,-1 3 4 16,1-3 3-16,1-3-12 0,0 4-5 15,-2-4-12-15,2 2 0 0,0-3-12 0,2 2-8 16,2-10 6-16,-3 17-2 0,3-17 7 0,3 13-10 16,-3-13 4-16,8 11-4 0,-2-7 1 0,0 3 1 15,-6-7 2-15,13 6-2 0,-4-2 13 0,-9-4-9 0,18 5 13 16,-9-1-4-16,0-2-2 0,-9-2 4 0,14 4 6 16,-6-2-5-16,-8-2 6 0,10 3 1 15,-10-3-2-15,0 0 11 0,11 4 2 0,-7-3 2 16,-4-1 4-16,0 0 0 0,0 0-1 0,0 0 3 15,-9 16 4-15,3-11-7 0,6-5 4 0,-14 12-8 16,5-6 1-16,-2 0 0 0,2 1-15 0,0-1-18 16,0 0-22-16,-2-1-20 0,2 4-31 0,0-4-33 15,-1 0-131-15,0 2-279 0,5-3 124 0</inkml:trace>
  <inkml:trace contextRef="#ctx0" brushRef="#br0" timeOffset="102804.27">13831 16203 192 0,'-10'-13'197'0,"5"9"-17"16,5 4-13-16,-14-3-21 0,14 3-1 15,-17 3-6-15,3 1-11 0,5 3-12 0,0 1-11 16,-4 3-5-16,2 2-12 0,4-3-8 0,-1 2-6 15,2-1-8-15,2 0-4 0,2 1-6 0,4 0-4 0,0-1-3 16,2-1-6-16,1 0 1 0,2 0-13 16,2-1 1-16,2-2-7 0,0 1 2 0,-2-3-3 0,4 1-1 15,-3-3-2-15,3 0-6 0,-4 1 4 16,-2-4-2-16,-7 0-3 0,13 0 3 0,-13 0-1 16,0 0-4-16,7-3-3 0,-7 3-1 0,0 0-3 15,0 0-3-15,0 0 1 0,0 0 1 0,-20-7-3 16,8 7 4-16,-1 0 0 0,-1 2 4 0,-1 2 10 15,-3 1-1-15,0 3 9 0,0-1 1 0,2 1 0 16,1 0 1-16,4-1 1 0,1 1 3 0,1 2-7 16,1-3 2-16,1 1-7 0,2 0 3 0,0 1-5 15,5 0 3-15,-2-1-5 0,2-8 1 0,7 13-1 16,0-6-1-16,2-1-2 0,2-1-3 0,1 0-12 16,1 0-15-16,3 0-10 0,1 0-30 0,-3-2-29 15,-3 1-34-15,2 0-28 0,1-4-25 0,-3 3-33 16,1 3-161-16,-3-3-395 0,-1 1 175 0</inkml:trace>
  <inkml:trace contextRef="#ctx0" brushRef="#br0" timeOffset="103385.2">11681 16797 143 0,'-17'-3'185'0,"3"2"-1"0,1-2-11 0,3 2-10 15,2 1-13-15,8 0-17 0,-10-1-8 0,10 1-5 16,0 0-2-16,0 0-4 0,0 0-6 0,55 5 0 15,-16-8-4-15,24 2-8 0,28-5-8 16,2 4-10-16,3-6-7 0,8-2-4 0,3 5-6 16,-4-4-6-16,6 4-8 0,2-1-1 0,-1-1-4 15,5 3-2-15,-9-1-7 0,4 2-1 0,5-1-6 0,-12 2-1 16,0-2-3-16,-5-2 1 0,4 5-2 16,-7-2-3-16,-1 1-1 0,-29 0 0 0,29 0-5 15,-33-1-2-15,1 2-1 0,-9 1 3 0,-16-3-5 16,-3 1 2-16,-3 2 1 0,-10-1-1 0,-2-1-3 15,-5 4 2-15,-2-2 0 0,-1 0 3 0,-11 0-2 16,11-2-2-16,-11 2 4 0,0 0-8 0,0 0 1 16,0 0-9-16,0 0-16 0,0 0-12 0,0 0-26 15,-56 0-25-15,36 2-31 0,-6-1-34 0,-2 3-22 16,-1 0-30-16,2 2-159 0,-2-1-390 0,-3 0 172 16</inkml:trace>
  <inkml:trace contextRef="#ctx0" brushRef="#br0" timeOffset="103828.63">12695 16926 132 0,'0'0'214'0,"-2"-11"-9"0,2 11-16 0,0 0-23 16,0 0-15-16,4-12-15 0,-4 12-16 0,0 0 1 15,0 0-7-15,0 0-6 0,12 25-6 0,-10-14-7 16,0 6-8-16,1 0 0 0,-1 0-6 0,-2 9 0 16,-2-1-4-16,2-5-3 0,0-1-5 0,2 0 25 15,-4 1-7-15,4 5-7 0,-4-6-13 16,0-2-5-16,2-5-5 0,0 5-2 0,-1 0-6 0,-1-2-7 16,2-4-2-16,-4 0-4 0,6 0-1 15,-4-2-10-15,0 2-1 0,2-11-15 0,-3 14-14 0,2-3-23 16,-1-5-28-16,0 2-17 0,2-8-28 0,-6 10-31 15,6-10-40-15,-1 10-46 0,1-10-180 0,0 0-431 16,0 0 190-16</inkml:trace>
  <inkml:trace contextRef="#ctx0" brushRef="#br0" timeOffset="104220.67">12731 16890 22 0,'9'-15'183'0,"2"1"2"0,2 4-12 16,1-1-2-16,2 5-16 0,0-1-16 0,4 4-8 15,-7 1-14-15,4 5-7 0,-4 1-10 0,-2-1-10 16,2 4-7-16,-1 5-5 0,-6-2-5 16,2 4-8-16,-2 1-5 0,-4-3-5 0,0 4-4 0,-4 0-5 15,-2-1-8-15,-1 0 5 0,-4 4-7 0,0-5-2 16,-2-3-3-16,1 3-6 0,-5-3-3 0,-1-3 0 15,5 4-2-15,-2-7 1 0,3 3-4 0,-3-4-4 16,5 0 5-16,-2-2-5 0,10-2 5 0,-13 4-3 16,13-4 1-16,-10 3-2 0,10-3 6 15,0 0 2-15,0 0-6 0,-15 0 2 0,15 0-4 16,0 0-2-16,0 0-2 0,0 0-2 0,0 0-7 16,0 0 10-16,0 0-3 0,27 4-2 0,-16-1 4 0,3 2-1 15,-3-1-1-15,0 3-8 0,7 0 10 0,-7-2-2 16,5 3 6-16,-1-1-5 0,4 4-1 15,-1-3-7-15,-5 2-27 0,2 1-25 0,2-1-32 16,-2-3-28-16,1 5-47 0,-1-3-42 0,1 0-150 16,-5-2-379-16,1-1 168 0</inkml:trace>
  <inkml:trace contextRef="#ctx0" brushRef="#br0" timeOffset="104455.15">13178 17137 168 0,'0'0'252'0,"0"0"-13"0,0-15-20 0,0 15-25 16,0 0-17-16,0 0-17 0,0 0-5 0,0 0-10 15,0 0-11-15,0 0-6 0,0 0-6 0,0 0-8 16,11 34-13-16,-11-19-3 0,0 1-7 0,0 1-11 16,2-1-9-16,-4 2-4 0,2-2-11 0,2 1-2 15,-2 0-6-15,2-2-10 0,1 3-24 0,0-6-22 16,-1 3-21-16,0-5-32 0,2 1-28 15,-1 0-37-15,1-2-46 0,0 0-50 0,-2-1-148 0,-2-8-400 16,1 10 176-16</inkml:trace>
  <inkml:trace contextRef="#ctx0" brushRef="#br0" timeOffset="104871.32">13160 17071 109 0,'14'-13'213'0,"-3"2"-15"0,5 2-7 16,-3 1-10-16,1 2-5 0,-3 1-19 0,2 5-10 15,-13 0-15-15,27 0-12 0,-13 2-13 0,-5 1-4 16,4 2-10-16,-4 0-9 0,-2 2-7 0,-3 0-14 16,3 3 1-16,-5-1-2 0,0 3-8 0,-2-1-9 15,0 1-3-15,-4-1 0 0,2 0-5 16,-1-1-4-16,-1 1-4 0,0-2-3 0,-1 2-4 0,0-3 0 15,3 0-6-15,2-8 1 0,-5 14-6 0,3-6 2 16,2-8 1-16,0 0-5 0,5 18 4 0,-5-18-7 16,4 12 5-16,2-6-8 0,-6-6 3 0,13 9-5 15,-5-3 6-15,4-1-1 0,-5 1 0 16,1-2-4-16,2 1 5 0,-3 0-3 0,3-1-5 0,-1 0 5 16,-9-4-3-16,12 6-2 0,-8-1 1 15,-4-5 0-15,9 7 2 0,-9-7-1 0,6 7 2 16,-6-7-2-16,0 0 2 0,0 0 3 0,0 0 3 15,-15 18-4-15,7-12 0 0,-2-1 0 0,10-5-2 16,-13 8 5-16,4-4-4 0,-1 1-10 0,4 0-11 16,-1-1-17-16,-3 1-27 0,10-5-26 0,-14 7-37 15,9-5-61-15,-1 1-203 0,6-3-420 0,-14 3 186 16</inkml:trace>
  <inkml:trace contextRef="#ctx0" brushRef="#br0" timeOffset="105338.68">14773 16498 28 0,'-5'-3'240'16,"5"3"-15"-16,-11-5-16 0,11 5-27 0,-5-4-11 16,5 4-15-16,0 0-22 0,0 0-11 0,0 0-6 15,25-9-16-15,-9 4-11 0,6 3-5 0,8-2-12 16,-1 4-5-16,-2-1-6 0,3 1-9 0,-8-2-32 15,-1 5-20-15,-2-2-32 0,0 3-30 0,0-3-44 16,-1 3-45-16,-9-1-149 0,0 2-324 0,0-1 144 16</inkml:trace>
  <inkml:trace contextRef="#ctx0" brushRef="#br0" timeOffset="105496.58">14889 16656 174 0,'-10'1'234'0,"10"-1"-17"0,0 0-27 16,-8 2-18-16,8-2-19 0,0 0-8 0,0 0-17 16,23 3-15-16,-6-2-32 0,5 0-39 0,7 0-44 0,-1 3-49 15,0 0-70-15,-1-1-126 0,-6 0-265 16,0-1 118-16</inkml:trace>
  <inkml:trace contextRef="#ctx0" brushRef="#br0" timeOffset="133302.2">15725 15889 84 0,'0'0'131'0,"0"0"-3"16,4-9-15-16,-4 9 2 0,0 0-10 0,0 0-6 16,0 0-7-16,0 0-2 0,0-7-4 0,0 7-8 0,0 0 0 15,0 0-2-15,0 0-6 0,0 0-6 0,0 0-4 16,0 0-6-16,0 0-5 0,0 0-9 0,-12 23 4 16,9-19 5-16,-3 7 0 0,-1-4 17 15,-2 3-6-15,1 0-6 0,-3 3-3 0,-3 2-4 16,2 0-7-16,-3 6-2 0,-1-1-2 0,4 2-2 15,0-5-6-15,1 5-1 0,0-3 1 0,1-3-4 0,3 0-5 16,0 1 0-16,2-1-2 0,-1 3-3 0,2-4 0 16,3 2-1-16,-1-5-3 0,4-1 1 0,-1 1 1 15,1-2-1-15,1 0 0 0,3-3-5 16,0 2 3-16,1-3 0 0,1 1 1 0,3-1-2 16,-2-3 0-16,2-1 1 0,0 1-2 0,0-1 0 15,1-4 3-15,0-2 0 0,0 1-6 0,0-2 3 16,-3 0-4-16,-2-2 2 0,1 0-1 0,0-1 2 15,-5 1-1-15,0-4-3 0,0 1 1 0,-3 0 1 16,-2 1 0-16,0 1-4 0,-3-3 2 0,-3 3 0 16,3-1-2-16,0 4 3 0,5 5-3 0,-17-12 0 15,6 8 1-15,-2-2 0 0,-1 6-1 0,2 0 0 16,-5 4 0-16,5-2 1 0,-1 2-2 0,2 0 1 16,1 3-3-16,3-1 1 0,-1 1-20 0,2-1-16 15,2 3-23-15,0 0-45 0,4-2-46 0,0-7-55 16,7 16-126-16,0-10-361 0,5-1 160 0</inkml:trace>
  <inkml:trace contextRef="#ctx0" brushRef="#br0" timeOffset="133485.81">15910 16103 163 0,'2'-11'197'0,"-2"11"-21"0,7-6-20 15,-7 6-15-15,13-3-12 0,-13 3-11 16,27-3-16-16,-7 3-31 0,1 1-29 0,-1 1-37 0,8-1-34 16,-6 3-50-16,6 0-33 0,-9-1-68 0,-1 0-195 15,-1 1 86-15</inkml:trace>
  <inkml:trace contextRef="#ctx0" brushRef="#br0" timeOffset="133841.77">16372 15990 219 0,'0'0'210'0,"0"0"-13"0,0 0-13 15,0 0-20-15,0 0-21 0,0 0-12 0,0 0-11 16,0 0-8-16,0 0-10 0,0 0-6 0,-26 15-4 16,17-7-7-16,3 1-6 0,1 2-15 0,0 0-2 15,-2 1-6-15,3-2-5 0,2 3-5 0,2 0-5 16,1-3-2-16,3 1-4 0,0 0-1 0,2-2-3 15,2-1-3-15,2 1-2 0,2-4-1 0,-2 1-6 16,4-2 4-16,-3 0-6 0,2-1 3 0,-1-3-4 16,-1-1-1-16,2 1-4 0,-3-4 3 0,0 0-5 15,0-1 2-15,-2-1 1 0,-1-6-3 0,-1 3 0 16,-3-1 0-16,0-3-3 0,-4 3 2 0,-1-4-2 16,-2 2-3-16,-4-4 6 0,-1 0-3 0,1 2 1 15,1-1-4-15,-1 4 3 0,-1-2-4 0,0 3 0 16,5 4-1-16,-2-2-3 0,0-1-13 0,6 9-27 15,-8-6-26-15,8 6-12 0,0 0-17 0,-13 0-28 16,13 0-27-16,0 0-24 0,0 0-152 0,-2 17-356 16,2-17 158-16</inkml:trace>
  <inkml:trace contextRef="#ctx0" brushRef="#br0" timeOffset="133984.99">16668 16037 197 0,'0'0'204'0,"0"0"-6"15,13-3-9-15,-13 3-23 0,0 0-17 16,0 0-17-16,0 0-17 0,0 0-33 0,0 0-25 16,0 0-31-16,0 0-49 0,15 1-52 0,-15-1-162 15,0 0-255-15,0 0 113 0</inkml:trace>
  <inkml:trace contextRef="#ctx0" brushRef="#br0" timeOffset="134308.09">16990 15841 7 0,'-2'-11'240'0,"2"11"-20"0,5-11-17 15,-5 11-19-15,10-11-14 0,-5 6-17 0,7 2-14 16,-2 0-15-16,3 0-9 0,5 1-13 0,-1 0-8 16,0 2-11-16,3 2-8 0,-3-1-7 0,2-1-5 15,-6 1-7-15,1 2-4 0,-4-2-7 0,4 0-3 16,-3 2-7-16,-2-1-5 0,2-1 0 0,-6 2-6 15,0 2 1-15,0-1 8 0,1 1 7 0,-4 0 5 16,1 4 2-16,-2 2-5 0,-2 0 5 0,-1 1 3 16,0 2-3-16,-2 2-2 0,0 0-2 0,-1 0-7 15,1 0 4-15,0 1-5 0,-1-2-2 0,2 3-4 16,-1-1-3-16,1-1-2 0,-1 3 0 0,3-3-4 16,-4 1-6-16,5-4-25 0,-2-1-25 0,4 1-24 15,-4-1-28-15,5-1-22 0,-2-1-27 0,4-2-41 16,-5-8-44-16,6 13-155 0,-5-8-407 0,-1-5 181 15</inkml:trace>
  <inkml:trace contextRef="#ctx0" brushRef="#br0" timeOffset="134478.81">17119 16018 3 0,'0'0'209'0,"0"0"-23"0,-1-12-17 16,1 12-21-16,0 0-7 0,19-7-19 0,-3 5-11 15,4 2-9-15,2 0-10 0,5-2-13 16,-6 4-26-16,6 0-39 0,-6 2-38 0,-1 1-30 16,2-1-46-16,-3-1-109 0,-6 2-226 0,-2-3 100 15</inkml:trace>
  <inkml:trace contextRef="#ctx0" brushRef="#br0" timeOffset="134841.61">15840 16430 96 0,'-34'4'183'0,"6"0"-11"15,11-1-18-15,3-3-12 0,4 3-19 0,3 1-4 16,7-4-12-16,3 9-4 0,-3-9-9 0,30 5-13 15,5-2-7-15,22-7-10 0,37-3 1 0,7-2-5 16,5 2-6-16,6-5-4 0,6-3-11 0,-1 1 3 16,0-3-10-16,-4 3-3 0,-1 2-1 0,-9-3-7 15,-10 4 4-15,-31 4-3 0,0 1-3 0,-4-1-1 16,-4 2-5-16,-17 0 1 0,-3 1-2 16,-6 0 2-16,-7 3-5 0,-5-2 7 0,-3 2-9 15,-5 0 5-15,-8 1-1 0,15-3-3 0,-15 3-2 0,10 0-2 16,-10 0-3-16,0 0-3 0,0 0-13 0,0 0-6 15,0 0-21-15,0 0-22 0,0 0-27 0,-32 8-38 16,18-5-22-16,-2 3-121 0,-10-1-293 16,4 0 129-16</inkml:trace>
  <inkml:trace contextRef="#ctx0" brushRef="#br0" timeOffset="137033.84">16117 16683 3 0,'0'0'88'0,"0"0"-12"0,0 0 5 16,0 0-7-16,0 0-15 0,0 0 10 16,0 0-7-16,0 0-3 0,0 0-3 0,0 0-1 15,0 0 0-15,0 0-4 0,0 0 4 0,0 0-6 16,0 0-3-16,0 0 4 0,0 0-1 0,0 0 2 0,0 0 1 16,0 0 0-16,0 0-5 0,0 0 10 15,0 0-16-15,0 0 2 0,0 0-7 0,0 0-6 16,0 0 2-16,-5-14-4 0,5 14-6 0,0 0 4 15,0 0 5-15,-5-10-6 0,5 10 1 0,0 0 1 16,-4-5 5-16,4 5-1 0,0 0-10 0,0 0 0 16,0 0-3-16,0 0 4 0,0 0-11 0,0 0-3 15,0 0-2-15,0 0 2 0,0 0 2 0,-6 19 3 16,6-9 0-16,-1 1 4 0,2 0-3 0,0 6 4 16,-1-4 1-16,0-1-3 0,3 4 3 0,-2-2-6 15,2 2 4-15,-2-3 0 0,0-1-3 0,0 1 1 16,-1-1 1-16,3-3-5 0,-3 5 6 0,0-3-3 15,3-1 0-15,-3 1-1 0,0-5-3 0,1 1 2 16,-1-7-5-16,0 12 4 0,0-6-5 0,0-6 3 16,-1 11-2-16,1-11-1 0,0 0 6 0,0 8-9 15,0-8 2-15,0 0 1 0,0 0-1 0,1 8-7 16,-1-8 6-16,0 0-18 0,0 0-18 0,2 6-20 16,-2-6-23-16,0 0-32 0,0 0-40 0,0 0-156 15,0 0-327-15,0 0 144 0</inkml:trace>
  <inkml:trace contextRef="#ctx0" brushRef="#br0" timeOffset="137330.61">16268 16688 52 0,'0'0'159'0,"5"-5"-19"0,-5 5 4 16,0 0-19-16,0 0-6 0,0 0-6 16,21 11-5-16,-17-7-9 0,2 4-3 0,4-2 2 15,-2 3-7-15,1-1-11 0,0 1 1 0,0-3-12 16,0 4-4-16,-2-3-2 0,3 2-9 0,0-2-2 16,-1 0-3-16,2 2-4 0,-2-4-7 0,-1 4-3 15,2-1-3-15,-1-3-1 0,0 0-8 0,-2 0 0 16,5-1-23-16,-6 1-18 0,-6-5-25 0,14 5-22 15,-14-5-25-15,17 7-27 0,-12-7-29 0,-5 0-122 16,9 1-290-16,-9-1 128 0</inkml:trace>
  <inkml:trace contextRef="#ctx0" brushRef="#br0" timeOffset="137536.44">16487 16673 152 0,'-4'-9'185'0,"4"9"-18"0,0 0-16 0,-6-6-21 0,6 6-16 16,0 0 9-16,0 0-12 0,0 0-10 0,-22 18-2 16,15-8-12-16,0 1-7 0,-2 1-8 0,-3 3-5 15,5 1-11-15,-5-1-3 0,3 2-3 0,-4 6-7 16,-2 0-18-16,6-7-17 0,0 1-26 16,-1 2-31-16,5-3-31 0,-2 0-42 0,0 0-31 15,2-1-89-15,1-4-263 0,0-1 117 0</inkml:trace>
  <inkml:trace contextRef="#ctx0" brushRef="#br0" timeOffset="137796.2">16685 16639 32 0,'0'0'221'0,"5"-12"-16"0,-5 12-19 0,1-9-22 15,-1 9-19-15,0 0-10 0,11-2-12 0,-11 2-11 16,0 0-4-16,8 14-9 0,-4-4-1 0,-1 1-11 16,-3 1-5-16,1 2-10 0,-2 3-2 0,1 1-8 15,-2-3-7-15,2 3-2 0,0-1-8 0,-1 1-1 16,-1 0-5-16,-1 0 0 0,2 0-16 0,-2-3-21 16,2-3-23-16,1 0-18 0,-2 0-30 0,2 0-31 15,0-1-29-15,0-11-52 0,2 20-113 0,-2-20-318 16,0 13 141-16</inkml:trace>
  <inkml:trace contextRef="#ctx0" brushRef="#br0" timeOffset="138083.9">16843 16805 30 0,'0'0'150'0,"3"-12"-4"0,-3 12-2 0,0 0-11 16,0 0-2-16,0 0-10 0,0 0-11 0,24 4-8 15,-24-4-8-15,16 1-15 0,-6 0-3 16,1 1-4-16,-11-2-10 0,22-3-4 0,-9 1-3 16,-2 1-2-16,2-1 3 0,-3-3-5 0,2 1 2 15,-12 4-4-15,14-10-2 0,-9 6 0 0,-5 4-10 16,6-12 4-16,-6 12-1 0,3-11-8 0,-3 11-4 16,-4-13-1-16,4 13-1 0,-10-17-4 0,5 8-7 15,-2 3 5-15,-3 1-3 0,4 0-6 0,6 5-1 16,-14-6-6-16,6 3-12 0,8 3-12 0,-21 0-17 15,21 0-21-15,-20 1-31 0,20-1-30 0,-14 6-37 16,4 2-138-16,1-3-318 0,9-5 141 0</inkml:trace>
  <inkml:trace contextRef="#ctx0" brushRef="#br0" timeOffset="138468.69">17325 16454 221 0,'0'-13'237'0,"0"13"-26"16,0 0-20-16,0 0-16 0,0 0-13 0,0 0-6 0,0 0-9 16,-27 25-12-16,15-8-12 0,-1 7-9 15,0-1-12-15,1 1-5 0,2 1-11 0,-1-1-8 16,3-6-7-16,5 0-5 0,0 1-8 0,1-1-5 15,1 0-5-15,2-1-6 0,1-6-1 0,1 1-6 16,3-2-1-16,-2-1-2 0,3-1-3 0,-1 0-3 16,1-3 0-16,-7-5-5 0,15 7 1 0,-7-5-4 15,-8-2 2-15,14-2-3 0,-14 2 3 0,16-8-3 16,-10 4-3-16,0-4 0 0,-2 1-5 0,-4 7 4 16,6-16-5-16,-3 7 0 0,-3 2-5 0,0 7 1 15,-6-14 0-15,2 8-6 0,-1 2 5 0,-3-2-5 16,-1 3 1-16,0 0-4 0,9 3-6 0,-24 0-15 15,12 2-10-15,1 2-17 0,-3 1-23 0,-2 1-23 16,4 2-44-16,3-2-39 0,-1 1-215 0,0 0-428 16,10-7 190-16</inkml:trace>
  <inkml:trace contextRef="#ctx0" brushRef="#br0" timeOffset="138704.59">17922 16286 122 0,'0'0'252'16,"0"-10"-21"-16,0 10-24 0,0 0-22 0,2-13-19 15,5 8-21-15,4 1-9 0,6 1-15 0,3 1-13 16,0 1-31-16,0 0-33 0,0 1-38 0,-1 1-30 15,0 2-44-15,-2 0-47 0,-4 0-39 0,-5 2-87 16,-2-1-259-16,-1 0 115 0</inkml:trace>
  <inkml:trace contextRef="#ctx0" brushRef="#br0" timeOffset="138862.59">17931 16443 19 0,'0'0'237'0,"-9"2"1"16,9-2-14-16,0 0-19 0,-8 2-17 0,8-2-21 15,0 0-15-15,0 0-17 0,0 0-17 0,0 0-16 16,30-6-26-16,-11 3-30 0,3 1-29 0,4-1-38 16,2-1-24-16,-7 2-62 0,1 0-48 0,-2 2-111 15,-1-3-289-15,0 3 128 0</inkml:trace>
  <inkml:trace contextRef="#ctx0" brushRef="#br0" timeOffset="139974.87">18570 16133 80 0,'1'-11'178'0,"-1"11"-5"0,0-9-8 16,0 9-1-16,0-8-3 0,0 8-12 16,1-7-8-16,-1 7-10 0,0 0-19 0,0 0-12 0,0 0-12 15,0 0-6-15,0 0-7 0,0 0-3 0,0 0 0 16,0 0-8-16,-15 18-2 0,9-9-8 16,1 1-4-16,3-1-6 0,0 1-3 0,0-1 23 0,1 4-2 15,1-3-9-15,1 0-4 0,3 1-5 16,3-2-4-16,0 4 2 0,5-2-7 0,1 2-2 15,2-3-4-15,-1-2-3 0,1 0-5 0,2 0-1 0,0 0 2 16,-2-1-2-16,2 0-4 0,-6-3-1 0,2 4-4 16,-3-4-1-16,-1 1-1 0,-1-1-3 0,-2 1-1 15,0-3 1-15,-2 2-29 0,-4-4 2 16,8 6 4-16,-8-6 0 0,4 8 6 0,-4-8 2 16,0 0 5-16,-10 12-3 0,3-7 1 0,-2-1 2 15,-3 0 3-15,-1 0-2 0,-5 1 0 0,-1 0 1 16,1-3 3-16,1 0-3 0,3 1-1 0,0-1-9 0,-5 0-11 15,5 0-18-15,1-2-15 0,1 0-16 16,0 0-26-16,12 0-29 0,-16-4-29 0,10 0-39 16,-3 1-136-16,9 3-358 0,-11-12 158 0</inkml:trace>
  <inkml:trace contextRef="#ctx0" brushRef="#br0" timeOffset="140124.81">18700 16044 22 0,'14'-4'108'0,"4"2"-6"0,1-3-7 16,3 2-9-16,-3 0-15 0,8 0-18 0,-5 3-27 15,-2 2-39-15,1 0-33 0,-3 3-38 0,-7-3-91 16,2 2 40-16</inkml:trace>
  <inkml:trace contextRef="#ctx0" brushRef="#br0" timeOffset="140283.53">19001 16188 121 0,'0'0'191'0,"0"0"1"0,0 0-22 15,0 5-19-15,0-5-16 0,0 0-14 0,6 3-6 16,-6-3-13-16,8 3-34 0,-8-3-32 0,11 6-39 16,-11-6-52-16,12 7-33 0,-6-4-122 0,-1 1-227 15,-5-4 101-15</inkml:trace>
  <inkml:trace contextRef="#ctx0" brushRef="#br0" timeOffset="140700.47">19266 16038 59 0,'11'-5'194'0,"0"0"-6"0,2 1-15 16,-2 2-10-16,8-2-15 0,-7 4-15 0,-2 0-11 15,6 0-9-15,-6 2-10 0,3 0-13 0,-2 3-9 16,-2-2-8-16,1 4-7 0,-3 0-2 0,-2 1-7 16,1-1-6-16,-3 5-6 0,-1-2 0 0,-2-10-3 15,-2 21-5-15,-2-8-1 0,-2 1-5 0,-5 0-8 16,2 0-2-16,-1-1 0 0,-1-3 0 16,3 0-5-16,2-1-3 0,-1 0-3 0,2 1-1 0,2-2-3 15,2 0-2-15,0-2-7 0,0 2-2 0,1-8-7 16,1 11 9-16,1-4 2 0,4-2-5 0,-1 3 0 15,-5-8 4-15,16 10-2 0,-9-7-2 0,2 2 0 16,2 0 2-16,2-1 3 0,-4-1 1 0,4 3-4 16,-2-3-1-16,-2 2 9 0,3-1-11 15,-6-3 4-15,-3 2 1 0,-3-3-3 0,7 6 7 16,-7-6-5-16,3 3 5 0,-3-3-1 0,0 0 0 16,-16 13 1-16,6-9-2 0,0 1 0 0,-3-2 3 0,1-1-4 15,-4 4 2-15,2-3-4 0,-1 4 3 0,1-6-17 16,3 4-14-16,0-1-23 0,0 1-41 0,3-4-26 15,0 2-36-15,2-2-128 0,-4 1-308 16,10-2 136-16</inkml:trace>
  <inkml:trace contextRef="#ctx0" brushRef="#br0" timeOffset="141244.81">19668 16327 200 0,'2'-5'239'0,"-1"-2"-21"0,5 0-21 0,0-2-17 16,-2 3-15-16,2-3-19 0,3 1-14 0,0 0-12 15,-1-1-14-15,5-2-10 0,-6 2-6 0,4 1-8 16,-1-1-1-16,-1 2-10 0,-2-3-1 0,2 2-7 16,0-1-2-16,-1-2-5 0,0 1 2 0,-1-3-8 15,2 2 2-15,-2 1-8 0,-2-1 0 0,2-6-6 16,0 7 0-16,-2-1-4 0,0 2 0 0,0 0-1 15,-2 1 4-15,-1 2 6 0,-2 6-11 0,4-9-3 16,-4 9-7-16,5-5-5 0,-5 5-4 0,0 0-3 16,0 0 1-16,0 0-3 0,0 0 0 0,0 0-1 15,-10 26 1-15,6-15-1 0,-1 0 0 16,0 5 1-16,1-1-3 0,-1-3-1 0,4-1 2 16,-2 1-3-16,3-2 2 0,0 1 1 0,3-1-1 0,0 0 1 15,1-2 1-15,1-1 0 0,1-3 2 16,0 0-5-16,4 1 5 0,2-2-2 0,-1-3 4 15,4-2-4-15,-3 2 1 0,3-1-3 0,-4-1 3 0,-1-2-5 16,1 0 1-16,-1-2 3 0,-2-1-2 0,1 2 1 16,-3-2-2-16,0-2 0 0,-3-2-1 0,0 2-2 15,-2-4 2-15,2 2-3 0,-1 0 4 16,-2 0 0-16,2-1-2 0,-2 12-1 0,1-24 4 16,-1 15-5-16,0 9-2 0,-1-12 1 0,1 6-1 15,0 6-5-15,0 0-3 0,0 0 1 0,0 0 2 16,0 0 0-16,0 0 2 0,0 0-1 0,0 0 3 15,-4 35 2-15,1-23-1 0,2 2 0 0,0 3-1 16,1 0 3-16,-2 0-3 0,2 0-18 0,2 1-28 16,-1-1-36-16,2-2-21 0,-3 2-25 0,1-5-54 15,1 0-48-15,1-1-162 0,1 0-425 0,2-3 188 16</inkml:trace>
  <inkml:trace contextRef="#ctx0" brushRef="#br0" timeOffset="141704.87">20239 16215 129 0,'0'0'238'0,"5"-10"-11"16,-5 10-19-16,3-9-22 0,-3 9-19 0,0 0-19 15,0 0-10-15,0 0-16 0,0 0-7 0,0 0-10 16,0 0-6-16,-5 28 1 0,1-18-16 0,2-3-7 16,0 3-5-16,-2 0-7 0,1-1-6 0,1-3-5 15,1 3-3-15,1-9-9 0,-7 10-6 0,7-10 2 16,-1 9-2-16,1-9 8 0,-3 5 13 15,3-5 8-15,0 0 6 0,0 0-2 0,0 0-7 16,0 0-3-16,0 0-3 0,0 0-12 0,0 0-3 16,0-25 4-16,0 25-11 0,9-27-6 0,-2 10 9 0,-3 2-16 15,3-3 3-15,5-6-8 0,-2 1-1 0,2-2-4 16,-1-1 2-16,0 1 1 0,-1 3-9 0,2-1 6 16,-2 6-1-16,2 0 2 0,1 2-5 15,-3 2-2-15,-4 2 0 0,2 3-1 0,-3 3-7 16,-5 5-1-16,8-8-1 0,-8 8 0 0,0 0 1 15,0 0-4-15,18 9 3 0,-12 2 7 0,-2-1 6 16,2 5-3-16,-2-1 0 0,1 3 5 0,-2-4 2 16,2 5 2-16,-3-1 3 0,1-2 5 0,2 3-3 0,-1-2 1 15,2 1 1-15,-3-7-2 0,1 2 0 16,-1-3-5-16,0 2 3 0,1-2 5 0,0 1-12 16,-2-1 3-16,0-2 0 0,2 2-3 0,-3-3-3 15,1 1-2-15,0-1-22 0,1 1-19 0,-3-7-24 16,3 9-25-16,-3-9-21 0,1 10-12 0,-1-10-41 15,0 0-35-15,-12 14-43 0,5-10-36 0,-2 1-138 16,-4-2-446-16,2-1 197 0</inkml:trace>
  <inkml:trace contextRef="#ctx0" brushRef="#br0" timeOffset="141858.54">20169 16215 15 0,'14'-18'178'0,"-3"11"-15"0,5 3-12 0,4-2-17 0,2 2-10 16,-2 0-11-16,11-2-7 0,-2 0-37 0,1 5-47 16,2-3-50-16,1 1-62 0,-1 2-70 15,-1-2-173-15,-1 3 77 0</inkml:trace>
  <inkml:trace contextRef="#ctx0" brushRef="#br0" timeOffset="142006.56">20815 16254 1 0</inkml:trace>
  <inkml:trace contextRef="#ctx0" brushRef="#br0" timeOffset="155488.91">18510 17107 7 0,'0'0'115'0,"-9"-6"-11"0,1 2-12 0,8 4 5 16,-14-4-11-16,4 1 4 0,0 0-6 0,-1 0 1 16,2-1-13-16,-2 1-1 0,5 2 2 0,-5-1 1 15,2 1-5-15,9 1 6 0,-15-3-18 0,10 3 6 16,5 0-13-16,-10-4-1 0,10 4-4 0,-8-1-2 16,8 1 4-16,0 0-5 0,0 0-7 0,-9-4-2 15,9 4-7-15,0 0-3 0,0 0 1 0,0 0-7 16,0 0 7-16,0 0-8 0,36 2-2 15,-18-3 1-15,1 2-1 0,4-3-5 0,0 3-7 16,5-1-5-16,-7 0-15 0,8 0-12 0,-9 0-19 16,9-2-23-16,-9 2-4 0,-1-2-35 0,2 4-12 0,-7-4-104 15,0 2-246-15,-1 0 110 0</inkml:trace>
  <inkml:trace contextRef="#ctx0" brushRef="#br0" timeOffset="155943.93">18638 17034 39 0,'0'0'137'0,"0"0"-12"0,0 0-10 16,0 0-14-16,0 0-4 0,0 0-4 0,-11 7 13 15,9 3-2-15,0-1-9 0,1 2 4 0,1 6-12 16,0 0-2-16,0 3-8 0,1-1-3 0,-2 7-3 15,1-6-9-15,0-1-2 0,1 0 24 0,2 5-7 16,1-6-2-16,-3-1-15 0,3 1-3 0,1-1-8 16,-3-1-1-16,0-3-5 0,4 1-1 0,-3-2-7 15,-1-2 1-15,2-1-7 0,-4-2-2 0,5 2-4 16,-3-4-1-16,0 2-4 0,-2-7 0 0,3 8 2 16,-3-8-2-16,1 7-7 0,-1-7 2 0,0 0-8 15,0 0-2-15,-9 4-3 0,9-4-2 16,-11-2-10-16,11 2 5 0,-22-4 2 0,12-1 1 15,-3 0 0-15,1 0-2 0,1-1 1 0,3 5 3 0,-1-5-1 16,0 2 1-16,2 1-3 0,-1-1 2 16,8 4 5-16,-10-4-1 0,5 1-1 0,5 3 0 0,0 0-1 15,-8-4 2-15,8 4-2 0,0 0 1 16,0 0-3-16,0 0 5 0,0 0 0 0,0 0-3 16,0 0 3-16,0 0-2 0,30-6 3 0,-14 6 3 15,2 2-6-15,1-4-9 0,0 4-19 0,2-4-20 16,-2 2-32-16,3 0-39 0,-3-1-39 0,3 1-34 15,-2 1-102-15,-1-2-317 0,4 0 140 0</inkml:trace>
  <inkml:trace contextRef="#ctx0" brushRef="#br0" timeOffset="156186.47">19086 17235 183 0,'-10'-4'200'0,"2"3"-13"0,-2 1-10 0,-3 0-12 16,2 5-6-16,-1 1-14 0,-4 4 3 16,0 0-9-16,2 0-11 0,0 3-3 0,0 2-9 0,3-3-8 15,2 1-9-15,-1 1-8 0,1 2-9 16,3-7-9-16,3 4-3 0,1-1-9 0,2-2-6 16,2 1-2-16,0-1-2 0,5 1-11 0,0-3-9 15,6 3-21-15,-1-4-32 0,4 2-37 0,1-4-36 16,1 0-55-16,2-1-41 0,3-3-173 0,-1-1-393 15,8-3 174-15</inkml:trace>
  <inkml:trace contextRef="#ctx0" brushRef="#br0" timeOffset="156361.84">19369 17245 171 0,'-2'-10'194'0,"2"10"-22"0,0 0-15 0,12-10-16 0,-12 10-17 16,15-3-30-16,-15 3-37 0,23-2-33 0,-10 3-45 16,-3 1-29-16,2 1-43 0,-3-1-69 0,-9-2-175 15,11 7 77-15</inkml:trace>
  <inkml:trace contextRef="#ctx0" brushRef="#br0" timeOffset="156517.04">19406 17321 56 0,'-8'4'191'15,"8"-4"-2"-15,0 0 1 0,-13 4-6 0,13-4-11 16,0 0-9-16,-9 2-11 0,9-2-12 0,0 0-18 16,0 0-12-16,0 0-9 0,0 0-13 0,0 0-26 15,48-9-24-15,-30 6-23 0,10 0-45 0,0-4-32 16,1 4-52-16,3-1-53 0,-1 0-104 16,-1 0-291-16,2 0 129 0</inkml:trace>
  <inkml:trace contextRef="#ctx0" brushRef="#br0" timeOffset="156798.4">20082 16954 131 0,'0'0'253'0,"0"0"-22"0,-3-14-22 16,3 14-25-16,0 0-17 0,0 0-19 0,0 0-15 15,0 0-7-15,0 0-13 0,0 0-4 0,0 0 1 16,4 46-8-16,-4-30-7 0,1 4-9 0,-2-1-3 16,2 6 0-16,-2-4-18 0,-2 3 3 0,2-1-7 15,-1-3-8-15,-1-1-3 0,0-2-5 0,3 2-4 16,-3 0-3-16,0-2-5 0,1 0-10 0,2 0-18 16,-2-4-25-16,2-2-29 0,-1 2-24 15,1-1-46-15,1-2-50 0,-1 0-50 0,0-10-147 16,0 17-397-16,0-17 175 0</inkml:trace>
  <inkml:trace contextRef="#ctx0" brushRef="#br0" timeOffset="157202.79">20084 16919 65 0,'12'-13'182'0,"-3"2"-11"15,0 3-12-15,7 1-16 0,-4 2-11 0,6 0-15 16,0 2-3-16,-1 1-9 0,-17 2-9 0,31-3-14 16,-31 3-4-16,22 6-11 0,-12-1-13 15,-1 1 4-15,-9-6-10 0,10 11-2 0,-5-3-5 16,-5-8-7-16,0 20 4 0,0-20-8 0,-5 20-4 16,0-10-5-16,-1 0-3 0,1 1 4 0,5-11-6 15,-11 18-4-15,8-10-9 0,3-8-7 0,-5 18-4 16,5-18-4-16,-2 14 11 0,2-14-14 0,2 14-1 0,-2-14 3 15,3 14 3-15,-3-14 0 0,10 14-5 0,-3-7 5 16,-1 0-2-16,-6-7 5 0,13 8 0 0,-13-8 2 16,12 10 1-16,-12-10-4 0,9 6 5 15,-9-6-1-15,11 6 1 0,-11-6 2 0,6 7 1 16,-6-7 11-16,6 4 6 0,-6-4 1 0,0 0 4 16,0 0 9-16,0 0-7 0,0 0 0 0,0 0 0 15,0 0-5-15,-12 15 2 0,12-15-5 0,-19 9 0 16,9-6-13-16,-3 0-28 0,3 1-14 0,10-4-26 15,-22 8-46-15,13-4-55 0,0-1-109 0,9-3-299 16,0 0 133-16</inkml:trace>
  <inkml:trace contextRef="#ctx0" brushRef="#br0" timeOffset="157479.74">20629 16830 26 0,'5'-4'159'0,"1"0"-6"15,7-2-17-15,4 2-19 0,2-2-14 0,0 2-7 16,0 0-11-16,2 3-9 0,-3-1-15 0,2 1-17 15,-1 2-16-15,-6 0-27 0,0 1-16 0,-1-3-20 16,-1 3-14-16,-4 0-13 0,0 0-14 16,-1 1-7-16,-6-3-45 0,7 5-138 0,-7-5 61 15</inkml:trace>
  <inkml:trace contextRef="#ctx0" brushRef="#br0" timeOffset="157824.84">20881 16811 445 0,'0'0'-37'0,"0"0"16"16,-18 5 14-16,18-5 13 0,-13 0 11 0,13 0 12 0,-17-1 26 16,11-1 3-16,6 2 19 0,-13-2-3 15,5-1 7-15,8 3 11 0,-10-3-3 0,10 3-3 16,-9-3-7-16,9 3-13 0,0 0-5 0,0 0 7 15,-9 6 3-15,9-6 9 0,0 14-1 0,0-2-4 16,1 1-3-16,1 6-2 0,0-2-1 0,0 2-3 16,0 5-1-16,0-6-9 0,0 1 1 0,-3-1-7 15,2 3-2-15,-1-4-6 0,3 2-1 0,-3-3-4 16,-2 2-2-16,5-2-4 0,-2-3 2 0,-2-1-8 16,-2 0-1-16,2 4-3 0,1-6 0 0,-1 1-2 15,0 0-2-15,1-11 0 0,-6 14-3 0,2-11-2 16,4-3-1-16,-10 11-7 0,10-11-6 0,-12 5-3 15,4-5-6-15,8 0 3 0,-19 0 0 0,19 0-5 16,-22-3 6-16,13 1-6 0,1-2 9 0,8 4-5 16,-15-8 3-16,15 8 7 0,-10-8-4 15,10 8 5-15,-8-6-2 0,8 6-2 0,-1-8 0 0,1 8 2 16,0 0 0-16,0 0-4 0,19-13 4 16,-8 10 1-16,2 0-3 0,6 0-3 0,1 1-3 0,-1 2-17 15,2-2-11-15,-1 2-18 0,0-3-20 0,3 3-17 16,-5-1-22-16,1 1-24 0,2 0-12 0,-3-2-12 15,1 1 4-15,-1 0-90 0,-4 0-265 0,2-2 118 16</inkml:trace>
  <inkml:trace contextRef="#ctx0" brushRef="#br0" timeOffset="158018.5">21036 17115 580 0,'11'-7'-24'0,"-11"7"18"15,9-11 5-15,-9 11 19 0,3-14 26 0,-3 14 10 16,4-21 4-16,-1 16 18 0,-3 5 4 0,1-18 21 16,-1 18 9-16,3-10 7 0,-3 10 0 0,0 0-9 15,0 0-11-15,0-17-8 0,0 17-9 0,0 0-10 16,0 0 0-16,0 0-2 0,0 0-1 0,0 0-7 15,0 0 5-15,0 0 2 0,0 0-5 0,-2 46-6 0,1-33-6 16,-1 3-2-16,0-1-5 0,1 1-5 16,0-3 3-16,-1-1-5 0,1 1-6 0,1 2-6 15,0-3-25-15,0 0-21 0,0-12-28 0,1 21-29 16,-1-21-39-16,0 19-45 0,0-12-43 0,0-7-120 16,0 0-353-16,-1 19 156 0</inkml:trace>
  <inkml:trace contextRef="#ctx0" brushRef="#br0" timeOffset="158424.54">21125 17017 68 0,'0'0'190'16,"9"-9"-11"-16,-9 9-17 0,12-3-11 0,-12 3-12 15,0 0-12-15,20-2-13 0,-20 2-8 0,0 0-11 16,20 8-5-16,-20-8-12 0,10 8-11 0,-10-8-1 15,7 11-14-15,-4-5 4 0,-3-6-7 16,-3 16-3-16,3-16-4 0,-8 20-7 0,4-11-5 16,0 1-4-16,4-10-8 0,-11 20-14 0,3-11-4 15,3 0-11-15,5-9-2 0,-8 16-15 0,3-9-10 16,5-7-9-16,-2 18-1 0,2-18-9 0,1 15 7 16,-1-15-8-16,0 0 6 0,6 21-2 0,-6-21 3 15,8 14 1-15,-4-8 10 0,1-3 4 0,2 5-4 16,-7-8 8-16,12 8-2 0,-5-4 19 0,0 1-11 15,-7-5 13-15,12 5 9 0,-6-1 2 0,-6-4 7 16,8 3 4-16,-8-3 8 0,0 0 14 0,9 5 14 16,-9-5 3-16,0 0 19 0,0 0-2 0,0 0-3 15,0 0-4-15,-18 13 0 0,18-13-5 0,-21 5-7 16,10-1-3-16,-1-3-6 0,0 2 0 0,-1-1-6 16,0-1-5-16,3 1-15 0,10-2-21 0,-14 3-27 15,14-3-32-15,-13 0-44 0,13 0-173 16,0 0-308-16,0 0 136 0</inkml:trace>
  <inkml:trace contextRef="#ctx0" brushRef="#br0" timeOffset="158632.66">21509 17057 104 0,'12'-6'214'0,"-6"2"-14"15,-6 4-15-15,17-8-20 0,-7 3-17 0,3 2-11 16,5-1-16-16,-5 2-12 0,6-1-10 0,-6 3-10 16,0-1-25-16,-13 1-24 0,22-2-24 0,-22 2-25 15,19-2-21-15,-19 2-37 0,14 0-27 0,-14 0-29 16,11 0-105-16,-11 0-247 0,0 0 109 0</inkml:trace>
  <inkml:trace contextRef="#ctx0" brushRef="#br0" timeOffset="158833.56">21661 16963 59 0,'-3'-11'160'16,"3"11"3"-16,0 0 6 0,-6-14 1 0,6 14 6 16,0 0-9-16,0 0-12 0,-5-10-17 0,5 10-14 15,0 0-14-15,0 0-3 0,0 0 1 0,0 0 2 16,0 0-3-16,-5 26-3 0,3-16-2 16,2 2-7-16,-3-1-6 0,2 5-6 0,-2-3-9 15,2 5-3-15,0-7-18 0,1 6 7 0,1 0-10 16,-1-1 1-16,4 1-12 0,-2-2-21 0,0 1-32 15,-1-1-37-15,1-2-39 0,2 3-49 0,0-5-71 0,-1 0-192 16,1 0-435-16,-2-2 193 0</inkml:trace>
  <inkml:trace contextRef="#ctx0" brushRef="#br0" timeOffset="159787.28">22184 16765 161 0,'0'0'219'0,"1"-10"-12"0,-1 10-6 0,5-8-18 16,-5 8-17-16,0 0-18 0,2-9-17 0,-2 9-11 16,0 0-8-16,0 0-9 0,0 0-5 0,0 0-2 15,10 25 4-15,-6-11-3 0,-2-1-5 0,0 6-3 16,-1 1-2-16,-1 0-13 0,4 4 2 15,-3-4-8-15,0-1-2 0,-1 0-7 0,2 8-5 16,-2-8-4-16,3 1-4 0,-1-1-5 0,-4 1-4 0,4-2-4 16,-1 0-1-16,-1 0-4 0,1-2-1 0,-1 0-3 15,0-4-1-15,1 5-13 0,-1-5-6 16,0 0-20-16,-1 0-24 0,0-2-21 0,1-1-29 0,0-9-24 16,-1 16-44-16,-1-9-38 0,2-7-47 15,-3 9-131-15,3-9-406 0,0 0 180 0</inkml:trace>
  <inkml:trace contextRef="#ctx0" brushRef="#br0" timeOffset="160195.63">22211 16765 154 0,'8'-21'174'0,"-1"13"-11"16,3-1-12-16,6 1-5 0,-1-2-10 0,4 3-13 15,1 2-6-15,1 1-9 0,-2 3-15 0,-1 1-7 16,0 0-9-16,-5 3-5 0,-2 0-7 0,0 1-6 16,-2 3-6-16,-3 1-9 0,-1-3-1 0,-1 4 1 15,-4-9-7-15,-1 20-4 0,-2-10-4 0,-2 0-1 16,-3 0 1-16,3 0-7 0,0 1 0 16,-1-1-6-16,-1 2 3 0,1-4-6 0,0 3-13 15,2 0 4-15,-1-3-8 0,2 0-1 0,3-8-9 16,-1 15-4-16,1-15-7 0,2 10 1 0,2-2 0 0,1-2 3 15,-5-6-3-15,13 12 13 0,-4-6-9 0,0-2 9 16,-1 3-4-16,3-2 0 0,-2-3 3 16,0 4-12-16,-9-6 16 0,13 7 0 0,-8-3 0 0,-5-4-5 15,9 5-4-15,-9-5 15 0,0 0 14 16,5 8 9-16,-5-8 3 0,0 0 2 0,0 0-2 16,-12 13-1-16,12-13-10 0,-12 4 6 0,12-4-4 15,-17 6-5-15,8-4 2 0,0 1 4 0,9-3-17 16,-13 4-18-16,13-4-22 0,-12 5-22 0,12-5-38 0,0 0-37 15,-9 4-144-15,9-4-305 0,0 0 136 16</inkml:trace>
  <inkml:trace contextRef="#ctx0" brushRef="#br0" timeOffset="160383.5">22704 16984 25 0,'10'-3'175'0,"-10"3"-15"0,24-5-17 16,-13 4-16-16,-11 1-8 0,27-2-12 0,-14 0-8 16,6 0-15-16,-19 2-14 0,25 1-21 0,-12-1-21 15,-13 0-32-15,19 0-36 0,-19 0-30 0,14-1-21 16,-14 1-73-16,0 0-177 0,0 0 79 0</inkml:trace>
  <inkml:trace contextRef="#ctx0" brushRef="#br0" timeOffset="160575.87">22847 16928 21 0,'0'0'71'0,"-7"-15"8"0,7 15 23 15,-8-11 10-15,8 11 12 0,-4-12 8 16,4 12 4-16,-5-11-4 0,5 11 4 0,0 0-4 16,-4-12-4-16,4 12-17 0,0 0-12 0,0 0-10 15,0 0 0-15,0 0-5 0,0 0-3 0,0 0 7 16,0 0-5-16,0 0-6 0,0 31-2 0,0-31-5 0,0 24-8 16,0-8-4-16,-1-5-5 0,2 6-4 15,-2 0-4-15,0-1-4 0,-1 0-1 0,2-1-9 16,-1 2-14-16,1-2-30 0,4 0-29 0,-3-3-38 15,1 2-50-15,-2-2-70 0,1-1-164 0,0-2-394 16,-1-9 175-16</inkml:trace>
  <inkml:trace contextRef="#ctx0" brushRef="#br0" timeOffset="160808.94">23093 16851 12 0,'0'0'267'0,"2"-12"-24"16,-2 12-27-16,4-7-19 0,-4 7-14 0,0 0-3 16,0 0-11-16,0 0-6 0,0 0-9 0,8 33-10 15,-8-22-10-15,0 2-16 0,-1 2-10 0,-1-1-10 16,4 1-12-16,-4 1-2 0,1 0-7 0,0 2-9 16,1-2-7-16,0 0-18 0,1-4-8 0,0-1-20 15,1 2-27-15,0-2-32 0,-1 0-33 16,1 0-48-16,-2-11-56 0,3 15-222 0,-3-7-436 15,0-8 192-15</inkml:trace>
  <inkml:trace contextRef="#ctx0" brushRef="#br0" timeOffset="161038.59">23439 16758 206 0,'0'0'234'0,"10"0"-13"0,-10 0-15 0,13 9-11 16,-5 1-14-16,-2 1-6 0,2 2-18 0,3 10-11 16,-4 1-14-16,-5-5-10 0,1 1-14 0,-4 4-9 15,1 0-13-15,-3 2-8 0,-2-1-7 16,-2 0-8-16,-3 0-4 0,1-3-28 0,-4 1-25 0,-3-1-29 16,-3 1-21-16,-3-5-36 0,-1 3-31 0,-4-3-59 15,2-2-188-15,-2 1-389 0,-3-4 172 0</inkml:trace>
  <inkml:trace contextRef="#ctx0" brushRef="#br0" timeOffset="161458.61">21982 16712 109 0,'-16'24'218'0,"-5"3"-12"0,4 6-7 16,-2 10-10-16,4 2-11 0,6-11-14 16,1-1-12-16,3 0-19 0,4 2-2 0,4 0-15 15,2-1-7-15,3-1-13 0,7 9-8 0,2-12-14 16,4 0 1-16,17 5-18 0,1-5-28 0,2-3-36 15,-6-11-38-15,13 4-36 0,1-5-53 0,1-1-66 0,-13-4-110 16,17-2-335-16,-2 1 149 0</inkml:trace>
  <inkml:trace contextRef="#ctx0" brushRef="#br0" timeOffset="161826.56">23700 16738 114 0,'-3'-12'215'0,"3"12"-22"0,-2-7-17 16,2 7-21-16,5-10-12 0,1 6-15 0,2-2-10 16,5 1-13-16,5 0-13 0,2 0-5 15,-1 2-13-15,2 1-3 0,2-1-13 0,-4 0-22 16,2 3-17-16,-8-2-24 0,3 2-22 0,-5-1-38 15,-1 1-34-15,-3-1-33 0,-7 1-111 0,13 0-263 16,-13 0 116-16</inkml:trace>
  <inkml:trace contextRef="#ctx0" brushRef="#br0" timeOffset="162212.81">23835 16684 16 0,'0'0'164'0,"0"0"-7"0,0 0-14 0,-6 4-6 16,6-4 3-16,-3 9 13 0,2-3-5 0,0 4-10 15,-2 2-5-15,-1 4-8 0,2 1-6 0,-2 1-7 16,1 1-9-16,2 1-5 0,-1 4-4 0,-1 0-8 16,0-6-9-16,2 0-10 0,0-1-3 0,1 1-9 15,-1-1-1-15,-1 1-7 0,2-3-5 0,-1 1-4 16,-3-4-4-16,4 3-1 0,-1-4-8 0,2 3 4 16,-3-5-5-16,1 1-1 0,-1 0-6 0,1 0 4 15,-2-4-9-15,-2 2-2 0,3-1 7 0,-4-3-2 16,3 2-6-16,-5-1-6 0,3 0-4 0,0-3-4 15,1 3-4-15,4-5 2 0,-14 5 2 0,14-5-6 16,-10 1 7-16,10-1-1 0,-9-2-5 0,9 2 9 16,-8-4-6-16,8 4 2 0,-6-7 4 0,6 7-3 15,-5-7-3-15,5 7 5 0,-3-6-2 16,3 6-1-16,-4-7 1 0,4 7 2 0,0 0 1 0,0 0-4 16,14-13 3-16,-5 12-1 0,-1 0-1 0,2 1 5 15,3-1-1-15,4 3-3 0,-4-2 0 0,7 3 4 16,-6-2-4-16,6 2-9 0,7-1-24 0,-7 0-24 15,1 2-40-15,-1-2-30 0,2-1-37 16,5 2-43-16,-5-1-115 0,-3 2-351 0,1-2 156 16</inkml:trace>
  <inkml:trace contextRef="#ctx0" brushRef="#br0" timeOffset="162440.47">24259 17039 122 0,'-3'-13'210'15,"3"13"-9"-15,-10-5-10 0,3 3-14 0,7 2-16 16,-11-2-6-16,0 2-11 0,1 5 4 0,-1 0-8 16,-1 3-6-16,2 0-6 0,-3 2-11 0,-1 2-6 15,4 0-18-15,0 1-3 0,5-4-11 0,-1 4-8 16,0-3-4-16,3 2-8 0,0 5-2 0,3-5-9 16,2 0-1-16,1 0-27 0,4-4-8 0,-1 1-27 15,5-1-15-15,-2-1-37 0,3 0-35 0,0-4-22 16,0 2-29-16,3-1-36 0,2-3-10 0,1 0-119 15,-6-1-343-15,-12 0 152 0</inkml:trace>
  <inkml:trace contextRef="#ctx0" brushRef="#br0" timeOffset="162678.51">24419 17057 117 0,'3'-12'205'0,"-3"12"7"0,2-16 0 0,-2 16-11 0,0 0-11 15,0-16-18-15,0 16-23 0,0 0-8 0,0 0 0 16,0 0 4-16,0 0-9 0,0 0 1 15,0 0-5-15,0 0-2 0,-11 45-4 0,3-30-15 16,5 1-2-16,0 0-7 0,-1-1-8 0,0 2-21 0,2-3 0 16,1 1-14-16,-2 2 6 0,1-2-9 15,0 0 1-15,2-2-13 0,0-1 1 0,0-1-10 16,0 1-13-16,0 0-18 0,0-12-25 0,0 20-15 16,1-11-21-16,-1-9-22 0,1 14-22 0,-1-14-33 15,3 13-19-15,-3-13-35 0,3 9-40 0,-3-9-22 16,2 9-125-16,-2-9-406 0,0 0 180 0</inkml:trace>
  <inkml:trace contextRef="#ctx0" brushRef="#br0" timeOffset="163076.34">24462 17052 105 0,'1'-11'210'0,"2"-1"-16"0,-3 12-14 15,7-18-15-15,-5 9-17 0,-2 9-12 0,16-13-9 16,-10 10-2-16,-6 3-11 0,26-5-12 0,-8 4-2 15,0 2-11-15,-4 1 2 0,-3 2-10 0,3 1-10 16,-4 2-3-16,-1 0-9 0,2 0-3 0,-4 2-2 16,0-1-4-16,-5-2-6 0,2 3-2 0,-4-9-6 15,0 17-2-15,-4-7-2 0,0-1-3 16,-1 1-4-16,1-2-1 0,-2 1-4 0,-3-2 0 16,3 2-5-16,-2-2 1 0,1 1-3 0,-2 0-9 15,1-1-14-15,1-1-2 0,2 0-12 0,5-6 4 16,-7 13-4-16,7-13-5 0,0 11 5 0,0-11 5 0,6 13-2 15,-6-13 4-15,6 10 5 0,-6-10-3 16,7 10 2-16,-2-4 1 0,0-1 0 0,-5-5 4 16,11 10 0-16,-5-6-3 0,1 2 9 0,-2-1-10 15,-5-5 7-15,11 8 1 0,-11-8 1 0,7 8 0 16,-7-8 3-16,7 8-3 0,-7-8 8 0,0 0 2 16,0 10 2-16,0-10-4 0,0 0 5 0,-11 9 1 15,11-9-2-15,-14 7 0 0,5-1 2 0,-1-2-5 16,-1-2-17-16,11-2-20 0,-17 3-21 0,17-3-33 15,-14 5-48-15,14-5-59 0,-13 2-131 0,13-2-349 16,0 0 154-16</inkml:trace>
  <inkml:trace contextRef="#ctx0" brushRef="#br0" timeOffset="163419.24">24840 17177 143 0,'7'-4'228'16,"-7"4"-2"-16,0 0-4 0,0 0-8 0,0 0-14 16,0 0-5-16,-7 29-24 0,7-29-8 0,-4 13-13 15,3-3-15-15,1-10-9 0,-2 17-7 0,2-8-17 16,0-9-8-16,4 19-12 0,4-10-1 0,-2-1-18 16,3-2 6-16,1 0-8 0,6-2-3 0,-5 0-10 15,3-2-2-15,-1 0-1 0,0-2-5 0,0-3-4 16,-1 2-2-16,0-3 5 0,-3 0-2 0,1-2 2 15,-4-1 0-15,2 0-4 0,-1-3 1 0,-2 0-5 16,0-5-3-16,-1 0 3 0,-6 3-5 0,2-4-1 16,-5 0 2-16,5-1-4 0,-5 1-9 0,1 5 0 15,-2 2-3-15,-1-1-2 0,1 4-5 0,-4-1 0 16,-1 1-2-16,-3 4-12 0,-1-1-15 0,-3 3-18 16,0 3-26-16,-1 2-33 0,3 0-36 0,2-1-45 15,-2 1-78-15,0 2-205 0,5-1-504 0,1 0 222 16</inkml:trace>
  <inkml:trace contextRef="#ctx0" brushRef="#br0" timeOffset="163768.76">25510 16930 125 0,'0'0'283'0,"-8"0"-16"0,8 0-25 0,0 0-13 16,0 0-18-16,-5-3-20 0,5 3-21 0,0 0-16 15,0 0-20-15,0 0-9 0,21-6-14 0,-8 5-8 16,4 0-16-16,2 0-7 0,-3-2-7 0,6 3-6 16,-3-2-14-16,3 1-17 0,-3-2-18 0,2 3-12 15,-1-3-19-15,-2 3-27 0,-8-2-23 0,3 1-31 16,-13 1-42-16,13 1-37 0,-6-1-46 0,-7 0-120 16,0 0-365-16,0 0 162 0</inkml:trace>
  <inkml:trace contextRef="#ctx0" brushRef="#br0" timeOffset="163960.26">25502 17060 23 0,'-22'2'267'16,"14"-1"-8"-16,2 1-7 0,6-2-6 0,-9 0-23 16,9 0-18-16,0 0-20 0,-13-2-18 0,13 2-16 15,0 0-18-15,0 0-12 0,0 0-22 0,47 0 2 16,-20-1-15-16,0 1-21 0,1 0-27 0,1 0-21 15,3 1-39-15,-4-2-35 0,0 4-45 16,-2-5-65-16,3 4-215 0,-9-1-413 0,0 0 182 0</inkml:trace>
  <inkml:trace contextRef="#ctx0" brushRef="#br0" timeOffset="166883.14">26230 16673 5 0,'11'-7'156'0,"-2"0"3"0,2 0-17 0,-2 0 4 16,-4 1 4-16,1 0 2 0,-1 1-5 0,0 3-4 15,-5 2-9-15,4-6-11 0,-4 6-16 0,7-4-7 0,-7 4-14 16,0 0-9-16,6-5-13 0,-6 5-1 0,0 0-10 16,0 0 0-16,0 0-7 0,0 0-4 15,-13 19-2-15,7-6-2 0,-2-2-3 0,2 0 1 16,-1 5-2-16,0 1-2 0,0 0-1 0,1-1-1 16,3 2-2-16,-3 6-3 0,4-7 1 0,0 1-3 15,2 1 2-15,2-8-4 0,0 5-5 0,2 0 0 16,0-5 2-16,6 5-6 0,-1-2 0 0,-3-5-1 15,3-1 4-15,5 1-3 0,-3-3 0 0,1-2-4 0,-1 1 4 16,0-3-3-16,3-2 3 0,1 0-5 16,3-5 2-16,0 1 0 0,0-1 2 0,-7 2-5 15,5-6 1-15,-1 2 0 0,-1-3-4 0,1-2 3 16,-3 0 0-16,-1 0 1 0,-4 2 0 0,2-3 0 16,-4-1-1-16,-1-2-4 0,0 0 0 0,-3-1 2 15,-2 2-3-15,-1-1 1 0,0 1-1 0,-2-2 2 16,0 7-2-16,-2-3 6 0,2 4-8 0,-5-1 1 15,5 2-4-15,-3 2 0 0,-2-1-2 0,2 3 2 16,7 4-2-16,-21-2 1 0,8 2-5 0,0 2-9 16,-5 1-9-16,0 2-15 0,4 3-10 0,4-3-13 15,-7 4-26-15,7-1-25 0,2 0-42 0,1 2-38 16,3-1-144-16,4-9-370 0,-6 19 165 0</inkml:trace>
  <inkml:trace contextRef="#ctx0" brushRef="#br0" timeOffset="167097.66">26691 16779 68 0,'8'-6'238'0,"-8"6"-12"0,0 0-19 16,0 0-19-16,5-6-20 0,-5 6-15 0,0 0-13 15,0 0-10-15,0 0-12 0,0 0-15 0,14 14-7 16,-14-14-12-16,6 13-9 0,-2-8-2 0,1 4-10 15,-3-2-17-15,2 2-27 0,-4-9-34 0,5 19-38 16,0-11-33-16,-3-1-42 0,-2-7-30 0,5 10-135 16,-5-10-317-16,0 0 141 0</inkml:trace>
  <inkml:trace contextRef="#ctx0" brushRef="#br0" timeOffset="167419.13">26928 16673 178 0,'0'0'236'0,"0"0"-15"0,2-12-29 16,-2 12-17-16,0 0-18 0,0 0-16 0,0 0-15 15,0 0-12-15,0 0-13 0,0 0-9 0,0 0-9 16,0 0-6-16,16 31-8 0,-11-23-7 0,3 1-6 16,-2 1-5-16,0 1-5 0,3-1-2 15,0-1-6-15,0 0-4 0,4 2 1 0,-4-3-8 0,1-1-2 16,3 5-3-16,-2-5-2 0,-2 1-4 0,-2-4 0 15,3 2-1-15,-5 2-1 0,3-3-2 0,-8-5-4 16,8 9 3-16,-8-9-3 0,9 6 2 0,-9-6 0 16,2 7-1-16,-2-7 5 0,0 0 2 15,-4 15-2-15,4-15-3 0,-13 10 4 0,6-5-4 16,-5 1-6-16,4-1-14 0,-3 0-9 0,1-1-19 16,-1-2-19-16,-1-1-26 0,12-1-31 0,-21 3-29 0,21-3-29 15,-15-3-25-15,5 0-107 0,10 3-327 0,-19-5 146 16</inkml:trace>
  <inkml:trace contextRef="#ctx0" brushRef="#br0" timeOffset="167559.44">27119 16603 53 0,'13'-4'96'15,"1"2"-12"-15,4-2-19 0,3 3-28 0,-4 1-26 16,3 2-27-16,-1-1-39 0,-2 1-61 0,-1-1 27 15</inkml:trace>
  <inkml:trace contextRef="#ctx0" brushRef="#br0" timeOffset="167948.34">27390 16595 68 0,'0'0'200'0,"0"0"-4"16,1-11-4-16,-1 11-9 0,0 0-20 0,0 0-17 15,0 0-22-15,0 0-6 0,0 0-4 0,0 0 6 16,0 0-5-16,0 0 1 0,-13 25-9 15,11-13-5-15,-1 0-14 0,1 0-10 0,2 0-7 16,2 0-3-16,-2 0-7 0,3 0-5 0,1-2-7 16,2 0-2-16,1-1-5 0,2-1-3 0,0 0-2 15,7-2-3-15,0 1-7 0,-2-4-3 0,-1-2-2 0,0-1-4 16,1 2 0-16,1-2-4 0,-15 0-2 0,22-5 5 16,-13 0-8-16,-1-1 1 0,1 3-1 15,-3-4-1-15,1 0 1 0,0-1-1 0,0-1-2 16,-3-1 0-16,1-1-4 0,-1 1 9 0,0 0-5 15,1 1 4-15,0 3 9 0,-3-4 9 0,-2 10 5 16,6-12-4-16,-6 12-1 0,4-8 3 0,-4 8-7 16,3-9 0-16,-3 9-10 0,0 0 2 0,4-3-2 15,-4 3-2-15,0 0-4 0,0 0-2 0,0 0-1 16,3 22-1-16,-3-22 9 0,-1 21-4 0,-1-8 2 16,0 3-3-16,0 1 1 0,0-6-3 0,-1 5 3 15,2 0-2-15,1 1-3 0,-1-2-13 0,-1 3-34 16,0-2-34-16,0 2-30 0,0-6-45 0,2 5-13 15,2-5-32-15,0-1-237 0,0-1-470 0,2 1 208 16</inkml:trace>
  <inkml:trace contextRef="#ctx0" brushRef="#br0" timeOffset="168508.93">27784 16769 51 0,'7'-8'174'0,"-7"8"-4"0,0 0-3 0,0 0-17 16,0 0-7-16,0 0-10 0,0 0 8 0,0 0-10 16,12 16-12-16,-12-16 0 0,1 11-1 15,-1-11-9-15,0 0-8 0,4 13-7 0,-4-13-5 16,0 0-1-16,1 7 0 0,-1-7 10 0,0 0-1 16,0 0 5-16,0 0-2 0,0 0-12 0,0 0-7 15,0 0-5-15,0 0-5 0,0 0-9 0,0 0-4 16,0 0-6-16,0 0-1 0,0 0-7 0,-1-37-6 15,1 37-5-15,3-19 0 0,1 8-5 0,1 0-2 16,-1 0 2-16,1-1-6 0,0 0-6 0,1 3-4 16,-1-2-1-16,1 2 3 0,4 0 0 0,-8 3-9 15,-2 6-1-15,8-10-4 0,-8 10 0 0,12-3-1 16,-12 3-1-16,0 0 1 0,16 6-2 0,-16-6 0 16,10 10 1-16,-5-2 2 0,2 1-2 0,-5 0-1 15,1 1 3-15,3 0-4 0,-2-1 3 0,-4-9 1 16,3 16 1-16,-3-8 4 0,0-8-7 0,4 10-2 15,-4-10 6-15,0 10 1 0,0-10 8 0,0 0-3 16,0 0-2-16,0 0 11 0,3 9 0 0,-3-9 3 16,0 0-4-16,0 0-1 0,0 0-4 0,0 0-1 15,0 0-6-15,0 0 4 0,5-28-8 0,-1 16 2 16,-1 2 1-16,2 0-12 0,3 0 5 0,-2 1-4 16,3-1 2-16,-2 1 0 0,1 3-1 0,-1-1-4 15,1 3 1-15,-8 4 0 0,11-8-1 0,-11 8 1 16,10-5 2-16,-10 5 3 0,0 0 1 0,15 3 4 15,-15-3-5-15,8 6 5 0,-8-6-6 0,7 11 4 16,-7-11-2-16,8 11 4 0,-5-3-4 0,0-1 3 16,-1 2-1-16,-2-9-15 0,4 19-29 0,-4-11-33 15,0-8-48-15,1 19-46 0,-1-19-51 16,-1 17-35-16,1-11-162 0,0-6-455 0,2 15 202 0</inkml:trace>
  <inkml:trace contextRef="#ctx0" brushRef="#br0" timeOffset="168970.87">28262 16707 54 0,'0'0'186'0,"0"0"-8"0,0 0 3 0,0 0-6 16,0 0-1-16,0 0-8 0,0 0 3 0,0 0-14 16,-3 31-4-16,3-31-6 0,-6 17-5 0,4-10-16 15,0 3-11-15,2-10-10 0,-4 14-9 0,4-14-10 16,-2 12-4-16,2-12-7 0,-3 10-3 0,3-10-3 15,0 0 4-15,-2 10 5 0,2-10 2 0,0 0 8 16,0 0 5-16,0 0 6 0,0 0 11 0,0 0-20 16,0 0-11-16,0 0-6 0,0 0-4 0,0 0-10 15,0 0-7-15,0 0 0 0,5-37-10 0,-3 27-3 16,4-7-4-16,1 1 1 0,-2 0-8 0,4-1-1 16,0-5-3-16,-1 3 6 0,2-5-8 0,-4 6-6 15,1 2 1-15,2-3 0 0,-3 5-3 0,1-1-2 16,-2 6 1-16,-1 0 0 0,-1 3-3 0,-3 6-1 15,4-10-8-15,-4 10 3 0,0 0 0 0,9-4-2 16,-9 4-3-16,0 0 1 0,17 12 0 0,-11-4 0 16,0 1-6-16,1-1 10 0,1 3-2 0,0 2-4 15,-1 3 11-15,-3-4-11 0,3 2 5 16,-4-2 0-16,0 0-2 0,2 0 0 0,0-1 2 16,1 5-4-16,-5-5 1 0,3-3-2 0,-2 2 6 0,-2-10 1 15,2 15-2-15,2-5 5 0,-3-3-5 0,-1-7-8 16,2 11-27-16,-2-11-23 0,1 12-23 0,-1-12-28 15,0 0-20-15,-1 14-28 0,1-14-30 0,0 0-24 16,-9 13-36-16,9-13-42 0,-11 6-148 16,11-6-470-16,-16 5 208 0</inkml:trace>
  <inkml:trace contextRef="#ctx0" brushRef="#br0" timeOffset="169124.77">28253 16734 93 0,'0'0'215'0,"0"0"-19"0,0 0-24 0,10-12-13 0,3 7-15 16,1 1-18-16,5 3-17 0,12-3-34 0,1 1-50 15,4 0-65-15,3-2-80 0,-1 1-73 0,14-3-208 16,-17 4 93-16</inkml:trace>
  <inkml:trace contextRef="#ctx0" brushRef="#br0" timeOffset="181800.64">5164 16133 177 0,'1'-11'179'0,"-1"11"-6"0,1-7-4 15,-1 7-4-15,0 0-11 0,0-13-10 0,0 13-8 16,0 0-7-16,0-8-15 0,0 8-7 0,0 0-9 16,0 0-11-16,0 0-10 0,0 0-9 0,0 0-5 15,0 0-6-15,0 0 4 0,0 0 4 0,0 0 0 16,0 0 0-16,-5 33-4 0,2-21-1 0,0 1-1 15,-2 4-6-15,2 0-5 0,-1 0-2 0,1 7-1 16,0-6-1-16,-2 7-2 0,4-8-1 0,-4 1-33 16,2-1-2-16,1 2 5 0,-1-1-6 0,0-2 1 15,1-3 0-15,2-1-3 0,0 0 3 0,0 0-1 16,0 0-2-16,0-1 0 0,1-1 0 0,-1-4-13 16,0 3-13-16,0 0-23 0,0-9-26 0,-2 10-33 15,2-10-32-15,0 0-45 0,0 12-29 0,0-12-145 16,0 0-385-16,0 0 171 0</inkml:trace>
  <inkml:trace contextRef="#ctx0" brushRef="#br0" timeOffset="181988.06">5068 15880 65 0,'0'0'86'0,"-5"-9"-18"16,5 9-16-16,0 0-31 0,0 0-37 0,0 0-30 15,0 0-51-15,0 0 23 0</inkml:trace>
  <inkml:trace contextRef="#ctx0" brushRef="#br0" timeOffset="182212.16">5339 16111 61 0,'13'11'185'0,"-7"5"-15"0,3 0-12 16,1 1-14-16,-2 7-4 0,-5-4-14 16,0 4-12-16,-4-5-12 0,4 6-7 0,-3-6-11 0,-2 0-8 15,0 0-3-15,-3 0-10 0,0 1-2 0,-3-5-10 16,3 2-4-16,-4-2-5 0,0 0-19 15,-4-1-21-15,-1 0-29 0,0-3-32 0,-1-1-34 16,-2 2-42-16,0-3-116 0,-3-4-271 0,-2 1 120 16</inkml:trace>
  <inkml:trace contextRef="#ctx0" brushRef="#br0" timeOffset="182426.98">4772 16167 28 0,'-12'22'190'15,"1"1"-10"-15,-1 4-12 0,4 0-7 0,1-1-19 16,3 3-8-16,7 0-18 0,0-6-8 0,4 6-9 16,0-2-13-16,5-2-20 0,2-2-31 0,0-1-27 15,1-6-46-15,-1-1-44 0,9-1-57 0,-7-1-72 16,0-3-228-16,1-2 102 0</inkml:trace>
  <inkml:trace contextRef="#ctx0" brushRef="#br0" timeOffset="182613.58">5183 15972 1776 0,'1'-18'-33'0,"-4"3"47"0,0 3-7 15,2 3 0-15,-1 3-5 0,1-1-8 0,1 7 6 16,0-10-4-16,0 10 1 0,0 0 0 0,0 0-26 16,0 0-24-16,0 0-23 0,0 0-37 0,0 0-135 15,0 0-269-15,26 11 120 0</inkml:trace>
  <inkml:trace contextRef="#ctx0" brushRef="#br0" timeOffset="188152.3">17725 15349 56 0,'0'0'56'0,"0"0"-4"15,0 0-8-15,0 0 0 0,0 0-3 0,0 0 1 0,0 0-6 16,0 0-8-16,0 0 0 0,-13-1-6 0,13 1-2 16,0 0 0-16,0 0-3 0,-10 0 4 15,10 0 0-15,0 0-1 0,-13 0-3 0,13 0 0 16,0 0 0-16,-14 1 0 0,14-1 2 0,-9 0-1 0,9 0 0 15,-12 0 6-15,12 0-2 0,-12-1-2 0,12 1 12 16,-13 2-8-16,7-2 1 0,6 0 1 0,-14 0 2 16,14 0-8-16,-15 2 2 0,6-2-1 15,-2 2 16-15,1 0-11 0,0-2 0 0,3 2 1 16,7-2-1-16,-15 0-7 0,15 0 2 0,-10 4-3 0,10-4-3 16,-8 0-2-16,8 0 3 0,0 0-5 0,-10 3 0 15,10-3 2-15,0 0 9 0,0 0 3 0,0 0-6 16,0 0 10-16,19 7-3 0,-6-6 1 0,14 2 3 15,7-2-5-15,17 1 8 0,2-8-6 16,11 5-5-16,29-4 4 0,2-4-1 0,0 1-10 0,-1-3 2 16,-2 2-3-16,-1 1-2 0,-28 1-3 0,27-3 9 15,-30 7-7-15,-1-3-1 0,-6 4-3 16,-13-2-1-16,-3 0 3 0,-1 1-2 0,-3 0-3 0,-6 2 4 16,-5-1-2-16,-3 1-1 0,-3 0 6 0,-4 1 14 15,-1 0-10-15,-3 0 5 0,-8 0 0 0,12-2 8 16,-12 2 4-16,10 0-14 0,-10 0 4 0,0 0-1 15,9 2 0-15,-9-2 3 0,0 0-1 0,8 0-1 16,-8 0-3-16,0 0-1 0,0 0 1 0,0 0-3 16,0 0 2-16,0 0-4 0,10 0-2 0,-10 0-2 15,0 0 2-15,0 0 1 0,0 0-6 0,0 0-11 16,0 0-13-16,0 0-24 0,0 0-31 0,0 0-33 16,0 0-36-16,0 0-161 0,0 0-326 0,0 0 144 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55:2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23444 12458 47 0,'0'0'77'16,"0"0"-18"-16,0 0-15 0,4 7-38 0,-4-7-46 0,0 0-41 15,-4 12 19-15</inkml:trace>
  <inkml:trace contextRef="#ctx0" brushRef="#br0" timeOffset="17681.58">27516 6591 15 0,'0'0'25'0,"10"1"-4"0,-10-1 0 0,0 0-5 0,0 0-2 16,0 0 1-16,0 0-6 0,0 0 4 0,0 0-5 16,0 0 6-16,8 3-10 0,-8-3 3 0,0 0 0 15,0 0 0-15,0 0-2 0,0 0 0 0,0 0-1 16,0 0-3-16,0 0 1 0,0 0 4 0,0 0-1 16,0 0-3-16,0 0-3 0,0 0-1 0,0 0 1 15,0 0-14-15,0 0-20 0,0 0-37 0,0 0 17 16</inkml:trace>
  <inkml:trace contextRef="#ctx0" brushRef="#br0" timeOffset="22739.03">26984 6795 1 0,'0'0'35'0,"0"0"-4"16,0 0-8-16,5-2-1 0,-5 2-7 0,0 0-2 15,0 0-4-15,0 0-4 0,0 0-2 0,0 0-3 16,0 0-4-16,0 0 1 0,0 0-4 0,0 0-1 16,0 0-15-16,0 0-24 0,0 0 11 0</inkml:trace>
  <inkml:trace contextRef="#ctx0" brushRef="#br0" timeOffset="26211.06">11300 10060 86 0,'0'0'77'0,"0"0"-12"16,0 0-22-16,39-2-17 0,-21 2-8 15,0 0-33-15,1-2-35 0,0 4-55 0,1-2 25 16</inkml:trace>
  <inkml:trace contextRef="#ctx0" brushRef="#br0" timeOffset="27953.43">17215 9236 49 0,'5'-5'52'0,"-5"5"-12"16,0 0-10-16,0 0-21 0,0 0-39 15,0 0-33-15,0 0 14 0</inkml:trace>
  <inkml:trace contextRef="#ctx0" brushRef="#br0" timeOffset="29549.66">25127 7770 45 0,'0'0'115'15,"0"0"-2"-15,0 0-6 0,0 0-9 0,-5 5 4 16,5-5-15-16,0 0 9 0,0 0 5 0,0 0-3 0,0 0 4 16,0 0 5-16,0 0 5 0,0 0 8 0,0 0 1 15,18 8-1-15,-8-8-10 0,3-1-10 16,16-7-9-16,1 3-12 0,8-3-8 0,20-6-23 16,6-2-40-16,29-9-50 0,8 1-60 0,5-2-75 0,6 2-128 15,-2-5-331-15,-9-10 146 0</inkml:trace>
  <inkml:trace contextRef="#ctx0" brushRef="#br0" timeOffset="60892.3">20929 8795 36 0,'15'-94'42'0,"6"12"-55"16,-1 1-15-16,3 31 7 0</inkml:trace>
  <inkml:trace contextRef="#ctx0" brushRef="#br0" timeOffset="106159.3">7303 12854 72 0,'8'-4'71'0,"-8"4"-8"0,0 0-8 0,0 0-3 15,0 0-8-15,0 0-12 0,0 0-8 0,0 0-16 16,0 0-10-16,0 0-4 0,0 0-15 0,0 0-11 16,10 5-28-16,-10-5-65 0,0 0 28 0</inkml:trace>
  <inkml:trace contextRef="#ctx0" brushRef="#br0" timeOffset="107083.24">10935 13025 48 0,'0'0'90'16,"0"0"-5"-16,0 0-14 0,0 0-8 0,0 0-6 15,0 0-9-15,0 0-6 0,0 0-12 0,0 0-11 16,0 0-14-16,0 0-12 0,0 0-21 0,10-1-14 15,-10 1-39-15,0 0-86 0,8 12 38 0</inkml:trace>
  <inkml:trace contextRef="#ctx0" brushRef="#br0" timeOffset="109985.68">9769 14275 4 0,'0'0'70'0,"3"-6"0"16,-3 6-9-16,0 0-1 0,0 0-10 0,0 0-1 15,0 0-13-15,0 0-4 0,0 0 1 0,0 0-4 16,0 0-2-16,0 0 1 0,0 0-10 0,8-2-3 16,-8 2-1-16,0 0 0 0,0 0 0 0,0 0-3 15,0 0-2-15,0 0 2 0,0 0-1 0,0 0-3 16,0 0 2-16,0 0-1 0,0 0-2 0,0 0-1 15,0 0-1-15,0 0-3 0,0 0 0 0,0 0 2 16,0 0 12-16,0 0-19 0,0 0 10 0,0 0-4 16,0 0-1-16,0 0 4 0,0 0-7 0,0 0 5 15,6 9-11-15,-6-9 10 0,0 0-4 0,0 0 18 16,0 0-19-16,0 0 6 0,0 0-3 0,0 0 2 16,0 0-7-16,0 0 2 0,6 3 6 0,-6-3-9 15,0 0 5-15,0 0-3 0,0 0 7 0,0 0-6 16,0 0 6-16,0 0-6 0,0 0 6 0,0 0-1 15,0 0-4-15,0 0 5 0,3 5-11 0,-3-5-10 16,0 0-10-16,0 0-9 0,0 0-8 0,6 5-56 16,-6-5-107-16,0 0 48 0</inkml:trace>
  <inkml:trace contextRef="#ctx0" brushRef="#br0" timeOffset="115209.75">15696 15262 36 0,'0'0'118'0,"0"0"-24"16,0 0-13-16,0 0-2 0,0 0 0 0,0 0-16 16,0 0 3-16,0 0-6 0,0 0-21 0,0 0-18 15,0 0-11-15,0 0-6 0,0 0-21 0,0 0-7 16,0 0-4-16,0 0-4 0,0 0-9 0,0 0-16 15,0 0-36-15,0 0-99 0,0 0 45 0</inkml:trace>
  <inkml:trace contextRef="#ctx0" brushRef="#br0" timeOffset="116188.95">18785 15265 20 0,'0'0'92'15,"3"-8"-6"-15,-3 8-2 0,0 0-1 0,4-5-10 16,-4 5-10-16,3-7-7 0,-3 7-2 0,0 0-10 16,0 0-8-16,0 0-19 0,4-4-11 15,-4 4-16-15,0 0-9 0,0 0-10 0,0 0-24 0,0 0-48 16,0 0-109-16,0 0 49 0</inkml:trace>
  <inkml:trace contextRef="#ctx0" brushRef="#br0" timeOffset="129368.95">20486 17426 42 0,'0'0'60'0,"0"0"-4"16,0 0-11-16,0 0-14 0,5-6-15 0,-5 6-10 16,0 0-12-16,0 0-36 0,9-1-45 0,-9 1 20 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41:07.6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6312 3531 77 0,'0'0'171'0,"2"-7"-11"0,-2 7-3 0,0 0-12 16,0 0-2-16,0 0-20 0,0 0-1 0,0 0-15 15,0 0-12-15,0 0-12 0,0 0-9 0,0 0-6 16,0 0-12-16,0 0-9 0,0 0-1 0,0 0-5 16,0 0-8-16,0 0 3 0,-2 24-7 0,-1-15 1 15,-1 3-5-15,-1 3 2 0,-1 1-5 0,-1-1 3 16,2 3-1-16,-1 0 0 0,1-1-3 0,-4-1-1 16,2-2 1-16,1 2 2 0,1-2-9 0,1-3 3 15,1-1-1-15,-2 1-5 0,3-1 1 0,-5-2-1 16,6-1-2-16,-1-1-2 0,2-6 4 0,-3 10-5 15,0-6 0-15,3-4 0 0,0 0 0 0,-1 9 9 16,1-9 9-16,0 0 12 0,-2 5 7 0,2-5 16 16,0 0 7-16,0 0 5 0,0 0-6 0,0 0-5 15,0 0-10-15,0 0-15 0,3-24-9 0,-1 14-3 16,3-6-5-16,-1-1 1 0,1 0-8 0,6-7-3 16,-3 1-2-16,0 0-7 0,3-3-2 0,-2 4-1 15,0 3-1-15,1-5 0 0,3 3-1 0,-5 2 2 16,1 2-2-16,1-7 5 0,-1 9-4 0,-1-1-1 15,-2 1 7-15,-1 3-3 0,1 0-1 0,1 4-1 16,-3-1 3-16,-2 2-2 0,1 2-2 0,-3 5 2 16,6-9-1-16,-2 6-3 0,-4 3-2 0,6-5 3 15,-6 5-3-15,11 0-2 0,-11 0 7 0,17 7 4 16,-8-2 0-16,0 3 2 0,5 4-1 0,-2 0 1 16,-1 1-1-16,0 2-1 0,-1 0 1 0,0-1-1 15,0 3 1-15,1-1-1 0,-3 0 2 0,1-4-2 16,-1 5 4-16,0-3-3 0,-2 1 2 0,-1-2-1 15,3 0 2-15,-4 0-1 0,2-4 2 0,-2 4-4 16,2-3 9-16,-3 0-6 0,2-2-3 0,0 0-1 16,-1-1-4-16,-4-7-14 0,5 13-11 0,-5-13-22 15,3 12-20-15,-3-12-24 0,7 9-33 0,-7-9-23 16,3 7-29-16,-3-7-13 0,0 0-116 0,0 0-335 16,0 0 148-16</inkml:trace>
  <inkml:trace contextRef="#ctx0" brushRef="#br0" timeOffset="166.62">6378 3628 67 0,'-9'-1'159'0,"9"1"-16"0,0 0-17 0,0 0-7 0,0 0-15 16,0 0-11-16,0 0-3 0,0 0-19 0,26-7-16 15,-7 4-27-15,8-1-25 0,2 0-37 0,2 0-36 16,-1-3-89-16,1 1-173 0,1-2 76 0</inkml:trace>
  <inkml:trace contextRef="#ctx0" brushRef="#br0" timeOffset="434.04">6924 3404 72 0,'0'0'236'0,"0"0"-25"0,2-6-12 15,-2 6-16-15,0 0-17 0,0 0-14 16,0 0-12-16,0 0-17 0,0 0-17 0,4-4-11 15,-4 4-13-15,0 0-6 0,0 0 1 0,1 21-2 16,1-8-5-16,-2 5 0 0,-2-1-4 0,2 1-4 16,-1-1-3-16,1 2-6 0,0 1-1 0,1-1-3 15,-1-1-3-15,0-1-8 0,0 1 4 0,3 0-10 16,0-3 2-16,-2-2 2 0,1-2-5 0,1 0-5 16,2 0 1-16,-4 0-4 0,3-1-1 0,3-1-9 15,0 1-6-15,-2-1-12 0,4-3-16 0,-2 2-20 16,0-3-25-16,-2-1-31 0,6 0-46 0,-11-4-40 15,15 5-37-15,-15-5-127 0,14-1-373 0,-14 1 165 16</inkml:trace>
  <inkml:trace contextRef="#ctx0" brushRef="#br0" timeOffset="597.29">6877 3592 73 0,'-8'-1'179'0,"8"1"-10"15,0 0-10-15,0 0-13 0,0 0-17 0,-4-7-8 16,4 7-16-16,0 0-9 0,20-2-15 0,-8-1-25 16,8 1-28-16,10-2-51 0,5-2-49 0,4 2-137 15,-3-6-224-15,15 2 100 0</inkml:trace>
  <inkml:trace contextRef="#ctx0" brushRef="#br0" timeOffset="944.26">7719 3430 2159 0,'6'-3'75'0,"-6"3"-37"0,0 0-17 0,0 0 5 15,0 0-8-15,3-7-1 0,-3 7 8 0,0 0 4 0,0 0-2 16,0 0-2-16,0 0 4 0,0 0 4 16,0 0 7-16,0 0-1 0,0 0-2 0,-9 23-3 0,6-14-6 15,-2 1-3-15,4-1 2 0,0-1-4 16,2 2-3-16,0-1-3 0,2 3 1 0,-3-3-4 15,5 1 2-15,1-1-1 0,-1 1 4 0,3-1-7 16,-2 0 1-16,4 0-3 0,-1 0 3 0,0-2-2 16,0 2 0-16,1-2-2 0,1 1-1 0,-1-2-4 15,-2 0 1-15,-1 1 1 0,-2 0 0 0,2-2-3 16,-3 2 2-16,-2-1-2 0,1 0 2 0,-3-6-2 16,0 13 5-16,0-13-2 0,-8 10 2 0,-1-2 1 15,0 0-2-15,-5 1-8 0,-3-1-8 0,-2 1-6 16,3-5-7-16,-5 1-6 0,5-3-18 0,-2 0-18 15,-1 2-25-15,5-4-44 0,1-1-50 0,-1-3-42 16,3 2-149-16,0-4-406 0,1 0 180 0</inkml:trace>
  <inkml:trace contextRef="#ctx0" brushRef="#br0" timeOffset="1108.08">7651 3425 69 0,'13'-4'143'0,"-2"0"-18"0,7 0-8 16,0 0-12-16,1 0-13 0,11 0-11 0,-2-1-11 16,0 4-25-16,2-2-25 0,1-1-31 0,-2 3-26 15,1-1-24-15,-3-1-66 0,-5 3-137 0,-2 0 61 16</inkml:trace>
  <inkml:trace contextRef="#ctx0" brushRef="#br0" timeOffset="1435.92">8160 3357 174 0,'0'0'175'0,"0"0"-6"0,0 0-9 16,0 0-8-16,0 0-11 0,0 0-10 0,0 0-11 16,0 0-13-16,0 0-7 0,0 0-9 0,0 0-6 15,0 0-8-15,0 0-5 0,0 0-12 0,0 0-5 16,-16 20-7-16,15-15-1 0,1-5-5 0,-4 12-5 16,3-7-2-16,1-5-5 0,1 12 0 0,3-3 0 15,0-2-3-15,0 0-1 0,2 2-3 16,2 0-3-16,-2-2-2 0,3 0-3 0,1 0 0 15,3 1-1-15,-2-1-3 0,0 0-5 0,-2 0 2 0,2 1 3 16,-1-3-2-16,1 1 1 0,-3 0-12 0,-2-2 10 16,1 2-3-16,0 0 3 0,-2-1-2 15,2-1-4-15,-3 0 2 0,-4-4-1 0,5 9 2 16,-3-3-1-16,-2-6 4 0,-2 12 0 0,2-12-1 16,-6 12 1-16,3-7-1 0,-2 1 3 0,-3 2-2 15,-3-2-2-15,1 1 1 0,-3-4-6 0,3 4-15 0,-3-3-15 16,2-1-23-16,-1-1-25 0,-3 1-34 0,5-2-31 15,-2 0-26-15,3-2-150 0,-4-3-343 16,2 0 153-16</inkml:trace>
  <inkml:trace contextRef="#ctx0" brushRef="#br0" timeOffset="1606.97">8234 3317 56 0,'9'-2'145'0,"-9"2"-16"0,16-5-15 0,-3 2-6 16,0-1-15-16,5 2-24 0,1-1-36 0,1 1-41 15,2 0-40-15,-3 0-68 0,0 1-125 0,-1-2 56 16</inkml:trace>
  <inkml:trace contextRef="#ctx0" brushRef="#br0" timeOffset="1947.24">8588 3147 126 0,'0'0'214'16,"-3"-7"-7"-16,3 7-7 0,0 0-13 0,0 0-13 15,1-8-20-15,-1 8-20 0,0 0-17 0,0 0-11 16,0 0-13-16,0 0-1 0,-14 27-11 16,11-11-4-16,-4 0-8 0,2 0-6 0,0 0-3 0,4-1-9 15,-1-3-3-15,2 0-5 0,2-1-4 0,-1-1-3 16,4-1-1-16,-1 0-1 0,4-2-5 0,-3-4 0 15,6 1-2-15,-1-2-2 0,2 0 1 0,1-4-4 16,1 2 0-16,4-4-2 0,-3-2-2 0,2-1 0 16,-3-2-3-16,-2 3 2 0,0-2-3 15,-2 0-2-15,-2-1 1 0,-3 1-2 0,0-3-3 16,-1 1 2-16,-3-2 6 0,-2 3 2 0,1-3-4 16,-1 1 2-16,-2-1-1 0,-1 1-4 0,-2 0-8 0,-1 3 5 15,0-3-5-15,-2 2-2 0,-2 3-5 0,-1 1-13 16,-1 2-10-16,0 2-13 0,0 2-10 15,2 1-21-15,-3 0-22 0,2 3-40 0,3 2-38 16,-1 4-45-16,-1 2-128 0,4-4-372 0,1 4 165 16</inkml:trace>
  <inkml:trace contextRef="#ctx0" brushRef="#br0" timeOffset="2218.46">9080 3355 230 0,'4'-6'241'0,"-4"6"0"0,0 0-3 16,0-8-14-16,0 8-11 0,0 0-10 0,0 0-11 15,-12-7-17-15,12 7-15 0,-14 3-7 0,2 1-19 16,0 1-4-16,-11 6-8 0,1 5-19 0,-5 5 12 16,2-1-1-16,-1 0-15 0,3-1-10 0,4 2-8 15,5-4-11-15,1-2-6 0,3-1 2 0,2 2-12 16,-1 0-3-16,8-3-6 0,2 1 1 0,3-2-11 15,2 0-7-15,5 0-13 0,1 0-17 0,9-2-27 16,7-1-24-16,-1-4-38 0,5 0-39 0,1 2-39 16,-1-7-51-16,-1 0-60 0,-3 0-180 0,-8 0-498 15,8-3 220-15</inkml:trace>
  <inkml:trace contextRef="#ctx0" brushRef="#br0" timeOffset="19235.2">10418 3885 48 0,'0'0'106'0,"0"0"-8"16,0 0-1-16,0 0 0 0,0 0-8 0,0 0-8 15,0 0-11-15,0 0-4 0,0 0 5 0,0 0-20 16,0 0-2-16,0 0 0 0,0 0-1 0,0 0-12 0,0 0-4 16,0 0 6-16,0 0-9 0,0 0 1 15,0 0-10-15,0 0 6 0,0 0-2 0,0 0 4 16,-21 6 0-16,21-6-1 0,-9 2-2 0,9-2-14 16,0 0 11-16,-9 2 1 0,9-2-1 0,0 0-3 15,0 0-9-15,0 0 5 0,-7 1-1 0,7-1-1 16,0 0 0-16,0 0-1 0,0 0 3 0,0 0 7 15,0 0-8-15,0 0 2 0,41-7 1 0,-13 5-11 16,4-3-9-16,0 0 9 0,1 1-18 0,2 0-18 16,-2 0 5-16,-3-1-8 0,0 2-25 0,-10 2-26 15,1 1-13-15,-6-4-20 0,0 4-79 0,-4 3-212 16,-4-1 94-16</inkml:trace>
  <inkml:trace contextRef="#ctx0" brushRef="#br0" timeOffset="19734.12">10586 3863 114 0,'0'0'166'0,"0"0"-14"0,0 0-16 16,-10-1-9-16,10 1-12 0,0 0-12 0,0 0-4 15,0 0 7-15,-5 11 5 0,4-2 4 0,1 2-10 16,-1 6-5-16,-1 0-11 0,2 2-1 0,0 7-6 15,2-7-4-15,-2 0-10 0,0 1-7 0,1 3-3 16,-1-3-8-16,1-1 0 0,2 0-5 0,-2-1-6 16,2-2-2-16,-1-1-6 0,1 2-1 0,-2-2 0 15,1-1-2-15,0-3-3 0,-1 2 4 0,0-1-10 16,1-1 0-16,-2-1-4 0,1 1 1 0,-1-2-4 16,1 3 1-16,-1-3-12 0,-1-2 1 0,1 3-5 15,-1-3-3-15,1-7-7 0,-4 11-4 0,4-11 0 16,-3 10 3-16,3-10 3 0,-4 6 0 0,4-6-3 15,-7 4 0-15,7-4 3 0,-7 4 2 0,7-4 2 16,-7 0 0-16,7 0-5 0,-11-2 6 0,11 2 2 16,-11-2-3-16,11 2-1 0,-13-4 5 0,8 1-1 15,-3 1 0-15,8 2 1 0,-9-3-1 0,9 3 3 16,-10-4-1-16,10 4 1 0,-5-2 0 0,5 2 1 16,0 0-4-16,0 0 0 0,-11-2 0 0,11 2 1 15,0 0-4-15,0 0 4 0,0 0-2 0,0 0-2 16,0 0 0-16,0 0 4 0,0 0-1 0,0 0-1 15,0 0 3-15,0 0-2 0,26 1 2 0,-13 0 0 16,5-1 1-16,2 0-7 0,1-1-12 0,1-1-13 16,6-1-28-16,0 2-14 0,0-2-12 0,-1-1-36 15,2 0-17-15,-1 2-18 0,-2 1-105 0,-6-2-286 16,-1 1 127-16</inkml:trace>
  <inkml:trace contextRef="#ctx0" brushRef="#br0" timeOffset="19967.03">11052 4225 151 0,'-6'-8'164'0,"6"8"-7"0,-6-8-11 15,0 6-8-15,6 2-12 0,-10-2-9 0,10 2-10 16,-16 0-3-16,6 3-15 0,-2-1-9 0,-2 5-6 16,-2 1-4-16,2 1-6 0,0 0-6 0,5-1-9 15,-3 4 0-15,3-3-3 0,3 1-10 0,-2-1 0 16,5 2-6-16,0 0 0 0,-1-3-3 15,3 3 0-15,1-11 2 0,5 19-4 0,-4-9-10 0,6-1-27 16,1 0-27-16,0-1-29 0,6 1-36 0,0-3-24 16,1 1-22-16,2-1-108 0,-1 0-278 15,-2-4 123-15</inkml:trace>
  <inkml:trace contextRef="#ctx0" brushRef="#br0" timeOffset="20214.29">11183 4228 189 0,'0'0'196'0,"2"-8"-20"0,-2 8-19 0,0 0-12 0,0 0-25 15,0 0-16-15,0 0-12 0,0 0 2 16,0 0 4-16,0 0-5 0,-3 26-3 0,3-15-8 16,-1 6-4-16,-1 0-7 0,2-2-6 0,-2 3-4 0,2-3-7 15,-3 2-1-15,3 0-8 0,-1-1-4 0,2 1-3 16,-2-5-1-16,2 4-3 0,-2-2-6 0,0-1 2 15,1 3-9-15,0-5-16 0,1 2-30 16,-1-3-22-16,0 2-19 0,0-12-33 0,1 16-33 16,1-6-19-16,-2-10-146 0,-2 14-320 0,2-14 141 15</inkml:trace>
  <inkml:trace contextRef="#ctx0" brushRef="#br0" timeOffset="20616.06">11160 4266 134 0,'6'-6'168'0,"-2"-3"-5"0,5 4-6 15,-3 0-11-15,1 1-5 0,3 1-14 0,1 0-8 16,0 2-12-16,-1-1-9 0,2 2-13 0,1 2-6 16,-3 2-9-16,3-1-6 0,-3 2-7 0,0 0-4 15,-1 4-6-15,1-2-8 0,-3 2-3 0,-1 1-1 16,-2-3-5-16,0 5 0 0,-3-3 3 0,-1 1-8 15,-1 0 3-15,0-1-7 0,-2 1 0 0,-1-2-13 16,2 1 0-16,-1-4-7 0,2 1-3 0,1-6-7 16,-3 11-4-16,3-11-4 0,-2 7-14 0,2-7 8 15,0 0 4-15,2 11 1 0,-2-11-1 0,7 6-4 16,-2-4 6-16,5 3-1 0,-4-3 3 0,3 1 0 16,3 2-1-16,-3 0 2 0,1-1 2 0,0 1-1 15,0 0 1-15,-2 2 9 0,-2 1-11 0,1-2 9 16,-2 0-2-16,-5-6-1 0,7 11 1 0,-5-1-1 15,-2-10 3-15,-4 18 3 0,4-18-1 0,-9 13 2 16,0-6 3-16,-1 0 0 0,-3-1-1 0,3 2 1 16,-7 1-2-16,6-3-11 0,-2-1 13 0,-1-2-4 15,2-1-35-15,1 0-26 0,-1-1-29 0,12-1-30 16,-17-1-119-16,17 1-261 0,-13-3 117 0</inkml:trace>
  <inkml:trace contextRef="#ctx0" brushRef="#br0" timeOffset="20961.95">11604 4383 173 0,'0'0'150'16,"0"0"-7"-16,0 0-12 0,0 0 2 0,2 12-5 16,-2-12-10-16,0 0-12 0,-6 19-3 0,3-12-5 15,3-7-10-15,-8 19-10 0,8-9-5 0,-3-1-6 16,0 1-3-16,3-10-10 0,0 19-7 0,0-19-2 15,6 12-3-15,-3-4-3 0,5-3-5 0,0 0 2 16,-8-5-4-16,16 7 2 0,-3-4-2 0,0-1 0 16,6-4 0-16,-9 4 8 0,5-5 1 0,-3 0 6 15,-2 0 3-15,0-1-3 0,-2-3 0 0,1-1-4 16,0 1-4-16,-5-2 3 0,-4 9 1 0,5-16 1 16,-5 6-8-16,0 10-4 0,-4-23-6 0,-3 10-3 15,-2-1-5-15,2 2 4 0,-2-1-6 0,-1 4 0 16,1 1-4-16,1 0 4 0,-1 1-10 0,-1 1-7 15,0 1-7-15,1 2-15 0,-1 2-21 0,2 0-20 16,8 1-25-16,0 0-33 0,-21 1-20 0,17 0-44 16,-2 2-171-16,6-3-386 0,0 0 170 0</inkml:trace>
  <inkml:trace contextRef="#ctx0" brushRef="#br0" timeOffset="21151.28">12347 4243 81 0,'9'-1'225'0,"-9"1"-19"15,0 0-21-15,8-1-21 0,-8 1-20 16,0 0-12-16,0 0-13 0,14 1-22 0,-7-1-28 16,5 2-32-16,-12-2-35 0,22 3-43 0,-9-1-57 0,-2 0-31 15,0 2-71-15,-3-2-214 0,-8-2 94 0</inkml:trace>
  <inkml:trace contextRef="#ctx0" brushRef="#br0" timeOffset="21300.95">12362 4360 99 0,'0'0'207'16,"0"0"-13"-16,-2 6-19 0,2-6-11 0,0 0-15 16,0 0-18-16,0 0-12 0,-2 5-12 0,2-5-6 15,0 0-14-15,16 0-24 0,-16 0-38 0,25 3-41 16,-7-3-59-16,2 0-51 0,-7 1-108 15,-1-1-254-15,-12 0 112 0</inkml:trace>
  <inkml:trace contextRef="#ctx0" brushRef="#br0" timeOffset="22023.45">13329 3787 49 0,'-10'-2'166'0,"3"0"-13"0,7 2 1 0,-15 0-7 16,15 0-4-16,-9-1-10 0,9 1-17 0,0 0-8 16,-9-1-11-16,9 1-9 0,0 0-12 0,0 0-8 15,0 0-6-15,0 0 2 0,0 0-16 0,0 0-3 16,43-5-11-16,-25 5-15 0,2-1-18 0,-3 1-27 16,4 0-22-16,-2 0-45 0,-6 0-23 0,-3 0-20 15,4-1-90-15,-3 3-244 0,-11-2 109 0</inkml:trace>
  <inkml:trace contextRef="#ctx0" brushRef="#br0" timeOffset="22452.39">13407 3751 82 0,'0'0'95'0,"0"0"-2"0,0 0-14 15,0 0 3-15,0 18 13 0,0-5 19 0,4 3-9 16,-1 3-4-16,-3 5-8 0,2-6-2 0,-2 1-6 15,-2 1-1-15,5 5-6 0,-3-5 1 0,0-2-6 16,0 3-5-16,0-4-8 0,0 0-4 0,-1 0-7 16,1 0-3-16,0-1-4 0,-2-4-3 0,-1 1-1 15,6-3-10-15,-3 3 6 0,0-3-12 0,2 0 8 16,-4-1-3-16,-1 1-5 0,3-3 0 0,0-7-8 16,0 11 1-16,-2-5 1 0,2-6-1 0,-2 11-3 15,2-11-2-15,0 0 3 0,0 10-4 0,0-10 1 16,0 0-2-16,-4 7-1 0,4-7-5 0,-7 3-2 15,7-3-6-15,-9 1-3 0,9-1 4 0,-12 0-2 16,12 0-2-16,-13-1-1 0,13 1 7 0,-10-2-2 16,10 2-1-16,-14 1-2 0,14-1 3 0,-11-4 0 15,11 4 2-15,-10-2-1 0,10 2 1 0,-9-3 0 16,9 3 1-16,0 0 1 0,0 0-4 0,-9 0-2 16,9 0 0-16,0 0 3 0,0 0 4 0,0 0-5 15,0 0-2-15,0 0 8 0,0 0-3 0,0 0-1 16,30 3-5-16,-17-1-4 0,16-2-13 0,-10 0-22 15,10 2-10-15,0-4-13 0,0 2-25 0,2-2-10 16,-3 1-8-16,-4-1-13 0,5 0-100 0,-9 1-244 16,-2-2 109-16</inkml:trace>
  <inkml:trace contextRef="#ctx0" brushRef="#br0" timeOffset="22680.05">13863 4075 168 0,'0'0'175'15,"-4"-5"-4"-15,4 5-15 0,-7-4-11 0,7 4-11 16,-7-6-15-16,7 6-8 0,-18 3-11 0,12 2-3 16,-8-2-4-16,1 7-12 0,-2-2-10 0,2 3 5 15,0 1-9-15,0-1-7 0,0 0-6 0,5 5-5 16,3-6-3-16,-1 0-3 0,0 1-8 0,6-1 0 16,-3 1 4-16,5 0-8 0,1 1-5 0,1-1-10 15,3-1-21-15,4-1-19 0,0-1-34 16,6-2-30-16,0 2-16 0,5-2-24 0,-4-2-17 0,5 0-4 15,-3-3-101-15,3 0-271 0,3-1 121 0</inkml:trace>
  <inkml:trace contextRef="#ctx0" brushRef="#br0" timeOffset="22888.28">14087 4153 128 0,'0'-10'187'0,"5"0"-4"0,-4 0-11 0,-1 2-6 15,0 8 0-15,0-11-1 0,0 11-9 0,0-9-7 0,0 9-18 16,0 0-14-16,4-10-16 0,-4 10-19 0,0 0-11 15,0 0-4-15,0 0-9 0,0 0-4 0,0 0-2 16,-8 36-7-16,6-19-5 0,-2 1 2 0,0 0-6 16,1 0-5-16,1-2-1 0,-2 1-1 15,4 0-5-15,-4-2 2 0,4 1-16 0,-1-1-29 16,0-1-19-16,2-2-20 0,-1-2-16 0,-1 1-43 0,1-11-21 16,0 18-28-16,0-8-152 0,-3-4-345 0,3-6 152 15</inkml:trace>
  <inkml:trace contextRef="#ctx0" brushRef="#br0" timeOffset="23258.1">14112 4076 25 0,'4'-6'145'0,"-4"6"-19"0,0 0-14 0,8-4-5 16,-8 4-5-16,0 0-10 0,0 0-7 0,15 7-11 15,-11-2 0-15,1 2-2 0,3-1-2 0,-6 1-14 16,2 0 0-16,0 2-6 0,0-3 2 0,-1 5-14 0,-3-2 1 16,2 1-1-16,-2-3-2 0,-2 3-4 0,2-2-1 15,-2 0-11-15,2-8-1 0,0 12-13 16,-3-5-15-16,3-7-3 0,-2 11-7 0,2-11-6 16,-2 11-12-16,2-11 3 0,0 0-4 0,0 15 3 15,0-15-4-15,3 8 4 0,-3-8-1 0,6 9 8 16,-6-9 6-16,7 7-6 0,-7-7 11 0,7 6-3 0,-7-6 6 15,8 6-5-15,-8-6 8 0,7 8-10 0,-7-8 8 16,4 9 7-16,-4-9 6 0,0 0 2 16,-2 13-4-16,2-13 6 0,0 0 17 0,-6 16-10 15,3-9-8-15,-3-1 6 0,-3 1 0 0,0-1-6 16,0-1-14-16,-3 2-22 0,1-3-14 0,2-1-15 16,1 2-96-16,-2-1-171 0,10-4 75 0</inkml:trace>
  <inkml:trace contextRef="#ctx0" brushRef="#br0" timeOffset="23570.53">14362 4237 56 0,'7'10'149'0,"-7"-10"-14"0,0 10-9 0,0-10-10 16,5 9-13-16,-4-2-2 0,2-1-2 0,1 0-10 15,2 0-10-15,-1 0-12 0,3-1 4 0,0 0 4 16,3 1 1-16,1-4 0 0,-1 0-4 0,1-1-5 16,-1-1 3-16,1-2-1 0,-3 1-4 0,1-3-3 15,1 2 15-15,-5-2-4 0,2 0-2 0,-1-2 4 16,-2 0 3-16,0-1-8 0,-1-2-4 0,-1-1-8 16,-2 0-3-16,-1 0-7 0,-1-1-5 0,-2 2-2 15,-1-1-6-15,0 2-7 0,0-2-4 0,-3 3-15 16,0 1-12-16,-2 1-20 0,0 2-15 0,-3 1-23 15,-1 3-19-15,-5 1-23 0,5 2-33 0,-5 1-37 16,2 3-171-16,-3-2-370 0,0 1 163 0</inkml:trace>
  <inkml:trace contextRef="#ctx0" brushRef="#br0" timeOffset="30701.84">15259 4011 81 0,'-10'0'119'0,"-1"3"-1"0,-3-2-8 16,1 2-4-16,-3 3-7 0,0 4 2 0,0-1-18 15,1 4 2-15,-1 0-13 0,5 0-5 16,-2 3-6-16,1 0-5 0,3-1-8 0,0 2-4 16,0-3-9-16,3 1 0 0,3 1-5 0,1-4 1 0,2-1-4 15,0 2 9-15,2-2-13 0,1 0-9 16,1-3 8-16,6 0 3 0,-1-1-5 0,-1-2 1 0,2 0 1 16,0-2 0-16,2 1 0 0,-2-4-6 15,2-1-8-15,4-4 8 0,-2 4 2 0,0-6-2 16,-1 1 3-16,-3 0 3 0,-1-4-6 0,4 3 1 15,-3-1 15-15,-2-3-1 0,-1 1 0 0,0-1-2 0,-1 0 1 16,-1-3-4-16,-1 3-1 0,-1 0 9 0,-1 0 8 16,3 3 4-16,-5 1 1 0,3 1-4 0,-3 6-9 15,1-10-4-15,-1 10-4 0,3-6-3 16,-3 6-7-16,0 0-3 0,4-5-4 0,-4 5-3 16,0 0-2-16,0 0 2 0,0 0-2 0,0 0 1 0,1 28 0 15,0-17-1-15,0 0-3 0,2 5 5 0,-2-4-1 16,1 0-14-16,3 3-16 0,0-2-7 0,1-3-22 15,-2 2-4-15,1-1-40 0,2-2-26 16,1 3-27-16,1-5-25 0,-1 1-103 0,-1-2-301 16,1 0 134-16</inkml:trace>
  <inkml:trace contextRef="#ctx0" brushRef="#br0" timeOffset="30930.21">15510 3980 145 0,'0'0'176'0,"2"-8"-23"0,-2 8-17 16,0 0-18-16,0-9-11 0,0 9-18 0,0 0-11 15,0 0-7-15,0 0-7 0,5 24 9 0,0-9-7 0,-1 4-4 16,1 5-5-16,0 1-4 0,2-7-7 16,-4 1-6-16,2 1-4 0,-1-1 1 0,0-1-4 15,2 1-2-15,1-1 4 0,-4-2-18 0,3-1-31 16,-3-3-36-16,1 1-20 0,0-4-32 0,-1 3-27 15,2-2-98-15,-5-2-245 0,0-2 108 0</inkml:trace>
  <inkml:trace contextRef="#ctx0" brushRef="#br0" timeOffset="31079.62">15471 4148 21 0,'0'0'111'0,"0"0"-13"15,6-7-13-15,-6 7-18 0,12-5-23 0,2 3-17 16,5-1-30-16,2-1-32 0,9 0-35 0,-1 1-74 16,1 0 33-16</inkml:trace>
  <inkml:trace contextRef="#ctx0" brushRef="#br0" timeOffset="31415.99">16089 3934 53 0,'2'-7'206'16,"-2"7"-25"-16,2-7-10 0,-2 7-25 0,0 0-12 16,1-9-20-16,-1 9-13 0,0 0-14 0,0 0-5 15,16 6-8-15,-10 2-7 0,3 1-5 0,0 1-12 16,1 2 0-16,0 2-5 0,-1 1-5 16,-2-1-5-16,-2 2-1 0,-1 1-2 0,0-2-4 15,-2 1-2-15,-2-4 3 0,-6 5-9 0,3-5 1 0,-3 1 0 16,-2-2 0-16,2-1-3 0,-8 2-1 0,3-3-2 15,-4-2-3-15,4 0 2 0,-1-1 1 0,2-2-1 16,0-3-2-16,-1 4 2 0,4-5 0 16,-1 2-2-16,8-2-2 0,-9 1 0 0,9-1 0 0,0 0 0 15,-10 3-3-15,10-3-7 0,0 0-3 0,0 0-2 16,0 0 2-16,0 0 3 0,0 0-3 0,0 0 0 16,22 7 1-16,-8-3-3 0,-1-1 0 15,3 2-32-15,1-2-23 0,2 3-26 0,-1-5-37 0,4 2-29 16,-1-3-123-16,-1 1-297 0,1-2 132 15</inkml:trace>
  <inkml:trace contextRef="#ctx0" brushRef="#br0" timeOffset="31715.73">16479 3975 108 0,'0'0'130'0,"0"0"-15"0,0 0-17 0,1-9-17 15,-1 9-8-15,0 0-1 0,0 0-18 0,0 0 8 16,0 0-8-16,0 0-3 0,7 25-6 0,-5-15-4 16,5 0 9-16,-2 0-3 0,1 2 3 0,2 2-10 0,1-1-2 15,0 2-6-15,-3-5-3 0,2 1 3 16,1-1-8-16,2 3-5 0,-3-1 0 0,3-1-1 16,-3-3 5-16,0 1-9 0,-2-1 3 0,2-1-2 15,-3-2-3-15,-1 1-1 0,0 0 1 0,-2-1-5 16,-2-5 4-16,5 10-1 0,-5-10 11 0,2 7-8 0,-2-7-2 15,-7 8-2-15,1-4-12 0,-1-2-25 16,-4 2-9-16,1-1-20 0,-2-1-23 0,-1-4-17 16,0 2-25-16,1-3-69 0,-6-1-207 0,1-3 92 15</inkml:trace>
  <inkml:trace contextRef="#ctx0" brushRef="#br0" timeOffset="31846.17">16640 3961 23 0,'17'-5'64'16,"-1"-1"-36"-16,2 2-33 0,-1 1-14 0,-6-1-20 15,5-1 10-15</inkml:trace>
  <inkml:trace contextRef="#ctx0" brushRef="#br0" timeOffset="32181.8">16814 3762 109 0,'0'0'124'15,"0"0"-25"-15,0 0 2 0,0 0 0 0,0 0 1 16,0 0-4-16,0 0-2 0,-3 34-19 16,3-34 1-16,0 21-3 0,0-9-5 0,3-1-9 0,-1 1-6 15,2-5-3-15,0 1-5 0,4 2-3 0,-2-3-6 16,-1-2-1-16,-5-5-5 0,11 9-3 0,-5-7 0 15,-6-2-2-15,15 3 3 0,-6-3-10 0,-9 0 1 16,15-5-1-16,-15 5 2 0,12-7 5 16,-7 3 1-16,3-6 3 0,-3 3 0 0,-3-3 6 15,2 0 1-15,-4 0-1 0,2-1 8 0,-4-1-10 0,0 1-3 16,-1 0 0-16,-2-1-6 0,-1 2 0 0,1 0-5 16,-1 2-8-16,1-1-4 0,-1 2-7 0,-2 2-8 15,8 5-19-15,-14-6-17 0,14 6-15 0,-18 2-14 16,18-2-15-16,-19 5-23 0,10 1-22 15,0 4-30-15,0-1-85 0,3 2-267 0,0 0 118 16</inkml:trace>
  <inkml:trace contextRef="#ctx0" brushRef="#br0" timeOffset="32428.09">17303 3855 92 0,'7'-3'223'15,"-7"3"-11"-15,0 0-6 0,0 0-14 0,0 0-15 0,0 0-14 16,0 0-7-16,0 0-22 0,0 0-11 0,-26 17-12 16,11-7-3-16,-6 7-4 0,1 1-7 15,2-2-6-15,-2 4-10 0,2 0-6 0,6-5-10 16,1 1-6-16,2 0-6 0,1 1-6 0,4-1-5 16,4 0-2-16,0-4-5 0,2 3-3 0,0-3-4 15,7 0-4-15,3 0-18 0,-1 0-20 0,7-3-31 0,7 1-26 16,4-1-41-16,0-4-51 0,2 0-29 15,-3-1-172-15,-9 0-393 0,8 0 174 0</inkml:trace>
  <inkml:trace contextRef="#ctx0" brushRef="#br0" timeOffset="33368.28">17894 3914 121 0,'0'0'230'0,"-3"-8"-7"0,3 8-15 0,-2-10-17 16,2 10-12-16,0 0-15 0,-3-7-16 0,3 7-16 15,0 0-14-15,0 0-15 0,-2-7-2 0,2 7-23 16,0 0-9-16,0 0-6 0,0 0-9 0,0 0-6 15,0 0-10-15,0 0-3 0,0 0-5 0,0 0-1 16,0 0-2-16,0 0-6 0,0 0-4 0,0 0 1 16,0 0-3-16,0 0 1 0,0 0-3 0,0 0 1 15,0 0-1-15,0 0-6 0,10 16 3 0,-10-16-3 16,0 0 1-16,2 7-3 0,-2-7 2 0,0 0-2 16,0 0 3-16,0 0-3 0,0 0 11 0,0 0-8 15,0 0-3-15,0 0 0 0,0 0 1 0,0 0 2 16,0 0-2-16,0 0 5 0,0 0-2 0,0 0 0 15,0 0 0-15,0 0-2 0,0 0 5 0,0 0-2 16,0 0 4-16,0 0 3 0,0 0 1 0,0 0 0 16,0 0-1-16,0 0-1 0,0 0-1 0,0 0-2 15,0 0 1-15,0 0-6 0,0 0 8 0,0 0-9 16,0 0 1-16,0 0-7 0,0 0 7 0,0 0-3 16,0 0 3-16,0 0-4 0,0 0-2 0,0 0 3 15,0 0-4-15,0 0 2 0,0 0-2 0,0 0 1 16,0 0-2-16,0 0 5 0,0 0-4 0,0 0 4 15,0 0-4-15,0 0 3 0,0 0-1 0,0 0-1 16,0 0 2-16,0 0 1 0,0 0 2 0,0 0 4 16,0 0 0-16,0 0 3 0,0 0 0 0,0 0 2 15,0 0 7-15,0 0-12 0,0 0 6 0,0 0-5 16,0 0 2-16,0 0-3 0,0 0 0 0,0 0 0 16,0 0-2-16,0 0 6 0,0 0-6 0,0 0-6 15,0 0 6-15,0 0-5 0,0 0 1 0,0 0-3 16,0 0 2-16,0 0-4 0,0 0-1 0,0 0-2 15,0 0 3-15,0 0 9 0,0 0-14 0,0 0 7 16,0 0-3-16,0 0-6 0,0 0 4 0,0 0 0 16,0 0 0-16,0 0 1 0,0 0-1 0,0 0 2 15,0 0-1-15,0 0-3 0,0 0 2 0,0 0 0 16,0 0 0-16,0 0-2 0,0 0 2 0,0 0-2 16,0 0 1-16,0 0-2 0,4 4 4 0,-4-4-3 15,0 0 4-15,0 0-2 0,0 0 3 16,0 0-3-16,0 0-2 0,0 0-1 0,0 0 6 0,0 0-3 15,0 0 0-15,0 0-1 0,0 0 2 0,0 0-3 16,0 0-1-16,0 0 1 0,0 0 4 0,0 0-3 16,3 8 0-16,-3-8 0 0,2 6 3 0,-2-6 0 15,9 7 1-15,-4-1-3 0,0 0 4 0,2 1-3 16,2 0 3-16,-2 2-2 0,2 0 0 16,0-1 1-16,4 6 4 0,-3-4-5 0,1 0-5 0,1 1 6 15,0 1-2-15,1-1 2 0,-4-2 0 0,4 1 0 16,-3 0 0-16,-3 0 1 0,6 2 0 0,-5-4 1 15,-2 0 0-15,2 0 0 0,-2 1 1 0,3-2-3 16,-3-1 1-16,1 0-5 0,1 3-13 0,-2-2-11 16,-1-4-21-16,0 2-22 0,0 0-24 15,-2-2-17-15,1 1-23 0,-4-4-26 0,9 6-24 0,-7-3-23 16,-2-3-126-16,7 7-361 0,-7-7 159 0</inkml:trace>
  <inkml:trace contextRef="#ctx0" brushRef="#br0" timeOffset="33604.15">18112 3882 166 0,'0'0'180'0,"-2"-7"-17"0,2 7-18 0,0 0-20 16,0 0-9-16,0 0-1 0,-9 17 2 0,2-2-12 15,-1 3-8-15,-1 4-6 0,-4 3-6 0,-1 1-7 16,0 0-6-16,-4 1-11 0,2 0-1 0,0 0-20 16,-1 1-27-16,1-2-26 0,-5-1-48 0,4-1-50 15,-3 0-52-15,-4-1-85 0,3 0-266 0,0-2 117 16</inkml:trace>
  <inkml:trace contextRef="#ctx0" brushRef="#br0" timeOffset="37424.28">18837 3975 22 0,'-15'-10'137'0,"15"10"2"0,0 0-10 16,0 0 5-16,0 0-8 0,0 0-3 0,-5-4-6 15,5 4-1-15,0 0-5 0,0 0-3 0,-6-6-7 0,6 6 0 16,0 0 5-16,-5-6-2 0,5 6-5 0,0 0 3 16,-6-7-7-16,6 7-1 0,0 0-13 15,-1-8-5-15,1 8-9 0,0 0-8 0,0 0-5 16,0 0-6-16,7-11-3 0,-3 7-13 0,1-1-2 15,3-1-6-15,0 3-2 0,3 0-5 0,-3 2-1 16,2 0-5-16,3 1-2 0,-2 1 2 0,2 3-8 0,-1-1-2 16,-2 3 0-16,5 3 2 0,-5-2-3 15,-4 4-2-15,5 1 3 0,-5 0-2 0,2 2 2 16,-4 2-3-16,0-1 1 0,-3 2 1 0,-3 2-1 16,-1-2 3-16,-2 2 0 0,-2-3 2 0,0 0 0 15,-7 1 1-15,3-2 0 0,0-1-3 0,-1-2 0 16,3-2 5-16,-3 1-4 0,0 1 0 0,-1-2-1 15,-1-4 2-15,5 1 2 0,-2 1-4 0,-1-3 3 16,6-2-2-16,-2 0 1 0,1 0 0 0,2 0 1 16,5-3-3-16,-12 7 0 0,6-6-4 0,6-1 1 15,-7 5 1-15,7-5 1 0,-5 3-2 0,5-3-1 16,0 0-1-16,-6 4 2 0,6-4-1 0,0 0 1 16,0 0-2-16,0 0-1 0,-5 4 1 0,5-4 0 15,0 0 3-15,0 0 6 0,0 0 0 0,24-3 13 16,-11 2-2-16,7 0 9 0,-1 0-5 0,10-2 3 15,-1 0-5-15,1-2 4 0,-7 4-6 0,7-3 3 16,-1 2-2-16,0-2 0 0,-7 1-1 0,0 0-3 16,2 1-2-16,-3 2 1 0,0-2-2 0,-1 1-2 0,-2-1 0 15,-3 2 1-15,0-2-3 0,-1 2 1 16,-3 0-4-16,-1-2 1 0,2 4-1 0,-11-2 1 16,13 0-2-16,-8 0 1 0,-5 0-7 0,0 0-14 15,0 0-18-15,14-2-22 0,-14 2-28 0,0 0-36 16,0 0-34-16,0 0-38 0,8-1-39 0,-8 1-134 15,0 0-396-15,0 0 176 0</inkml:trace>
  <inkml:trace contextRef="#ctx0" brushRef="#br0" timeOffset="38214.37">19038 3173 56 0,'0'0'208'0,"1"-9"-2"0,-1 9-9 0,0 0-14 15,0 0-11-15,0 0-15 0,0 0-13 0,0 0-11 16,1-7-13-16,-1 7-11 0,0 0-11 0,0 0-11 0,0 0-7 16,0 0-13-16,0 0-6 0,0 0-10 0,0 0-4 15,0 0-7-15,0 0-4 0,0 0-4 0,0 0-4 16,0 0-5-16,0 0 0 0,0 0-4 16,0 0 2-16,0 0-7 0,0 0-1 0,0 0-1 15,0 0 0-15,4 19-1 0,-4-19 1 0,5 7-5 16,-5-7-3-16,5 8 6 0,-2-4-6 0,1 1 2 0,-4-5 0 15,9 10-1-15,-2-5-1 0,3 3 3 0,-1-1-4 16,0-1 3-16,3 1 0 0,-2-1-1 0,7 1-1 16,-6-1-2-16,0 2 2 0,0-1-4 15,-1-2 2-15,-1 2-2 0,3-1 3 0,-3 0-4 16,-4-1 7-16,1-1-5 0,2 0-1 0,-5 1 2 16,1-1-3-16,0 0 11 0,-4-4-13 0,5 7 8 15,-3 0-5-15,-2-7 1 0,0 10 2 0,0-10 2 0,-5 12-3 16,-3-5 2-16,-4 0-1 0,2-2-12 0,-3 1-9 15,-1-2-10-15,1 0-16 0,-4-1-10 16,0 1-1-16,3-4-44 0,4 0-28 0,-2-1-33 16,1 0-34-16,2-3-108 0,0-1-327 0,-1-2 145 15</inkml:trace>
  <inkml:trace contextRef="#ctx0" brushRef="#br0" timeOffset="38385.08">19047 3130 42 0,'0'0'194'0,"6"-9"-17"16,-1 4-15-16,0 0-19 0,3 0-15 0,2 1-13 15,0-1-10-15,2 0-15 0,4 0-21 0,-3 0-29 16,2 3-25-16,2-1-26 0,2 1-28 0,2 1-29 16,-3 0-25-16,-1 1-86 0,-4 0-193 0,0 1 86 15</inkml:trace>
  <inkml:trace contextRef="#ctx0" brushRef="#br0" timeOffset="38725.99">19393 3084 14 0,'4'-4'216'0,"-4"4"-11"0,0 0-10 0,0 0-13 16,0 0-12-16,0 0-14 0,0 0-20 15,0 0-14-15,0 0-13 0,0 0-16 0,0 0-8 16,0 0-10-16,0 0-9 0,0 0-7 0,0 0-5 0,0 0-3 15,0 0-6-15,-5 23-5 0,5-17-4 0,0-6-4 16,3 12-6-16,0-6-3 0,1 2 0 0,-3-1-3 16,7 3 0-16,-2-2-3 0,2 1 1 0,0 0-4 15,1-2 1-15,3 6-2 0,-3-6-1 16,4 5-1-16,-2-5-1 0,-2 0 0 0,2 0 0 16,0 1 2-16,-2-1-8 0,-2-3 1 0,-1 3 1 0,1-2-3 15,-3 0 1-15,2 0 2 0,-3-1-3 0,-3-4 3 16,6 8 1-16,-6-8-3 0,0 9 3 15,0-9-1-15,-7 8-1 0,3-3-6 0,-5-1-13 16,2-1-17-16,-1 0-8 0,-1-1-23 0,9-2-17 16,-24 2-28-16,13-2-25 0,0-2-32 0,2-2-14 15,-1 0-98-15,-4 0-299 0,4-2 132 0</inkml:trace>
  <inkml:trace contextRef="#ctx0" brushRef="#br0" timeOffset="38873.51">19442 3055 70 0,'8'-4'111'0,"3"-1"-6"0,0 0-13 15,3 2-16-15,-2-1-31 0,2 3-27 0,-1-2-31 16,4 5-27-16,-5 0-38 0,-2 2-84 0,3-1 38 16</inkml:trace>
  <inkml:trace contextRef="#ctx0" brushRef="#br0" timeOffset="39029.32">19709 3171 115 0,'2'5'125'0,"-2"-5"-5"16,0 0-16-16,0 0-7 0,9 2-5 0,-1-1-7 16,-1 1-17-16,-7-2-29 0,17 1-35 0,-6 0-29 15,2-1-30-15,0 0-74 0,0 0-138 0,-4-2 61 16</inkml:trace>
  <inkml:trace contextRef="#ctx0" brushRef="#br0" timeOffset="39388.07">19946 3027 104 0,'5'-7'171'0,"-1"4"-7"0,-4 3-15 15,9-4-5-15,-9 4-9 0,13-2-9 0,-5 4-11 0,2 0-3 16,0 2-9-16,0 1-10 0,2-1 3 0,2 6-8 15,-5-2-9-15,0 2-6 0,-2 0-1 16,0-1-3-16,-2 1-1 0,-3 1-9 0,-2-1-4 16,0 3-5-16,-2-2 1 0,-2 1-3 0,-5 3 0 15,-2-1-9-15,0 0 2 0,0-4-6 0,-3 0-3 16,4-3-2-16,-3 0-5 0,3 1 1 0,1-4-5 16,-1-1 2-16,3 1-5 0,1-1 2 0,6-3 5 0,-11 5-3 15,6-3 7-15,5-2 2 0,-6 4-6 16,6-4-1-16,0 0 0 0,0 0-6 0,0 0-2 15,-6 3-2-15,6-3-2 0,0 0-5 0,0 0-4 16,0 0 0-16,0 0 0 0,0 0 0 0,0 0-1 16,0 0 1-16,21 7-3 0,-10-7 1 0,0 0-10 15,3 0-13-15,4 0-9 0,0 0-15 0,1 0-21 16,-1 0-26-16,2 0-34 0,-3-3-28 0,2 1-19 16,-2 1-18-16,-4 0-131 0,-1-1-347 0,-2-1 153 15</inkml:trace>
  <inkml:trace contextRef="#ctx0" brushRef="#br0" timeOffset="39702.33">20267 3111 147 0,'0'0'184'0,"0"0"1"0,0-15-3 15,0 15-8-15,0 0-7 0,3-9-15 0,-3 9-15 16,0 0-18-16,0 0-12 0,0 0-14 0,0 0-12 16,0 0-11-16,0 0-7 0,1-10-10 0,-1 10-3 15,0 0-7-15,0 0-5 0,0 0-3 0,0 0-3 16,11 25-1-16,-6-18-2 0,2 0-2 0,-3-2-4 15,1 4 3-15,0-2-7 0,4-1 3 0,-1 2-3 16,1 0 0-16,1-2-5 0,0 3 2 16,-1-4-5-16,2 1 3 0,-2 2 0 0,-2-3-4 0,2 2-1 15,1-2 3-15,-5-1-4 0,1 1 1 16,1-1-3-16,-2 1 6 0,1 1-9 0,-2-3-1 0,-4-3 4 16,7 10 1-16,-6-5 0 0,0 2 3 0,-1-7 0 15,-5 12-2-15,0-8-2 0,-4 4-2 16,0-4-7-16,1 0-8 0,1-1-5 0,-6-1-13 0,13-2-9 15,-19 2-22-15,6-2-33 0,13 0-15 16,-19-3-27-16,7 0-21 0,2 2-157 0,1-3-339 16,-2-4 150-16</inkml:trace>
  <inkml:trace contextRef="#ctx0" brushRef="#br0" timeOffset="39864.42">20405 2998 120 0,'19'-7'149'0,"0"3"-19"0,2-2-11 0,1 0-11 16,-2 3-8-16,-1 1-7 0,2 1-27 0,-1-1-14 15,-2 1-52-15,1 0-32 0,-5 0-46 0,-1 2-61 16,-1-1-148-16,-12 0 66 0</inkml:trace>
  <inkml:trace contextRef="#ctx0" brushRef="#br0" timeOffset="40530.53">19109 3670 121 0,'0'0'192'0,"-13"-2"-10"16,13 2-4-16,-3-2-12 0,3 2-16 0,0 0-12 16,0 0-15-16,0 0-13 0,0 0-9 0,0 0-12 15,0 0-11-15,0 0-6 0,0 0-9 0,0 0-6 16,34-6-3-16,-1 5 1 0,20-5-5 0,12-1-2 16,32-1-8-16,0 2-2 0,0-2-6 0,3 1 1 15,-7-1-6-15,-1 0 0 0,-32 7-4 0,2-3 0 16,0-1-4-16,-4 5 3 0,2-4-11 15,-5 2 8-15,-3-1-6 0,-13 0 1 0,-1 1-6 16,0-1 3-16,-5 3-2 0,-1 0-4 0,-4 0 2 16,-9-1 2-16,0 0-1 0,-4 0-2 0,-2 1-2 15,-4 0 1-15,-2 0-2 0,-7 0-4 0,13 0 3 16,-13 0-3-16,0 0-11 0,10 0-14 0,-10 0-17 0,0 0-24 16,0 0-18-16,0 0-28 0,-29 8-24 15,11-4-23-15,-4 1-14 0,-8 2-97 0,-1 1-295 16,3-3 131-16</inkml:trace>
  <inkml:trace contextRef="#ctx0" brushRef="#br0" timeOffset="40807.04">19840 3669 123 0,'0'0'243'16,"-6"-4"-7"-16,6 4-13 0,-7-2-15 0,7 2-17 15,0 0-19-15,-7-4-18 0,7 4-16 0,0 0-20 16,0 0-17-16,0 0-12 0,0 0-11 0,-4 11-7 16,4-11-8-16,0 0-7 0,4 27-2 0,-3-14-7 15,2 4-3-15,-2 1-8 0,1 0-1 0,0 1-1 16,0-3-5-16,0 0-1 0,0 0-3 0,-1 1-3 16,-1 0-1-16,2-2 1 0,-1-2 1 0,-1 2 0 15,0-5-2-15,0 3-15 0,-1-2-28 0,1-11-35 16,-2 20-29-16,2-11-42 0,0-9-42 0,-1 13-42 15,1-13-132-15,0 0-372 0,-4 15 165 0</inkml:trace>
  <inkml:trace contextRef="#ctx0" brushRef="#br0" timeOffset="41112.5">20059 3800 108 0,'0'0'199'0,"0"0"-17"15,0 0-18-15,0 0-15 0,14 12-14 16,-14-12-5-16,6 11-8 0,-5-5-5 0,-1-6-13 16,8 14-9-16,-3-7-12 0,2 2-2 0,-2-3-8 15,4 0-1-15,-2 1-5 0,4-2-3 0,-2-1-1 16,0-2 1-16,3 1-2 0,-1-2 0 0,-11-1 4 0,17 0 3 16,-17 0-4-16,21-4-1 0,-11 2-5 0,-10 2 10 15,14-13-4-15,-9 5-7 0,2-1-4 0,-7 9 10 16,5-21-4-16,-5 8-6 0,0 2-7 15,-2-1-3-15,-3 0-5 0,-1-1-5 0,0 2-5 16,-1-1-3-16,-4 0-8 0,3 5 0 0,-1-1-15 16,-2 4-16-16,-3 3-17 0,-6 2-18 0,2 3-20 15,-8 4-35-15,0 4-55 0,8-2-52 0,-5 3-219 16,7-2-464-16,4-1 205 0</inkml:trace>
  <inkml:trace contextRef="#ctx0" brushRef="#br0" timeOffset="42354.58">11386 6444 118 0,'0'0'174'0,"-7"1"-1"0,7-1-13 15,0 0 6-15,0 0-15 0,0 0-15 0,0 0-7 16,0 0-10-16,0 0-15 0,0 0-8 0,0 0-16 15,0 0-3-15,0 0-12 0,0 0 0 0,0 0-9 16,0 0-5-16,36-3-3 0,-17 2-3 0,1-2-17 16,10 2-32-16,-2-2-40 0,-1-2-29 0,2 4-48 15,-3-3-29-15,-9 1-126 0,-6 3-297 0,3 0 133 16</inkml:trace>
  <inkml:trace contextRef="#ctx0" brushRef="#br0" timeOffset="42538.24">11356 6569 89 0,'-9'1'172'0,"9"-1"-15"0,0 0-18 0,-5 4-16 16,5-4-7-16,0 0-11 0,0 0-11 0,0 0-12 16,30-1-2-16,-12-2-13 0,5 0-2 0,3 0-24 15,3 0-32-15,1 1-35 0,-1-2-35 0,-2 2-43 16,-4 2-88-16,-3-1-207 0,-2-1 92 0</inkml:trace>
  <inkml:trace contextRef="#ctx0" brushRef="#br0" timeOffset="60235.02">14162 5753 1713 0</inkml:trace>
  <inkml:trace contextRef="#ctx0" brushRef="#br0" timeOffset="62800.66">14189 5970 25 0,'0'0'135'15,"-4"-9"2"-15,4 9-1 0,0 0 5 0,0 0-7 0,0 0-12 16,-1-8-10-16,1 8-3 0,0 0-9 16,0 0-4-16,0 0-9 0,0 0 0 0,-7-5-13 15,7 5-10-15,0 0-5 0,0 0-8 0,0 0-5 0,0 0-4 16,0 0-7-16,0 0-11 0,0 0 4 15,0 0-4-15,0 0-3 0,0 0-3 0,0 0-5 16,0 0-6-16,0 0 6 0,0 0-2 0,-15 9-2 16,9-3 2-16,0 0-3 0,2 1 6 0,-3 3-1 0,1 0 0 15,-1 0-2-15,-2-2-5 0,4 3 0 16,-1-2-1-16,1 3-2 0,-3 3 9 0,4-3-3 16,2 0 0-16,-2-1-6 0,2-1 6 0,0 2-2 0,2-1-5 15,-1-2 3-15,1 2 0 0,0-1-2 0,1-2 2 16,1 1-1-16,2 0 2 0,0-1 0 0,4 0-2 15,-2-2-1-15,1 1 3 0,5-2-3 0,-3 1 3 16,2 0-4-16,0-3 1 0,-2 1 1 0,4-4-2 16,1 2 3-16,-5-2-2 0,2 0 2 0,2 0-6 15,-6 0 8-15,4-2-1 0,1 0-2 0,-4 0-1 16,-1 0 0-16,0 1 3 0,4-5-2 0,-6-1 1 16,4 1 1-16,-2-2-4 0,0-3 4 0,-3 3 1 15,1-3 6-15,-1 0-4 0,-2-2-1 16,0-3-5-16,-2-2 2 0,2 2-1 0,1-1-1 0,-3 0-1 15,-3 1 2-15,1 2-2 0,0 0 6 0,0 3 3 16,-2 0-5-16,-1-1 0 0,-1 3-2 0,-2 0 0 16,-1 0-1-16,2 1-3 0,-3 2 2 0,3 0-4 15,-5-1-1-15,0 4 1 0,0 1 0 0,-1 1 12 16,-2 1-1-16,-2 3-3 0,3-2-3 0,1 1-5 16,-1 1-8-16,1 2-6 0,4-1-19 0,-1 0-12 15,2 1-2-15,3 0-12 0,-1 0-27 0,2 0-17 16,0 2-21-16,0-1-7 0,2 0-9 0,2-6-116 15,2 14-278-15,0-9 124 0</inkml:trace>
  <inkml:trace contextRef="#ctx0" brushRef="#br0" timeOffset="63040.08">14539 6070 122 0,'0'0'176'0,"0"0"-1"16,8 0 0-16,-8 0-7 0,0 0-2 0,0 0-19 15,0 0-7-15,0 0-16 0,0 0-9 0,6 4-16 16,-6-4-8-16,0 0-11 0,0 0-10 0,0 0-20 16,0 0-26-16,0 0-30 0,0 0-23 0,0 0-6 15,5 4-27-15,-5-4-17 0,4 5-27 0,-4-5-26 16,6 6-114-16,-4 0-266 0,-2-6 118 0</inkml:trace>
  <inkml:trace contextRef="#ctx0" brushRef="#br0" timeOffset="65722.16">14741 5868 30 0,'0'0'131'0,"0"0"-5"15,0 0-12-15,0 0-6 0,0 0-9 0,-4-7-4 16,4 7-13-16,0 0-5 0,0 0-14 0,0 0-2 16,0 0 7-16,0 0 4 0,4 27-4 0,-4-15 10 15,1 6-2-15,0 0 5 0,2 3-4 0,0 6-3 16,-3-2-4-16,2 3-3 0,-3-2-7 0,2 0-1 16,2 1 2-16,-3-3-6 0,1 3-1 0,-2-8-5 15,1 1-4-15,0-2-6 0,0 0 0 0,1 1-3 16,-1-2-4-16,0 1-4 0,0-6-3 0,0-1-2 15,4 1 8-15,-4-1-13 0,3-2-7 0,-1 3-14 16,-2-7-16-16,4 5-21 0,-4-3-25 0,0-7-25 16,1 10-22-16,-1-10-26 0,4 7-21 0,-4-7-134 15,0 0-318-15,0 0 142 0</inkml:trace>
  <inkml:trace contextRef="#ctx0" brushRef="#br0" timeOffset="67805.85">15448 5832 146 0,'-7'-4'165'0,"7"4"-12"0,0 0 2 0,0 0-11 0,0 0-18 16,-5-5-14-16,5 5-13 0,0 0-12 0,0 0-9 15,0 0-9-15,0 0-7 0,0 0-9 16,0 0-4-16,0 0-5 0,5 24-1 0,-2-14-7 0,3 0 2 16,-1 0 5-16,3 5-5 0,-3-3 1 0,0-2-8 15,3 1-1-15,0 4-1 0,-1-2 3 16,0-3-10-16,2-1 6 0,-2 2-10 0,0-1 3 16,0-1-7-16,2-1 2 0,-3 2-1 0,4-1-1 0,-4 0 5 15,4-2-10-15,-2 2-17 0,-2-2-25 16,1 0-29-16,0 0-12 0,-2-2-25 0,1 0-22 0,-3-1-19 15,3 0-117-15,-6-4-279 0,3 6 124 0</inkml:trace>
  <inkml:trace contextRef="#ctx0" brushRef="#br0" timeOffset="68032.39">15596 5859 72 0,'0'-7'167'0,"0"7"-13"0,0 0-12 0,0 0-19 16,0 0-7-16,0 0-11 0,0 0 1 0,0 0-4 16,0 0 4-16,-19 17-10 0,9-4 5 0,-1 1-12 15,0 3 3-15,-2-1-19 0,0 5-3 16,-3-1-8-16,4-2-6 0,-6 3-5 0,8-5-6 0,-2 2-2 16,0 2-21-16,-1 3-24 0,0-7-23 0,3 1-35 15,0-1-41-15,3-2-36 0,-3 0-141 0,5-3-302 16,-1-4 134-16</inkml:trace>
  <inkml:trace contextRef="#ctx0" brushRef="#br0" timeOffset="68325.12">15844 5813 60 0,'2'-5'207'0,"-2"5"-16"0,5-7-19 16,-5 7-11-16,4-4-14 0,-4 4-10 0,0 0-12 16,0 0-7-16,0 0 2 0,7 12-4 0,-6-3-4 15,-1 4-14-15,1 2-4 0,-2 3-8 0,2 0-2 16,-2 2-4-16,1-1-9 0,0-3-7 0,-1 0-2 16,1 1-4-16,0 2-6 0,1-2-5 0,-2-2 1 15,-1 2-8-15,4-4-6 0,-1-1-2 0,-2 2-7 16,1-4-24-16,1 5-25 0,-1-4-18 0,1-1-30 15,-1 1-30-15,2-3-33 0,0 2-21 0,0-3-18 16,-1 0-15-16,0-1-103 0,-1-6-315 0,0 0 139 16</inkml:trace>
  <inkml:trace contextRef="#ctx0" brushRef="#br0" timeOffset="68632.53">16028 6005 144 0,'0'0'131'0,"0"0"-8"0,0 0-7 16,0 0-3-16,0 0-6 0,0 0-5 0,0 0-4 16,9 10-6-16,-9-10-10 0,5 10-5 0,-2-8-12 15,-3-2-3-15,9 7 13 0,-3-3-10 0,1 0 9 16,5-2-1-16,-2-2 0 0,3-1 0 0,-3 2-4 16,8-2 3-16,-1-1-8 0,-5-1-5 0,1 1 0 15,0-2-2-15,-4-1 0 0,0-1-6 0,0 2-1 16,1-3-5-16,-3 0 3 0,-2 1 1 0,-1 0-8 15,-2 1-4-15,-1-3-2 0,-1-3 0 0,-1 3-6 16,-3-3-7-16,0 3 0 0,-2-1-4 0,-2-1-4 16,1 2-2-16,2 4-3 0,-2-3-3 0,-1 1-8 15,2 5-18-15,-1-2-19 0,7 3-23 0,-15-4-20 16,8 5-20-16,7-1-26 0,-17 2-42 0,9 0-180 16,-2 1-380-16,3 0 169 0</inkml:trace>
  <inkml:trace contextRef="#ctx0" brushRef="#br0" timeOffset="69224.09">16359 5543 106 0,'0'0'140'0,"-12"-1"-12"0,12 1 1 0,0 0-2 16,-10 0-10-16,10 0-6 0,0 0-8 15,0 0-10-15,-9-1-7 0,9 1-3 0,0 0-11 16,0 0-6-16,0 0-4 0,0 0-7 0,0 0-6 15,0 0-2-15,0 0 5 0,0 0 0 0,0 0-3 0,28 2 1 16,-14-2 4-16,1 0-11 0,4 0 0 0,-1-1 2 16,-1 1-9-16,0-1-4 0,1 1-4 15,-8 0-4-15,2-1-2 0,-5-1-3 0,-7 2-2 16,13 0 2-16,-13 0-3 0,12 0 6 0,-12 0-10 0,7 0 3 16,-7 0-2-16,0 0 0 0,9 0 2 0,-9 0 5 15,0 0 3-15,0 0 6 0,0 0-3 16,0 0-2-16,10 0 1 0,-10 0-3 0,0 0-2 15,0 0-2-15,0 0 1 0,0 0-4 0,0 0-1 16,0 0-17-16,0 0-18 0,0 0-23 0,0 0-29 0,0 0-25 16,0 0-42-16,7 2-25 0,-7-2-19 0,0 0-115 15,0 0-324-15,0 0 144 0</inkml:trace>
  <inkml:trace contextRef="#ctx0" brushRef="#br0" timeOffset="69781.98">17083 5170 38 0,'0'0'187'0,"0"0"-7"15,-3-11 0-15,3 11-20 0,0 0-7 0,-7-6-18 16,7 6-12-16,0 0-15 0,0 0 4 0,0 0-12 0,-21 13-2 15,8 1-3-15,0 1-3 0,-6 4-4 0,0 1-12 16,2 2-5-16,3 0-10 0,3-4-1 0,0 5-3 16,5-4-1-16,-2-4-3 0,3 4-8 15,1-5 0-15,0 2-6 0,1-3-4 0,4-1-3 16,0 0 3-16,2 0-10 0,2-2-5 0,-1-1 3 0,3 1-1 16,1-3-3-16,-2 2 0 0,2-3-1 0,2-3-1 15,1 2-1-15,-2-1-2 0,1 0 1 16,0-3-3-16,0 1 2 0,-2-2 0 0,-8 0 2 0,13 0-3 15,-13 0 7-15,10-2-1 0,-10 2 1 0,11-5-3 16,-6 2 2-16,-1-2-3 0,0 0 2 0,-4 5-4 16,4-12 5-16,-4 5-3 0,0 7 1 0,-1-14-3 15,1 7-2-15,0 7 0 0,-5-11-4 16,-1 6-12-16,0 1-3 0,-3-3-9 0,0 5-8 0,1-1-12 16,8 3-17-16,-16 0-18 0,4 3-18 0,0 2-28 15,1 2-33-15,0-1-30 0,-3 5-202 0,2 1-412 16,-2 1 183-16</inkml:trace>
  <inkml:trace contextRef="#ctx0" brushRef="#br0" timeOffset="70070">17485 5655 191 0,'0'0'256'16,"6"-5"-16"-16,-6 5-20 0,0 0-15 0,0 0-19 16,5-4-13-16,-5 4-28 0,0 0-16 0,0 0-16 15,0 0-16-15,0 0-9 0,13 10-5 0,-9-3-10 16,4 0-6-16,-1 2-8 0,0 1-5 0,3 4-4 16,-2 0-5-16,1-2-5 0,1 1-3 0,-3-2-2 15,2-1 0-15,-1-1-4 0,1 1-3 0,-1-1-14 16,1 1-16-16,-3-2-27 0,2 1-22 0,-2-3-35 15,0 2-27-15,1-2-30 0,-1-1-29 0,-2-1-24 16,-1 1-121-16,-3-5-344 0,3 5 152 0</inkml:trace>
  <inkml:trace contextRef="#ctx0" brushRef="#br0" timeOffset="70268.17">17723 5669 76 0,'0'0'204'15,"-2"-13"-10"-15,2 13-14 0,0 0-21 0,0 0-11 16,-3-5-11-16,3 5 3 0,0 0-9 0,-17 19-7 16,7-6-5-16,-2 2-5 0,-1 0-12 0,-5 6-7 15,2-2-8-15,1-4-11 0,2 0-8 0,-4 4-4 16,6-3-6-16,-1-1-27 0,3-1-32 0,1-4-33 16,1 4-42-16,2-3-51 0,1-1-62 0,-3 0-125 15,5-2-339-15,-1-3 150 0</inkml:trace>
  <inkml:trace contextRef="#ctx0" brushRef="#br0" timeOffset="70843.48">18267 5564 16 0,'0'0'206'0,"0"0"-6"0,-1-8-11 0,1 8 2 0,0 0-7 16,-4-14-6-16,3 9-11 0,1 5-12 15,-4-8-3-15,4 8-5 0,-4-6-6 0,4 6-8 16,0 0-7-16,-3-9-8 0,3 9-5 0,0 0-7 15,0 0-6-15,-2-8-8 0,2 8 1 0,0 0-9 0,0 0-5 16,0 0-14-16,7-9-6 0,-1 5-5 0,1 0-7 16,2 1-4-16,4-3-2 0,-1 4-11 0,-1-1-1 15,1 1-6-15,-1 1-5 0,0 1-5 16,0 1 4-16,-1 3-13 0,0 1 4 0,-1 0-6 0,-1 4 4 16,-1 0-2-16,0 2-1 0,-3 1 1 0,-2 2 3 15,1 3 9-15,-3-1 1 0,-1 1 3 16,-5 0 1-16,1-1-8 0,-4 1 5 0,-1 1-4 0,-8 1-4 15,0 1 3-15,-1-2-4 0,-3-3-9 16,3-3-3-16,-5 1 1 0,5-3-1 0,-6 0-1 0,6-2-3 16,3-2-5-16,4-1 3 0,1 0 0 0,2-2 6 15,0-2-4-15,4 3 3 0,5-4-1 0,-11 4 6 16,11-4-4-16,-6 2 3 0,6-2-1 16,0 0-3-16,-9 1 0 0,9-1-2 0,0 0 0 0,0 0-4 15,0 0-2-15,0 0 3 0,0 0-1 0,0 0 2 16,0 0-2-16,0 0 6 0,21 12-2 0,-11-9 4 15,1 0-3-15,2 1 0 0,4 0-7 0,1 0-15 16,2-1-18-16,-1 0-22 0,2 1-32 0,2-3-49 16,5-1-53-16,1 0-74 0,-11-3-151 0,4 0-461 15,-3-1 204-15</inkml:trace>
  <inkml:trace contextRef="#ctx0" brushRef="#br0" timeOffset="71362.03">18630 5131 202 0,'0'0'214'0,"1"-14"-8"0,-1 6-20 16,0 8-12-16,2-10-12 0,-2 10-18 0,2-10-13 16,-2 10-19-16,4-6-11 0,-4 6-13 0,8-2-8 0,-8 2-9 15,12 0-8-15,-12 0-10 0,12 5-1 16,-6-2-10-16,2 0-2 0,-2 3-4 0,-1-2-5 16,-1 2 0-16,0 0-4 0,-1 0 2 0,-2 1-2 15,-1-7-2-15,0 15 2 0,-1-7-3 0,1-8-6 16,-4 13 5-16,3-6-4 0,-2-2-6 0,3-5 2 0,-4 12-4 15,2-8 1-15,2-4-14 0,-4 8-8 0,4-8-1 16,-4 6-6-16,4-6-4 0,-3 8-3 16,3-8-2-16,0 0-3 0,2 8 7 0,-2-8 0 15,2 10-1-15,3-6-1 0,-1 2 4 0,1-1-3 0,0 0 4 16,2 1 0-16,-4-3 4 0,4 5 3 0,-2-3-4 16,0-1-1-16,-1 1 3 0,2 0-2 15,-3 0-1-15,1-1 8 0,-4-4 6 0,2 8-1 16,-2-1-4-16,0-7 4 0,0 0 6 0,-7 12 3 15,0-8 5-15,1 0-3 0,-2-1 2 0,2 1 2 0,-6 0-4 16,6-1-2-16,0-1 7 0,-1 1-9 0,7-3-8 16,-15 1-20-16,15-1-11 0,-12 2-21 15,12-2-29-15,0 0-33 0,-10 3-32 0,10-3-122 16,-7 7-295-16,7-7 131 0</inkml:trace>
  <inkml:trace contextRef="#ctx0" brushRef="#br0" timeOffset="71612.73">19010 5651 5 0,'0'0'210'0,"0"0"-8"16,3 5-10-16,-3-5-8 0,0 0-15 0,8 3-12 15,-8-3-14-15,6 2-5 0,-6-2 2 0,13 3-19 16,-1-2-11-16,-2 1-11 0,3-2-7 0,-1 0-19 0,1 2-29 16,3-1-25-16,0 1-28 0,-3-1-47 0,0 2-37 15,-2-2-37-15,1 0-35 0,-5 2-110 16,-7-3-297-16,9 2 132 0</inkml:trace>
  <inkml:trace contextRef="#ctx0" brushRef="#br0" timeOffset="71769.16">19057 5780 20 0,'0'0'223'0,"0"0"-8"0,-7 5-1 16,7-5-11-16,0 0-6 0,-5 4-16 0,5-4-15 15,0 0-16-15,0 0-15 0,0 0-12 0,0 0-7 0,0 0-15 16,16 4-18-16,-5-4-17 0,3 2-41 0,5-4-50 16,2 2-60-16,6-4-72 0,-6 2-169 15,9-3-352-15,-10 2 156 0</inkml:trace>
  <inkml:trace contextRef="#ctx0" brushRef="#br0" timeOffset="72922.28">20052 5450 22 0,'0'0'185'0,"-2"-7"-7"16,2 7-5-16,-4-7-1 0,4 7 1 16,0 0-4-16,-3-11-14 0,3 11-17 0,-2-5-10 0,2 5-10 15,-4-5 5-15,4 5-13 0,-6-5-13 0,6 5-9 16,0 0-11-16,0 0-9 0,0 0-2 0,-20 13-12 15,14-5-5-15,-5 4 0 0,0 4 0 16,-3 4-8-16,4-3-1 0,-2 5 3 0,2-5-5 0,3 0-1 16,-1 0-1-16,3-1-5 0,0-2-3 0,1-1-3 15,3 2 1-15,-1-4-6 0,5 2 1 0,1-1-3 16,1-2-1-16,3 1-2 0,1-3-1 16,3 0 1-16,0-1 1 0,4-1 2 0,1-1-5 15,1-2 4-15,-1 1-6 0,2-4 1 0,-3 0-1 0,3-1 3 16,-2-2-4-16,1-1 2 0,-5 0-3 0,-2-1 0 15,1-2 4-15,4-3-3 0,-5 3 0 0,3-4-3 16,-5-1 2-16,-4 1 0 0,1-5-2 0,-3 0-2 16,-2-2 0-16,-2 0-4 0,-1 0 2 0,-1 0-5 15,-6-7 0-15,0 10-5 0,-5-2 0 0,5 5-2 16,-5-2 0-16,-2 2-2 0,-2 3-1 0,2 1-3 16,-1 1-8-16,4 5-8 0,-4 0-10 0,4 3-9 15,-1 0-13-15,1 5-27 0,1-1-32 0,-3 3-25 16,5 1-32-16,3 1-30 0,-3 1-143 0,5-2-380 15,1 4 168-15</inkml:trace>
  <inkml:trace contextRef="#ctx0" brushRef="#br0" timeOffset="73111.39">20360 5619 46 0,'0'0'297'0,"9"2"-31"0,-9-2-25 0,0 0-20 15,7 3-17-15,-7-3-12 0,0 0-24 0,0 0-19 16,0 0-10-16,7 3-19 0,-7-3-29 0,0 0-36 16,0 0-42-16,0 0-33 0,8 4-34 0,-8-4-30 15,8 3-35-15,-8-3-36 0,12 3-140 0,-6-2-321 16,-6-1 142-16</inkml:trace>
  <inkml:trace contextRef="#ctx0" brushRef="#br0" timeOffset="73612.25">20668 5466 43 0,'3'-6'244'0,"-3"6"-22"0,3-7-22 15,-3 7-16-15,0 0-18 0,0 0-12 0,0 0-19 16,3-4-21-16,-3 4-11 0,0 0-10 0,0 0-9 16,0 0-10-16,0 0-4 0,5 19-10 0,-3-12-6 15,0 3-4-15,1 0-4 0,1 0-4 0,-1 1-2 16,4 0-5-16,-1 0-6 0,3 0-2 0,1 1 0 15,1 1-3-15,0 0 0 0,2-1 0 0,0 1-7 16,-2-1 1-16,-2-2-2 0,1-1 0 0,-1 1-2 16,-1 0-3-16,-2-3 1 0,1 1 2 0,-2 0-4 15,0-3 5-15,-2 3-5 0,-2-2 1 0,-1-6 5 16,1 10-1-16,-1-4 1 0,0-6-3 0,-10 8 3 16,-2-1-5-16,2-4-4 0,-3 2-4 0,-1-5-5 15,3 0 12-15,-2 0-7 0,2-2-2 0,-2-1-4 16,0-2 0-16,0 0-3 0,3 1 4 0,2-3 3 15,1-1 2-15,1 0 0 0,3-2-9 0,1 0-4 16,1-3-3-16,2 0-1 0,3-3-1 0,3-1 3 16,-1 1 1-16,1 1 1 0,1-1 12 0,0 1-13 15,0 1 4-15,1 0 3 0,-3 4-2 0,-1 0 8 16,2-4-1-16,-4 4 2 0,1 0 5 0,0 0 6 16,-1 1 8-16,0 2 11 0,-1 1 1 0,-1-3-1 15,-1 9-6-15,-1-13-4 0,1 13-2 0,-8-11-3 16,6 6 0-16,-4 1 2 0,1-1-7 0,-4 1-1 15,0 1-4-15,0 1 0 0,-1 0-2 0,0 2-9 16,-3 0-3-16,2 2-6 0,-3 2-16 0,2 1-14 16,-1 0-19-16,1 3-15 0,0-2-26 0,2 0-25 15,1 3-24-15,2 0-18 0,4-1-15 0,-2 2-130 16,2-3-339-16,2-1 150 0</inkml:trace>
  <inkml:trace contextRef="#ctx0" brushRef="#br0" timeOffset="74162.67">21031 5688 54 0,'7'4'220'16,"-7"-4"3"-16,6 4-2 0,-6-4 1 0,0 0-6 16,5 3-6-16,-5-3-15 0,0 0-16 0,0 0-23 0,0 0-12 15,14-11-13-15,-7 6-13 0,-2 0-9 16,0 0-6-16,2-1-7 0,-1-5-7 0,0 2-8 15,1-2-1-15,0 0-4 0,-1-3-4 0,2-1-3 16,-3 1 1-16,3-1-15 0,-2-1-4 0,-1-1 6 16,2 2-2-16,-1 6-4 0,-2-2 5 0,-1-1-3 15,2 3 4-15,-3 1-5 0,-1 1-6 0,-1 7-2 0,3-10 4 16,-3 10-8-16,1-10-20 0,-1 10-4 16,3-6-13-16,-3 6-12 0,0 0-1 0,0 0-4 15,0 0 1-15,0 0 4 0,0 0-1 0,-5 29 5 0,2-18-4 16,-1 1 6-16,1 0-1 0,1 1-2 0,1-2-1 15,1 1-3-15,1-3 5 0,1 1-1 16,1 0 5-16,1-1 8 0,0-3-3 0,0 0-4 16,5 0 4-16,2 0 0 0,-2-3 1 0,2 0-2 15,1-2 2-15,-1 0-4 0,1-2-1 0,2-1 3 16,-1-2 0-16,0-1 2 0,-2-1-2 0,-1-1 0 0,0 0 8 16,-3-1-3-16,1-2 8 0,0 0-5 0,-2-2 0 15,-1-4-3-15,-1 5-5 0,0-6 4 16,0 3-2-16,-3 0 5 0,2 4 13 0,-2 3-3 0,-1 7 14 15,2-12-9-15,0 7-4 0,-2 5 5 0,1-8-3 16,-1 8-10-16,0 0-7 0,0 0-9 0,0 0-6 16,0 0 4-16,0 0 3 0,0 0-4 15,0 0 5-15,0 0-6 0,-5 32 4 0,2-19 0 16,1 3 3-16,0 1-6 0,1-1-10 0,1 1-26 0,1-2-19 16,1 1-19-16,0 0-25 0,0-3-30 0,1 2-34 15,4-3-32-15,-2 0-35 0,3-3-36 0,-1-1-176 16,1-1-485-16,-1-1 215 0</inkml:trace>
  <inkml:trace contextRef="#ctx0" brushRef="#br0" timeOffset="74597.53">21641 5556 135 0,'0'0'218'0,"4"-5"-17"16,-4 5-16-16,6-4-14 0,-6 4-18 0,0 0-12 15,0 0-7-15,0 0-3 0,0 0-10 0,3 13 8 16,-3-13-16-16,-5 16-5 0,2-7-13 0,0 1-6 15,1 0-7-15,1-1 2 0,-2 2-9 0,-1-2-1 16,2 2-10-16,1-3-5 0,-1-1-4 0,2-7-6 16,-2 9-3-16,2-9 4 0,0 0 13 0,-3 8 14 15,3-8 16-15,0 0 17 0,0 0 11 0,0 0-14 16,0 0-8-16,0 0-9 0,0 0-2 0,0 0-15 16,-6-22-7-16,4 14-8 0,1-5 3 0,1 2-15 15,3-5-10-15,-2-3-2 0,3 1-15 0,0-1-6 16,0-7-3-16,2 9-8 0,-1-2-1 0,3-6-1 15,-1 6-6-15,0 2-2 0,-1 2 1 0,-1 1 5 16,0 4-5-16,-2 2 3 0,-1 1-4 0,1 2-3 16,-3 5-4-16,1-8 0 0,-1 8-4 0,0 0-2 15,0 0 3-15,14 11 2 0,-10-1 0 0,0 0-2 16,1 6 5-16,-1-5 3 0,1 6 5 0,3-2-3 16,-3 0 0-16,-1-2 0 0,-2 0-2 0,2-1 4 15,-1 0-2-15,0 0 6 0,1 0 1 0,3 0 0 16,-4 0 0-16,1 0 0 0,0-1 1 0,1 0-1 15,-1 0 5-15,0-3 0 0,1 0-6 0,-1 1-24 16,-2-1-23-16,1-2-25 0,-2-1-30 0,-1-5-32 16,3 12-33-16,-1-8-51 0,-2-4-38 0,2 8-197 15,-2-8-492-15,0 0 218 0</inkml:trace>
  <inkml:trace contextRef="#ctx0" brushRef="#br0" timeOffset="74762.5">21638 5598 114 0,'0'0'227'16,"-7"-3"-19"-16,7 3-26 0,0 0-18 0,0 0-13 15,0 0-15-15,21-6-19 0,-3 3-8 0,3-1-12 16,7-1-23-16,0 2-37 0,0-1-51 0,2-2-59 16,-2 1-71-16,-8 0-88 0,-1 0-249 0,3-2 111 15</inkml:trace>
  <inkml:trace contextRef="#ctx0" brushRef="#br0" timeOffset="95658">10447 7883 160 0,'0'0'211'16,"-1"-9"-14"-16,1 9-14 0,0 0-12 0,0 0-9 15,-3-7-12-15,3 7-12 0,0 0-4 0,0 0-16 16,0 0-8-16,0 0-11 0,0 0-9 0,0 0-13 15,0 0-6-15,0 0-15 0,0 0-5 0,0 0-5 16,0 0-5-16,0 0-9 0,0 0-1 0,0 0-4 16,0 0-4-16,11 26 0 0,-6-16-5 0,1 6 0 15,-2 0-2-15,2 1 2 0,1 2-2 0,0-1-3 16,2 6 1-16,-1-6-2 0,1-1-3 0,0 0 2 16,-1 1-1-16,-1-2 1 0,1-1-6 0,-1 0 4 15,0-5-3-15,-2 3 0 0,0-4 0 0,0 3-5 16,2-2 4-16,-4-1-2 0,3 2 4 0,-1-4-6 15,-3 0 0-15,3-2-3 0,-2 2-6 0,1-3 7 0,-4-4-1 16,5 9-3-16,-5-9 2 0,4 5 0 16,-4-5 3-16,0 0-1 0,4 6 4 0,-4-6 1 15,0 0 0-15,0 0 7 0,0 0-3 0,0 0 2 16,0 0 1-16,0 0-2 0,9-14 1 0,-7 8 2 0,-1-3-1 16,4-2 0-16,-3-1 4 0,-1-4 1 15,1-1 0-15,0 0 0 0,0-1-4 0,1-8-3 16,-1 9 1-16,0-2-1 0,0-6 1 0,-2 1-2 15,2 5-2-15,0 2-1 0,0-1 1 0,0 2-2 0,1 2 5 16,-1 3-4-16,-1 1 1 0,2-1-3 16,-3 4-2-16,1-2 3 0,-1 9 0 0,1-11-5 15,-1 11 1-15,2-6-6 0,-2 6 0 0,1-8-19 16,-1 8-14-16,0 0-21 0,0 0-2 0,0 0-4 16,0 0-8-16,14 4-13 0,-14-4-11 0,17 9-34 0,-7-1-15 15,3 5-17-15,-2 0-12 0,-2 2-113 0,-1 1-311 16,1-1 138-16</inkml:trace>
  <inkml:trace contextRef="#ctx0" brushRef="#br0" timeOffset="95906.01">10884 8139 97 0,'0'0'158'0,"0"0"-13"0,0 0-7 16,0 0-3-16,0 0-20 0,0 0-14 0,7 4-14 15,-7-4-12-15,0 0-1 0,3 8 7 0,-3-8-1 16,2 12 1-16,-2-1-8 0,2-2-5 0,-2 1-11 16,0 2-3-16,0 0-5 0,2 0-6 0,-2 0-1 15,1 3-5-15,0-1 2 0,0-3-7 0,-2 1-2 16,4 1-6-16,-3-2-1 0,2 1-1 0,-2 1-6 16,2-4-18-16,0 3-22 0,-1-2-30 0,2 2-21 15,-3-2-20-15,0-10-35 0,0 14-136 0,0-14-289 16,-3 19 128-16</inkml:trace>
  <inkml:trace contextRef="#ctx0" brushRef="#br0" timeOffset="96322.66">10929 8149 36 0,'5'-3'130'0,"2"-1"-15"0,-1 1-16 15,-6 3-1-15,15-1-12 0,-7 1 5 0,3 0 3 16,0 0-22-16,-4 1-15 0,5 2 8 0,-3 1-18 16,0 1 4-16,0-1-11 0,-1 1 4 0,-2-1 1 15,-1 2-15-15,0-2-5 0,-2 4 9 0,0-2-5 16,-1 2 6-16,-2 1-2 0,0-2 0 0,0 1-3 16,-4 1 8-16,1-2-13 0,-1 1 1 0,1-1 1 15,0-1-8-15,0 1 1 0,-1 0-8 0,4-7 1 16,-3 10 0-16,3-10-4 0,-5 7 1 0,4 0-15 15,1-7 6-15,0 0-1 0,-2 11-6 0,2-11 4 16,4 9 3-16,0-4-8 0,-4-5 10 0,7 8-3 16,-3-3-5-16,1 0 0 0,1-1 6 0,-1 0-1 15,1 1-1-15,0 2-18 0,-1-4 17 0,-1 3 1 16,-4-6 2-16,5 8-3 0,-5-8-2 0,7 10 4 16,-7-10 3-16,2 11 0 0,-3-4 2 0,1-7-5 15,0 0 0-15,-8 15 0 0,8-15 5 0,-12 10-8 0,6-6 2 16,-1 0-9-16,7-4-6 0,-14 7-6 15,7-4-9-15,7-3-15 0,-10 4-21 0,10-4-19 0,-11 2-38 16,11-2-75-16,0 0-214 0,0 0 95 0</inkml:trace>
  <inkml:trace contextRef="#ctx0" brushRef="#br0" timeOffset="96762.28">11374 8159 68 0,'0'0'184'16,"-7"-5"-20"-16,7 5-6 0,-9-2-19 0,9 2-3 0,-16 0-8 15,6 3-5-15,-1 2-14 0,-1 2-10 0,1-1-9 16,-3 4-5-16,7-1-13 0,-1 2-3 16,0 0-8-16,-2 3-6 0,5-4-6 0,1 1-9 15,2 1 3-15,2-2-6 0,1 0-4 0,0-4-2 0,4 3-7 16,2-1 1-16,1 1-5 0,1-3 0 0,-1 0-4 15,5-2-4-15,-3 0 1 0,2-2-3 0,-1 1-3 16,0-3 2-16,0 3-1 0,-4-3 1 0,1 0 1 16,-8 0 5-16,13-3 1 0,-13 3 10 0,11 0 6 15,-11 0 5-15,8 0-2 0,-8 0 11 0,0 0 4 16,0 0-6-16,0 0-7 0,0 0 2 16,0 0-9-16,0 0 0 0,0 0-5 0,0 0-1 0,-27 12-5 15,11-6 0-15,-1 2-3 0,-3 1-5 0,-5 5-1 16,1-1 4-16,1 2-4 0,4-5 5 0,0 7-3 15,2-5-1-15,3-2-3 0,1 3 2 0,3-4-5 16,2 0 2-16,2-1-5 0,0 1 4 0,3 0-5 16,1-3 7-16,2-6-2 0,0 12-2 0,3-6-1 15,6-1 1-15,2-1-6 0,1-2-7 0,9-2-16 16,0-1-21-16,8-1-24 0,1-2-36 0,1 1-42 16,2-5-32-16,-2 1-197 0,-4-3-407 0,-2 1 181 15</inkml:trace>
  <inkml:trace contextRef="#ctx0" brushRef="#br0" timeOffset="96998.55">11861 8218 230 0,'0'0'217'0,"0"0"-17"0,0 0-22 0,0 0-21 15,0 0-16-15,5-6-12 0,-5 6-14 16,0 0-10-16,0 0-12 0,12-5-8 0,-6 5-12 16,-6 0-6-16,15-1-8 0,-4-2-20 0,1 3-32 0,-1 2-24 15,-1-2-28-15,0 0-23 0,0 0-25 0,-1 1-28 16,-9-1-28-16,13 0-85 0,-9 3-253 0,-4-3 112 16</inkml:trace>
  <inkml:trace contextRef="#ctx0" brushRef="#br0" timeOffset="97141.24">11897 8290 153 0,'0'0'157'0,"-6"3"-8"16,6-3-3-16,0 0-14 0,0 0-6 15,-7 3-6-15,7-3-4 0,0 0-8 0,0 0-4 0,0 0-16 16,0 0 0-16,29 1-10 0,-11-2-27 0,2-3-45 16,12 2-40-16,4-4-58 0,-1 0-158 0,-3-1-270 15,2 1 120-15</inkml:trace>
  <inkml:trace contextRef="#ctx0" brushRef="#br0" timeOffset="108180.34">13174 7933 101 0,'0'0'158'0,"0"0"-6"0,0 0-16 0,0 0-11 16,0 0 4-16,0 0-10 0,0 0-6 0,0 0-12 15,0 0-3-15,0 0-11 0,0 0-8 0,0 0-11 16,-12-6-5-16,12 6-8 0,0 0-8 0,0 0-6 15,0 0-7-15,0 0-3 0,0 0-3 0,-15 6 5 16,8-1-4-16,-3 2 1 0,2 0-2 0,-3-1 1 16,-1 3-6-16,3-2-3 0,-1 1 2 0,-2 1-4 0,3 0-2 15,0 1-3-15,3 0 4 0,-8 2-1 16,5 1-3-16,-1 0-2 0,0 3-2 0,1-3 5 16,2-1-11-16,2-1 2 0,1-1-1 0,-1 3 1 15,3-1 0-15,0-2-3 0,0 3 2 0,2-2-3 0,0 0 5 16,2 0 1-16,2-2-7 0,-1 3 0 0,3-2 5 15,-1-1-4-15,4 0 3 0,-2-2-3 16,3 0-1-16,0 1 8 0,5 2-4 0,-3-6-5 16,-1 1 6-16,7-1 0 0,-2 1 3 0,2-2 1 0,-5-3-6 15,5 0 2-15,-2 0 1 0,-2-2-1 0,-3 0 1 16,2 2 0-16,-1-4-1 0,-2-1 1 16,2 1 3-16,-3 1 6 0,0-2 3 0,-1-1 1 15,-2-1 0-15,2 0 7 0,-3-2 6 0,-1-1-8 0,2-1-1 16,-3 0 6-16,-3-1 0 0,3-3-2 0,-3-2-2 15,-3-1-3-15,3 2 3 0,-3 1-2 0,-1-2-3 16,-2 1-3-16,1 1 2 0,-1-1 2 16,1 1-2-16,-4 1 2 0,2 5-8 0,1 0 1 0,1-1-1 15,-4 0-1-15,4 4 0 0,-3 0-5 0,3-1-1 16,-1 4-2-16,-2-1-2 0,0 1-4 0,8 3 0 16,-9-3 0-16,9 3 1 0,-19 3-6 0,11 0-6 15,-3 1-15-15,1 3-16 0,1 1-18 0,1-2-21 16,-2 4-22-16,2-1-25 0,3 2-27 0,1-2-30 15,-1 2-144-15,5 1-357 0,-2-1 158 0</inkml:trace>
  <inkml:trace contextRef="#ctx0" brushRef="#br0" timeOffset="108382.55">13463 8161 123 0,'7'3'205'0,"-7"-3"-7"15,0 0-10-15,7 4-7 0,-7-4-6 0,0 0-9 16,0 0-12-16,0 0-13 0,0 0-14 0,0 0-11 16,0 0-15-16,7 2-11 0,-7-2-13 0,0 0-6 0,0 0-23 15,4 4-18-15,-4-4-34 0,2 7-30 16,-2-7-41-16,5 6-45 0,-5-6-25 0,2 8-158 16,-2-8-327-16,6 6 146 0</inkml:trace>
  <inkml:trace contextRef="#ctx0" brushRef="#br0" timeOffset="108866.12">13685 7933 87 0,'0'0'187'15,"-6"-5"-10"-15,6 5-13 0,0 0-15 0,-7-4-10 16,7 4-9-16,0 0-15 0,-6-5-13 0,6 5-9 16,0 0-10-16,0 0-6 0,0 0-7 0,0 0-10 15,0 0-8-15,0 0 0 0,0 0-10 0,31 8-3 16,-18-8 1-16,8 2-3 0,-4 0-7 0,2-2-2 16,-1-2-4-16,-1 4-4 0,-3-2-3 15,-3 1-1-15,0-1 4 0,-3 0-6 0,0 0 0 0,-8 0-3 16,9 1-1-16,-9-1-1 0,9 2 0 0,-9-2-10 15,9 1 8-15,-9-1-2 0,0 0 1 0,9 2-6 16,-9-2 0-16,0 0 1 0,0 0-1 0,0 0 0 16,6 3-4-16,-6-3 1 0,0 0-3 0,0 0 6 15,3 8-2-15,-1-2 2 0,-2-6-6 0,2 16 11 16,1-5 24-16,-3 3 5 0,0 3-2 0,-3 1-4 16,3-2 1-16,-4 1-3 0,1 8 5 0,1-7 3 15,0 0 0-15,-2-1 2 0,2 0-1 0,0 1 0 16,-1-3-3-16,1 3 1 0,0-6-7 0,0-1-4 15,-1 2 4-15,3-3-5 0,0 1-1 0,-1-1-5 16,1-1 2-16,0 0-1 0,-2-1-3 0,2-8-10 16,2 10-14-16,-2-3-16 0,0-7-23 0,0 8-27 15,0-8-34-15,0 0-28 0,0 10-28 0,0-10-16 16,0 0-148-16,0 0-357 0,0 0 158 0</inkml:trace>
  <inkml:trace contextRef="#ctx0" brushRef="#br0" timeOffset="109039.69">13800 8203 26 0,'0'0'197'0,"0"0"-26"0,0 0-17 0,0 0-17 16,-6-4-16-16,6 4-11 0,0 0-16 0,0 0-3 0,0 0-9 16,0 0-9-16,0 0-13 0,27 2-14 0,-14-2-34 15,5 2-36-15,2-2-40 0,9-2-34 16,-8 2-100-16,-1-1-215 0,7-2 95 0</inkml:trace>
  <inkml:trace contextRef="#ctx0" brushRef="#br0" timeOffset="109401.93">14267 8197 150 0,'0'0'176'0,"0"0"-1"0,0 0-1 0,0 0-10 0,0 0-4 15,0 0-11-15,0 0-8 0,6 4-12 0,-6-4-13 16,0 0-12-16,0 0-9 0,0 0-11 0,0 0-5 16,0 0-11-16,10 2-2 0,-10-2-7 0,11 0-3 15,-2-2-2-15,3 1 4 0,1 0-4 0,5-2 4 16,-5 2-4-16,6-3-1 0,3 3-8 0,-4-1 3 16,-2-1-7-16,-3 3-6 0,1-2-3 0,-1 2-1 15,-2 0-2-15,0-1 0 0,-1 0 0 0,-10 1 2 16,13-2-4-16,-13 2 3 0,10-1-1 0,-10 1 6 15,8-1 1-15,-8 1 3 0,0 0 1 0,0 0 3 16,9-1 1-16,-9 1 0 0,0 0 3 0,0 0-5 16,0 0-4-16,0 0-8 0,0 0 0 0,0 0-4 15,7-2-3-15,-7 2-5 0,0 0 3 0,0 0 0 16,0 0-7-16,0 0-18 0,0 0-25 0,0 0-25 16,0 0-36-16,0 0-42 0,0 0-51 0,0 0-43 15,0 0-42-15,0 0-152 0,0 0-454 0,11 0 200 16</inkml:trace>
  <inkml:trace contextRef="#ctx0" brushRef="#br0" timeOffset="111644.11">14876 7932 183 0,'0'0'182'0,"0"0"-13"16,2-13-9-16,-2 13-20 0,6-5-6 0,-3-1-15 16,7 1-2-16,0 1-12 0,0-2-10 0,4 3-10 15,1 0-6-15,-2 2-7 0,4 2-9 0,-3 2-8 16,-2 0-5-16,2 1-7 0,1 4-1 0,-4-1-6 15,3 3-12-15,-3 1 4 0,-2 1-2 0,0 0-3 16,-4 4 5-16,-1-3 0 0,-2 1 6 0,0 1-2 16,-6 3-1-16,1-4-1 0,-5 3 0 0,-3-2-4 15,-1-1 3-15,-3-1-4 0,-1 0-2 0,-1 0-1 16,-2-4 0-16,2-1-5 0,-1 0 1 0,-1-4-4 16,4 3-2-16,1-5-2 0,3-1 3 0,-1 1 1 15,4-2-2-15,8 0 6 0,-13-2 0 0,13 2 2 16,-10-3 1-16,10 3-3 0,-9-4 2 0,9 4-5 15,0 0 1-15,-2-5-6 0,2 5 0 0,0 0-7 16,0 0 3-16,0 0-4 0,16-5 3 0,-16 5-6 16,13-2 4-16,-13 2-1 0,20 2-4 0,-9-1 0 15,-2 2 3-15,3-1 0 0,1 2 1 0,5 0-4 16,-5-1-5-16,-2 0-16 0,7 2-34 0,-6-1-29 16,0 3-38-16,4-2-44 0,-2 0-35 0,-5-2-133 15,-2 1-364-15,1-1 161 0</inkml:trace>
  <inkml:trace contextRef="#ctx0" brushRef="#br0" timeOffset="111835.69">15243 8143 252 0,'0'0'249'0,"0"0"-24"0,4-5-18 15,-4 5-16-15,0 0-17 0,0 0-20 16,0 0-11-16,0 0-23 0,0 0-12 0,0 0-30 0,2-6-31 15,-2 6-31-15,0 0-22 0,0 0-29 0,0 0-21 16,0 0-29-16,18 9-40 0,-11-8-27 0,-2 2-100 16,2-1-271-16,-7-2 121 0</inkml:trace>
  <inkml:trace contextRef="#ctx0" brushRef="#br0" timeOffset="112112.17">15429 7995 101 0,'0'0'208'0,"-3"-8"-8"0,3 8-14 0,-3-6-17 16,3 6-17-16,0 0-17 0,0 0-16 0,0 0-12 16,-3-8-17-16,3 8-9 0,0 0-13 0,0 0-2 15,0 0-13-15,0 0 0 0,10 20-8 0,-9-10-3 16,4 0 1-16,-2-4-7 0,1 3-1 0,2 0-6 16,-1 0-3-16,2-1-1 0,-1 2-5 0,-2 0 1 15,3-2 3-15,0 1 1 0,-1-1-8 0,1-1 6 16,-1 1-4-16,-1-4-3 0,-1 2-2 0,1 1 1 15,-1-3-3-15,-3-1-4 0,-1-3 3 0,7 10 5 16,-5-4-5-16,-2-6-6 0,3 7 6 0,-3-7-12 16,0 0-6-16,-4 10-9 0,0-5-26 0,4-5-28 15,-12 6-32-15,7-5-30 0,-4 1-39 0,2 0-129 16,7-2-324-16,-21-4 144 0</inkml:trace>
  <inkml:trace contextRef="#ctx0" brushRef="#br0" timeOffset="112260.39">15413 7967 103 0,'13'-3'116'0,"4"0"-19"0,2 0 0 0,1 0-17 16,1 0-13-16,-2 1-14 0,4 1-25 0,-3-2-39 0,9 2-35 16,-8-1-52-16,1 2-105 0,-3-1 46 15</inkml:trace>
  <inkml:trace contextRef="#ctx0" brushRef="#br0" timeOffset="112491.8">15904 7908 189 0,'0'0'229'0,"0"0"-17"0,0 0-9 16,0 0-23-16,0 0-17 0,1-8-22 0,-1 8-14 0,0 0-10 15,0 0-17-15,0 0-14 0,0 0-7 0,0 0-9 16,10 19-4-16,-6-13-10 0,0 2-5 0,3 1-3 15,-2 1-5-15,2 2-1 0,0-3-8 0,-1 0 2 16,1 1-7-16,0 1 0 0,1-3-1 0,-2 3 0 16,2-1-5-16,-2-1-27 0,3-2-27 0,-4 3-32 15,2-1-33-15,-2-2-27 0,-1-1-35 16,2 0-28-16,-5-2-106 0,4 1-315 0,-1-1 139 0</inkml:trace>
  <inkml:trace contextRef="#ctx0" brushRef="#br0" timeOffset="112688.21">16057 7946 108 0,'0'0'234'0,"-1"-10"-16"0,1 10-15 15,-4-8-22-15,4 8-24 0,0 0-14 0,-6-3-16 16,6 3 1-16,0 0-4 0,-12 18-10 0,3-7-9 16,-1 3-6-16,0 0-7 0,-1 4-8 0,-5 4-12 15,3-7-5-15,3 0-7 0,1 1-3 0,-2 2-19 16,0-3-28-16,2 1-34 0,2-1-35 0,-2-1-32 15,2-5-53-15,4 3-39 0,-4-3-137 0,5-3-347 16,0 2 153-16</inkml:trace>
  <inkml:trace contextRef="#ctx0" brushRef="#br0" timeOffset="112923.98">16180 7860 53 0,'3'-8'263'0,"2"2"-25"0,-4 0-20 0,-1 6-26 16,4-7-18-16,-4 7-27 0,4-5-12 0,-4 5-17 16,0 0 0-16,0 0-4 0,7 23-5 0,-3-13-1 15,0 5-3-15,0 2-10 0,-2 2-8 0,1 0-10 0,-2 0-1 16,3-1-12-16,-3 0-4 0,2 0-8 16,-1 0 7-16,0-1-12 0,-1 0-11 0,0 0-27 15,-1-5-25-15,3 0-33 0,-2 0-34 0,2-2-45 0,-1 0-27 16,2-1-19-16,-3-1-38 0,0-2-112 15,2 0-349-15,-3-6 156 0</inkml:trace>
  <inkml:trace contextRef="#ctx0" brushRef="#br0" timeOffset="113200.43">16362 8042 200 0,'0'0'192'0,"0"0"-24"0,3-3-13 15,-3 3-23-15,0 0-6 0,0 0-8 0,0 0-3 0,0 0-10 16,0 0-10-16,13 8-9 0,-13-8-7 0,5 7-7 15,-1-5-4-15,-4-2-6 0,8 5 3 0,-2-3 0 16,-6-2 5-16,12 2 6 0,-6 0 1 0,-6-2 1 16,14 0 1-16,-8 0 0 0,-6 0-1 0,11-3 4 15,-11 3-3-15,9-4-3 0,-3 0-9 0,-6 4-2 16,5-10-8-16,-2 5 1 0,-2-1-9 0,-1 6 2 16,-1-13-6-16,-1 2-6 0,-2 3-6 0,1-2 2 15,-5 3-10-15,3-1-1 0,-1 1-7 0,0 1-3 16,-1 1-10-16,-2 1-12 0,0 0-13 0,2 2-15 15,-4 2-23-15,11 0-22 0,-21 4-35 0,10-1-42 16,2 0-46-16,1 4-226 0,2-4-466 0,1-2 207 16</inkml:trace>
  <inkml:trace contextRef="#ctx0" brushRef="#br0" timeOffset="115147.75">16245 7644 121 0,'0'0'118'0,"0"0"2"0,0 0-12 0,0 0-6 16,0 0-2-16,0 0-2 0,0 0-5 0,0 0-11 16,0 0-11-16,0 0-3 0,0 0-6 15,0 0 0-15,0 0 2 0,0 0-2 0,10-2-3 0,-10 2-10 16,15-2-2-16,-5 0-2 0,1 2-21 0,8 0-17 16,-1-3-20-16,3 1-34 0,-2 1-36 0,3-2-42 15,-2 2-91-15,-1-5-234 0,2 0 104 0</inkml:trace>
  <inkml:trace contextRef="#ctx0" brushRef="#br0" timeOffset="115572.8">16603 7450 122 0,'7'-3'165'0,"-7"3"-17"15,7-5-17-15,-7 5-13 0,6-3-13 0,-6 3-7 16,0 0-13-16,8-1-10 0,-8 1-5 0,0 0-7 16,13 4-13-16,-13-4 3 0,10 3-5 0,-6 0-10 15,0 1-5-15,-4-4 1 0,6 5-2 0,-3 1-3 16,1-2-3-16,-4-4 1 0,1 12 5 0,1-4 0 16,-2-8 1-16,-2 13-1 0,2-7-2 0,0-6-4 15,-3 12-2-15,2-6-1 0,1-6-13 0,-2 12 9 16,2-6-5-16,0-6 1 0,0 9-8 0,0-9-5 0,1 9-5 15,-1-9-2-15,2 7 2 0,-2-7-2 0,8 9 3 16,-6-6-2-16,2 1-6 0,2 1-6 16,-6-5 7-16,9 8 6 0,-3-3-7 0,-1-3 0 15,-1 4-1-15,1-3 9 0,0 3 1 0,-2-2-2 0,-3-4-1 16,3 9-2-16,-3-9 6 0,2 9 0 16,-2-9 3-16,-4 13-2 0,1-9 7 0,-4 2 0 15,-2 0-6-15,-1-1 2 0,-2 2-2 0,0-4-4 0,1 3 5 16,-1-3-13-16,1 1 1 0,-1 0-6 0,2 0-2 15,1-3-25-15,3 2-28 0,6-3-26 0,-10 2-42 16,6 0-91-16,4-2-249 0,-7 6 110 0</inkml:trace>
  <inkml:trace contextRef="#ctx0" brushRef="#br0" timeOffset="116577.58">17007 7928 163 0,'0'0'207'0,"-8"-6"-7"0,3 3-7 0,5 3-6 16,-5-5-6-16,5 5-8 0,0 0-12 0,-9-5-14 0,9 5-18 15,0 0-11-15,0 0-15 0,0 0-14 0,0 0-11 16,-4-4-15-16,4 4-6 0,0 0-2 0,0 0-9 16,0 0-2-16,13 19-6 0,-8-11-4 15,2 1-3-15,-1 1 0 0,5 4-3 0,-2 0-5 0,-1-2 0 16,2 1-2-16,0 1-14 0,1-3-16 0,-4-1-16 15,6 3-27-15,-5-4-24 0,1 1-16 0,0 0-34 16,-3-2-27-16,3-1-33 0,-2 1-133 0,-4-2-345 16,2-1 153-16</inkml:trace>
  <inkml:trace contextRef="#ctx0" brushRef="#br0" timeOffset="116764.02">17179 7935 172 0,'0'0'175'16,"0"0"-18"-16,-2-7-15 0,2 7-16 0,0 0-6 16,0 0-10-16,-14 18-9 0,7-9-7 0,0 7-6 15,-2-1-9-15,-3 2-6 0,2 2-8 0,1-3-8 16,-5 7 1-16,4-5-29 0,1-2-27 0,1-1-45 16,2-1-31-16,1-2-42 0,1-1-121 0,1-1-255 15,2-4 114-15</inkml:trace>
  <inkml:trace contextRef="#ctx0" brushRef="#br0" timeOffset="117056.92">17567 7718 103 0,'0'0'220'0,"0"0"-25"0,-7-12-18 0,7 12-19 0,-6 0-16 15,6 0-6-15,0 0-7 0,-19 13-11 16,11-3-5-16,-2 6-14 0,-5 7-4 0,4 2-3 16,0 3-8-16,-2 1-4 0,3 0-6 0,2 1-5 15,-2-2-8-15,5 2-6 0,1-5-4 0,1 3-3 0,3-3-8 16,-1-5-4-16,4-2-1 0,-1 2 1 0,3 5-7 16,1-8 5-16,1-1-10 0,-1 0 0 0,5-1-5 15,-2 0-9-15,2-2-22 0,-1-1-23 16,4-2-25-16,0-1-31 0,2 1-39 0,-1-4-36 0,2 1-34 15,-6-3-116-15,2 2-341 0,1-4 150 0</inkml:trace>
  <inkml:trace contextRef="#ctx0" brushRef="#br0" timeOffset="117385.84">17859 7900 96 0,'-1'-8'256'0,"1"8"-27"16,-1-8-25-16,1 8-24 0,0 0-20 0,0 0-15 16,-2-7-21-16,2 7-9 0,0 0-10 0,0 0-14 15,0 0-9-15,0 0-3 0,0 0-11 0,-1 32-6 16,1-22-5-16,4-1-7 0,0 2-3 0,-3 0-7 16,4 0-2-16,0 1-4 0,3 2 1 0,0-1-5 15,1-3-4-15,0 0-2 0,2 2-3 0,-2-3-2 16,0-2-1-16,1 2-3 0,-2-2 0 0,1 2-1 15,0-2-4-15,-3 0 1 0,-1-3 0 0,0 2 0 16,-1-2-2-16,0 1-4 0,-1 0 2 0,-3-5-2 16,6 9 4-16,-6-4-5 0,0-5 5 0,-8 10-2 15,2-6-4-15,-2 2-8 0,-2-3-15 0,-3 1-7 16,2-2-18-16,-1-1-23 0,-1 1-18 0,2-2-34 16,0-3-40-16,-1 0-182 0,-1-1-370 0,3-2 164 15</inkml:trace>
  <inkml:trace contextRef="#ctx0" brushRef="#br0" timeOffset="117529.93">17935 7879 30 0,'12'-5'158'0,"-1"2"-14"0,3-3-17 0,-1 1-9 0,4 0-23 16,0 2-24-16,0-2-30 0,-1 1-25 0,5 2-34 15,0-2-25-15,-1 3-81 0,-1 0-133 16,0-2 59-16</inkml:trace>
  <inkml:trace contextRef="#ctx0" brushRef="#br0" timeOffset="117815.12">18295 7802 188 0,'0'0'189'0,"0"0"-19"16,0 0-16-16,0 0-17 0,0 0-18 0,0 0-12 15,0 0-12-15,0 0-12 0,0 0-3 0,0 0-11 16,0 0-5-16,0 0-6 0,0 20-5 15,1-14-4-15,1 4-7 0,-2-1-5 0,0-1-5 0,4 2-1 16,-1-1-4-16,0 1 1 0,2 1 1 0,0-1-10 16,0-1 10-16,0-1-10 0,2 2-3 0,2-1 0 15,-3-2 3-15,0 0-8 0,1 2-3 0,-3-3 9 16,2-2-6-16,0 2-4 0,-2 0 2 0,1-1-2 16,-1-1 0-16,-4-4 3 0,5 8-3 0,-5-8-2 15,3 7 1-15,-3-7 5 0,-1 9-3 0,1-9-4 16,-5 6-11-16,5-6-7 0,-11 7-26 0,5-4-15 15,-3-1-24-15,0-1-23 0,-1-1-32 0,2 1-142 16,-5-1-299-16,3-2 132 0</inkml:trace>
  <inkml:trace contextRef="#ctx0" brushRef="#br0" timeOffset="117961.33">18459 7783 29 0,'11'-1'10'16,"-1"2"-17"-16,1 2-7 0,-11-3 3 0</inkml:trace>
  <inkml:trace contextRef="#ctx0" brushRef="#br0" timeOffset="118134.65">18611 7955 63 0,'0'0'185'0,"0"0"-25"0,0 0-6 0,0 0-13 15,0 0-17-15,0 0-15 0,15-4-19 0,-15 4-31 16,16-3-29-16,-5 0-35 0,-2-1-22 0,3 0-33 16,0-1-23-16,0 1-74 0,0 1-170 0,4-1 76 0</inkml:trace>
  <inkml:trace contextRef="#ctx0" brushRef="#br0" timeOffset="118451.23">18887 7768 157 0,'0'0'172'0,"2"-11"-11"15,-2 11-21-15,0 0-12 0,3-6-7 0,-3 6-18 16,9-2-3-16,-9 2-8 0,14 1 3 0,-3 0-8 16,0 4-5-16,-1-2-5 0,0 3-4 15,0-1-10-15,2 3-3 0,-2-3-10 0,-1 5-1 0,-1-1 4 16,-2-1 1-16,2 0 3 0,-5 1 3 0,-1 1-2 15,-1 0 4-15,-2 1-2 0,-2 2 3 0,-1-5-3 16,-4 0-1-16,-3 4-7 0,1-2-3 0,0-1-6 16,0 0-5-16,2-3-1 0,-2 0-3 0,3 0-7 15,1-2 2-15,2-1-5 0,-1 1-2 0,5-4-2 16,-9 5-1-16,9-5-6 0,-5 4 0 0,5-4-2 16,0 0-8-16,-6 2 3 0,6-2-1 0,0 0-4 15,0 0-5-15,0 0 4 0,0 0-3 0,11 7-9 16,-11-7-9-16,19 3-17 0,-7-2-26 0,3-1-12 15,3-1-26-15,4 1-13 0,-2-3-30 0,1 2-3 16,6-1-12-16,-7-1-13 0,0 2-125 0,-3-3-321 16,2 1 143-16</inkml:trace>
  <inkml:trace contextRef="#ctx0" brushRef="#br0" timeOffset="118716.31">19289 7854 119 0,'2'-8'150'15,"-2"8"-6"-15,1-13 7 0,-1 13 2 0,0-9 0 16,0 9-1-16,0-8-9 0,0 8-10 0,0 0-15 15,1-10-12-15,-1 10-15 0,0 0-13 0,0 0-12 16,0 0-5-16,0 0-5 0,0 0-14 0,0 0-2 16,0 0 0-16,0 0-6 0,0 0-3 0,10 25-3 15,-7-18 3-15,3 1-4 0,0 2-6 0,-1-1-1 16,2 0 0-16,1 0-5 0,-3 1 0 0,3-3 2 16,-1 4-2-16,-2-3-1 0,3 0-3 0,-1 1-3 15,-3 0 0-15,3-2 2 0,-3-1 2 0,1 3-3 0,-4-3 2 16,1 0-2-16,-2-6 2 0,-2 12-3 0,2-12 4 15,-6 15-3-15,2-10-8 0,-2 4-10 16,-2-4-17-16,0 1-26 0,-1 0-37 0,-1-2-30 16,3-3-26-16,-4 1-33 0,-1 0-120 0,1-3-323 0,0 0 144 15</inkml:trace>
  <inkml:trace contextRef="#ctx0" brushRef="#br0" timeOffset="118863.97">19358 7787 53 0,'26'-8'127'0,"0"-1"-20"0,0 3-13 0,2-2-21 15,-1-1-13-15,0 0-45 0,0 3-38 0,-10 3-62 16,2-1-91-16,-4-2 41 0</inkml:trace>
  <inkml:trace contextRef="#ctx0" brushRef="#br0" timeOffset="119092.42">19671 7597 67 0,'0'0'161'16,"0"0"-15"-16,0 0-16 0,0 0-12 0,8-4-4 15,-8 4-5-15,0 0-11 0,13 17 4 0,-3-3 1 16,-3-5 3-16,0 11-7 0,1 4-1 0,2 0-4 16,-5 3-5-16,-1 1 0 0,-1 2-3 0,-2-3 1 15,-2 0-7-15,-3 0-8 0,0-1-4 0,-4-2-3 16,-1 4-8-16,0-6-4 0,3-3-3 0,-3-1-5 15,-4 3-3-15,-2 0-2 0,1-6-7 0,1-2-10 16,-2 2-27-16,1-1-22 0,-3-3-39 0,0-1-32 16,5-2-53-16,2-2-47 0,-8 1-135 0,2-1-357 15,2-3 158-15</inkml:trace>
  <inkml:trace contextRef="#ctx0" brushRef="#br0" timeOffset="119333.32">20258 7808 191 0,'0'0'265'0,"8"-2"-28"15,-8 2-21-15,6-3-25 0,-6 3-20 0,12-1-17 16,-5-1-12-16,4 1-20 0,3-1-9 0,-2 1-14 15,6 0-33-15,-1 2-36 0,-3-2-42 0,-3 1-43 16,1-2-33-16,2-1-43 0,-4 6-32 0,-5 0-95 16,3-2-280-16,-8-1 124 0</inkml:trace>
  <inkml:trace contextRef="#ctx0" brushRef="#br0" timeOffset="119478.63">20279 7906 23 0,'-7'5'197'0,"7"-5"-12"0,0 0-8 0,-5 3-6 15,5-3-10-15,0 0-8 0,0 0-11 0,0 0-19 16,0 0-8-16,-2 5-8 0,2-5-9 0,0 0-17 16,21 5-25-16,-8-5-21 0,2 0-49 0,5 0-54 15,1-3-58-15,2 1-144 0,9-2-292 0,-5 0 130 16</inkml:trace>
  <inkml:trace contextRef="#ctx0" brushRef="#br0" timeOffset="121598.16">21268 7640 128 0,'-8'-5'145'16,"8"5"-17"-16,0 0-6 0,0 0-12 0,0 0-6 0,0 0 3 16,-15 11-3-16,8-3-14 0,0 2-4 15,-1 0-8-15,-1 6-9 0,-2 0-2 0,2 2-4 16,-2-2-4-16,2 2-6 0,1-2-4 0,0 0-5 0,1 0-2 16,2 2-6-16,3-2 2 0,-1-4-6 0,3 0-4 15,0 0 1-15,4-2-5 0,0 1-1 0,1 0-1 16,3-2 4-16,-1-2-9 0,2 0-4 0,-1-1-1 15,0-2 8-15,3 0-3 0,-2-2 5 0,1-1 1 16,2-1 6-16,-1 0-2 0,1-1 7 0,-2-1 2 16,2-4-2-16,-1 0 5 0,0 0 2 0,0-2 7 15,-2 0-4-15,1-1 6 0,-4 0 1 0,3-5 4 16,-4 4-2-16,-1-4-3 0,1-1-6 0,-3-2-4 16,-4 0-6-16,0 1 3 0,-2 0-6 0,0-1-2 15,-1 1-4-15,-1 0-3 0,2 6-6 0,-3 1-1 16,-1-1 2-16,1 0-2 0,1 2-8 0,-1 2-1 15,-2-1-6-15,3 5-12 0,1-4-13 0,5 6-8 16,-13-1-11-16,13 1-14 0,-15 4-24 0,7 1-25 16,0 4-28-16,2-1-28 0,2 2-31 0,3 1-157 15,-2-1-381-15,5 2 168 0</inkml:trace>
  <inkml:trace contextRef="#ctx0" brushRef="#br0" timeOffset="121765.47">21567 7846 34 0,'0'0'242'0,"9"-3"-21"16,-9 3-16-16,0 0-13 0,0 0-12 0,0 0-20 15,0 0-13-15,6-5-16 0,-6 5-21 0,0 0-22 16,0 0-44-16,0 0-44 0,0 0-34 0,0 0-27 16,9 7-26-16,-9-7-32 0,7 5-124 0,-7-5-262 15,10 2 117-15</inkml:trace>
  <inkml:trace contextRef="#ctx0" brushRef="#br0" timeOffset="122128.09">21866 7649 106 0,'4'-11'214'0,"-3"5"-6"0,-1 6-4 16,0-8-10-16,0 8-10 0,3-9-19 0,-3 9-18 0,0 0-15 15,0 0-15-15,0-6-17 0,0 6-7 0,0 0-4 16,0 0 2-16,0 0 7 0,-16 29-2 0,7-11-9 15,2-2-5-15,-6 7-10 0,3-6-7 16,3 2-7-16,1-1-5 0,-1 1-2 0,2-1-8 0,-2-1-4 16,4 1-3-16,-1-1-5 0,2-4 2 0,2-1-4 15,-2 3-2-15,2-3-3 0,2-3 0 0,0 4-6 16,2-4 0-16,-1-3-2 0,3 4 3 0,-1-2-7 16,3-2-1-16,-2-1-2 0,1-1 0 0,1 0-4 15,1-4 0-15,-1 0-2 0,4-1 1 0,-12 1-2 16,16-5 0-16,-6 3-3 0,-2-2 5 0,0 0-5 15,-4-3-5-15,0 1 4 0,-1-2-3 0,1 2 2 16,-1 0 0-16,-3 6-5 0,-2-12-4 0,2 12-3 16,-3-11-6-16,3 11-5 0,-8-9-7 0,3 6-13 15,5 3-10-15,-12-3-19 0,3 3-21 0,9 0-34 16,-15 3-21-16,5-3-27 0,0 4-32 0,2 2-133 16,1-4-369-16,7-2 164 0</inkml:trace>
  <inkml:trace contextRef="#ctx0" brushRef="#br0" timeOffset="122486.07">22166 7642 83 0,'10'-6'186'0,"2"1"-19"0,-1 2-16 0,0 0-15 15,1 2-13-15,-1 1-6 0,0 7-5 0,2-2-15 16,0 5-6-16,-2 1-6 0,-1 6-20 0,-1-3 6 15,-5-1-6-15,1 5-8 0,0 0 8 0,-3-2-4 16,-2 4 11-16,-5-3-6 0,-2-1 4 0,-2-1-3 0,-1-1-1 16,-1-2-8-16,-4 1 0 0,3-2-3 15,1-4-5-15,1-1-1 0,-2 0 2 0,3-1 5 16,3-1 6-16,1-1 5 0,5-3 0 0,-12 1-6 16,12-1 3-16,0 0-8 0,-9-1 2 0,9 1-1 0,0 0 1 15,0 0-5-15,-7-6-9 0,7 6-3 16,0 0 5-16,0 0-18 0,0 0-2 0,13-13-7 15,-7 12 1-15,-6 1-2 0,16-5-5 0,-6 4 0 16,1-1-25-16,2 2-6 0,6 0-13 0,1 0-17 0,0-1-16 16,3 1-25-16,5-2-22 0,-7 2-36 0,7-2-30 15,-7 0-29-15,1 0-16 0,-3 0-144 0,3-1-397 16,-2-2 175-16</inkml:trace>
  <inkml:trace contextRef="#ctx0" brushRef="#br0" timeOffset="122764.11">22662 7706 12 0,'0'0'210'0,"0"-7"-2"0,0 7-9 0,0 0-9 16,1-12-17-16,-1 12-19 0,0 0-15 0,0 0-18 15,0 0-18-15,0 0-13 0,0 0-11 0,0 0-6 16,0 0-11-16,0 0-5 0,0 0-6 0,13 16-1 16,-10-9-8-16,6 1-1 0,-3-1-6 0,0 5-1 15,1-4-5-15,0 0-1 0,0 0-1 0,-1 2-4 16,1-1-6-16,-1-2 7 0,2 1-6 0,-3-3-2 15,0 1 0-15,0 2 0 0,-1-3-3 0,-1 0-1 16,-3-5-4-16,6 9 4 0,-5-2 0 0,-1-7 3 16,1 11 1-16,-1-11 0 0,-7 9 3 0,2-4-1 15,-4 1-14-15,0-3-11 0,-4 2-12 0,1-1-12 16,-2-1-21-16,4-2-17 0,-3 2-22 0,1-1-17 16,1-4-30-16,1 2-31 0,-3-3-131 0,4 0-325 15,0-2 144-15</inkml:trace>
  <inkml:trace contextRef="#ctx0" brushRef="#br0" timeOffset="122913.15">22745 7622 121 0,'8'-4'167'0,"-1"0"-16"0,4 0-18 16,1 0-15-16,5-3-11 0,1 1-12 0,1 3-21 15,0-2-34-15,8 1-26 0,0-1-55 0,-7 1-55 16,1 2-52-16,1-5-159 0,-6 4 71 0</inkml:trace>
  <inkml:trace contextRef="#ctx0" brushRef="#br0" timeOffset="125215.6">23145 7631 7 0,'4'-6'136'0,"-4"6"-8"0,0 0-17 16,0 0-7-16,8-3-19 0,-8 3-3 0,0 0-7 16,0 0-7-16,14 10-6 0,-8-6-6 0,0 4-7 15,3-2-7-15,-2 1-6 0,-1 1-1 0,3 1-2 16,-1 1 6-16,0-1-2 0,-2 1-9 0,3-1 1 15,-3 1 4-15,-1-3-3 0,2 5-5 0,-1 0 4 16,-1-2-6-16,0 1 10 0,-1-1 3 0,1 2-7 16,-1-3-6-16,0 2 5 0,2-2-2 0,-2 3 0 15,0-3-3-15,0 1 2 0,0 1-1 0,0-4-5 16,-2-1 0-16,2 0-2 0,0 1 4 0,-4-7-5 16,5 7-3-16,-3-1 5 0,-2-6-11 0,3 6 4 0,-3-6 1 15,3 5 1-15,-3-5 1 0,0 0 21 16,0 0 11-16,0 0 14 0,5 4 15 0,-5-4 15 15,0 0 6-15,0 0-6 0,0 0-10 0,0 0-5 0,6-16-7 16,-1 7-8-16,0 0-4 0,-1 0 10 0,0 0 0 16,0-3-1-16,2-2-12 0,-2 3 0 0,5-7-9 15,-3 3 0-15,2-2-14 0,0 2 5 16,-2-2-6-16,2-1-2 0,-3 1-2 0,1 2 0 0,-1 2-7 16,2-2 2-16,-2 3-3 0,-1 2-2 0,-2-2-5 15,2 3 4-15,-1 2-3 0,-1-2-4 0,2 1-4 16,-3 2-9-16,3-1-9 0,-4 7-8 15,3-9-13-15,-3 9-11 0,1-6-19 0,-1 6-13 0,0 0-28 16,0 0-30-16,2-7-32 0,-2 7-9 0,0 0-16 16,0 0-14-16,0 0-139 0,0 0-375 0,0 0 166 15</inkml:trace>
  <inkml:trace contextRef="#ctx0" brushRef="#br0" timeOffset="129360.72">10429 9845 101 0,'0'0'149'0,"-11"-3"0"0,11 3-5 15,-9-3 2-15,9 3-2 0,-5-4-14 0,5 4-6 16,0 0-9-16,-7-3-11 0,7 3-14 0,0 0-11 0,0 0-9 15,0 0-8-15,0 0-10 0,0 0 0 0,17-7-4 16,1 5-6-16,2 1-5 0,16-3-9 0,-2-1-22 16,4 1-7-16,-1-1-17 0,-3 4-31 15,-2-5-34-15,-5 5-28 0,-8-1-37 0,-9 2-96 0,1 0-264 16,-4 0 117-16</inkml:trace>
  <inkml:trace contextRef="#ctx0" brushRef="#br0" timeOffset="129736">10566 9851 30 0,'0'0'116'0,"-3"8"-6"0,3-8-9 0,2 16 1 16,-1-5 6-16,2 0-8 0,1 15 16 0,-3-6-6 16,0 5-9-16,2 1-6 0,0 0-14 0,0 2 7 15,-1-2-7-15,2 3-7 0,0-4-9 0,-3-4-1 16,2 3-7-16,1 0-8 0,-3-7-4 0,2 2-4 15,-1-2-4-15,3-2-1 0,-3-4-5 0,0 4-5 16,1-3-4-16,-1-2 3 0,0-3-2 0,-1 0-4 16,0-1-2-16,-1-6-3 0,1 10-7 0,-1-10 4 15,2 7 0-15,-2-7-6 0,0 0-3 0,0 0-12 16,-7 8-1-16,7-8 0 0,-11 0-4 0,11 0 4 16,-14-2 1-16,14 2 1 0,-14-3 1 0,5 0 1 15,9 3 0-15,-12-4 3 0,6 3 8 0,6 1 0 0,-10-2 0 16,10 2 6-16,0 0-6 0,-8-4 5 15,8 4-7-15,0 0 2 0,0 0-1 0,0 0 0 16,0 0-5-16,0 0 0 0,0 0-1 0,23-4-16 16,-10 2-11-16,6 1-12 0,1 0-15 0,8-3-17 0,-7 3-23 15,6-3-5-15,-7 0-21 0,2 1-113 16,-2 1-255-16,-1-1 113 0</inkml:trace>
  <inkml:trace contextRef="#ctx0" brushRef="#br0" timeOffset="129951.46">10976 10228 149 0,'2'-7'166'0,"-2"7"1"16,0 0-1-16,3-6-13 0,-3 6-10 0,0 0-16 16,4-5-16-16,-4 5-11 0,0 0-14 15,0 0-12-15,0 0-4 0,0 0 3 0,0 0-1 0,3 19 2 16,-3-9-2-16,0 2-3 0,1 4-8 0,0-1-4 16,-2 0-6-16,1-2-6 0,-1 3-3 0,1-5-1 15,0 2-6-15,1 2 4 0,-2 1-10 0,1-1 0 16,2-4-14-16,-2 0-22 0,2-1-12 0,-1 1-21 15,1-1-21-15,0-3-14 0,0-1-30 0,1 0-26 16,-3-6-19-16,2 12-19 0,0-7-92 0,-2-5-281 16,0 0 126-16</inkml:trace>
  <inkml:trace contextRef="#ctx0" brushRef="#br0" timeOffset="130320.33">11012 10197 15 0,'6'-10'130'0,"3"1"-5"0,1 2-5 0,1-3 1 16,0 7-19-16,0-3-3 0,0 3-3 0,-2 1-18 16,4 1 4-16,-2 1-6 0,0 3 0 0,0-1-4 15,-2 1-11-15,-3 1-8 0,2-1-1 0,0 5-4 16,-5 0-2-16,0-2-8 0,0 5-5 0,-2-1 0 16,-4 1-7-16,-1 2-2 0,0 1 9 0,-4 1-11 15,1-1-11-15,1-4-17 0,-1 0 1 0,1 2-12 0,1-3 0 16,1 1-20-16,0-1-5 0,3-1-7 0,1 1 2 15,0-2 5-15,0-7-2 0,4 12 20 16,1-6-9-16,3 2-3 0,-2-4 16 0,1 1-10 16,0 1 8-16,4-1-7 0,-3 1 12 0,1-2 8 0,0 2 2 15,0-3-17-15,-2 2 9 0,-1-2 4 0,0 1 6 16,1 0 0-16,-3-1 5 0,-4-3-1 0,5 8 18 16,-5-8 5-16,0 9 0 0,0-9 11 15,-4 8 0-15,-1-3 2 0,-2-1-6 0,2 1-10 0,-4-1 7 16,3 0-5-16,-2 0-1 0,2 0-10 0,-1-2-4 15,0-1-22-15,7-1-22 0,-13 3-29 0,8-3-35 16,5 0-90-16,-13 1-207 0,13-1 92 0</inkml:trace>
  <inkml:trace contextRef="#ctx0" brushRef="#br0" timeOffset="130501.23">11662 10255 16 0,'6'5'53'0,"-6"-5"-16"16,1 7-25-16,-1-7-21 0,0 0-10 0,-8 14-19 16,1-7 9-16</inkml:trace>
  <inkml:trace contextRef="#ctx0" brushRef="#br0" timeOffset="130640.11">11539 10375 103 0,'-7'7'124'0,"7"-7"5"16,-1 4-2-16,1-4 12 0,0 0-1 0,0 0-9 15,0 0-19-15,14 6-7 0,-5-4-12 0,2 0-6 16,2-1-18-16,6-1-27 0,1-1-26 0,-2-1-38 16,5 0-47-16,3 0-56 0,1-2-70 0,0 1-212 15,-4 1 94-15</inkml:trace>
  <inkml:trace contextRef="#ctx0" brushRef="#br0" timeOffset="131292.51">11413 10315 28 0,'0'0'126'0,"0"0"-2"15,0 0 0-15,0 0-10 0,0 0-11 0,0 0-3 16,0 0-2-16,0 0-7 0,26-2-11 16,-16 1-11-16,2 1-1 0,7-3-10 0,0 1-14 15,11 2-5-15,1-6-25 0,3 2-28 0,5 0-21 0,12-4-36 16,-10 4-123-16,10-2-209 0,-12 0 92 0</inkml:trace>
  <inkml:trace contextRef="#ctx0" brushRef="#br0" timeOffset="132613.84">13097 9855 169 0,'-4'-4'202'0,"4"4"-8"0,-5-7-8 16,5 7-19-16,0 0-15 0,-4-7-12 15,4 7-16-15,0 0-14 0,0 0-17 0,-4-6-10 0,4 6-7 16,0 0-5-16,0 0-8 0,0 0-5 0,0 0-9 15,19 15-4-15,-9-6-5 0,-2 0-5 0,3 5-3 16,3 2-5-16,2 4 5 0,-5-3-7 0,2 4 1 16,0 1-1-16,2 1-5 0,-2-1 5 0,1 0-4 15,-1 1-3-15,-1-6 1 0,-2-1-3 0,1 1-1 16,1-2 3-16,-1 2-6 0,0-2 1 0,-1 1 1 16,0-2-4-16,-1-1 0 0,1 1-1 0,-4-4-1 15,1 1 1-15,-1-3-2 0,-1-1-1 0,0-2 0 16,-1 1-3-16,-1 0 0 0,-3-6 5 0,8 6 1 15,-6-2-1-15,-2-4 5 0,5 2 5 0,-5-2-2 16,0 0 4-16,0 0-3 0,14-8 3 0,-14 8 8 16,6-14-1-16,-1 4-3 0,-1-1 0 0,0 0-5 15,0-4 0-15,2-3-5 0,-4-7 0 0,3 5-3 16,3 4 0-16,2-9-2 0,-3 2-1 0,-3 4-3 16,4-6 1-16,-5 6 2 0,3 2-3 0,0-2 0 15,0 0-1-15,-1 1 4 0,-1 2-6 0,2 0 1 16,-3 6 0-16,0 0-3 0,1 3 1 0,-2-3 0 15,0 6-3-15,-2 4-2 0,2-9-9 0,-2 9-13 16,0 0-7-16,3-8-8 0,-3 8 11 0,0 0-10 0,0 0-7 16,0 0-14-16,0 0-16 0,0 0-22 0,15 14-28 15,-7-8-19-15,-6 0-23 0,4 3-18 16,-2 0-109-16,-1 1-319 0,1-1 141 0</inkml:trace>
  <inkml:trace contextRef="#ctx0" brushRef="#br0" timeOffset="134778.18">13595 10123 38 0,'0'0'94'0,"0"0"-3"0,0 0-2 0,-4-4 2 0,4 4-6 16,0 0-1-16,0 0-4 0,0 0-1 0,-4-6 9 15,4 6-13-15,0 0 2 0,0 0-1 16,0 0 0-16,0 0 0 0,-2-9-11 0,2 9 0 0,0 0-4 16,0 0 1-16,0 0-13 0,0 0 6 0,0 0-12 15,0 0-9-15,0 0-7 0,0 0-5 16,0 0-3-16,0 0-1 0,0 0 1 0,0 0-5 0,0 0-7 15,2 25 5-15,0-15 7 0,-2 2-4 0,0 0-1 16,2 0 5-16,-4 4-3 0,4-2 2 0,-2-1-9 16,0 0 4-16,0-2 1 0,0 1 2 0,0 1-6 15,0-3 1-15,2 0 2 0,-2 0-6 0,2 0 1 16,-2 0-2-16,0-1-3 0,0 1-4 0,4-3-11 16,-4 0-37-16,2 1-24 0,0-2-12 0,0-1-13 15,-2-5-29-15,4 12-130 0,-4-8-277 0,0-4 123 16</inkml:trace>
  <inkml:trace contextRef="#ctx0" brushRef="#br0" timeOffset="135156.16">13641 10096 22 0,'13'-5'130'0,"-1"1"-7"0,1 0-5 15,5 3-6-15,0 1-1 0,2 1-9 0,-2 1-8 16,-2 4-8-16,-2-3-10 0,1 6-2 0,-6-5-5 16,3 3-12-16,-4-1-6 0,-1 3-12 0,-3 1 3 15,-2-2-6-15,-2 4-2 0,-2 0-3 0,-2 0-2 16,-5 2 5-16,0 0-10 0,-1-1-1 0,-2-1-16 0,5-1 11 16,0-3-2-16,0 1-9 0,3-2-1 0,1-1-7 15,-1-1-4-15,4-5-4 0,-4 9-3 16,4-9-3-16,4 10 1 0,-4-10 2 0,9 9 4 0,-1-6 2 15,2 1-16-15,-1 1 14 0,2-1-3 0,1-1 4 16,-2 0-1-16,3 1 7 0,-5-1-7 0,1 1 3 16,1 1-1-16,-2 0 0 0,-3-2 3 15,1 1 5-15,-2 1-1 0,-4-5-1 0,3 10 3 0,-3-10-2 16,0 0 11-16,-7 12-8 0,3-5 5 0,-1-2-12 16,-4-1 0-16,0 0-12 0,0 0-14 0,-1 0-12 15,0 0-35-15,3-2-22 0,-1 0-98 0,-4-2-211 16,5 2 94-16</inkml:trace>
  <inkml:trace contextRef="#ctx0" brushRef="#br0" timeOffset="135407.68">14047 10137 173 0,'0'0'227'0,"3"-9"-11"0,-3 9-27 15,4-6-18-15,-4 6-21 0,0 0-18 0,0 0-14 16,4-3-15-16,-4 3-6 0,0 0-6 0,6 14-7 16,-5-5-10-16,0 3-4 0,1-1-7 0,0 5-3 15,-2-3-7-15,2 4-4 0,0-2-6 0,-2 2-5 16,2 1-3-16,1-5-2 0,-1 3-10 0,0-3-13 16,-2 2-24-16,4-2-25 0,-4-2-32 0,2 1-10 15,1-5-27-15,-2 3-21 0,-1 0-22 0,2-2-135 16,0-1-308-16,-2-7 137 0</inkml:trace>
  <inkml:trace contextRef="#ctx0" brushRef="#br0" timeOffset="135776.87">14068 10182 69 0,'2'-9'142'0,"0"-3"-14"15,2 5-8-15,3-2-8 0,-3 4-6 16,6 0-8-16,-2 1-6 0,2 1 1 0,1 3-1 0,0 0-10 15,0 1-8-15,1 1-4 0,-1 0-9 0,2 2-1 16,-4-1-10-16,0 2-2 0,-2 1-5 0,0 2-7 16,0 0-5-16,-1 0-4 0,-1-1-2 15,-3-1-4-15,0 2 4 0,-2-1-1 0,2 1-3 0,-2-1-6 16,0 3 3-16,0-2-2 0,-2-1-7 0,2-7-4 16,0 14-15-16,0-9 4 0,0-5-6 0,2 12 2 15,-2-7 0-15,0-5 2 0,5 11-7 0,-1-7 6 16,-1 1 3-16,3 0-2 0,-1 0-5 0,3-1 4 15,-2 0 1-15,2-1 5 0,-1 3-7 0,2-3 5 16,-2 1-5-16,0 0 12 0,0-2-7 0,1 2 2 16,-6-1 3-16,6 1-8 0,-8-4 2 0,6 8 2 15,-2-4 5-15,-4-4-2 0,1 9-4 0,-1-9-4 16,0 8-8-16,0-8-4 0,-9 10-1 0,4-5 8 16,-2-2-12-16,-1 3-14 0,1-2-21 0,0-1-16 15,2 1-35-15,-4 0-94 0,1-1-223 0,1-2 99 16</inkml:trace>
  <inkml:trace contextRef="#ctx0" brushRef="#br0" timeOffset="135985.91">14708 10161 141 0,'0'0'181'0,"2"-5"-19"0,-2 5-23 16,0 0-13-16,0 0-11 0,0 0-11 16,11-1-7-16,-11 1-18 0,20 3-20 0,-7 0-33 15,1-3-38-15,4 3-37 0,2 0-58 0,-4-2-71 0,5-1-191 16,-3-1 85-16</inkml:trace>
  <inkml:trace contextRef="#ctx0" brushRef="#br0" timeOffset="136387.81">15060 9904 13 0,'-4'-10'258'0,"-1"-2"-9"16,3 7-13-16,-2-3-19 0,4 8-24 0,-5-10-24 16,5 10-20-16,-1-5-14 0,1 5-17 0,0 0-11 15,0 0-11-15,12 19-12 0,-5-9-10 0,7 12-3 16,0 2-5-16,-1 1-8 0,1-2-5 0,-1 3-5 15,1-1-7-15,0-2-1 0,-1 1-7 0,-2 0-2 16,-3-8-3-16,1 2-4 0,1-2 0 0,-4-1-2 16,1-1-3-16,2 0-5 0,-1 1 4 0,-2-6-3 15,-4-1-1-15,2 0-2 0,0-3-2 0,0-1 4 16,-2 1-4-16,-2-5 6 0,6 5-3 0,-6-5 5 16,0 0 0-16,6 3 0 0,-6-3-1 0,0 0 4 15,10-17-9-15,-6 9 5 0,5-6 1 0,-3-1-2 16,3-2 3-16,-2 1-1 0,5-9-7 0,-3 2 5 15,0 0-5-15,2-5 4 0,-1 1-6 0,-1 3 2 16,1 0-4-16,-1 2 6 0,-4 3-7 0,1 2 0 16,-1 0-3-16,-1 6 1 0,0 1-3 0,-1 1 2 0,0 3-11 15,-1 1-17-15,-2 5-29 0,4-8-25 0,-4 8-20 16,0 0-8-16,0 0-23 0,0 0-26 16,9 14-14-16,-8-3-28 0,-2 6-148 0,-1 1-374 15,-1 2 165-15</inkml:trace>
  <inkml:trace contextRef="#ctx0" brushRef="#br0" timeOffset="136618.51">15510 10118 105 0,'0'0'214'0,"0"0"-10"0,0 0-17 16,0 0-16-16,4-5-22 0,-4 5-16 0,0 0-9 15,0 0-15-15,0 0-2 0,3 15 3 0,-2-4-6 16,-1-3-8-16,1 4-6 0,-1 0-4 0,0 4-9 15,2 1-7-15,-1-2-5 0,0 1-6 0,-1-4-8 16,3 0-3-16,-3 4-7 0,1-1-1 16,0-2-11-16,1-2-17 0,-2 2-15 0,1-1-28 0,-1-1-23 15,2-1-34-15,0-1-37 0,-1-1-28 0,-1-1-30 16,4-1-125-16,-4-6-332 0,2 9 147 0</inkml:trace>
  <inkml:trace contextRef="#ctx0" brushRef="#br0" timeOffset="137002.23">15560 10107 129 0,'1'-6'160'0,"3"-1"-21"0,-4 7-7 16,5-8-10-16,-5 8-15 0,8-4-8 0,-3 3-6 16,-5 1-8-16,12 1-8 0,-1-1-2 0,-4 3-10 15,0-1-6-15,2 2-9 0,-1 2 2 0,0 0-12 16,-1 1 1-16,0 0-1 0,-1 1-9 0,-2 0 1 15,-2-1-4-15,2 2-2 0,-5 0 3 0,1 2-9 16,-3-2 1-16,1 1-2 0,-2-1 0 0,0 1-2 16,-1 0-1-16,-1-1 0 0,1 0-13 0,-1-1-10 15,3 0-10-15,0 1-8 0,2-2-6 0,1-7-9 16,0 10 6-16,0-10-1 0,4 13 0 0,0-10-1 16,2 1 2-16,2 3 9 0,-1-4 2 0,2 2-8 15,-1-3 3-15,1 2 6 0,-2 0 5 0,1 0 5 0,-2-1-1 16,0 0 0-16,0 0-3 0,-6-3 8 15,9 6-4-15,-5-4 13 0,-4-2 8 0,2 6 9 16,-2-6 5-16,0 9 9 0,0-9-5 0,-6 9 4 16,1-5 1-16,-3 0-5 0,0 0-4 0,-1 1-5 0,2-2-1 15,-2 1-18-15,1 1-9 0,2-1-14 0,-4 0-7 16,3-1-40-16,1-1-33 0,6-2-121 16,-12 1-242-16,12-1 107 0</inkml:trace>
  <inkml:trace contextRef="#ctx0" brushRef="#br0" timeOffset="137394.14">16102 10101 6 0,'0'0'241'0,"-6"-12"-19"0,-3 7-16 16,2 0-9-16,-2 4-15 0,-5 1-9 0,3 3-15 15,-7 2-18-15,3 3-12 0,-2 2-10 0,3 3-11 16,-3-1-10-16,6 1-10 0,3-1-10 0,2-2-7 15,-1 3-9-15,2-3-5 0,4 2-4 0,1-1-5 16,4-2-3-16,0 3-5 0,2-3-3 0,2 0-4 16,-1-3 0-16,4 0-6 0,3 0-4 0,-1-2 0 15,-1-1-3-15,0 0-2 0,-1-3-3 0,1 0 0 16,-2 0 0-16,-1 0-3 0,-9 0 6 0,14-3-8 16,-8 3 1-16,-6 0 0 0,8-3 1 0,-8 3 8 15,6-3 2-15,-6 3 1 0,0 0-3 0,0 0 1 16,0 0-9-16,0 0-2 0,0 0 2 0,-29 3 0 15,18 1 3-15,-2 0 3 0,-4 4-2 0,0-1 9 16,2 2-7-16,0 0-3 0,1 2-2 0,5-3 1 16,0 2-4-16,0-3 3 0,4 3-4 0,0-3-2 15,3 1 1-15,4 2 0 0,-2-10-10 0,7 14-4 16,2-6-18-16,3 0-24 0,7-2-21 0,9 1-39 16,-2-4-25-16,3 0-44 0,2-2-36 0,-2 2-179 15,-1-2-424-15,-6-1 187 0</inkml:trace>
  <inkml:trace contextRef="#ctx0" brushRef="#br0" timeOffset="137971.29">13262 10778 134 0,'-19'0'175'16,"8"2"2"-16,-3-4-5 0,6 4-11 0,8-2-11 16,-9 1-10-16,9-1-13 0,0 0-3 0,27 2-4 15,1 1-2-15,22-6-10 0,13 0-4 0,33-2-3 16,11-5-7-16,4 3-10 0,12-2-3 0,3-1-10 15,16-1-8-15,11 3 3 0,2 1-10 0,10-2-7 16,2 1-7-16,4 1-5 0,-3 3 2 0,1 2-10 16,-6 0 1-16,-12 0-3 0,-9 1 4 0,-8-2-5 15,-5 6 6-15,-11-2 4 0,-8-1 0 0,-8-4-3 16,-37 4 3-16,0 3 1 0,-7-6 5 0,-20 1 2 16,-5 0 5-16,-5 0 3 0,-8 0 3 0,-7 0 15 15,-1 2 9-15,-2-1 10 0,-1 1 7 0,-9 0 0 0,12-2-5 16,-8-1 6-16,-4 3-24 0,5-6-10 15,-5 6-9-15,0 0-18 0,-5-14-16 0,5 14-28 16,-16-10-25-16,4 7-26 0,-4 0-39 0,-6-1-44 16,-1 2-42-16,-5-2-62 0,-4 1-60 0,-1 3-190 0,-1 2-538 15,-1-1 238-15</inkml:trace>
  <inkml:trace contextRef="#ctx0" brushRef="#br0" timeOffset="139724.22">10181 7633 42 0,'-10'3'62'0,"1"3"10"0,-1-1 5 16,-1 3-15-16,2 0 2 0,-7 1-2 0,3 3-17 15,-1 1 14-15,-1 1-5 0,1 2-2 0,-1 3 1 0,-1 3 5 16,4-6-15-16,3 3 6 0,-7 3-8 16,5 5 0-16,0-2 4 0,-1 4-6 0,3 1 0 0,-3 1 2 15,1 2-2-15,1-1 1 0,2 1 4 16,0-1-8-16,3 0 1 0,3 2-9 0,0 0 2 0,2 0 1 16,2 0 0-16,3 12 3 0,2 2-6 0,0-11 4 15,3 7-7-15,6 0 2 0,-4-9-4 0,6 10-6 16,0-3 2-16,4 1 1 0,-1-14 3 0,12 9-7 15,1-3-1-15,3-4-1 0,3-3 6 0,-7-9-8 16,15 7-9-16,2-7-20 0,0-2-20 0,2-2 1 16,3-5-35-16,0 0-20 0,-1-4-29 0,-3 1-109 15,-14-7-248-15,17 2 110 0</inkml:trace>
  <inkml:trace contextRef="#ctx0" brushRef="#br0" timeOffset="140693.51">10813 7402 6 0,'58'-12'41'0,"0"4"-4"15,-2-4 1-15,-3 3-11 0,-2 2 2 0,1-1-2 16,3-1-1-16,-1 0-3 0,1 3-5 0,1-2 2 15,1 0-4-15,0-1-2 0,-1 1-2 0,-2-1 0 16,7 3 2-16,4-3 4 0,27-2-5 0,-2-2-2 16,-25 1 0-16,28 0-2 0,2 0-4 0,-2 0 4 15,-5-1-2-15,2 0-4 0,4 3 4 0,2-4-2 16,0 2 4-16,6 2-9 0,-1 1-7 0,-2 0-7 16,3-1-5-16,-1-4 1 0,4 8-5 0,7-10 6 15,-4 6 1-15,6 3 3 0,1-2-6 0,0-1 6 16,-6-5 0-16,0 10 3 0,7-4-5 0,-6 2-1 15,3 0 3-15,1-2-1 0,-2 0-7 0,-1 4 2 16,-3-3-13-16,2 5-34 0,-5-2 16 0</inkml:trace>
  <inkml:trace contextRef="#ctx0" brushRef="#br0" timeOffset="141323.94">17370 6860 27 0,'102'-10'53'16,"-5"3"-1"-16,3-4-3 0,1 2 2 0,0 0-3 15,4-1-9-15,5-1 5 0,-3 0 2 0,2 0-12 16,-2 1 4-16,0 3-5 0,4 0 1 0,-2-5-4 15,2 5 3-15,2 2-10 0,-3-2-3 0,-1-1-7 16,3 2-2-16,-1 0 8 0,4 1-17 0,2 0 4 16,-1 0-6-16,1 0 1 0,-3-1 6 0,-2-1-8 15,1 1 4-15,-1 3 0 0,-1-5-2 0,4 4-9 16,-4-1 3-16,-2 0-1 0,-4 0 2 0,4-3-5 0,-3 3-3 16,-1-1 1-16,-6 0-7 0,5-4-3 15,-5 4 1-15,-3-3-5 0,-2 2-1 0,-5 1-5 16,-23 1 14-16,32-3 3 0,-34 2-2 0,29-1-2 15,-30 3 2-15,4-1-4 0,23-3-5 0,-30 5 0 0,0-1-10 16,0 1-22-16,-1-2-60 0,-4 1 26 16</inkml:trace>
  <inkml:trace contextRef="#ctx0" brushRef="#br0" timeOffset="142048.24">24404 6687 5 0,'4'2'48'16,"-4"-2"0"-16,7 7-6 0,-3-4-11 0,1 2 3 15,-1 0 1-15,0 1-14 0,4 2 1 0,-2 1 2 16,-1 0-2-16,0 0 6 0,3 0-8 0,0 0-6 16,-2 0 4-16,0 3 0 0,2 3-1 0,1-2-6 15,1 1 2-15,-1 0-6 0,0 1 3 0,-1 1-3 0,-2-1 3 16,1 3 1-16,0-2-4 0,1 2-2 0,2 6-3 15,-2 0 8-15,-3 0 1 0,4 1-9 16,-4 0 1-16,-1 0-1 0,1 2-2 0,-1 1 4 16,2 0-3-16,1-1 4 0,-2-2-5 0,1 2 3 0,3-2-1 15,-3-2 0-15,0 2-2 0,-1-5-5 16,1 5 9-16,-2-8-19 0,4 7 7 0,-3-7-1 16,-2 2 4-16,0-1-3 0,1 2-1 0,0-4 5 15,-2 2-9-15,0 1 2 0,0 0 0 0,1 0-3 0,-3-3 0 16,-4 2 0-16,3-3-14 0,-2-2-41 0,-2 3-74 15,1-6 32-15</inkml:trace>
  <inkml:trace contextRef="#ctx0" brushRef="#br0" timeOffset="142936.64">22369 6515 80 0,'0'0'78'0,"23"-6"-6"0,-5 5-7 0,12 1 6 16,3-2-23-16,5 1-4 0,17 1 2 0,-4 0-11 15,7 1-7-15,-1 2-1 0,1-2 0 0,2 2-9 16,-3-2 3-16,3 2-15 0,0-1 3 0,2 2 5 16,0-2-3-16,-1 0-3 0,-1 2-1 0,-4-3-6 15,3 5-5-15,-7-4 4 0,0 3-1 0,-13-3-1 16,1 3 1-16,-2 0 3 0,-1 1 0 0,-1-2-5 15,-1 3 3-15,1-2-9 0,0 0 10 0,0 3 2 16,1-1-6-16,-3-1-10 0,-2 2 8 0,2-1-9 16,-4 0 12-16,0 1-7 0,-4-2 7 0,2 0-7 15,-8-1 2-15,1 0-3 0,-3 1 8 0,2 1-1 16,-3-1-6-16,-1-2 7 0,3 3 1 0,-4 1-4 16,2-3-1-16,-4 1 8 0,-1 2-3 0,0-2-3 15,3 2 7-15,-1 1 0 0,2-1-7 0,-7-1 5 16,2 0 0-16,0 2 3 0,-1 0-7 0,1 3 3 15,2 1 5-15,-3 0 6 0,-1 0 4 0,2 3-12 16,0 0 4-16,-1 1 2 0,4 5-2 0,-6-5-4 16,3 6 5-16,-2-5 1 0,1 7-6 0,3-1 8 15,-3 1-2-15,1-1-10 0,0-1 9 0,-1 4-1 16,1-3 0-16,0 3 1 0,-1-1-1 0,-1 1 1 16,2-1 0-16,-3 0-4 0,0 2 3 0,0 1-11 15,-1-2-2-15,0-1 9 0,-3 3 4 0,1-2-2 16,-4 1 6-16,-1 0-10 0,3-1 9 0,-6 1-8 15,0-3 7-15,3 2-1 0,-2 1-10 0,2-4 7 16,-1-1-4-16,-1-2-2 0,0 5-1 0,0 0 3 16,2-1 3-16,0 2-4 0,-1-1 2 0,0 0-2 0,0-1 4 15,1 4 1-15,-4-3-5 0,1 2 4 16,-1-1-5-16,-1-1-2 0,1 0 0 0,-2 2-11 16,1 0 9-16,-5 0-9 0,2-2-3 0,-1-1-6 15,-2 4 1-15,0-3-9 0,-1-1 13 0,0 1-3 0,-1-1-8 16,2-1-4-16,-5-1-5 0,4 2-4 15,-2-2 5-15,1-3-3 0,-4 2-35 0,6-5-79 16,-3-3 35-16</inkml:trace>
  <inkml:trace contextRef="#ctx0" brushRef="#br0" timeOffset="144288.25">10429 9028 24 0,'11'5'44'0,"6"1"-3"0,0-4 3 15,2 3 1-15,2-2-3 0,6 2-5 0,2-4-3 16,2 3-2-16,-1-2 2 0,2 0 2 0,1 0-2 16,2 1-6-16,3-2 2 0,2 1 5 0,15-2-8 15,-4 3 2-15,0 0-5 0,1-3-1 0,1 4 2 16,3-2-13-16,-1 1 3 0,1-1-5 0,3 0 5 15,1-2-3-15,1 3 7 0,3-3-11 0,0 0 3 16,26 3 3-16,-24 1-4 0,25-4 4 0,-25 0-6 16,25 0 4-16,-26 5 1 0,2-4-8 0,22 3-1 15,-27 1 4-15,0-2 6 0,1 1-7 0,-3 3-2 16,6-7 0-16,2 4 2 0,24-2 0 0,-27-1-2 16,29 0-11-16,-4-6 22 0,-23 4-4 0,28-4 3 15,-5-6 0-15,-25 6 1 0,27-5-13 0,0 1 14 16,-2 1-5-16,-25-1 0 0,33 0 18 0,-3 1-23 15,1-3 8-15,-4 1-3 0,2 3-7 0,-2 1 4 16,-1-3-6-16,-25 4 11 0,30-1-6 0,-31 0 3 16,36 3-2-16,-7 1-8 0,-2-2-2 0,-25 1 11 15,27 0-6-15,-4 1 4 0,2-1-9 0,-28 0-6 16,30 0 4-16,-5 1 6 0,-24 2-6 0,26 0-7 16,-28-1-3-16,-2 2-13 0,0 1-4 0,-5 2-1 0,1-2-4 15,-4 2-17-15,-14-2-13 0,-1 1-19 16,-2-1-51-16,-3 0-146 0,3 1 65 0</inkml:trace>
  <inkml:trace contextRef="#ctx0" brushRef="#br0" timeOffset="145561.97">15499 8990 26 0,'0'0'63'0,"0"0"5"0,0 0-14 15,0 0 0-15,0 0-1 0,0 0 0 0,44 3-2 16,-14-4 2-16,2-1-15 0,8 2 11 0,13-3-2 16,6 1-3-16,1-1 4 0,32 2-2 0,0-3-6 15,-2 0-8-15,5 0-11 0,2 3 14 0,-2-3-7 16,4 4 10-16,-6 0-11 0,3-3 0 0,3 3-7 16,6-3 2-16,-5 5-4 0,1-1 0 0,2-1-3 0,-2 0-1 15,-1 0-6-15,1-3-3 0,0 1 3 16,0 0 3-16,5-2 1 0,4-1-23 0,0 2 20 15,-2 0 4-15,2-5-1 0,-1 0 4 0,2 5-3 16,0-3 2-16,0 0 2 0,-2 1 6 0,-2-4-8 16,-2 6-2-16,0-2-4 0,-9 1 7 0,-3-3-11 15,0 3 10-15,-1-2 4 0,-1-1-10 0,-28 3-2 16,33-2 1-16,-7 1-2 0,-25 1-5 0,0-2 3 16,27 1-5-16,-31 1 1 0,0-1 6 0,1 0-5 0,1-6-2 15,0 9-3-15,-3-3 8 0,-3 0 0 0,-3 1 1 16,-1-1 6-16,0-3-9 0,-13 2-1 15,14-2-1-15,-17 2 8 0,4 1-1 0,-4 1-6 16,3-2 1-16,-2 2 3 0,-1-2 2 0,1 0-1 0,-2 2-5 16,2 1 2-16,-3-2 1 0,-1 0 6 0,1 2-7 15,-4-1 2-15,0 2-4 0,-1-2 6 0,-1 1 3 16,-7 0-3-16,7 2-8 0,0-2 12 0,-1 0-11 16,1 1 1-16,1-1 2 0,1 1 1 0,0 0-8 15,2-2 7-15,3 2-1 0,1 0 0 0,-3 0 3 16,4-1-3-16,-1 1-4 0,-1 0 4 0,5-2-3 15,-4 1 8-15,2 2-9 0,0-2 5 0,1 2 2 16,-5-2-5-16,3-1 4 0,-2 1-6 0,2 2 3 16,-3-3 1-16,-2 2-1 0,0 0-4 0,0 1 7 15,0-1-3-15,1 0 6 0,-2-2-9 0,0 1 2 16,1 0-1-16,-2 1 3 0,2-1-3 0,0-1-4 16,-1 1 8-16,1 0 6 0,-3 1-6 0,1-2-4 15,-1 3 2-15,-7-1-7 0,6-1 6 0,0-1-4 16,-7 4 0-16,0-4-4 0,6 2 12 0,-8 1-7 15,3-2-3-15,0 3 4 0,6-3 2 0,-8 2-5 0,2-1 9 16,5-1-6-16,-7 3 2 0,0 0-3 16,1-2 2-16,1 2-1 0,-3 0-4 0,4 0 7 15,-1 0 3-15,0 0 2 0,6-2-9 0,2 3-7 16,2 2 12-16,-1-3 1 0,1 2-2 0,2-2-7 16,0 3 6-16,0-2-6 0,-3-1 1 0,2 1 2 15,-4 1 8-15,2-2-6 0,0 0 3 0,-1 1-6 16,1 1-1-16,-2-4 4 0,0 2-2 0,-1 2 4 0,2-2 2 15,1 1-3-15,-10-1 4 0,8 0-5 0,-1 0-1 16,1-1 18-16,-2-1-12 0,3-1-4 0,-9 3-1 16,0 0-1-16,7 0-2 0,-8-1-1 0,1 1 10 15,1 1-10-15,-3-2 12 0,0 1-8 0,3 0 1 16,-3-1-1-16,-6 1 0 0,2-2 1 0,-4 2-3 16,1-3 4-16,-1 5-5 0,0-4 6 0,-1 2 0 15,-1 0-1-15,-9 0 3 0,15-2-3 0,-6 1 5 16,1 1 0-16,1-1-6 0,1 0-3 0,0-1 3 15,1 1-3-15,1 1 0 0,0-1 5 0,0 1 1 16,1-1-5-16,3 0 4 0,-5 1-4 0,0-1 3 16,5 0 1-16,-5 1-5 0,0 0 5 0,6 1-7 15,-1-1 3-15,0 0 1 0,-7 0-5 0,4 0 3 16,-4 1 4-16,8 0 2 0,1-2-6 0,-2 3-2 16,-6-1 1-16,6-1 0 0,-1 0-3 0,-4 1 6 15,1 1-7-15,-3-5 0 0,1 3-9 0,-1 1 5 16,-1-1-7-16,-2-1-5 0,1 0-11 0,0 0-16 15,-9 1-14-15,13-3-28 0,-7 0-100 0,-6 3-207 16,7-7 92-16</inkml:trace>
  <inkml:trace contextRef="#ctx0" brushRef="#br0" timeOffset="147424.09">8738 8390 42 0,'-13'-4'40'0,"6"1"-1"0,7 3-8 16,-13-2-3-16,6 1-3 0,7 1-3 0,-13-2-2 15,6 1-2-15,7 1 4 0,-11-3-1 0,11 3-1 16,-13-3-5-16,13 3 8 0,-14 0-7 0,7 0 0 15,7 0-1-15,-17-2 2 0,5 2 1 0,2 0-8 16,1 2 6-16,-2-2-3 0,0 2 5 0,0-1 3 16,-1 0-8-16,2 2-1 0,0-2-5 0,-1 0 9 15,2 1 4-15,-1-1-7 0,0-1 7 0,3 2-2 16,7-2 2-16,-12 3-1 0,12-3 3 0,-10 2-4 16,10-2-13-16,-6 0 17 0,6 0-3 0,0 0 3 15,-8 2-3-15,8-2-1 0,0 0-5 0,0 0 1 16,0 0 12-16,23 3-2 0,-8-2-16 0,13-2 17 15,2-4 6-15,6 5-15 0,15-3 6 0,2-2-8 16,4 3 5-16,-2 1-3 0,1-1 1 0,-1-1-19 16,0 0 19-16,-2 3 0 0,-13 0-17 0,11 2 9 15,0-1 2-15,-14-1-1 0,0 1-3 0,-1 1 0 16,-5-1 4-16,-3 0-7 0,-8-1 4 0,-1 3-7 16,-2 0 7-16,-4-2-6 0,-4 1-4 0,-1 0-9 15,-1-2-14-15,-7 0-8 0,10 2 2 0,-10-2-5 16,8 0-5-16,-8 0-22 0,0 0-22 0,0 0-59 15,0 0-154-15,0 0 69 0</inkml:trace>
  <inkml:trace contextRef="#ctx0" brushRef="#br0" timeOffset="147742.25">9159 8168 8 0,'28'2'75'0,"-7"-2"8"0,8 1-4 15,2 1 0-15,1 1-10 0,-2 0-12 0,3 1-3 16,-1 3-6-16,-4 0-12 0,-1 2 3 15,-10 0 5-15,1 4-3 0,-5 0-2 0,-3 4 5 0,-5 2-1 16,-5 8-8-16,-3 4 1 0,-8 2-2 0,-10 9 5 16,-3 0-4-16,-4-1 3 0,-5-3-11 0,0 1-5 15,1-5-16-15,6-7-26 0,1-2-31 0,-1-1-40 16,4-1-67-16,1-1-172 0,0-4 77 0</inkml:trace>
  <inkml:trace contextRef="#ctx0" brushRef="#br0" timeOffset="155188.41">14175 10828 71 0,'0'0'100'0,"0"0"-4"0,0 0-18 16,0 0 1-16,0 0-15 0,0 0 1 0,0 0-19 0,0 0-36 15,0 0-31-15,0 0-77 0,0 0-107 16,0 0 48-16</inkml:trace>
  <inkml:trace contextRef="#ctx0" brushRef="#br0" timeOffset="155864.1">11095 10773 112 0,'0'0'131'16,"0"0"-9"-16,0 0-9 0,0 0-18 0,0 0-6 16,0 0-12-16,3 5-12 0,-3-5-28 0,0 0-18 15,0 0-25-15,0 0-23 0,0 0-34 0,0 0-64 16,0 0-139-16,0 0 62 0</inkml:trace>
  <inkml:trace contextRef="#ctx0" brushRef="#br0" timeOffset="156741.31">14910 10949 42 0,'0'0'186'16,"0"0"-15"-16,-4-8-20 0,4 8-16 0,0 0-12 16,0 0-11-16,0 0-12 0,0 0-16 0,0 0 13 15,0 0-3-15,0 0-3 0,1 31-2 0,0-19-5 16,2 3-5-16,0 1-15 0,-1 2 2 0,-1-2-3 16,2 2-16-16,-1 0 6 0,0-2-4 0,0 1-10 15,-2 0 4-15,4-1-5 0,-3-3-2 0,3 2-2 16,-2-3-1-16,0 2-5 0,-2-2-1 0,4-2-8 0,-1 0 2 15,0-1-2-15,1 0-2 0,-4-2 2 16,3-1-4-16,-2 1-2 0,0 0-10 0,-1-7-17 16,1 12-17-16,-1-12-14 0,-1 11-29 0,1-5-7 15,0-6-11-15,0 0-14 0,-5 11-22 0,5-11-18 0,-6 8-133 16,6-8-300-16,-8 2 133 0</inkml:trace>
  <inkml:trace contextRef="#ctx0" brushRef="#br0" timeOffset="157135.87">14887 11005 80 0,'5'-5'177'0,"-1"-4"-11"16,-1 0-21-16,5 2-13 0,-1 0-7 0,4 1-10 15,-1 2-9-15,1-1-12 0,2 1-8 0,-1 3-2 16,6 1-15-16,-5 2-1 0,5 4-9 0,-7 0-1 15,0 0-8-15,1 5-4 0,-2 0-2 0,-2 4 0 16,-2-2 0-16,-3-2-1 0,2 5-2 0,-5 1 0 16,-3-1 1-16,-2 0 0 0,-1-5 1 0,-3 3-3 15,-3 0-5-15,0 0-3 0,-2-3-3 0,0-1-4 16,0-1 2-16,2-3-2 0,-2-1-5 0,-1 0 1 16,0-1-4-16,7-3 2 0,-3 1-1 0,3 1 0 15,1-2 2-15,7-1 1 0,-10 0-1 0,10 0-1 16,0 0-7-16,-12-3-3 0,12 3 2 0,0 0-4 15,0 0 0-15,0 0-3 0,0 0-3 0,0 0 4 16,0 0-5-16,0 0-1 0,0 0 0 0,0 0-2 16,34 4 3-16,-23 1 1 0,-2 0-6 0,2 2 9 15,2-2-2-15,3 4-4 0,-2-2-12 0,-3 1-15 16,1 0-23-16,-1-2-26 0,3 4-26 0,3-3-35 16,1 1-26-16,-3-1-155 0,-6-3-347 0,4 2 153 15</inkml:trace>
  <inkml:trace contextRef="#ctx0" brushRef="#br0" timeOffset="157438.26">15335 11197 228 0,'-2'-7'231'0,"2"7"-12"16,0 0-14-16,-2-8-16 0,2 8-19 0,0 0-15 0,0 0-15 15,0 0-20-15,0 0-9 0,0 0-15 0,0 0-9 16,0 0-8-16,0 0-5 0,0 0-3 0,0 0-8 16,4 28-6-16,-4-19-5 0,0 2 1 0,2 2-9 15,-1 2 1-15,0-4-3 0,-2 1-4 0,1-1-6 16,1 1 2-16,-1-2-6 0,0 1-2 0,0 0-3 16,0-1-1-16,1 2-1 0,0-3-3 0,1-1-4 15,1-2-1-15,-2 1-19 0,-1-7-18 0,2 11-28 16,-2-11-13-16,2 10-26 0,-2-10-29 0,3 8-25 15,-3-8-27-15,0 7-25 0,0-7-125 0,0 0-348 16,0 0 155-16</inkml:trace>
  <inkml:trace contextRef="#ctx0" brushRef="#br0" timeOffset="157877.66">15351 11194 146 0,'0'0'174'0,"6"-8"-12"0,-6 8-11 0,8-9-13 16,-3 4-6-16,1 1-6 0,2 0-13 0,-1 2-11 16,-7 2-9-16,15-4-11 0,-3 4-4 0,-4 1-8 15,-1 0-5-15,3 1-11 0,0 1-3 0,-1 3-1 0,-1-1-2 16,-1 0 3-16,-3 1-2 0,0 1 1 0,1 0-5 15,-3 2 2-15,-2-2 4 0,-1 2 3 16,1-9-7-16,-6 17-4 0,1-9-2 0,-4 3-6 16,5-4 0-16,-2 2-3 0,-1-1-6 0,3-3-4 0,4-5-5 15,-7 7-1-15,4-4-5 0,3-3-5 0,-4 7-3 16,4-7-2-16,0 0-6 0,0 0-4 16,5 11-3-16,-5-11 3 0,12 3-4 0,-4-2 0 0,-1 2 5 15,5 1-5-15,-2-4 1 0,1 3 2 0,1 0-1 16,-2 0 2-16,0 1 0 0,2-1 4 0,-3 2-4 15,-3-2 2-15,-1 1-5 0,2 0 9 0,-7-4-1 16,6 7-1-16,-3-3 5 0,-3-4 3 0,0 8-1 16,0-8 3-16,-6 9 1 0,1-5-1 0,-5-1-3 15,1 3-11-15,-1-4-13 0,-1 2-18 0,0 0-21 16,-3-1-28-16,4-2-36 0,-3 0-42 0,-1 2-142 16,1-2-333-16,-2-1 147 0</inkml:trace>
  <inkml:trace contextRef="#ctx0" brushRef="#br0" timeOffset="159806.31">17915 10394 43 0,'-8'-2'227'0,"8"2"-5"15,-11-2-16-15,11 2-14 0,-9-1-15 0,9 1-17 16,0 0-15-16,-6-3-17 0,6 3-13 0,0 0-13 16,0 0-3-16,0 0-13 0,0 0-9 0,0 0-5 15,43-1-11-15,-14 0-5 0,-1 2-17 0,0-3-22 16,1 3-35-16,-1-1-29 0,-6 0-50 0,0 0-40 15,-2 2-47-15,-7-1-107 0,1 2-314 0,-4-2 140 16</inkml:trace>
  <inkml:trace contextRef="#ctx0" brushRef="#br0" timeOffset="159961.87">17910 10547 148 0,'0'0'194'0,"0"0"-21"0,0 0-23 15,0 0-7-15,0 0-11 0,0 0-11 0,22 3-18 0,-8-4-23 16,4-1-22-16,9 1-29 0,5-2-53 0,-1 1-42 16,2 1-142-16,-2 0-223 0,3-2 99 0</inkml:trace>
  <inkml:trace contextRef="#ctx0" brushRef="#br0" timeOffset="164244.19">19302 10146 48 0,'0'0'171'0,"-1"-7"-8"0,1 7-11 0,0 0-19 16,0 0-10-16,6-8-15 0,-6 8-9 0,8-3-10 15,-8 3-14-15,11-3 2 0,-4 1-10 16,4-1-9-16,0 1-5 0,4-1-5 0,4 2-8 0,-1 0-1 16,2-2-11-16,-2 1-17 0,1 1-17 0,-1 0-22 15,0 1-23-15,-6-2-25 0,1 1-23 0,-2 1-13 16,-1 1-90-16,-3 1-218 0,-7-2 96 16</inkml:trace>
  <inkml:trace contextRef="#ctx0" brushRef="#br0" timeOffset="164703.75">19312 10126 19 0,'-5'3'104'0,"5"-3"21"16,-4 8-2-16,4-8-7 0,-3 9-10 0,1-1-10 15,4 1 0-15,-4 1-1 0,1-2-3 0,1 3-8 16,1-2-6-16,-1 3-6 0,-1-3 3 0,2 2-5 15,-2-2-8-15,0 2-7 0,-2-4-6 0,3 2 2 16,0-9-13-16,0 14 0 0,0-14-3 0,0 10-4 16,0-10-1-16,-1 11-8 0,1-11 3 0,0 6-5 15,0-6 1-15,0 0-2 0,-1 8 0 0,1-8-3 16,0 0-4-16,0 0 5 0,2 8-5 0,-2-8 2 0,0 0-1 16,0 0-4-16,0 0 4 0,0 0 1 0,9 1-5 15,-9-1 0-15,9-1 3 0,-9 1-7 16,15-3 4-16,-3 2-1 0,1-2-3 0,2 2-2 15,2-2-2-15,3 1 2 0,-2 1-1 0,-4 2 1 0,4-1 3 16,-4 1-6-16,4 2 3 0,-5-1 1 16,2 1-3-16,-3 1-2 0,-1 1-6 0,-1 3 4 0,-1-2 3 15,-1 0 0-15,-2 1-3 0,1 0 4 0,-4 0-2 16,0 0-2-16,0 1 3 0,-3-1 3 0,-2 2-2 16,2-9 2-16,-6 15-1 0,0-7 9 0,-1 1-9 15,-2-2-3-15,-1 0 3 0,-1 0-2 0,0-1 2 16,-3-1-3-16,0 1 2 0,-4-1-12 0,3 0-22 15,2 0-21-15,-5 1-8 0,9-6-24 0,-2 2-17 16,3-1-27-16,8-1-27 0,-13 0-84 0,13 0-259 16,-8-3 115-16</inkml:trace>
  <inkml:trace contextRef="#ctx0" brushRef="#br0" timeOffset="164883.84">19746 10349 65 0,'0'0'199'0,"6"-3"0"0,-6 3-9 0,0 0-13 16,8-5-16-16,-8 5-15 0,0 0-16 0,0 0-12 15,2-6-20-15,-2 6-22 0,0 0-33 0,0 0-34 16,0 0-33-16,0 0-30 0,0 0-21 0,0 0-22 16,0 0-131-16,0 0-245 0,0 0 110 0</inkml:trace>
  <inkml:trace contextRef="#ctx0" brushRef="#br0" timeOffset="165353.74">19982 10144 50 0,'3'-5'161'0,"2"-1"-8"15,1 0-10-15,-1 1-12 0,5 1-12 0,-1 0-6 16,0 3-10-16,4-3-4 0,0 3-6 0,1 3-7 16,-3-1-6-16,2 2-4 0,0 2-7 0,-1-1-5 15,-1 2-6-15,-1 1-4 0,-2-1-9 0,-2 2 0 16,2 0-7-16,-4-5 0 0,0 5 0 0,-3 0 5 16,-1 0-2-16,0-1-2 0,-4 1-1 0,0 2 0 15,-3-3-6-15,0 2-2 0,0-2-4 0,3-1-1 16,-1-2-3-16,-2 3-5 0,3-4 0 0,4-3-2 15,-5 8-2-15,5-8 4 0,-2 8-3 0,2-8-5 16,-2 8 1-16,2-8-3 0,8 9-1 0,-3-5-1 16,3 1 4-16,0-1 1 0,3 2-5 0,-1-1-1 15,2 0 0-15,-1 2 0 0,1-3 1 0,-2 2 0 16,3-1-5-16,-2 1 3 0,-2 0-4 0,1-1 1 16,-1-1 3-16,-3 2-5 0,-1-2 0 0,1 1 2 15,-6-5 1-15,5 10 1 0,-5-10 3 0,-5 8-1 16,5-8-5-16,-6 12 5 0,-1-8 5 0,-1 0-5 15,-3 3-3-15,0-4 5 0,-1 1-7 0,-5-1 3 16,2 1-5-16,1-1-10 0,0 1-11 0,1-4-9 16,0 1-20-16,-2 1-20 0,2-2-20 0,2 0-19 0,-1 0-35 15,2 0-162-15,-1 0-335 0,11 0 148 16</inkml:trace>
  <inkml:trace contextRef="#ctx0" brushRef="#br0" timeOffset="167149.37">20616 10401 44 0,'-1'6'247'0,"1"-6"6"15,0 0-8-15,0 0-4 0,0 0-18 0,0 0-18 16,0 0-28-16,0 0-8 0,0 0-17 0,10-20-13 16,-10 20-16-16,8-12-6 0,-5 6-11 0,3-5-9 15,1 1-8-15,-1-1-5 0,2-3-10 0,-1 1-1 16,2 0-2-16,-2 3-2 0,-2-2-6 0,3-2-7 15,0-1 5-15,-1 0-15 0,-2 0-7 0,1-1 6 16,-3 1-14-16,1 1-2 0,-1 1-6 0,1 2-2 16,-2 1-3-16,1-1-2 0,-2 2 1 0,0 2-2 15,-1 7-2-15,2-11-8 0,-2 11-1 0,1-10-2 16,-1 10 7-16,1-5-9 0,-1 5-5 0,0 0-2 16,0 0 6-16,0 0-3 0,0 0 1 0,-13 19 0 15,8-11 3-15,-1 3 0 0,-1 4-3 0,0-1-2 16,2-2 0-16,0 0-1 0,3-1 2 0,1 0 1 15,0 2 6-15,1-2-4 0,1 0-5 0,0-1 2 16,3 0 4-16,4-3 0 0,-2 2-2 0,2-3-2 16,-2-3 4-16,6 2 1 0,-2-2-1 0,0-2 2 15,4 0-1-15,-2-2-1 0,-1-2-2 0,2-2 5 16,-3 2-3-16,2-1 5 0,-2-2 0 0,-1-1-5 0,2-1 2 16,-2-1 2-16,0 0-6 0,-2-1 5 15,0-1-7-15,0-1 6 0,-2 3 0 0,-3-3 2 16,4 3-4-16,-5 1 1 0,3-2 2 0,-3 3 1 15,-1 7-3-15,1-11-1 0,-1 11-5 0,3-7-2 0,-3 7-3 16,0 0 0-16,0 0 0 0,0 0 4 16,0 0 0-16,0 0-1 0,-9 20 1 0,5-10 3 0,0 1-3 15,0 0 15-15,2 1-16 0,-1 3 2 0,2-3-11 16,0 2-19-16,-1 0-13 0,2-1-17 0,2 1-18 16,-2 2-34-16,2-4-50 0,2 0-32 0,0-1-36 15,0 1-172-15,1-2-440 0,0-1 195 0</inkml:trace>
  <inkml:trace contextRef="#ctx0" brushRef="#br0" timeOffset="167602.29">21122 10251 123 0,'4'-9'199'0,"-4"9"-17"0,0 0-21 15,1-6-9-15,-1 6-21 0,0 0-1 0,0 0 8 16,0 0 0-16,0 0-17 0,0 0-7 0,3 23-9 15,-5-14-9-15,2-9-11 0,-2 18-8 0,2-11 1 16,1 3-3-16,-2-1-9 0,0-2 1 0,1-7-9 16,0 12-2-16,0-12-4 0,-2 8 0 0,2-8 6 15,0 9-1-15,0-9 8 0,0 0 11 0,0 0 6 16,3 6 7-16,-3-6-3 0,0 0-12 0,0 0-7 16,0 0-2-16,0 0-7 0,0 0-3 0,5-25-12 15,-2 14-4-15,0 0-1 0,-1-2 4 0,4-4-14 16,-1 0 0-16,4 0-3 0,-2 0 0 0,1-2-8 0,3-5 0 15,-6 8-9-15,4-4 9 0,1 4-4 16,-1-7-2-16,-3 7-1 0,1 6 2 0,-1-3-6 16,-1 6 1-16,-2 1-1 0,-1 3-5 0,-2 3-6 15,5-10 1-15,-5 10 0 0,7-2-2 0,-7 2 0 0,0 0 0 16,15 13 0-16,-8-3 4 0,-1 1-1 0,-1 0-5 16,3 6 5-16,-2-2-2 0,0-1 1 0,-2 1 3 15,0 1-3-15,1-1-4 0,0-2 9 0,-2 0-2 16,-1-2 1-16,1 0 1 0,0 0-2 0,-1 1 0 15,2-4 2-15,-3 2-2 0,2-2-9 0,-2-2-18 16,2 0-25-16,-3-6-22 0,2 12-24 0,1-7-23 16,-3-5-39-16,1 8-24 0,-1-8-31 0,0 0-27 15,1 7-160-15,-1-7-435 0,0 0 193 0</inkml:trace>
  <inkml:trace contextRef="#ctx0" brushRef="#br0" timeOffset="167759.69">21211 10213 146 0,'0'0'173'0,"0"0"-11"16,0-9-22-16,0 9-13 0,0 0-15 0,9-7-5 15,-3 4-16-15,-6 3-18 0,19-3-22 0,-5 2-27 16,4-4-23-16,2 2-43 0,-1 1-24 0,3 0-28 16,-4 2-74-16,0 0-181 0,0-1 80 0</inkml:trace>
  <inkml:trace contextRef="#ctx0" brushRef="#br0" timeOffset="167929.04">21485 10197 62 0,'0'0'132'0,"0"0"-12"15,0 0-12-15,0 0-10 0,0 0-26 0,0 0-17 0,0 0-27 16,0 0-27-16,-14-3-28 0,14 3-34 0,-6 2-37 15,6-2-107-15,-12 1 48 0</inkml:trace>
  <inkml:trace contextRef="#ctx0" brushRef="#br0" timeOffset="168870.18">10823 12528 126 0,'0'0'226'0,"-12"-1"-9"0,12 1-14 0,-7-1-15 16,7 1-17-16,-7-3-19 0,7 3-16 0,0 0-9 15,0 0-18-15,0 0-11 0,0 0-12 0,36-9-6 16,-14 6-8-16,7 0-5 0,1-4-11 0,3 6-17 16,-2-4-11-16,-3 1-23 0,-7 2-21 0,1-1-24 15,-3 2-29-15,0 0-16 0,-6-1-26 0,1 1-14 16,-1-1-22-16,-2 2-119 0,-4-2-288 0,-7 2 128 16</inkml:trace>
  <inkml:trace contextRef="#ctx0" brushRef="#br0" timeOffset="169294.16">11056 12439 87 0,'0'0'112'0,"0"0"7"0,-11 2 2 16,11-2 11-16,-5 12-7 0,4-3 6 0,0 8 6 0,1 0-8 16,-1 1-9-16,1 5-9 0,1 3-5 15,0 0-10-15,3-1-3 0,-2 0-12 0,1-5-2 16,1 4-3-16,-2-4-9 0,0-2-9 0,0 0-2 15,2-2-6-15,-4 0-4 0,1 0-8 0,1-5 2 0,0 2-4 16,-1-4-7-16,1 1-4 0,-2-1 2 16,1-2-4-16,-1 1-5 0,2-1 1 0,1 0 1 15,-3-7-6-15,0 10 4 0,0-10-5 0,0 8 3 16,0-8-4-16,0 0-3 0,-6 8 1 0,6-8-3 0,-4 4-6 16,4-4-5-16,0 0-2 0,-12 0-5 0,12 0-6 15,-14-1-4-15,14 1 5 0,-15-3-2 16,7 3-1-16,-2-3 7 0,-2 1-1 0,3-2-1 0,-3 2 1 15,0 0 4-15,2 1-4 0,-1 0 7 0,3 1 0 16,8 0 1-16,-14-3-4 0,6 2 7 0,8 1-5 16,-8 0 3-16,8 0-6 0,0 0 7 0,-9 0-3 15,9 0-1-15,0 0 4 0,0 0 1 0,0 0 4 16,0 0-1-16,22 6-2 0,-9-6 5 0,4 1-2 16,4 0-3-16,7-1-6 0,1 0-17 0,-1-2-18 15,2 0-23-15,2-1-25 0,-1 2-26 0,3-2-36 16,-3 0-16-16,0 0-98 0,-1 0-288 0,0 1 127 15</inkml:trace>
  <inkml:trace contextRef="#ctx0" brushRef="#br0" timeOffset="169526.31">11551 12779 157 0,'-7'-4'168'0,"7"4"-11"0,-9-2-9 0,9 2-10 16,-14 0 1-16,14 0-3 0,-16 4-8 0,6 1-1 15,0 0-1-15,-2 3-4 0,-2 1-9 0,0 2-4 16,0 0-8-16,1 0-4 0,1 3-7 0,1 1-7 16,4-5-7-16,0 0-11 0,1 2-3 0,3-2-10 15,0-1-2-15,3 1-5 0,0-4 0 0,3 2-7 16,0 0-14-16,5-2-23 0,3 1-16 0,3-1-37 16,4-2-26-16,1 0-30 0,2-3-32 0,7-1-25 0,-6 0-20 15,-1-1-124-15,-1-3-335 0,8-2 148 16</inkml:trace>
  <inkml:trace contextRef="#ctx0" brushRef="#br0" timeOffset="169698.94">11876 12744 72 0,'4'-4'142'0,"-4"4"-17"15,7-4-1-15,-7 4-12 0,12-2-6 0,-4 1-8 16,-8 1-9-16,16-1-12 0,-3 1-9 0,-4 1-17 15,2 0-24-15,-4-1-32 0,0 2-34 0,-7-2-27 0,13 4-29 16,-9-1-53-16,-4-3-160 0,3 5 71 16</inkml:trace>
  <inkml:trace contextRef="#ctx0" brushRef="#br0" timeOffset="169845.69">11859 12837 73 0,'-3'4'163'16,"3"-4"-2"-16,0 0-4 0,0 0-7 0,0 0-3 15,0 0-10-15,0 0-13 0,0 0-8 0,0 0-6 0,17 6-6 16,-5-7-13-16,5 0-17 0,1-1-37 0,1-1-35 16,0 0-48-16,4 2-49 0,2-5-157 15,2-1-271-15,2 1 121 0</inkml:trace>
  <inkml:trace contextRef="#ctx0" brushRef="#br0" timeOffset="170292.18">13356 12553 149 0,'0'0'196'0,"-12"-6"-1"0,12 6-12 0,-9-1-9 15,9 1-16-15,0 0-13 0,-6-2-14 0,6 2-16 16,0 0-8-16,0 0-17 0,27-7-4 0,-8 5-8 16,13-3-15-16,1 1-11 0,4-1-26 0,-1 2-29 15,2 0-22-15,-4 3-35 0,-1-1-27 0,-4 0-30 16,-8 1-25-16,-2 0-111 0,-5 0-273 0,-3 1 121 15</inkml:trace>
  <inkml:trace contextRef="#ctx0" brushRef="#br0" timeOffset="170877.51">13585 12540 62 0,'0'0'144'16,"0"0"-4"-16,0 0-2 0,0 0-3 0,0 0-6 15,0 0-10-15,-9 1-14 0,9-1-4 0,0 0-13 16,0 0-5-16,0 0-4 0,0 0-3 0,0 0 0 16,0 0 2-16,2 12-3 0,-2-12-3 0,4 10-4 15,-2-2 1-15,1 1-4 0,-1 0-6 0,0 0 0 16,0 1-6-16,3 0-1 0,-5 2 4 0,3-3 2 0,-1 2-8 16,0-1 0-16,0 2 1 0,0-1-4 15,0 1 1-15,-1 0 1 0,1 2 1 0,-2-2-7 16,2 1 3-16,-2 3-2 0,2 1-7 0,-2-6-1 15,2 4-2-15,-2 1-5 0,0-4-1 0,2 0-2 16,-1 0 6-16,-1 0-12 0,1-2 0 0,-1 0-3 0,0-1-2 16,0-2-2-16,0-7-1 0,1 9 0 15,-1-9 0-15,0 10-1 0,0-10-1 0,2 7 2 16,-2-7 0-16,0 0-1 0,3 9-1 0,-3-9 0 16,0 0-1-16,0 0 1 0,0 0 0 0,0 0-2 0,0 0 4 15,0 0-3-15,-3 10 3 0,3-10 0 0,0 0-1 16,0 0-1-16,0 0-2 0,0 0 0 0,0 0 1 15,0 0-6-15,0 0 0 0,0 0 2 16,0 0 3-16,-18-17-6 0,18 17-2 0,-10-3-4 0,4 0 5 16,6 3-4-16,-11-4 1 0,3 0-3 0,1 3 2 15,-5-1-4-15,6 0 3 0,6 2 5 0,-19-2-5 16,6 1-3-16,5 1 8 0,-2 0-6 0,-1 0 1 16,11 0 0-16,-16-2 0 0,16 2 0 0,-9 2 2 15,9-2-1-15,0 0-2 0,-9-2 3 0,9 2-4 16,0 0-1-16,0 0 1 0,0 0-1 0,0 0 3 15,0 0-2-15,0 0 3 0,0 0 1 0,0 0 0 16,0 0 2-16,41 3-1 0,-21-4 0 0,1 1-4 16,-2 0-2-16,4 0-8 0,4-2-13 0,-5 2-19 15,5-2-17-15,0 0-19 0,2 1-25 0,-8 0-27 16,6-2-26-16,-6 3-23 0,-2-1-29 0,2 0-141 16,-4-2-383-16,1 2 170 0</inkml:trace>
  <inkml:trace contextRef="#ctx0" brushRef="#br0" timeOffset="171355.84">14022 12823 103 0,'0'0'108'0,"0"0"4"0,0-5-3 16,0 5 5-16,0 0-7 0,0 0 6 0,0 0-4 16,0-11-1-16,0 11-2 0,0 0 4 0,0 0 4 15,-2-9-1-15,2 9 0 0,0 0-1 0,0 0-4 16,0 0 2-16,0 0-8 0,-2-9-8 0,2 9-4 16,0 0-7-16,0 0-1 0,0 0-9 0,0 0-5 15,0 0-4-15,0 0-9 0,0 0-6 0,0 0-3 16,0 0-7-16,0 0-4 0,0 0-10 0,0 0 0 15,0 0-4-15,0 0-2 0,0 0-5 0,0 0 2 16,0 0-3-16,0 0 3 0,0 0-1 0,0 0-1 16,0 0-4-16,2 29 9 0,-4-21 4 0,4 2-1 15,-4 1 3-15,2-1 6 0,0 2 1 0,-2-1-1 0,0 1-3 16,2 0-3-16,0-2-3 0,-1 3-2 16,-3-3-2-16,4 3 1 0,0 0-1 0,0 1-5 15,-2-1 3-15,2-2 1 0,0 2-5 0,0-3 3 16,0-1-3-16,0 1 0 0,0-3-1 0,0-7 1 0,0 12-3 15,0-12-10-15,0 11-14 0,0-11-18 0,-2 8-17 16,2-8-9-16,0 0-23 0,0 6-17 0,0-6-11 16,0 0-19-16,0 0-27 0,0 0-20 15,0 0-27-15,0 0-20 0,0 0-122 0,0 0-372 16,0 0 166-16</inkml:trace>
  <inkml:trace contextRef="#ctx0" brushRef="#br0" timeOffset="171710.72">14027 12820 101 0,'5'-5'140'0,"-1"1"-17"0,1-2 11 16,1 4-16-16,-1-1-2 0,-5 3-6 0,13-4-1 15,-8 3-7-15,-5 1-1 0,15 3 3 0,-3-1 0 16,-4-1-2-16,-3 2-7 0,2 2-12 0,0-1-5 16,-1 1 0-16,-3-1-11 0,1 2 1 0,-2-1-1 15,1 2-3-15,-3-7-7 0,-3 14-4 0,-1-7-7 16,0 0-2-16,-3 1-4 0,-3 1-2 0,2 0-6 15,1-3-4-15,0 3-10 0,-4-2 0 0,4 0-12 16,1-3-6-16,3 0-9 0,-1 1-5 0,-1 0-6 16,5-5 9-16,-2 9-9 0,2-9-2 0,0 0-1 15,4 9 1-15,3-5-1 0,-2-1 8 0,4-1-3 16,-1-1 4-16,0 2-1 0,3 0 3 0,-3-2 1 16,0 2 1-16,0-1 1 0,-8-2-4 0,12 2 3 15,-8 1 2-15,-4-3 1 0,8 2 2 0,-8-2 6 16,0 0 3-16,2 7 2 0,-2-7 6 0,0 0-7 15,-21 12 3-15,10-7-2 0,-5 2-19 0,-3 0-13 16,0 0-19-16,0 1-32 0,0-3-31 0,-2 0-34 16,-6 4-152-16,5-7-319 0,-8 1 141 0</inkml:trace>
  <inkml:trace contextRef="#ctx0" brushRef="#br0" timeOffset="172486.14">12931 12630 26 0,'-2'-11'212'15,"2"11"0"-15,0 0-9 0,-2-8-7 0,2 8-19 16,0 0-13-16,-2-7-17 0,2 7-16 0,0 0-16 16,0 0-16-16,0 0-10 0,0 0-7 0,0 0-7 0,0 0-2 15,-2 24 0-15,2-9-2 0,-1 2-3 16,1 2 0-16,-2 6-3 0,-3-6-5 0,5 1-3 16,0 4-5-16,0-5 2 0,0 0-7 0,2-1 0 0,1 2-2 15,-3-2-5-15,3 0-3 0,-1 1-1 0,2-3-5 16,-2 0 0-16,2-1-6 0,-1-3 6 15,1-3-9-15,0 8-4 0,-2-6 0 0,2 0-2 16,-2-3-7-16,0 0-16 0,-2 0-12 0,2 2-20 0,-2-5-19 16,0-5-20-16,-2 11-15 0,2-4-22 0,0-7-23 15,-8 9-24-15,6-4-27 0,2-5-165 0,-8 6-384 16,8-6 170-16</inkml:trace>
  <inkml:trace contextRef="#ctx0" brushRef="#br0" timeOffset="172923.89">12927 12630 166 0,'0'0'173'0,"2"-16"-18"16,0 11-12-16,2-1-10 0,1 0-19 0,1 1-7 15,4-1-9-15,-1 2-10 0,2 2-7 0,-2 0-3 16,2 3-7-16,-2 0-11 0,3 1-7 0,-6 2-2 16,-2 1-7-16,5 1-1 0,-4 2 0 0,-2-2-6 15,1 1 1-15,-2 1 6 0,-2-1-1 0,-2 3-11 16,0 0 0-16,-3-1-4 0,2-2 1 0,-1 1-4 16,2 0 0-16,0-3-4 0,2-5 1 0,-5 10-6 15,1-5 2-15,2 1-4 0,2-6-8 0,-4 6-4 16,4-6-2-16,0 8-5 0,0-8-4 0,6 7-4 15,-2-3 4-15,3 0-1 0,-7-4-3 0,12 6-3 16,-6-2 4-16,1 1-5 0,-3-1 4 0,3-1 1 16,-3 2-1-16,1-1 6 0,0 2 5 0,-1-1-6 15,0 0 4-15,-4-5-2 0,0 11 3 0,0-11 0 16,-4 13 4-16,2-7 1 0,-5-2 7 0,2 1-8 16,-2 2-3-16,-1-3 8 0,-1 3-6 0,-5-2-11 15,5 0-3-15,-2-1-10 0,0 1-18 0,-2-2-15 16,3 0-22-16,3 1-28 0,-1-2-27 0,1 1-118 15,7-3-272-15,-10 2 121 0</inkml:trace>
  <inkml:trace contextRef="#ctx0" brushRef="#br0" timeOffset="173482.39">14999 12779 93 0,'0'0'214'0,"-10"-2"-5"0,10 2-14 0,-10-4-9 15,10 4-18-15,0 0-15 0,-5-2-17 0,5 2-12 16,0 0-13-16,0 0-13 0,0 0-9 0,0 0-10 15,0 0-7-15,0 0-2 0,30-5-8 0,-16 4-5 16,6-1-6-16,2 2-6 0,1-1-13 0,7 1-14 16,-11 0-22-16,4 0-27 0,-1 0-26 0,-3 0-30 15,-2 0-32-15,-3 0-43 0,0 1-139 0,-4-2-325 0,0 1 144 16</inkml:trace>
  <inkml:trace contextRef="#ctx0" brushRef="#br0" timeOffset="173704.04">15136 12650 63 0,'0'0'180'0,"0"0"-7"0,0 0 7 16,0 0-3-16,0 0-7 0,0 0-8 0,2 29 2 16,-4-18-6-16,0 2-12 0,4 2-11 0,2 0-8 0,-3 2-11 15,-1 0-9-15,-1 0-13 0,1 0-5 0,2 0-9 16,1 2-7-16,-2-1-10 0,1 0-2 15,1 0-18-15,-1-1-25 0,0-1-25 0,-1 3-39 16,2-2-44-16,2-1-62 0,1-1-54 0,-4-2-141 0,1-4-375 16,1 1 166-16</inkml:trace>
  <inkml:trace contextRef="#ctx0" brushRef="#br0" timeOffset="174115.75">16057 12572 202 0,'-2'-4'190'15,"2"4"-27"-15,0 0-4 0,0 0-9 0,0 0 2 16,0 0-6-16,0 0 9 0,-4 29-5 0,4-17-5 16,-1 7-9-16,2-2-6 0,-1 0-10 0,-1 3-7 15,2 1-6-15,-1-2-5 0,0 0-12 0,0 0-4 16,-1 0-9-16,1 0-7 0,-2-2-9 0,2 0-1 15,0-5-9-15,2 3-3 0,-2 1-3 0,1-2-5 16,-1-3-7-16,0 0-14 0,1 0-17 0,-2-2-18 16,1 1-16-16,0-2-26 0,0-8-28 0,1 13-26 15,2-7-28-15,-2-1-28 0,-1-5-23 0,3 8-18 16,-3-8-123-16,0 0-360 0,0 0 160 0</inkml:trace>
  <inkml:trace contextRef="#ctx0" brushRef="#br0" timeOffset="174511.96">16102 12555 164 0,'3'-8'176'0,"0"2"-13"0,4 0-8 0,2 1-4 16,-2-2-12-16,2 3-3 0,2-1-10 0,3 2-13 15,-3 1-11-15,2 2-9 0,0 0-8 16,-3 0-10-16,3 2-9 0,-3 0-8 0,-1 2-8 15,-2-1-1-15,-1 2-3 0,-1 0-6 0,1 2-6 0,-3-3-3 16,-1 4 0-16,0-1-4 0,-2-7-5 0,-3 16 2 16,-1-8-4-16,-1 2-9 0,0-2-9 15,0 2-1-15,-3-2-8 0,2 0-8 0,2-2-13 16,-1 0-4-16,2 1-5 0,1-1 0 0,-1-1-4 0,3-5 8 16,0 11-13-16,0-11 2 0,4 10 6 0,-1-4 5 15,0-2-1-15,3 0 0 0,0 1 15 0,3 1 1 16,-4-2-2-16,0 0-1 0,0-1 6 15,0 0 1-15,-5-3 4 0,8 5-2 0,-8-5 1 0,5 5 7 16,-5-5 7-16,0 0 10 0,5 5 1 0,-5-5 6 16,0 0-1-16,0 0 8 0,0 0-7 0,0 0 1 15,-11 14-5-15,3-11 4 0,0 0-4 16,1 3-10-16,-2-1-15 0,1-2-27 0,2 1-18 0,1 0-37 16,-2 0-31-16,2 0-123 0,-2-2-266 0,7-2 117 15</inkml:trace>
  <inkml:trace contextRef="#ctx0" brushRef="#br0" timeOffset="174697.67">16525 12731 154 0,'12'-2'150'0,"2"-1"-10"0,4 0-13 0,-1 1-11 16,0-2-16-16,-4 2-12 0,0 2-5 0,-2-1-22 15,3 2-30-15,-1-2-27 0,0 1-26 0,0 0-24 16,-2 0-29-16,-2 0-78 0,-9 0-164 0,11-2 74 16</inkml:trace>
  <inkml:trace contextRef="#ctx0" brushRef="#br0" timeOffset="174904.28">16708 12608 4 0,'-4'-7'189'0,"4"7"1"16,-4-10-1-16,4 10-6 0,-4-8-6 0,4 8-13 15,-2-5-14-15,2 5-20 0,0 0-15 0,0 0-14 16,0 0-4-16,0 0 7 0,0 0 3 0,-5 19-8 0,3-8-9 16,2 0-5-16,0 6-7 0,-1 0-4 0,0 1 3 15,1-1-13-15,0 0-7 0,-2 0-3 16,2-2-7-16,-1 2-3 0,1-2-2 0,-1 2-13 16,2-5-21-16,-1 1-33 0,-2-2-34 0,2 1-42 0,1-2-46 15,1 0-48-15,1-3-176 0,-2-2-401 0,2 2 178 16</inkml:trace>
  <inkml:trace contextRef="#ctx0" brushRef="#br0" timeOffset="175126.24">16898 12609 14 0,'3'-6'242'0,"-3"6"-25"0,4-9-23 0,-4 9-22 16,3-3-15-16,-3 3 17 0,0 0-4 0,0 0 2 0,4 16-9 15,-1-7-11-15,-2 2-7 0,1 2-14 0,0 2-12 16,-2 2-9-16,1 0-7 0,-1 1-13 16,3-2-11-16,-2 1-8 0,2-2-3 0,-2-3-10 0,-1 2-18 15,1-3-26-15,0 0-28 0,-1 0-34 0,2 1-35 16,-2-2-54-16,1-3-61 0,0 0-199 0,-1-7-428 16,3 8 190-16</inkml:trace>
  <inkml:trace contextRef="#ctx0" brushRef="#br0" timeOffset="175351.91">17352 12528 185 0,'8'2'210'0,"2"4"-4"0,0 2 6 0,1 5-2 15,-1 1-19-15,-3 0-12 0,2 2-15 0,-4 4-12 16,0-1-12-16,0 6-10 0,-5-1-15 0,2-5-10 15,-4 6-9-15,-3-5-10 0,0-1-8 0,-4 0-9 16,-2 3-20-16,-2 1-19 0,-7-2-26 0,0-2-22 16,0-1-39-16,-6 2-40 0,-3-4-43 0,0-1-45 15,-5-1-168-15,-2-1-381 0,2-3 168 0</inkml:trace>
  <inkml:trace contextRef="#ctx0" brushRef="#br0" timeOffset="175642.87">15800 12465 209 0,'-26'16'218'0,"0"4"-14"0,-8 14-8 0,8-7-7 16,-6 11-17-16,2 1-17 0,15-7-9 0,0 0-12 16,3 1-13-16,6-1-10 0,2 0-12 0,4-2-9 15,7 1-10-15,2-2-8 0,6-1-6 0,4 1-3 16,7-5-12-16,2-2-25 0,6-3-37 0,13 3-35 16,2-3-38-16,10-9-44 0,-2-6-59 0,5-4-138 0,3 2-351 15,-1-8 156-15</inkml:trace>
  <inkml:trace contextRef="#ctx0" brushRef="#br0" timeOffset="176267.05">17940 12436 154 0,'0'0'218'0,"-5"-9"-8"16,5 9-12-16,-3-6-7 0,3 6-11 0,-4-7-14 15,4 7-14-15,0 0-15 0,0 0-15 0,0 0-11 16,0 0-13-16,9-10-9 0,3 9-9 0,-1-2-18 16,3 1-17-16,4 2-24 0,0 0-28 0,-1 2-22 15,-3-2-19-15,-3 0-24 0,1 1-13 0,-5-2-16 0,-7 1-7 16,12 0 10-16,-12 0 0 0,9 0 4 15,-9 0-3-15,0 0 9 0,7-2 6 0,-7 2 3 16,0 0 12-16,0 0 10 0,0 0 15 0,0 0 14 16,-20-11 6-16,20 11 24 0,-9-5 12 0,9 5 10 0,-10-5 21 15,10 5 2-15,-9-1 12 0,9 1-3 0,-6-3-5 16,6 3-1-16,0 0-4 0,0 0 10 16,-11 6 10-16,6 1 12 0,3 5-8 0,-2 0 10 15,0 5 9-15,0 2 1 0,0 8-3 0,0 1 1 0,3-3-1 16,0 0-10-16,-4 2 0 0,4-7-11 0,-1-1-7 15,2 5-6-15,2-6 7 0,-1 2-13 0,1-4-6 16,0 2-3-16,-2-6-2 0,2 2-3 0,-1-4-3 16,1 1-5-16,0-2-3 0,-2 1-2 0,2-2-2 15,-2-8 1-15,1 13-5 0,-1-13 1 0,-1 8-3 16,1-8-4-16,0 0-1 0,-6 7-4 0,6-7-9 16,-10 3-9-16,10-3 2 0,-11-1-7 0,11 1 5 15,-13-3-1-15,13 3-2 0,-14-5-2 0,8 1 5 16,0 2 0-16,6 2 3 0,-10-5 0 0,5 3 2 15,5 2 0-15,0 0 0 0,-8-5-3 0,8 5 1 16,0 0 1-16,-6-2-1 0,6 2 2 0,0 0 2 16,0 0-1-16,0 0 6 0,0 0 0 0,0 0 0 15,27 5-3-15,-17-3-2 0,3-2-12 0,1 2-20 16,3 1-21-16,1-1-20 0,1 0-19 0,0 0-28 16,0-1-24-16,4-1-16 0,-4 0-139 0,3-1-334 15,-2-1 148-15</inkml:trace>
  <inkml:trace contextRef="#ctx0" brushRef="#br0" timeOffset="176480.09">18419 12722 109 0,'0'0'168'0,"0"0"-2"0,0 0 0 0,-10-11-7 16,5 8-6-16,5 3-3 0,-14 0-3 0,14 0-7 16,-21 5-1-16,10 0-9 0,-1 2-8 0,0 0-2 15,-1 4-7-15,4-4-8 0,-3 3-8 0,3-1-6 16,2 1-9-16,0 1-7 0,3 0-7 0,1-1-6 0,0 1-8 15,2-3-4-15,2 3-5 0,2-2-1 16,0 2-13-16,6-4-24 0,-1 0-28 0,2-1-26 16,3 2-29-16,-1-3-37 0,5 0-34 0,-1-1-34 15,-1-2-28-15,-2 0-125 0,0-2-360 0,6-2 159 16</inkml:trace>
  <inkml:trace contextRef="#ctx0" brushRef="#br0" timeOffset="176695.54">18592 12746 30 0,'2'-3'214'0,"-2"3"-8"0,0 0-11 0,3-10-11 0,-3 10-17 16,0 0-17-16,0 0-18 0,0 0 8 0,0 0-2 15,0 0 4-15,0 0-7 0,6 20 0 16,-6-10-12-16,-2 2-7 0,3 0-10 0,-4 2-9 16,2 0-12-16,1 1-5 0,-3 1-11 0,5-3-3 0,-5 1-5 15,-1 2-8-15,4-5-6 0,0 5-13 0,-1-5-18 16,0-1-19-16,1 2-30 0,-3-2-29 0,3 0-20 15,-1 0-30-15,0-3-28 0,-1 1-21 16,2-8-34-16,0 11-161 0,0-11-385 0,0 0 171 0</inkml:trace>
  <inkml:trace contextRef="#ctx0" brushRef="#br0" timeOffset="177092.05">18698 12695 98 0,'6'-7'168'0,"0"4"0"0,1-3-11 16,-1 3-3-16,-6 3-9 0,14-1-9 0,-6-1-14 16,-8 2-1-16,18 6-15 0,-9 0-1 0,0-1-11 15,-2 1-3-15,0 2-8 0,-2-3-7 0,-1 4-8 16,-2-2-6-16,1 1-6 0,-1 0-2 0,-2 1-4 16,0 0-3-16,-3-1-5 0,0 1 0 0,-3-1-6 15,-1-1-2-15,0 0-6 0,-1 0-2 0,3-1 0 16,-1-2-4-16,2 1-10 0,4-5-10 0,-8 7-8 15,5-4-5-15,3-3-7 0,-2 7-1 0,2-7 2 16,0 0-1-16,5 13 3 0,0-10 2 0,0 0 2 16,-5-3-2-16,13 7-2 0,-4-4 0 0,-3 2 9 15,1-1-6-15,2 1 2 0,-3-2-2 0,-1 3 5 16,0-3 1-16,0 2-5 0,0-2 3 0,-5-3 2 16,7 11 9-16,-5-8 16 0,-2-3 8 0,0 12 6 15,0-12 6-15,-7 9-6 0,0-5-4 0,1 3 2 16,-3-3-7-16,1 1 2 0,-2 0-6 0,1 1 3 15,0-3-5-15,0 0-19 0,0 2-10 0,3-3-18 16,6-2-21-16,-10 4-17 0,10-4-30 0,-9 4-27 16,9-4-34-16,0 0-30 0,0 0-109 0,0 0-322 0,0 0 142 15</inkml:trace>
  <inkml:trace contextRef="#ctx0" brushRef="#br0" timeOffset="177393.05">19026 12832 59 0,'4'-2'200'0,"-4"2"-18"15,0 0-21-15,6-3-13 0,-6 3 5 16,0 0-1-16,0 0 1 0,0 0-2 0,0 0-9 16,-11 26-9-16,8-20-8 0,2 3-12 0,-2-2-9 15,1 1-6-15,2 1-7 0,2 2-7 0,1-3-10 0,2-1-5 16,3-1-2-16,2 0-4 0,1 0-1 16,6-2 2-16,1-1-4 0,0 1-1 0,2-4-1 15,1 0 1-15,-1-1-4 0,1 0-1 0,-2-3-4 16,-1 2 4-16,-6-2 2 0,0 0-1 0,-2-1-6 0,-1-2-3 15,-4 2 3-15,3-2-3 0,-5-3-4 16,-1 0-7-16,-2 1-2 0,-1-3-9 0,-3 0-3 16,-4-3 1-16,-1 2-7 0,-3 0-6 0,0 1-8 0,-4 2-9 15,-1 1-5-15,-2 2-3 0,-3 1-14 0,1 3-9 16,2 2-17-16,0 1-20 0,0 2-29 0,0 0-41 16,6 4-68-16,0 0-59 0,1-1-165 0,5 1-474 15,6 0 210-15</inkml:trace>
  <inkml:trace contextRef="#ctx0" brushRef="#br0" timeOffset="177649.52">19960 12690 57 0,'0'0'265'0,"-2"-5"-23"0,2 5-12 16,0 0-14-16,0 0-9 0,-3-8-11 0,3 8-20 16,0 0-20-16,0 0-15 0,0 0-12 0,9-5-13 15,-9 5-15-15,15 0-5 0,-4 1-16 0,-1-1-21 16,4 2-27-16,-2-1-27 0,-2 2-40 0,0-3-35 16,-2 3-21-16,-2 0-32 0,3-1-22 0,-9-2-15 15,10 6-154-15,-6-3-339 0,0 1 150 0</inkml:trace>
  <inkml:trace contextRef="#ctx0" brushRef="#br0" timeOffset="177797.27">19923 12822 11 0,'0'0'146'0,"0"0"1"16,-5 3 0-16,5-3-4 0,0 0-11 0,0 0-11 0,0 0-12 16,0 0-8-16,26 5-7 0,-10-5-9 15,3-2-21-15,12 0-21 0,-3-1-31 0,2 1-27 16,-1 1-46-16,2-2-43 0,-4-3-93 0,-6 3-211 15,1-4 94-15</inkml:trace>
  <inkml:trace contextRef="#ctx0" brushRef="#br0" timeOffset="180797.94">21334 12668 29 0,'-12'-3'189'0,"12"3"-7"0,-11 1-8 0,11-1-8 16,-13 3-8-16,6 0-3 0,-2 2-9 0,1 1-8 15,-2 0-9-15,1 3-7 0,0 0-9 0,0-1-10 16,-2 7 1-16,4-4-12 0,-1 3-10 0,0 0-5 16,4-1-5-16,1 1-6 0,1-1-1 0,0-1-11 15,2 3 1-15,3-4-6 0,-2 1-4 0,3 0-2 16,4-2-3-16,2 3-8 0,-1-4 0 0,6 0-5 16,1-2-3-16,1 1 3 0,1-2-4 0,1-3 0 15,1 0-1-15,-1-3-3 0,1 0-2 0,-1-3 1 0,-1 0-6 16,0 1 3-16,-5-1-3 0,4-4 2 15,-7 0-3-15,0 0-3 0,0-2 5 0,-2 1-3 0,-3-3 7 16,-1 0-9-16,0-1-2 0,-3 1-4 16,-2-2-1-16,-2-2-1 0,-1-2-1 0,-2 1-4 0,-3 0-1 15,-4 3-2-15,2-1 0 0,-5 0 5 16,2 4-3-16,-1 0-2 0,2 4 3 0,2 1 0 0,-5 2-8 16,1-1-15-16,1 4 1 0,0 1-14 15,-3 2-12-15,4 0-18 0,1 1-16 0,-4 3-24 0,4 0-27 16,3 1-29-16,1 0-39 0,0 1-135 0,3 0-370 15,3-2 165-15</inkml:trace>
  <inkml:trace contextRef="#ctx0" brushRef="#br0" timeOffset="180980.96">21670 12813 2035 0,'9'-5'43'0,"-4"-2"-22"0,1 4 3 0,-1-1 10 16,-5 4-10-16,6-8 8 0,-2 4 4 0,-4 4 1 15,5-3-1-15,-5 3-2 0,0 0-2 0,5-7-6 16,-5 7-4-16,0 0-13 0,0 0-20 0,0 0-17 16,0 0-22-16,0 0-33 0,0 0-38 0,15 7-44 15,-11-4-23-15,-4-3-113 0,5 7-324 0,0-4 144 16</inkml:trace>
  <inkml:trace contextRef="#ctx0" brushRef="#br0" timeOffset="181346.1">22031 12601 217 0,'0'-6'214'15,"1"1"-7"-15,-1 5-9 0,4-10-13 0,-4 10-18 16,2-8-16-16,-2 8-22 0,0 0-7 0,0 0-8 16,0 0-6-16,0 0-4 0,-14 23-2 0,5-7-3 15,2 0-5-15,-6 0-6 0,1 6-8 0,0-5-7 16,3 1-3-16,-2 0-10 0,4 0-5 0,-2-1-6 15,5-2-3-15,0-2-5 0,3 0-5 0,0-3-2 16,1 4-2-16,2-4-5 0,2 1 0 0,1-3-5 16,3 1 1-16,1-2 0 0,2-1-5 0,2 0-1 15,2-1 3-15,-4-2-3 0,3 0-3 0,-1 1 0 16,-1-3-3-16,0-2 0 0,-1 1-1 0,-1-3-6 16,-1 1 11-16,-2-2-12 0,0 2 2 0,-7 2-13 15,4-10-5-15,-3 5 0 0,-1 5-3 0,-7-13-4 16,-1 6 0-16,-1 0 3 0,-1 0-3 0,-5 0-1 15,3 4 2-15,1-2-9 0,-2 4-11 0,-1 0-9 16,2 1-11-16,0 1-20 0,-2 2-15 0,2 0-28 0,2 0-24 16,0 2-29-16,1 0-26 0,0 1-132 0,1-2-361 15,6 2 159-15</inkml:trace>
  <inkml:trace contextRef="#ctx0" brushRef="#br0" timeOffset="181594.21">22293 12617 92 0,'2'-6'244'0,"0"-1"-13"0,-2 7-22 16,2-10-20-16,-2 10-23 0,1-5-14 0,-1 5-10 16,0 0-3-16,0 0 2 0,0 0-8 15,8 22-11-15,-5-11-11 0,-3 4-8 0,3 2-7 16,0 1-10-16,-2-1-6 0,0 1-10 0,1-1-6 0,0-1-4 15,0 0-9-15,-2 1-1 0,-2-1-5 0,1-1-20 16,0-1-38-16,-1 1-30 0,1-3-32 0,-1 0-32 16,0-1-43-16,0 1-55 0,-1-1-163 0,2-3-399 15,-1 2 176-15</inkml:trace>
  <inkml:trace contextRef="#ctx0" brushRef="#br0" timeOffset="182084.06">22552 12660 188 0,'0'0'206'15,"2"-7"-23"-15,-2 7-19 0,0 0-10 0,0 0-5 16,0 0-4-16,0 0-11 0,0 0-10 0,17 16-5 16,-13-6-10-16,4-1-5 0,-2 1-9 0,8 3-4 15,-3 0-4-15,1 2-4 0,0-4-2 0,3 1-3 16,-1-1-7-16,-1 0-7 0,2 0-4 0,-2-1-10 15,-4-2-4-15,-3-1-2 0,2-1-7 0,-3 0-3 16,2-1-7-16,-1-1 2 0,-2 1-7 0,0-1 2 16,-4-4 0-16,2 8 0 0,-2-8 2 0,-9 8-5 15,0 1-7-15,0-5-6 0,-2-1-5 0,-3 0-2 16,0-2-5-16,-5-1-6 0,1 0 1 0,0-3-4 16,4 2 2-16,1 0-3 0,1-1 0 0,1-2 4 15,5 1 2-15,-1-1 2 0,1-3-3 0,1 2 3 16,5 5-10-16,-4-12-2 0,4 5-3 0,4-4 4 15,-1 0 4-15,3 1-6 0,1-4 3 0,1 2 0 16,5-2 2-16,-2 2 1 0,2-1 0 0,-2 0 3 16,1 1 2-16,-1 0 2 0,1-1 2 0,-6 4 6 15,3-1-1-15,-2 1 1 0,-1 0-4 0,-1-1 1 16,0 0-4-16,0 0 9 0,-2 1-1 0,-2 0 3 16,-1 2 0-16,0 7 8 0,1-12-9 0,-1 12 2 15,-2-11-3-15,2 11 1 0,-10-6-4 0,2 5 3 16,8 1-3-16,-19 4 1 0,9-1 0 0,-3 2-2 15,0 2-8-15,0 3-20 0,-2-2-14 0,2 3-29 16,-1 0-31-16,3 1-27 0,4-2-39 0,1-1-42 0,-2-1-108 16,3 1-345-16,4-1 152 0</inkml:trace>
  <inkml:trace contextRef="#ctx0" brushRef="#br0" timeOffset="182496.12">22892 12569 163 0,'15'-3'190'0,"2"1"-6"16,-3 3-12-16,-2 0-10 0,2 4-7 16,-4-1-13-16,0 1-12 0,3 0-12 0,-4 2-9 15,-1 1-4-15,-3 1-7 0,2-1-5 0,-3 2-2 16,-1-1-5-16,-3 2-6 0,-3 0-7 0,-1-1-3 0,-2-1-9 15,0 0-4-15,-2 0-11 0,-1 0 0 0,4-5-5 16,-2 1-7-16,2 0-5 0,1 1-9 0,4-6-5 16,-5 8 1-16,1-4 3 0,4-4-6 15,-2 7-2-15,2-7 1 0,0 0-5 0,6 8-6 0,-6-8 1 16,8 4-1-16,-2 0-1 0,2-1 0 0,2 0-3 16,-3-2 0-16,3 4-2 0,-1-3 2 0,-1 2 0 15,-3 0-2-15,1-1 4 0,-1 2 1 0,-5-5-2 16,6 9 3-16,-4-6 1 0,-2-3 7 0,0 10 1 15,0-10 8-15,-4 10-1 0,-2-5 7 0,-1-1-10 16,1 3 0-16,-3-1-4 0,-3-2 1 0,2 2-2 16,-1-2 3-16,-3 1-9 0,1-1-15 0,-4-1-12 15,0 3-22-15,5-3-25 0,-1 0-32 0,0-2-58 16,2 2-34-16,-1-3-167 0,3 1-392 0,9-1 174 16</inkml:trace>
  <inkml:trace contextRef="#ctx0" brushRef="#br0" timeOffset="186308.17">23762 12641 1816 0</inkml:trace>
  <inkml:trace contextRef="#ctx0" brushRef="#br0" timeOffset="188674.59">23345 12823 25 0,'0'0'119'0,"0"0"-2"16,0 0-9-16,-2 11-4 0,2-11-14 0,0 0-3 16,0 10-6-16,0-10 12 0,2 6-2 0,-2-6 2 15,0 0-8-15,0 0 0 0,0 0-2 16,-2 9-1-16,2-9 6 0,0 0 2 0,0 0 6 0,0 0 3 15,0 0-7-15,0 0-8 0,0 0-8 0,0 0-4 16,0 0 0-16,0 0-5 0,0 0-5 0,0 0-7 16,0 0-4-16,-4-23-9 0,4 23-2 0,-2-15-6 15,2 8-3-15,1-3-3 0,-1 2-4 0,3-2-3 16,1 0-3-16,1 1-1 0,0 0-3 0,5 0 1 16,-1 3-2-16,1-3-1 0,2 4-2 0,-1 0-2 15,-1 2 1-15,2 0-6 0,-3 3 2 0,-3-1-5 16,6 2 2-16,-3 3 2 0,-3-2-3 0,2 4 1 15,-1 0-1-15,0 1 1 0,-2 1 0 0,0 3-2 16,0-4 7-16,-2 3-7 0,-1-2 2 0,1 3-1 16,-2-5 1-16,-1 3-1 0,0-9 1 0,-4 13-1 15,4-13 3-15,-2 11-2 0,0-7 0 0,2-4 2 16,-2 8-1-16,2-8 0 0,-3 6 2 0,3-6-4 16,0 0 6-16,0 0-6 0,0 0 2 0,0 0-1 15,0 0 1-15,0 0-4 0,0 0-2 0,0 0 1 16,4-28 0-16,-1 22 3 0,4-2-2 0,-2-2-1 15,1 2 4-15,1-1-5 0,3 2 1 0,-1-4 0 16,-1 5-2-16,0-1 0 0,1 1-3 0,-4 3-1 0,0 0 0 16,-5 3 3-16,11-2 0 0,-11 2 1 0,14 2-1 15,-8 1-2-15,-3 1 5 0,4 4-1 16,-2-1 2-16,0-1 1 0,-3 4 0 0,2-2-1 16,0 3 1-16,-1-4-10 0,-2 1-12 0,2 2-15 0,1-1-29 15,-2 0-15-15,1-3-32 0,0 1-8 16,-1-1-13-16,-2-6-27 0,6 10-10 0,-5-6-124 0,-1-4-319 15,4 7 142-15</inkml:trace>
  <inkml:trace contextRef="#ctx0" brushRef="#br0" timeOffset="189038.12">23865 12817 90 0,'0'0'142'0,"3"-6"-4"0,-3 6-13 0,4-6-11 0,-4 6-11 15,0 0-8-15,0 0 5 0,0 0-5 0,0 0-11 16,0 0-4-16,0 0-5 0,0 0-3 0,8 15-1 15,-8-15-4-15,0 0 2 0,0 10-4 0,0-10 6 16,0 0-7-16,-1 9 7 0,1-9 4 0,0 0 13 16,0 0 1-16,0 0-7 0,0 0-10 0,0 0-4 15,0 0-8-15,0 0-1 0,0 0-2 0,0 0-9 16,0 0-5-16,-8-24-2 0,8 24-7 0,4-17-2 16,-1 9-4-16,-1-1-1 0,3-1-4 0,1-2-1 15,1 1-2-15,-1 0-1 0,2-3-2 0,5-2-5 16,-2 4-2-16,1 0 2 0,-3 4-4 0,-2 1 2 15,0 1-3-15,-1 1-2 0,-2 1-4 0,-4 4-1 16,8-3 1-16,-8 3 2 0,0 0 5 0,11 9 1 16,-6-3 2-16,2 1 2 0,-5 3-3 0,2 1 3 15,-1 0-2-15,-1 0 0 0,-1 0-5 0,2 2 8 16,-3-2-8-16,1 1 2 0,1-2-1 0,-2 0-2 0,1 2-6 16,1-3-24-16,0 1-22 0,-1-2-24 0,-1 1-32 15,0-2-42-15,0-7-34 0,-1 12-46 16,-2-6-142-16,3-6-397 0,-10 7 175 0</inkml:trace>
  <inkml:trace contextRef="#ctx0" brushRef="#br0" timeOffset="189177.95">23917 12792 89 0,'4'-5'127'0,"2"2"-3"0,2 0-14 0,5-2-8 15,-2 1-1-15,7 0-19 0,0 1-10 0,2-2-23 16,1 3-30-16,1 0-30 0,-1 1-46 0,-4 2-78 15,-4-2-145-15,-3 2 64 0</inkml:trace>
  <inkml:trace contextRef="#ctx0" brushRef="#br0" timeOffset="189827.37">21086 13337 56 0,'-29'3'162'0,"8"0"-2"16,2-3-1-16,8 3-9 0,3-3-18 0,8 0-9 16,-4 2-4-16,4-2-7 0,0 0-7 0,58 0-9 15,4-4-1-15,35-1-11 0,10-3-6 0,11-1-9 16,3-2-2-16,8 1-10 0,14 0-6 0,0 2 1 15,8-3-9-15,6 3 1 0,-5 1-5 0,0-1-7 16,-2-1 0-16,-2-4-1 0,-6 4-3 0,-11 2-5 16,-5 0 3-16,-18-3 2 0,-9 3 8 0,-10-1 5 15,-30 4-1-15,-2-3 5 0,-2 1 4 0,-16 2 1 16,-1 1-4-16,-6-3 7 0,-3 3 0 0,-9 0 11 0,-6 1 5 16,-3-2 4-16,-1 4-3 0,0-4 1 15,-4 1-9-15,-6 3-6 0,9-2-5 0,-9 2-1 16,6-2-11-16,-6 2-4 0,0 0-4 0,8-4-12 0,-8 4-28 15,0 0-27-15,0 0-45 0,0 0-53 0,0 0-43 16,-30 5-50-16,18-2-222 0,-5 1-487 0,-2-1 216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16T09:58:55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9919 4750 19 0,'0'0'68'0,"-5"-5"-6"0,5 5 0 0,-4-7-6 0,4 7 9 16,0 0-7-16,-4-7-5 0,4 7-7 16,0 0 1-16,0 0-8 0,0 0 6 0,-3-4-9 15,3 4-7-15,0 0 1 0,0 0-12 0,0 0 1 16,0 0 2-16,0 0-6 0,0 0 2 0,0 0 0 0,0 0-9 16,0 0 1-16,0 0 3 0,0 0-1 0,0 0 11 15,0 0-8-15,0 0 8 0,0 0 13 0,-9 11 1 16,9-11-10-16,0 0 9 0,0 10 2 15,0-10 2-15,0 0 4 0,-1 7 13 0,1-7-11 16,0 0 6-16,0 0 8 0,-2 9 7 0,2-9 9 16,0 0 10-16,0 0 4 0,0 0-1 0,0 0-7 0,0 0-6 15,23-19-9-15,-2-3-5 0,2-1-11 16,19-17-7-16,22-18-1 0,9 2-21 0,4-5-24 16,8-3-48-16,13-8-64 0,6-6-71 0,-1-10-126 15,16-4-337-15,-2-14 149 0</inkml:trace>
  <inkml:trace contextRef="#ctx0" brushRef="#br0" timeOffset="21608.59">24745 7514 5 0,'0'0'123'0,"0"0"-5"0,0 0-13 15,0 0-14-15,0 0-4 0,0 0-20 0,0 0-2 16,0 0-13-16,0 0-3 0,0 0-2 0,0 0 2 16,0 0-14-16,0 0 0 0,0 0-5 0,0 0-10 15,0 0 10-15,-1 17-14 0,1-17 5 0,1 11 3 16,2-5-8-16,-3-6-1 0,2 12-9 0,-2-5 2 16,2-2-9-16,0 1 4 0,-2-6 11 0,4 12 3 15,-3-6 0-15,3 1-7 0,-2-1 12 0,-2-6-2 16,3 9-3-16,0-5-3 0,-3-4 8 0,2 7 3 15,-2-7 1-15,6 4-2 0,-6-4 1 0,0 0 3 16,6 5 8-16,-6-5-8 0,0 0 6 0,18-6-5 0,-3-4 1 16,14-3-2-16,17-11-14 0,8-2-10 15,27-13-11-15,-1 0-5 0,8-1-8 0,4-5-7 0,7-2-10 16,11-3-14-16,3-6-37 0,3-4-139 0,8 2-245 16,-1-8 108-16</inkml:trace>
  <inkml:trace contextRef="#ctx0" brushRef="#br0" timeOffset="27815.33">11296 11678 46 0,'0'0'51'0,"2"-14"-9"0,0 8-3 0,0-2 1 16,1 1-13-16,-1 1-8 0,2-1 3 0,-1 0-5 15,2 2-2-15,0-4 2 0,-1 3-7 0,2 1-8 16,-4-1-6-16,-2 6-2 0,8-10 3 0,-2 7-3 15,-6 3-2-15,6-8 4 0,-6 8 0 0,5-6-7 16,-5 6 6-16,5-3-4 0,-5 3 0 0,0 0-13 16,6-7-21-16,-6 7-46 0,0 0 20 0</inkml:trace>
  <inkml:trace contextRef="#ctx0" brushRef="#br0" timeOffset="28173.52">11527 10842 11 0,'0'0'63'0,"0"0"-1"0,-1-9-4 0,1 9-7 0,0 0-12 16,0 0-8-16,0 0-3 0,0 0-11 0,0 0-12 15,0 0-15-15,0 0-13 0,0 0-33 16,0 0-59-16,0 0 26 0</inkml:trace>
  <inkml:trace contextRef="#ctx0" brushRef="#br0" timeOffset="29663.53">13883 10456 35 0,'0'0'57'15,"0"0"-5"-15,0 0-5 0,0 0-5 16,0 0-4-16,0 0-11 0,0 0-15 0,0 0-10 0,0 0-21 15,11 13-31-15,-11-13-52 0,5 9 24 0</inkml:trace>
  <inkml:trace contextRef="#ctx0" brushRef="#br0" timeOffset="30702.08">15780 10128 7 0,'0'0'74'0,"0"0"-14"16,0 0-6-16,0 0-8 0,0 0-12 0,10 11-14 16,-10-11-27-16,3 10-20 0,-2-3-17 0,-1-7-47 15,-1 17 21-15</inkml:trace>
  <inkml:trace contextRef="#ctx0" brushRef="#br0" timeOffset="34778.47">19743 10888 5 0,'0'0'68'0,"-11"-1"-2"15,11 1 3-15,-14-1-4 0,14 1-2 0,-13-1 3 16,13 1-8-16,-12 0 8 0,12 0 3 0,0 0-11 16,-11-2 4-16,11 2 2 0,0 0-5 0,-9-1 2 15,9 1 0-15,0 0 1 0,0 0 2 0,0 0-7 16,-10-1 2-16,10 1-11 0,0 0 11 0,0 0-6 15,0 0 1-15,0 0 5 0,-8-3 0 0,8 3-10 16,0 0 7-16,0 0 0 0,0 0 0 0,0 0-1 16,0 0-3-16,0 0 0 0,0 0-1 0,-8-2 1 15,8 2-2-15,0 0-2 0,0 0-4 0,0 0-4 16,0 0-3-16,0 0-6 0,0 0 0 0,23-5 3 16,-10 1-3-16,9-1 0 0,8-2 1 0,7-2-2 15,15-2-2-15,-1 0 0 0,1 1-4 0,0-1 0 16,5 2-5-16,-2 1-2 0,0-1-2 0,0 1-2 15,5 1 1-15,-2-1-1 0,2-2 0 0,3 2-1 16,-2 2-1-16,2-1-2 0,-3 2-4 0,1-4 4 16,-3 1-2-16,-4 6 1 0,-13-3-4 0,-3 2 2 15,-1 2 4-15,-2-4-3 0,0 5-2 0,-3-1 2 16,-1-1-1-16,-3 1 3 0,-6-1-1 0,1 5-6 0,-10-4 3 16,6 1 9-16,-8 0 0 0,2 0 1 0,-5 0 0 15,-2-2 7-15,-6 2 0 0,14-1 2 16,-14 1 1-16,9-1 4 0,-9 1 3 0,0 0 2 15,9-2 7-15,-9 2 1 0,0 0 3 0,0 0 0 0,8 0 6 16,-8 0-3-16,0 0-1 0,0 0-7 0,0 0-6 16,0 0-3-16,0 0-4 0,0 0 2 0,0 0-6 15,2-8-4-15,-2 8-2 0,0 0-3 16,0 0-9-16,0 0-12 0,0 0-13 0,0 0-17 0,0 0-16 16,0 0-13-16,0 0-18 0,0 0-21 0,0 0-21 15,0 0-23-15,0 0-14 0,0 0-12 0,0 0-10 16,0 0-12-16,-23 8-6 0,12-2-135 0,-3 2-365 15,-3-1 161-15</inkml:trace>
  <inkml:trace contextRef="#ctx0" brushRef="#br0" timeOffset="37032.67">10928 13437 87 0,'0'0'97'0,"-5"-3"-14"0,5 3-12 15,0 0 10-15,0 0-14 0,-13-2 0 0,13 2-14 16,0 0 7-16,0 0-13 0,0 0 8 0,-8 7-2 15,8-7 2-15,0 0-5 0,0 0 3 0,0 0 0 16,19 14 8-16,-8-11 0 0,2-2-6 0,4 1 1 16,4 0 5-16,0-4 1 0,9 0 6 0,2-1 3 15,2-4 1-15,2 3-5 0,0-5-7 0,2 2-4 16,1-2-3-16,9-8 3 0,-11 10-8 0,-1-5-4 16,-3 3-3-16,1-1-2 0,-3 1-3 0,1 1-1 15,-3 1-4-15,-2-2 2 0,0 2-2 0,-8 2-7 16,0-1 1-16,0 2 0 0,-4 0-2 0,-2 1 1 15,-2 0-1-15,1 1-6 0,-2 0-2 0,-4 1 4 16,-6 1-3-16,13-4 7 0,-13 4 5 0,9-1 6 16,-9 1 3-16,7-1-3 0,-7 1-3 0,0 0 6 15,6-4-9-15,-6 4 0 0,0 0-3 0,0 0-3 16,0 0-4-16,0 0 1 0,0 0-2 0,0 0-3 16,0 0-5-16,0 0-2 0,0 0-25 0,0 0-27 15,0 0-36-15,0 0-36 0,0 0-10 0,0 0-14 16,10 12-19-16,-9-4-24 0,3 1-146 0,0 4-357 15,1 2 158-15</inkml:trace>
  <inkml:trace contextRef="#ctx0" brushRef="#br0" timeOffset="38857.87">26450 12526 36 0,'-4'-7'172'0,"4"7"0"0,-3-6-11 16,3 6 0-16,-9-6-8 0,9 6-7 0,-9-3-8 15,9 3-8-15,-11 0-9 0,11 0-6 0,-18 5-3 16,7 1-5-16,-5 2-5 0,1 5-11 0,-2 0-9 16,2 0-6-16,-3 5-6 0,5-3-8 0,1 1-8 15,3-4-6-15,1 2-4 0,8-1-7 0,-3-1-4 16,3-1-1-16,0 1-7 0,2-3 1 0,-2 1-1 15,5-2 0-15,-1 1-8 0,3-1 3 0,2-3-2 16,0 1 0-16,0-2-6 0,0 0 1 0,4-4 14 16,0 1 4-16,-1-2-9 0,-1-1-4 0,0-1 1 0,1-1-7 15,-1-3-2-15,3-2 2 0,-3 1-4 0,2-2 1 16,-4-1 2-16,2-2-5 0,-6 1 1 16,4-2 0-16,0 0-1 0,-2 3 3 0,-1-5-8 15,-1 7 4-15,2-2-2 0,-5 3 5 0,0 2 3 16,0 1 4-16,-2 5-2 0,3-10-2 0,-1 6-5 0,-2 4-4 15,0 0-1-15,0 0 3 0,0 0-2 16,0 0 1-16,0 0-2 0,0 0 1 0,2 18 1 16,-2-7-1-16,0 2 1 0,2 2-3 0,0 2 3 15,3 1 0-15,-1 1-13 0,1-1-28 0,2 1-35 16,-1-1-40-16,3 1-39 0,1-3-45 0,-4 1-202 0,1-2-430 16,-1-5 190-16</inkml:trace>
  <inkml:trace contextRef="#ctx0" brushRef="#br0" timeOffset="39106.58">26785 12468 1551 0,'2'-27'83'0,"2"-1"-27"16,-4 4 41-16,0 6-4 0,0 7-22 0,0 3-8 16,0-1-14-16,0 2-14 0,0 7-4 0,3-9 4 15,-3 9 18-15,0 0 24 0,0 0 13 0,0 0 2 0,-9 23 0 16,5-4 6-16,0 0-7 0,-2 10-8 0,1 0-10 15,1 4-5-15,0-1-8 0,2 0-6 16,1 0-7-16,1 1-5 0,0-5-2 0,1 0-7 16,3-2-4-16,-2-7-19 0,5 5-22 0,-5-7-26 15,4 0-23-15,-2 1-22 0,0-2-35 0,0 0-48 0,1-6-32 16,-5 2-26-16,2-2-176 0,-7-2-432 16,5-8 191-16</inkml:trace>
  <inkml:trace contextRef="#ctx0" brushRef="#br0" timeOffset="39256.49">26693 12675 123 0,'-3'-6'211'0,"3"6"-13"0,-2-12-29 15,2 12-11-15,-3-7-24 0,3 7-13 16,5-9-13-16,0 5-10 0,4 0-11 0,2 1-25 16,9-1-25-16,-2 0-37 0,2 1-28 0,14-2-43 15,-5 4-31-15,2-1-116 0,-10 4-236 0,12-6 105 0</inkml:trace>
  <inkml:trace contextRef="#ctx0" brushRef="#br0" timeOffset="39550.69">27396 12441 17 0,'4'-5'229'0,"-4"5"-21"0,5-6-11 0,-5 6-9 0,6-4-12 16,-6 4-7-16,0 0-10 0,0 0-12 0,2-7-12 15,-2 7-9-15,0 0-14 0,0 0-10 16,0 0-7-16,0 0-10 0,0 0-5 0,0 0-9 15,-2 25-5-15,2-16-5 0,2 1-9 0,-2 2-7 0,3 0-4 16,-1 4-5-16,2-4-4 0,1 0-1 0,0 5-5 16,1-3-3-16,-1-1-2 0,-1-2 0 15,0 1-3-15,2 5-6 0,-2-7 3 0,-2 2-4 16,0-2 3-16,1 0-6 0,-1-1 3 0,-2 2-2 16,-2-1 0-16,-3 0-1 0,1 0 1 0,-2-1 0 0,0 1-10 15,-3-2-14-15,1 1-11 0,-2-2-19 0,-3-2-21 16,4 0-21-16,-3 1-18 0,2-2-27 15,0-3-12-15,-3 0-16 0,2-1-12 0,-1 0-19 0,-1-2-99 16,2-2-315-16,-1 0 140 0</inkml:trace>
  <inkml:trace contextRef="#ctx0" brushRef="#br0" timeOffset="39960.22">27463 12471 62 0,'18'-6'69'15,"4"-1"-6"-15,-3 0 0 0,2 2-4 0,-2 0-8 0,1-1-8 16,-2 3 0-16,2-2 1 0,-2 1-13 0,-2 2-5 16,-3-1-3-16,-1 0-3 0,1 1-2 0,-2-1-5 15,-11 3 6-15,13-2-4 0,-13 2-2 16,11-1 1-16,-11 1 15 0,0 0 3 0,13-2 1 16,-13 2 9-16,0 0-2 0,0 0 3 0,0 0 4 0,0 0 0 15,0 0 8-15,0 0-1 0,0 0-6 0,0 0 4 16,0 0-7-16,0 0 1 0,0 0 6 15,0 0-13-15,0 0-3 0,0 0 1 0,-17 18-5 16,17-18-1-16,-4 8-5 0,4-8 7 0,0 12-7 16,-2-7-1-16,2-5 4 0,2 14 3 0,2-5 0 0,1-1 2 15,-1 0 4-15,4 3-4 0,-2-2-3 16,-1 1 0-16,0 0 5 0,0 0 0 0,1-1-2 0,0 1-7 16,1-1 4-16,-3 1-4 0,4-3-1 0,-4 2 2 15,2-2-4-15,-2 0 3 0,-2-1-2 16,1 0-2-16,1-1-4 0,-4-5 0 0,4 9-1 0,-3-3 1 15,-1-6-1-15,0 10-1 0,0-10-1 0,-5 10-3 16,-1-7-3-16,1 2-17 0,-1-1-18 16,-4-1-25-16,1 2-28 0,1-3-27 0,-4 0-36 0,3-2-24 15,-1 0-139-15,-2-2-329 0,12 2 146 16</inkml:trace>
  <inkml:trace contextRef="#ctx0" brushRef="#br0" timeOffset="40106.44">27793 12404 56 0,'11'-6'110'0,"2"1"-9"0,0 0-8 0,0 2-14 15,5-4-20-15,-3 2-12 0,3 1-38 0,-5 0-23 16,5-1-28-16,-4 0-41 0,0 0-91 0,1 1 41 16</inkml:trace>
  <inkml:trace contextRef="#ctx0" brushRef="#br0" timeOffset="40408.69">28100 12211 137 0,'0'-13'180'0,"0"13"-8"16,0 0-9-16,0-13-10 0,0 13-17 0,0 0-7 15,0 0 5-15,0 0 5 0,0 0 3 0,0 0-10 16,0 0 1-16,0 0-13 0,-12 28-9 16,11-16-12-16,-1 0-10 0,2 4-10 0,3 0-5 0,-2 0-9 15,2-6-7-15,1 3-2 0,0-4-5 16,1 1-5-16,0-4-6 0,-1 0 0 0,1-2-6 0,1-1 6 15,1-2-4-15,3 1 0 0,-10-2-4 16,14-6-3-16,-3-1 0 0,-5 1-4 0,2 0 3 0,2-2 0 16,-4-4-2-16,-1 2-2 0,0 1-2 15,-1-1 8-15,0-3-13 0,-4 2-1 0,4-3 2 0,-4-2-3 16,0 4-6-16,0 1 2 0,-2-1-5 0,0 3-3 16,2 1-10-16,-4 1-17 0,4 7-18 0,-9-9-19 15,9 9-15-15,-14-4-23 0,14 4-20 0,-19 4-20 16,9 1-29-16,4 2-20 0,-1 5-20 0,0 1-136 15,-2 1-372-15,6 2 165 0</inkml:trace>
  <inkml:trace contextRef="#ctx0" brushRef="#br0" timeOffset="40658.08">28537 12290 51 0,'11'-5'193'0,"-3"1"3"0,-8 4-3 0,13-6-4 16,-10 0-2-16,-3 6-2 0,7-6-10 0,-7 6-13 15,0 0-13-15,0 0-8 0,0 0-2 0,0 0-7 16,0 0-2-16,-26 13-9 0,12 0-4 0,-7 2-1 16,-4 3-6-16,6 1-8 0,1-1-10 0,-1 1-10 15,6-3-6-15,4-2-9 0,0 2-6 16,6-4-5-16,0 3-8 0,3-3-3 0,3 4-4 0,-1-4-7 16,7 4-1-16,-3-5-8 0,3 1-17 15,2 2-18-15,3-3-23 0,0 0-31 0,1 1-33 0,-1-3-32 16,-1-2-32-16,2 0-32 0,-1-1-37 0,-3-2-194 15,-1 1-458-15,1-2 203 0</inkml:trace>
  <inkml:trace contextRef="#ctx0" brushRef="#br0" timeOffset="40845.85">27792 12941 2083 0,'-36'5'300'0,"5"-2"-104"0,9-2-47 0,2 2-35 0,6-2-48 15,5-1-23-15,1 3-9 0,8-3-1 0,-7 2 1 16,7-2 0-16,0 0-2 0,29-1-4 0,5-4 4 16,17-5-12-16,10 0-20 0,31-6-22 0,0-2-33 15,0 1-42-15,0 1-65 0,3-1-57 0,-30 4-222 16,22-9-477-16,-27 6 211 0</inkml:trace>
  <inkml:trace contextRef="#ctx0" brushRef="#br0" timeOffset="40998.98">29352 12586 2970 0,'33'-11'299'15,"-5"1"-120"-15,-8 3-5 0,-9 3-68 0,1-1-39 16,-1 0-14-16,-3 0-10 0,-3 3 5 0,-5 2 11 16,11-4 3-16,-6 3-9 0,-5 1-2 0,8-2-2 15,-8 2-7-15,8-3-1 0,-8 3-19 0,0 0-46 16,0 0-39-16,5-4-55 0,-5 4-84 0,0 0-117 16,0 0-280-16,0 0-649 0,-42-4 288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2T10:45:00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3410 3614 42 0,'-6'-5'169'0,"6"5"-10"0,-6-4-4 16,6 4-19-16,-9-4-10 0,9 4-10 0,-13 0-8 15,13 0-2-15,-18 1-8 0,9 3 5 0,-5 0-11 16,-1 3-5-16,-2 3-2 0,3-1-8 0,-4 2 1 16,1 2 4-16,-3 4-7 0,-3 2 2 15,4 5-9-15,0 1-2 0,-2 3-7 0,3 0-1 0,-3 1-3 16,4 1-5-16,0 1-4 0,1-2-4 0,3 1-2 15,0 2-1-15,2 1-4 0,1-3 0 0,6 4-9 16,-1 1 0-16,6-3-3 0,-4-3 1 0,2 4-4 16,1-4 1-16,3-1-6 0,0-1 2 0,4-3-2 15,-2-5-2-15,4-1-1 0,0-1 2 16,2-2-3-16,5-2-1 0,-5-1 1 0,7-3 0 0,-1-3-3 16,-1 0 1-16,4-4 0 0,0-1 1 0,7-1-2 15,1-1 0-15,-9-5 1 0,8-6 2 0,-2 2 1 16,2-4-7-16,-11 0 0 0,11-4 2 0,-5-1-1 15,0-4 0-15,-3-1 1 0,3-4-5 0,-3-3 2 16,3-12-4-16,0-1 2 0,-3-3-3 0,-4-1-3 16,-1 1 1-16,-5-5 6 0,-6 5-5 15,2-4 0-15,-4 3-1 0,-3 1 0 0,-1 14 2 16,-1-1-4-16,-1 4 1 0,-4-5 0 0,-1 7 0 0,0 0-26 16,-2 2 7-16,2 9-3 0,0 0 4 0,-3 3 1 15,-1 3-2-15,-4 3 3 0,0 3-4 16,-5 4 2-16,-6 3-2 0,-6 6-2 0,-1 7 3 15,-11 4 0-15,4 7 2 0,-2 1 4 0,5 3-4 16,1 2 3-16,13-7-1 0,2 3 1 0,1 0 1 16,8-2 2-16,1 3-1 0,6-4 3 0,3 2-3 15,5-2 9-15,4-6-1 0,3 5-2 0,5 1 1 0,4-1 3 16,5 0-3-16,0 0 1 0,6-2 6 16,-1 1 0-16,5-3 5 0,-3 1-7 0,2-1 3 15,2-1 0-15,0-2 0 0,-1 3 1 0,-2-3 1 16,1 1-2-16,-2 1-1 0,-5-3 1 0,0 1-1 15,-1 0 0-15,-2 1 1 0,-6-5-2 0,-2 2 4 16,-2-2-2-16,1 1-4 0,0 0-7 0,-8-2-3 16,1-1-19-16,-4 2-15 0,0-4-22 0,0-9-21 15,-2 22-25-15,0-15-37 0,2-7-21 0,-5 13-97 16,5-13-295-16,-6 11 131 0</inkml:trace>
  <inkml:trace contextRef="#ctx0" brushRef="#br0" timeOffset="169.15">3905 4076 24 0,'0'0'193'0,"6"-8"-18"0,-6 8-20 0,0 0-15 16,8-5-15-16,-8 5-17 0,0 0-10 0,0 0-13 16,0 0-12-16,0 0-25 0,7 20-26 0,-5-10-42 15,-6 3-49-15,2 2-40 0,-3 2-66 0,-2 1-189 16,1-2 83-16</inkml:trace>
  <inkml:trace contextRef="#ctx0" brushRef="#br0" timeOffset="348.97">3367 4592 1925 0,'-15'10'147'0,"2"-4"-80"0,5 1-41 0,-1-2-21 15,9-5-13-15,-12 4 7 0,12-4-8 0,0 0 9 16,-5 9-2-16,5-9 9 0,0 0 6 0,0 0-4 0,47-2-3 15,-14 1-1-15,5-6-12 0,13 2-22 16,-2-4-33-16,2-1-26 0,-12 4-33 0,1-2-59 16,-4 2-105-16,-4 0-307 0,-1-4 137 0</inkml:trace>
  <inkml:trace contextRef="#ctx0" brushRef="#br0" timeOffset="10869.82">6257 3735 53 0,'0'0'167'0,"0"0"-10"0,-13-3-5 16,13 3-3-16,0 0-9 0,0 0-10 0,-10 0-2 15,10 0-8-15,0 0-4 0,0 0-12 0,0 0-14 16,0 0-6-16,0 0-12 0,0 0-4 15,0 0-8-15,0 0-3 0,34 3-8 0,-13-3-10 16,9-1-4-16,1 2-12 0,1-3-8 0,6-1-15 0,-2 3-15 16,-5 0-14-16,3-2-24 0,-13 2-46 0,-1-1-8 15,2 1-35-15,-6-2-119 0,-4 4-282 0,-2-2 124 16</inkml:trace>
  <inkml:trace contextRef="#ctx0" brushRef="#br0" timeOffset="11122.44">6285 3709 37 0,'-7'2'126'0,"-2"2"9"0,1 2 9 16,-2 3 2-16,3 1-19 0,-3 7-3 0,2 1-11 16,-4 8 5-16,1 2 0 0,5-2-4 0,-2 4-6 15,1-1-9-15,2 3-4 0,-1-1-10 0,2-2-6 16,2 2-9-16,0-2-4 0,1 0-5 0,-2-1-5 0,2-1-7 15,0 0-1-15,3-3-4 0,-2-8-6 16,0 3-6-16,-1-2-12 0,1-5-17 0,0 0-20 16,-1-2-27-16,1 1-24 0,-1 0-28 0,1-4-19 15,0-7-24-15,0 9-15 0,0-9-117 0,-3 8-293 16,3-8 130-16</inkml:trace>
  <inkml:trace contextRef="#ctx0" brushRef="#br0" timeOffset="11403.84">6058 4173 73 0,'11'-2'90'0,"-1"0"3"0,5 0-7 16,6 0-15-16,1-3-4 0,4 5 4 0,5-1-11 15,0-3-6-15,3 2 1 0,1 1-1 0,-1-1-9 16,3-1-4-16,-2-1-8 0,-2 1 5 0,0-3-1 16,-3 5 3-16,-1-4-21 0,-9 2 12 0,0-2 9 15,-3 2 13-15,-6 3 6 0,-4-3 26 0,1 3-1 16,-2-3 7-16,-6 3 7 0,13-4-1 0,-13 4-2 15,7 0-6-15,-7 0-6 0,7-2-15 0,-7 2-5 16,0 0-11-16,0 0-8 0,0 0-5 0,0 0-5 16,5 9-3-16,-5 0 0 0,0-9-3 0,-1 17-4 15,0-5 0-15,-1 1-3 0,0 1 1 0,3 5 0 16,-3-8-7-16,2 3-24 0,0 1-36 0,1 2-28 16,-2-6-51-16,2 5-39 0,1-1-177 0,-3-5-367 15,2 1 162-15</inkml:trace>
  <inkml:trace contextRef="#ctx0" brushRef="#br0" timeOffset="11795.95">6977 4274 161 0,'0'0'199'0,"0"0"-10"0,0 0-3 0,0 0-3 16,-21-9-10-16,21 9 2 0,-4-12-11 0,2 5-18 15,1-3-17-15,1-1-11 0,0-4-13 0,1 6-5 16,5-3-11-16,-4 4-10 0,5-4-14 0,-1 3-10 16,4 2-6-16,0 1-7 0,2 1-10 0,1 3-4 15,0 2-12-15,4 2 1 0,0 2-1 16,0 3-9-16,-2 2-8 0,2 1-13 0,-3 1 0 0,0 4 1 16,-3-3-24-16,2 3-15 0,-5 1-38 0,-1 0-26 15,0-1-35-15,-1-4-52 0,-3 2-103 0,-1-4-331 16,1-1 147-16</inkml:trace>
  <inkml:trace contextRef="#ctx0" brushRef="#br0" timeOffset="12207.95">7491 4091 11 0,'-5'-9'205'0,"0"3"-15"16,-5 1-12-16,-2 2-12 0,1 3-21 0,-3 2-9 15,2 3-7-15,-7 5-14 0,2 1-11 0,1 3-10 16,-1 7-8-16,4-5-7 0,2 6-7 0,3-4-9 0,2 0-6 16,3 0-3-16,2-2-10 0,2 1-1 15,4 0-1-15,0-5-5 0,2-1-3 0,1-2-1 16,4 1-4-16,2-2-3 0,-2-3-1 0,7 0-1 16,-1-1-4-16,0-3-5 0,1-5 4 0,-2 1-4 15,-5-3-2-15,6-3-5 0,5-5 2 0,-10 3-3 16,-3-3 5-16,-1-3 0 0,0-6-3 0,-1-3 0 0,-2-1 4 15,-2-1 3-15,-4-1-4 0,1-2 3 0,1 1 0 16,-4-3 5-16,0 2 11 0,2 2 3 16,-1-1-6-16,-1 4 8 0,-2 7 17 0,3 0 9 15,0 9 1-15,-1 4-6 0,2-1-10 0,0 7-1 16,0-9-21-16,0 9-6 0,0 0-1 0,0 0-5 16,0 0 1-16,-7 34-1 0,4-8 2 0,0 4-8 15,-3 1 4-15,5 3-1 0,-3-1 2 0,2 3-4 16,-1-1 3-16,3 0 0 0,0-4-23 0,-1 2-26 15,2-2-29-15,0-2-58 0,2-3-59 0,0-6-63 16,-2 6-159-16,0-11-439 0,-1 1 195 0</inkml:trace>
  <inkml:trace contextRef="#ctx0" brushRef="#br0" timeOffset="12554.54">8887 3902 242 0,'0'0'243'0,"-7"-4"-20"0,7 4-16 0,0 0-20 0,-2-7-12 15,2 7-19-15,0 0-15 0,0 0-14 0,6-9-13 16,4 5-12-16,1-2-12 0,6 0-19 0,2-1-15 16,1 1-14-16,-5 3-28 0,-1 0-34 0,-2 1-31 15,2 0-36-15,-3-1-29 0,0 3-27 0,-11 0-11 16,12-2-117-16,-12 2-291 0,0 0 129 15</inkml:trace>
  <inkml:trace contextRef="#ctx0" brushRef="#br0" timeOffset="12894.34">8982 3821 30 0,'0'0'93'0,"0"0"-16"0,0 0-9 16,-13 6 7-16,13-6 8 0,-4 11 3 0,1 1 6 16,2 4 7-16,-2 5-4 0,1 5 0 15,-1 0 4-15,2 3 0 0,0-1 3 0,-2 0-8 16,1 1-2-16,0-1-4 0,2-4-10 0,0 2 3 0,-1-5-4 15,2 2-1-15,1-5-8 0,-2 2-4 0,2-3-5 16,-1-1-8-16,2-1 0 0,-3-2-8 0,1-2-2 16,-1 0-4-16,1-2-2 0,-1-1-5 0,0-1-3 15,0-7 0-15,0 12-2 0,0-12-6 16,2 8 4-16,-2-8-1 0,0 0 1 0,-5 7-4 16,5-7 2-16,-9 4-2 0,9-4-3 0,-13 0-1 0,13 0-3 15,-14-5 1-15,5 1 1 0,3 1 1 16,-1 1-3-16,1-2-4 0,6 4 4 0,-12-5-4 0,12 5 0 15,-6-4-4-15,6 4 0 0,0 0-4 16,-8-3 0-16,8 3-3 0,0 0 3 0,0 0-8 16,0 0 6-16,0 0 0 0,0 0 3 0,0 0-8 0,26 4-4 15,-8 1-16-15,3-4-17 0,6 0-28 0,2-1-32 16,5-1-31-16,-2 0-40 0,1-1-21 16,-1-1-111-16,1-1-332 0,2 3 147 0</inkml:trace>
  <inkml:trace contextRef="#ctx0" brushRef="#br0" timeOffset="13089.59">9519 4182 168 0,'0'0'181'0,"-11"-4"-12"16,11 4-6-16,-21 4-9 0,10 1-1 0,-3-1-11 16,-2 6-3-16,0 0-9 0,2 2-10 0,-1-1-12 15,0 1-9-15,5-2-11 0,1 2-8 0,3-1-7 16,1 3-7-16,1-2-5 0,3 0-4 0,1 1-5 15,5-2-7-15,0 0-26 0,3 3-37 0,6-4-38 16,2-1-54-16,3-1-55 0,8-1-155 0,1-2-347 16,3-3 154-16</inkml:trace>
  <inkml:trace contextRef="#ctx0" brushRef="#br0" timeOffset="13505.87">10482 4006 12 0,'-8'-5'227'0,"-1"-4"-13"0,-4 4-14 0,1 3-12 15,-8 2-9-15,1 3-16 0,-1 6-8 0,-8 4-16 16,0 4-8-16,2 5-5 0,2 0-20 0,3 0-8 16,2 0-12-16,1 3-5 0,7-8-9 0,3 1-5 15,2-1-5-15,0 1-11 0,5-1 0 0,4-1-7 16,-1 0-1-16,2-6-4 0,6 3-1 0,-2-3-6 15,2-1-4-15,2-3-5 0,0-2 0 0,1 1-2 16,5-3 0-16,-1 1-5 0,-2-4-1 0,-2-2-3 16,3-1 2-16,-4-2-1 0,-2 1-3 0,2-2 4 15,2-6 1-15,-3 0-9 0,0-3 5 0,-2 1 1 16,-2-2 7-16,-1 1 1 0,1-1-4 0,-1-1-1 16,0 1 8-16,-4 1 7 0,2 6 7 0,0 0 1 15,-3 3-3-15,-1 7-4 0,2-10-8 0,-2 10-4 16,2-8-7-16,-2 8-9 0,0 0-1 0,0 0 4 15,0 0-1-15,2 22 2 0,-4-9-3 0,0 3-3 16,0 3 4-16,-1-3-2 0,0 2 3 0,3 1-9 16,1-2-21-16,-2 1-28 0,2 0-24 0,3-3-33 15,-1 3-28-15,0-6-30 0,2-2-28 0,2 2-35 16,-2-4-142-16,1 1-401 0,-1-2 179 0</inkml:trace>
  <inkml:trace contextRef="#ctx0" brushRef="#br0" timeOffset="13842.18">10657 4221 140 0,'2'-7'155'0,"2"1"-3"0,-1 3-14 0,-3 3-20 15,6-7-11-15,-6 7-13 0,0 0-8 0,0 0-17 16,0 0 3-16,10 13 7 0,-8-5-3 0,0 3-4 16,-1-2 1-16,1 3-6 0,-1-2-3 0,-1-3-5 15,1-1-1-15,1 2-6 0,-2-8-5 0,0 10-3 16,0-10 4-16,2 7 9 0,-2-7 15 0,0 0 15 15,-1 8 18-15,1-8 19 0,0 0 16 0,0 0-3 16,0 0-15-16,0 0-11 0,0 0-11 0,0 0-8 16,13-25-10-16,-10 16-15 0,3-1 2 15,3-4-17-15,1-1-3 0,1 0-8 0,5-6-12 0,-2 6-9 16,1 2-5-16,2-1-4 0,-3 3-7 16,-3 4-1-16,-2 2-1 0,4 0-3 0,-3 1-2 0,-1 3-2 15,-9 1-4-15,20 5 1 0,-12 1-1 16,5 3 1-16,-3 1-6 0,2 3 10 0,-4 3-20 0,0-2-17 15,0 0-18-15,-4 3-22 0,1 0-31 0,-2-5-30 16,4 5-38-16,-1-8-39 0,0 4-205 0,-1-4-459 16,5-2 203-16</inkml:trace>
  <inkml:trace contextRef="#ctx0" brushRef="#br0" timeOffset="14254.2">11417 4177 174 0,'-4'-11'216'0,"-1"2"6"16,1 0 2-16,1 3-15 0,-3 0-17 0,0 3-24 16,-4 1-14-16,-2 2-17 0,-2 3-13 0,-2 5-12 15,-9 5-9-15,-1 1-6 0,5 2-6 16,0 0-8-16,6-2-7 0,0 1-3 0,3 1-13 16,2-2-7-16,1-1-6 0,5-1-4 0,1 4-1 0,1-4-6 15,2-1-2-15,5-1-5 0,1-2-2 16,3 1-8-16,1-3-10 0,3-2-10 0,1 1-10 15,4-5-10-15,2 0 2 0,-1-3-3 0,-1-1 4 16,1-3-2-16,-3-2 6 0,0-1-1 0,1-2-1 16,-5-2 5-16,-3-4 1 0,0 1-4 0,2-9 4 15,-5 0 3-15,-1-2 5 0,2-2-3 0,-5-1 7 0,2 1 4 16,-4-1 8-16,1-1 2 0,-2-1 1 16,1 1 11-16,0 3 7 0,0 2 6 0,-2 2 34 15,0 7-3-15,0 8-2 0,0-2 0 0,1 6-5 16,0-3-12-16,1 9-12 0,-2-9-10 0,2 9-10 15,0 0 4-15,0 0-3 0,-6 25 1 0,-2 1-2 16,3 2-3-16,0 2-2 0,1 2 1 0,0 3 0 16,1-1-5-16,3 1-4 0,1-3-33 0,1 0-29 0,2 1-39 15,-1-5-45-15,1 4-55 0,3-5-45 16,-2-1-218-16,-2-7-493 0,2-5 218 0</inkml:trace>
  <inkml:trace contextRef="#ctx0" brushRef="#br0" timeOffset="14765.06">12078 3980 247 0,'1'-6'261'0,"-1"6"-24"0,2-8-21 15,-2 8-22-15,3-6-19 0,-3 6-26 0,0 0-23 0,0 0-8 16,0 0-13-16,14 15-13 0,-10 3 1 15,5 5-9-15,-4 2-5 0,4 2-8 0,0 5 4 16,-1-5-15-16,-4-1-2 0,4-1-12 0,-2-1 2 16,1 1-8-16,0-6 0 0,0-2-5 0,-2 2-4 15,3-5-3-15,-4 0-2 0,1-3 1 0,-1 0-6 0,1-2 3 16,0-3-6-16,-2-1 3 0,-1 0 2 16,-2-5 12-16,4 6 23 0,-4-6 31 0,0 0 18 0,0 0-12 15,0 0-9-15,15-10 7 0,-8 2-27 16,4-7-1-16,-2-2-8 0,3-8-6 0,-1 2-5 15,3-5-2-15,-3-1-7 0,1-4-11 0,1 0-3 16,0 1 0-16,0 0-15 0,-2 1-2 0,1 0-1 0,2 3-12 16,-8 5 6-16,-1 8-9 0,-1 6-17 15,0 0-27-15,-2 4-40 0,1-2-49 0,-3 7-56 16,0 0-9-16,0 0-16 0,0 0-23 0,13 10-199 16,-13-10-483-16,-9 35 213 0</inkml:trace>
  <inkml:trace contextRef="#ctx0" brushRef="#br0" timeOffset="15007.08">12778 4170 230 0,'0'0'242'16,"-4"-13"-15"-16,4 13-17 0,-6-5-23 0,6 5-8 15,-10-4-23-15,10 4-11 0,-18 5-10 0,0 1-12 16,-5 7-8-16,2 0-8 0,-2 4-7 0,2-2-7 15,4 4-9-15,3-5-7 0,1 2-13 0,-1-3-5 16,5 3-6-16,2-2-1 0,3 1-3 0,0-2-5 16,4-1-10-16,0-1-6 0,4 2-22 0,3-3-21 15,3 3-32-15,5 0-32 0,2-3-43 0,10 0-41 16,-6-5-37-16,10 2-163 0,-2-3-392 0,7-3 174 16</inkml:trace>
  <inkml:trace contextRef="#ctx0" brushRef="#br0" timeOffset="15383.95">13356 4205 67 0,'-4'-12'203'0,"4"12"-9"0,-8-6-11 16,1 4-10-16,7 2-11 0,-18 0-10 0,5 4-13 16,0 2-10-16,-3 1-5 0,3 2-17 0,-4 0-9 15,2 3-8-15,3 2-11 0,2-5-6 0,1 5-9 16,3-3-7-16,0-2-3 0,4 1-2 0,0 1-6 15,0-4-4-15,4 3-3 0,0-3 0 0,6 2-2 16,0-2-4-16,1-1-1 0,0-1-4 0,2 0 0 16,0-2-2-16,-4 1-5 0,-1-2 5 0,2 0-3 15,-8-2 4-15,11 2 1 0,-11-2 9 0,8 6 9 16,-8-6 4-16,5 0 7 0,-5 0 6 0,0 0-4 16,0 0-5-16,0 0-10 0,0 0-7 0,0 0-7 15,-32 4-1-15,19-2-3 0,-2 2-6 0,-5 2 1 16,-1 2-3-16,3-3-4 0,-2 2 0 0,2 3-3 15,4-1-1-15,2-3 1 0,-3 3 2 0,7 0-4 16,-2-1 2-16,6 2-3 0,1-1-3 0,1 1 4 16,4-1-2-16,5 1 3 0,7 2-9 0,3-1-27 15,10 2-30-15,3-8-31 0,6 7-47 0,2-5-68 16,13-4-43-16,-17 1-197 0,5-4-479 0,-7 2 213 16</inkml:trace>
  <inkml:trace contextRef="#ctx0" brushRef="#br0" timeOffset="20155.57">14910 3733 121 0,'-4'-5'158'15,"4"5"-18"-15,-9-8-13 0,1 4-10 0,-2 2-9 16,-2 1-7-16,-1 3 2 0,-5-1-11 0,-2 4-4 16,4 4-2-16,-5-1-4 0,4 3-9 0,-4 9-4 15,1-1-9-15,2 3 0 0,2-1-5 0,5 7 4 16,-3 1-7-16,4-3 6 0,3 6-10 0,0-5-6 15,5 2 2-15,0 1-2 0,-1 1-3 0,8-2 0 16,-1 0-3-16,1 3-9 0,-1-7 0 0,1 2-3 16,0-2 3-16,0 0-3 0,-4-7 0 0,5 0 0 15,-4 1-11-15,3-2-16 0,-2-2-11 0,-1-2-7 16,0-4-26-16,-1 1-20 0,0 1-26 0,-1-11-32 16,0 13-15-16,0-6-19 0,0-7-111 0,-6 9-293 15,6-9 129-15</inkml:trace>
  <inkml:trace contextRef="#ctx0" brushRef="#br0" timeOffset="20684.71">14503 4133 104 0,'11'-4'107'0,"10"0"-17"0,6 0 0 0,9 0-14 15,4 1 0-15,11-2-10 0,0-4-6 16,-1 4-9-16,-12-2-1 0,-1 4-16 0,-1-3 4 15,-2 3-5-15,-3 0 2 0,-9 0-8 0,-4 2 1 16,-6 1-13-16,-3-3 6 0,-1 3 5 0,-2 0 2 0,-6 0 0 16,13-2 15-16,-13 2 11 0,9-1 13 0,-9 1 1 15,0 0-7-15,0 0 7 0,6-3-8 0,-6 3-5 16,0 0-11-16,0 0-3 0,0 0-8 0,-28 9 1 16,21-4 0-16,-2 2-10 0,0 1 6 0,-1 1-12 15,2 4 5-15,0-4-1 0,2 5-4 0,-1-1-5 16,5-1 0-16,-1 0 1 0,2-2 0 0,2 0 1 15,1 0-8-15,0-1 8 0,1 0-4 0,3-1 0 16,-1-1-2-16,2-2 1 0,-2-1-2 16,4-1 1-16,1 0-3 0,-2-2 0 0,3 0 0 15,0 1 1-15,-4-4 2 0,2 0 1 0,1-1-8 16,-10 3 6-16,14-8 0 0,-6 1-2 0,-2 0-7 0,1-2 1 16,-2 1 0-16,-1-1 3 0,1 0 2 0,-1-2-4 15,-2 2 3-15,2-3-1 0,1 3-2 0,-4-1-1 16,0 5-1-16,-1 5-3 0,3-10 2 0,-3 10-6 15,2-8-4-15,-2 8-7 0,0 0 1 16,0 0 4-16,0 0 1 0,0 0-5 0,11 16 7 16,-7-9 3-16,-3 2-5 0,7 1 9 0,-7 0-3 15,4 0 4-15,-4-3-4 0,2 2 5 0,1 1 0 0,-2 0 0 16,1-6-1-16,-1 3 6 0,1-3-6 0,1 2 2 16,-4-6 1-16,7 5-3 0,-1-2-2 15,-6-3-14-15,11 1-15 0,-11-1-19 0,21-2-23 16,-9-2-32-16,7-1-34 0,-2 0-109 0,0-2-271 15,1-3 121-15</inkml:trace>
  <inkml:trace contextRef="#ctx0" brushRef="#br0" timeOffset="20929.75">15759 3788 166 0,'0'0'173'0,"0"0"-23"0,4-10-12 0,-4 10-23 16,0 0-9-16,0 0 2 0,0 0 3 0,2 22 7 16,-4-5 0-16,4 7 1 0,-4 1-10 0,0 0-14 15,-2 1-8-15,4 1-5 0,-3-1-5 0,1 0-12 16,1 1-4-16,1 0-3 0,-2-2-1 0,2 1-11 16,2-7-9-16,1-1-26 0,0-1-18 0,-1 0-16 15,1-1-27-15,0-4-28 0,2-2-37 0,-1 1-23 16,0-2-31-16,-2-3-103 0,-2 0-294 0,0-6 131 15</inkml:trace>
  <inkml:trace contextRef="#ctx0" brushRef="#br0" timeOffset="21467.83">15806 3983 8 0,'0'0'99'0,"6"-13"1"0,0 8-20 16,-2-1 14-16,-1 0-3 0,1-1 8 0,-1 3 5 15,1-2-22-15,-4 6 0 0,7-9-5 0,0 3-5 16,-4 0-6-16,-3 6-8 0,6-7-2 0,-3 4-5 16,-3 3-2-16,2-9 2 0,-2 9-4 0,3-8 5 15,-3 8-11-15,0 0 5 0,4-5-11 0,-4 5-10 16,0 0-7-16,0 0-6 0,0 0 2 0,0 0-1 16,0 0 0-16,7 18 2 0,-8-6-3 0,1 5 2 15,-4 2 6-15,2 0-5 0,-2-2 1 0,1 4 1 16,-1-2-7-16,3 1 7 0,-1-2-9 0,2 1-1 15,0-1 5-15,-3-8-4 0,2 3 1 16,2-2 2-16,-1-4-2 0,-1 2-11 0,1-9 8 0,-2 13-5 16,2-13-3-16,0 7 3 0,0-7-1 0,0 0 2 15,0 0-1-15,2 7 4 0,-2-7-5 0,0 0 0 16,0 0 2-16,22-8-6 0,-11 5 7 0,-1 0-7 16,2 0 9-16,-2 2-13 0,3-2-1 0,1 4 4 15,3-2-5-15,2 2 8 0,-6 1-3 16,4 2 5-16,0-3 0 0,2 2 0 0,0-1-3 0,1-1 3 15,-3-2 6-15,1 1-3 0,0-3-1 0,1 2 6 16,-6-2-13-16,1-2 12 0,-2 1 5 0,-1-2 12 16,1 0 9-16,-3-1-2 0,0-3 0 0,-2 3 7 15,1-1 3-15,-2-1 7 0,-2 0-3 16,0 0-4-16,-1-3-4 0,-2 1-9 0,0 2 1 16,-1 1-1-16,0 8 0 0,-2-12-5 0,2 12-5 15,-2-10-5-15,2 10-1 0,-6-5-6 0,6 5-3 16,0 0 3-16,-19 9 1 0,8 0-3 0,1 3 5 0,-4 2-12 15,3 2-23-15,3 1-19 0,-1 0-26 0,4 1-17 16,2-2-39-16,3 1-47 0,8-2-142 0,2-2-340 16,6-3 151-16</inkml:trace>
  <inkml:trace contextRef="#ctx0" brushRef="#br0" timeOffset="22150.99">17081 3953 125 0,'-3'-7'200'0,"1"0"-6"0,-2 1-12 0,4 6-18 16,-9-9-10-16,3 2-13 0,1 4-17 0,5 3-6 15,-16-3-13-15,7 5-11 0,-5 2-9 0,0 6-6 0,-1 4-3 16,-6 5 0-16,1 3-9 0,2 0-4 15,3-1-8-15,2 1-4 0,4-3-5 0,4 0-4 16,1 0 5-16,4-2-14 0,3 2-2 0,2-6 1 16,5 5-3-16,0-2-6 0,3-3-12 0,4 0-13 15,-1-1-17-15,3-1-13 0,0-3-14 0,1-1-19 16,0-1-18-16,-1 0-25 0,-1-4-9 0,-4-2-15 0,4 0-11 16,-4-2-5-16,-1-1-111 0,4-4-280 15,-6 0 123-15</inkml:trace>
  <inkml:trace contextRef="#ctx0" brushRef="#br0" timeOffset="22355.6">17241 4133 272 0,'10'-24'-8'0,"0"-2"7"0,0 2 18 0,-2-3 14 16,-1 0 8-16,-1 2 15 0,0 0 5 0,-1 0 12 16,-1 5 9-16,0 2 11 0,1 1 12 0,-2 5 6 15,-2 2 7-15,3 0 1 0,-2 3-6 0,-2 7-13 16,2-11-9-16,-2 11-14 0,0-8-17 0,0 8-4 16,0 0-4-16,0 0-5 0,1 25 9 0,-2-5 13 15,1 7-1-15,0 8 2 0,-3-3-4 0,-1 4-2 16,2-3-7-16,-2 2 2 0,3-2-11 0,1-1-4 15,0-4-5-15,0 2-1 0,1-5-2 0,-1 1-18 0,3-7-16 16,-1-1-26-16,-1-4-44 0,3 5-42 16,-1-7-45-16,-1-3-28 0,1 3-129 0,-3-12-341 15,1 10 151-15</inkml:trace>
  <inkml:trace contextRef="#ctx0" brushRef="#br0" timeOffset="22642.44">17611 3887 104 0,'7'-8'131'0,"-7"8"-14"15,0 0-3-15,0 0-3 0,0 0 1 0,0 0-11 16,0 0-7-16,-31 21-11 0,17-12-1 0,-4 2-11 16,3-1-9-16,-4 1-3 0,0-3-5 0,3 3-11 15,1-3-3-15,3 1-2 0,3-4-4 0,-1 0 3 16,4 0-13-16,1-1 1 0,5-4-3 0,-8 5-6 15,8-5-2-15,-9 4-5 0,9-4-3 0,-4 6 0 16,4-6 4-16,-1 7 2 0,1-7-5 0,4 14 5 16,0-7-3-16,3 3 2 0,1-2 2 0,1-1-9 15,5 2 6-15,1 0-10 0,2 0-16 0,1-2-14 16,7 4-42-16,1-3-22 0,-4-1-43 0,-3 0-88 16,1-4-244-16,7-1 108 0</inkml:trace>
  <inkml:trace contextRef="#ctx0" brushRef="#br0" timeOffset="23213.96">17951 3800 175 0,'0'0'179'0,"0"0"-15"0,0-8-15 0,0 8-11 16,0 0-14-16,0 0-7 0,0 0-15 0,0 0-12 0,0 0-8 16,-1-9-12-16,1 9-10 0,0 0-6 0,0 0-4 15,0 0-6-15,0 0-9 0,0 0-2 0,0 0-2 16,0 0 0-16,0 0-5 0,0 0-1 16,0 0 5-16,0 27-4 0,0-27-6 0,1 10 11 15,-1-3-6-15,0-7 1 0,0 0-4 0,0 10 1 0,0-10 0 16,0 0-8-16,0 9 2 0,0-9 1 0,0 0 0 15,0 0-4-15,2 7-1 0,-2-7 0 0,0 0 4 16,0 0 0-16,0 0 8 0,0 0 1 16,0 0 5-16,0 0 8 0,0 0 7 0,0 0-1 0,0 0 9 15,0 0-1-15,0 0 7 0,0 0-2 16,0 0 4-16,0 0-3 0,0 0-4 0,0 0-5 16,0 0-11-16,0 0-2 0,0 0-7 0,0 0-1 0,0 0-1 15,0 0-1-15,0 0-1 0,0 0-8 0,0 0 4 16,0 0-6-16,0 0 2 0,0 0-2 15,0 0-8-15,0 0-10 0,0 0 2 0,0 0-2 16,0 0 0-16,0 0-5 0,0 0 3 0,0 0 1 16,-3 16-1-16,4-1 7 0,-1 3 4 0,2 1-9 0,-4 6 2 15,2 1 0-15,-1-1 0 0,-2-1 4 16,3 1 6-16,-1-5-7 0,0-1 3 0,0-2-4 0,2 2 4 16,0-2-3-16,-1-2 1 0,1-1 0 15,-1 2 2-15,2-6-1 0,0 4 1 0,0-4-1 16,0 1-18-16,-1-1-18 0,2-1-30 0,-2-3-16 15,2 2-25-15,-1-3-16 0,-2-5-33 0,3 11-12 0,-3-11-30 16,5 6-24-16,-5-6-124 0,0 0-370 0,0 0 163 16</inkml:trace>
  <inkml:trace contextRef="#ctx0" brushRef="#br0" timeOffset="23384.57">17923 3989 40 0,'-6'-6'177'0,"6"6"-18"16,-4-5-17-16,4 5-13 0,0 0-11 0,-6-5-23 16,6 5-6-16,0 0-2 0,0 0-12 0,0 0-7 15,21 7-18-15,-4-2-29 0,3-3-49 0,14 6-29 16,1-4-34-16,5 1-88 0,11 1-195 0,0-3 87 16</inkml:trace>
  <inkml:trace contextRef="#ctx0" brushRef="#br0" timeOffset="23810.9">18782 3947 211 0,'-5'-14'202'0,"2"8"4"0,-2-1 0 0,5 7-4 16,-7-9-2-16,1 5-29 0,0 3-15 0,6 1-21 16,-19-1-15-16,7 5-14 0,-3 4-12 0,1 3-11 15,0 2-4-15,-3 6-9 0,3-5-8 0,7 3-5 16,0-3-8-16,2 2-3 0,0-2-4 0,2-2 0 15,3 0-9-15,0-1-12 0,3 0-4 0,2-1-7 16,-1-3-6-16,1 0-5 0,3-1-2 0,-2-2 4 16,-1-2-2-16,-5-2 2 0,12 0 2 0,-12 0-1 15,11-2 2-15,-2-1-3 0,-4-3 2 0,0-2 0 16,2 1 1-16,0-3 1 0,0 0 7 0,-3 1-4 16,1-1 0-16,0 3 1 0,-2 0-1 0,-1 1 1 15,3-1-1-15,-5 7-8 0,5-8-2 0,-5 8-7 16,0 0 2-16,0 0 2 0,0 0-8 0,10 16 6 15,-7 1-3-15,-2 1 4 0,2 9 4 0,-2 3 0 16,2 1 0-16,-2 2-2 0,-3-1 4 0,0 0 1 16,1 0 0-16,1-4 1 0,-3 0-6 0,-2-1 6 15,1 0 5-15,-2-4 5 0,-5 2 1 0,0-2 5 16,0 0 1-16,-7-2 2 0,-2-3-1 0,5-2 2 16,-6 0 7-16,4-3-12 0,0-4-8 0,2-2-14 15,-2 0-17-15,5-4-16 0,0-1-25 0,2-1-37 16,10-1-54-16,-14-6-65 0,5-1-153 0,9 7-402 15,-9-23 179-15</inkml:trace>
  <inkml:trace contextRef="#ctx0" brushRef="#br0" timeOffset="24009.75">18943 4076 56 0,'5'-5'234'0,"-2"0"-28"16,3 2-9-16,-6 3-18 0,0 0-18 0,6-7-15 15,-6 7-19-15,6-3-17 0,-6 3-10 0,0 0-12 16,0 0-7-16,3 13-7 0,-1-4-7 0,-1 1-9 16,-1 0 1-16,3 6-6 0,-2 1-25 0,-1-2-16 15,1 2-26-15,1-2-32 0,0 2-27 16,-1-1-32-16,3-5-33 0,-3 2-139 0,-1-1-300 0,0-1 133 16</inkml:trace>
  <inkml:trace contextRef="#ctx0" brushRef="#br0" timeOffset="24180.82">19035 3812 30 0,'0'-8'80'0,"0"8"-17"0,0 0-20 0,0 0-6 16,0 0-34-16,0 0-46 0,4 25-46 0,-5-9 20 15</inkml:trace>
  <inkml:trace contextRef="#ctx0" brushRef="#br0" timeOffset="24473.76">19160 4052 95 0,'4'11'127'0,"-1"-1"-7"0,2-2-9 0,-3 3 4 15,1 1-10-15,1-1-7 0,-2 7-6 0,2-1-12 16,3-2 0-16,-5 1-13 0,1-4-9 0,2 1-7 16,-3-2 2-16,1-1-11 0,-1-3 2 0,0 0-4 15,-2-7 5-15,4 8 26 0,-2-4 34 0,-2-4 30 16,3 6 24-16,-3-6-4 0,0 0-12 0,0 0-12 16,0 0-14-16,12-17-4 0,-5 6-1 0,2-3-16 15,-4 3-7-15,3-6-3 0,-1 5-11 0,1-6-14 16,1 1-2-16,1 0-7 0,-2-1-7 0,6-4-19 15,-4 8-10-15,-1 2-13 0,-3 2-15 0,-2 3-30 16,0 2-46-16,-4 5-49 0,9-10-72 0,-5 6-31 16,-4 4-184-16,0 0-460 0,0 0 204 0</inkml:trace>
  <inkml:trace contextRef="#ctx0" brushRef="#br0" timeOffset="24740.66">19464 4198 66 0,'8'-7'176'0,"1"0"4"16,-4-2 3-16,2 3-11 0,-1-4-9 0,-1-1-11 15,-1 0-8-15,1 1-18 0,-4 0-1 0,3-2-10 16,-4 2 7-16,1 3 4 0,-1 0-13 0,0 7 2 16,0-12-4-16,0 12-2 0,-1-9-11 0,1 9-20 15,-4-7-10-15,4 7-9 0,0 0-6 0,0 0-5 16,-25 13-9-16,10 0 1 0,-2 6-8 0,5-2 1 15,-2-1-3-15,4 0-8 0,0 2-15 0,3 0-6 16,4 1-26-16,1-1-16 0,4 0-24 0,0-1-25 16,5 1-34-16,4-6-34 0,3 2-27 0,1 0-20 15,1-4-131-15,3-1-363 0,0-3 160 0</inkml:trace>
  <inkml:trace contextRef="#ctx0" brushRef="#br0" timeOffset="24939">19771 4244 168 0,'5'-10'206'16,"4"-5"2"-16,0 1-11 0,-2-2-9 0,-1 5-1 16,-2 2-6-16,2 0-2 0,-1 1-3 0,-1 2-22 15,-1 1-23-15,-3 5-12 0,5-7-20 0,-5 7-12 16,6-1-6-16,-6 1-13 0,0 0-6 0,17 5-12 16,-12 0-1-16,1 4-7 0,0 1-2 0,1 0-8 15,-1 2-16-15,0 2-34 0,-1 2-24 0,-1-2-35 16,-3 4-15-16,1-7-60 0,-2 1-51 0,-1 1-153 15,1-2-386-15,0-11 170 0</inkml:trace>
  <inkml:trace contextRef="#ctx0" brushRef="#br0" timeOffset="25691.59">20707 4051 2362 0,'2'-9'36'0,"1"-1"-20"0,-3 10 5 0,1-12-5 15,-1 6-9-15,0 6-6 0,0 0 5 0,0-12-7 16,0 12 0-16,0 0 9 0,0 0 19 0,0 0 3 16,0 0 3-16,-22 28-1 0,15-11-3 15,-1 0-2-15,3-2-2 0,1 4-2 0,2-5 4 16,-1 5-10-16,2-5 3 0,2-2-3 0,0 0 0 0,3 0-2 15,1-2-1-15,0 0-3 0,3-2 5 0,-2 0-1 16,2-2-1-16,0-1 0 0,-1-1 1 16,-2 0 0-16,-5-4 9 0,9 3 2 0,-9-3 7 15,12 0 8-15,-12 0 6 0,11-3-9 0,-4-2 0 16,-1 1-3-16,2-4 0 0,6-3-4 0,-6 1-5 16,-2 1 1-16,3-6-9 0,0 3 0 0,-4 0 2 0,-1 5 0 15,1-2-1-15,-1 6-6 0,0-1-6 0,-4 4-1 16,3-6-9-16,-3 6 0 0,0 0-3 0,0 0 7 15,0 0-8-15,0 0 3 0,0 0 1 16,11 15-1-16,-9-4 2 0,2-3-2 0,-3 2 2 16,6 0-2-16,-1 0 3 0,2 0 0 0,1-2-1 15,0 0 3-15,1 0-2 0,2-2-1 0,5-3 4 16,4 3-5-16,-1-3-1 0,2-3-9 0,7 0-4 16,-2-3 1-16,-9 1-1 0,-4-2 4 0,3 0 6 15,-1-3-5-15,-2-2-5 0,-3-1-2 0,-2 1 2 16,0-5 6-16,-1 4-15 0,-3-7-3 0,1 0 5 15,-4 1 6-15,-3-1-9 0,-2-2-2 0,1 4 2 16,-1-2 4-16,1 5 3 0,-3 1-2 0,0 2 1 16,-2 0 2-16,7 9-3 0,-9-9 9 0,5 3-4 0,4 6-2 15,-10-8-2-15,10 8-2 0,0 0-5 16,-11-1-3-16,11 1 0 0,0 0 0 0,0 0 3 16,0 0 0-16,0 0 5 0,0 0 2 0,21 19 3 15,-9-18 1-15,6 3 3 0,1-1 2 0,0-2 1 16,3-2 0-16,-4-1-3 0,-1 1 5 0,-2-1 4 15,-3-1 8-15,0 1-8 0,-2-1 13 0,3-4-1 16,-4 3 5-16,0-1 10 0,1 0 4 0,-4 2 4 16,0 0-1-16,-1 0 1 0,-5 3-6 0,7-3-3 15,-7 3-9-15,0 0-3 0,8-2-4 0,-8 2-2 16,0 0-6-16,8 9 7 0,-7-2-2 0,0 1 1 16,2 4-2-16,-2 4 4 0,-1 1-3 0,-1 2 4 15,1 0-8-15,0-2-8 0,1 2-23 0,0-2-21 16,-1 0-27-16,0-2-39 0,3-2-43 0,2-2-51 15,-1-1-133-15,2-2-377 0,-1-3 167 0</inkml:trace>
  <inkml:trace contextRef="#ctx0" brushRef="#br0" timeOffset="25862.67">21268 3711 33 0,'-4'-5'159'0,"1"0"-16"0,3 5-45 0,-3-8-36 16,3 8-31-16,0 0-28 0,0 0-30 0,25 5-57 15,-6-1-91-15,11 0 40 0</inkml:trace>
  <inkml:trace contextRef="#ctx0" brushRef="#br0" timeOffset="26081.96">21642 3718 50 0,'0'0'169'0,"0"0"-15"0,0 0-26 16,0 0-7-16,0 0-6 0,3 17 1 0,-3-5-13 15,0 12 8-15,-2 3-10 0,1 4 6 16,0 2-6-16,-4 0-7 0,1-1-8 0,4 0-6 16,-2 0-5-16,-1-2-13 0,2 1 0 0,1-5-11 0,0-6-1 15,0-1-4-15,0-2-5 0,0 1-5 0,-2-3-13 16,2-4-29-16,0 0-23 0,0-11-23 0,0 16-37 15,0-16-20-15,2 10-12 0,-2-10-35 0,0 0-98 16,0 0-274-16,0 0 121 0</inkml:trace>
  <inkml:trace contextRef="#ctx0" brushRef="#br0" timeOffset="26518.59">21544 3978 154 0,'2'-6'150'0,"2"-3"-12"0,1-1-7 16,0 3-12-16,2-1-15 0,2 0-4 0,0 1-4 15,0-3-2-15,2 3-12 0,-1 1 3 0,2-2-3 16,3 0-6-16,-6 2-4 0,1-2 4 0,2 2-3 16,-3-2-2-16,0 2-5 0,-2-1 0 0,2-2-4 0,-2 3-1 15,1-3-5-15,-1 2 1 0,-1 0 0 16,1-2 3-16,-3 4 0 0,1-1 2 0,-1 2 1 16,-4 4-7-16,7-7-5 0,-4 3-5 0,-3 4-8 15,4-4-8-15,-4 4-10 0,0 0-3 0,0 0-5 16,0 0-1-16,0 0 4 0,7 32-2 0,-5-9-7 15,-2 6 6-15,-2-2-1 0,-3 3 6 0,3-3-7 16,-2 2-1-16,0-5 1 0,3-5 0 0,-3 0 0 16,1-1-2-16,0-2 2 0,1-4-4 0,0-1-2 15,0-1 5-15,1-4-2 0,1-6 1 0,-1 12 0 16,1-12 1-16,0 7 1 0,0-7 3 0,0 0 6 16,-1 8-8-16,1-8-2 0,0 0 0 0,0 0 2 15,12-4-2-15,-12 4-4 0,13-9 1 0,-1 3 0 16,4-2-2-16,0 3-6 0,-4-1 2 0,1 4-6 15,-1-2 1-15,-1 1-2 0,-3 3 0 0,0 0-1 16,-8 0-1-16,16 1-2 0,-8 2 5 0,-2 0 3 16,-1 4-5-16,4-3 3 0,-1 4 1 0,-3-1 1 15,4-1 4-15,-1 5-22 0,-3-3-26 0,1 3-21 16,1-2-39-16,-1 1-52 0,2-2-62 0,-6-1-155 16,-2-7-406-16,9 10 179 0</inkml:trace>
  <inkml:trace contextRef="#ctx0" brushRef="#br0" timeOffset="27260.71">22808 3714 92 0,'0'-12'248'0,"-2"2"-3"0,4 3-11 0,-2 7-11 16,-4-13-10-16,4 13-21 0,-1-9-22 0,1 9-17 16,0-8-24-16,0 8-14 0,0 0-21 0,0 0-12 15,0 0-6-15,0 0-8 0,1 30-1 0,-1-1-10 16,-3 4-1-16,3 13-5 0,-2-10-5 0,-1-1-5 16,2 11-3-16,-2-10-3 0,1-7-4 0,3 5-4 15,-1-4 0-15,-2-3-2 0,-2 0-2 0,2-8-2 16,2 6-2-16,0-7-3 0,-1-6 0 0,1 0-1 15,-1-2-1-15,0 1-3 0,1-5 2 0,0-6 5 16,-2 11-2-16,2-11 10 0,0 8 8 0,0-8 13 16,0 0 11-16,-1 9 9 0,1-9 1 0,0 0-5 15,0 0-3-15,0 0 1 0,0 0-20 0,0 0 9 16,9-33-16-16,-1 17-9 0,1 0-13 0,7-7-1 16,2 0-1-16,0 1-3 0,2 4 4 0,0-1-10 15,-4 6-2-15,1 3-4 0,1 1-2 0,-7 2 1 16,3 3-5-16,-3 1 1 0,0 3-11 0,1 3 2 15,-3 1 0-15,2 4 5 0,-3 1-2 0,3 5 4 16,1 1 0-16,-3 1 5 0,-2-1-3 0,-1 4-1 16,0 0-9-16,0-3-12 0,-3 2-20 0,2 3-33 15,-4-2-27-15,0-1-23 0,1 1-31 0,-1-4-39 16,0 1-38-16,-1-3-169 0,0-3-447 0,0-2 198 16</inkml:trace>
  <inkml:trace contextRef="#ctx0" brushRef="#br0" timeOffset="27568.05">23471 3919 166 0,'-1'-16'222'0,"-2"8"-22"0,2 1-4 16,0 1-20-16,1 6-13 0,-2-11-23 0,2 11-23 15,0 0-5-15,0 0-13 0,0 0-8 0,-19 14-8 16,10 2-3-16,0 2-2 0,-1 6-7 0,0 2 0 15,1 3-7-15,1-3-7 0,2 5-3 0,1-4 0 16,3 2 5-16,0-2-4 0,1 1-3 0,1-2-3 16,0-1-5-16,1 2 2 0,0 1 3 15,2-9-1-15,2 5-5 0,-2-5-4 0,0 0-1 0,0-1-2 16,1 3-2-16,-3-2-3 0,0 1 0 0,2-3-6 16,-3 1 0-16,0 0-1 0,0-1-5 0,-3-1 0 15,1 1-12-15,-2-5-22 0,-1-1-22 0,0 0-20 16,-3 0-24-16,0-2-34 0,-3-1-46 15,3-2-39-15,-4-2-201 0,0-1-433 0,-1-2 192 0</inkml:trace>
  <inkml:trace contextRef="#ctx0" brushRef="#br0" timeOffset="28021.54">23619 4280 123 0,'0'0'157'0,"0"0"-10"15,19-9-1-15,-10 3-10 0,0 1-7 16,7-4-11-16,-4 0-7 0,4-1-8 0,0 3-12 16,1-4-4-16,-3 0-11 0,1 0-4 0,-3-2-6 0,0 0-7 15,-1 0-5-15,-1 1 2 0,-5 2 6 16,4-4 1-16,-5 4-1 0,-1 1-3 0,-1-1 2 16,1 3-3-16,-3 0-1 0,0 7-6 0,0-12-8 15,0 12-4-15,-5-10-7 0,1 5-8 0,4 5-2 16,-18-1-5-16,0 5-4 0,1 2 3 0,-3 2 0 0,-6 6-7 15,3 3 1-15,-1-2 0 0,4 4 1 0,5-6-1 16,2 1-1-16,1 3 3 0,3-1-5 16,1-2-1-16,3 2 4 0,4-1-2 0,1-3 3 15,3 2 1-15,7 0-3 0,1 0-2 0,2-1-17 16,13 1-25-16,-7-5-41 0,9 2-42 0,1-4-42 16,1 0-57-16,0-4-109 0,1-2-352 0,-3-2 156 0</inkml:trace>
  <inkml:trace contextRef="#ctx0" brushRef="#br0" timeOffset="28201.81">24145 4014 224 0,'2'-5'207'16,"-2"5"-20"-16,4-8-21 0,1 3-16 15,7 1-19-15,1 0-11 0,4 1-14 0,1 1-13 16,4 2-22-16,-2 0-33 0,1-1-38 0,-1 4-21 15,-1-1-46-15,-1 0-26 0,-4 2-29 0,-1 0-77 16,-5 1-215-16,-2 0 96 0</inkml:trace>
  <inkml:trace contextRef="#ctx0" brushRef="#br0" timeOffset="28335.95">24159 4127 51 0,'0'0'191'0,"-9"1"-17"0,9-1-4 0,0 0-15 16,0 0-13-16,0 0-20 0,0 0-12 0,0 0-18 15,46-1-10-15,-17-5-42 0,3 4-32 0,0-2-51 0,4 1-55 16,-2 2-102-16,-5-1-215 0,-9-1 95 16</inkml:trace>
  <inkml:trace contextRef="#ctx0" brushRef="#br0" timeOffset="28786.8">23380 4237 59 0,'0'0'213'0,"0"0"-7"0,0 0-15 0,0 0-13 0,0 0-14 15,0 0-13-15,0 0-17 0,0 0-14 0,0 0-13 16,0 0-9-16,0 0-16 0,19-7-25 0,-7 5-19 16,7 1-34-16,9-1-49 0,5 0-56 0,2-2-52 15,-1 0-98-15,6 0-271 0,0-1 120 16</inkml:trace>
  <inkml:trace contextRef="#ctx0" brushRef="#br0" timeOffset="32999.55">24698 3889 48 0,'0'0'221'0,"0"0"-33"0,0 0-16 0,0 0-14 16,0 0-13-16,0 0-11 0,-4-4-17 0,4 4-12 15,0 0-14-15,0 0-6 0,0 0-11 0,0 0-8 0,-9 13-8 16,9-13-5-16,-5 11-4 0,4-3-4 0,0 0-5 16,-2 3-3-16,4-1-10 0,2 7 0 15,-2-5 0-15,6 2-3 0,-3 3-4 0,5-2 3 16,-3 1-4-16,5-2 3 0,-1 3-4 0,-1-2 0 15,3 0-5-15,-2-1 7 0,-1-1-12 0,1-2 9 0,-4 0-5 16,3-2-3-16,-5 1-1 0,3-2 1 0,-2 1-3 16,-1-3 2-16,-1-2-2 0,-1 1 0 15,-2-5-1-15,1 9 5 0,-1-9 4 0,-5 10 1 16,-5-7-5-16,-1 1 7 0,-2-1-8 0,-5-2 0 16,-2-1-5-16,0 0-3 0,-1-1-2 0,2-1-1 0,7-2 2 15,-5 0 4-15,4 0-6 0,3-2 9 0,0 0-3 16,-1 0-6-16,6-1-5 0,-1-2-7 15,4 0-1-15,-2-1-7 0,4 0-6 0,2-3-11 16,3 1 5-16,7-1-3 0,2-1-5 0,0-1 4 16,8-2 5-16,-2 1 0 0,6 1 11 0,0 1-6 0,-1-3 7 15,0 4 7-15,-3-1 2 0,-3 3 1 0,-2-2 6 16,0 1 10-16,-1 1 7 0,-7 2 7 0,4-4 4 16,-6 6 15-16,1-3-1 0,-2 1 5 15,1 0-2-15,-5 3 4 0,1-1 10 0,-2-1-7 16,2 1-4-16,-3 7-2 0,-4-14-3 0,4 14-9 15,-5-8 0-15,-2 4-6 0,7 4-1 0,-12-4-5 0,1 3-6 16,0 4 1-16,-3-3-9 0,1 2-8 16,0 2-16-16,-5 4-13 0,2 2-18 0,0-1-24 15,1 0-38-15,-1 1-30 0,5 0-40 0,-3 3-130 16,3 0-339-16,3-5 151 0</inkml:trace>
  <inkml:trace contextRef="#ctx0" brushRef="#br0" timeOffset="33344.39">25093 3993 81 0,'0'0'227'16,"0"0"-13"-16,0 0-19 0,0 0-20 0,0 0-17 0,0 0-17 16,0 0-14-16,7 5-9 0,-7-5 5 0,0 0-19 15,-9 19-6-15,3-8-13 0,1-1-10 16,2 1-6-16,-1 0-3 0,1 2-5 0,2 2-5 15,-1-3-8-15,5 0-7 0,-2-1-3 0,3-1-2 16,0-1-4-16,2 1-1 0,0-2-3 0,3-2 3 16,1 1-3-16,1-2-3 0,-1 0 3 0,3-3-1 0,1 0 3 15,4-1 5-15,-4-1 8 0,-4-3 11 16,3 2 12-16,-2-4 2 0,0-1-5 0,0-1-8 16,-4 0-2-16,2-2-5 0,-3 0 0 0,1-1-7 15,0-6-1-15,-3 1-5 0,0 0 0 0,-3-2-1 16,-1 5-11-16,-3-2-9 0,3 5-7 0,-1-1-15 15,-2 1-17-15,-2-1-17 0,0 2-33 0,-1 4-36 16,6 4-40-16,-18-9-45 0,3 8-39 0,2 2-185 16,0 4-454-16,-2 0 202 0</inkml:trace>
  <inkml:trace contextRef="#ctx0" brushRef="#br0" timeOffset="33496.35">25483 4201 3449 0,'8'5'231'0,"3"-2"-93"0,-5 1-73 0,-1-2-20 15,3 0 2-15,-8-2 38 0,6 3 16 0,-6-3-7 16,7 5-10-16,-7-5-5 0,4 2-12 0,-4-2-6 16,0 0-19-16,0 0-39 0,0 0-58 0,10 0-74 15,-10 0-109-15,0 0-133 0,0 0-262 0,0 0-686 16,0 0 303-16</inkml:trace>
  <inkml:trace contextRef="#ctx0" brushRef="#br0" timeOffset="47441.31">27306 5824 46 0,'0'0'121'0,"-5"-8"2"0,5 8-2 0,-3-7-3 16,3 7-20-16,-6-7-1 0,6 7-7 0,-5-6-26 15,5 6 7-15,-8-7-5 0,8 7-12 16,-5-3-18-16,5 3 8 0,-7-3-2 0,7 3-6 0,0 0-11 16,-11-1-5-16,11 1 8 0,-8 7-5 0,1-1-3 15,2 0-7-15,-2 2 0 0,-2 1 6 0,-1 6-8 16,0 1-6-16,1-2 7 0,-5 1 3 0,3 2-10 15,1 1 9-15,0 0-3 0,3-1 0 0,-1 2-3 16,3-4 0-16,1 2-1 0,2-1-1 0,-2 0-4 16,6 0-1-16,-2 1 0 0,4-1 8 0,0 0-6 15,5-3 0-15,-3-1 0 0,2-2 5 0,1-3-8 16,4 1-2-16,1 0 4 0,-3-3 9 0,7-3-3 16,1 3 1-16,-5-4 13 0,2-2-4 0,4 1-7 15,-2-6 0-15,4 0 1 0,-3 2 12 0,0-2-3 16,2-4 1-16,2-3-3 0,-8 5-1 0,3-5 0 15,-5 2-2-15,-1-1 5 0,1-1-1 0,-4 2-3 16,1-4 1-16,-6 2-8 0,2-3-3 0,-4 0 2 16,-2 0-3-16,-2 2 12 0,0-6-3 0,-4 4-4 15,2-1-3-15,-6 2 1 0,1-3-4 0,0 4-2 16,-2 1 2-16,0 1-2 0,-1 1-1 0,1 3-3 0,0 3 0 16,0 1-7-16,-3 2-3 0,1-1-9 15,1 3-7-15,-5 0-11 0,5 1-12 0,-1 3-10 16,-3 2-12-16,-2 2-16 0,2 2-20 0,-1-1-21 15,2 4-96-15,-2-1-242 0,3-1 107 0</inkml:trace>
  <inkml:trace contextRef="#ctx0" brushRef="#br0" timeOffset="48989.57">27310 6104 62 0,'-4'-11'84'0,"4"11"-1"0,-5-8-3 16,5 8-11-16,-1-11-6 0,-1 7-6 0,2 4 0 16,-4-9 7-16,4 9-13 0,-2-8 2 0,2 8 4 15,0 0 4-15,-4-8-5 0,4 8-10 0,-2-6 10 0,2 6-10 16,0 0 1-16,0 0-6 0,-5-5 3 15,5 5-16-15,0 0-5 0,0 0 2 0,0 0-2 16,0 0-8-16,0 0-10 0,0 0 11 0,0 0-4 16,-2 20-2-16,2-11 1 0,0 2 4 0,0 1 4 0,0 1 4 15,0-1 3-15,-2 2-9 0,2 3-3 16,-2 0 6-16,2 7 1 0,-1-5-3 0,2-2 0 0,-1 2 4 16,-1 0 1-16,1 5-5 0,-1-4 2 0,1-2-6 15,0 7 4-15,0-5 3 0,0 7-2 0,0-4 3 16,0-3 4-16,-4 3-6 0,8-2-1 0,-3-3-2 15,0 7-5-15,-1-5 2 0,0 4 5 0,2-5-1 16,-2 0-3-16,2 1-4 0,-2 0 4 0,0 0-6 16,2-2 6-16,0 0-6 0,-2 2 7 0,3-1-5 15,-6-1-2-15,3 0 2 0,-2 1 1 0,0-2 3 16,0 2-3-16,-1-1-4 0,-2 2 0 0,5-5 4 16,0 3-1-16,-2 0-2 0,-2-1-1 0,1-1 4 15,1 3-3-15,-2 0 3 0,0-2-6 0,1 1 4 16,-3-2-2-16,3 1-3 0,1-4 3 0,-1 4-3 15,1 1 8-15,-2-4-6 0,2 2 0 0,0 2 1 16,1-1-7-16,-1-3 4 0,4 2 1 0,-4-3 1 16,2-1-2-16,0 4-1 0,2-3 2 0,-1-2 0 15,-1 1 1-15,2-2-1 0,-2 2 0 0,2 0-2 16,0-1 7-16,0 0 3 0,0 1 2 0,1-3-4 16,-3 2 2-16,5-2-3 0,-3 0-3 0,-2 0 1 15,2-1-3-15,0-2 5 0,1 3-2 0,-3-1-1 16,0-8 1-16,4 12-1 0,-4-8-1 0,0-4-1 15,2 10-2-15,-2-5 3 0,0-5-2 0,0 9 0 0,0-9-2 16,0 0-6-16,-2 9-9 0,2-9-18 0,0 0-30 16,-4 7-16-16,4-7-38 0,-3 6-31 0,3-6-43 15,0 0-113-15,-11 1-325 0,11-1 144 0</inkml:trace>
  <inkml:trace contextRef="#ctx0" brushRef="#br0" timeOffset="52401.78">26243 7481 2 0,'0'0'13'0,"0"0"-1"16,0 0-3-16,0 0-1 0,0 0 2 0,-2-8-2 0,2 8 5 15,0 0-2-15,0 0 4 0,0 0-6 16,0 0 3-16,0 0-2 0,-7-5 2 0,7 5 1 15,0 0 4-15,0 0-3 0,-8-3 3 0,8 3 0 0,0 0-6 16,-10-2 1-16,10 2 1 0,-9 0-7 0,9 0 5 16,-10-2-1-16,10 2-1 0,-13 0 5 15,13 0-4-15,-10 0 1 0,10 0 0 0,-14 0 0 16,5-1 3-16,9 1-11 0,-18-3 9 0,9 3 8 0,9 0-1 16,-18 0-6-16,9 0-2 0,0-2 2 0,9 2-3 15,-17-1-5-15,7 1 2 0,10 0 16 0,-15 0-11 16,5 0 4-16,1-2 3 0,9 2 3 15,-10-2-1-15,10 2 2 0,0 0 3 0,-12-1 0 0,12 1-4 16,0 0 0-16,0 0-15 0,-9 0 16 0,9 0-6 16,0 0 2-16,0 0-4 0,0 0 2 15,0 0-1-15,0 0 7 0,0 0-9 0,0 0 4 0,0 0 19 16,0 0-1-16,0 0-3 0,27 3 0 0,-8-5-3 16,2 4 6-16,8-2-6 0,3-2-5 0,1 4 4 15,7-4-2-15,0 2-3 0,11-1-3 0,0 2 1 16,1 1 2-16,-2-2-4 0,1 2-3 0,3-4-1 15,-2 4-4-15,-1-1 1 0,3 1-3 0,-4-2 1 16,-9 3-6-16,11 0 1 0,-1-2 2 0,0 0-10 16,-11 1 7-16,12-1-3 0,1 1 5 0,0-2 4 0,-2 3-2 15,-12-3-7-15,2 3 3 0,10-2 4 16,-10-1-5-16,-3-1-5 0,0 2 4 0,0 0 0 16,1-1 5-16,-2 0 1 0,0 1-1 0,0-2 1 15,-1 0-1-15,-2 1 2 0,2 0-8 0,-4 1-1 0,1-1 2 16,-5 0 5-16,1-2 5 0,0 3-9 15,-10-1 1-15,2-1-3 0,-1 1-1 0,-2-2 6 16,0 4-10-16,-5-2 0 0,-4-2 9 0,3 2-3 0,-1-1-6 16,-2 0-5-16,-9 1 11 0,15 1 0 0,-7-1-3 15,-8 0 8-15,12-1-6 0,-12 1 1 0,10 0-7 16,-10 0 3-16,11 0-1 0,-11 0 6 16,11 0-3-16,-11 0-10 0,9 1 12 0,-9-1-2 0,7 0 1 15,-7 0-3-15,9 1 5 0,-9-1-4 0,11 2 0 16,-11-2-6-16,7 2 1 0,-7-2 5 0,0 0 2 15,9 1-6-15,-9-1 1 0,0 0 5 0,0 0 3 16,0 0-10-16,8 0 2 0,-8 0-2 0,0 0 12 16,0 0-6-16,0 0 2 0,0 0-1 0,0 0-4 15,0 0 4-15,0 0 3 0,0 0-1 0,0 0 2 16,0 0-9-16,0 0-9 0,0 0 12 0,0 0 3 16,0 0-11-16,0 0 3 0,0 0 3 0,0 0 3 15,0 0 0-15,8 3-1 0,-8-3-2 0,0 0 1 16,0 0 5-16,0 0-3 0,0 0-4 0,0 0 8 0,0 0-3 15,0 0-6-15,0 0 1 0,0 0 6 16,0 0 4-16,0 0-3 0,0 0-6 0,0 0 4 16,0 0-1-16,0 0 0 0,10-1 9 0,-10 1-16 15,13 0-2-15,-5 0 8 0,1-2-5 0,5 2 6 0,-1-1 4 16,4 0-7-16,0 1 0 0,3-1 5 0,0-1-4 16,0 1 0-16,1 0 2 0,-1-1-1 15,2 0 0-15,-3 1 7 0,1-1-3 0,2 1-6 0,-2-2 6 16,1 3 3-16,1-4 0 0,-2 4 0 0,-2-2-4 15,0 1 8-15,-4 1-12 0,-1-2 2 0,0 0 2 16,1 0-1-16,-2 1 6 0,1-1-4 0,-1 2-11 16,-2 0 4-16,4-1 4 0,-3 1 0 0,1 0-3 15,1 0 6-15,-4-2-5 0,3 2-5 0,-4 0 8 16,-8 0-4-16,16-1 2 0,-16 1 3 0,11 0-10 16,-11 0 6-16,10 0 2 0,-10 0-1 0,8 0-1 15,-8 0 3-15,0 0 2 0,11 1-1 0,-11-1-5 16,0 0 0-16,7 0-7 0,-7 0 11 0,0 0 4 15,0 0 9-15,0 0-11 0,9 0 4 0,-9 0 1 16,0 0 1-16,0 0 2 0,0 0-1 0,0 0-6 16,0 0 0-16,0 0 4 0,0 0-5 0,0 0-6 15,0 0 6-15,0 0-2 0,0 0-3 0,0 0 1 16,0 0-17-16,0 0-19 0,0 0-20 0,0 0-15 16,0 0-10-16,0 0-19 0,0 0-124 0,0 0-243 0,-27 15 107 15</inkml:trace>
  <inkml:trace contextRef="#ctx0" brushRef="#br0" timeOffset="54633.67">26041 7472 48 0,'0'0'79'15,"0"0"-3"-15,0 0-12 0,0 0 5 0,0 0-5 16,0 0 3-16,-3-11-4 0,3 11 3 0,0 0-3 16,0 0 3-16,0 0-9 0,-4-7 0 0,4 7-7 15,0 0-5-15,0 0-3 0,0 0 5 0,-4-6 2 16,4 6-4-16,0 0 5 0,0 0-1 0,0 0-1 16,-3-6 1-16,3 6-5 0,0 0-3 0,0 0-1 15,0 0-6-15,0 0 0 0,0 0-7 0,0 0-9 16,0 0 1-16,0 0-4 0,0 0-9 0,0 0 10 15,0 0-7-15,0 0 1 0,0 0-7 0,0 0 6 16,0 0-5-16,0 0 1 0,0 0 3 0,0 0-8 16,0 0-3-16,0 0 4 0,0 0 0 0,0 0-8 15,-8 18 6-15,6-13 1 0,-1 4-1 0,1 2 5 16,0-1 0-16,-3 1-7 0,2 1 7 0,1 1-8 0,-2-2 8 16,2 6-2-16,-3-2 1 0,3 1-1 15,-2 0 1-15,2 0-6 0,0 0 8 0,-2 0-2 16,4 2-1-16,-2-2-5 0,2 2 4 0,0 0 7 0,0-1-2 15,2 0-2-15,-2 2-3 0,0-1-6 0,0-2 8 16,1 0-9-16,-1 3 12 0,0-1-4 0,3-5 2 16,-1 5 0-16,-2 0-3 0,0 0 0 15,0-2 2-15,0 1-5 0,0-1 5 0,0 0 0 0,0 1-3 16,-2-6 1-16,2 3 4 0,-3-2-3 0,2-1-1 16,-1 2 2-16,2-1-2 0,-2-1-2 0,0-1 7 15,0 0-9-15,-1-1 9 0,1 3-5 16,2-4 1-16,-2 3 2 0,0-5-6 0,0 2 8 0,2-8-3 15,-2 12-5-15,2-5 3 0,0-7 0 0,-4 11-3 16,3-3-11-16,1-8 14 0,0 10 0 0,0-10 3 16,-3 9-1-16,3-9-4 0,-2 8 4 0,2-8-12 15,0 8 14-15,0-8-1 0,0 0 1 0,-2 10-15 16,2-10 7-16,-2 5 8 0,2-5-8 0,0 0 6 16,0 0-2-16,0 9-1 0,0-9 1 0,0 0 1 15,0 0 3-15,0 0 0 0,0 0 0 0,0 0-3 16,0 0-5-16,-2 7 9 0,2-7-7 0,0 0 0 15,0 0-5-15,0 0 9 0,0 0 4 0,0 0-7 16,0 0 0-16,0 0 0 0,0 0 4 0,0 0-2 16,0 0-2-16,0 0-2 0,0 0 4 0,0 0-8 15,0 0 1-15,0 0 5 0,0 0 1 0,0 0-5 16,0 0 7-16,0 0-3 0,0 0 0 0,11 6-4 16,-11-6 2-16,5 3 2 0,-5-3 5 0,6 3-6 0,-6-3 0 15,7 3-3-15,-7-3-1 0,0 0 14 0,8 5-3 16,-8-5-7-16,8 4-1 0,-4-2 4 15,-4-2-6-15,0 0 4 0,7 5-1 0,-5-2-1 0,-2-3 3 16,7 4-7-16,-7-4 4 0,7 7 2 0,-3-5 4 16,-1 3 1-16,1-1-5 0,2 0 3 0,-3 2-6 15,3-2 6-15,0 1-2 0,0 0-3 0,0 1-3 16,-1-2 9-16,1 2-4 0,2-3-1 0,-4 1 7 16,-4-4-3-16,7 7-4 0,-5-2 4 0,2 0 3 15,1-3-5-15,-5-2-3 0,7 6-7 0,-3 0 10 16,1 0-1-16,-1-3 2 0,-4-3-1 0,9 6-4 15,-5-5 9-15,0 6-9 0,-4-7-2 0,6 3 5 16,-6-3-1-16,4 6 2 0,-4-6 0 0,5 5-6 16,-5-5 6-16,4 8-1 0,-4-8 1 0,0 5-5 15,0-5 2-15,2 8 2 0,-2-8 5 0,0 8-5 16,0-8 2-16,-8 15-1 0,3-8-2 0,-3 3 2 16,-4-2 5-16,1 3-4 0,-3-1 1 0,-2 1-2 15,0 0 3-15,1 1 2 0,-1-3-1 0,1-1 7 0,-2 4-9 16,4-2-1-16,-1 0-2 0,1-1 6 0,2 0-3 15,0-1 5-15,2 1-2 0,-2-2 0 16,1 1-6-16,1 1-1 0,1-2 3 0,3-2-4 0,2 2 0 16,-1-1-1-16,2 0 5 0,2-6-1 0,0 14 4 15,2-8-7-15,2 0 7 0,2 0-4 0,2 2-7 16,3 0 9-16,4-1-1 0,0 2 5 16,1-3-5-16,-1 3-2 0,-3-2 1 0,3 1-4 0,-6-1 6 15,3-2-7-15,-2 4 5 0,-1-2-4 0,1 1 11 16,-2 0-11-16,1-1 0 0,-5 0 0 0,4 1 5 15,-4-2-1-15,-1 2-4 0,1-4 0 0,-2 3 3 16,-2-7 6-16,0 14-6 0,0-8-3 0,0-6 7 16,-6 12-9-16,1-3 0 0,-1-2 8 0,-2 0-3 15,-1 2 1-15,1-3 1 0,-2 1 2 0,1 0-2 16,1 1 3-16,-1-1-5 0,-1-1 1 0,2 1-4 16,1 1-1-16,3-4-1 0,-4 1 2 0,4 4 5 15,-1-5-9-15,5-4 4 0,-4 11 1 0,4-11 0 16,2 12-5-16,-1-6 3 0,3 0 5 0,2 1-1 15,4 2 3-15,-1-3-6 0,1 4 4 0,2-3 1 16,1 5-2-16,-4-5 0 0,3 3-2 0,-3-2 1 16,-1 0-10-16,2 0 5 0,-3-3 3 0,3 4-5 15,-5-4-1-15,0 0 4 0,-1 0-4 0,1 0 2 0,-3 1 0 16,-2-6 2-16,6 7-1 0,-5-2 4 16,-1-5-5-16,4 7 1 0,-4-7 9 0,0 9-5 0,0-9-1 15,0 0 0-15,-6 11-2 0,1-6 11 16,1 2-6-16,-8-3 5 0,3 5 0 0,-2-3-5 0,-3 3 2 15,-1-1 6-15,-3 2-12 0,3-3 10 0,3 1-2 16,-2 0 1-16,-2 2 5 0,6-3-15 0,1-2-4 16,1 1 10-16,0 0-2 0,3 0 0 0,-1 0 0 15,4-1-2-15,-1-1 0 0,3-4-2 0,-2 12 3 16,2-12-1-16,-2 9-6 0,2-9 11 0,5 11-14 16,-1-6 8-16,-2 2-4 0,2-1 2 0,-1-1-3 15,3 4 3-15,-4-3 1 0,3 1 4 0,0-2-4 16,-1 0 4-16,0 2-12 0,-2-1 7 0,3 0 4 15,-1 1 1-15,-1 1-2 0,2-1 7 0,-1 1-5 16,-2-2-6-16,1 0 7 0,1 1-2 0,-2-1 0 16,-2 0 2-16,4 0-3 0,-4-6 3 0,0 12-4 15,2-6 6-15,-2-6-4 0,0 13 0 0,0-7 0 16,0-6 0-16,1 13 0 0,-1-1 1 0,2-4 2 0,-2 2-6 16,0 1 7-16,0 0 4 0,0 1-6 15,0 0 3-15,2 1-6 0,1 4 4 0,-3-2-4 16,2 0 9-16,0 1-4 0,-1-1 5 0,1 2-4 15,0-1 2-15,2 2 6 0,-4-1-2 0,4-1-1 0,-4 1 3 16,1 2-6-16,1-2 4 0,-2 0-7 16,2 1 3-16,-2-3 2 0,0 4 0 0,0 1 0 15,0-2 0-15,0 1-3 0,0 0 0 0,0-2 2 0,0 0 2 16,0 2-1-16,-2 0 1 0,0-2 2 0,4 0-4 16,-4 2-4-16,4 0 5 0,0 0-2 0,0 0-5 15,0 6 10-15,-2-6-7 0,4 0 1 0,-3-1 0 16,0 1 4-16,3-1-3 0,0 3-3 0,-2-3 3 15,0-2 1-15,1 1-1 0,-1 0-4 0,-2-5 1 16,4-1 0-16,-4 0-2 0,2 1-1 0,1-1 3 16,0 0-2-16,-1 0-5 0,-2 0-13 0,2 1-15 15,-2-2-12-15,0 1-9 0,-2-1-18 0,2 0-16 16,-2-1-36-16,-2 3-112 0,0-5-255 0,0 1 113 16</inkml:trace>
  <inkml:trace contextRef="#ctx0" brushRef="#br0" timeOffset="56473.94">28731 7368 34 0,'0'0'70'16,"-6"-7"-5"-16,6 7-4 0,0 0 9 0,0 0-10 15,0 0 1-15,-6-3-8 0,6 3 2 0,0 0-4 16,0 0 4-16,0 0-15 0,0 0-2 0,-7-4 7 15,7 4-4-15,0 0-6 0,0 0 11 0,0 0-14 16,0 0-1-16,0 0-13 0,0 0 2 0,0 0-7 16,0 0-1-16,0 0-2 0,0 0 2 0,0 0-7 0,0 0 7 15,0 0-3-15,0 16-3 0,0-16-2 0,0 12 6 16,-1-2-3-16,2 0-5 0,0-1 7 16,-1 2-5-16,0 2 0 0,-1 0-2 0,1 3 0 15,0-1 9-15,0 2 0 0,-1 2 0 0,1-3 3 0,0 0 11 16,0 1-8-16,0 2 9 0,0 1-6 15,-2-1 1-15,4 5 0 0,-2-5-1 0,2 8 9 16,-2 0-8-16,-1-1 9 0,0-1-16 0,2 1 1 0,0-1 0 16,-1 1 5-16,-1 3 0 0,0-2-4 0,-1-1-5 15,1 1 2-15,-2-1-1 0,3 1 2 0,-2-8-1 16,-2 0-6-16,3 1 9 0,-3-1-7 0,-1-1 6 16,0 0-5-16,1-2-1 0,0 0 0 0,-1 1-6 15,1-5 7-15,3 0 4 0,-4 0-5 0,2 0 0 16,-3 2 1-16,3-3-1 0,1-1-2 0,-3-1 6 15,3 1-14-15,0-1 8 0,0 0-5 0,0-1 4 16,1-1 1-16,1-7 2 0,-4 11 0 0,4-5-2 16,0-6-2-16,-2 12 1 0,2-12-2 0,0 10-2 15,0-10 5-15,-2 10-1 0,2-10-3 0,0 6 0 16,0-6-1-16,-1 8 4 0,1-8-1 0,0 0 1 16,0 0-6-16,0 0 5 0,0 0-3 0,1 9 1 15,-1-9 2-15,0 0-5 0,0 0-5 0,0 0 5 16,0 0 3-16,0 0-1 0,0 0-3 0,0 0 5 15,0 0-2-15,0 0-2 0,0 0 3 0,0 0-12 16,0 0 13-16,0 0-6 0,2 7 0 0,-2-7 3 16,0 0-3-16,0 0 2 0,0 0-3 0,0 0-2 15,6 3 6-15,-6-3-1 0,5 4 5 0,-5-4-7 16,11 5 2-16,-2-1 2 0,-1-2 3 0,1 4-7 0,1-2 1 16,1 0 0-16,5 1 1 0,-3-2 0 15,-1 3 2-15,5 1-3 0,-1-2 2 0,1 3-1 16,3-1 6-16,-5-1-6 0,3 1-1 0,-2 1 2 0,-2 0-5 15,2 1 0-15,-5-2 6 0,1-1-2 0,-5 2 0 16,1-1 0-16,-3 0-4 0,3 1 4 0,-3 1 2 16,-3 1 1-16,0 0-3 0,-2 0-1 0,-2 2 11 15,-1-2-4-15,-1 3 0 0,-5 1 1 0,2 1 0 16,-2-1 3-16,-3-2 5 0,1 1-2 0,1 1 5 16,-4-3-6-16,1 2 1 0,1 0 2 0,1-2-6 15,0 1 3-15,1-2-2 0,5-1 2 16,-3-1-6-16,3 3 2 0,1-3-5 0,1 1 0 0,1 0 4 15,2 1-10-15,0 2 11 0,1-3-4 0,0 1-2 16,2-1 0-16,1 1 3 0,0 1 3 0,2-1-6 16,2 0 4-16,-2-1-1 0,0-1-2 0,2 0 1 15,-1 1 0-15,-1 1-1 0,2-3-5 0,-5 3 3 16,3-1 0-16,-3 1-2 0,1-1-2 0,-4-1 5 16,3 0 2-16,-3 3-3 0,0-2-1 0,0 1 1 15,-4-1 0-15,0 1-3 0,-1-2 4 0,-4 2 0 16,0-2 1-16,3 1 1 0,-3-1-4 0,1 0 9 15,2 0-8-15,-1 2-2 0,1-1-1 0,1-1-3 16,1 0 5-16,1-1 0 0,1 3-1 0,-2 0 0 16,5-2-1-16,2 5 6 0,-1-4-10 0,2 1 3 15,0 0 3-15,0 0 0 0,1 1-4 0,0 1 0 16,3 1 0-16,-1-2-9 0,-3 0-4 0,0 1 8 16,-1-3 1-16,1 3-3 0,-2-1 3 0,-2 0 4 15,0 0-7-15,-2-1 6 0,-2 1 2 0,2 0-8 0,0-2 3 16,-3 3 4-16,2-3-1 0,1 1-1 15,-1 2 4-15,2 0 4 0,-2 0 0 0,3 0-1 16,3-1-4-16,1 0 2 0,-1 1-1 0,3 0-2 16,0 2 3-16,2 0 6 0,1 1-7 0,-3 3-4 0,4 0 9 15,-1-4-6-15,-1 4 3 0,6 5 0 16,1-2 1-16,-2 1-2 0,2-2-2 0,-2 6-5 16,-1-2 8-16,2 0-3 0,-3-3 4 0,2 4 1 15,-2 0-3-15,0-3 2 0,0 1 0 0,-1 1 0 0,-3-6-1 16,0 0 5-16,0-3 2 0,-2 3-18 0,-2 0-2 15,0-1-11-15,0 0-5 0,0 0-19 0,-2 2-22 16,-1 0-3-16,0-2-30 0,-1 0-14 16,-2 2-26-16,-3-2-75 0,-2-2-236 0,1 0 104 0</inkml:trace>
  <inkml:trace contextRef="#ctx0" brushRef="#br0" timeOffset="59789.59">22059 10532 30 0,'1'-11'110'0,"-1"11"2"0,0 0 0 0,-1-11-6 15,1 11-6-15,-3-9-17 0,3 9-10 0,-2-7-1 0,2 7-3 16,-3-7-4-16,3 7 0 0,0 0-8 0,-6-9-2 15,6 9-10-15,-5-1-6 0,5 1-6 0,-9-4 1 16,9 4-7-16,-10-2 0 0,10 2-7 0,-11 1-6 16,11-1 2-16,-12 3 0 0,5 0-3 0,-2 0 2 15,-2 2-6-15,2 0 1 0,-3 1-3 0,1 2 2 16,-3 3-8-16,0-1 3 0,2 1 6 0,-2 5-4 16,3-2-3-16,-2-3 2 0,0 2-2 0,3 3-3 15,1-4 3-15,1-2-6 0,1 6 8 0,1-5-2 16,1 4 5-16,1-4-6 0,3 1-2 0,1 1 5 15,1-1-2-15,1-4-1 0,2 2 1 0,-1-1 1 16,4 3-5-16,0-3 12 0,1 1-8 0,1-2 4 16,1-2-6-16,3 0 5 0,2 1 1 0,-1-2-6 15,-1-3 6-15,1 1-5 0,3-3 0 0,2 0-1 0,-1 0 1 16,-4-4 1-16,4-1 3 0,-1-1-2 16,0-2 4-16,-3-2-6 0,4 1-2 0,-2-4 4 15,-4 1-4-15,0 0 4 0,-3-2 5 0,-3 3 6 0,1-5-2 16,-2 0 3-16,-3 3 0 0,0-2-1 0,-5 2-3 15,-2-1-2-15,-1-2-4 0,-2 3 1 16,-2 0-6-16,1 0 4 0,-5 0-5 0,0 5 2 16,-2-2 1-16,-2 2 0 0,1 2-3 0,0 4 4 0,5-1 2 15,-2 1-9-15,-2 2-4 0,2 0-2 0,0 2-13 16,1 2-6-16,0 0-8 0,3 3-14 0,1-3-11 16,-1 4-8-16,3 0-8 0,3 1-11 0,2-2-12 15,2 2-6-15,1 1-74 0,3-2-194 0,2 1 85 16</inkml:trace>
  <inkml:trace contextRef="#ctx0" brushRef="#br0" timeOffset="60085.32">22205 10669 68 0,'0'0'119'0,"0"0"-14"0,0 0-4 0,0 0-16 0,0 0-3 16,0 0-3-16,0 0-6 0,28 10-14 0,-12-6 0 16,11-1-8-16,4 2-4 0,1-2-4 15,5 0-2-15,0-1-4 0,2-2-2 0,0 0 1 0,14 2-1 16,-14-2-6-16,14-2-4 0,-13 3-7 0,10 0 3 16,-10-1 0-16,-3-1-3 0,-2 1 1 0,-1 0 0 15,-4 1-9-15,-9-1 5 0,-1 0-5 0,-1 2 4 16,-3-1-4-16,-5 0-2 0,1-1-4 0,-2 3-6 15,-2-1-25-15,-2-1-11 0,-6-1-22 0,9 4-7 16,-6 1-26-16,-3-5-93 0,-2 8-200 0,2-8 90 16</inkml:trace>
  <inkml:trace contextRef="#ctx0" brushRef="#br0" timeOffset="60413.8">23056 10419 109 0,'-2'-8'156'0,"2"8"-2"0,0-10-19 16,0 10-9-16,2-7-10 0,-2 7-21 0,0 0-5 0,0 0-12 15,0 0-8-15,0 0-3 0,0 0-3 0,0 27-3 16,-2-11-6-16,-1 1 6 0,0 2-6 15,2 0 1-15,-2 7-6 0,1 1 1 0,-1-1-5 0,2-2-4 16,0-4-9-16,-2 0 2 0,0 7-7 0,3-8 1 16,-1 7-4-16,2-7 0 0,1 0 0 0,-4-1-5 15,2 0 2-15,2 0-3 0,-1 0-3 0,2 0-1 16,-1-1-7-16,1 0-7 0,-1 0-21 0,1 0-17 16,-2-6-30-16,2 1-22 0,0-1-13 0,0 0-28 15,1-3-20-15,1 1-91 0,0-2-261 0,2-4 117 16</inkml:trace>
  <inkml:trace contextRef="#ctx0" brushRef="#br0" timeOffset="60712.98">23417 10461 46 0,'0'0'156'0,"-3"-9"-15"0,3 9-18 0,-2-6-19 15,2 6-7-15,0 0-7 0,0 0-11 16,0 0 0-16,0 0-4 0,-18 17 2 0,10-2-4 16,-2 1-8-16,1 1-4 0,-2 5-8 0,1 3 7 0,1-1-6 15,0-6-6-15,0 8 5 0,1-6-4 0,-1 3-2 16,2 2-6-16,0-6-3 0,0 5-2 0,1-5-3 16,3 0-1-16,-4-2-2 0,4 1-1 15,0-2-4-15,0 0-8 0,2 1 2 0,1 0-7 0,1-5 8 16,2 1-6-16,1-2-12 0,2 3-10 0,-1-4-19 15,4 0-10-15,-1-1-24 0,7 1-24 0,1 0-26 16,0-3-28-16,1 0-113 0,1-2-273 0,1-3 121 16</inkml:trace>
  <inkml:trace contextRef="#ctx0" brushRef="#br0" timeOffset="61609.71">23382 10720 59 0,'0'0'141'0,"0"0"-10"0,-7-3-10 15,7 3-10-15,0 0-9 0,0 0-11 0,0 0-5 16,0 0-9-16,0 0-9 0,0 0-5 0,0 0-2 16,27-3-1-16,-15 2-8 0,4 1-6 0,2 1-3 0,2-2-10 15,2-1 0-15,-1 0-2 0,0 0-3 0,9 0 2 16,-2 1-2-16,1 0 5 0,3-1-4 15,3 0-5-15,-2 0 2 0,2-1-1 0,-1 3-2 0,4-4-7 16,-1 0-1-16,2 0 0 0,0 0 6 0,14 1-6 16,-2-1-4-16,-13 4 1 0,13-6 1 0,-1 5-7 15,-9-1 6-15,10-2-4 0,-14 1-3 0,1 1 1 16,13 0 2-16,-16 0 3 0,19 1 4 0,-18 1-4 16,3-2 0-16,-2-1 2 0,0 3-6 0,-1-2 2 15,1 2-5-15,0-2 3 0,0-1 0 0,-1 2 1 16,-2-1-1-16,-3 2-2 0,1-1-1 0,-1 1-1 15,-3-1-1-15,1-1 5 0,-7 2-4 0,-1 0 1 16,-1 0 0-16,2 0 3 0,-2 0-4 0,1 0-5 16,1 0 7-16,1-2 0 0,-4 4-2 0,2-2-2 15,-3 0 1-15,4 0 0 0,-6-2 3 0,2 4-3 0,2-2 0 16,-4 0-2-16,6 0 1 0,-6 0-1 16,4 0-2-16,-4 0 8 0,1-2-6 0,2 2 2 15,-8 0 2-15,3 0-2 0,2-1 0 0,2 1 0 0,2-2 2 16,-4 0-3-16,2-2-3 0,-1 1 3 0,-3 2 3 15,-1 0-1-15,6-2 0 0,-4 3-1 16,1-2-7-16,-3 1 2 0,1 1 4 0,-1 0-7 16,0-3 4-16,3 4 1 0,-2-2 3 0,0 0-5 0,-1 1 5 15,1 0-2-15,-2 0 2 0,2 0-2 16,-4-2 2-16,2 2 2 0,0-1-2 0,1 1-1 16,-1 1-3-16,-1-2 1 0,2 1 1 0,-1 0-1 15,5-1 2-15,0-1 3 0,2 2-3 0,0-1 0 0,-1 0 4 16,-5 1-12-16,5 1 11 0,-5-1-6 15,0 0 6-15,-1-1 1 0,-1 1-3 0,3 0-1 0,-5 0 4 16,2 0-2-16,-4 1 3 0,-7-1-7 0,13 0 1 16,-4-1-1-16,-9 1 3 0,14 1 2 0,-7-1-1 15,-7 0-1-15,10 0 2 0,-10 0 1 0,10 1-1 16,-10-1 4-16,9 0-2 0,-9 0 2 0,0 0-1 16,8 0 3-16,-8 0-4 0,0 0 1 0,0 0 3 15,0 0-1-15,12-2-5 0,-12 2 2 0,0 0-1 16,0 0 1-16,0 0-4 0,0 0 5 0,11 1-1 15,-11-1 1-15,0 0-6 0,0 0-3 0,7 1 1 16,-7-1 6-16,0 0-9 0,0 0-11 0,8 4-16 16,-8-4-31-16,0 0-47 0,0 0-46 0,1 6-148 15,-1-6-328-15,0 0 145 0</inkml:trace>
  <inkml:trace contextRef="#ctx0" brushRef="#br0" timeOffset="69921.84">26025 10608 50 0,'0'0'75'0,"3"-4"-3"0,-3 4-2 0,0 0-10 16,0 0-5-16,0 0-6 0,0 0 1 0,0 0-9 15,0 0-3-15,0 0-5 0,0 0-1 0,0 0-5 16,0 0 5-16,0 0-8 0,0 0-6 0,0 0 2 16,0 0-4-16,-13-7-5 0,13 7 1 0,0 0-1 15,0 0-2-15,-10-2-3 0,10 2 5 0,0 0-8 16,-9 0 2-16,9 0 4 0,0 0-8 0,-9 0 8 15,9 0 0-15,0 0-4 0,-12-1-1 0,12 1 1 16,0 0-7-16,-8-4 5 0,8 4-2 0,0 0 7 16,0 0-2-16,-11 0-2 0,11 0 2 0,0 0 3 15,0 0-3-15,0 0 6 0,0 0-5 0,0 0-1 16,0 0-2-16,0 0 0 0,0 0 1 0,0 0 3 0,0 0 1 16,0 0-3-16,0 0 5 0,0 0-8 15,27 9 5-15,-10-8 2 0,2 3 1 0,3-1 1 16,0-2 0-16,7-1-8 0,-2 2 3 0,-6 1-1 15,9-2 2-15,1 2-2 0,0-1 2 0,-2 1 2 0,1-2 0 16,-3 0-3-16,4 1-2 0,-3-1 6 0,5 1-11 16,-2-2 15-16,-1 0-13 0,-2 2 6 15,1-4-3-15,2 2 2 0,-3-3-4 0,-4 4 8 0,-3-2-11 16,-1 1 8-16,0 0-2 0,1 0 5 0,-2-2-3 16,-3 1 3-16,-2 0 0 0,0-1 3 0,-1 1-4 15,-1 0-3-15,-2 0 0 0,1 1 3 0,-1 0 5 16,-10 0-8-16,15 0 0 0,-15 0 3 0,11-2 1 15,-3 1 0-15,-8 1-1 0,10 0 3 0,-10 0-7 16,0 0 2-16,11-1-7 0,-11 1 9 0,0 0-11 16,10 0 12-16,-10 0-5 0,0 0-1 0,0 0-2 15,0 0 1-15,0 0-2 0,6-3 2 0,-6 3-6 16,0 0 0-16,0 0-9 0,0 0-11 0,0 0-12 16,0 0-12-16,0 0-4 0,0 0 5 0,0 0-15 15,0 0-7-15,0 0-10 0,0 0-19 0,0 0-56 16,0 0-163-16,0 0 72 0</inkml:trace>
  <inkml:trace contextRef="#ctx0" brushRef="#br0" timeOffset="70460.07">26886 10209 17 0,'-3'-9'147'0,"3"9"-2"0,-4-14-12 16,4 6-12-16,0 8-6 0,-2-11 4 0,2 11-6 16,-4-11-8-16,4 11-8 0,0-7-8 0,0 7-15 15,-4-7-15-15,4 7 3 0,0 0-12 0,0 0-7 16,0 0 2-16,0 0-8 0,0 0-1 0,0 0 4 16,-8 26-6-16,6-14-9 0,-1 4-3 0,1 9 1 15,-2 0 0-15,-1 3 6 0,-2 1 3 0,3 3-1 16,-1-2-4-16,-1 4 1 0,3-1-2 0,1 2-1 15,-2 11-1-15,0-13-2 0,1 3 1 0,0 11-4 0,1-14 1 16,0 2-2-16,0 1 2 0,0 0-1 16,0-1-3-16,2 0-4 0,-3 0 1 0,1-1-4 15,2 1 3-15,-2-3 0 0,0-2-2 0,0 2 0 16,0 0-3-16,2-4 2 0,-4-2-1 0,4 0 0 16,0-2-2-16,-2-4 0 0,2-1-4 0,0-1 1 15,2-2 1-15,-2 2-2 0,0-7-1 0,4 6 1 0,-4-5-9 16,4 3-20-16,-2-4-10 0,0 1-2 0,0-1-30 15,3-2-14-15,-1 2-21 0,2-4-26 0,-2-1-25 16,-2 0-118-16,0-1-296 0,-2-5 131 0</inkml:trace>
  <inkml:trace contextRef="#ctx0" brushRef="#br0" timeOffset="71072.12">26836 10977 144 0,'0'0'140'15,"-3"-9"-8"-15,3 9-16 0,0 0-6 0,0 0-9 16,0 0-11-16,12-8-11 0,-3 7-7 0,0 2-8 16,5-1-5-16,3 2-6 0,2 1-1 0,3 1 3 15,4 2-8-15,1 1-3 0,1-2 0 0,-1 2-4 16,2 0-5-16,2 1 1 0,-4 0-6 0,-1-2 0 15,-7 0-4-15,8 2-6 0,0-1 4 0,-6-1-3 0,-2-1-5 16,2-1-2-16,-1 4 0 0,-2-3-2 16,0 0 1-16,1-1-6 0,-2 2 1 0,-6-2 3 0,3-1-2 15,-1 0-4-15,-1 1 0 0,-1 0-1 0,-3 0 6 16,4 0-10-16,-5-3 5 0,-1 1 0 16,-6-2-5-16,12 3 5 0,-7-1-5 0,-5-2 8 15,6 3-4-15,-6-3-2 0,8 2-2 0,-8-2 9 0,0 0-3 16,0 0-1-16,5 2 2 0,-5-2 3 0,0 0 0 15,0 0 1-15,0 0-1 0,9 2 1 0,-9-2-3 16,0 0-1-16,0 0 8 0,0 0-8 0,0 0-4 16,0 0 1-16,0 0 3 0,0 0-5 0,-18 13 13 15,11-7-9-15,-6 0 1 0,0 3-2 0,0-1-2 16,-6 1 0-16,1 0 4 0,2-1-4 0,-4 1 2 16,3 1 1-16,-2-1-1 0,3-2-2 0,-1 3-3 15,3-2 6-15,3-1-5 0,0 0-4 0,5-1-20 16,-4 0-24-16,1 1-10 0,0-1-25 0,0 0-34 15,0-1-21-15,4-2-124 0,-1 1-282 0,6-4 124 16</inkml:trace>
  <inkml:trace contextRef="#ctx0" brushRef="#br0" timeOffset="71291.6">27526 11025 160 0,'-4'-17'194'0,"-6"1"3"16,1 2-7-16,1-2-8 0,-4 0-8 0,1 3-17 16,0-1-8-16,1 0-12 0,2 4-14 0,-1 1-12 15,4-1-7-15,-4 3-14 0,5-2-7 0,-1 4-12 16,3 0-4-16,2 5-11 0,-6-9-24 0,6 9-21 16,-5-8-27-16,5 8-26 0,-5-5-32 0,5 5-38 0,0 0-20 15,0 0-25-15,-3-6-136 0,3 6-317 0,0 0 141 16</inkml:trace>
  <inkml:trace contextRef="#ctx0" brushRef="#br0" timeOffset="72095.78">26942 10490 25 0,'0'0'70'16,"0"0"5"-16,0 0-6 0,0 0-9 0,0-10 1 16,0 10 0-16,0 0-6 0,0 0-2 0,0 0 0 15,0 0-8-15,-2-9-13 0,2 9 6 0,0 0 3 16,0 0-5-16,-5-7-7 0,5 7 5 0,0 0-18 16,0 0 6-16,-7-2-11 0,7 2 18 0,0 0-17 15,-11-1 3-15,11 1-8 0,0 0 2 0,-13-2-1 16,13 2 8-16,-10 0-16 0,10 0 9 0,0 0 2 0,-15-1-8 15,15 1 8-15,-10 0-5 0,10 0-5 16,-13 0-3-16,13 0 3 0,-10 0 4 0,10 0-4 16,-12 0 4-16,12 0-2 0,-9 0 1 0,9 0-6 15,0 0 5-15,-13 0 5 0,13 0 1 0,0 0-9 0,0 0 9 16,-12 0-5-16,12 0-4 0,0 0 2 16,0 0 4-16,0 0 0 0,0 0-2 0,0 0-2 15,-9 0-6-15,9 0 6 0,0 0 7 0,0 0-14 16,0 0 7-16,0 0-1 0,0 0 3 0,0 0-4 0,0 0 0 15,0 0 7-15,0 0-3 0,0 0 0 0,0 0-4 16,0 0-3-16,0 0 6 0,0 0-4 0,0 0 0 16,0 0 3-16,0 0-1 0,0 0-7 15,0 0 19-15,0 0-19 0,0 0 9 0,0 0 4 0,0 0-3 16,0 0-9-16,0 0 7 0,0 0-4 0,0 0 12 16,0 0-7-16,0 0 0 0,23 6-7 0,-23-6 4 15,0 0-9-15,0 0 5 0,0 0 5 0,0 0 3 16,0 0 0-16,0 0 0 0,6 4-6 0,-6-4-13 15,0 0-8-15,0 0 0 0,0 0-8 0,0 0-11 16,0 0-13-16,3 7-12 0,-3-7-16 0,0 0-51 16,0 0-143-16,0 0 64 0</inkml:trace>
  <inkml:trace contextRef="#ctx0" brushRef="#br0" timeOffset="75257.62">26867 10394 11 0,'0'0'49'0,"0"0"1"0,0 0-10 16,0 0-5-16,0 0 2 0,-8 2-6 0,8-2-5 15,0 0 4-15,0 0-7 0,0 0 2 0,0 0-6 16,-5 5-6-16,5-5 12 0,0 0-3 0,-6 6 7 15,6-6-12-15,-5 7 5 0,5-7-6 0,-5 6 1 16,5-6-1-16,-4 6-4 0,4-6 0 0,-5 6-1 16,5-6 0-16,-6 7 3 0,6-7 2 0,-2 5-5 15,2-5 3-15,0 0-15 0,-5 5 12 0,5-5-2 16,0 0 3-16,0 0 2 0,-4 6 4 0,4-6-1 16,0 0-2-16,0 0 7 0,0 0 3 0,0 0 3 0,-2 6 3 15,2-6 7-15,0 0 4 0,0 0-5 16,0 0 13-16,0 0 3 0,0 0 2 0,0 0 3 15,0 0-5-15,0 0-5 0,0 0-3 0,0 0-8 16,0 0-4-16,0 0-1 0,11-22 1 0,-3 15-7 0,-1-2 0 16,3 0-7-16,3-2 1 0,1-1-3 0,-1-1 8 15,0 0-8-15,1-4-2 0,1 2-1 0,3-4 9 16,-3 5-11-16,-1-1 2 0,0-1-3 0,0 1 8 16,1-6 1-16,-1 6-8 0,-3 1 5 0,-2 1 3 15,2 0 0-15,-4-4-7 0,-1 3 1 0,1 4 9 16,3-5-3-16,0 2-1 0,-5 4 0 0,3-2 0 15,-2 1 11-15,0 2 1 0,-2 1 5 0,-1-1-4 16,3 2-1-16,-3 1-3 0,2-1-2 0,-5 6 0 16,4-8-5-16,-4 8 2 0,0-7-5 0,0 7 0 15,0 0-1-15,5-7-2 0,-5 7 1 0,0 0-2 16,2-7 0-16,-2 7 3 0,0 0-8 0,0 0 0 16,0 0 2-16,0 0-3 0,0 0 0 0,4-5-5 15,-4 5 1-15,0 0 1 0,0 0-4 0,0 0 3 16,0 0-1-16,0 0 4 0,0 0-2 0,0 0-1 15,0 0-3-15,0 0 2 0,0 0 2 0,0 0-7 16,0 0 3-16,0 0 2 0,0 0-9 0,0 0-15 16,0 0-11-16,0 0-15 0,0 0-19 0,0 0-11 15,0 0-32-15,0 0-10 0,0 0-14 0,0 0-6 16,0 0-19-16,0 0-100 0,0 0-278 0,0 0 124 16</inkml:trace>
  <inkml:trace contextRef="#ctx0" brushRef="#br0" timeOffset="76106.2">27191 10010 86 0,'0'0'85'16,"-4"-3"-3"-16,4 3-13 0,0 0-1 0,0 0 0 15,0 0-6-15,-5-6 4 0,5 6-8 0,0 0 2 16,0 0-2-16,0 0-2 0,-7-7 4 0,7 7-19 15,0 0 4-15,0 0 6 0,0 0-7 0,0 0 0 16,-2-6-13-16,2 6 0 0,0 0 3 0,0 0-17 16,0 0 3-16,0 0 5 0,16-2-3 0,-16 2-7 15,11-3 0-15,-5 2-2 0,-6 1-4 0,16 1 0 16,-5-2 0-16,1 1 2 0,1 0-3 0,3 1 1 16,0-2-4-16,6 2-6 0,-2-2 9 0,9 2 0 15,1-1-4-15,3 0 1 0,0 2 6 0,-2-1-3 16,3 0-5-16,2 0 1 0,-3-1-5 0,2 2 3 15,-1 1 5-15,0-3-7 0,2-2 2 0,-1 4-3 16,-2-1 7-16,1-1-5 0,1 0-5 0,-1-1 6 16,2-1-3-16,-2 2 8 0,-1-1-9 0,-1 2 1 15,-1-2 2-15,-2 1-6 0,-2 0 15 0,3-2-10 16,-2 2-11-16,-5 0 12 0,-3-1-3 0,9 0 2 16,-2-2 6-16,-5 1-9 0,-2 0 1 0,1 1 5 15,0 1-6-15,-1-2 5 0,-1 0 10 0,0 2-16 16,-1-3 2-16,-4 3 1 0,3 0 4 0,-3-2-9 15,1 4 6-15,1-4 0 0,-2 4-1 0,-1-2-2 16,0-2 5-16,1 2-2 0,-1 2 0 0,-2-4 2 16,2 2-7-16,-3 0 8 0,2-1-1 0,1 0 13 0,-4 1-10 15,3 1-3-15,-1-2-2 0,0 2-2 0,2-1-4 16,-3-3 3-16,1 2 7 0,0 1-5 16,0 0 2-16,1 0-4 0,-2-2 3 0,0 1 7 0,4 1-12 15,-1 0 1-15,0 0 5 0,-4-2 3 0,2 3 2 16,-3-2-4-16,0 0-1 0,-8 1 0 0,16-3-6 15,-7 2 5-15,-1 1-4 0,-8 0 5 0,11-1-2 16,-4 0 3-16,-7 1-4 0,14-2-3 16,-8 1 7-16,-6 1-5 0,12-2 0 0,-5 1 3 0,-7 1-1 15,13-3 0-15,-6 2 2 0,-7 1 2 0,15-1-8 16,-15 1-1-16,13 0 0 0,-6-1-4 0,-7 1 3 16,16 0 1-16,-11-1-4 0,-5 1-10 0,15 0 10 15,-9-2-7-15,-6 2 4 0,12 0-2 0,-12 0-2 16,11-2 10-16,-11 2-7 0,0 0-10 0,10 1 0 15,-10-1-3-15,0 0-10 0,0 0 0 0,8-1-16 16,-8 1-2-16,0 0-3 0,0 0-6 0,0 0-5 16,0 0-4-16,0 0-5 0,0 0-39 0,0 0-126 15,-26 4 55-15</inkml:trace>
  <inkml:trace contextRef="#ctx0" brushRef="#br0" timeOffset="76265.89">29062 9945 16 0,'0'0'20'0,"10"0"-26"16,-10 0-7-16,0 0 3 0</inkml:trace>
  <inkml:trace contextRef="#ctx0" brushRef="#br0" timeOffset="82977.39">29095 9946 47 0,'0'0'45'15,"-2"-9"-5"-15,2 9-1 0,-8-4-1 0,8 4-1 16,-8-7 9-16,8 7-4 0,-9-3-9 0,5-1 6 15,4 4-1-15,-10-3-2 0,10 3 0 0,-11-5-3 16,6 3-7-16,5 2 8 0,-11-5-10 0,11 5 4 16,-11-3 5-16,11 3-12 0,-10-2 6 0,10 2 2 15,-12 0-1-15,12 0 3 0,0 0 1 0,-10-2 6 16,10 2 0-16,0 0-1 0,0 0-7 0,-9 0-2 16,9 0-6-16,0 0 5 0,0 0-9 0,0 0 9 15,0 0-8-15,0 0 2 0,0 0-6 0,18 10-1 16,0-7-4-16,10 3 2 0,7-1 0 0,18 0-1 15,8-2 1-15,2 1-7 0,2 0 0 0,31 0 3 16,-31-5 1-16,27 1-8 0,-30-1 1 0,2 2 7 16,-3-4-4-16,3 2 0 0,-1 0 0 0,-2 1 4 0,2-2-4 15,-9 1-4-15,3-2 5 0,-6 0-5 0,-14 0 4 16,-1 3 2-16,-2-1-7 0,-3 0-1 0,-2-3 9 16,-10 3-5-16,-1 1-2 0,-4 0-5 0,-7-1 7 15,3 1 5-15,-1 0-2 0,-9 0 9 0,10 0 6 16,-10 0-1-16,9 0-2 0,-9 0-2 0,0 0 0 15,7-2-9-15,-7 2-8 0,0 0-12 0,0 0-13 16,0 0-13-16,0 0-26 0,0 0-5 0,-26-6-27 16,26 6-12-16,-14 0-68 0,6-2-191 0,-3 1 85 15</inkml:trace>
  <inkml:trace contextRef="#ctx0" brushRef="#br0" timeOffset="83311.8">30291 9681 166 0,'-1'-12'169'0,"1"12"-23"0,-2-11 6 15,2 11-5-15,0-8-18 0,0 8-7 16,-3-7-16-16,3 7-12 0,0 0-13 0,0 0-11 15,0 0-6-15,0 0-10 0,0 0 1 0,0 0-9 16,0 0-6-16,0 28-3 0,0-16-4 0,0 6-1 0,1-1-4 16,1 1-4-16,-4 0 3 0,6 1-6 0,-3 0-8 15,-1-2 7-15,2 3-7 0,-1-2 1 16,3 9-4-16,-4-10 3 0,1 3 0 0,0 4-4 16,1-7 0-16,-1 0 0 0,-1-3-2 0,3 3 1 0,-3-2-2 15,2-1-14-15,-1-2-29 0,-2 3-25 16,2-4-27-16,-1 1-36 0,-1-1-34 0,-1-1-93 15,0-1-272-15,1-4 121 0</inkml:trace>
  <inkml:trace contextRef="#ctx0" brushRef="#br0" timeOffset="83659.98">30516 9723 53 0,'0'0'180'16,"3"-9"-2"-16,-3 9-9 0,1-5-14 0,-1 5-10 15,0 0-15-15,0 0-11 0,0 0-24 0,0 0-3 16,0 0-14-16,0 0-8 0,0 0-3 0,0 0-8 16,0 0-6-16,0 0-9 0,0 0-2 0,-6 26-7 15,2-11-1-15,3-3-2 0,-4 5 2 0,2 0-9 16,2 0-2-16,-3-1-1 0,1 1-1 0,0 0-3 15,-1 1 2-15,-1 1 4 0,1-3-2 0,0 1 0 16,1 1 0-16,3-2-2 0,-2-1-1 0,-1 0-2 16,2 1-2-16,1-3-4 0,-1-2 2 0,2 1-3 15,0-1-1-15,2 1 4 0,2-1-2 0,1 0 0 16,2-1-4-16,0 0-15 0,7 1-24 0,0-1-24 16,2-1-24-16,0-2-30 0,2-2-29 0,-3-2-28 15,5 1-108-15,-1-4-297 0,1-2 132 0</inkml:trace>
  <inkml:trace contextRef="#ctx0" brushRef="#br0" timeOffset="84403.62">30502 9880 67 0,'-6'-3'153'15,"6"3"-23"-15,0 0-19 0,-6-4-7 0,6 4-5 16,0 0-3-16,0 0-3 0,42 0-3 0,-12 2-16 16,6-2-5-16,15 0 2 0,2-1-12 0,-1 1-8 15,1-1-4-15,1 2 1 0,-3-2-14 0,-13-1 2 16,1 2-8-16,15 0 4 0,-14 0-5 0,0 0-3 16,13 0-2-16,-14 0-5 0,1 0 2 0,-2 2-3 0,-3-2-1 15,0 0-2-15,-1-2 0 0,-5 2-3 16,-6 0-2-16,-1 0 3 0,-2 0-1 0,-2-2-2 0,-4 1 1 15,-1 0 0-15,6-2-1 0,-8 0 3 0,-1 3-2 16,0 0-1-16,0-2-2 0,-3 1 2 0,-7 1 6 16,14-3-3-16,-14 3-1 0,10-1 0 15,-5-1 0-15,-5 2 1 0,7-2 2 0,-7 2-6 0,0 0-2 16,10-1 4-16,-10 1-12 0,0 0-3 0,0 0-1 16,0 0 2-16,0 0-3 0,10 1-4 0,-10-1-3 15,0 0 4-15,0 0-2 0,0 0-1 0,0 0-7 16,9 1 3-16,-9-1 6 0,0 0-2 0,0 0-2 15,0 0 7-15,10 0 0 0,-10 0 9 0,0 0-9 16,0 0 4-16,12-1 3 0,-12 1-5 0,6-1 4 16,-6 1 2-16,0 0-1 0,0 0 9 0,9 1 9 15,-9-1 4-15,0 0 5 0,0 0 3 0,0 0 10 16,0 0 0-16,0 0 3 0,9-4 3 0,-9 4-2 16,0 0 1-16,0 0-2 0,0 0-2 0,0 0-5 15,0 0-4-15,0 0-2 0,0 0-3 0,0 0-5 16,0 0-3-16,0 0-4 0,0 0-2 0,0 0-4 15,0 0 4-15,0 0-5 0,0 0-3 0,0 0 2 16,-14 15 1-16,14-15-1 0,-8 10 2 0,4-4-3 16,2-1-1-16,-1 1 1 0,3-6-1 0,-2 16-1 15,0-11 2-15,2-5 0 0,5 12-4 0,-2-7 3 16,3 2 3-16,1-3-1 0,2 1-1 0,2-2 3 16,5 3-2-16,-2-5-3 0,5 1 0 0,-3-1 1 0,4 1 3 15,-4-1-1-15,3-1-2 0,-7-3 1 0,2 1 2 16,-3 0-1-16,0-3 4 0,0-1-4 15,-2-1 3-15,-1 0 6 0,-1-1 9 0,0-3-4 16,-2 3 1-16,-1-1-4 0,-3-1 2 0,0 1 8 0,1-1-2 16,-4 0-13-16,-1 1-5 0,-1-1-2 0,-2 1 2 15,-2 0-4-15,-3 3-5 0,0-1 1 0,-6 0-8 16,-1 4-17-16,-2-1-25 0,-8 4-29 16,0 2-28-16,5-2-40 0,2 2-32 0,-6 4-151 0,1 0-358 15,5-3 158-15</inkml:trace>
  <inkml:trace contextRef="#ctx0" brushRef="#br0" timeOffset="84573.11">31558 9864 146 0,'0'0'158'0,"1"-6"-28"0,-1 6-19 16,0 0-18-16,0-12-23 0,0 12-41 0,0 0-33 15,0-9-33-15,0 9-79 0,0 0-126 0,0 0 55 16</inkml:trace>
  <inkml:trace contextRef="#ctx0" brushRef="#br0" timeOffset="85951.9">29511 8435 64 0,'0'0'125'0,"-2"-10"0"0,2 10-1 15,0 0-4-15,0-8 2 0,0 8-8 0,0 0 3 16,0 0-13-16,-1-13-13 0,1 13-8 0,0 0-14 0,0 0-6 15,0 0-5-15,0 0-7 0,0 0-3 16,0 0 2-16,-4 34 1 0,0-18 0 0,3 1-5 16,-4 2-1-16,1-2-2 0,0 2 2 0,2 1-2 15,-2-2-9-15,1 1 1 0,2-2 0 0,-3 3 2 16,2-3-6-16,-1 2-10 0,2-1 3 0,-1 0-4 16,1-1 2-16,0-2-5 0,1 0 3 0,-1-2-7 15,2-2-1-15,-1 0 1 0,1-1-17 0,-1 1-23 0,1-3-15 16,-1-1-22-16,0 1-17 0,3-2-19 0,-3-6-17 15,3 9-17-15,-3-9-21 0,5 6-89 0,-5-6-264 16,0 0 117-16</inkml:trace>
  <inkml:trace contextRef="#ctx0" brushRef="#br0" timeOffset="86304.43">29531 8449 69 0,'6'-11'119'15,"2"2"-9"-15,1-2 1 0,-1 3-1 0,1 1-7 16,2 1-6-16,1 1-15 0,-2 3-7 0,3 2-3 16,-2 0 1-16,1 3-10 0,0 1-4 0,-1 2 4 15,3 6-11-15,-9-2 4 0,3 5 0 0,-3 0-13 16,-4 1-2-16,-1 0-6 0,-4 0 4 0,-1-4-7 16,-2 4 1-16,-4-2-4 0,0-1-10 0,-2 0 7 0,-3 2 1 15,2-5-7-15,-2 0 4 0,4-3-7 16,1 0 3-16,2-2 3 0,0-2-2 0,2 1 3 15,1-1 2-15,6-3 8 0,-9 4 3 0,9-4 2 16,-5 3 3-16,5-3-7 0,0 0 4 0,-5 3-11 0,5-3-3 16,0 0-1-16,0 0-2 0,0 0-7 15,0 0-4-15,0 0 1 0,0 0-3 0,11 11 2 16,-5-7-3-16,4-1-2 0,0 3 5 0,0 0-5 16,2 1 0-16,-2-2 2 0,2 5-5 0,3 0-17 0,10 0-34 15,-7-2-35-15,8 5-21 0,-2-4-30 16,-2-2-29-16,-3-1-130 0,3-1-316 0,6 1 140 15</inkml:trace>
  <inkml:trace contextRef="#ctx0" brushRef="#br0" timeOffset="86547.22">30110 8667 109 0,'-5'-13'180'15,"1"6"-11"-15,-1 2-5 0,5 5-13 0,-12-7-5 16,0 5-5-16,0 2-13 0,1 2-13 0,-3 0-9 15,-3 3 1-15,3 2-4 0,-2 2-11 0,3-2-4 16,1 2-9-16,3-1-9 0,-1 2-3 0,3-1-10 16,2 1-1-16,3 2-8 0,2-2 0 0,1-1-9 15,2 1 1-15,3-1-8 0,5 4 1 16,4-5-5-16,2 1 1 0,8 1-4 0,0-2-1 0,6-3-10 16,0 0-19-16,-1 0-14 0,0-3-24 0,-2 1-27 15,-7-3-35-15,0 0-23 0,1 0-42 0,-4 0-155 16,-6-4-352-16,-1 1 156 0</inkml:trace>
  <inkml:trace contextRef="#ctx0" brushRef="#br0" timeOffset="87312.54">25035 8575 154 0,'-4'-5'168'0,"4"5"-1"0,-3-9-10 15,3 9-9-15,-7-8-14 0,7 8-15 0,-3-5-20 16,3 5-10-16,0 0-7 0,0 0-4 0,0 0-15 15,0 0-6-15,-6 17-1 0,6-7-16 0,0 2 1 16,0 4 4-16,0 3-3 0,0-2-5 0,0 8 3 16,-2-7-4-16,2 0-5 0,-2 0 3 0,1 2-7 15,2-3 0-15,-2 1-2 0,1-1-5 0,0-1 2 16,0-2-1-16,-1-2-5 0,0-1-7 0,1 1 10 16,0-2-3-16,-2 2-1 0,1-2 1 0,1 0-18 15,-1-1-22-15,-1 0-31 0,2-2-24 0,0-7-19 16,-2 14-22-16,2-14-14 0,0 8-18 0,0-8-96 15,-9 6-269-15,9-6 120 0</inkml:trace>
  <inkml:trace contextRef="#ctx0" brushRef="#br0" timeOffset="87665.69">25050 8574 123 0,'12'-6'123'15,"-1"2"-3"-15,1 0-11 0,0 2-10 0,-1 4-13 16,1 1-6-16,-3 1-4 0,0 0 0 0,1 2-13 0,-4 1-1 16,-2 2-7-16,0 1-7 0,-1 0-2 15,-3 0-2-15,-2 2 3 0,-2 0-3 0,1 1-5 16,-4-2-1-16,-2 3-13 0,-1-2 2 0,0 0 1 16,-4 2-1-16,-1-4-6 0,-1-2-1 0,3 1-1 0,1-4-1 15,1 1-2-15,3-3 7 0,3 1-7 0,-2-1 6 16,7-3-4-16,-11 2 3 0,11-2 4 15,0 0-5-15,-9-2-1 0,9 2-9 0,0 0 5 0,0 0-2 16,0 0-6-16,0 0 7 0,0 0-10 0,0 0 6 16,0 0-4-16,0 0-6 0,0 0 3 0,0 0-1 15,16 10 6-15,-5-7 3 0,-2 3-9 0,0-3 0 16,4 5 6-16,-3-3-5 0,4 2 0 0,2 2-14 16,-2-2-32-16,2 1-27 0,0 0-21 0,-1 0-23 15,-5-3-19-15,3 2-101 0,-2-3-253 0,-3 1 112 16</inkml:trace>
  <inkml:trace contextRef="#ctx0" brushRef="#br0" timeOffset="87877.95">25268 8793 137 0,'-3'-11'203'16,"3"11"-10"-16,-1-6-11 0,1 6-16 0,0 0-25 15,0 0-14-15,-1-9-15 0,1 9-12 0,0 0-12 16,0 0-4-16,0 0-4 0,-3 23-5 0,2-10-6 15,-3-2-12-15,2 0-1 0,-1 6-4 0,-1-4-11 16,2 4 1-16,0-2-6 0,0 2-2 0,-2-5-3 16,3 3-24-16,-1 3-28 0,1-9-20 0,1 4-22 15,-4-3-14-15,4-1-23 0,2 0-21 0,-4-1-24 16,2-8-113-16,-1 14-279 0,-2-9 124 0</inkml:trace>
  <inkml:trace contextRef="#ctx0" brushRef="#br0" timeOffset="88261.76">25284 8782 55 0,'4'-8'139'16,"1"5"-9"-16,-1-4-7 0,3 3-9 0,-7 4-8 0,11-5-8 16,-6 4-5-16,3 1-8 0,-8 0-3 0,15 0-7 15,-7 3-1-15,-1-1-9 0,2 2-6 0,2 1-9 16,-2 1-2-16,-5-1 0 0,2 2-5 0,-4 0 0 15,2 1-13-15,-4 0 12 0,0 1 2 0,-4-1-11 16,2 1 5-16,-4-2-4 0,2 0-2 0,0-1 2 16,-1 2-13-16,1-3 2 0,0 1-2 0,4-6 0 15,-5 9-10-15,3-5 3 0,2-4-4 0,-3 6-2 16,3-6 5-16,-4 7-4 0,4-7-4 0,0 0 4 16,4 11-3-16,-4-11-4 0,7 8 6 0,0-4 0 15,-4 1-3-15,2 2-6 0,0-3 6 0,1-1-5 16,0 1 0-16,1 4 3 0,-1-4-2 0,-2 1 3 15,0-1-6-15,2 0 2 0,-3 2 2 0,1-2-2 16,-4-4 5-16,1 7 4 0,-1-7 5 0,0 0 1 16,-8 13 0-16,0-9-3 0,0 0-3 0,-3 2-2 15,1-2-11-15,-1 1-18 0,0 0-23 0,-1 1-20 16,2-5-32-16,-1 3-49 0,-3-1-143 0,3 1-312 16,-3-1 139-16</inkml:trace>
  <inkml:trace contextRef="#ctx0" brushRef="#br0" timeOffset="90372.89">27559 5692 8 0,'3'-8'152'0,"-3"8"-7"0,0-7-5 0,0 7 3 16,0 0 6-16,2-10-5 0,-2 10-7 0,0-7-4 16,0 7-5-16,0 0-5 0,0 0-3 0,0-10-9 15,0 10-8-15,0 0-7 0,0 0-11 0,0 0-8 16,4-7-9-16,-4 7-6 0,0 0-8 0,5-5-7 15,-5 5-2-15,16-2-7 0,-5 0-2 0,9 2-4 16,0-2-4-16,0 1-14 0,1 1-18 0,1-3-21 16,-2 3-22-16,3 0-23 0,-3 0-31 0,7-1-12 15,-7-1-39-15,1-2-23 0,-8 4-114 0,1 0-313 16,-4-4 140-16</inkml:trace>
  <inkml:trace contextRef="#ctx0" brushRef="#br0" timeOffset="90599.43">27806 5489 97 0,'0'0'184'0,"0"0"-18"0,0 0-11 0,0 0-14 16,0 0-14-16,0 0-15 0,0 0-11 0,0 0-9 16,0 0 5-16,0 0-4 0,-3 17-9 0,3-17-4 15,1 17-8-15,-1-6-8 0,2 1-6 0,-5 3-2 16,4-1-7-16,-1 0-2 0,0 4-5 0,2-2-5 15,-2-1-1-15,-2-3-10 0,2 5-22 0,0-2-23 16,-1 1-27-16,1-5-32 0,0 0-40 0,1 1-30 16,1-1-121-16,-2-11-291 0,0 17 129 0</inkml:trace>
  <inkml:trace contextRef="#ctx0" brushRef="#br0" timeOffset="90954.87">28127 5466 160 0,'10'-3'168'0,"-1"-1"-1"16,-2 0-21-16,-1 2-21 0,2-1-11 0,-8 3-7 16,14 5-5-16,-4 0-7 0,-3 1-5 0,1 2-10 15,-3 0-7-15,1 1-6 0,-2 1-10 0,-1-1-2 16,0 2-3-16,-1 1-5 0,-2-2-5 0,-2 4-3 15,-3-3-4-15,-2 2 1 0,0-1-4 0,-1-3-1 16,-4 3 2-16,-1-2 8 0,5-3-14 0,-3-2-1 16,1 0-1-16,1 0-1 0,1-1-4 0,2-3-1 15,1 3 0-15,5-4 3 0,-8 4 0 0,8-4-3 16,0 0-1-16,-8 2 0 0,8-2 3 0,0 0-4 16,0 0-1-16,0 0-1 0,0 0-6 0,0 0-3 15,0 0 2-15,0 0-2 0,30 4-1 0,-14-4-8 16,5 2-17-16,-4-2-22 0,7 0-22 0,4 2-26 15,1-2-26-15,0 0-26 0,1 1-27 0,-10-1-116 16,2 0-309-16,-2-1 136 0</inkml:trace>
  <inkml:trace contextRef="#ctx0" brushRef="#br0" timeOffset="91215.53">28509 5525 112 0,'0'0'197'0,"0"0"-11"0,0 0-14 0,-2-7-17 15,2 7-17-15,0 0-12 0,0 0-16 0,0 0-15 16,0 0-14-16,0 0-11 0,0 0-4 0,0 0-5 16,0 0-7-16,0 0-8 0,8 24 0 0,-4-15-3 15,0 0-9-15,2 1-2 0,0-1-1 0,1 1 2 16,-1 0-6-16,1-2 1 0,-1 2 0 0,3 0 0 16,-4-3-4-16,1 1 1 0,0-3-8 0,-1 1 2 15,1 2-3-15,-2-2 1 0,0 1-3 0,0-2-2 16,-2 2 2-16,-2-7 1 0,3 9-7 0,-3-9-14 15,0 8-16-15,0-8-27 0,-4 8-17 0,4-8-35 16,-9 3-36-16,1 0-38 0,-2-2-96 0,-2-4-293 16,-1 1 129-16</inkml:trace>
  <inkml:trace contextRef="#ctx0" brushRef="#br0" timeOffset="91381.61">28635 5482 56 0,'13'-2'141'0,"6"0"-17"0,-1-3-11 16,2 2-13-16,-2 3-2 0,0-2-20 0,0 0-21 15,4 2-25-15,-3 0-37 0,-1 0-15 0,-1 0-30 16,-3 0-21-16,-2 0-39 0,-3 0-117 0,-9 0 53 16</inkml:trace>
  <inkml:trace contextRef="#ctx0" brushRef="#br0" timeOffset="91685.33">28928 5414 128 0,'0'0'173'0,"0"-8"2"16,0 8 8-16,0 0-6 0,0 0-28 0,0 0-14 16,0 0-14-16,1-8-17 0,-1 8-14 0,0 0-9 0,0 0-12 15,0 0-8-15,0 0-7 0,0 0-6 16,10 20-3-16,-6-11-3 0,1 2-4 0,-1 4-8 16,3 1 4-16,0 0-6 0,-1 0 8 0,2-1-2 15,-3 1 6-15,2-1-4 0,-1-1-2 0,-1 1 3 0,2 1-2 16,-2-6-1-16,0-1 0 0,-1 1-8 15,2-4-1-15,-3-1-5 0,-3-5 4 0,3 10-4 16,1-4 0-16,-4-6 0 0,4 5-1 0,-4-5 5 16,4 7 11-16,-4-7 14 0,0 0 18 0,0 0-2 15,0 0-4-15,0 0-9 0,16-10-7 0,-11 2-3 0,2-2-1 16,3-3-8-16,0-1-5 0,2-2-5 0,-2 0-7 16,4-7-7-16,0 1-20 0,2-1-15 15,-3 0-14-15,-2 7-14 0,-1-3-24 0,1 4-18 16,-4 1-51-16,2 1-34 0,-3 1-40 0,-2 3-146 15,0-1-395-15,-4 10 175 0</inkml:trace>
  <inkml:trace contextRef="#ctx0" brushRef="#br0" timeOffset="97135.77">21453 11785 65 0,'-5'-8'153'0,"5"8"-19"0,0 0-6 0,0 0 0 16,-5-8-11-16,5 8-12 0,0 0-9 0,0 0-14 15,0 0-8-15,0 0-8 0,0 0-9 0,0 0-9 16,0 0-6-16,0 0-6 0,13 21-1 0,-8-10 3 16,2 3-4-16,1 2 0 0,1 2-3 0,1 6 1 15,3 0-1-15,0 0 2 0,-2-1-5 0,2 1 0 16,-1-1-8-16,-3-5 6 0,1-1-4 0,3 4 0 16,-4-4-1-16,1-2-5 0,-1 0-5 0,0-1 0 15,-2 1 3-15,1-6 2 0,-3 2-9 0,0-1-1 16,0-1 4-16,0 0 3 0,-1-5 4 0,1 3-14 15,-2-4 2-15,-3-3 4 0,4 6 10 0,-4-6 12 0,4 5 4 16,-4-5 0-16,0 0-7 0,0 0 3 0,0 0-6 16,11-15-4-16,-7 9-2 0,2-7-3 0,-1 4 0 15,-1-3-1-15,1-3-2 0,2-1-1 0,0-3-3 16,2 1 0-16,-4 0-3 0,1-1 2 0,1-4-2 16,2-2 0-16,-5 8 3 0,0-3-6 0,-2-1 0 15,0 2 1-15,-1 2 1 0,0-2-5 0,1 3 4 16,-2 0-4-16,-3 4 1 0,2 3 0 0,-2-1-2 15,2 5 2-15,1 5-2 0,-3-11 0 0,3 11-5 16,-4-7 8-16,4 7-8 0,0 0-1 0,-11 1-1 16,11-1 10-16,-12 10-8 0,5-3 3 0,-2 3 2 15,-1-1-4-15,2 4 2 0,1-2 1 0,0-1 2 16,3 1-2-16,2 0-1 0,0 1 5 0,2-2-4 16,4 1 2-16,0 0 2 0,5 2-8 0,0-6-6 15,2 4-13-15,6-2-4 0,-3 0-17 0,5-4-19 16,-1 1-4-16,1 0-10 0,2-3-4 0,0 0-12 15,-3 0 0-15,0 1 1 0,-1-1-7 0,-2 0 2 16,-5-3 11-16,6 2 4 0,-4-1 8 0,0-1 10 16,-2 0 6-16,0 0 7 0,-3 0 16 0,-7 0 12 15,11-1 7-15,-11 1 13 0,11-2 11 0,-11 2 16 16,5-3 2-16,-5 3 5 0,0 0 16 0,0 0 11 16,6-5-6-16,-6 5-3 0,0 0-10 0,0 0 2 15,0 0-9-15,0 0-3 0,0 0 1 0,0 0 12 0,0 0 18 16,0 0 2-16,0 13-5 0,0-13 4 15,-2 14-5-15,-1-5 5 0,0 2-12 0,0-2-1 16,-1 3-5-16,0 0-4 0,2 0-6 0,0 1-2 16,-1 0 2-16,3 5-13 0,0-7 5 0,-2 1-8 0,2 4-24 15,-1-3-21-15,4 1-29 0,1-1-29 16,0-4-27-16,-1 1-26 0,-3 0-116 0,0-2-277 0,0-1 123 16</inkml:trace>
  <inkml:trace contextRef="#ctx0" brushRef="#br0" timeOffset="97319.62">21981 11843 93 0,'-3'-4'140'0,"3"4"-19"0,-5-10-39 0,5 10-25 16,0 0-24-16,0 0-18 0,0 0-26 0,0 0-38 15,0 0-32-15,0 0-86 0,0 0 38 0</inkml:trace>
  <inkml:trace contextRef="#ctx0" brushRef="#br0" timeOffset="97569.96">21983 11236 129 0,'-3'-12'191'0,"-1"1"-9"0,0 3-17 15,1 1-14-15,3 7-15 0,-3-9-16 16,3 9-15-16,0 0-12 0,0 0-5 0,0 0-12 16,0 0-7-16,0 0-6 0,7 35-3 0,-2-18-8 15,-2 2-12-15,3 7 8 0,1 2-21 0,3 1-15 16,-4 3-31-16,2 2-41 0,2 10-18 0,-5-9-24 0,0 0-30 15,-3 13-104-15,-2-14-256 0,-8 11 113 16</inkml:trace>
  <inkml:trace contextRef="#ctx0" brushRef="#br0" timeOffset="97928.4">22102 12776 154 0,'0'0'195'0,"-6"-9"-19"16,6 9-22-16,0 0-22 0,0 0-5 0,0 0-13 15,0 0-13-15,0 0-7 0,-3 28-14 0,0-9-8 0,0 8-6 16,-1 1-4-16,0 2-5 0,2 2-9 0,-3 3 0 16,1 0-10-16,0 12 0 0,3 0-7 0,-3-2-25 15,0-10-37-15,5 1-35 0,2 11-35 16,-3-11-33-16,-1-3-110 0,-1 2-264 0,-2-6 117 0</inkml:trace>
  <inkml:trace contextRef="#ctx0" brushRef="#br0" timeOffset="100792.58">22430 13447 48 0,'-12'0'47'15,"2"3"-2"-15,-3 0 0 0,3-1-11 0,-3 0-1 16,3 0-2-16,-2 2-5 0,1-1 0 0,-1 0-10 16,2 0 0-16,-1 0-5 0,-1 1 3 0,-1-2-1 15,3 0 4-15,0 1-6 0,-2 1 2 0,2-3 5 16,0 2-7-16,0 0 1 0,2-2 9 0,8-1 0 15,-12 3 1-15,12-3 7 0,-9 3-10 0,9-3 13 16,-7 1-5-16,7-1-2 0,0 0-8 0,0 0 11 16,0 0-2-16,-9 0-5 0,9 0-2 0,0 0 1 15,0 0-4-15,0 0 0 0,0 0 5 0,0 0-4 16,27 2 7-16,-17-1-8 0,3-1 3 0,3-1-3 16,3-1-6-16,-1 2 7 0,5-1 12 0,4-1-10 15,4 1 1-15,0-1 4 0,1-2-13 0,1 3 5 16,-1-1-2-16,0 1 3 0,0 0-13 0,0-2 7 0,-2 2-2 15,2-3 3-15,-1 3 2 0,0-1 0 16,-1 2-16-16,1-2 6 0,1 2 4 0,0-2-7 16,0 2 7-16,0 0-3 0,0 0 1 0,2-4-2 15,-1 5 1-15,0-1-2 0,2-3 0 0,0 2 4 16,-1-1-7-16,1 2 1 0,-3 0 1 0,2-2 1 0,-2 2-2 16,0-1 9-16,2 0-8 0,-2 0 0 15,0 1 7-15,0 1-12 0,0-4 13 0,-1 3-13 16,5-1 0-16,-1 1 8 0,4-1-10 0,-2 0 10 15,4 1-11-15,-3-2 16 0,1 1-19 0,1-1 13 0,-1 1 1 16,-1 1-8-16,2-1 1 0,0 1 1 16,9 0 4-16,-8 0 0 0,-4 0-1 0,1-2-2 15,14 2 0-15,-14 0 12 0,15 0-8 0,-13 0-7 16,-1-2 4-16,13 2-9 0,-12 0-13 0,-3-1-1 0,2-2-10 16,0 5-22-16,0-2-5 0,1 0-16 0,11 0-5 15,-15 1-14-15,3-1-51 0,-2 0-155 0,-1 0 69 16</inkml:trace>
  <inkml:trace contextRef="#ctx0" brushRef="#br0" timeOffset="101454.03">24546 13439 57 0,'0'0'94'0,"0"0"6"0,0 0-15 0,0 0-22 15,0 0-4-15,0 0-11 0,0 0 3 0,0 0-7 16,0 0 1-16,37 4 1 0,-17-4-9 0,8 1 15 15,6-1-8-15,1 1-9 0,15 1-14 0,3 0 16 16,-3 0-6-16,2 1-1 0,3-2 1 0,-3 1-17 16,5 0 17-16,1 0-4 0,1 0-11 0,2 1 2 15,5 2-6-15,-1-1 5 0,27-2-5 0,-28 1-4 16,2-1 2-16,29 1 8 0,-33-1-4 0,1 2-5 16,-2-3-3-16,2 1 2 0,-2 1 3 0,-1-1-13 15,3-1 12-15,3-1-5 0,-1-1 8 0,27-3-8 16,-29 4 6-16,2-1-5 0,25 4 3 0,-29-3 1 15,2 0-4-15,0 0 0 0,-1-2 11 0,3 1-11 16,-2-1 2-16,2 3 4 0,3 0 1 0,-4-1-6 16,3 0-1-16,-2-2-1 0,2 2 14 0,-4 1-13 15,2-1 3-15,-1-1-6 0,-3 3-1 0,-4-2-4 16,-1 3 7-16,-3-3-5 0,-1 2 2 0,-12 0-8 16,12 1 6-16,-14-3-2 0,1 3 3 0,-1 1-5 15,0-4-2-15,-2 3 1 0,-1 0-14 0,-3-1-7 16,-1 2-3-16,-1-1-1 0,-1-1-18 0,0 1-6 15,-7 0-13-15,-2-1-14 0,-2-1-19 0,-1 1-61 16,-6 0-173-16,5-2 76 0</inkml:trace>
  <inkml:trace contextRef="#ctx0" brushRef="#br0" timeOffset="104618.87">27495 11256 8 0,'-1'-10'76'0,"1"10"-8"0,1-9 5 0,-1 9 0 0,0-11-7 16,0 11-2-16,4-9-2 0,-4 9-9 0,0-10-3 15,2 4 1-15,-2 6 0 0,4-10 2 0,-2 5 2 16,-2 5-7-16,1-9 2 0,-1 9 0 0,2-9-14 15,-2 9 12-15,2-8 8 0,-2 8-1 0,0 0-6 16,0-9 3-16,0 9 9 0,0 0-8 0,0 0-1 16,2-10-3-16,-2 10-8 0,0 0-5 0,0 0-11 15,0 0 7-15,0 0-8 0,0 0 0 0,0 0-7 16,0 0-3-16,0 0-1 0,0 0 0 0,0 0-3 16,0 0-1-16,0 0-3 0,-7 21 5 0,5-11-3 15,0 1-2-15,0 0-3 0,0 5 1 0,-1-3 5 16,1 4 3-16,-2-1-3 0,2 3-3 0,-1-2 4 15,1 9-4-15,0-8-3 0,1 2 5 0,0-1 3 16,-2 1-8-16,3-1 7 0,0 0-2 0,0 1 5 16,-2 4-4-16,2-5 2 0,0-1-11 0,-2 0 8 0,4-1-2 15,-2-1 5-15,0-4-1 0,0 5-4 16,0-2 4-16,0-4 0 0,0 1-4 0,-2-1 8 16,2 1-3-16,0-3-6 0,0 2 2 0,-2-3-3 0,2 1-2 15,0-2 3-15,0-7 1 0,-2 14-1 16,2-14-3-16,-1 10 3 0,-1-3-2 0,2-7-4 15,-2 10 4-15,2-10-1 0,-2 7 1 0,2-7-2 16,-2 7 2-16,2-7 1 0,0 0 0 0,0 0-5 0,-2 8 0 16,2-8 6-16,0 0-4 0,0 0 3 0,0 0 0 15,-3 7-4-15,3-7 1 0,0 0-1 0,0 0 4 16,0 0-1-16,0 0 0 0,0 0-2 16,0 0-3-16,0 0 5 0,0 0-2 0,0 0 4 0,0 0-1 15,0 0-1-15,0 0-2 0,0 0-1 0,0 0-2 16,0 0-1-16,0 0 1 0,5 8 1 0,-5-8-3 15,4 4 4-15,-4-4 4 0,7 5-5 0,-7-5 2 16,10 4-1-16,-5 0 1 0,3-1 3 0,-2 3-2 16,3-2 8-16,-1 1-13 0,4 0 6 0,-1 2-3 15,3-1-3-15,-3 1 3 0,2 1 1 0,-1-2 0 16,-1 1 0-16,0 0-4 0,0 0 3 0,-4 0 0 16,1 0 0-16,0 1-3 0,-3-1 3 0,1 0 1 15,-1 0 1-15,-2 0-2 0,0 1-2 0,-1-2 4 16,-2 3-4-16,0-1 4 0,0-8 0 0,-4 15-2 15,-1-5 3-15,-1-1-2 0,-3 1-1 0,-1-2 7 16,-5 1-2-16,-1 3 1 0,-1-3 0 0,1 2 5 16,-2-2-1-16,0 0-8 0,-1-1 11 0,0 1 3 15,-2 0-1-15,6-3-5 0,-2 2 0 0,4-4-4 0,2 3 3 16,0-1-3-16,2-1-2 0,0 2 2 16,2 0-3-16,2-3 3 0,-1 2-4 0,2 0 3 15,4 1-4-15,0-7-3 0,-2 12 5 0,2-12 1 16,4 12-2-16,1-7 1 0,1 4 5 0,1-5 0 0,2 4-8 15,0-1 4-15,2-1-5 0,1 1 7 0,-2 0-3 16,1 0 1-16,1 0-1 0,1 2 1 16,-4-1-4-16,3-3 4 0,-4 2-2 0,1 0 0 15,1-2-4-15,-4 0 1 0,-1 2 1 0,-1-3 2 0,2 1-4 16,-2-2 3-16,-4-3-2 0,4 11 1 0,-2-5-3 16,-2-6 1-16,-2 13 4 0,2-13-1 0,-4 11-4 15,0-3-3-15,-2 0 7 0,2 1 3 16,-3-1-2-16,1 0 0 0,-2 2-5 0,3 0 5 0,1-2-5 15,-2 2 5-15,3-1-3 0,2 3 2 0,-4-3-1 16,5 3-7-16,0-3 10 0,0 2-6 0,3-1 0 16,-1 1 2-16,2 2 4 0,0-2-3 0,3 4 1 15,2-1-1-15,2 0 3 0,-2 0 0 0,3-1-5 16,-1-1 3-16,2 1 0 0,-2 0-1 0,0 2 2 16,1-2-6-16,1 1 3 0,-4-1-1 0,0 3 1 15,2 0-8-15,-4-2 0 0,2 0 2 0,-4-1-4 16,2 3 4-16,-3-1-2 0,1-3 5 0,1 4 1 15,-4 1-4-15,-2 0 4 0,2 2-1 0,0-2-2 16,-2-1 9-16,-2 2-8 0,0 6 1 0,-2 1 0 16,-1 3 2-16,-1-2 1 0,0-1 1 0,-2 2-3 15,2 0 3-15,-1 0-2 0,1 0 1 0,3 0-1 16,1-2 16-16,-3 4-4 0,4-1-2 0,1 0-1 16,0 1-4-16,1-3 3 0,1 2-4 0,3-2 3 15,-3-2 0-15,-1 1-1 0,2-4 1 0,0-4 0 0,-1 0-2 16,0 2 3-16,1-3-3 0,0 0 1 15,0 0-1-15,-1-3-4 0,-2-2-7 0,0-1-14 16,0 2-17-16,0-3-5 0,-2 3-12 0,2-2-1 16,-2-3-19-16,-2 0-8 0,-1-1-16 0,1 0-11 0,-3-2-14 15,-1 2-12-15,2-4-102 0,-2-1-256 0,8-1 113 16</inkml:trace>
  <inkml:trace contextRef="#ctx0" brushRef="#br0" timeOffset="105141.62">27834 12330 49 0,'0'0'150'0,"2"-12"7"15,-2 12-5-15,2-11-9 0,-2 11-8 16,0 0-14-16,-2-13-11 0,2 13-12 0,0 0-12 0,2-12-10 16,-2 12-6-16,0 0-11 0,0 0-3 0,0 0-6 15,0 0-2-15,0 0-6 0,2 32-3 0,-2-22 0 16,0 2-5-16,-2 5-3 0,0-1-4 15,0 1-3-15,-1-2 3 0,2 1-10 0,0-6 4 0,1 3-4 16,0 3-1-16,-2 1-1 0,-1-5-3 0,3 4-5 16,0-4 2-16,0 0-21 0,-2-1-24 0,0 0-23 15,2 0-7-15,-1-3-23 0,-1 1-9 0,0-3-7 16,-2 2-10-16,4-8-9 0,-2 9 1 16,2-9-62-16,-2 7-201 0,2-7 88 0</inkml:trace>
  <inkml:trace contextRef="#ctx0" brushRef="#br0" timeOffset="105465.62">27872 12322 85 0,'6'-15'98'0,"0"5"-2"0,2-1 5 0,-1 1-11 16,2 0-3-16,-1 5-8 0,2 0 6 0,1-1-7 16,0 3-7-16,-11 3-18 0,20 3 6 0,-20-3-2 15,17 7-6-15,-11-1-12 0,-2-1-2 0,0 5 3 16,-3-1-8-16,-1-9-5 0,-5 22 3 0,0-8-4 15,-5 2-1-15,-2-2 0 0,-1-1-5 0,-1 2-3 16,1-3 1-16,-3 0 0 0,2-2-2 0,0-1-5 16,2-2 5-16,1-1-2 0,-1 0 1 0,5 0 0 15,-1-2 6-15,4-2-2 0,4-2 5 0,-10 4-2 16,6-1-2-16,4-3 0 0,0 0-4 0,-7 3-6 16,7-3 4-16,0 0-6 0,-1 8 2 0,1-8 1 15,0 0 0-15,11 8-5 0,-6-7 2 0,5 4-2 16,0 0 0-16,7 1 4 0,-5-1-5 0,5 1-2 15,0-1-19-15,2 0-21 0,-2 2-16 0,2-1-28 16,-1-1-25-16,1-2-20 0,-2 2-101 0,0 0-247 16,-3-2 110-16</inkml:trace>
  <inkml:trace contextRef="#ctx0" brushRef="#br0" timeOffset="105865.37">28233 12441 94 0,'0'0'153'0,"-16"-1"-11"0,7 1-8 0,9 0-10 16,-20 3-3-16,13 0-20 0,1 0-9 0,-3 1-6 15,2 2 0-15,0 0-12 0,1 2-6 0,0 1-8 16,3 1-2-16,-2-1-4 0,5-1-5 0,0 1-8 16,3-2-7-16,-1 0 2 0,4 0 1 0,1-1-9 15,-1 0-5-15,4-1 3 0,-1-2-7 0,0 2-4 16,0-1 0-16,0 1-9 0,0-3 2 0,-3 1-11 15,1 0 1-15,-7-3-1 0,12 1 0 0,-12-1 1 16,8 1 5-16,-8-1-3 0,0 0 1 0,0 0-5 0,0 0 4 16,0 0 0-16,0 0 0 0,0 0-6 15,0 0 5-15,0 0-4 0,0 0 4 0,-23-12-2 16,13 12 3-16,-1 1 7 0,-1 0 1 0,-1 1-3 16,4-1 5-16,-5 4 1 0,2-1 3 0,1 2-3 0,0-2 7 15,1 2 1-15,0 1 4 0,3-1 2 0,-1 2-5 16,4-2-1-16,0-1-4 0,3 2 4 15,1-7-2-15,-3 13 0 0,3-13-1 0,8 12-4 16,-4-6-1-16,5 0 3 0,0 0-3 0,4 1-8 0,0-2-10 16,3 0-30-16,0-1-21 0,0-1-40 0,3-2-37 15,2 0-157-15,-3 1-314 0,0-4 139 0</inkml:trace>
  <inkml:trace contextRef="#ctx0" brushRef="#br0" timeOffset="106050.74">28510 12486 47 0,'11'-1'129'0,"1"2"-17"0,1-1-10 16,-2 1-24-16,2 1-17 0,0-1-32 0,-3 3-16 15,3-2-17-15,-4 2-20 0,1-3-11 0,-2 3-50 16,-2 2-92-16,-3-2 41 0</inkml:trace>
  <inkml:trace contextRef="#ctx0" brushRef="#br0" timeOffset="106199.06">28550 12576 2 0,'0'0'120'0,"0"0"-7"16,-7 3 2-16,7-3 1 0,0 0 0 0,0 0-9 16,0 0-8-16,0 0-5 0,0 0-9 0,0 0-11 15,0 0-7-15,0 0-7 0,0 0-5 0,24 4-18 16,-16-2-32-16,1-2-26 0,1 2-24 0,3-3-20 15,0 1-21-15,1 0-89 0,-3-1-189 0,-3 1 83 16</inkml:trace>
  <inkml:trace contextRef="#ctx0" brushRef="#br0" timeOffset="106534.96">28891 12372 135 0,'8'-6'163'0,"2"2"-6"0,-1-1-18 15,-2 2-7-15,5 1-2 0,-3 0-3 0,1 5-2 16,0 1-17-16,0-2-8 0,-3 3-11 0,-1 2-5 16,-1 3-6-16,0-1-4 0,-5 2-6 0,-2 2-8 15,-3-1-4-15,-4 5-2 0,-2-1-6 0,-2-2-5 16,-4 5-3-16,0-6-5 0,-2 3 0 0,-4-1-3 16,-1-2-5-16,5-4 1 0,1-2-6 0,4 3 4 15,2-6-5-15,2 2-2 0,-1-2-4 0,4-2 1 16,1 1-7-16,-1-2 2 0,7-1 1 0,-10 5-2 15,10-5-5-15,-6 4 4 0,6-4-3 0,0 0 0 16,0 0-1-16,0 0 2 0,0 0-2 0,0 0-2 16,18 3 4-16,-6-5-3 0,5 1 2 0,4-2-3 15,0 1 2-15,9 0 1 0,-1 0-1 0,2-1-5 16,-5 2-11-16,4 1-18 0,-11 0-24 0,1 0-32 16,2 0-32-16,-3 1-23 0,2-1-23 0,-2 0-16 15,-1 0-94-15,-4-1-294 0,-1 1 130 0</inkml:trace>
  <inkml:trace contextRef="#ctx0" brushRef="#br0" timeOffset="107103.63">29232 12462 96 0,'-3'-7'191'0,"3"7"-11"0,0 0-17 15,-2-7-17-15,2 7-16 0,0 0-18 0,0 0-7 16,0 0-8-16,0 0-9 0,0 0-8 0,-12 14 1 15,10-8-9-15,-3 1-4 0,2 0-8 0,1 0-3 16,0 2-9-16,0-4 2 0,-1 3-8 0,2 1 2 16,1-9-7-16,-1 13-3 0,1-13 1 0,3 12-2 0,0-7-5 15,0 1-2-15,1-1 0 0,3 0-5 0,-1-2 1 16,1 1 0-16,1-2-6 0,-2-1 1 16,3 1-3-16,-9-2 0 0,14 0 0 0,-14 0 1 15,13 0-2-15,-13 0-2 0,11-3-1 0,-6-1 0 0,1-1 1 16,-3 1-2-16,2-2-2 0,-1 0 3 15,-1 0-5-15,1-2 3 0,-2-1-5 0,2 0 0 16,0 0-2-16,0 1 0 0,-1-2 0 0,3 1-1 16,-1 0-1-16,0 1 5 0,1 1-2 0,1-1-5 0,1 1 1 15,0 1 2-15,-1 2-1 0,-1 1 2 0,3 0-1 16,-9 3-1-16,17-4-1 0,-7 4 2 0,-3 1-5 16,-7-1-1-16,15 5 4 0,-9-2-1 0,0 2-2 15,-2 1 2-15,1 1-1 0,-1-1 1 0,0 0 3 16,0 4 0-16,1-3-1 0,-4-1 0 0,4 0-1 15,-4 1 0-15,-1-7 1 0,4 11 1 0,-1-6 1 16,-3-5 1-16,4 9-3 0,-4-9 3 0,5 7 5 16,-2-4-3-16,-3-3 0 0,8 4 2 15,-8-4-2-15,13 0-3 0,-5-1 4 0,-8 1 0 0,16-6 5 16,-7 2-5-16,-1-1 1 0,1 1 5 0,-4-2 0 16,3-2 1-16,-3 0 4 0,0-2-1 0,-1 0 1 15,-3 0-2-15,-1 0-1 0,0-1-1 0,-4-1-2 16,1 3-1-16,-3-1-3 0,0 1 1 0,-1 1-1 15,1 1-1-15,-4 1-10 0,2 4-13 0,-1 0-20 16,-3 2-20-16,0 2-17 0,-1 3-35 0,2-1-31 16,-2 1-42-16,-2 4-141 0,6-2-351 0,0 1 155 15</inkml:trace>
  <inkml:trace contextRef="#ctx0" brushRef="#br0" timeOffset="109848.06">29823 12666 2 0,'0'0'180'0,"0"0"3"0,0 0-15 16,0 0-6-16,0 0-11 0,0 0-8 16,0 0-12-16,0 0-4 0,0 0-9 0,0 0-10 0,0 0 9 15,0 0-11-15,0 0-12 0,0 0-5 16,0 0-9-16,0 0-12 0,0 0-5 0,0 0-6 0,0 0-4 15,0 0-5-15,0 0-4 0,0 0-4 0,0 0-4 16,0 0-6-16,0 0-4 0,0 0 0 0,0 0-4 16,0 0-5-16,0 0 1 0,0 0-5 15,0 0-2-15,0 0-2 0,0 0-1 0,0 0-4 0,0 0 0 16,0 0 2-16,0 0-1 0,0 0-1 0,0 0 1 16,0 0 0-16,0 0 1 0,0 0-2 0,21-8-1 15,-21 8 1-15,13-3 1 0,-5 1-1 16,-8 2-3-16,11-3 1 0,-4 0 0 0,0-1 1 0,-1 2 5 15,2-2-7-15,-3 0 3 0,2 1-3 0,0-1 4 16,1-4-1-16,-2 3-4 0,2-1-2 0,1-2 1 16,-4 1 3-16,2 0-4 0,-2 0 5 0,0-2-6 15,-1 1 3-15,1 0 0 0,-2-2 1 16,0 0-4-16,0 2 0 0,-1-3 5 0,0 4-2 0,-2-2 1 16,1 1-4-16,-1 8 0 0,-1-15 2 0,1 5 3 15,-2 3-3-15,2 7 2 0,-1-12-4 0,1 12 4 16,0-13-1-16,0 13-4 0,1-9 0 0,-1 9 1 15,4-6-1-15,3 2 0 0,0 2 1 0,3 1 3 16,2 1-3-16,3-1 2 0,-3 2-1 0,3 0 0 16,-3 1-2-16,-1 2-3 0,2-1 5 0,-3 2-4 15,0-1 1-15,0 2 1 0,-3-1-2 0,-3 0 3 16,1 0-3-16,-3 3 8 0,0-2-5 0,-2 4 2 16,-3 0-1-16,-1 0 1 0,2 0-5 0,-3-1 3 15,-1 0 1-15,3 0 2 0,0-1-2 0,-2 2 2 16,3-4-3-16,2 1 5 0,0-7-8 0,0 15-9 15,6-7-16-15,1 0-13 0,2-2-18 0,2 2-24 16,5-2-37-16,3-1-35 0,1-2-34 0,1 1-112 16,1-3-327-16,-1 0 145 0</inkml:trace>
  <inkml:trace contextRef="#ctx0" brushRef="#br0" timeOffset="113393.86">28188 13499 31 0,'0'0'59'16,"-7"-5"0"-16,7 5 0 0,0 0-3 0,-8-5-2 16,8 5-11-16,-7-3-3 0,7 3-1 0,-9-5-6 15,9 5 0-15,0 0 0 0,-11-1-3 0,11 1 0 16,0 0-2-16,-6-3 1 0,6 3-6 0,0 0 4 16,0 0-7-16,0 0-1 0,0 0 0 0,0 0-4 15,0 0 3-15,0 0-5 0,0 0 4 0,0 0-1 16,0 0 2-16,30 9 2 0,-17-6 1 0,6-1 3 15,8 1-1-15,2 1-5 0,3-2 0 0,3 0-3 16,4 1 7-16,16-1-5 0,-3 0-3 0,4 0-3 16,-2 1 1-16,7-3-4 0,-3 0 6 0,4 0-8 15,0 2 6-15,-2-4-4 0,0 2 1 0,0 2-3 16,0-1-5-16,1-1 5 0,-4 1-7 0,-2 0 7 16,3-1 0-16,-5 0 0 0,0-2 3 0,-3 4-8 15,-11-3-3-15,-1 1 14 0,1-1-6 0,14 1-2 16,1-3-4-16,-16 3 3 0,14-2 4 0,-14 1 0 15,0-2-7-15,15-1-2 0,-16 1 4 0,0 1-1 16,3 1 6-16,0 0-3 0,-1-2 0 0,0 1-3 16,0 0 1-16,-1 1-1 0,-1-1 8 0,0 2-14 15,-1-2 4-15,-1 2 18 0,0-2-12 0,1 1-2 0,0 1-1 16,1 1-11-16,0-2 9 0,2 1-3 0,-2-1 1 16,2 1-2-16,1 0 1 0,-1 0-2 15,-2 1 6-15,0-1 0 0,-1 0-13 0,0 0 7 16,-3 1-3-16,3-2 4 0,-7 0 13 0,3 0-17 0,-4 0 5 15,2-2 3-15,0 2-10 0,-1-1 5 0,-1 1-4 16,0 1 8-16,-7-3-8 0,7 0 6 0,1 1-8 16,-7 1 5-16,7-3 6 0,-2 3-7 15,-1 0 4-15,-4 0 2 0,5 1 1 0,1-2-3 16,-7 1-5-16,0-1 0 0,1 2 16 0,0-4-11 0,6 4 1 16,0-2 5-16,-5 2-2 0,-1-1-4 0,3-2-1 15,2 2 0-15,1 0 1 0,-5 1-5 0,4-2 14 16,-4-1-6-16,-2 2 0 0,0-2-10 0,0 1 14 15,-3 2-9-15,1 0-1 0,-1 0 7 0,1 0 9 16,-1 2-20-16,-2-2 10 0,1-2-18 0,1 1 16 16,0 1-2-16,-2-1 6 0,-2 2-9 0,-2-1 6 15,1 0-5-15,-2 0 12 0,1 0-2 0,-3 1-5 16,-2-1-1-16,2 0-1 0,-1 2 1 0,-8-2 6 16,14 0-5-16,-5 0 4 0,-9 0-8 0,14 0 11 15,-5 0-2-15,1 0-2 0,2 0-2 0,-3 0 2 16,2 2-5-16,3-4 6 0,-2 2 0 0,2 0 1 15,-3 0 5-15,1-2-2 0,-1 2 2 0,1-1-1 16,-2 0-2-16,1 1 1 0,0 0-7 0,1-1 5 16,-1-1 6-16,-1 1-3 0,1 0 0 0,-2-2-7 15,2 3 10-15,0 0 8 0,-1 0-7 0,2-1-4 16,-1 1-2-16,0-2 5 0,-1 1-4 0,-1 1-5 16,-9 0 7-16,10-3-5 0,-10 3 6 0,9 0 6 15,-9 0-5-15,6-3 1 0,-6 3 9 0,0 0-6 16,0 0-4-16,9-1 1 0,-9 1-3 0,0 0 3 15,5-4-5-15,-5 4 5 0,0 0-2 0,0 0-1 16,0 0 7-16,0 0-12 0,3-5-1 0,-3 5-1 16,0 0 0-16,0 0 0 0,0 0 0 0,0 0 5 15,0 0-5-15,0 0-1 0,0 0 0 0,0 0 3 16,0 0-2-16,0 0-2 0,0 0 2 0,0 0 4 16,0 0-6-16,0 0 2 0,-9-12 7 0,9 12-12 15,0 0 0-15,0 0 1 0,0 0 4 0,-19 4-11 16,19-4 18-16,-9 2 1 0,9-2 1 0,-13 6 6 15,8-1-9-15,0-3 0 0,0 4-1 0,0-3-5 16,-1 1 8-16,6-4 2 0,-7 12-7 0,4-9 10 16,3-3-4-16,-4 10 2 0,4-10 2 0,0 10 4 15,0-10 2-15,2 8-1 0,-2-8 1 0,5 10 0 16,0-6 4-16,1-2 20 0,-1 2-1 0,4-2-6 16,-2 2 7-16,2-2-12 0,1-1-4 0,-2-1-1 15,2 1-5-15,-10-1 5 0,18-2-1 0,-11 0-7 16,1 1 7-16,0-3 3 0,-8 4 1 0,11-6 1 15,-4 3 0-15,-1-2-5 0,-2 1 0 0,2-4-3 16,-3 2-4-16,-2-1 3 0,0-3-4 0,-1 0-2 16,0 10 0-16,-5-15-4 0,-1 5-2 0,-4 2-2 15,-2-3-1-15,-2 0-6 0,-6 2-16 0,-8 0-21 16,1 2-26-16,-5 4-37 0,-2-3-54 0,0 5-52 0,-17 0-116 16,13 2-345-16,-13 0 152 0</inkml:trace>
  <inkml:trace contextRef="#ctx0" brushRef="#br0" timeOffset="114375.82">27683 13594 33 0,'5'-9'57'0,"-1"5"4"16,-4 4-12-16,6-8 0 0,-1 4 0 0,-5 4-1 16,5-5-6-16,-5 5 3 0,7-5-3 0,-7 5 3 15,4-5 0-15,-4 5 5 0,4-4-8 16,-4 4 7-16,0 0-14 0,0 0 7 0,0-7-6 0,0 7 1 16,0 0-7-16,0 0 2 0,-8-10-2 0,8 10 6 15,-5-3-4-15,5 3 3 0,-7-6-9 16,7 6 4-16,0 0-2 0,-9-3-9 0,9 3-6 0,-5-4 16 15,5 4-12-15,0 0 4 0,-6-5 0 0,6 5 7 16,0 0-4-16,-5-4 0 0,5 4 6 0,0 0-1 16,-6-6 0-16,6 6 0 0,0 0 3 0,0 0 1 15,-5-4 5-15,5 4 3 0,0 0-6 16,0 0 1-16,-3-7-4 0,3 7-2 0,0 0-2 0,0 0-2 16,0 0-6-16,0 0 3 0,0 0-12 0,0 0-3 15,0 0 2-15,0 0 0 0,-8 13 0 0,6-3-3 16,2 2 4-16,-3 5-1 0,-1 2 0 0,-3 5 0 15,2-5-1-15,-1 7 0 0,-1 2 1 0,1 3 3 16,-2 1 0-16,0-1 1 0,1 1-2 0,1-3 5 16,1 2-1-16,0-1-2 0,0-1-1 0,-1-1 1 15,4 2 4-15,-3-1-1 0,1-2-2 0,2 1-12 16,-2-3-3-16,1-2 3 0,3 4 2 0,-1-8-2 16,1 0 5-16,-1 1-5 0,2-4 5 0,0 0-9 15,2-1 11-15,-3-2-10 0,0-2 5 0,0 1-4 16,0-2-2-16,2 0 4 0,0-3-2 0,-2-7 4 15,0 15 1-15,2-8-4 0,-2-7 4 0,0 11-4 0,3-5 1 16,-3-6-7-16,1 9-10 0,-1-9-11 16,1 6-10-16,-1-6-13 0,0 0-17 0,2 7-17 15,-2-7-25-15,0 0-27 0,2 4-24 0,-2-4-97 16,0 0-276-16,0 0 124 0</inkml:trace>
  <inkml:trace contextRef="#ctx0" brushRef="#br0" timeOffset="114574.02">27422 14345 91 0,'14'-2'137'0,"7"-1"-14"15,5-3 3-15,5 2-15 0,0-1-18 0,1 2-15 16,5 2-7-16,-6 0-15 0,-2-1-36 0,0 2-39 15,-9 0-29-15,-1 0-30 0,-6 3-50 0,-1-3-136 16,-1 0 60-16</inkml:trace>
  <inkml:trace contextRef="#ctx0" brushRef="#br0" timeOffset="114729.6">27622 14386 95 0,'0'0'143'15,"0"0"-7"-15,0 0-11 0,0 0-5 0,0 0-26 16,32 0-2-16,-21 3-30 0,2-1-33 0,0-2-41 16,0 1-48-16,-2 2-78 0,-3 2-149 0,-1-1 66 15</inkml:trace>
  <inkml:trace contextRef="#ctx0" brushRef="#br0" timeOffset="114855.93">27604 14521 58 0,'0'0'142'0,"0"0"-7"0,0 0-15 16,0 0-10-16,33 2-1 0,-14-2-14 0,4 3-32 16,8-5-40-16,-1 1-51 0,-1 1-111 0,-10 0-148 15,9-1 66-15</inkml:trace>
  <inkml:trace contextRef="#ctx0" brushRef="#br0" timeOffset="121295.26">24183 9145 89 0,'0'0'136'0,"0"0"-15"15,0 0-14-15,0 0 8 0,5 13-16 0,-5-13-8 16,0 11 2-16,-1-3-12 0,1 1-11 0,-1 2 7 15,-1 1-2-15,0 1 1 0,1 0-8 0,-4-2 2 16,2 4-8-16,0-2-5 0,1-1 3 16,-2 2-3-16,-1-1-4 0,3-2-11 0,1 1 1 0,-3-1-10 15,3 0 0-15,-2-1-5 0,1-1 0 0,1 2-3 16,-1-3-2-16,1 3-4 0,0-3-2 0,-1 3-6 16,1-5-17-16,1-6-28 0,-2 14-31 0,2-7-9 15,0-7-23-15,0 11-27 0,0-11-137 0,0 10-281 16,0-10 126-16</inkml:trace>
  <inkml:trace contextRef="#ctx0" brushRef="#br0" timeOffset="121897.84">24391 9292 52 0,'0'0'229'0,"0"0"-8"0,0 0-3 0,3-9-13 15,-3 9-13-15,0 0-18 0,0 0-13 0,0 0-20 16,0 0-11-16,0 0-12 0,0 0-15 0,0 0-15 16,0 0-10-16,0 0-9 0,0 0-5 0,0 0-7 0,0 0-5 15,0 0-5-15,18 13-5 0,-13-6-4 0,2 0-6 16,1 0-2-16,1 2-1 0,5 0-3 15,-5-1-3-15,1 1-1 0,3 2 3 0,0 0-11 0,-3-2 5 16,3 1-6-16,1 2-4 0,-4-4 4 0,-1 1-1 16,-1-2-2-16,-1 1-3 0,-1 0 1 0,0 0 2 15,-3-1-1-15,-1 0 2 0,-2-1-2 0,0-6-8 16,-4 16-4-16,-3-8-6 0,-3-2-3 16,2-1-2-16,-3 1-6 0,1-5 1 0,-1 2 6 0,0-3 4 15,1 1 1-15,-1-3-2 0,2-1 3 0,-2-1 1 16,3 0-1-16,1-1 4 0,3 0-2 0,-2-4 1 15,2 1-3-15,0-2-4 0,4 1-1 0,-1-1-2 16,5-1 2-16,-2-2 4 0,2 2-5 0,1-1 3 16,2-1 2-16,2-1 0 0,-1 3 1 0,-1 0 2 15,3-1-3-15,-1 5-1 0,0-4 3 0,4 1 0 16,-3 2 5-16,-1-1-2 0,0 2 0 0,0 0 0 16,-1 1 2-16,-3 0 8 0,0 2 4 0,-1-2-5 15,0 1 1-15,-4 5-1 0,6-11-1 0,-6 11-2 16,-2-9 1-16,2 9-2 0,-12-9 0 0,3 4-1 0,-1 2 0 15,-2 2-3-15,3-2 3 0,-5 1-2 0,4 2 0 16,-2 0-2-16,0 0 3 0,0 0-3 16,2 5 3-16,-3-3-4 0,3 0-6 0,1 2 6 15,-1 1 0-15,2 0-5 0,0 1-16 0,2 2-16 16,-1 0-27-16,3 1-18 0,0 1-28 0,4-2-26 16,-2 1-36-16,1 0-136 0,1 1-338 0,0-10 149 0</inkml:trace>
  <inkml:trace contextRef="#ctx0" brushRef="#br0" timeOffset="122238.74">24678 9340 70 0,'0'0'205'0,"0"0"-13"0,0 0-7 0,0 0-18 15,0 0-11-15,0 0-11 0,0 0-7 0,0 0-6 16,-13 15-10-16,13-15-14 0,-3 12-10 15,1-5-10-15,2-7-8 0,-4 12-10 0,5-7-6 0,-1-5-6 16,5 14-5-16,-4-7-2 0,5 1-3 0,0 1-5 16,0-3-2-16,2-2-4 0,1 2-2 0,0-2 0 15,0-3-7-15,-2 0-4 0,4 1 1 0,3-2 2 16,-4 0-1-16,0-3 0 0,2 1 4 0,-2-1 0 16,-2-3-3-16,2 0 0 0,-3 1 7 0,0-3-3 15,-1-2-1-15,-2 0-4 0,0 0 8 0,0-3-5 16,-2 4-1-16,-2-8-6 0,0 5 1 0,-2 1-5 15,-2 0-3-15,1 0-1 0,0 2-13 0,-4 0-13 16,2 1-16-16,0 3-17 0,-4 3-17 0,9 2-24 16,-17-2-18-16,7 4-25 0,-2 0-36 0,2 1-22 15,-1 2-176-15,1 2-394 0,1-3 174 0</inkml:trace>
  <inkml:trace contextRef="#ctx0" brushRef="#br0" timeOffset="122487.97">24983 9251 198 0,'3'-9'275'0,"0"2"-2"15,1-3-9-15,0 4-11 0,-4 0-16 0,0 6-22 0,4-7-16 16,-4 7-24-16,0 0-20 0,4-7-21 16,-4 7-18-16,0 0-11 0,0 0-11 0,0 0-7 15,5 19-7-15,-3-9-10 0,0 3-4 0,-2 1 0 16,0 4-7-16,0-1-4 0,0 2-1 0,0-2-9 0,0 0-4 15,-2 0-2-15,2 0-7 0,-2-1-4 0,-1 1-28 16,2-1-23-16,0-3-24 0,-2-1-28 0,2 1-38 16,-1-2-34-16,0-1-42 0,2-3-35 15,-3 0-210-15,0-2-468 0,3-5 208 0</inkml:trace>
  <inkml:trace contextRef="#ctx0" brushRef="#br0" timeOffset="122811.96">25157 9300 9 0,'2'-3'207'0,"-2"3"-16"0,6-7-21 0,-6 7-22 15,0 0-11-15,3-5-13 0,-3 5-13 0,0 0-1 16,0 0 6-16,0 0-5 0,0 0-6 0,0 0-6 16,-7 21-9-16,0-13-4 0,1-3-6 0,-2 2-9 15,-1-1-7-15,1-2 1 0,-2 2-9 0,1-2-6 16,0 1-6-16,-1-2 1 0,0 2-3 0,4-4-7 15,6-1-1-15,-11 3-2 0,11-3-1 0,-7 4 4 16,7-4-1-16,-5 2 1 0,5-2-1 0,-6 3 3 16,6-3-7-16,0 0-5 0,0 0-4 0,0 0-2 15,0 0-7-15,0 0-3 0,0 0 0 0,-5 5 1 16,5-5-1-16,0 0 1 0,9 11-4 0,-5-6 1 16,1-2 3-16,4 4-3 0,-2-1 3 0,3-1-4 15,0 0 2-15,1 2-5 0,-1-1-23 0,2-1-32 0,0 1-34 16,-1 0-52-16,6-1-58 0,-8-1-198 15,3 2-425-15,-3-5 189 0</inkml:trace>
  <inkml:trace contextRef="#ctx0" brushRef="#br0" timeOffset="123798.06">24192 9206 5 0,'7'-3'28'0,"-7"3"-1"0,8-2-3 16,-8 2 1-16,0 0-8 0,0 0 2 0,9 0-4 0,-9 0 3 16,0 0 6-16,0 0 10 0,0 0-6 15,8-4 12-15,-8 4-2 0,0 0-4 0,0 0 9 16,0 0-1-16,4-6 22 0,-4 6-12 0,0 0 16 16,0 0-8-16,0 0 7 0,0 0 0 0,0 0 4 0,0 0 6 15,-3-12 4-15,3 12-1 0,0 0 10 0,0 0 1 16,3-6 4-16,-3 6-2 0,0 0 4 0,0 0-1 15,0 0 2-15,0 0-9 0,0 0-2 0,0 0-8 16,0 0-3-16,0 0-13 0,0 0-4 0,0 0-6 16,0 0-8-16,0 0-9 0,0 0-6 0,0 0 0 15,0 0-6-15,0 0 1 0,0 0-1 0,0 24 1 16,-2-13-3-16,4 1-1 0,-2 3-2 0,0-3-1 16,0 4 0-16,0 2-1 0,0-2 2 0,0 1 2 15,0 0-2-15,-2-2 2 0,2 0-7 0,0 2 3 16,0-5 0-16,0 1-1 0,0-1-1 0,2-1 0 15,-1 0-1-15,-1 0 5 0,0-1-3 0,1-1-3 16,0-1-1-16,-1 0-4 0,2-1 3 0,-2-7-3 16,1 13 2-16,-1-13-1 0,1 6-2 0,-1-6 1 15,2 10-3-15,-2-10 2 0,0 0-1 0,0 9 0 16,0-9 1-16,0 0 2 0,0 0-10 0,0 0-3 16,1 8-15-16,-1-8-12 0,0 0-23 0,0 0-29 15,0 0-42-15,0 0-36 0,0 0-56 0,0 0-170 16,0 0-420-16,0 0 186 0</inkml:trace>
  <inkml:trace contextRef="#ctx0" brushRef="#br0" timeOffset="124684.81">25318 9485 118 0,'6'2'152'0,"-6"-2"-16"0,0 0-1 16,0 0-10-16,0 0-14 0,0 0-4 0,0 0-6 16,0 0-8-16,0 0-4 0,0 0 0 0,0 0-3 15,0 0-1-15,10 4-5 0,-10-4-2 0,0 0-4 0,8-1-3 16,-8 1-2-16,0 0-1 0,12-3-4 0,-12 3-2 16,0 0-2-16,12-1 0 0,-6-1 0 15,-6 2-1-15,6-6-5 0,-1 3 1 0,-5 3 9 16,8-6 5-16,-8 6 15 0,8-8-15 0,-6 5-7 0,-2 3-4 15,4-8 2-15,-2 4-6 0,-2 4-6 0,3-13-5 16,-1 8-5-16,-2-5-7 0,0 10 0 0,-4-15-2 16,4 5-7-16,-2 0 1 0,1 1-1 0,-1-2-6 15,2 3 6-15,0 8-7 0,-2-16-3 0,4 10 1 16,-2 6-3-16,2-14 1 0,-1 10-2 0,-1 4-3 16,0 0 1-16,2-12-7 0,2 8 3 0,3 1-12 15,3 0 4-15,0 2-5 0,1-1 1 16,3 2-1-16,-3 0 7 0,3 3-7 0,1 4 1 0,-3-2-3 15,-1 1 4-15,0 2-3 0,-1-1 0 0,-2 2 6 16,-1 1-5-16,-3 0-1 0,0 0 3 0,-2 1 2 16,0 0 2-16,-1-2-2 0,-2 2 0 0,2-1-1 15,-2-1 7-15,-1 0-5 0,1-1 1 0,2 0 0 16,-1-8-1-16,-1 14 2 0,1-7 1 0,0-7 3 16,7 13 2-16,-3-7 0 0,0 0-6 0,3 0-7 15,2 0-16-15,2-2-28 0,1 1-39 0,-1-4-38 16,2 2-34-16,0-5-55 0,1 2-178 0,4-2-430 15,-7-1 190-15</inkml:trace>
  <inkml:trace contextRef="#ctx0" brushRef="#br0" timeOffset="128148.81">30593 8554 76 0,'0'0'207'0,"0"0"-3"0,-5-5-10 15,5 5-13-15,0 0-15 0,0 0-12 16,0 0-15-16,0 0-15 0,0 0-14 0,0 0-11 16,15-7-13-16,-15 7-12 0,16 0-24 0,-4 3-19 0,1-2-24 15,-1 0-19-15,3 1-16 0,-2 0-31 0,3 1-24 16,-3-1-11-16,0 0-25 0,-3 1-4 16,1 1-6-16,-1-1-81 0,-4 0-226 0,0-1 100 0</inkml:trace>
  <inkml:trace contextRef="#ctx0" brushRef="#br0" timeOffset="128299.71">30684 8639 138 0,'-7'3'154'0,"7"-3"-5"0,-10 0 1 0,10 0-4 0,-11 1-6 15,11-1-3-15,-7 3-12 0,7-3-10 0,0 0-14 16,-7 1-9-16,7-1-14 0,0 0-13 0,0 0-14 16,0 0-12-16,0 0-11 0,0 0-29 0,24 13-28 15,-13-12-22-15,7 1-39 0,0-2-45 0,3 1-99 16,0-2-253-16,7-1 112 0</inkml:trace>
  <inkml:trace contextRef="#ctx0" brushRef="#br0" timeOffset="128833.6">31095 8454 62 0,'0'0'214'0,"0"0"-12"16,0-9-21-16,0 9-13 0,0 0-17 0,0 0-17 15,0 0-14-15,0 0-20 0,0 0-5 0,0 0-12 16,0 0-7-16,0 0-10 0,0 0-3 0,0 0-3 16,-6 23-4-16,6-23-9 0,6 18-4 0,-3-11 1 15,2 4 0-15,-1 2 2 0,0-3 11 0,3 5-1 16,6-2-3-16,-4 2-2 0,-1-2 3 0,3 0-3 16,-3-3-5-16,1 4-3 0,0-5-6 0,-2 3-7 15,0-2-1-15,-1 0-3 0,1 0-1 0,-2-2 0 16,0 0-4-16,0 0-4 0,-1-3 1 0,-3 1-5 0,2 1 2 15,-2-2-1-15,-1-5 1 0,0 0-1 0,-8 13 1 16,3-9 1-16,-3-1-1 0,-3-2 3 16,-1 2-4-16,-5-3 6 0,2 0-6 0,2-1-8 15,-2-1 5-15,3-1 2 0,1 0-4 0,0-1 0 16,1-1-1-16,2 0-2 0,3 0 3 0,-2-3-4 16,4 2-8-16,-1 1-11 0,1-7-5 0,2 3-1 15,1-2-11-15,1 0-8 0,4 1-3 0,0-1 4 16,3-5-6-16,0 4 5 0,5-2 2 0,-3-1 2 15,1 1 6-15,1 1 8 0,-1-1 4 0,-2 0 9 0,1 2 3 16,-3-3 6-16,-1 5 3 0,2-3 0 0,-2 2 3 16,-1-1 1-16,-1 4 13 0,0-1 9 0,-1 3 6 15,-3 6 1-15,4-13 3 0,-3 9-7 16,-1 4-1-16,2-9-9 0,-2 9 0 0,-1-10-5 16,1 10-2-16,-5-7-3 0,5 7-1 0,-8-3 3 0,8 3-12 15,-15-2-2-15,3 4-4 0,1 1-6 0,0 0-9 16,-1 0-14-16,2 3-17 0,-2-1-11 0,3 2-24 15,-1 3-21-15,2-3-33 0,5 1-30 16,-3-1-34-16,3 3-136 0,1 1-364 0,2-11 162 0</inkml:trace>
  <inkml:trace contextRef="#ctx0" brushRef="#br0" timeOffset="129161.71">31394 8410 185 0,'0'0'209'0,"9"-4"-15"16,-9 4-19-16,0 0-12 0,14-2-10 0,-14 2-16 15,17 5-10-15,-8-1-10 0,0 1-9 16,1 2-10-16,-2 4-10 0,-1-1-9 0,-1-2-8 0,0 3-5 16,-2 3-6-16,-3 0-3 0,-1 2-5 0,-1-4 2 15,-4 3 0-15,-2-1-5 0,1-3-2 0,-2-1 0 16,-1-2-2-16,2 0-5 0,1-2-1 0,3 1 0 15,-1-4-2-15,4-3 1 0,-7 8-6 0,4-4-1 16,3-4 0-16,-5 7-4 0,5-7-5 0,-4 5 0 16,4-5-2-16,0 0-4 0,0 0-2 0,0 0-2 15,-3 6 0-15,3-6-3 0,0 0 1 0,17 2 1 16,-10-2-8-16,5 2-7 0,3-2-12 0,2 2-27 16,3 0-33-16,-2-2-42 0,3-2-37 0,-2 4-47 15,0-1-179-15,-5-1-413 0,-1 0 182 0</inkml:trace>
  <inkml:trace contextRef="#ctx0" brushRef="#br0" timeOffset="129498.06">31702 8510 173 0,'0'0'226'0,"0"0"-17"16,0 0-22-16,0 0-18 0,0 0-19 0,0 0-14 15,0 0-6-15,0 0-4 0,0 0-2 0,0 0-5 16,-15 17-17-16,14-11-8 0,-2 2-7 0,2-1-11 15,1-7-3-15,0 15-8 0,1-7-5 0,0 0 1 16,2-1-1-16,3 2-15 0,-2-4-6 0,1 3 0 16,4-2 3-16,-1 2 1 0,2-5 2 0,3 3 3 15,-4-2 2-15,1-4 1 0,3 0 0 0,-2-2 3 16,3 1-3-16,-6 0 1 0,-8 1 5 0,18-3 0 16,-10 0 1-16,-2 0-1 0,1-4-7 0,0 2 1 15,-3-1-11-15,1-1 2 0,-2-3-11 0,-2 0 2 16,-1 0-11-16,-1-1 4 0,-2 0-10 0,-1-1-5 15,-1 1-9-15,0 2 0 0,1 2-12 0,-2-2-6 16,2 5-15-16,-4-1-19 0,-1 0-12 0,2 3-12 16,-4 3-20-16,-1 0-18 0,0 2-20 0,0 1-41 15,0 1-36-15,2-3-21 0,-2 5-171 0,5 1-432 16,0-1 192-16</inkml:trace>
  <inkml:trace contextRef="#ctx0" brushRef="#br0" timeOffset="129945.83">31975 8722 61 0,'0'0'195'0,"0"0"-2"0,0 0-12 16,10 1-6-16,-10-1-9 0,0 0-15 0,11-1-1 15,-11 1-3-15,8-3-4 0,-8 3-6 0,11-3 5 16,-4 1-10-16,-2-3 13 0,-5 5-5 0,8-6-11 15,-3 0-10-15,1 2-14 0,-2-2-5 0,-2-3-2 16,2-1-7-16,-2 0-7 0,1 1-8 0,0-1-6 16,-3-1-7-16,0-2-7 0,3 1 0 0,-2 0-13 15,0 0-3-15,2-3-3 0,-2 2 4 0,4 1-9 16,-2 0-5-16,0 3 0 0,1 0-9 0,1-3 2 16,2 5-6-16,-2-1-3 0,4 1-3 0,1 3-6 15,-1 1 2-15,1-1 4 0,2 3-9 0,-2 1 0 16,1 2-3-16,0 2 0 0,-1 1-4 0,1 0 0 15,-2 3 1-15,2-2-1 0,-4 2-6 0,-2 1 16 16,-1 0-13-16,0 3 2 0,-3-2 11 16,3 2-7-16,-5-1-1 0,1 0 1 0,-3 0 1 0,3-1-1 15,-1 0-2-15,4-2 2 0,-5 3 2 0,4-1 5 16,-1-3-2-16,4 1 0 0,1 0 4 0,2 1 8 16,0-2-6-16,7 1 4 0,2 0 0 0,3-1-7 15,7 0-7-15,-8-2-16 0,9-3-16 0,-5 1-28 16,7-3-27-16,-9 1-30 0,1-2-42 0,5-4-28 15,4-1-43-15,-11 2-208 0,-3-2-479 0,1-1 213 16</inkml:trace>
  <inkml:trace contextRef="#ctx0" brushRef="#br0" timeOffset="135791.97">31834 10029 12 0,'0'0'139'0,"0"0"-12"16,0 0-6-16,6-3 0 0,-6 3 0 0,0 0 1 16,0 0-17-16,0 0-6 0,7 15 3 15,-6-10 5-15,2 3-1 0,-3 3 4 0,1 5-3 0,-1-1-10 16,1 4 1-16,2 6-7 0,-2 0-9 0,-2 4 7 16,1 0-2-16,-1 1-19 0,1 2-5 0,-4 0 3 15,4 0-6-15,-2-2-3 0,1 0 1 16,-1 0-10-16</inkml:trace>
  <inkml:trace contextRef="#ctx0" brushRef="#br0">31810 10871 2281 0,'0'1'61'0,"0"4"-166"0,0-1 370 0,0 0-498 0,1-2 207 0,-1 1-12 0,0-2 86 0,1 3-90 0,-1-4-8 0,-1 5-101 0,1-5-31 15,0 0-113-15</inkml:trace>
  <inkml:trace contextRef="#ctx0" brushRef="#br0" timeOffset="136885.49">31870 10462 53 0,'-3'-6'79'0,"1"-1"-3"0,-1 0-3 0,-1 0-5 16,4 7-5-16,-3-14 2 0,3 8-2 0,-3-4-5 15,2 4 2-15,1 6 15 0,-4-14-18 0,4 7 2 16,-3-2-5-16,3 9 0 0,-5-11 5 0,2 7 0 16,3 4-2-16,-3-12 4 0,1 7-4 0,2 5-8 15,-5-10-1-15,5 10-4 0,-2-5 1 0,2 5 2 16,0 0 6-16,-3-9-13 0,3 9 5 0,0 0-11 15,0 0 1-15,0 0-5 0,-1-6-2 0,1 6-3 16,0 0-8-16,0 0 2 0,0 0-13 0,0 0 12 16,0 0-2-16,0 0-5 0,0 0-2 0,0 0 2 0,0 26 12 15,-3-13 4-15,2-1 9 0,-3 5 4 16,-1 2-11-16,0 0 8 0,-1 7-3 0,-2-1-4 16,-2 2 0-16,2-2 0 0,-1 2 0 0,0 1-3 15,1-5 0-15,2 1-1 0,-4 4-4 0,2-3 3 16,2 0-3-16,-1 0-6 0,1 0 0 0,4-6-1 15,-4-1-1-15,5 3 2 0,-1 3-2 0,2-5-4 16,0 1 3-16,1-2-2 0,-1 1-2 0,1-1-5 16,-1-1-19-16,-1-1-8 0,1 1-20 0,-3 1-15 15,1 0-19-15,-1-1-15 0,1-3-24 0,-1 0-18 0,-4 1-8 16,4-3-21-16,-1-1-112 0,-1 1-299 16,0-2 133-16</inkml:trace>
  <inkml:trace contextRef="#ctx0" brushRef="#br0" timeOffset="137308.01">31517 11191 87 0,'0'0'145'0,"0"0"-1"15,0 0-11-15,0 0-8 0,0 0-16 0,0 0-7 0,0 0-10 16,0 0 0-16,0 0 2 0,0 0-15 0,0 0-1 15,0 0-10-15,17 24-4 0,-12-16-9 16,0 1-1-16,4 2 3 0,-4 0-13 0,3-1 0 16,-3 1-2-16,0 0-6 0,-1 0-1 0,3 2-4 0,-2-2 6 15,-1 0-5-15,1-1-2 0,1 1-2 0,-4-2-4 16,1-3 0-16,3 1-2 0,-2 0 1 0,-2-1-6 16,1 0-3-16,-3-6 3 0,5 9-1 0,-2-5-2 15,-3-4 0-15,4 4 0 0,-4-4-4 16,0 0 9-16,7 6 8 0,-7-6 5 0,0 0 7 0,9 0 2 15,-9 0 4-15,12-7 5 0,0 2-11 0,0-3-2 16,2-3-1-16,1 0-2 0,7-6 0 0,0-1-6 16,-2 1-3-16,2-1 3 0,-4 2-10 15,0-4 7-15,1 1-8 0,-3-1-2 0,-3 4-1 16,1 2-2-16,-2 0-6 0,-3 5-1 0,0 1-7 0,-3-1-8 16,1 2-17-16,-4 1-26 0,2 2-27 0,-5 4-40 15,5-8-21-15,-5 8-17 0,0 0 4 16,0 0-15-16,0 0 5 0,0 0-119 0,0 0-306 0,-17 23 136 15</inkml:trace>
  <inkml:trace contextRef="#ctx0" brushRef="#br0" timeOffset="137581.81">31903 11418 99 0,'1'10'109'0,"-1"-10"-3"0,4 7-12 15,-4-7 9-15,7 8 3 0,-2-2-7 0,2-3-7 0,2 2 3 16,3-2 6-16,-1 1-5 0,1-3-8 0,-1-1-1 16,1 3-1-16,-1-2-3 0,1-2-8 15,-1-2-9-15,0 0 3 0,-1 0 1 0,-3-2-4 16,2 1-1-16,0-3-6 0,-1-1 5 0,-6 1-7 16,2-3-14-16,-1 1-1 0,1-1-7 0,-4 1-5 0,0-1-2 15,-3 2-9-15,-3-1 0 0,-2 1-5 0,-1 3-16 16,-2 0-12-16,-8 2-24 0,1 1-14 15,-4 4-41-15,-6 0-13 0,0 5-36 0,-2 1-35 16,-2 5-97-16,4 0-297 0,3-3 133 0</inkml:trace>
  <inkml:trace contextRef="#ctx0" brushRef="#br0" timeOffset="138330.47">32138 12064 3 0,'-2'-7'212'0,"2"7"-24"0,0-12-11 15,0 12-17-15,0-10-17 0,0 10-16 0,-2-7-14 16,2 7-15-16,0 0-10 0,0 0-9 0,0 0-8 15,0 0-10-15,-1 32-7 0,1-16 0 0,-1 3-4 16,2 12-3-16,-2-3-3 0,-2 3-8 0,1 1-1 16,0 2-4-16,0-2 2 0,-2 4-2 0,0-1-5 15,0 0 0-15,2 0 0 0,-5 1-4 0,4-2 1 16,0-1-6-16,-1 2 8 0,2-2 0 0,0-1-1 16,0 0 0-16,0-1-7 0,2 1 5 0,-2-1-3 15,2-3-4-15,0 0 1 0,0 0-5 0,-3-2 1 16,2-7-3-16,-3 7 4 0,3-3-1 0,-3-2-3 15,2-2 1-15,-2 0-3 0,1-6 4 0,1 5-2 16,2-3-6-16,-3-2 1 0,0 0 0 0,2-3 2 16,0 0-1-16,1 0-4 0,-3 1 2 0,3-1 2 15,-1-5 0-15,1-5-3 0,3 15 0 0,-2-9 0 16,0 0-4-16,-1-6-2 0,1 12-8 0,2-8-4 16,-3-4-4-16,1 8 4 0,-1-8 1 0,0 0 1 15,3 7 9-15,-3-7 1 0,0 0-5 0,0 0 6 16,0 0-2-16,0 0-7 0,13-19 7 0,-6 12-2 15,0-3 2-15,-1 0 2 0,4-2-9 0,-2 2 7 16,0 0-1-16,3-6 4 0,2 0 1 0,1 0 1 16,5-3-3-16,2 3 0 0,-2-1 1 0,-1 5 4 15,4-5 4-15,-9 6 1 0,3 0 5 0,-1-1 1 16,-1 3-2-16,-2 1 4 0,-5 2-11 0,2 1 4 16,-1 2-3-16,-2-2 2 0,-1 3-5 0,-5 2 1 15,0 0-4-15,7-6-9 0,-7 6-13 0,5-4-13 16,-5 4-18-16,0 0-19 0,0 0-5 0,0 0-12 15,0 0-21-15,0 0-21 0,-13 20-37 0,-5-11-87 16,0-1-277-16,-8 4 123 0</inkml:trace>
  <inkml:trace contextRef="#ctx0" brushRef="#br0" timeOffset="138509.4">31877 12998 28 0,'-10'-8'189'15,"-2"-3"0"-15,-1 0-4 0,-1 0-15 0,1 0-12 16,0 1-17-16,0 0-14 0,2-2-12 0,-1 5-10 16,3-1-8-16,2 1-13 0,0 1-17 0,2 1-23 15,-1 2-35-15,6 3-28 0,-8-6-40 0,8 6-37 16,-4-6-43-16,4 6-94 0,-5-5-252 0,5 5 112 16</inkml:trace>
  <inkml:trace contextRef="#ctx0" brushRef="#br0" timeOffset="138912.53">32170 12019 79 0,'0'0'126'16,"0"0"-13"-16,-9-6-19 0,9 6-5 0,-7-2-4 15,7 2-11-15,-15 3-3 0,4 2-10 0,-4 3-9 16,-2 1-3-16,-1 2-2 0,-6 1-2 16,0 4-23-16,-1-2-32 0,2 2-18 0,7-4-32 15,-7 3-31-15,5-3-46 0,1-2-147 0,-1-2 65 16</inkml:trace>
  <inkml:trace contextRef="#ctx0" brushRef="#br0" timeOffset="139586.93">31632 10115 2 0,'-34'18'24'16,"-1"-1"-18"-16,3 0-12 0,-1-1-6 0,3-3 3 16</inkml:trace>
  <inkml:trace contextRef="#ctx0" brushRef="#br0" timeOffset="139751.22">31922 10000 81 0,'0'0'75'0,"0"0"-33"0,10 9-29 0,-7-4-49 16,1 5-38-16,2-2 18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2238-8B85-44E9-B95E-6DBB92774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7A1E4-E253-468C-9D9E-5559A41C6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58305-16D3-4345-810B-F4C0FF24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397D1-3AEB-4554-A42B-3E0AB890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2928B-7F4C-48D2-924C-FF172645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6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CADB-C7EC-4A29-8C57-956ED367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B2AB-A2B0-4697-B0CC-37948A18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3F5F-F7ED-46E9-B406-2BB0AD9C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54A8-DE8D-4954-91A3-CD7529DE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912EC-F14D-4E40-A953-A8EA9379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74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2421-8B68-4B6A-A396-D5C6B329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5F7D0-B920-405A-872B-B1E1E9D6E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D5986-FA95-4161-A860-B3265AF6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B954C-016D-4B09-AEBD-4BFE8273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27B52-EB8B-4FAD-B48C-2E703E4C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75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7534-5A55-479B-833C-7B39E69AB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94DC0-5B1E-47CF-9495-ECBEEA8E6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BC2E6-98BF-4FAD-9F70-DA6547712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0EE37-6FA6-41C7-AC67-DDF6460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391A9-8730-43AA-A76A-B2FAE51D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27533-5993-4595-A17C-3FA7E296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869E-C271-45C0-97D8-51C0D27C6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9FE8-2101-4D8E-AB4E-2808F520E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F55A6-1698-4491-BF61-5135F48D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01A5A-6342-4D81-8ACF-400722ED0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F615B5-5BEF-4E75-AD8D-378D6332E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C746E-0AFC-4AA9-BF05-92275FB5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C1CA0-8870-40C4-9AEC-9EEE380C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5E5F6-0C7C-438D-93E3-A78ADD4A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5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8FC0-F587-48F2-ACED-49960BE52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08974-494D-4EF2-9FF6-DD053838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A4005-E92A-43EF-BB4F-31CF03F2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AE70B-CA64-4336-89E5-0F8E878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0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7FB25-6CED-4C56-AA45-84A4169D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11E02-E88D-4EE1-A776-D02B56C5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B1FD-0EAE-47FD-8D2F-02D1A91E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8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A023-4809-4AF7-AA3A-D8DD4180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8E515-2659-48DF-BED6-58A365DD5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FBE62-395B-4C64-9726-D989E7DC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39518-43DF-4B0F-89CB-258E6640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AA1FD-0B94-4A67-AE55-AF163036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A2119-9637-4C74-BBB9-90067772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6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AC87E-1198-45B8-92A3-F4921C74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32B3D-FE82-4ED9-9314-280B8A5DC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709BE-2C2C-422C-98A9-A93A6FBF9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B6EEA-5C50-424E-9F60-FAE1B3FE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6D4D0-868D-4C53-90B2-B22BD92B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64888-34FD-4A9D-AB18-F1B4B00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7EB6-FA6A-42B6-BB8C-5CED9CCA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528B1-7211-4AB0-9A0E-F210FED3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C0B74-17DC-4653-9EEE-7F69D3BD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C52CF-25AF-4BCD-9C33-A660D8BA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6A40-7053-4544-947B-5173AF48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09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4AD49-87F5-4C52-8DC3-3B76FBD28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E895F-676B-4F59-AD6E-BD3D61989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CA95-F17F-401A-AEBA-E7C57790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1E6AD-48E8-4D42-ADA1-04AB4BEB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DDFD7-3178-4150-9897-C50D212D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5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C4092-C476-4A94-B2D2-0CF328E2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12169-C0B5-42F2-9086-A425BFA1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64F5-4F61-47A6-BB44-DE705C713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DB7A7-ED72-4019-A8C1-617FDDA2DDF4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5FF41-E1DF-4471-9216-DF633A2EE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D70CA-BA5C-4E58-BAA3-AADE844F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ED926-702B-4169-B43F-E845AB676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07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customXml" Target="../ink/ink3.xml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78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customXml" Target="../ink/ink2.xm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70.png"/><Relationship Id="rId4" Type="http://schemas.openxmlformats.org/officeDocument/2006/relationships/image" Target="../media/image1.wmf"/><Relationship Id="rId9" Type="http://schemas.openxmlformats.org/officeDocument/2006/relationships/customXml" Target="../ink/ink1.xml"/><Relationship Id="rId14" Type="http://schemas.openxmlformats.org/officeDocument/2006/relationships/image" Target="../media/image18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2.png"/><Relationship Id="rId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7" Type="http://schemas.openxmlformats.org/officeDocument/2006/relationships/image" Target="../media/image18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820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png"/><Relationship Id="rId4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0.png"/><Relationship Id="rId5" Type="http://schemas.openxmlformats.org/officeDocument/2006/relationships/customXml" Target="../ink/ink1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customXml" Target="../ink/ink20.xml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customXml" Target="../ink/ink19.xml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e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png"/><Relationship Id="rId4" Type="http://schemas.openxmlformats.org/officeDocument/2006/relationships/customXml" Target="../ink/ink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customXml" Target="../ink/ink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8.bin"/><Relationship Id="rId7" Type="http://schemas.openxmlformats.org/officeDocument/2006/relationships/customXml" Target="../ink/ink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3.png"/><Relationship Id="rId5" Type="http://schemas.openxmlformats.org/officeDocument/2006/relationships/customXml" Target="../ink/ink27.x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10.png"/><Relationship Id="rId5" Type="http://schemas.openxmlformats.org/officeDocument/2006/relationships/customXml" Target="../ink/ink30.xml"/><Relationship Id="rId4" Type="http://schemas.openxmlformats.org/officeDocument/2006/relationships/image" Target="../media/image20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41.png"/><Relationship Id="rId5" Type="http://schemas.openxmlformats.org/officeDocument/2006/relationships/customXml" Target="../ink/ink33.xml"/><Relationship Id="rId4" Type="http://schemas.openxmlformats.org/officeDocument/2006/relationships/image" Target="../media/image20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61.png"/><Relationship Id="rId5" Type="http://schemas.openxmlformats.org/officeDocument/2006/relationships/customXml" Target="../ink/ink35.xml"/><Relationship Id="rId4" Type="http://schemas.openxmlformats.org/officeDocument/2006/relationships/image" Target="../media/image20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0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3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3" Type="http://schemas.openxmlformats.org/officeDocument/2006/relationships/image" Target="../media/image207.png"/><Relationship Id="rId7" Type="http://schemas.openxmlformats.org/officeDocument/2006/relationships/image" Target="../media/image208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2040.png"/><Relationship Id="rId4" Type="http://schemas.openxmlformats.org/officeDocument/2006/relationships/customXml" Target="../ink/ink39.xml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image" Target="../media/image209.png"/><Relationship Id="rId7" Type="http://schemas.openxmlformats.org/officeDocument/2006/relationships/image" Target="../media/image211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5" Type="http://schemas.openxmlformats.org/officeDocument/2006/relationships/image" Target="../media/image210.png"/><Relationship Id="rId4" Type="http://schemas.openxmlformats.org/officeDocument/2006/relationships/customXml" Target="../ink/ink48.xml"/><Relationship Id="rId9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2.png"/><Relationship Id="rId4" Type="http://schemas.openxmlformats.org/officeDocument/2006/relationships/customXml" Target="../ink/ink5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213.png"/><Relationship Id="rId7" Type="http://schemas.openxmlformats.org/officeDocument/2006/relationships/image" Target="../media/image215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5" Type="http://schemas.openxmlformats.org/officeDocument/2006/relationships/image" Target="../media/image214.png"/><Relationship Id="rId4" Type="http://schemas.openxmlformats.org/officeDocument/2006/relationships/customXml" Target="../ink/ink54.xml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5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6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022DD-856D-43CF-BC07-ED3DCCBFCA4F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13" name="Object 25">
            <a:extLst>
              <a:ext uri="{FF2B5EF4-FFF2-40B4-BE49-F238E27FC236}">
                <a16:creationId xmlns:a16="http://schemas.microsoft.com/office/drawing/2014/main" id="{18BFC6B0-3880-44A4-9F4A-C0C533AE7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0508" y="2165350"/>
          <a:ext cx="1143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533169" imgH="228501" progId="Equation.DSMT4">
                  <p:embed/>
                </p:oleObj>
              </mc:Choice>
              <mc:Fallback>
                <p:oleObj name="Equation" r:id="rId3" imgW="533169" imgH="228501" progId="Equation.DSMT4">
                  <p:embed/>
                  <p:pic>
                    <p:nvPicPr>
                      <p:cNvPr id="13" name="Object 25">
                        <a:extLst>
                          <a:ext uri="{FF2B5EF4-FFF2-40B4-BE49-F238E27FC236}">
                            <a16:creationId xmlns:a16="http://schemas.microsoft.com/office/drawing/2014/main" id="{18BFC6B0-3880-44A4-9F4A-C0C533AE7C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508" y="2165350"/>
                        <a:ext cx="1143000" cy="490538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7">
            <a:extLst>
              <a:ext uri="{FF2B5EF4-FFF2-40B4-BE49-F238E27FC236}">
                <a16:creationId xmlns:a16="http://schemas.microsoft.com/office/drawing/2014/main" id="{8A0B35E1-567F-4339-9075-EB33BF343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3908" y="5518150"/>
          <a:ext cx="2209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5" imgW="1040948" imgH="228501" progId="Equation.DSMT4">
                  <p:embed/>
                </p:oleObj>
              </mc:Choice>
              <mc:Fallback>
                <p:oleObj name="Equation" r:id="rId5" imgW="1040948" imgH="228501" progId="Equation.DSMT4">
                  <p:embed/>
                  <p:pic>
                    <p:nvPicPr>
                      <p:cNvPr id="14" name="Object 27">
                        <a:extLst>
                          <a:ext uri="{FF2B5EF4-FFF2-40B4-BE49-F238E27FC236}">
                            <a16:creationId xmlns:a16="http://schemas.microsoft.com/office/drawing/2014/main" id="{8A0B35E1-567F-4339-9075-EB33BF343E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908" y="5518150"/>
                        <a:ext cx="2209800" cy="484188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8">
            <a:extLst>
              <a:ext uri="{FF2B5EF4-FFF2-40B4-BE49-F238E27FC236}">
                <a16:creationId xmlns:a16="http://schemas.microsoft.com/office/drawing/2014/main" id="{AC8B64F9-A280-433B-9A34-46AC9E560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4308" y="1174750"/>
          <a:ext cx="7924800" cy="510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7" imgW="2884322" imgH="1858670" progId="Visio.Drawing.6">
                  <p:embed/>
                </p:oleObj>
              </mc:Choice>
              <mc:Fallback>
                <p:oleObj name="Visio" r:id="rId7" imgW="2884322" imgH="1858670" progId="Visio.Drawing.6">
                  <p:embed/>
                  <p:pic>
                    <p:nvPicPr>
                      <p:cNvPr id="15" name="Object 28">
                        <a:extLst>
                          <a:ext uri="{FF2B5EF4-FFF2-40B4-BE49-F238E27FC236}">
                            <a16:creationId xmlns:a16="http://schemas.microsoft.com/office/drawing/2014/main" id="{AC8B64F9-A280-433B-9A34-46AC9E5602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308" y="1174750"/>
                        <a:ext cx="7924800" cy="510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27FB31D-1E63-4864-A763-1834A91A886E}"/>
                  </a:ext>
                </a:extLst>
              </p14:cNvPr>
              <p14:cNvContentPartPr/>
              <p14:nvPr/>
            </p14:nvContentPartPr>
            <p14:xfrm>
              <a:off x="137520" y="949680"/>
              <a:ext cx="11935080" cy="5253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27FB31D-1E63-4864-A763-1834A91A88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160" y="940320"/>
                <a:ext cx="11953800" cy="52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49CF5A-2122-49AA-ACDC-15E7AC8A38B4}"/>
                  </a:ext>
                </a:extLst>
              </p14:cNvPr>
              <p14:cNvContentPartPr/>
              <p14:nvPr/>
            </p14:nvContentPartPr>
            <p14:xfrm>
              <a:off x="5226840" y="5272200"/>
              <a:ext cx="273600" cy="6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49CF5A-2122-49AA-ACDC-15E7AC8A38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17480" y="5262840"/>
                <a:ext cx="2923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2A38CCA-8182-47B8-AB13-963C91E6B22B}"/>
                  </a:ext>
                </a:extLst>
              </p14:cNvPr>
              <p14:cNvContentPartPr/>
              <p14:nvPr/>
            </p14:nvContentPartPr>
            <p14:xfrm>
              <a:off x="3042720" y="1220760"/>
              <a:ext cx="8419680" cy="4518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2A38CCA-8182-47B8-AB13-963C91E6B2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33360" y="1211400"/>
                <a:ext cx="8438400" cy="45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088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7C3C9-58F3-41DA-9FFC-AD30943EA765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E5A64E-E3ED-41BF-87C6-266CC8208CF4}"/>
                  </a:ext>
                </a:extLst>
              </p14:cNvPr>
              <p14:cNvContentPartPr/>
              <p14:nvPr/>
            </p14:nvContentPartPr>
            <p14:xfrm>
              <a:off x="1703160" y="1069200"/>
              <a:ext cx="10154160" cy="428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E5A64E-E3ED-41BF-87C6-266CC8208C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3800" y="1059840"/>
                <a:ext cx="10172880" cy="43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C55F85-6CC0-4E92-8AC9-3C935C26DE23}"/>
                  </a:ext>
                </a:extLst>
              </p14:cNvPr>
              <p14:cNvContentPartPr/>
              <p14:nvPr/>
            </p14:nvContentPartPr>
            <p14:xfrm>
              <a:off x="6375960" y="1312920"/>
              <a:ext cx="4530960" cy="4280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C55F85-6CC0-4E92-8AC9-3C935C26DE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6600" y="1303560"/>
                <a:ext cx="4549680" cy="429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058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74B20E-7C6E-49AE-B329-3DAE9F3C8CB4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D226C-3B5D-4728-8E18-19EADECBEEFE}"/>
              </a:ext>
            </a:extLst>
          </p:cNvPr>
          <p:cNvSpPr/>
          <p:nvPr/>
        </p:nvSpPr>
        <p:spPr>
          <a:xfrm>
            <a:off x="1288953" y="1109978"/>
            <a:ext cx="3899735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Biasing and Bias Stability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9A8D8-ECDE-4205-A2FF-EC99A18A257B}"/>
              </a:ext>
            </a:extLst>
          </p:cNvPr>
          <p:cNvSpPr txBox="1"/>
          <p:nvPr/>
        </p:nvSpPr>
        <p:spPr>
          <a:xfrm>
            <a:off x="1288953" y="1745255"/>
            <a:ext cx="961409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IN" sz="2400" dirty="0">
                <a:latin typeface="Arial" charset="0"/>
                <a:cs typeface="Arial" charset="0"/>
              </a:rPr>
              <a:t>Biasing refers to the establishment of suitable dc values of different currents and voltages of a transistor.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IN" sz="2400" dirty="0">
                <a:latin typeface="Arial" charset="0"/>
                <a:cs typeface="Arial" charset="0"/>
              </a:rPr>
              <a:t> Through proper biasing, a desired quiescent operating point of the transistor amplifier in the active region (linear region) of the characteristics is obtained.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IN" sz="2400" dirty="0">
                <a:latin typeface="Arial" charset="0"/>
                <a:cs typeface="Arial" charset="0"/>
              </a:rPr>
              <a:t>The selection of a proper quiescent point generally depends on the amplitude of the    signal to be handled by the amplifier and distortion level in signal.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dirty="0"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7B883D-E05F-43E7-BCE9-B8F381017186}"/>
                  </a:ext>
                </a:extLst>
              </p14:cNvPr>
              <p14:cNvContentPartPr/>
              <p14:nvPr/>
            </p14:nvContentPartPr>
            <p14:xfrm>
              <a:off x="3994560" y="4171320"/>
              <a:ext cx="6979320" cy="156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7B883D-E05F-43E7-BCE9-B8F3810171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85200" y="4161960"/>
                <a:ext cx="6998040" cy="15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4032F6-BD50-4A28-8C09-5F849740DD08}"/>
                  </a:ext>
                </a:extLst>
              </p14:cNvPr>
              <p14:cNvContentPartPr/>
              <p14:nvPr/>
            </p14:nvContentPartPr>
            <p14:xfrm>
              <a:off x="5302800" y="4558320"/>
              <a:ext cx="5224320" cy="58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4032F6-BD50-4A28-8C09-5F849740DD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3440" y="4548960"/>
                <a:ext cx="5243040" cy="60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60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2844B-F092-49BC-A069-7C640EF59F01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D01ED0-79D6-4527-A05F-C7159B3E9610}"/>
                  </a:ext>
                </a:extLst>
              </p14:cNvPr>
              <p14:cNvContentPartPr/>
              <p14:nvPr/>
            </p14:nvContentPartPr>
            <p14:xfrm>
              <a:off x="1645920" y="1097640"/>
              <a:ext cx="10209960" cy="5319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D01ED0-79D6-4527-A05F-C7159B3E96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6560" y="1088280"/>
                <a:ext cx="10228680" cy="53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022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8E671-5D4C-4F50-BC1C-CD4E9BAF6894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2F6F08-A7D2-4F07-A9AB-589363F875E1}"/>
                  </a:ext>
                </a:extLst>
              </p14:cNvPr>
              <p14:cNvContentPartPr/>
              <p14:nvPr/>
            </p14:nvContentPartPr>
            <p14:xfrm>
              <a:off x="1847880" y="1149480"/>
              <a:ext cx="10040760" cy="506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2F6F08-A7D2-4F07-A9AB-589363F875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8520" y="1140120"/>
                <a:ext cx="10059480" cy="50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74D232-70BE-48E2-BD83-E760B5B8BDA1}"/>
                  </a:ext>
                </a:extLst>
              </p14:cNvPr>
              <p14:cNvContentPartPr/>
              <p14:nvPr/>
            </p14:nvContentPartPr>
            <p14:xfrm>
              <a:off x="5060160" y="3255480"/>
              <a:ext cx="2545560" cy="3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74D232-70BE-48E2-BD83-E760B5B8BD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0800" y="3246120"/>
                <a:ext cx="25642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97E390-7CC2-48C8-AFE6-DA7F18C504CF}"/>
                  </a:ext>
                </a:extLst>
              </p14:cNvPr>
              <p14:cNvContentPartPr/>
              <p14:nvPr/>
            </p14:nvContentPartPr>
            <p14:xfrm>
              <a:off x="10335240" y="4590000"/>
              <a:ext cx="578880" cy="190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97E390-7CC2-48C8-AFE6-DA7F18C504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25880" y="4580640"/>
                <a:ext cx="597600" cy="2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02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447816-05C5-436B-9AB3-109BBBF1BF37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D4A366-F7D1-4078-BDDA-5FC2AE517895}"/>
                  </a:ext>
                </a:extLst>
              </p14:cNvPr>
              <p14:cNvContentPartPr/>
              <p14:nvPr/>
            </p14:nvContentPartPr>
            <p14:xfrm>
              <a:off x="425520" y="1472040"/>
              <a:ext cx="11231640" cy="381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D4A366-F7D1-4078-BDDA-5FC2AE5178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160" y="1462680"/>
                <a:ext cx="11250360" cy="38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52FCDF-7CB9-490E-ACA4-A052297FC495}"/>
                  </a:ext>
                </a:extLst>
              </p14:cNvPr>
              <p14:cNvContentPartPr/>
              <p14:nvPr/>
            </p14:nvContentPartPr>
            <p14:xfrm>
              <a:off x="1220040" y="3114360"/>
              <a:ext cx="9797040" cy="153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52FCDF-7CB9-490E-ACA4-A052297FC4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0680" y="3105000"/>
                <a:ext cx="9815760" cy="155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14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77988-66A1-42D7-8A0E-F79D1F962605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4A2826-7E0D-44AD-B74E-53DBBDBA726C}"/>
                  </a:ext>
                </a:extLst>
              </p14:cNvPr>
              <p14:cNvContentPartPr/>
              <p14:nvPr/>
            </p14:nvContentPartPr>
            <p14:xfrm>
              <a:off x="1602720" y="1438920"/>
              <a:ext cx="10229040" cy="470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4A2826-7E0D-44AD-B74E-53DBBDBA72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360" y="1429560"/>
                <a:ext cx="10247760" cy="47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4341C7-9AEF-4649-954F-895A0B59B01D}"/>
                  </a:ext>
                </a:extLst>
              </p14:cNvPr>
              <p14:cNvContentPartPr/>
              <p14:nvPr/>
            </p14:nvContentPartPr>
            <p14:xfrm>
              <a:off x="6508800" y="2773800"/>
              <a:ext cx="3828240" cy="48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4341C7-9AEF-4649-954F-895A0B59B0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99440" y="2764440"/>
                <a:ext cx="3846960" cy="4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891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72BDF-AB66-49CC-9E5D-9EB9F959FD90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B4DF25-ABB4-4EAC-BED4-EB830188E234}"/>
                  </a:ext>
                </a:extLst>
              </p14:cNvPr>
              <p14:cNvContentPartPr/>
              <p14:nvPr/>
            </p14:nvContentPartPr>
            <p14:xfrm>
              <a:off x="1755000" y="1101600"/>
              <a:ext cx="9021600" cy="1425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B4DF25-ABB4-4EAC-BED4-EB830188E2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5640" y="1092240"/>
                <a:ext cx="9040320" cy="144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760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AABDA-4037-4677-9F8C-26D996DB19E4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DDD13-C198-41BE-A946-C7794A1345CE}"/>
              </a:ext>
            </a:extLst>
          </p:cNvPr>
          <p:cNvSpPr/>
          <p:nvPr/>
        </p:nvSpPr>
        <p:spPr>
          <a:xfrm>
            <a:off x="1383893" y="1735322"/>
            <a:ext cx="96140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IN" b="1" dirty="0">
                <a:latin typeface="Arial" charset="0"/>
                <a:cs typeface="Arial" charset="0"/>
              </a:rPr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Stability Factor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S:- </a:t>
            </a:r>
            <a:r>
              <a:rPr lang="en-IN" dirty="0">
                <a:latin typeface="Arial" charset="0"/>
                <a:cs typeface="Arial" charset="0"/>
              </a:rPr>
              <a:t>The stability factor </a:t>
            </a:r>
            <a:r>
              <a:rPr lang="en-IN" i="1" dirty="0">
                <a:latin typeface="Arial" charset="0"/>
                <a:cs typeface="Arial" charset="0"/>
              </a:rPr>
              <a:t>S, as the change of collector current with respect to the reverse saturation </a:t>
            </a:r>
            <a:r>
              <a:rPr lang="en-IN" dirty="0">
                <a:latin typeface="Arial" charset="0"/>
                <a:cs typeface="Arial" charset="0"/>
              </a:rPr>
              <a:t>current, keeping </a:t>
            </a:r>
            <a:r>
              <a:rPr lang="el-GR" dirty="0">
                <a:latin typeface="Arial"/>
                <a:cs typeface="Arial"/>
              </a:rPr>
              <a:t>β</a:t>
            </a:r>
            <a:r>
              <a:rPr lang="en-IN" i="1" dirty="0">
                <a:latin typeface="Arial" charset="0"/>
                <a:cs typeface="Arial" charset="0"/>
              </a:rPr>
              <a:t> and V</a:t>
            </a:r>
            <a:r>
              <a:rPr lang="en-IN" i="1" baseline="-25000" dirty="0">
                <a:latin typeface="Arial" charset="0"/>
                <a:cs typeface="Arial" charset="0"/>
              </a:rPr>
              <a:t>BE</a:t>
            </a:r>
            <a:r>
              <a:rPr lang="en-IN" i="1" dirty="0">
                <a:latin typeface="Arial" charset="0"/>
                <a:cs typeface="Arial" charset="0"/>
              </a:rPr>
              <a:t> constant. This can be written as: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US" i="1" dirty="0">
                <a:latin typeface="Arial" charset="0"/>
                <a:cs typeface="Arial" charset="0"/>
              </a:rPr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Stability Factor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S’:- </a:t>
            </a:r>
            <a:r>
              <a:rPr lang="en-IN" dirty="0">
                <a:latin typeface="Arial" charset="0"/>
                <a:cs typeface="Arial" charset="0"/>
              </a:rPr>
              <a:t>The variation of </a:t>
            </a:r>
            <a:r>
              <a:rPr lang="en-IN" i="1" dirty="0">
                <a:latin typeface="Arial" charset="0"/>
                <a:cs typeface="Arial" charset="0"/>
              </a:rPr>
              <a:t>I</a:t>
            </a:r>
            <a:r>
              <a:rPr lang="en-IN" i="1" baseline="-25000" dirty="0">
                <a:latin typeface="Arial" charset="0"/>
                <a:cs typeface="Arial" charset="0"/>
              </a:rPr>
              <a:t>C</a:t>
            </a:r>
            <a:r>
              <a:rPr lang="en-IN" i="1" dirty="0">
                <a:latin typeface="Arial" charset="0"/>
                <a:cs typeface="Arial" charset="0"/>
              </a:rPr>
              <a:t> with V</a:t>
            </a:r>
            <a:r>
              <a:rPr lang="en-IN" i="1" baseline="-25000" dirty="0">
                <a:latin typeface="Arial" charset="0"/>
                <a:cs typeface="Arial" charset="0"/>
              </a:rPr>
              <a:t>BE</a:t>
            </a:r>
            <a:r>
              <a:rPr lang="en-IN" i="1" dirty="0">
                <a:latin typeface="Arial" charset="0"/>
                <a:cs typeface="Arial" charset="0"/>
              </a:rPr>
              <a:t> is given by the stability factor S defined by the partial derivative: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US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US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US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r>
              <a:rPr lang="en-US" i="1" dirty="0">
                <a:latin typeface="Arial" charset="0"/>
                <a:cs typeface="Arial" charset="0"/>
              </a:rPr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Stability Factor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latin typeface="Arial" charset="0"/>
                <a:cs typeface="Arial" charset="0"/>
              </a:rPr>
              <a:t>S″:- </a:t>
            </a:r>
            <a:r>
              <a:rPr lang="en-IN" dirty="0">
                <a:latin typeface="Arial" charset="0"/>
                <a:cs typeface="Arial" charset="0"/>
              </a:rPr>
              <a:t>The variation of </a:t>
            </a:r>
            <a:r>
              <a:rPr lang="en-IN" i="1" dirty="0">
                <a:latin typeface="Arial" charset="0"/>
                <a:cs typeface="Arial" charset="0"/>
              </a:rPr>
              <a:t>I</a:t>
            </a:r>
            <a:r>
              <a:rPr lang="en-IN" i="1" baseline="-25000" dirty="0">
                <a:latin typeface="Arial" charset="0"/>
                <a:cs typeface="Arial" charset="0"/>
              </a:rPr>
              <a:t>C</a:t>
            </a:r>
            <a:r>
              <a:rPr lang="en-IN" i="1" dirty="0">
                <a:latin typeface="Arial" charset="0"/>
                <a:cs typeface="Arial" charset="0"/>
              </a:rPr>
              <a:t> with respect to </a:t>
            </a:r>
            <a:r>
              <a:rPr lang="el-GR" i="1" dirty="0">
                <a:latin typeface="Arial"/>
                <a:cs typeface="Arial"/>
              </a:rPr>
              <a:t>β</a:t>
            </a:r>
            <a:r>
              <a:rPr lang="en-IN" i="1" dirty="0">
                <a:latin typeface="Arial" charset="0"/>
                <a:cs typeface="Arial" charset="0"/>
              </a:rPr>
              <a:t> is represented by the stability factor, S'', given as: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i="1" dirty="0">
              <a:latin typeface="Arial" charset="0"/>
              <a:cs typeface="Arial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/>
            </a:pPr>
            <a:endParaRPr lang="en-IN" dirty="0">
              <a:latin typeface="Arial" charset="0"/>
              <a:cs typeface="Arial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28D4BE18-F8E3-4B3B-B0C6-68A036B6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825" y="2543755"/>
            <a:ext cx="1285875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678A716F-BC74-48D7-9D2F-B98FFA0B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825" y="3721447"/>
            <a:ext cx="2128837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A4F54F12-7B6B-4241-8199-A49C34D89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825" y="5228706"/>
            <a:ext cx="1857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B8D7F6-1F34-4770-A9AC-B63310A4420B}"/>
              </a:ext>
            </a:extLst>
          </p:cNvPr>
          <p:cNvSpPr/>
          <p:nvPr/>
        </p:nvSpPr>
        <p:spPr>
          <a:xfrm>
            <a:off x="1288953" y="1109978"/>
            <a:ext cx="2857745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Stability Factor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8711EA-A867-453B-B812-287F04FB6BB5}"/>
                  </a:ext>
                </a:extLst>
              </p14:cNvPr>
              <p14:cNvContentPartPr/>
              <p14:nvPr/>
            </p14:nvContentPartPr>
            <p14:xfrm>
              <a:off x="5667480" y="3160080"/>
              <a:ext cx="3021120" cy="2746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8711EA-A867-453B-B812-287F04FB6B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58120" y="3150720"/>
                <a:ext cx="3039840" cy="27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92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903AC-F8A9-48A4-BAD0-264558798C5F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General Expression for Stability Factor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EDB5E7-39AA-4B02-A8DF-23761346ABC2}"/>
                  </a:ext>
                </a:extLst>
              </p14:cNvPr>
              <p14:cNvContentPartPr/>
              <p14:nvPr/>
            </p14:nvContentPartPr>
            <p14:xfrm>
              <a:off x="1930320" y="1304640"/>
              <a:ext cx="9624960" cy="5018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EDB5E7-39AA-4B02-A8DF-23761346AB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0960" y="1295280"/>
                <a:ext cx="9643680" cy="503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79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C8B9C-69D1-435C-B230-2EA95671531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34053EC-FC15-4DEA-82CD-C5EC4AF2E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7629" y="1453873"/>
          <a:ext cx="19050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34053EC-FC15-4DEA-82CD-C5EC4AF2E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629" y="1453873"/>
                        <a:ext cx="1905000" cy="898525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1011EF3-2ABE-4D2E-B894-DE50D91F9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7629" y="2673073"/>
          <a:ext cx="12192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5" imgW="533169" imgH="228501" progId="Equation.DSMT4">
                  <p:embed/>
                </p:oleObj>
              </mc:Choice>
              <mc:Fallback>
                <p:oleObj name="Equation" r:id="rId5" imgW="533169" imgH="228501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1011EF3-2ABE-4D2E-B894-DE50D91F9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629" y="2673073"/>
                        <a:ext cx="1219200" cy="522288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2D64053-AC6E-47A4-B638-C10724397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7629" y="3663673"/>
          <a:ext cx="2362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7" imgW="1040948" imgH="228501" progId="Equation.DSMT4">
                  <p:embed/>
                </p:oleObj>
              </mc:Choice>
              <mc:Fallback>
                <p:oleObj name="Equation" r:id="rId7" imgW="1040948" imgH="228501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2D64053-AC6E-47A4-B638-C10724397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629" y="3663673"/>
                        <a:ext cx="2362200" cy="519113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475D00D-58D4-4648-A510-13EFA2717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5029" y="1093511"/>
          <a:ext cx="5334000" cy="508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Visio" r:id="rId9" imgW="1797406" imgH="1713586" progId="Visio.Drawing.6">
                  <p:embed/>
                </p:oleObj>
              </mc:Choice>
              <mc:Fallback>
                <p:oleObj name="Visio" r:id="rId9" imgW="1797406" imgH="1713586" progId="Visio.Drawing.6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475D00D-58D4-4648-A510-13EFA27179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029" y="1093511"/>
                        <a:ext cx="5334000" cy="508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1737FF72-58CB-4EC6-B79C-E63886A5F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829" y="4768573"/>
            <a:ext cx="3657600" cy="4953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 panose="020B0502040204020203" pitchFamily="18" charset="-34"/>
                <a:cs typeface="Angsana New" panose="020B0502040204020203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Symbol" panose="05050102010706020507" pitchFamily="18" charset="2"/>
              </a:rPr>
              <a:t>b</a:t>
            </a:r>
            <a:r>
              <a:rPr lang="en-US" altLang="en-US" sz="2400"/>
              <a:t> = dc current gain = </a:t>
            </a:r>
            <a:r>
              <a:rPr lang="en-US" altLang="en-US" sz="2400" i="1"/>
              <a:t>h</a:t>
            </a:r>
            <a:r>
              <a:rPr lang="en-US" altLang="en-US" sz="2400" i="1" baseline="-25000"/>
              <a:t>FE</a:t>
            </a:r>
            <a:endParaRPr lang="th-TH" altLang="en-US" sz="2400" i="1" baseline="-25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2C440-B408-4300-9540-3058D7D4163E}"/>
              </a:ext>
            </a:extLst>
          </p:cNvPr>
          <p:cNvSpPr/>
          <p:nvPr/>
        </p:nvSpPr>
        <p:spPr>
          <a:xfrm>
            <a:off x="1288953" y="1109978"/>
            <a:ext cx="2857745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Fixed Bias Circuit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4D8803-BA1B-4407-A280-95B0BBAA74B5}"/>
                  </a:ext>
                </a:extLst>
              </p14:cNvPr>
              <p14:cNvContentPartPr/>
              <p14:nvPr/>
            </p14:nvContentPartPr>
            <p14:xfrm>
              <a:off x="1289520" y="962280"/>
              <a:ext cx="10724040" cy="404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4D8803-BA1B-4407-A280-95B0BBAA74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160" y="952920"/>
                <a:ext cx="10742760" cy="40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D98003-9874-4DF2-9B54-9666BB70BCE6}"/>
                  </a:ext>
                </a:extLst>
              </p14:cNvPr>
              <p14:cNvContentPartPr/>
              <p14:nvPr/>
            </p14:nvContentPartPr>
            <p14:xfrm>
              <a:off x="8304480" y="1856520"/>
              <a:ext cx="691920" cy="42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D98003-9874-4DF2-9B54-9666BB70BC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95120" y="1847160"/>
                <a:ext cx="71064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279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D8BA95-8918-4EC7-94CC-81691CC5340B}"/>
                  </a:ext>
                </a:extLst>
              </p14:cNvPr>
              <p14:cNvContentPartPr/>
              <p14:nvPr/>
            </p14:nvContentPartPr>
            <p14:xfrm>
              <a:off x="1167120" y="1023120"/>
              <a:ext cx="10980360" cy="539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D8BA95-8918-4EC7-94CC-81691CC534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7760" y="1013760"/>
                <a:ext cx="10999080" cy="54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EA1A4A-951F-461E-814C-2B93B77E2E50}"/>
                  </a:ext>
                </a:extLst>
              </p14:cNvPr>
              <p14:cNvContentPartPr/>
              <p14:nvPr/>
            </p14:nvContentPartPr>
            <p14:xfrm>
              <a:off x="4199400" y="3798000"/>
              <a:ext cx="6456240" cy="258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EA1A4A-951F-461E-814C-2B93B77E2E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0040" y="3788640"/>
                <a:ext cx="6474960" cy="260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684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8354D-DE97-4CC8-8723-3EFD72D6D480}"/>
              </a:ext>
            </a:extLst>
          </p:cNvPr>
          <p:cNvSpPr/>
          <p:nvPr/>
        </p:nvSpPr>
        <p:spPr>
          <a:xfrm>
            <a:off x="1288953" y="1109978"/>
            <a:ext cx="3895720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Collector to Base Bias Circuit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9" name="Picture 8" descr="Diagram, schematic&#10;&#10;Description automatically generated">
            <a:extLst>
              <a:ext uri="{FF2B5EF4-FFF2-40B4-BE49-F238E27FC236}">
                <a16:creationId xmlns:a16="http://schemas.microsoft.com/office/drawing/2014/main" id="{91B080D0-42D9-46EB-A7AB-966CABCB5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87" y="1279430"/>
            <a:ext cx="3857625" cy="2038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5BC257-50C9-403E-B24C-885050B19BF8}"/>
                  </a:ext>
                </a:extLst>
              </p14:cNvPr>
              <p14:cNvContentPartPr/>
              <p14:nvPr/>
            </p14:nvContentPartPr>
            <p14:xfrm>
              <a:off x="1728000" y="890640"/>
              <a:ext cx="10392480" cy="5663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5BC257-50C9-403E-B24C-885050B19B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8640" y="881280"/>
                <a:ext cx="10411200" cy="56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646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8354D-DE97-4CC8-8723-3EFD72D6D480}"/>
              </a:ext>
            </a:extLst>
          </p:cNvPr>
          <p:cNvSpPr/>
          <p:nvPr/>
        </p:nvSpPr>
        <p:spPr>
          <a:xfrm>
            <a:off x="1288953" y="1109978"/>
            <a:ext cx="3895720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Collector to Base Bias Circuit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9" name="Picture 8" descr="Diagram, schematic&#10;&#10;Description automatically generated">
            <a:extLst>
              <a:ext uri="{FF2B5EF4-FFF2-40B4-BE49-F238E27FC236}">
                <a16:creationId xmlns:a16="http://schemas.microsoft.com/office/drawing/2014/main" id="{91B080D0-42D9-46EB-A7AB-966CABCB5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87" y="1279430"/>
            <a:ext cx="38576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8354D-DE97-4CC8-8723-3EFD72D6D480}"/>
              </a:ext>
            </a:extLst>
          </p:cNvPr>
          <p:cNvSpPr/>
          <p:nvPr/>
        </p:nvSpPr>
        <p:spPr>
          <a:xfrm>
            <a:off x="1288953" y="1109978"/>
            <a:ext cx="2857745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Emitter Bias Circuit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E0313-7B55-4F0A-A6A4-ADC41AB15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328" y="1109978"/>
            <a:ext cx="5382376" cy="3655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C9EFC-2806-4840-9F17-1E99026D0B83}"/>
                  </a:ext>
                </a:extLst>
              </p14:cNvPr>
              <p14:cNvContentPartPr/>
              <p14:nvPr/>
            </p14:nvContentPartPr>
            <p14:xfrm>
              <a:off x="1488240" y="1667520"/>
              <a:ext cx="8860320" cy="4443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C9EFC-2806-4840-9F17-1E99026D0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8880" y="1658160"/>
                <a:ext cx="8879040" cy="446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314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E323A4-F4AE-4E0C-955A-D8DA07059874}"/>
                  </a:ext>
                </a:extLst>
              </p14:cNvPr>
              <p14:cNvContentPartPr/>
              <p14:nvPr/>
            </p14:nvContentPartPr>
            <p14:xfrm>
              <a:off x="4044240" y="1022760"/>
              <a:ext cx="8004240" cy="5346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E323A4-F4AE-4E0C-955A-D8DA070598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4880" y="1013400"/>
                <a:ext cx="8022960" cy="536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258005-3753-436C-975F-F2801CCDDEDA}"/>
                  </a:ext>
                </a:extLst>
              </p14:cNvPr>
              <p14:cNvContentPartPr/>
              <p14:nvPr/>
            </p14:nvContentPartPr>
            <p14:xfrm>
              <a:off x="4730400" y="2108520"/>
              <a:ext cx="6870600" cy="347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258005-3753-436C-975F-F2801CCDDE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1040" y="2099160"/>
                <a:ext cx="6889320" cy="349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66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16454F64-D90F-4091-A442-E9492596A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43" y="1538584"/>
          <a:ext cx="5181600" cy="439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Visio" r:id="rId3" imgW="1817827" imgH="1713586" progId="Visio.Drawing.6">
                  <p:embed/>
                </p:oleObj>
              </mc:Choice>
              <mc:Fallback>
                <p:oleObj name="Visio" r:id="rId3" imgW="1817827" imgH="1713586" progId="Visio.Drawing.6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16454F64-D90F-4091-A442-E9492596A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43" y="1538584"/>
                        <a:ext cx="5181600" cy="4394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37E6969-983A-4398-8B20-3166603E0DE3}"/>
              </a:ext>
            </a:extLst>
          </p:cNvPr>
          <p:cNvSpPr/>
          <p:nvPr/>
        </p:nvSpPr>
        <p:spPr>
          <a:xfrm>
            <a:off x="1288953" y="998926"/>
            <a:ext cx="4346303" cy="4561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Potential Divider /Self Bias Circuit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CE4A25-4DA7-4128-8B3D-074D73102F58}"/>
                  </a:ext>
                </a:extLst>
              </p14:cNvPr>
              <p14:cNvContentPartPr/>
              <p14:nvPr/>
            </p14:nvContentPartPr>
            <p14:xfrm>
              <a:off x="2509920" y="1202040"/>
              <a:ext cx="9269640" cy="417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CE4A25-4DA7-4128-8B3D-074D73102F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0560" y="1192680"/>
                <a:ext cx="9288360" cy="41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70D058-F3F0-48DF-AD22-73DA3F0A67A8}"/>
                  </a:ext>
                </a:extLst>
              </p14:cNvPr>
              <p14:cNvContentPartPr/>
              <p14:nvPr/>
            </p14:nvContentPartPr>
            <p14:xfrm>
              <a:off x="180360" y="1595160"/>
              <a:ext cx="11783880" cy="447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70D058-F3F0-48DF-AD22-73DA3F0A67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1000" y="1585800"/>
                <a:ext cx="11802600" cy="449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7362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2B5E5E-430F-4938-8469-780BAC03687B}"/>
              </a:ext>
            </a:extLst>
          </p:cNvPr>
          <p:cNvSpPr/>
          <p:nvPr/>
        </p:nvSpPr>
        <p:spPr>
          <a:xfrm>
            <a:off x="1486764" y="859317"/>
            <a:ext cx="90331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Thevenin</a:t>
            </a:r>
            <a:r>
              <a:rPr lang="en-CA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Theorem: </a:t>
            </a:r>
            <a:r>
              <a:rPr lang="en-US" dirty="0"/>
              <a:t>provides a mathematical technique for replacing a given network, as viewed from two output terminals, by </a:t>
            </a:r>
            <a:r>
              <a:rPr lang="en-US" i="1" dirty="0"/>
              <a:t>a single voltage source with a series resistance. </a:t>
            </a:r>
            <a:r>
              <a:rPr lang="en-US" dirty="0"/>
              <a:t>We will proceed as under: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Remove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from the circuit terminals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and redraw the circuit as shown in Fig. 2.127(b)</a:t>
            </a:r>
            <a:r>
              <a:rPr lang="en-US" i="1" dirty="0"/>
              <a:t>. </a:t>
            </a:r>
            <a:r>
              <a:rPr lang="en-US" dirty="0"/>
              <a:t>Obviously, the terminals have become open-circuited.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Calculate the open-circuit voltage </a:t>
            </a:r>
            <a:r>
              <a:rPr lang="en-US" i="1" dirty="0"/>
              <a:t>V</a:t>
            </a:r>
            <a:r>
              <a:rPr lang="en-US" i="1" baseline="-25000" dirty="0"/>
              <a:t>OC</a:t>
            </a:r>
            <a:r>
              <a:rPr lang="en-US" i="1" dirty="0"/>
              <a:t> </a:t>
            </a:r>
            <a:r>
              <a:rPr lang="en-US" dirty="0"/>
              <a:t>which appears across terminals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when they are open </a:t>
            </a:r>
            <a:r>
              <a:rPr lang="en-US" i="1" dirty="0"/>
              <a:t>i.e. </a:t>
            </a:r>
            <a:r>
              <a:rPr lang="en-US" dirty="0"/>
              <a:t>when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is removed. As seen, </a:t>
            </a:r>
            <a:r>
              <a:rPr lang="en-US" i="1" dirty="0"/>
              <a:t>V</a:t>
            </a:r>
            <a:r>
              <a:rPr lang="en-US" i="1" baseline="-25000" dirty="0"/>
              <a:t>OC </a:t>
            </a:r>
            <a:r>
              <a:rPr lang="en-US" dirty="0"/>
              <a:t>=drop across </a:t>
            </a:r>
            <a:r>
              <a:rPr lang="en-US" i="1" dirty="0"/>
              <a:t>R</a:t>
            </a:r>
            <a:r>
              <a:rPr lang="en-US" i="1" baseline="-25000" dirty="0"/>
              <a:t>2</a:t>
            </a:r>
            <a:r>
              <a:rPr lang="en-US" dirty="0"/>
              <a:t>=</a:t>
            </a:r>
            <a:r>
              <a:rPr lang="en-US" i="1" dirty="0"/>
              <a:t>IR</a:t>
            </a:r>
            <a:r>
              <a:rPr lang="en-US" i="1" baseline="-25000" dirty="0"/>
              <a:t>2 </a:t>
            </a:r>
            <a:r>
              <a:rPr lang="en-US" dirty="0"/>
              <a:t>where </a:t>
            </a:r>
            <a:r>
              <a:rPr lang="en-US" i="1" dirty="0"/>
              <a:t>I </a:t>
            </a:r>
            <a:r>
              <a:rPr lang="en-US" dirty="0"/>
              <a:t>is the circuit current when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open.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FFDAF-F48A-479B-AE09-3949631E9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764" y="3127674"/>
            <a:ext cx="9144000" cy="31374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C10F39-B5B7-4F41-9DD8-A45B3BCF4FA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Thevenin’s Theorem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C1B067-BFA8-45F8-B748-E2CCAB844F81}"/>
                  </a:ext>
                </a:extLst>
              </p14:cNvPr>
              <p14:cNvContentPartPr/>
              <p14:nvPr/>
            </p14:nvContentPartPr>
            <p14:xfrm>
              <a:off x="1723320" y="1478160"/>
              <a:ext cx="7854120" cy="395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C1B067-BFA8-45F8-B748-E2CCAB844F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3960" y="1468800"/>
                <a:ext cx="7872840" cy="39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3C27C3-7F5C-4F5C-9CFD-686E13D36490}"/>
                  </a:ext>
                </a:extLst>
              </p14:cNvPr>
              <p14:cNvContentPartPr/>
              <p14:nvPr/>
            </p14:nvContentPartPr>
            <p14:xfrm>
              <a:off x="6571800" y="3211920"/>
              <a:ext cx="2823480" cy="204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3C27C3-7F5C-4F5C-9CFD-686E13D364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62440" y="3202560"/>
                <a:ext cx="2842200" cy="20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431CDD-AD63-4BD1-9E93-7A0B8A4D93AB}"/>
                  </a:ext>
                </a:extLst>
              </p14:cNvPr>
              <p14:cNvContentPartPr/>
              <p14:nvPr/>
            </p14:nvContentPartPr>
            <p14:xfrm>
              <a:off x="9779040" y="5247720"/>
              <a:ext cx="4320" cy="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431CDD-AD63-4BD1-9E93-7A0B8A4D93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69680" y="5238360"/>
                <a:ext cx="2304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832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2B5E5E-430F-4938-8469-780BAC03687B}"/>
              </a:ext>
            </a:extLst>
          </p:cNvPr>
          <p:cNvSpPr/>
          <p:nvPr/>
        </p:nvSpPr>
        <p:spPr>
          <a:xfrm>
            <a:off x="1598036" y="1369036"/>
            <a:ext cx="8995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Now, imagine the battery to be removed from the circuit, leaving its internal resistance </a:t>
            </a:r>
            <a:r>
              <a:rPr lang="en-US" i="1" dirty="0"/>
              <a:t>r, if any, or zero </a:t>
            </a:r>
            <a:r>
              <a:rPr lang="en-US" dirty="0"/>
              <a:t>behind and redraw the circuit, as shown in Fig. 2.127 (c)</a:t>
            </a:r>
            <a:r>
              <a:rPr lang="en-US" i="1" dirty="0"/>
              <a:t>. </a:t>
            </a:r>
            <a:r>
              <a:rPr lang="en-US" dirty="0"/>
              <a:t>When viewed </a:t>
            </a:r>
            <a:r>
              <a:rPr lang="en-US" i="1" dirty="0"/>
              <a:t>inwards </a:t>
            </a:r>
            <a:r>
              <a:rPr lang="en-US" dirty="0"/>
              <a:t>from terminals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B, </a:t>
            </a:r>
            <a:r>
              <a:rPr lang="en-US" dirty="0"/>
              <a:t>the circuit consists of two parallel paths: one containing </a:t>
            </a:r>
            <a:r>
              <a:rPr lang="en-US" i="1" dirty="0"/>
              <a:t>R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and the other containing (</a:t>
            </a:r>
            <a:r>
              <a:rPr lang="en-US" i="1" dirty="0"/>
              <a:t>R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/>
              <a:t>r</a:t>
            </a:r>
            <a:r>
              <a:rPr lang="en-US" dirty="0"/>
              <a:t>)</a:t>
            </a:r>
            <a:r>
              <a:rPr lang="en-US" i="1" dirty="0"/>
              <a:t>. </a:t>
            </a:r>
            <a:r>
              <a:rPr lang="en-US" dirty="0"/>
              <a:t>The equivalent resistance of the network, as viewed from these terminals is given as R = R2 ||(R1+r). This resistance is called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dirty="0"/>
              <a:t> or  </a:t>
            </a:r>
            <a:r>
              <a:rPr lang="en-US" i="1" dirty="0"/>
              <a:t>R</a:t>
            </a:r>
            <a:r>
              <a:rPr lang="en-US" i="1" baseline="-25000" dirty="0"/>
              <a:t>TH</a:t>
            </a:r>
            <a:r>
              <a:rPr lang="en-US" dirty="0"/>
              <a:t> and VOC is called </a:t>
            </a:r>
            <a:r>
              <a:rPr lang="en-US" i="1" dirty="0"/>
              <a:t>V</a:t>
            </a:r>
            <a:r>
              <a:rPr lang="en-US" i="1" baseline="-25000" dirty="0"/>
              <a:t>TH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FFDAF-F48A-479B-AE09-3949631E9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219080"/>
            <a:ext cx="9144000" cy="31374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285B57-81E8-4359-9F5D-4B77A62E89E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Thevenin’s Theorem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A3705B-DB21-4A00-B90E-40007313A689}"/>
                  </a:ext>
                </a:extLst>
              </p14:cNvPr>
              <p14:cNvContentPartPr/>
              <p14:nvPr/>
            </p14:nvContentPartPr>
            <p14:xfrm>
              <a:off x="3834720" y="2775960"/>
              <a:ext cx="6480720" cy="274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A3705B-DB21-4A00-B90E-40007313A6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5360" y="2766600"/>
                <a:ext cx="6499440" cy="27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2121D3-53DC-45CA-87F9-20B12FE9554F}"/>
                  </a:ext>
                </a:extLst>
              </p14:cNvPr>
              <p14:cNvContentPartPr/>
              <p14:nvPr/>
            </p14:nvContentPartPr>
            <p14:xfrm>
              <a:off x="7031160" y="3015720"/>
              <a:ext cx="2269440" cy="205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2121D3-53DC-45CA-87F9-20B12FE955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1800" y="3006360"/>
                <a:ext cx="2288160" cy="20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078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2B5E5E-430F-4938-8469-780BAC03687B}"/>
              </a:ext>
            </a:extLst>
          </p:cNvPr>
          <p:cNvSpPr/>
          <p:nvPr/>
        </p:nvSpPr>
        <p:spPr>
          <a:xfrm>
            <a:off x="1065511" y="1397675"/>
            <a:ext cx="47811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Consequently, as viewed from terminals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B, </a:t>
            </a:r>
            <a:r>
              <a:rPr lang="en-US" dirty="0"/>
              <a:t>the whole network (excluding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) </a:t>
            </a:r>
            <a:r>
              <a:rPr lang="en-US" dirty="0"/>
              <a:t>can be reduced to a single source (called Thevenin's source) whose </a:t>
            </a:r>
            <a:r>
              <a:rPr lang="en-US" dirty="0" err="1"/>
              <a:t>e.m.f.</a:t>
            </a:r>
            <a:r>
              <a:rPr lang="en-US" dirty="0"/>
              <a:t> equals </a:t>
            </a:r>
            <a:r>
              <a:rPr lang="en-US" i="1" dirty="0"/>
              <a:t>V</a:t>
            </a:r>
            <a:r>
              <a:rPr lang="en-US" i="1" baseline="-25000" dirty="0"/>
              <a:t>OC </a:t>
            </a:r>
            <a:r>
              <a:rPr lang="en-US" dirty="0"/>
              <a:t>(or </a:t>
            </a:r>
            <a:r>
              <a:rPr lang="en-US" i="1" dirty="0"/>
              <a:t>V</a:t>
            </a:r>
            <a:r>
              <a:rPr lang="en-US" i="1" baseline="-25000" dirty="0"/>
              <a:t>TH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and whose internal resistance equals </a:t>
            </a:r>
            <a:r>
              <a:rPr lang="en-US" i="1" dirty="0"/>
              <a:t>R</a:t>
            </a:r>
            <a:r>
              <a:rPr lang="en-US" i="1" baseline="-25000" dirty="0"/>
              <a:t>TH</a:t>
            </a:r>
            <a:r>
              <a:rPr lang="en-US" dirty="0"/>
              <a:t>(Thevenin’s resistance or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) </a:t>
            </a:r>
            <a:r>
              <a:rPr lang="en-US" dirty="0"/>
              <a:t>as shown in Fig. 2.128.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737AD-1ACB-4FDE-B71E-C8BE03018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561" y="1397675"/>
            <a:ext cx="3590925" cy="29297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B19E7F-BCE4-49CF-B968-DDF0A6BD46C5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Thevenin’s Theorem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2AF6CE-B713-447D-98FD-F38544EB9F8D}"/>
                  </a:ext>
                </a:extLst>
              </p14:cNvPr>
              <p14:cNvContentPartPr/>
              <p14:nvPr/>
            </p14:nvContentPartPr>
            <p14:xfrm>
              <a:off x="9007560" y="2490480"/>
              <a:ext cx="192240" cy="432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2AF6CE-B713-447D-98FD-F38544EB9F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8200" y="2481120"/>
                <a:ext cx="21096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2156F1-3A95-4F30-9F70-D9722DDCCF4A}"/>
                  </a:ext>
                </a:extLst>
              </p14:cNvPr>
              <p14:cNvContentPartPr/>
              <p14:nvPr/>
            </p14:nvContentPartPr>
            <p14:xfrm>
              <a:off x="8854200" y="1631520"/>
              <a:ext cx="1775160" cy="224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2156F1-3A95-4F30-9F70-D9722DDCCF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4840" y="1622160"/>
                <a:ext cx="1793880" cy="22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1541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2B02FC-D451-4B6E-9E11-490969007D42}"/>
                  </a:ext>
                </a:extLst>
              </p14:cNvPr>
              <p14:cNvContentPartPr/>
              <p14:nvPr/>
            </p14:nvContentPartPr>
            <p14:xfrm>
              <a:off x="3026520" y="910080"/>
              <a:ext cx="7869600" cy="539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2B02FC-D451-4B6E-9E11-490969007D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7160" y="900720"/>
                <a:ext cx="7888320" cy="54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2964BF-7A6C-4BE5-8B1A-38EF9107AA2F}"/>
                  </a:ext>
                </a:extLst>
              </p14:cNvPr>
              <p14:cNvContentPartPr/>
              <p14:nvPr/>
            </p14:nvContentPartPr>
            <p14:xfrm>
              <a:off x="3337200" y="1843560"/>
              <a:ext cx="7870680" cy="437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2964BF-7A6C-4BE5-8B1A-38EF9107AA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7840" y="1834200"/>
                <a:ext cx="7889400" cy="438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4513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844CD8-4A42-4ED3-A423-707E3214C5C3}"/>
                  </a:ext>
                </a:extLst>
              </p14:cNvPr>
              <p14:cNvContentPartPr/>
              <p14:nvPr/>
            </p14:nvContentPartPr>
            <p14:xfrm>
              <a:off x="5097600" y="1271880"/>
              <a:ext cx="2628000" cy="1611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844CD8-4A42-4ED3-A423-707E3214C5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8240" y="1262520"/>
                <a:ext cx="2646720" cy="16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55C0B0-A6BB-4374-BD60-61F82ED48350}"/>
                  </a:ext>
                </a:extLst>
              </p14:cNvPr>
              <p14:cNvContentPartPr/>
              <p14:nvPr/>
            </p14:nvContentPartPr>
            <p14:xfrm>
              <a:off x="3283560" y="2965680"/>
              <a:ext cx="7976880" cy="901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55C0B0-A6BB-4374-BD60-61F82ED483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4200" y="2956320"/>
                <a:ext cx="7995600" cy="9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9CE960-E9DB-4B6A-B788-45AEA078DE82}"/>
                  </a:ext>
                </a:extLst>
              </p14:cNvPr>
              <p14:cNvContentPartPr/>
              <p14:nvPr/>
            </p14:nvContentPartPr>
            <p14:xfrm>
              <a:off x="122400" y="1052280"/>
              <a:ext cx="9867240" cy="4848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9CE960-E9DB-4B6A-B788-45AEA078DE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040" y="1042920"/>
                <a:ext cx="9885960" cy="48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84A777-DC43-4EA7-AD97-A5B86A2A568B}"/>
                  </a:ext>
                </a:extLst>
              </p14:cNvPr>
              <p14:cNvContentPartPr/>
              <p14:nvPr/>
            </p14:nvContentPartPr>
            <p14:xfrm>
              <a:off x="3663000" y="1976040"/>
              <a:ext cx="3137040" cy="3241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84A777-DC43-4EA7-AD97-A5B86A2A56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3640" y="1966680"/>
                <a:ext cx="3155760" cy="325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8167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FD0-6411-4B6A-AC09-CA094F7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7733-4D1A-4146-AD91-582E6984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0BA5-D537-4E52-B7A8-08F4835D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2DD5D-CA39-485B-92C4-34A033662D6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FEB4F02-F890-4B01-8DB9-0CB8E67736AE}"/>
                  </a:ext>
                </a:extLst>
              </p14:cNvPr>
              <p14:cNvContentPartPr/>
              <p14:nvPr/>
            </p14:nvContentPartPr>
            <p14:xfrm>
              <a:off x="1318320" y="1048320"/>
              <a:ext cx="9797760" cy="4649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FEB4F02-F890-4B01-8DB9-0CB8E6773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8960" y="1038960"/>
                <a:ext cx="9816480" cy="46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862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FD0-6411-4B6A-AC09-CA094F7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7733-4D1A-4146-AD91-582E6984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0BA5-D537-4E52-B7A8-08F4835D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2DD5D-CA39-485B-92C4-34A033662D6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84DB94-0F0B-4717-8167-0ABBEE22DF53}"/>
                  </a:ext>
                </a:extLst>
              </p14:cNvPr>
              <p14:cNvContentPartPr/>
              <p14:nvPr/>
            </p14:nvContentPartPr>
            <p14:xfrm>
              <a:off x="103680" y="1126800"/>
              <a:ext cx="11697120" cy="414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84DB94-0F0B-4717-8167-0ABBEE22DF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0" y="1117440"/>
                <a:ext cx="11715840" cy="41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705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FD0-6411-4B6A-AC09-CA094F7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7733-4D1A-4146-AD91-582E6984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0BA5-D537-4E52-B7A8-08F4835D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2DD5D-CA39-485B-92C4-34A033662D6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C52C42-CA74-4B99-89CD-D0489ABE9C63}"/>
                  </a:ext>
                </a:extLst>
              </p14:cNvPr>
              <p14:cNvContentPartPr/>
              <p14:nvPr/>
            </p14:nvContentPartPr>
            <p14:xfrm>
              <a:off x="1149480" y="992520"/>
              <a:ext cx="10848960" cy="500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C52C42-CA74-4B99-89CD-D0489ABE9C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0120" y="983160"/>
                <a:ext cx="10867680" cy="50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8077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FD0-6411-4B6A-AC09-CA094F7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7733-4D1A-4146-AD91-582E6984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0BA5-D537-4E52-B7A8-08F4835D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2DD5D-CA39-485B-92C4-34A033662D6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2D919B-1827-41CA-8121-04156463B68F}"/>
                  </a:ext>
                </a:extLst>
              </p14:cNvPr>
              <p14:cNvContentPartPr/>
              <p14:nvPr/>
            </p14:nvContentPartPr>
            <p14:xfrm>
              <a:off x="1195920" y="1131480"/>
              <a:ext cx="9123480" cy="5093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2D919B-1827-41CA-8121-04156463B6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6560" y="1122120"/>
                <a:ext cx="9142200" cy="511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491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FD0-6411-4B6A-AC09-CA094F7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7733-4D1A-4146-AD91-582E6984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0BA5-D537-4E52-B7A8-08F4835D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2DD5D-CA39-485B-92C4-34A033662D6B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255CA0-639A-450B-B579-256CF650C382}"/>
                  </a:ext>
                </a:extLst>
              </p14:cNvPr>
              <p14:cNvContentPartPr/>
              <p14:nvPr/>
            </p14:nvContentPartPr>
            <p14:xfrm>
              <a:off x="86760" y="1191600"/>
              <a:ext cx="12020400" cy="503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255CA0-639A-450B-B579-256CF650C3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1182240"/>
                <a:ext cx="12039120" cy="505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54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28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42C639-11CD-4E54-9C11-F923D3A752A3}"/>
                  </a:ext>
                </a:extLst>
              </p14:cNvPr>
              <p14:cNvContentPartPr/>
              <p14:nvPr/>
            </p14:nvContentPartPr>
            <p14:xfrm>
              <a:off x="0" y="1158120"/>
              <a:ext cx="11073960" cy="5253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42C639-11CD-4E54-9C11-F923D3A752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1148760"/>
                <a:ext cx="11092680" cy="52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2DBD48-EA54-4995-9339-BE20AA5A0A54}"/>
                  </a:ext>
                </a:extLst>
              </p14:cNvPr>
              <p14:cNvContentPartPr/>
              <p14:nvPr/>
            </p14:nvContentPartPr>
            <p14:xfrm>
              <a:off x="6150600" y="1500840"/>
              <a:ext cx="3202920" cy="1882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2DBD48-EA54-4995-9339-BE20AA5A0A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1240" y="1491480"/>
                <a:ext cx="3221640" cy="19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450398-38ED-4D84-8226-8FE93CA41027}"/>
                  </a:ext>
                </a:extLst>
              </p14:cNvPr>
              <p14:cNvContentPartPr/>
              <p14:nvPr/>
            </p14:nvContentPartPr>
            <p14:xfrm>
              <a:off x="6923160" y="3739320"/>
              <a:ext cx="244080" cy="209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450398-38ED-4D84-8226-8FE93CA410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13800" y="3729960"/>
                <a:ext cx="262800" cy="21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639CC6-FD84-47E7-A660-4BFA03832C64}"/>
                  </a:ext>
                </a:extLst>
              </p14:cNvPr>
              <p14:cNvContentPartPr/>
              <p14:nvPr/>
            </p14:nvContentPartPr>
            <p14:xfrm>
              <a:off x="6147000" y="4128840"/>
              <a:ext cx="2306520" cy="1899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639CC6-FD84-47E7-A660-4BFA03832C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37640" y="4119480"/>
                <a:ext cx="2325240" cy="19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931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29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C36E4F-A284-4622-81F5-DBAC3D37CB20}"/>
                  </a:ext>
                </a:extLst>
              </p14:cNvPr>
              <p14:cNvContentPartPr/>
              <p14:nvPr/>
            </p14:nvContentPartPr>
            <p14:xfrm>
              <a:off x="2729880" y="1073160"/>
              <a:ext cx="8802000" cy="400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C36E4F-A284-4622-81F5-DBAC3D37CB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0520" y="1063800"/>
                <a:ext cx="8820720" cy="40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050C99-FF73-461D-B79A-398CEDAC14E3}"/>
                  </a:ext>
                </a:extLst>
              </p14:cNvPr>
              <p14:cNvContentPartPr/>
              <p14:nvPr/>
            </p14:nvContentPartPr>
            <p14:xfrm>
              <a:off x="2409840" y="3351960"/>
              <a:ext cx="235800" cy="103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050C99-FF73-461D-B79A-398CEDAC14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0480" y="3342600"/>
                <a:ext cx="254520" cy="10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5196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30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753947-4BEF-4671-AEC6-73F160E14CF1}"/>
              </a:ext>
            </a:extLst>
          </p:cNvPr>
          <p:cNvGrpSpPr/>
          <p:nvPr/>
        </p:nvGrpSpPr>
        <p:grpSpPr>
          <a:xfrm>
            <a:off x="527978" y="1172537"/>
            <a:ext cx="382680" cy="374760"/>
            <a:chOff x="527978" y="1172537"/>
            <a:chExt cx="38268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32FCE92-EDBF-45FF-A1AA-6444880F8BA7}"/>
                    </a:ext>
                  </a:extLst>
                </p14:cNvPr>
                <p14:cNvContentPartPr/>
                <p14:nvPr/>
              </p14:nvContentPartPr>
              <p14:xfrm>
                <a:off x="527978" y="1172537"/>
                <a:ext cx="236520" cy="374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32FCE92-EDBF-45FF-A1AA-6444880F8B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9978" y="1154897"/>
                  <a:ext cx="2721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E51D67-AE00-47CB-A6B7-01582EB8C50D}"/>
                    </a:ext>
                  </a:extLst>
                </p14:cNvPr>
                <p14:cNvContentPartPr/>
                <p14:nvPr/>
              </p14:nvContentPartPr>
              <p14:xfrm>
                <a:off x="781058" y="1404377"/>
                <a:ext cx="129600" cy="120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E51D67-AE00-47CB-A6B7-01582EB8C5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3418" y="1386737"/>
                  <a:ext cx="16524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C6C92E-8A9D-45EA-98F5-069A9207AA89}"/>
                  </a:ext>
                </a:extLst>
              </p14:cNvPr>
              <p14:cNvContentPartPr/>
              <p14:nvPr/>
            </p14:nvContentPartPr>
            <p14:xfrm>
              <a:off x="95760" y="1132920"/>
              <a:ext cx="11057400" cy="533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C6C92E-8A9D-45EA-98F5-069A9207AA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400" y="1123560"/>
                <a:ext cx="11076120" cy="53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09A688-BF67-4E76-8EDC-BBB1899F23F4}"/>
                  </a:ext>
                </a:extLst>
              </p14:cNvPr>
              <p14:cNvContentPartPr/>
              <p14:nvPr/>
            </p14:nvContentPartPr>
            <p14:xfrm>
              <a:off x="1263960" y="3943440"/>
              <a:ext cx="7927560" cy="250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09A688-BF67-4E76-8EDC-BBB1899F23F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4600" y="3934080"/>
                <a:ext cx="7946280" cy="25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2354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31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6A35AA-CB99-4AAD-AD0F-07BF625DDCA0}"/>
                  </a:ext>
                </a:extLst>
              </p14:cNvPr>
              <p14:cNvContentPartPr/>
              <p14:nvPr/>
            </p14:nvContentPartPr>
            <p14:xfrm>
              <a:off x="1173600" y="985320"/>
              <a:ext cx="10536840" cy="530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6A35AA-CB99-4AAD-AD0F-07BF625DDC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4240" y="975960"/>
                <a:ext cx="10555560" cy="53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F47F36-44E4-4378-9A73-40D70A74788E}"/>
                  </a:ext>
                </a:extLst>
              </p14:cNvPr>
              <p14:cNvContentPartPr/>
              <p14:nvPr/>
            </p14:nvContentPartPr>
            <p14:xfrm>
              <a:off x="2629080" y="2372760"/>
              <a:ext cx="7283520" cy="3900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F47F36-44E4-4378-9A73-40D70A7478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9720" y="2363400"/>
                <a:ext cx="7302240" cy="39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9052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32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798FA1-7B01-412D-87BA-C8F479C73373}"/>
                  </a:ext>
                </a:extLst>
              </p14:cNvPr>
              <p14:cNvContentPartPr/>
              <p14:nvPr/>
            </p14:nvContentPartPr>
            <p14:xfrm>
              <a:off x="2235960" y="1067040"/>
              <a:ext cx="6660360" cy="373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798FA1-7B01-412D-87BA-C8F479C733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6600" y="1057680"/>
                <a:ext cx="6679080" cy="37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3408B2-C666-48F8-A6ED-96FB5E75AFA8}"/>
                  </a:ext>
                </a:extLst>
              </p14:cNvPr>
              <p14:cNvContentPartPr/>
              <p14:nvPr/>
            </p14:nvContentPartPr>
            <p14:xfrm>
              <a:off x="3560760" y="1434600"/>
              <a:ext cx="7065720" cy="341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3408B2-C666-48F8-A6ED-96FB5E75AF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1400" y="1425240"/>
                <a:ext cx="7084440" cy="343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01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16-02-2022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33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EF360-9889-47DE-9331-1227216505F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Biasing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943E60-ADB5-4017-8598-E483B07E1BB3}"/>
                  </a:ext>
                </a:extLst>
              </p14:cNvPr>
              <p14:cNvContentPartPr/>
              <p14:nvPr/>
            </p14:nvContentPartPr>
            <p14:xfrm>
              <a:off x="1076040" y="1250280"/>
              <a:ext cx="10665360" cy="3979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943E60-ADB5-4017-8598-E483B07E1B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680" y="1240920"/>
                <a:ext cx="10684080" cy="399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26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ED6A9B-89CC-46EB-9C53-6E696A6C216F}"/>
</file>

<file path=customXml/itemProps2.xml><?xml version="1.0" encoding="utf-8"?>
<ds:datastoreItem xmlns:ds="http://schemas.openxmlformats.org/officeDocument/2006/customXml" ds:itemID="{8FE3E970-4608-41DD-B4BC-1E778E63AE78}"/>
</file>

<file path=customXml/itemProps3.xml><?xml version="1.0" encoding="utf-8"?>
<ds:datastoreItem xmlns:ds="http://schemas.openxmlformats.org/officeDocument/2006/customXml" ds:itemID="{4E9167AC-BCBA-4D14-9859-CCE2D420BCB6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840</Words>
  <Application>Microsoft Office PowerPoint</Application>
  <PresentationFormat>Widescreen</PresentationFormat>
  <Paragraphs>150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Symbol</vt:lpstr>
      <vt:lpstr>Wingdings</vt:lpstr>
      <vt:lpstr>Office Theme</vt:lpstr>
      <vt:lpstr>Equation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2022-02-16T10:02:13Z</dcterms:created>
  <dcterms:modified xsi:type="dcterms:W3CDTF">2022-02-16T10:04:40Z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