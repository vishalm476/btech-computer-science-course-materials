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6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9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notesSlides/notesSlide8.xml" ContentType="application/vnd.openxmlformats-officedocument.presentationml.notesSlide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985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1156.xml" ContentType="application/inkml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  <p:sldMasterId id="2147483695" r:id="rId2"/>
  </p:sldMasterIdLst>
  <p:notesMasterIdLst>
    <p:notesMasterId r:id="rId36"/>
  </p:notesMasterIdLst>
  <p:sldIdLst>
    <p:sldId id="256" r:id="rId3"/>
    <p:sldId id="299" r:id="rId4"/>
    <p:sldId id="257" r:id="rId5"/>
    <p:sldId id="300" r:id="rId6"/>
    <p:sldId id="301" r:id="rId7"/>
    <p:sldId id="312" r:id="rId8"/>
    <p:sldId id="302" r:id="rId9"/>
    <p:sldId id="303" r:id="rId10"/>
    <p:sldId id="304" r:id="rId11"/>
    <p:sldId id="305" r:id="rId12"/>
    <p:sldId id="310" r:id="rId13"/>
    <p:sldId id="306" r:id="rId14"/>
    <p:sldId id="309" r:id="rId15"/>
    <p:sldId id="307" r:id="rId16"/>
    <p:sldId id="308" r:id="rId17"/>
    <p:sldId id="311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313" r:id="rId29"/>
    <p:sldId id="314" r:id="rId30"/>
    <p:sldId id="315" r:id="rId31"/>
    <p:sldId id="316" r:id="rId32"/>
    <p:sldId id="317" r:id="rId33"/>
    <p:sldId id="318" r:id="rId34"/>
    <p:sldId id="319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4061" autoAdjust="0"/>
  </p:normalViewPr>
  <p:slideViewPr>
    <p:cSldViewPr snapToGrid="0">
      <p:cViewPr varScale="1">
        <p:scale>
          <a:sx n="70" d="100"/>
          <a:sy n="70" d="100"/>
        </p:scale>
        <p:origin x="1086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customXml" Target="../customXml/item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customXml" Target="../customXml/item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38:37.5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17130 0 0,'8'6'85'0'0,"0"0"1"0"0,0 1 0 0 0,-1 0-1 0 0,9 9 1 0 0,3 11 3010 0 0,-9-10-198 0 0,-6-9-932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38:38.4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78 66 16750 0 0,'-8'2'5451'0'0,"8"-2"-5514"0"0,0 0 0 0 0,0 1 0 0 0,0-1 1 0 0,-51-48-15250 0 0,33 27 11578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38:40.2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97 876 0 0,'-31'-97'13226'0'0,"30"109"-12918"0"0,1 0 1 0 0,0-1-1 0 0,1 1 0 0 0,0 0 1 0 0,3 11-1 0 0,0 11 250 0 0,49 798 5855 0 0,-29-638-5544 0 0,-5-52-127 0 0,-11-84-438 0 0,-4-29 8 0 0,2 45 0 0 0,8 9 320 0 0,-14-81-605 0 0,0-11-580 0 0,-1 1 0 0 0,1 0 0 0 0,-2 0 0 0 0,1 0 0 0 0,-4-9 0 0 0,0-6-638 0 0,-13-137-4723 0 0,8 54-2529 0 0,5 64 4364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38:41.3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100 424 120 0 0,'-2'-16'13911'0'0,"28"18"-14138"0"0,22-4 951 0 0,0-2 0 0 0,85-18 0 0 0,93-37 268 0 0,-181 46-840 0 0,760-227 1652 0 0,-572 176-1552 0 0,-200 59-189 0 0,-31 4-86 0 0,9 24 16 0 0,7 87 769 0 0,-5 1 1 0 0,-3 172-1 0 0,7 21 524 0 0,-2-92-344 0 0,-6-77-262 0 0,2 59 408 0 0,-19-15 24 0 0,8-176-1082 0 0,-1 0 0 0 0,1 0 0 0 0,-1 0 0 0 0,0 0 0 0 0,0 0 0 0 0,0 0 0 0 0,0 0 0 0 0,0-1 0 0 0,-1 1 0 0 0,1 0 0 0 0,-1-1 0 0 0,0 1 0 0 0,1-1 0 0 0,-1 1 0 0 0,0-1 0 0 0,-1 0 0 0 0,1 0 0 0 0,0 0 0 0 0,-1 0 0 0 0,1 0 0 0 0,-1-1 0 0 0,1 1 0 0 0,-1-1 0 0 0,-5 2 0 0 0,-4 1-5 0 0,0-1-1 0 0,-1 0 1 0 0,1-1 0 0 0,-24 1-1 0 0,9-1 22 0 0,-184 22-59 0 0,2 9-1 0 0,2 9 0 0 0,-291 99 1 0 0,160 1-67 0 0,216-94 72 0 0,81-35 121 0 0,40-12-114 0 0,-5-28-7980 0 0,6 13 5606 0 0,2-1 0 0 0,0 0 0 0 0,1 1 0 0 0,6-22 0 0 0,1 12-1922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38:41.9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13 204 796 0 0,'1'1'11182'0'0,"5"16"-10920"0"0,-1 23 726 0 0,-1 0 0 0 0,-3 1 0 0 0,-1 0 0 0 0,-10 73 0 0 0,5-58-461 0 0,3-22-349 0 0,1-7 1310 0 0,-5-53-644 0 0,2-18-765 0 0,2 1-1 0 0,2-1 0 0 0,2 1 1 0 0,2-1-1 0 0,2 1 0 0 0,1 0 1 0 0,2 1-1 0 0,3 0 1 0 0,1 0-1 0 0,25-54 0 0 0,-36 91-80 0 0,0 1-1 0 0,0 0 0 0 0,0 0 1 0 0,1 0-1 0 0,-1 0 1 0 0,1 0-1 0 0,0 0 0 0 0,0 1 1 0 0,0-1-1 0 0,1 1 0 0 0,-1 0 1 0 0,1 0-1 0 0,0 0 0 0 0,0 1 1 0 0,0-1-1 0 0,7-2 1 0 0,-7 6 0 0 0,0 0 1 0 0,0 1 0 0 0,0 0 0 0 0,0-1 0 0 0,0 1-1 0 0,-1 1 1 0 0,1-1 0 0 0,-1 0 0 0 0,0 1-1 0 0,5 4 1 0 0,3 4 11 0 0,0 1 0 0 0,-1 1 0 0 0,0 0 0 0 0,0 0 1 0 0,-2 1-1 0 0,0 0 0 0 0,9 20 0 0 0,37 114-362 0 0,-41-106-233 0 0,-11-38 445 0 0,22 71-2391 0 0,-11-25-3395 0 0,-13-45 4635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38:42.3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27 134 252 0 0,'-24'7'11803'0'0,"22"-8"-11396"0"0,6-8 2959 0 0,15-3-4070 0 0,117-41 1689 0 0,-64 27-3423 0 0,-3-4-4970 0 0,-51 20 3885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38:43.2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43 652 0 0,'-5'-43'17808'0'0,"6"60"-14329"0"0,18 68-2927 0 0,-5-26 769 0 0,15 120 0 0 0,-28-166-1108 0 0,9 30 759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38:44.7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38 944 0 0,'-24'-37'14637'0'0,"23"40"-14535"0"0,0 0 0 0 0,0 0 1 0 0,0 0-1 0 0,1 0 0 0 0,-1 0 0 0 0,1 0 1 0 0,0 0-1 0 0,0 0 0 0 0,0 0 0 0 0,1 0 1 0 0,-1 1-1 0 0,1 3 0 0 0,7 55 352 0 0,29 261 1552 0 0,10 64 636 0 0,-11-105-151 0 0,-25-172-1588 0 0,3-22-246 0 0,-8-56-375 0 0,-1 1 0 0 0,1 40-1 0 0,2 30 485 0 0,-10-102-1374 0 0,-2-10-319 0 0,-9-32-2239 0 0,-4-22-3785 0 0,10 30-161 0 0,3 7 2102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38:46.2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1 588 72 0 0,'0'0'6213'0'0,"23"-16"-4781"0"0,10 4-561 0 0,57-12 0 0 0,-18 6-366 0 0,424-114 1757 0 0,-5 1-750 0 0,214-66 766 0 0,-579 170-2104 0 0,9-2 619 0 0,-133 28-686 0 0,-1 1-90 0 0,-1 0 1 0 0,1 0 0 0 0,-1 0 0 0 0,0-1 0 0 0,1 1 0 0 0,-1 0 0 0 0,1 0-1 0 0,-1 0 1 0 0,1 0 0 0 0,-1 0 0 0 0,1 0 0 0 0,-1 0 0 0 0,1 1-1 0 0,-1-1 1 0 0,1 0 0 0 0,-1 0 0 0 0,1 0 0 0 0,-1 0 0 0 0,1 0 0 0 0,-1 1-1 0 0,0-1 1 0 0,1 0 0 0 0,-1 0 0 0 0,1 1 0 0 0,-1-1 0 0 0,0 0-1 0 0,1 1 1 0 0,-1-1 0 0 0,0 0 0 0 0,1 1 0 0 0,-1-1 0 0 0,0 1 0 0 0,0-1-1 0 0,0 1 1 0 0,1-1 0 0 0,-1 0 0 0 0,0 1 0 0 0,0-1 0 0 0,0 1 0 0 0,0-1-1 0 0,0 1 1 0 0,1-1 0 0 0,-1 1 0 0 0,0-1 0 0 0,0 1 0 0 0,0-1-1 0 0,-1 1 1 0 0,1-1 0 0 0,0 1 0 0 0,0-1 0 0 0,0 1 0 0 0,0-1 0 0 0,0 0-1 0 0,0 1 1 0 0,-1-1 0 0 0,1 1 0 0 0,-4 12 69 0 0,1 1 0 0 0,1-1 0 0 0,0 1-1 0 0,0-1 1 0 0,2 1 0 0 0,-1-1 0 0 0,4 21 0 0 0,-2 4 81 0 0,-1 70 624 0 0,24 187 1 0 0,31 10 668 0 0,-26-60-374 0 0,-17-119-494 0 0,-7-54 42 0 0,-8 137 0 0 0,1-185-527 0 0,-2-2 0 0 0,-1 1 0 0 0,0 0 0 0 0,-2-1 0 0 0,-10 23 0 0 0,12-36-85 0 0,0 0 0 0 0,0 0 1 0 0,-1-1-1 0 0,-1 0 1 0 0,1 0-1 0 0,-1 0 0 0 0,0-1 1 0 0,-1 0-1 0 0,0 0 1 0 0,0-1-1 0 0,-1 0 0 0 0,1 0 1 0 0,-1-1-1 0 0,0-1 1 0 0,-1 1-1 0 0,-13 4 0 0 0,-20 5-2 0 0,0-1 0 0 0,-66 10 0 0 0,69-16-3 0 0,-164 31-66 0 0,-218 51-153 0 0,-59 8 114 0 0,23-8 36 0 0,407-80 260 0 0,50-9-138 0 0,-13 1 549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38:47.2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122 439 188 0 0,'-3'-8'748'0'0,"0"1"-1"0"0,1-1 1 0 0,0 0 0 0 0,0 0-1 0 0,1 1 1 0 0,0-1-1 0 0,0 0 1 0 0,1 0 0 0 0,1-16-1 0 0,-1 13 334 0 0,0-1-1 0 0,0 0 0 0 0,-4-20 0 0 0,2 24-789 0 0,-9-25 4063 0 0,11 33-4321 0 0,0 0 0 0 0,0 0 1 0 0,0 0-1 0 0,0 0 1 0 0,0 0-1 0 0,0 0 0 0 0,0 0 1 0 0,-1-1-1 0 0,1 1 0 0 0,0 0 1 0 0,0 0-1 0 0,0 0 1 0 0,0 0-1 0 0,0 0 0 0 0,0 0 1 0 0,-1 0-1 0 0,1 0 1 0 0,0 0-1 0 0,0 0 0 0 0,0 0 1 0 0,0 0-1 0 0,0 0 1 0 0,0 0-1 0 0,-1 0 0 0 0,1 0 1 0 0,0 0-1 0 0,0 0 1 0 0,0 0-1 0 0,0 0 0 0 0,0 0 1 0 0,-1 0-1 0 0,1 0 1 0 0,0 0-1 0 0,0 0 0 0 0,0 0 1 0 0,0 0-1 0 0,0 0 0 0 0,0 0 1 0 0,-1 0-1 0 0,1 0 1 0 0,0 1-1 0 0,0-1 0 0 0,0 0 1 0 0,0 0-1 0 0,0 0 1 0 0,0 0-1 0 0,0 0 0 0 0,0 0 1 0 0,0 0-1 0 0,0 1 1 0 0,0-1-1 0 0,-1 0 0 0 0,1 0 1 0 0,0 0-1 0 0,0 0 1 0 0,0 0-1 0 0,-6 23 94 0 0,-15 164 867 0 0,6-28 59 0 0,9-135-586 0 0,6-25-452 0 0,0 1-1 0 0,0 0 1 0 0,0 0 0 0 0,0 0 0 0 0,0 0 0 0 0,0 0-1 0 0,0 0 1 0 0,0 0 0 0 0,0 0 0 0 0,0-1-1 0 0,0 1 1 0 0,0 0 0 0 0,0 0 0 0 0,0 0 0 0 0,0 0-1 0 0,0 0 1 0 0,0 0 0 0 0,0-1 0 0 0,0 1-1 0 0,0 0 1 0 0,0 0 0 0 0,0 0 0 0 0,0 0-1 0 0,0 0 1 0 0,0 0 0 0 0,0 0 0 0 0,0 0 0 0 0,0 0-1 0 0,0-1 1 0 0,-1 1 0 0 0,1 0 0 0 0,0 0-1 0 0,0 0 1 0 0,0 0 0 0 0,0 0 0 0 0,0 0 0 0 0,0 0-1 0 0,0 0 1 0 0,0 0 0 0 0,-1 0 0 0 0,1 0-1 0 0,0 0 1 0 0,0 0 0 0 0,0 0 0 0 0,0 0-1 0 0,0 0 1 0 0,0 0 0 0 0,0 0 0 0 0,-1 0 0 0 0,1 0-1 0 0,0 0 1 0 0,0 0 0 0 0,0 0 0 0 0,0 0-1 0 0,0 0 1 0 0,0 0 0 0 0,0 0 0 0 0,-1 0 0 0 0,1 0-1 0 0,0 0 1 0 0,0 0 0 0 0,0 0 0 0 0,0 0-1 0 0,0 0 1 0 0,0 1 0 0 0,0-1 0 0 0,0 0-1 0 0,0 0 1 0 0,-1 0 0 0 0,-5-44 1641 0 0,4 25-1905 0 0,-21-229 411 0 0,23 210-184 0 0,0 1 1 0 0,3-1-1 0 0,1 1 0 0 0,15-62 1 0 0,2 36-153 0 0,-21 63 170 0 0,0-1 1 0 0,0 1 0 0 0,1 0-1 0 0,-1 0 1 0 0,0-1-1 0 0,0 1 1 0 0,0 0-1 0 0,1 0 1 0 0,-1-1 0 0 0,0 1-1 0 0,0 0 1 0 0,0 0-1 0 0,1 0 1 0 0,-1 0-1 0 0,0-1 1 0 0,0 1 0 0 0,1 0-1 0 0,-1 0 1 0 0,0 0-1 0 0,0 0 1 0 0,1 0-1 0 0,-1 0 1 0 0,0 0 0 0 0,1 0-1 0 0,-1-1 1 0 0,0 1-1 0 0,1 0 1 0 0,-1 0-1 0 0,0 1 1 0 0,0-1 0 0 0,1 0-1 0 0,-1 0 1 0 0,0 0-1 0 0,1 0 1 0 0,-1 0-1 0 0,0 0 1 0 0,0 0 0 0 0,1 0-1 0 0,-1 0 1 0 0,0 1-1 0 0,0-1 1 0 0,1 0-1 0 0,7 4-2 0 0,0 0 0 0 0,0 1 0 0 0,-1 0 0 0 0,0 0 0 0 0,0 1-1 0 0,0-1 1 0 0,0 2 0 0 0,-1-1 0 0 0,0 1 0 0 0,-1 0-1 0 0,1 0 1 0 0,5 11 0 0 0,6 13 85 0 0,24 62 0 0 0,-22-48-9 0 0,-4-3 20 0 0,-2 0 0 0 0,10 54 0 0 0,4 16-35 0 0,-20-78-256 0 0,-6-27-116 0 0,0 0 1 0 0,0-1-1 0 0,1 1 1 0 0,0-1-1 0 0,0 1 0 0 0,4 7 1 0 0,-6-13 43 0 0,1 0 0 0 0,-1 0 0 0 0,1 0 0 0 0,-1 0 0 0 0,1-1 0 0 0,-1 1 0 0 0,1 0 1 0 0,-1 0-1 0 0,1-1 0 0 0,0 1 0 0 0,-1 0 0 0 0,1-1 0 0 0,0 1 0 0 0,0 0 0 0 0,-1-1 1 0 0,1 1-1 0 0,0-1 0 0 0,0 0 0 0 0,0 1 0 0 0,0-1 0 0 0,1 1 0 0 0,0-2 7 0 0,-1 1 0 0 0,0-1-1 0 0,0 1 1 0 0,0-1-1 0 0,0 1 1 0 0,1-1 0 0 0,-1 0-1 0 0,0 0 1 0 0,0 1 0 0 0,0-1-1 0 0,-1 0 1 0 0,1 0 0 0 0,0 0-1 0 0,0 0 1 0 0,0 0-1 0 0,-1 0 1 0 0,1-1 0 0 0,0 1-1 0 0,-1 0 1 0 0,1-2 0 0 0,4-5-3448 0 0,0-1 286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38:47.6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32 138 560 0 0,'-2'0'489'0'0,"1"1"1"0"0,0-1-1 0 0,-1 1 1 0 0,1-1-1 0 0,-1 1 0 0 0,1-1 1 0 0,-1 0-1 0 0,1 0 0 0 0,-1 0 1 0 0,1 0-1 0 0,-1 0 1 0 0,0 0-1 0 0,1 0 0 0 0,-1-1 1 0 0,1 1-1 0 0,0 0 0 0 0,-1-1 1 0 0,-2-1-1 0 0,4 1-350 0 0,1 0 1 0 0,-1 0-1 0 0,1 0 0 0 0,-1 0 0 0 0,1 0 0 0 0,-1 0 1 0 0,1 0-1 0 0,-1 0 0 0 0,1 1 0 0 0,0-1 0 0 0,0 0 0 0 0,0 0 1 0 0,-1 0-1 0 0,1 1 0 0 0,0-1 0 0 0,0 1 0 0 0,0-1 1 0 0,1 0-1 0 0,62-34 12 0 0,119-30-3739 0 0,-147 52-896 0 0,-19 5 1906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38:48.0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38 108 0 0,'0'0'2984'0'0,"1"-27"4466"0"0,0 26-6922 0 0,-1 1-436 0 0,0-1 1 0 0,0 1-1 0 0,0 0 1 0 0,0-1 0 0 0,1 1-1 0 0,-1-1 1 0 0,0 1-1 0 0,0-1 1 0 0,0 1 0 0 0,0 0-1 0 0,1-1 1 0 0,-1 1-1 0 0,0 0 1 0 0,0-1-1 0 0,1 1 1 0 0,-1 0 0 0 0,0-1-1 0 0,1 1 1 0 0,-1 0-1 0 0,0-1 1 0 0,1 1 0 0 0,-1 0-1 0 0,1 0 1 0 0,-1 0-1 0 0,0-1 1 0 0,1 1-1 0 0,-1 0 1 0 0,1 0 0 0 0,-1 0-1 0 0,0 0 1 0 0,1 0-1 0 0,-1 0 1 0 0,1 0 0 0 0,0 0-1 0 0,23 1 720 0 0,20 13-699 0 0,-39-12-104 0 0,-1-1 0 0 0,0 2 0 0 0,0-1-1 0 0,0 0 1 0 0,-1 1 0 0 0,1 0 0 0 0,0 0 0 0 0,-1 0 0 0 0,0 0 0 0 0,0 1 0 0 0,0-1 0 0 0,0 1 0 0 0,0 0 0 0 0,-1-1 0 0 0,1 1 0 0 0,-1 1 0 0 0,0-1 0 0 0,-1 0-1 0 0,1 0 1 0 0,-1 1 0 0 0,1-1 0 0 0,-1 1 0 0 0,-1-1 0 0 0,1 1 0 0 0,-1-1 0 0 0,1 1 0 0 0,-1 0 0 0 0,-1-1 0 0 0,0 10 0 0 0,-1-4 5 0 0,0 0-1 0 0,0 1 1 0 0,-1-1 0 0 0,-1 0 0 0 0,1 0 0 0 0,-1-1-1 0 0,-1 1 1 0 0,0-1 0 0 0,0 0 0 0 0,-1 0 0 0 0,0-1-1 0 0,-10 11 1 0 0,-25 32 4717 0 0,65-63-4207 0 0,28-15 174 0 0,0 3 1 0 0,64-21 0 0 0,-91 30-370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38:49.3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21 129 348 0 0,'-21'13'16537'0'0,"26"-11"-16443"0"0,0-1 1 0 0,0 0 0 0 0,0 0-1 0 0,0-1 1 0 0,0 1-1 0 0,0-1 1 0 0,0 0-1 0 0,0 0 1 0 0,9-2 0 0 0,12 0 114 0 0,88 1 753 0 0,179-26 1 0 0,-239 15-432 0 0,-2-1 0 0 0,62-26-1 0 0,-2 1 315 0 0,-75 25-621 0 0,-35 13-155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38:50.1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17 147 268 0 0,'-16'10'13727'0'0,"41"-8"-13212"0"0,0-2 1 0 0,0-1 0 0 0,0-1 0 0 0,0-1 0 0 0,43-11-1 0 0,16-1 131 0 0,-15 2-264 0 0,-1-2-1 0 0,120-45 1 0 0,-91 25-1800 0 0,-94 35 1104 0 0,0 1 1 0 0,-1 0 0 0 0,1-1 0 0 0,0 1 0 0 0,-1 0-1 0 0,1 1 1 0 0,-1-1 0 0 0,0 0 0 0 0,1 1 0 0 0,2 2-1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38:50.8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1 532 0 0,'0'0'7685'0'0,"15"14"-9867"0"0,-3-14-803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38:51.5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0 301 96 0 0,'0'0'8503'0'0,"15"4"-7584"0"0,24-6-307 0 0,-1-2 0 0 0,38-10 0 0 0,7 1-142 0 0,428-75 1581 0 0,-335 55-1343 0 0,-162 30-658 0 0,58-9 648 0 0,-1-3 0 0 0,-1-3 0 0 0,84-33-1 0 0,-126 39-820 0 0,-1 1-1 0 0,2 2 1 0 0,50-10-1 0 0,-77 18-502 0 0,-24 9-8015 0 0,14-4 7278 0 0,-15 1-2181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38:54.9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5040 14 668 0 0,'2'-9'4810'0'0,"-2"9"-4703"0"0,-15-4 1356 0 0,-22 4-939 0 0,-501 105 123 0 0,347-62-827 0 0,-1085 211-1430 0 0,611-126 593 0 0,94-17 82 0 0,-340 108-230 0 0,677-147 724 0 0,24 2 114 0 0,189-67 359 0 0,1 2-1 0 0,0 0 1 0 0,-35 23-1 0 0,16-9 23 0 0,19-13 26 0 0,1 1-1 0 0,0 1 0 0 0,0 1 0 0 0,1 1 1 0 0,1 0-1 0 0,0 1 0 0 0,1 1 0 0 0,-24 31 1 0 0,31-32 47 0 0,2 1 1 0 0,0 0 0 0 0,0 0-1 0 0,2 1 1 0 0,0-1 0 0 0,1 1-1 0 0,1 0 1 0 0,0 1-1 0 0,0 24 1 0 0,3 20 242 0 0,8 81 1 0 0,-2-78-177 0 0,25 306 739 0 0,7 97 90 0 0,7-126 8 0 0,-29-278-702 0 0,3-2 1 0 0,2 0-1 0 0,33 65 0 0 0,126 325 946 0 0,-137-295-1013 0 0,2 22-57 0 0,-33-117-180 0 0,-11-47-11 0 0,2 0 1 0 0,0 1 0 0 0,0-2-1 0 0,2 1 1 0 0,-1 0 0 0 0,2-1-1 0 0,8 15 1 0 0,-12-27-6 0 0,0 1-1 0 0,0-1 0 0 0,1 0 1 0 0,-1 0-1 0 0,1-1 1 0 0,-1 1-1 0 0,1 0 1 0 0,0-1-1 0 0,0 0 1 0 0,0 1-1 0 0,0-1 1 0 0,0-1-1 0 0,0 1 0 0 0,0 0 1 0 0,0-1-1 0 0,0 1 1 0 0,0-1-1 0 0,0 0 1 0 0,1 0-1 0 0,5-1 1 0 0,70-10 50 0 0,-67 9-49 0 0,630-137 84 0 0,-348 88-73 0 0,405-91-53 0 0,-409 63-24 0 0,262-77-69 0 0,38 1-38 0 0,-479 129 107 0 0,155-44 1 0 0,56-18 41 0 0,91-22 0 0 0,-165 50 9 0 0,224-39-7 0 0,-374 86 9 0 0,195-29-27 0 0,-247 29 99 0 0,-44 12-55 0 0,0 0 1 0 0,0 0 0 0 0,0 0-1 0 0,-1 0 1 0 0,1 0 0 0 0,0 0-1 0 0,-1-1 1 0 0,1 1 0 0 0,-1 0-1 0 0,1-1 1 0 0,-1 1 0 0 0,0-1-1 0 0,0 0 1 0 0,1 0 0 0 0,-1 1-1 0 0,0-1 1 0 0,-1 0-1 0 0,2-3 1 0 0,5-29 221 0 0,-2-1-1 0 0,-2 0 1 0 0,-1-65-1 0 0,-2 78-157 0 0,-15-267 594 0 0,5 135-341 0 0,5 62-181 0 0,-4 1 1 0 0,-4 0-1 0 0,-39-145 0 0 0,3 67 71 0 0,-44-283 0 0 0,36 114 817 0 0,46 288-628 0 0,-30-81-1 0 0,28 93-283 0 0,-32-84 126 0 0,-65-125 0 0 0,102 230-253 0 0,-1 1-1 0 0,-1 0 1 0 0,0 0-1 0 0,-25-28 1 0 0,27 37-14 0 0,1 1 0 0 0,-1 0 1 0 0,-1 0-1 0 0,1 1 0 0 0,-1 0 0 0 0,0 0 1 0 0,0 1-1 0 0,0 0 0 0 0,-1 0 0 0 0,0 1 1 0 0,1 1-1 0 0,-1 0 0 0 0,0 0 0 0 0,0 1 1 0 0,0 0-1 0 0,0 0 0 0 0,-12 2 0 0 0,-23 2-255 0 0,-1 1-1 0 0,-68 17 0 0 0,71-13-54 0 0,-297 67-2546 0 0,113-19-4195 0 0,143-35 3587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38:56.2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6 182 128 0 0,'14'-48'8762'0'0,"-11"68"-6127"0"0,3 31-2156 0 0,-2 5 31 0 0,-2 0 1 0 0,-7 58 0 0 0,1 8 210 0 0,0-86-61 0 0,-1-32 20 0 0,0-20-467 0 0,-1-27-126 0 0,3-1 0 0 0,1 0 0 0 0,4-54 0 0 0,1 1-172 0 0,-3 84 84 0 0,4-99-51 0 0,-3 98 22 0 0,1 0 1 0 0,0 1-1 0 0,1-1 1 0 0,1 1-1 0 0,0 0 0 0 0,7-14 1 0 0,-11 26 23 0 0,1 0 1 0 0,-1 0-1 0 0,1 0 1 0 0,0 0 0 0 0,-1 0-1 0 0,1 0 1 0 0,0 0-1 0 0,0 0 1 0 0,0 0-1 0 0,0 0 1 0 0,0 0-1 0 0,0 1 1 0 0,0-1-1 0 0,0 0 1 0 0,0 1-1 0 0,0-1 1 0 0,0 1 0 0 0,1-1-1 0 0,-1 1 1 0 0,0-1-1 0 0,0 1 1 0 0,1 0-1 0 0,-1 0 1 0 0,0 0-1 0 0,0 0 1 0 0,1 0-1 0 0,-1 0 1 0 0,0 0 0 0 0,0 0-1 0 0,1 0 1 0 0,-1 0-1 0 0,0 1 1 0 0,0-1-1 0 0,0 1 1 0 0,1-1-1 0 0,-1 1 1 0 0,0-1-1 0 0,0 1 1 0 0,0-1 0 0 0,0 1-1 0 0,0 0 1 0 0,0 0-1 0 0,0 0 1 0 0,2 1-1 0 0,4 5 18 0 0,1 0-1 0 0,-1 0 1 0 0,0 0-1 0 0,10 14 1 0 0,22 33 122 0 0,57 104 1 0 0,-82-130-657 0 0,-1 0-1 0 0,-2 1 1 0 0,0 0-1 0 0,-2 1 1 0 0,-2 0 0 0 0,5 34-1 0 0,-8-47-666 0 0,-1 8-4220 0 0,-1-14 2238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38:56.5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19 278 1148 0 0,'-2'-1'452'0'0,"1"0"0"0"0,0 1 0 0 0,0-1 0 0 0,0 0-1 0 0,-5-3 1809 0 0,5 3-1808 0 0,1-1-1 0 0,-1 1 1 0 0,0 0 0 0 0,0 0 0 0 0,1 0 0 0 0,-1-1 0 0 0,0 0 0 0 0,26-17-201 0 0,2 1 0 0 0,0 2 1 0 0,0 0-1 0 0,2 2 0 0 0,0 2 1 0 0,44-15-1 0 0,-24 9-1238 0 0,58-30 0 0 0,-12-2-3497 0 0,-48 30 1905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38:56.9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162 94 620 0 0,'10'8'8386'0'0,"-9"-8"-8075"0"0,135-54 529 0 0,-45 15-6557 0 0,-72 31 3221 0 0</inkml:trace>
  <inkml:trace contextRef="#ctx0" brushRef="#br0" timeOffset="1">36 397 248 0 0,'-9'7'1056'0'0,"-3"-3"-60"0"0,-2 1 3169 0 0,40-17-3609 0 0,-1 2-168 0 0,16-10-192 0 0,1 0-192 0 0,5 0-188 0 0,-4-4-112 0 0,4-3-120 0 0,0-3-172 0 0,-4 5-437 0 0,2-5-1103 0 0,-5 3 488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38:57.2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30 185 316 0 0,'-1'1'254'0'0,"0"-1"1"0"0,0 1-1 0 0,0-1 0 0 0,1 1 0 0 0,-1-1 1 0 0,0 1-1 0 0,0 0 0 0 0,0-1 0 0 0,0 1 1 0 0,1 0-1 0 0,-1-1 0 0 0,0 1 0 0 0,1 0 1 0 0,-1 0-1 0 0,1 0 0 0 0,-1 0 0 0 0,1 0 1 0 0,-1 0-1 0 0,1 0 0 0 0,-1 0 1 0 0,1 0-1 0 0,0 0 0 0 0,0 0 0 0 0,-1 0 1 0 0,1 0-1 0 0,0 2 0 0 0,-12 39 1338 0 0,10 0-220 0 0,2 0 0 0 0,7 54-1 0 0,0 27 779 0 0,-11-285-1784 0 0,0-130-995 0 0,11 236 708 0 0,-6 53-70 0 0,-1 0-1 0 0,1 1 0 0 0,0-1 0 0 0,0 0 0 0 0,0 0 1 0 0,0 1-1 0 0,1-1 0 0 0,-1 0 0 0 0,1 1 0 0 0,0 0 0 0 0,0-1 1 0 0,-1 1-1 0 0,1 0 0 0 0,1 0 0 0 0,2-3 0 0 0,-3 5-3 0 0,0-1-1 0 0,0 1 0 0 0,0 0 0 0 0,0 0 0 0 0,0 0 0 0 0,-1 1 0 0 0,1-1 0 0 0,0 0 1 0 0,0 1-1 0 0,0-1 0 0 0,-1 1 0 0 0,1-1 0 0 0,0 1 0 0 0,-1 0 0 0 0,1 0 1 0 0,0 0-1 0 0,-1 0 0 0 0,1 0 0 0 0,-1 0 0 0 0,3 2 0 0 0,27 25 69 0 0,1 9-2 0 0,-2 1 0 0 0,-2 1-1 0 0,32 58 1 0 0,-43-63-894 0 0,20 53 1 0 0,-29-63-1003 0 0,-1 1 0 0 0,8 48 1 0 0,-15-57-1322 0 0,1-2 243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38:57.6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14 170 1136 0 0,'0'0'183'0'0,"-1"0"0"0"0,0-1 0 0 0,1 1-1 0 0,-1 0 1 0 0,1 0 0 0 0,-1 0 0 0 0,0 0 0 0 0,1-1 0 0 0,-1 1-1 0 0,1 0 1 0 0,-1-1 0 0 0,1 1 0 0 0,-1 0 0 0 0,1-1-1 0 0,-1 1 1 0 0,1-1 0 0 0,-1 1 0 0 0,1-1 0 0 0,-1 1 0 0 0,1-1-1 0 0,0 1 1 0 0,-1-1 0 0 0,1 1 0 0 0,0-1 0 0 0,0 1 0 0 0,-1-1-1 0 0,1 1 1 0 0,0-1 0 0 0,0-1 0 0 0,19-13 1391 0 0,-5 7-1183 0 0,1 1-1 0 0,-1 1 1 0 0,1 1 0 0 0,19-5 0 0 0,4-2 6 0 0,6-2-155 0 0,84-14 0 0 0,-42 12-1808 0 0,-1-8-3382 0 0,-56 13 2404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38:57.9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0 142 524 0 0,'8'17'7491'0'0,"-3"25"-5610"0"0,-3-23-926 0 0,3 1-335 0 0,1 0 1 0 0,14 35-1 0 0,9 3-3046 0 0,-23-42-3220 0 0</inkml:trace>
  <inkml:trace contextRef="#ctx0" brushRef="#br0" timeOffset="1">269 127 176 0 0,'-9'-27'7516'0'0,"0"-4"-994"0"0,9 29-6445 0 0,0 0 0 0 0,0 0 0 0 0,0 0 0 0 0,0 0 0 0 0,0 0 1 0 0,1 0-1 0 0,-1 1 0 0 0,1-1 0 0 0,-1 0 0 0 0,1 0 0 0 0,0 0 0 0 0,0 1 1 0 0,-1-1-1 0 0,1 0 0 0 0,2-2 0 0 0,25-23-4368 0 0,-16 17-491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38:58.3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53 208 588 0 0,'-3'1'321'0'0,"0"1"-1"0"0,0 0 1 0 0,0 1-1 0 0,0-1 1 0 0,1 0-1 0 0,-1 1 1 0 0,0 0 0 0 0,1-1-1 0 0,0 1 1 0 0,0 0-1 0 0,0 0 1 0 0,0 0-1 0 0,0 0 1 0 0,1 1 0 0 0,-1-1-1 0 0,1 0 1 0 0,0 1-1 0 0,0-1 1 0 0,0 1-1 0 0,1 0 1 0 0,-1 4 0 0 0,-2 8 347 0 0,2-1 0 0 0,0 1 1 0 0,2 24-1 0 0,21 108 2069 0 0,-13-101-1622 0 0,-3 1 1 0 0,2 52-1 0 0,-19-174-1032 0 0,2 24-143 0 0,5 17 53 0 0,-9-61-14 0 0,4 0-1 0 0,4-1 1 0 0,8-96 0 0 0,-2 177 115 0 0,1 0 1 0 0,1 0-1 0 0,4-16 0 0 0,-6 30-89 0 0,-1-1 0 0 0,1 1 0 0 0,-1 0 0 0 0,1-1 0 0 0,0 1 0 0 0,-1 0-1 0 0,1 0 1 0 0,0 0 0 0 0,-1-1 0 0 0,1 1 0 0 0,0 0 0 0 0,0 0 0 0 0,-1 0 0 0 0,1 0 0 0 0,0 0 0 0 0,-1 0 0 0 0,1 0 0 0 0,0 0 0 0 0,-1 1 0 0 0,1-1 0 0 0,0 0 0 0 0,-1 0 0 0 0,1 1 0 0 0,0-1-1 0 0,-1 0 1 0 0,1 1 0 0 0,-1-1 0 0 0,1 0 0 0 0,0 1 0 0 0,-1-1 0 0 0,1 1 0 0 0,-1-1 0 0 0,1 2 0 0 0,22 14 71 0 0,-2 8-6 0 0,-1 1-1 0 0,-1 0 1 0 0,-1 1 0 0 0,-1 2 0 0 0,-1-1-1 0 0,15 40 1 0 0,-16-36-26 0 0,6 11-878 0 0,22 70 1 0 0,-37-93-244 0 0,-1 0 0 0 0,-1 0 1 0 0,3 32-1 0 0,-8-14-4619 0 0,2-23 2425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38:58.6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69 196 1088 0 0,'-17'-1'2058'0'0,"14"2"-1540"0"0,0-1-1 0 0,1 0 0 0 0,-1 0 0 0 0,0 0 0 0 0,1 0 0 0 0,-1 0 0 0 0,0-1 1 0 0,1 1-1 0 0,-1-1 0 0 0,1 0 0 0 0,-1 1 0 0 0,1-1 0 0 0,-1 0 1 0 0,1-1-1 0 0,-1 1 0 0 0,1 0 0 0 0,-4-4 0 0 0,6 5-428 0 0,0-1 1 0 0,-1 0-1 0 0,1 1 0 0 0,0-1 0 0 0,0 0 0 0 0,0 1 1 0 0,0-1-1 0 0,0 0 0 0 0,0 0 0 0 0,0 1 0 0 0,0-1 1 0 0,0 0-1 0 0,0 1 0 0 0,0-1 0 0 0,0 0 0 0 0,1 1 1 0 0,-1-1-1 0 0,0 0 0 0 0,1 1 0 0 0,-1-1 0 0 0,0 0 1 0 0,1 1-1 0 0,-1-1 0 0 0,0 1 0 0 0,1-1 0 0 0,-1 1 1 0 0,2-2-1 0 0,18-14 220 0 0,-14 11-76 0 0,22-13-752 0 0,0 1 0 0 0,1 1 1 0 0,1 2-1 0 0,51-18 0 0 0,-21 9-2912 0 0,-32 11-153 0 0,-3 2 274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38:59.0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1 664 0 0,'-5'2'9960'0'0,"9"-1"-9934"0"0,-1 0 1 0 0,0 0 0 0 0,1 0 0 0 0,-1 0 0 0 0,0 1 0 0 0,0-1 0 0 0,0 1-1 0 0,0 0 1 0 0,0 0 0 0 0,0 0 0 0 0,-1 0 0 0 0,1 0 0 0 0,-1 1-1 0 0,1-1 1 0 0,-1 1 0 0 0,3 3 0 0 0,-2 0-16 0 0,1 0-1 0 0,-1 1 1 0 0,1-1-1 0 0,-2 1 1 0 0,1 0-1 0 0,-1 0 1 0 0,2 9-1 0 0,-1 5-25 0 0,-1-1 0 0 0,0 1 0 0 0,-2-1 0 0 0,-3 36-1 0 0,2 42 243 0 0,2-52 417 0 0,-1-45-597 0 0,-1 0-1 0 0,1 0 1 0 0,0 0-1 0 0,0-1 1 0 0,1 1 0 0 0,-1 0-1 0 0,0 0 1 0 0,0 0-1 0 0,0 0 1 0 0,0-1-1 0 0,1 1 1 0 0,-1 0 0 0 0,0 0-1 0 0,1-1 1 0 0,-1 1-1 0 0,1 0 1 0 0,-1 0 0 0 0,1-1-1 0 0,-1 1 1 0 0,1-1-1 0 0,-1 1 1 0 0,1 0-1 0 0,0-1 1 0 0,-1 1 0 0 0,1-1-1 0 0,0 1 1 0 0,0-1-1 0 0,-1 0 1 0 0,3 1-1 0 0,-1 0 9 0 0,0-1-1 0 0,1 0 0 0 0,-1 0 1 0 0,1 0-1 0 0,-1 0 0 0 0,1 0 1 0 0,-1 0-1 0 0,1-1 1 0 0,-1 1-1 0 0,4-2 0 0 0,59-27 197 0 0,-59 26-187 0 0,15-8-422 0 0,7-3 102 0 0,36-25-1 0 0,-57 34-867 0 0,0 0 0 0 0,-1 0 1 0 0,0-1-1 0 0,0 0 0 0 0,-1 0 1 0 0,6-7-1 0 0,-5 4-1988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09:04:10.9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18685 13326 8 0,'-7'-8'101'0,"7"8"-12"0,0 0-2 0,-2-7-1 16,2 7-1-16,0 0 0 0,0 0-7 0,0 0-4 15,0 0 1-15,0 0-12 0,0 0-2 0,-5-6-9 16,5 6-5-16,0 0 3 0,0 0-9 0,0 0 0 16,0 0-9-16,0 0-4 0,0 0 2 0,0 0-2 0,0 0 0 15,0 0-11-15,0 0 3 0,0 0 0 16,0 0 2-16,0 0-8 0,0 0 7 0,0 0-8 15,0 0 0-15,0 0-6 0,5 25 6 0,-5-25-2 16,0 0-4-16,7 9 4 0,-7-9-1 0,7 5-3 0,-7-5 1 16,8 6-5-16,-8-6 3 0,10 3 1 0,2-2-3 15,-12-1 2-15,28-3 5 0,-3-5-2 0,-3-2-2 16,5-2-6-16,0-4 2 0,9-10 2 0,2 0-2 16,-4 0 0-16,5-1-5 0,-5 0 1 0,-8 10-1 15,10-9-5-15,-11 7 1 0,-2 0-7 0,3-1 5 16,-3 2-7-16,-2 1-1 0,0 2 1 0,2 0-2 15,-8 6 8-15,2 0 3 0,-3 1-9 0,-4 0 11 16,-1 4-1-16,2-2-2 0,-4 2-3 0,-7 4 2 16,13-7 3-16,-8 4-1 0,-5 3 0 0,0 0 5 15,9-6-3-15,-9 6 1 0,0 0 0 0,0 0 3 16,9-3-4-16,-9 3-1 0,0 0 8 0,0 0 1 16,0 0-5-16,0 0 3 0,0 0 7 0,0 0-8 15,0 0-5-15,0 0-1 0,0 0-8 0,0 0-19 16,0 0-23-16,0 0-20 0,0 0-19 0,0 0-88 15,0 0-196-15,0 0 87 0</inkml:trace>
  <inkml:trace contextRef="#ctx0" brushRef="#br0" timeOffset="14814.55">10934 14094 59 0,'0'0'104'0,"0"0"1"16,0 0-6-16,0 0-18 0,0 0 8 0,0 0-3 0,0 0 5 15,0 0-1-15,0 0 2 0,-18 0-4 16,18 0 12-16,0 0-8 0,0 0 3 0,0 0-4 16,0 0 0-16,0 0-3 0,-13 5 3 0,13-5-12 15,0 0-3-15,-15 2-4 0,15-2-3 0,-18-3-5 0,18 3 6 16,-15 0-5-16,15 0 2 0,0 0-1 15,-17-1-3-15,17 1 3 0,0 0-12 0,-11-3-6 0,11 3-1 16,0 0-7-16,0 0-1 0,-9-3-6 16,9 3 0-16,0 0 1 0,0 0-12 0,0 0-5 15,0 0-4-15,0 0-6 0,0 0-4 0,0 0 4 0,0 0-5 16,0 0 2-16,0 0-3 0,18-14 2 0,-4 10-1 16,4-1 4-16,7-2-7 0,-2 1 2 0,-5 1 1 15,1-1 0-15,-1-1 0 0,5 1-2 0,-4 1-2 16,-2-1 1-16,1 3-5 0,-4-2-2 0,5 1-7 15,-5 1-2-15,0 1-10 0,-4 0-9 0,-10 2-10 16,21 0-8-16,-12-3-19 0,-9 3-15 0,14 0-12 16,-14 0-13-16,0 0-15 0,19 1-12 15,-19-1-12-15,9 4-6 0,-9-4-117 0,0 0-297 0,0 0 131 16</inkml:trace>
  <inkml:trace contextRef="#ctx0" brushRef="#br0" timeOffset="15199.38">11131 14012 55 0,'0'0'136'0,"0"0"-7"0,0 0-13 0,0 0-3 16,0 0-9-16,-12 1-10 0,12-1-9 0,0 0-9 15,0 0-8-15,0 0-9 0,0 0-9 0,0 0-1 16,7 14-1-16,-7-14-2 0,6 17-2 0,4-5-4 16,-3 1 2-16,-2 0-10 0,4 0-6 0,0 0 1 15,-4 1-2-15,3 0-2 0,-3-1-3 0,1 1-10 16,-1 0 5-16,2 1 5 0,-4 0-7 0,4 1-5 15,-5-2-16-15,6-1 3 0,-7-1-18 0,1-2-2 16,0 4-9-16,-2-5-1 0,1 1-9 0,-1 0 3 16,-1-2-5-16,0-1 9 0,1-7 5 0,-8 11-1 15,6-7 7-15,-5 1 4 0,7-5 8 0,-13 8 6 16,5-6 22-16,8-2-3 0,-16 3 17 0,16-3 5 16,-16 2 2-16,16-2 9 0,0 0 10 0,-20 0 3 15,20 0 7-15,0 0 3 0,0 0-5 0,-15-4-4 16,15 4-5-16,0 0-3 0,0 0-8 0,0 0-5 15,0 0-2-15,0 0-7 0,0 0 1 0,0 0-4 0,0 0-2 16,23-13-9-16,-10 8 4 0,2-1-9 16,-2-1-8-16,1 1-16 0,0 0-12 0,4 0-11 15,-4 1-27-15,4-4-25 0,-3 4-20 0,1-2-15 16,-4 3-11-16,-3 1-102 0,-4-1-258 0,3-4 115 0</inkml:trace>
  <inkml:trace contextRef="#ctx0" brushRef="#br0" timeOffset="15465.91">11403 13923 32 0,'0'0'181'0,"0"0"-21"0,0 0-18 16,0 0-18-16,-2-9-5 0,2 9-22 0,0 0-9 0,0 0-7 15,0 0-10-15,0 0-19 0,0 0 19 0,5 38-2 16,0-14-2-16,-1-2-5 0,-1 6-3 0,1 1 0 15,0 0 0-15,3 10-5 0,-6-8-1 16,1-5-6-16,2-1-8 0,-4 5 2 0,4-6-2 16,-4 2-5-16,1 1-4 0,-1 0-4 0,4-5 0 0,-3-4-1 15,2 8-15-15,-2-10-18 0,3 0-15 0,0 1-17 16,0-4-25-16,-3 2-25 0,5-3-16 0,-2-4-18 16,0-1-18-16,-3-1-95 0,-1-6-256 0,0 0 113 15</inkml:trace>
  <inkml:trace contextRef="#ctx0" brushRef="#br0" timeOffset="15964.34">11594 14199 146 0,'2'-7'152'0,"-2"7"-24"0,0 0-17 0,0 0-4 15,0 0-15-15,0 0-6 0,0 0-16 0,0 0-3 16,14 30-7-16,-10-16 3 0,1 3-7 0,0-1-1 15,2 1-11-15,-2 2-3 0,-1-3-2 0,2 0-10 16,-6-3 4-16,5 2-4 0,0-3-1 0,0 0-5 16,-2-3-2-16,1-3 4 0,-2-1-4 0,-2-5-4 15,0 9 5-15,0-9-3 0,0 0 7 0,4 9 16 16,-4-9 9-16,0 0-2 0,0 0 6 0,0 0 2 16,0 0-12-16,0 0 1 0,0 0-3 0,-20-18-9 15,11 7-2-15,1-5 0 0,-2-5-4 0,2 4-6 16,-2-5-3-16,-2-2 6 0,6 8-9 0,-2-9-5 0,-1 4-1 15,5 3-1-15,2 1 0 0,2-5-2 16,-3 5-3-16,1-2-1 0,-2 3 0 0,4 3 1 16,1-4-3-16,1 4 1 0,1 0-4 0,1 0-5 15,1-1 3-15,0 4 0 0,2-3 0 0,-2 5 1 0,8 0-3 16,-7-1 2-16,3 4 0 0,-1-2-6 16,1 3 7-16,-9 4 0 0,15-1-1 0,-15 1 3 15,19 3-7-15,-19-3 0 0,14 9 4 0,-4-4 7 16,-4 2-9-16,0 1 2 0,-1-1 1 0,-1 1 2 0,2 0-3 15,-4 1 2-15,-2 4 6 0,-3-1 1 16,-1 2 0-16,2-6-5 0,-3 5 1 0,-2-1 1 16,2 3 0-16,-1-2-4 0,-2-1 2 0,-1-1-8 15,4 3-19-15,-3-2-12 0,-1-2-29 0,0 0-22 16,6-4-19-16,0 0-18 0,3-6-26 0,-8 9-109 0,8-9-284 16,0 0 127-16</inkml:trace>
  <inkml:trace contextRef="#ctx0" brushRef="#br0" timeOffset="16748.9">10102 13666 11 0,'0'0'98'0,"0"0"-20"0,0 0 5 16,0 0-4-16,0 0-6 0,0 0 4 0,0 0-7 16,0 0 4-16,9 24-19 0,-8-15-2 0,2-1 4 15,1 0-7-15,-3 0 3 0,1-1-11 0,-2-7-1 16,8 13-2-16,-4-7-3 0,1 1-1 0,-1-4 7 15,0 4-6-15,-4-7 5 0,15 6-9 0,-15-6 13 16,16 3-5-16,-1-5 10 0,-1-2-1 0,5 0-1 16,8-6 5-16,1-1-8 0,0-4 1 0,10-9-11 15,-12 8-1-15,1 0 1 0,0 0-5 0,-3-1-7 16,-1 2 3-16,0-1-12 0,-1 2 6 0,-7 2-2 16,0 1-11-16,-2 1-8 0,-2 0-5 0,-3 5-10 0,-3-1-24 15,2 2-26-15,-7 4-20 0,6-4-18 16,-6 4-41-16,0 0-91 0,0 0-253 0,0 0 112 15</inkml:trace>
  <inkml:trace contextRef="#ctx0" brushRef="#br0" timeOffset="17356.8">10488 15275 48 0,'0'0'118'0,"0"0"-13"0,-4-8-12 15,4 8-8-15,0 0-5 0,0 0-10 0,0 0 0 16,0 0-1-16,0 0-4 0,0 0-1 0,0 0-11 15,0 0-3-15,0 0-4 0,0 0-2 0,0 0-1 16,-9 19 0-16,9-19-10 0,0 0 1 0,0 0-3 16,-2 7-6-16,2-7-2 0,0 0-5 0,0 0 2 15,0 0-5-15,0 0-3 0,0 0 0 0,0 0 8 16,11 6 7-16,-11-6-3 0,0 0 2 0,26-4-7 16,-11-3 8-16,1 2-9 0,-1-3-3 0,2 0 14 15,-1-4-7-15,1 4-8 0,-2-2 3 0,-2 0-2 16,2 2-7-16,1-2 3 0,-3 3-6 0,-4 2-6 15,3 1 8-15,-4-1 2 0,-1 0 2 0,1 2-6 16,-8 3-2-16,9-7 2 0,-9 7 3 0,0 0-7 16,10-2 10-16,-10 2-7 0,0 0 0 0,0 0 1 15,7-5 3-15,-7 5 2 0,0 0-4 0,0 0 4 16,0 0-6-16,0 0-1 0,0 0-7 0,0 0-9 16,0 0-28-16,0 0-8 0,0 0-18 0,0 0-45 15,0 0-27-15,0 0-87 0,0 0-244 0,0 0 107 16</inkml:trace>
  <inkml:trace contextRef="#ctx0" brushRef="#br0" timeOffset="19464.91">21701 13493 29 0,'-6'8'97'0,"2"2"-22"0,0-3 3 0,-1 6-5 0,0 3-4 16,1-1 1-16,0 0-4 0,-2-1-4 15,6 2-9-15,0 0-2 0,5-2-17 0,-5 3 12 16,5-2 1-16,-1-2-5 0,4 3 3 0,-2-1-1 15,3-2 4-15,1-3-13 0,-1 2-2 0,1-2-5 16,-1 0 2-16,0-5 1 0,-1-1-4 0,3-1 0 0,-11-3 2 16,20 2 4-16,-9-2-11 0,-11 0 5 0,19-5-3 15,-10 1-9-15,3-3 14 0,-4 0-10 16,2-4 4-16,-4-3-1 0,-1-2-4 0,0 5-2 16,-1-3-5-16,-3 0 4 0,-1 0-1 0,-2 2 0 0,-2-2-1 15,-1 1 3-15,-2 0-8 0,-1-1 7 0,-3 1-5 16,4-1-9-16,-4 4 7 0,-1-2-2 0,0 1 0 15,3 2 1-15,-4 2 9 0,7 2-4 16,-2 1-4-16,-1-1 1 0,9 5-4 0,-10-4-2 0,10 4-4 16,0 0-12-16,0 0-12 0,0 0-15 0,0 0-14 15,-19 11-14-15,15-4 7 0,4 1-1 0,2 2-7 16,-1-1-9-16,0 7-17 0,5-5-97 0,-2-2-207 16,0-1 92-16</inkml:trace>
  <inkml:trace contextRef="#ctx0" brushRef="#br0" timeOffset="20167.75">21970 13541 11 0,'0'0'138'0,"0"0"-16"0,0 0-22 0,0 0-1 16,0 0-17-16,0 0-7 0,0 0-4 0,0 0-9 15,0 0-2-15,11 23 5 0,-7-14-8 0,0 4-11 16,-3 0 5-16,0 4-6 0,2-4 5 0,-2 1-5 16,1-7 1-16,0 1-13 0,-2 1 1 0,3-1-1 15,-3-8-7-15,1 9-3 0,-1-9 7 0,1 6-4 16,-1-6-6-16,0 0-2 0,0 0 2 0,0 8 1 16,0-8-3-16,0 0 3 0,0 0 2 0,0 0-9 15,0 0 8-15,0 0-7 0,0 0 2 0,0 0-3 16,0 0 2-16,0 0-3 0,23-14 2 0,-10 3-2 15,-2 1-6-15,2-3 5 0,1 3-3 0,-2 0 1 16,-1-1-16-16,-2 4 9 0,0 0 0 0,-5 4-9 16,5-1 5-16,-9 4 3 0,10-5-1 0,-10 5 1 15,9-4-3-15,-9 4 2 0,0 0 2 0,0 0 5 16,0 0-8-16,0 0 7 0,24 8-10 0,-20-5 1 16,3 2-2-16,-5 2 3 0,7 3 2 0,-4-2-5 15,-1 1 4-15,1-2 6 0,2 1-7 0,-1 0 0 16,-2 1-6-16,1-1 7 0,0-2-4 0,2 2 7 15,-2-5-1-15,-5-3 6 0,12 9-3 0,-4-3-8 0,-3-4 3 16,-5-2-1-16,19 4 5 0,-19-4 1 16,17 0 0-16,-17 0-1 0,19-5 2 0,-7 0-1 15,-2-1-5-15,-4-1 3 0,4-2-6 0,1 0 8 0,-6 0-3 16,1-1 4-16,-1 1-7 0,-1 1 6 16,0-2-6-16,-3 1-2 0,2-1 2 0,-2-2-2 15,-2 2-1-15,-2-2 1 0,1-1 1 0,-1 6 2 16,-2-6-7-16,1 4 4 0,-2-3-1 0,2 3 2 0,-4 3-4 15,3-1 3-15,-1 0 3 0,6 7-3 0,-9-7-2 16,9 7 10-16,-7-5-3 0,7 5-4 0,0 0 1 16,-11-3-4-16,11 3-2 0,0 0 6 15,0 0 1-15,0 0 0 0,-19 13-3 0,15-6 5 0,0 1-4 16,3 1 2-16,0-2 0 0,2 3-5 0,0 0 2 16,-1-1 4-16,1 1 4 0,2-1-3 0,1 0-2 15,-2 0 5-15,5 0-6 0,-2-2 5 0,1 1 3 16,-1-2-9-16,4 1 4 0,-2-1-3 0,0 1 2 15,1-2 1-15,2 1-35 0,-5-2-3 0,4 0-21 16,-9-4-20-16,14 4-31 0,-9 0-36 0,-5-4-74 16,7 6-235-16,-7-6 104 0</inkml:trace>
  <inkml:trace contextRef="#ctx0" brushRef="#br0" timeOffset="20750">22933 13573 84 0,'-12'-4'120'0,"12"4"-12"0,0 0-3 15,-13 0-16-15,13 0-7 0,0 0-2 0,0 0-3 16,-22 4-6-16,22-4-1 0,-9 7-13 0,4-4 0 15,-3 3-2-15,8-6-7 0,-13 15 3 0,8-7 2 16,1-1-8-16,2 3 5 0,-1-2-4 0,1 4 2 16,-1 2 0-16,2-1 0 0,0 1-7 0,0 0-11 0,1-4 4 15,2 1-1-15,1 1-9 0,0-3-2 16,1-2 5-16,-1 2-5 0,4 1 1 0,-3-2-3 16,4-2-4-16,0 1-1 0,-3-5 4 0,4 4 2 15,-9-6-8-15,16 0-1 0,-16 0 1 0,20-2 4 16,-20 2-5-16,19-8-6 0,-10 3 7 0,-3-2-5 15,0-1 0-15,1-1 1 0,-2-2-8 0,-1-1-1 0,-3 4-8 16,-1-2 16-16,-1-3-5 0,-3 0-6 16,-3 0 3-16,2 0-2 0,-5 2 4 0,5 3-2 0,-1 1 4 15,-6-4-8-15,3 2 9 0,4 4 1 16,-4 1 0-16,9 4-2 0,-9-6-8 0,9 6-3 16,-6-4-8-16,6 4-14 0,0 0-13 0,0 0-7 0,0 0-10 15,0 0-8-15,-16 13-6 0,16-13-14 0,3 14-14 16,-2-6-16-16,-1-8-104 0,4 11-238 0,-4-11 105 15</inkml:trace>
  <inkml:trace contextRef="#ctx0" brushRef="#br0" timeOffset="21298.41">23080 13604 27 0,'0'0'176'0,"0"0"-10"0,0 0-17 16,0 0-14-16,0 0-23 0,0 0-12 0,-2-6-5 15,2 6-8-15,0 0-16 0,0 0-6 0,0 0-7 16,0 0-11-16,0 0-3 0,0 0 1 0,0 0-6 16,0 0-6-16,0 27-1 0,0-27-5 0,0 11-1 15,1-3 2-15,-1-8-11 0,1 11-3 0,-1-11-10 16,5 10 16-16,-5-4-7 0,0-6-1 0,3 11 9 15,-3-11-10-15,2 9-7 0,-2-9 4 0,2 7-3 16,-2-7 1-16,0 0 2 0,2 9-1 0,-2-9-3 16,0 0-8-16,4 6 19 0,-4-6-13 0,0 0 3 15,0 0 1-15,0 0 0 0,0 0-1 0,0 0 0 16,0 0 2-16,4 7-5 0,-4-7-1 0,0 0 9 0,0 0-7 16,0 0 1-16,0 0-2 0,0 0 3 15,0 0 0-15,0 0-4 0,0 0 4 0,0 0-11 16,0 0 16-16,0 0-5 0,0 0-7 0,0 0-2 15,0 0 8-15,0 0 0 0,0 0-5 0,0 0 5 0,0 0-9 16,0 0 6-16,0 0-1 0,0 0 1 16,0 0-9-16,0 0 12 0,0 0-1 0,0 0-4 15,0 0 4-15,0 0 1 0,0 0-5 0,0 0 6 16,0 0-5-16,0 0-3 0,0 0 1 0,0 0 7 16,0 0-8-16,0 0 5 0,0 0-4 0,0 0-9 15,0 0 7-15,0 0-7 0,0 0-3 0,0 0-12 16,0 0 3-16,0 0-6 0,0 0-13 0,0 0 0 15,0 0 2-15,0 0-8 0,0 0 3 0,0 0-6 0,0 0 7 16,0 0-10-16,0 0-5 0,0 0 6 0,0 0-7 16,0 0-9-16,0 0-16 0,0 0-83 0,0 0-182 15,0 0 80-15</inkml:trace>
  <inkml:trace contextRef="#ctx0" brushRef="#br0" timeOffset="21615.01">23111 13343 33 0,'0'0'149'0,"0"0"-12"0,-5-6-17 0,5 6-12 0,0 0-4 16,0 0-18-16,0 0-6 0,0 0-12 0,-7 22 1 15,6-5-7-15,0 8 5 0,-2 1-7 0,1 3-7 16,-1 12 2-16,-1-11-5 0,-1 12-2 0,4-17-3 15,-3 3 7-15,3 13-2 0,1-11 0 0,-7 11-2 16,5-10-3-16,-5 11 2 0,2-2-4 0,-2-12-6 16,4-3-7-16,-1-1 1 0,2 2-6 0,-1 0 3 15,-5-3-7-15,7-4-1 0,-5-3-1 0,2-1 0 16,4-2-5-16,-2-2-5 0,2 0-12 0,0-3-8 16,0-8-15-16,0 12-21 0,0-12-10 0,1 7-15 15,-1-7-11-15,0 0-12 0,0 0-25 0,0 0-5 16,0 0-100-16,22-22-242 0,-13-4 108 0</inkml:trace>
  <inkml:trace contextRef="#ctx0" brushRef="#br0" timeOffset="22115.07">23212 13617 105 0,'0'0'114'0,"0"0"-10"15,0 0-17-15,0 0 1 0,0 0-5 0,2 32-4 16,-3-14-8-16,4 6-3 0,-3-7-5 0,-2 9-2 16,2-9-2-16,4 7-14 0,-4-1-7 0,0-7 6 15,0 11 1-15,0-2-10 0,0-9-4 0,0 1 2 16,0-4-4-16,0 0-6 0,0-4 1 0,0 0-1 16,0-9 8-16,0 11-4 0,0-11-8 0,0 8 14 15,0-8 0-15,0 0 2 0,-1 10 7 0,1-10 5 16,0 0-1-16,0 0-2 0,0 0-8 0,0 0 0 15,0 0-4-15,0 0-1 0,-18-29-9 0,16 12 2 16,-4-9-3-16,5 3-1 0,-4-4-6 0,1 2-4 16,3 7 0-16,-2-7-5 0,-2-1-1 0,2 1 4 15,3 7-3-15,-2 0 1 0,4-5 0 0,0 6-7 16,-1-1-2-16,3 2 0 0,0 2 1 0,0 0-1 16,1 1-2-16,-1-1 2 0,2 3 2 0,2 3-5 15,-3-2 1-15,5 1 0 0,-3 3 4 0,5-4-3 16,-5 5 1-16,0-1-4 0,1 4 2 0,-8 2 2 15,14-5-12-15,-14 5 16 0,0 0-3 0,19 6-7 16,-10-1 7-16,-4 1-3 0,-1 2 2 0,1 1 4 0,-2 4-2 16,-2 0-4-16,0-1 3 0,-2 5-5 0,-3-2 3 15,0-1 4-15,-1-1-1 0,-4-1 5 16,2 1-3-16,0-1 2 0,-2 1-2 0,2-2 2 0,-3 1-3 16,-1-2-8-16,1 0-24 0,1-2-19 0,3-2-35 15,-1-1-38-15,1 4-142 0,-4-6-289 0,10-3 128 16</inkml:trace>
  <inkml:trace contextRef="#ctx0" brushRef="#br0" timeOffset="24015.54">10262 14155 52 0,'0'0'122'0,"0"0"-18"0,0 0 0 0,0 0-15 0,0 0-6 15,0 0-6-15,0 0 7 0,1 17-3 16,-2-9 9-16,-2 5-2 0,-1-1-8 0,-1 1-8 16,0 2 0-16,-1-4-9 0,-3 2 2 0,5-1-3 0,-2-2-3 15,-1-3-5-15,1 1-12 0,1-3 5 0,1 1-3 16,-4 0-8-16,8-6 4 0,-10 4-5 0,10-4-1 15,-9 3-4-15,9-3-2 0,0 0-2 0,0 0-7 16,0 0-7-16,-24-6 4 0,18-1-13 0,3-2 2 16,3 9-8-16,-4-16-1 0,0 5-2 0,3-3-3 15,2 2-7-15,3-1 10 0,1 0-2 0,-1 3-3 16,0 2 3-16,2-5 1 0,2 6 0 16,-2 1-7-16,3-1 4 0,0 4 0 0,-9 3 2 0,18-1-1 15,-3 2 0-15,-3 5 1 0,4-2-3 0,-4 8 3 16,2-2 6-16,-1 4-7 0,1 3 6 0,-1 0-3 15,-3 2 3-15,3 4 0 0,-4 1 4 0,-3-2-5 16,-2 1-2-16,-3 2 9 0,3-1 6 0,-4-1-8 16,0-6 11-16,-2-1 4 0,-2 8 3 0,-2-5 3 15,0 4 0-15,-4 0 1 0,4-7-3 0,-2 1 0 16,0-2 9-16,2-2-2 0,-6 0 7 0,6-3-6 16,-2-2 0-16,-1-3-2 0,4 0 3 0,5-5 1 15,-9 8 4-15,9-8-6 0,-10 3-2 0,10-3-5 16,0 0 1-16,-18-1-12 0,18 1 0 0,0 0-6 15,-14-10-1-15,8 4-7 0,1-4-1 0,2-3-6 16,4-3-6-16,-1 1 0 0,4-2-2 0,0 6 1 16,3-3-3-16,3 2 3 0,-4 6 1 0,0 1 3 15,7-4 0-15,-4 4 0 0,6 2 0 0,-1 3-1 16,2 0 2-16,-1 3 1 0,2 2 4 0,-1 0-1 16,2 2 0-16,-1-1 2 0,-3 3 2 0,1-2-6 15,0 3 9-15,-2 1 0 0,-1-2 3 0,1 0-3 0,-3 2 5 16,0 1-6-16,0-3-23 0,1 1-33 15,1 0-26-15,-1-1-43 0,0 1-151 0,2-1-302 16,2-1 134-16</inkml:trace>
  <inkml:trace contextRef="#ctx0" brushRef="#br0" timeOffset="24902.45">11867 14366 106 0,'0'0'137'0,"0"0"-7"0,0 0-13 0,0 0-3 16,0 0-15-16,0 0 0 0,0 0-12 0,0 0-4 15,0 0-2-15,0 0-2 0,0 0-4 0,0 0-2 16,0 0-11-16,0 0-11 0,0 0-1 0,0 0-4 0,0 0-5 16,11-37-9-16,-3 21-1 0,0-6-7 15,-3-2-3-15,4 1-12 0,-3 0-5 0,2-3-11 16,-3 3-11-16,5-2 0 0,-7 8-8 0,-2-5-2 15,-1 4 1-15,0 1-3 0,0 3 0 0,0-1 10 0,-4 2-2 16,4 3 2-16,-6 2 2 0,2 0-1 16,3 1-6-16,1 7 21 0,-5-8-1 0,5 8-3 15,0 0 8-15,-9-6 0 0,9 6-9 0,0 0 1 16,0 0 7-16,-18 2-4 0,18-2-3 0,0 0-1 0,-10 13 8 16,7-7-1-16,-1 4-3 0,2-5-2 0,2-5-6 15,0 16 5-15,0-9 4 0,3 1 5 16,0 0-5-16,2 1-4 0,0 0 3 0,3 3 7 15,1 0 4-15,0-2-6 0,1 0-8 0,-1-1 7 0,0 2-1 16,3-2 2-16,-1 2 0 0,-2-3 0 0,-1 3-2 16,-1 1 0-16,3-3 4 0,-1 1 1 0,-2 1 7 15,2 1 2-15,-4-2-3 0,-1-1-3 0,-3-2 12 16,3 2-1-16,-3 1 6 0,2-1 4 0,-3-1-1 16,-3 1 0-16,2 1 2 0,-4 2 1 0,0-3-2 15,-3-1 3-15,4 1-10 0,-1-1 0 0,-3 3-3 16,2-1-4-16,-3-3 3 0,1-1-13 0,2 1-10 15,-2-2-3-15,1-1-18 0,7-4-32 0,-9 7-17 16,9-7-20-16,-11 4-124 0,4-1-240 0,7-3 106 16</inkml:trace>
  <inkml:trace contextRef="#ctx0" brushRef="#br0" timeOffset="26405.18">15621 11940 73 0,'0'0'113'0,"0"0"-20"16,0 0 7-16,0 0-11 0,0 0-6 0,0 0-5 15,0 0-6-15,0 0-2 0,0 0-13 0,0 0 4 16,0 0-7-16,0 0-14 0,0 0-9 0,0 0 5 15,0 0-4-15,0 0-7 0,0 0-6 0,0 0 2 16,0 0-11-16,0 0 2 0,0 0 4 0,0 0-4 16,0 0 1-16,0 0 7 0,6 22-3 0,-2-15-1 15,-4-7 3-15,4 14-4 0,-3-7 0 0,0 1-6 16,-1-8 0-16,7 10-2 0,-6-4 3 0,-1-6 4 0,6 12-2 16,-4-7-4-16,-2-5 7 0,6 8-6 0,-6-8 5 15,6 4-1-15,-6-4-7 0,5 7 1 16,-5-7 3-16,7 6-2 0,-7-6-4 0,6 6 1 15,-6-6 4-15,13 3 1 0,-13-3-1 0,10 0 0 16,-10 0 11-16,19 2-4 0,-19-2 1 0,26-7 6 16,-9 0 1-16,7-3-10 0,-5-3 10 0,4-2-7 15,-1 0 4-15,2-2-2 0,-1-3 0 0,0 2-4 16,-1-4-2-16,-3-1 1 0,0 3 0 0,-2 3-11 0,1-3 5 16,-7 9 0-16,1-3-1 0,-1 1 1 0,-3 3 7 15,-2 4-8-15,-1-1-4 0,2 0 3 16,-1 1-1-16,-3 0-3 0,-3 6-1 0,6-6 6 15,-6 6-8-15,0 0-13 0,0 0-16 0,2-7-24 16,-2 7-31-16,0 0-22 0,0 0-22 0,0 0-112 0,0 0-259 16,0 0 115-16</inkml:trace>
  <inkml:trace contextRef="#ctx0" brushRef="#br0" timeOffset="27903.35">15617 17255 98 0,'0'0'114'16,"-4"-7"-21"-16,4 7-7 0,0 0-15 0,0 0 3 15,0 0-13-15,0 0-1 0,0 0-3 0,0 0-1 16,0 0-6-16,0 0 0 0,0 0-11 0,0 0 2 16,0 0 0-16,0 0-5 0,0 0-5 0,0 0 6 0,0 0-4 15,0 0 4-15,0 0-14 0,0 0 0 0,0 0 0 16,0 0 4-16,0 0 15 0,0 0-4 16,4 28 5-16,-2-19-8 0,2 3-3 0,-3-2 0 15,2 2-2-15,3 0 0 0,-4 1 1 0,-1-6-8 16,3 3 3-16,-2-3-2 0,2 1-5 0,-1-1 0 15,-1 0-4-15,2 0-1 0,0 2 3 0,2-6-6 16,-6-3 4-16,5 10-1 0,-1-6-2 0,-4-4-1 16,9 5 2-16,-9-5-6 0,14 1 2 0,-14-1 1 15,23-4 4-15,-9-5-4 0,-1 1 2 0,10-10-1 16,-8 7-2-16,3-11-2 0,5 3 2 0,-2-4-5 16,1 2 1-16,7-11-4 0,-7 13 6 0,1 1-1 15,-3 0 3-15,-6 6-11 0,5-6 7 0,-1 2-5 16,-6 2 4-16,2 3 1 0,-1 2 1 0,-2-2-5 15,3 1 9-15,-5 2-4 0,2 0 1 0,-11 8 2 16,12-5-3-16,-12 5 3 0,0 0-2 0,10-6 3 16,-10 6 10-16,8-4-3 0,-8 4-2 0,0 0 5 15,0 0 5-15,6-4 0 0,-6 4 1 0,0 0 0 16,0 0 1-16,0 0-2 0,0 0 1 0,0 0-2 16,0 0-3-16,0 0-2 0,0 0 1 0,0 0-2 15,0 0-4-15,0 0 0 0,0 0-1 0,0 0 0 16,0 0-6-16,0 0-7 0,0 0-11 0,0 0-8 15,0 0-19-15,0 0-19 0,0 0-33 0,0 0-41 16,0 0-55-16,0 0-132 0,0 0-343 0,0 0 152 16</inkml:trace>
  <inkml:trace contextRef="#ctx0" brushRef="#br0" timeOffset="49484.78">6985 13443 13 0,'0'0'70'0,"-1"-10"-1"0,1 10-4 0,0 0-6 16,0 0-6-16,0 0 0 0,0 0-10 0,1-10-1 16,-1 10-12-16,0 0-10 0,0 0 9 0,0 0-4 15,0 0 0-15,9-5-1 0,-9 5 0 0,0 0-5 16,14-1 4-16,-14 1-14 0,17-4 3 0,-7 3-4 16,5 1 0-16,1-1 3 0,3-2 1 0,1 2-6 15,7-2-4-15,4 2 3 0,-2-1 1 0,3 0-1 16,13 1-3-16,-13-1 3 0,17-4-2 0,-5 1 11 15,3 1-10-15,2 0-5 0,-1 2 3 0,1-4-1 16,-2 9 1-16,2-3 3 0,-1 0-4 0,3 1-4 16,-2-3 6-16,-2 3-3 0,-1-2-4 0,0 2-1 15,-1-1 2-15,-12 1-1 0,17 2-1 0,-18-3-2 16,13 0-4-16,-12 0 2 0,13-1 0 0,-14-1 2 16,-1 2 0-16,15-1-4 0,-19 0-1 0,2-1 4 15,-5 2 5-15,-3 2-5 0,-2-4 3 0,0 2 3 16,-1 0 1-16,-3 2-1 0,2-5 6 0,-17 3-1 15,19 0-6-15,-19 0 4 0,14-1 10 0,-14 1 8 16,12-1-10-16,-12 1 8 0,0 0 7 0,0 0 7 16,0 0-2-16,0 0 8 0,0 0 11 0,0 0-8 15,0 0 0-15,16 1 5 0,-16-1-3 0,0 0-9 16,0 0-2-16,0 0-7 0,0 0 3 0,0 0-4 16,0 0 2-16,0 0-16 0,0 0-7 0,0 0-28 15,0 0-11-15,0 0-24 0,0 0-29 0,0 0-84 16,0 0-188-16,0 0 83 0</inkml:trace>
  <inkml:trace contextRef="#ctx0" brushRef="#br0" timeOffset="59102.94">8199 12201 3 0,'0'0'44'15,"0"0"-5"-15,0 0-4 0,0 0-3 0,0 0-2 16,0 0 2-16,0 0-2 0,0 0 2 16,0 0 3-16,0 0-2 0,0 0-1 0,0 0 2 15,0 0-3-15,0 0 5 0,0 0-5 0,0 0 3 16,0 0 1-16,0 0 0 0,0 0 8 0,0 0-1 0,0 0-3 16,0 0-9-16,0 0-3 0,0 0-2 0,0 0-3 15,0 0-4-15,0 0-1 0,7-11-9 0,-7 11 3 16,-3-15 1-16,3 11-4 0,0 4 10 0,-2-17-19 15,0 8-2-15,1 0 5 0,1 0-3 0,-1 1 4 16,-1-2-3-16,2-1-1 0,0 0 4 0,-1 0-4 16,1-3 1-16,-1 1 4 0,0 4 4 0,1-4-8 15,-2 1 0-15,2 2 0 0,-1-4-10 16,1 5 3-16,1-4 1 0,-2 3 1 0,-2 1 7 0,2 0-7 16,2-2 3-16,-2 3-4 0,1-1-5 0,0-3 8 15,1 0-1-15,-2-1-5 0,2 3 0 0,-1 1 0 16,2-4 0-16,-4 5 3 0,4-2-2 15,-1 3 3-15,-1 7 5 0,0-14-4 0,0 9-4 0,0 5 1 16,1-15-6-16,1 9 10 0,-2-2 0 0,0 8-3 16,1-13 0-16,0 8 2 0,-1 5 3 0,0-10 1 15,0 10-3-15,0-10-2 0,0 10 5 16,0-9 4-16,3 3-9 0,-3 6 12 0,2-10-9 0,-2 10 1 16,3-10 2-16,-3 10-11 0,6-10 8 0,-5 6 2 15,-1 4-1-15,7-9-2 0,-7 9 5 0,5-10 2 16,-1 4-5-16,-4 6-4 0,5-8 3 0,-1 3 3 15,-4 5 4-15,6-7-5 0,-6 7-1 0,9-10 2 16,-9 10-6-16,5-7 5 0,-1 3-1 0,-4 4 7 16,6-8-5-16,-6 8-4 0,8-3-4 0,-8 3 4 15,0 0 5-15,8-7 2 0,-8 7-5 0,0 0-2 16,11-5 7-16,-11 5-6 0,8-1 1 0,-8 1 1 16,0 0 0-16,10-5-3 0,-10 5 1 0,0 0 5 15,0 0-14-15,14-1 19 0,-14 1-11 0,0 0 3 16,0 0-3-16,0 0 3 0,19 2 3 0,-19-2-3 15,0 0 1-15,0 0-2 0,17 1 5 0,-17-1-4 16,0 0-1-16,14 3-4 0,-14-3 4 0,0 0 1 16,14 1-1-16,-14-1 5 0,0 0-3 0,15 2-2 15,-15-2-4-15,0 0 1 0,11 2 7 0,-11-2-3 16,7 4 2-16,-7-4-2 0,0 0-1 0,9 4 3 16,-9-4 1-16,8 7-6 0,-8-7-1 0,5 4 5 15,-5-4-1-15,0 0 0 0,4 9-4 0,-2-3 1 16,-2-6 7-16,3 10-1 0,-3-10-3 0,5 9-6 15,-5-9 2-15,1 8 9 0,-1-8-8 0,3 9 7 16,-2-3-3-16,-1-6 3 0,3 10-7 0,-1-2 4 16,-2-8-6-16,3 12 3 0,-2-6 3 0,2 2 3 0,-3-8-4 15,1 13-1-15,2-5-2 0,-1 0 11 16,-2-8-8-16,0 14 0 0,0-9 5 0,1 4-6 16,1-1-2-16,-2-8 7 0,-2 17-7 0,4-9 8 15,-2 0-10-15,1 0 5 0,3 3-1 0,-4-4 1 0,2 2 1 16,-2 1 0-16,3 1 6 0,-3-1-7 15,1-1 1-15,-1 0 0 0,1 4-1 0,1-3-12 0,0 2 13 16,-2-3 5-16,2 0-5 0,0 0-4 16,-1 4 7-16,1-3 1 0,0 2-1 0,2 2-3 0,-4-3-7 15,3 1 6-15,-1-1 3 0,2 3 1 0,-2-1 0 16,1 0-9-16,-2-3 8 0,3 5-5 0,0-4 1 16,-3-1 1-16,3 3-6 0,-1-3 8 0,-2 3-2 15,3-1 1-15,0 0 5 0,-2 1-4 16,2-4-8-16,1 4 8 0,-4-5 0 0,1 2 0 0,2 3 1 15,-2 0-2-15,1-4-3 0,2 4 5 0,-2-1-5 16,0 2-1-16,1-2 6 0,0 0-1 16,0 3 4-16,-2-2-10 0,2 1 1 0,0-1 2 15,0 0-1-15,-2-2 4 0,1 2 2 0,-2-3-1 0,2 3 1 16,-1 2-1-16,2-1-11 0,0 0 9 0,-1-1-3 16,-1 1 5-16,3-2 1 0,-2 1-10 0,0-1 4 15,1 1 7-15,1 0-3 0,-1 1-2 0,3-2 5 16,-1 0-4-16,-1 2 0 0,-1-3-2 0,2 0 2 15,2 3 5-15,-2-4-4 0,1 1 0 0,-1 0-5 16,2-1 4-16,-2-1-4 0,2 1 7 0,0 1-14 16,-2-4 19-16,-1 1-6 0,4-1 1 0,-4-1 5 15,3-1-12-15,-3 2 8 0,4-4-3 0,-9-3-2 16,13 7 1-16,-7-3 0 0,-6-4 11 0,14 6-14 16,-14-6 1-16,15 3-2 0,-7 1 3 0,2-2 3 15,-10-2-5-15,16 1 3 0,-16-1 0 0,16-1 3 16,-16 1 0-16,18-2-1 0,-10-2 0 0,-8 4 4 15,19-3-3-15,-10-1-6 0,0-2 9 0,0 2-3 16,-9 4 4-16,14-7 0 0,-5 2-7 0,-4-1 7 16,3 2 6-16,-2-2-9 0,-6 6 4 0,10-11-3 15,-5 8 2-15,0-2 2 0,1-1-6 0,-6 6 2 16,9-10-2-16,-4 3 4 0,-2 1-1 0,-3 6 1 0,8-9-2 16,-5 2 1-16,-3 7 0 0,6-12 9 15,-5 5-3-15,-1 7-8 0,7-11 13 0,-5 1 0 16,1 3-9-16,-1-1 6 0,-2 1-5 0,3-7-1 15,-2 4-4-15,3-2 2 0,-1 4-2 0,-2-2 6 0,0 3-2 16,-1-2 0-16,0 0-1 0,3-2-5 16,-2 2 3-16,-1-2-2 0,0-3-2 0,0 6 3 15,1-4 0-15,-1 2 2 0,-1-3-7 0,0 1 8 16,0-2-4-16,-2 1 5 0,2 1 0 0,-2-2-11 16,1 1 7-16,-1-3-2 0,-1 2-1 0,0-4-4 15,-2 1 4-15,2 1 4 0,-2-7 2 0,-1 0-8 16,2 5-3-16,-2 2 10 0,0 1-2 0,2 1 17 15,-3 0-5-15,3 2 12 0,-1-1-2 0,-2-1-13 0,2 2 12 16,-1 5 0-16,1-7 10 0,-4 5-1 16,3 1 0-16,-2-2-3 0,3 2-2 0,0 2 3 15,-1 0-6-15,2-1-4 0,0 1-4 0,5 6-1 16,-10-9 0-16,6 5-4 0,4 4-8 0,0 0-21 0,-6-6-18 16,6 6-34-16,0 0-27 0,0 0-11 0,0 0-9 15,0 0-105-15,0 0-237 0,-17 15 105 0</inkml:trace>
  <inkml:trace contextRef="#ctx0" brushRef="#br0" timeOffset="60083.97">8073 12187 37 0,'0'0'67'0,"0"0"-7"0,0 0-7 15,0 0 2-15,0 0-9 0,0 0-4 0,0 0-4 16,0 0-6-16,0 0-1 0,0 0-9 0,0 0 1 15,0 0-3-15,0 0-2 0,0 0-5 0,0 0 0 16,0 0 6-16,0 0-3 0,0 0 1 0,29-11-6 16,-20 10 3-16,-9 1-5 0,22-4 4 0,-7 1 0 15,-1 0-3-15,-1 0-1 0,2 2 4 0,-1-4-4 16,-14 5-7-16,32-3 5 0,-14 1-4 0,-1 1 6 16,-17 1-4-16,34-5 10 0,-14 4-14 0,9-2 8 15,-13 2-4-15,2 0 3 0,3 1-4 0,-1 0-1 16,-2 0 1-16,9-3 0 0,2-1 2 0,1 4 1 15,-1-2-8-15,1-2 8 0,0-1-2 0,-2 3 1 16,3-2-2-16,-2 4-3 0,2-4-1 0,-2-2-1 16,1 2 0-16,0-1 10 0,1-1-9 0,-3 1 5 15,2 2-6-15,-3-1-3 0,2-1 4 0,-1 0 1 16,-1 2-2-16,1 0 7 0,-9 0-12 0,8-1 3 16,-4 0 8-16,-3 4-4 0,1 0-1 0,-2-2 2 15,-1 2-2-15,0-3 1 0,-2 3-1 0,1 0 5 16,-2 0-5-16,1-3-3 0,-2 5-1 0,-14-2-10 15,25-2 15-15,-14 2 6 0,-11 0-4 0,19 0-2 0,-8 0 0 16,-11 0-1-16,18 0 9 0,-18 0-1 16,13-2-10-16,-13 2 4 0,0 0 1 0,15 0-3 15,-15 0 4-15,0 0-2 0,0 0-2 0,17 0 8 16,-17 0-9-16,0 0 5 0,0 0 1 0,0 0-5 16,15-1 1-16,-15 1 0 0,0 0-8 0,0 0 8 15,0 0 3-15,0 0 2 0,0 0 2 0,0 0 1 16,0 0-1-16,13-1 1 0,-13 1 8 0,0 0 0 15,0 0 3-15,0 0 0 0,0 0-2 0,0 0 11 16,0 0-5-16,0 0 5 0,0 0-2 0,0 0-4 16,0 0-6-16,0 0 4 0,0 0 0 0,0 0-8 0,0 0-3 15,0 0 2-15,0 0-14 0,0 0-9 0,0 0-25 16,0 0-21-16,0 0-16 0,0 0-29 16,0 0-59-16,0 0-175 0,-24 23 77 0</inkml:trace>
  <inkml:trace contextRef="#ctx0" brushRef="#br0" timeOffset="61736.73">20940 12751 8 0,'-4'-7'70'15,"4"7"-6"-15,0 0-8 0,0 0-7 0,0 0-1 16,0 0-8-16,0 0-2 0,0 0-4 0,0 0-5 15,0 0-4-15,0 0 6 0,0 0-13 0,0 0 11 16,0 0-8-16,15-3 0 0,-15 3-2 0,19 0-4 16,-19 0-3-16,31 2 12 0,-16-5 15 0,13-1-19 15,-1 0-7-15,5-2 1 0,19-5 0 0,-3 3 1 16,0-1 3-16,6 0-6 0,1-1 2 0,1 2-3 16,4-1-5-16,2 2 4 0,3-2-4 0,-4 4 4 15,4-3-12-15,-5 1 9 0,5 0-1 0,-8 2-3 16,0-1 11-16,3 2-7 0,-5 0-9 0,0 2 7 15,-5-1-7-15,-3-4 5 0,2 4-6 0,-16-3 4 16,14 2 1-16,-15 2 1 0,-1-2 2 0,0 1-3 16,-5-1-5-16,-8 0 12 0,0 1-7 0,-1 1 1 15,-3 1-5-15,-3-1 6 0,-11 2-7 0,16-3 13 16,-16 3-9-16,0 0 10 0,14-1-4 0,-14 1-5 16,0 0 2-16,0 0-3 0,0 0-11 0,0 0-14 15,0 0-11-15,0 0-17 0,0 0-10 0,0 0-66 16,0 0-138-16,-42-9 61 0</inkml:trace>
  <inkml:trace contextRef="#ctx0" brushRef="#br0" timeOffset="64102.81">21030 12758 46 0,'0'0'69'15,"0"0"-3"-15,0 0-14 0,0 0 5 0,0 0-12 16,0 0-11-16,0 0 1 0,0 0-5 15,0 0-8-15,0 0 0 0,0 0-1 0,0 0 1 0,0 0-2 16,0 0-5-16,0 0-3 0,0 0 0 0,0 0 2 16,-9 21-6-16,9-21 0 0,0 12-3 0,-1-5 5 15,-3 2-4-15,4-9 3 0,-1 16 1 0,1-9-2 16,-1 2-8-16,0 1 6 0,1-1 2 0,0 1 1 16,0 3-7-16,1 0 0 0,-1-4 0 0,0-1 5 15,0 5 3-15,1-6-13 0,-1 5 8 0,0-1-5 16,0-3 0-16,0 2 4 0,0 0-1 0,0 2 4 15,0-5-3-15,0 4 2 0,0 2 0 0,0-1 0 16,0 5 0-16,0-3 4 0,1 0-9 0,-1-2 8 16,4 5-3-16,-4-5-2 0,1 2 3 0,-1 2 9 15,0-3-10-15,2 0-4 0,0 0 4 0,-3 0-2 16,2-4 2-16,2 7 2 0,-2-3-2 0,0-4-2 16,-1 5 0-16,4-3 0 0,-4 0 8 0,5-1-8 15,-3 1 1-15,3 2 1 0,-4-4 0 0,5 3-4 16,-2 4-3-16,-1-7 3 0,1 0-2 0,1 4 4 15,0-5-3-15,0 1 2 0,-1-2-2 0,-1 0 1 16,1 2 0-16,2-2-2 0,0 0 1 0,-1 0 0 16,0 0 5-16,0 1 3 0,0-2-7 0,3 4 5 15,-2-5-7-15,1 0-8 0,0 0 11 0,1 0-3 16,-8-5 3-16,10 7 3 0,0-4-12 0,-2 2 5 16,-8-5 0-16,13 5 3 0,-7-2-1 0,-6-3 0 15,14 5 0-15,-7-2 1 0,-7-3-3 0,11 3-5 0,-11-3 13 16,12 4 0-16,-12-4-3 0,9 3-4 15,-9-3 0-15,15 2 1 0,-15-2-6 0,0 0 5 16,18-1 0-16,-18 1 2 0,0 0-3 0,18-1 1 16,-18 1-2-16,13-4 4 0,-4 1-3 0,-9 3 0 15,16-5 9-15,-8 2-5 0,2-2-14 0,0 3 13 16,-2-2 2-16,6-2-2 0,-5 2 3 0,5-3-2 16,-5 2-9-16,0 2 1 0,1-4 5 0,-1 4 3 15,0-3-6-15,0 2 1 0,1-2 3 0,-3 1-5 16,0-1 3-16,1 0-2 0,2 2 8 0,-2-2-3 0,0 0 3 15,-1 3 1-15,2-2-9 0,-2-2 12 0,3-3-13 16,0 0 3-16,0-1 4 0,-1 6-2 16,-2-1 3-16,1-1-2 0,0 1-3 0,-1 0-3 15,-1-1 5-15,3 0 0 0,-3 0 3 0,3 0-6 16,-2 0 5-16,0-1 3 0,0 1-6 0,-2 0 1 0,1 0-2 16,-2-1-1-16,1 2 4 0,0-1 1 15,-5 7-4-15,7-13-4 0,-3 4 1 0,-2 2 5 16,3-3 9-16,-1 0-4 0,-4 1-8 0,6-2 8 15,-4 3-9-15,0 0 2 0,1 0 0 0,-1-5-1 0,0 3 13 16,0 1-3-16,-1-1-2 0,1 1 3 16,-1-5 0-16,-1 5-5 0,0 0-10 0,0-8 14 0,1 9-7 15,-1-6 4-15,0 6 0 0,2-2-2 16,-2 2 2-16,-2-1-7 0,2-1 6 0,0-1-2 16,0 4 2-16,-1-5 1 0,2 1-4 0,-1 2 7 0,0-4-1 15,0 4-1-15,2-5-1 0,-4 5 1 0,2 0 1 16,0 1 10-16,-1-2-8 0,0 2-2 0,-2-5 1 15,2 6 0-15,0-3-2 0,-1 1 7 0,0-1-2 16,-1 2-7-16,2-3 3 0,2 4 5 0,-3-3-19 16,0-3 11-16,1 4 0 0,-3 1 9 0,3-2-1 15,-3-1-14-15,4 2 7 0,-2-5-5 0,0 3 9 16,1 0-5-16,0 3-1 0,-2-4 3 0,3-2-5 16,-2 2 0-16,-1 1-11 0,2-2 16 0,-2 5-4 15,3-8 2-15,-1 4-6 0,0 0 4 0,-2-2 2 16,3 2-3-16,0 4 2 0,0-2 0 0,0-3 3 15,0 3-2-15,0-1-4 0,0 1 0 0,0-3-4 16,0 0 3-16,0 0 7 0,4 1-9 0,-4-1 5 16,0-1 2-16,1 0-10 0,-1 0-1 0,0 2 6 15,3-3 0-15,-3 1 6 0,0-2-11 0,1 2 3 16,-1 0 4-16,3-3 7 0,-2-1-10 0,0 2-5 16,1 0 3-16,-1 2 7 0,0-1-6 0,-1-1 5 15,3 4 1-15,-1-4-2 0,-2 3-15 0,4-1 16 16,-3-1-8-16,4 1 3 0,-1 1-10 0,-3 3 17 15,3-3-8-15,0 1 7 0,-1-2-2 0,2 1-4 16,0 2 11-16,1-1-2 0,-1 0-12 0,1 2 3 16,1-2 0-16,-3 4 2 0,4-6 3 0,-2 3-3 15,3-2-7-15,0 1 6 0,-3 5 2 0,5-4-10 16,-2-1 5-16,2 0 7 0,-2 4 5 0,0-2-2 16,1 1-9-16,3 0 4 0,-3 4 1 0,-2-2 3 15,3 0-4-15,-3 3-1 0,2 0-2 0,0 0 1 16,-1 0 1-16,0 0-7 0,2 1 2 0,-11 3 14 15,18-4-8-15,-8 1-2 0,0 2 0 0,-10 1 1 16,20-3 0-16,-11 2-6 0,-9 1 8 0,23 0-5 16,-23 0 0-16,18-1-4 0,-9 0 0 0,-9 1 5 0,18 2-5 15,-18-2 2-15,19 3-6 0,-10 0 8 16,0-1-3-16,1 2 0 0,-2 1 3 0,1-1 0 16,-9-4 3-16,19 7 4 0,-11-2-9 0,2-2-1 15,-1 3 3-15,2 2 1 0,-3-3 0 0,2 0-2 0,-1 0 1 16,-2 0 3-16,0 1-2 0,2 0 4 0,-4 1 7 15,3-1-13-15,1 0-3 0,-4 1 3 16,4-2 1-16,-1 0 3 0,-2 2 0 0,1-1-1 0,0 0-10 16,2 1 17-16,-1-2 4 0,1 3-6 15,-3-4 0-15,2 2-5 0,-2 1-2 0,2 1 12 0,-2-3-1 16,2 3-8-16,-2-2 10 0,0 0-16 0,-1 1 3 16,1 0 9-16,0-1-7 0,-1 2-1 15,1-3-6-15,-1 1 13 0,1 3-10 0,-2-2 4 16,0 0 4-16,0 0-6 0,-1 2 5 0,0-1 7 0,-2-1-9 15,2 2 2-15,-2-3 6 0,2 2-6 0,-2 1-3 16,3 0 2-16,-2-1-3 0,-1 0 2 0,-1-8-1 16,3 14-1-16,0-6 5 0,-2-1-1 0,0 1 10 15,2 1-14-15,-2-3 1 0,-1-6 1 16,4 13 4-16,-3-4-7 0,2 0 19 0,-3-9-12 0,1 10-11 16,0-5 6-16,1 4 3 0,-2-9-9 0,1 13 5 15,1-5-1-15,2-3 6 0,-4-5 1 0,0 12-10 16,4-5 15-16,-4-7 3 0,1 12-5 0,2-7-13 15,-3-5 6-15,4 11-4 0,-3-5 4 0,-1-6 5 16,0 12-4-16,1-4 11 0,-1-8-13 0,3 13-1 16,-3-10 5-16,0-3-3 0,1 16 1 0,1-10 1 15,-2-6-7-15,0 13 1 0,0-13 5 0,2 14 0 16,-2-6-2-16,0-1 4 0,0-7-1 0,0 15-8 16,0-9 13-16,0-6-3 0,0 12-6 0,0-12 3 15,0 11 2-15,0-5-7 0,0-6 13 0,0 12-10 16,0-12 4-16,3 13-5 0,-3-8 4 0,0-5 0 15,0 9-2-15,0-9-5 0,0 12 8 0,0-12-4 16,2 10 4-16,-1-4-2 0,-1-6-7 0,2 9 12 16,-2-9-9-16,0 8 4 0,0-8 4 0,0 0-4 15,0 0 3-15,0 12-3 0,0-12 0 0,0 0 17 16,0 0-20-16,0 0 0 0,0 0 6 0,0 7-10 16,0-7-4-16,0 0-13 0,0 0-7 0,0 0-24 15,0 0-31-15,0 0-62 0,0 0-158 0,0 0 70 16</inkml:trace>
  <inkml:trace contextRef="#ctx0" brushRef="#br0" timeOffset="67218.42">6620 15938 43 0,'0'0'61'0,"0"0"-3"0,0 0-10 0,0 0-1 0,0 0-9 16,0 0 4-16,0 0-14 0,0 0-2 0,0 0 0 16,0 0 1-16,29-13-2 0,-29 13-5 15,25 2-1-15,-8 1-2 0,1-2-8 0,1 0 4 16,0 3-2-16,8-2 0 0,-8 0-3 0,7 1-1 16,-7 1 3-16,9 0-7 0,-7-1-2 0,3 2 3 15,2-2 0-15,-7 1-8 0,0 1 7 0,6 1-6 16,1-3 2-16,-7 2 1 0,7-1-5 0,-7 0 7 15,8-1-6-15,-2-1 5 0,2 1-2 0,1 2-2 16,-1-2 2-16,-1 3-9 0,3-3 15 0,0 1-8 16,2-1 6-16,1-1-3 0,0 1 3 0,17 1-3 15,-19 0-3-15,3-3-1 0,-1 3 9 0,-1 0-4 16,1 0 2-16,15-4 2 0,-16 2-8 0,2-1 4 16,12-2 2-16,-14 1-3 0,-2-2 3 0,6-1-3 15,12-1-4-15,-15 3 5 0,-3-4-7 0,2 4 9 16,-2-1-4-16,3 1 0 0,-4-1 14 0,-1-1-14 15,-1 3 1-15,2-3 3 0,-10 3 1 0,2-1-7 16,-2 1 3-16,10 1 6 0,-9-1-4 0,-2 0-4 16,1 0 6-16,-1 0-3 0,3 0 7 0,0 1-7 15,-3-1-6-15,3 2 6 0,-3-2-5 0,-2 1-1 16,1-1-1-16,-1-3 8 0,0 3 2 0,-1-1 1 16,-14 1-5-16,22-3 3 0,-22 3 0 0,18 0-6 15,-18 0 6-15,14-1-4 0,-14 1 6 0,0 0-6 16,0 0 0-16,13 0 4 0,-13 0-2 0,0 0 8 15,0 0 8-15,0 0-4 0,0 0-6 0,0 0 7 16,0 0-6-16,14 1 11 0,-14-1-9 0,0 0 8 16,0 0 1-16,0 0-3 0,0 0-3 0,0 0 3 15,0 0 1-15,0 0-5 0,0 0 0 0,0 0 1 16,0 0 1-16,0 0-8 0,0 0 17 0,0 0-12 16,0 0 2-16,0 0-4 0,0 0-3 0,0 0 8 15,0 0-20-15,0 0 13 0,0 0 4 0,0 0-4 16,0 0-4-16,0 0 5 0,0 0-5 0,0 0 2 15,0 0 2-15,0 0-8 0,0 0 3 0,0 0 2 16,0 0 1-16,0 0-5 0,0 0 0 0,0 0 4 16,0 0-9-16,0 0 4 0,0 0 1 0,0 0-10 15,0 0-2-15,0 0-8 0,0 0-2 0,0 0-6 16,0 0 2-16,0 0-4 0,0 0-2 0,0 0-15 16,0 0-8-16,0 0-15 0,0 0-41 15,0 0-119-15,0 0 54 0</inkml:trace>
  <inkml:trace contextRef="#ctx0" brushRef="#br0" timeOffset="68981.88">10142 16767 43 0,'0'0'70'0,"0"0"-6"0,0 0-2 16,0 0-9-16,0 0-11 0,0 0-8 0,0 0-3 16,0 0 5-16,0 0-14 0,0 0 1 0,0 0-4 15,0 0-3-15,0 0 1 0,36-4 14 0,-11 2-14 16,5 0-3-16,0 2-6 0,19-2 0 0,1-1-4 16,1 1 7-16,1-3-6 0,2 5 7 0,1-2-7 15,-3 0-2-15,3 2-2 0,-5-2 6 0,4 2 5 16,-6-2-10-16,2 1 3 0,-17-2-2 0,17 3 3 15,-1-1-5-15,-19-3 4 0,2 1-3 16,0 2 2-16,-1-3 1 0,-2 2-12 0,-2-2 11 16,-9 3-4-16,2-1-1 0,-4-2 1 0,-1 4 5 15,-6-1-6-15,-9 1-8 0,15-2 10 0,-15 2-9 0,0 0 2 16,0 0 0-16,16 0-4 0,-16 0-8 0,0 0-10 16,0 0-3-16,0 0-12 0,0 0-7 15,0 0-33-15,-28 15-89 0,15-10 40 0</inkml:trace>
  <inkml:trace contextRef="#ctx0" brushRef="#br0" timeOffset="70335">10157 16881 34 0,'0'0'89'0,"0"0"-8"16,0 0-10-16,0 0-4 0,0 0-5 0,0 0-10 15,0 0-4-15,-16-26-3 0,13 15 0 0,0 1-14 16,2-2 5-16,-1-2-10 0,0-1 2 0,0 1-12 16,0 0 0-16,2 0 2 0,0-3-3 0,3 3 4 15,-2 0-5-15,1-2-1 0,0-1-9 0,2 4 10 16,1-3-3-16,-2 2-4 0,3-1-5 15,-1-2 1-15,0 2 1 0,3-2-1 0,0 2-2 0,0 2 1 16,1-3 2-16,2-1 5 0,0 4 0 16,-1-3-6-16,2 4 0 0,2-1-2 0,-4-1-1 15,4 3-2-15,-1-2 2 0,1 4 0 0,0-2 4 16,-1 3 0-16,2-2-6 0,-2 5 7 0,2-4-7 0,-1 2 4 16,3 1-4-16,-3-3 1 0,1 4 0 15,0 1 1-15,0-5 3 0,-5 7-1 0,4-2-6 0,-4 4 1 16,-10 0 1-16,26-4 1 0,-26 4 2 15,20 0-2-15,-20 0 0 0,25 2 2 0,-18 1-6 16,5 2 7-16,-5 0-8 0,1 1 5 0,1 0-3 16,-1 1 3-16,-1 4-1 0,2-1 3 0,1-1 1 15,-3 5 0-15,-2-2-4 0,2-1 3 0,0 3 0 16,-2-2-4-16,3 2-2 0,-3-1 3 0,0 1 3 16,-1-1-1-16,2 0 0 0,-1 1 1 0,-1 1-3 15,-1-1 5-15,2 0-4 0,-1 1 0 0,0-1 3 16,1 1-3-16,0 0 4 0,-1-2-4 0,0 1 2 15,-2 0-1-15,2-3-5 0,1 6 7 0,-2-4-3 16,2 2-3-16,-3-1 4 0,2 2 3 0,1-1-5 16,0 9 1-16,0-9-2 0,-1 4 3 0,5-2-2 15,-4-3-2-15,0 8 5 0,1-6 0 0,-1 0 0 16,0-3-3-16,1 2 1 0,-1 0 3 0,0-4-7 16,3 5 1-16,0-2 6 0,-2-3-4 0,0 3 5 15,0-6 2-15,-1 1 3 0,2 2-8 0,4 0 3 16,0 2-1-16,-1-3-6 0,1 2 4 0,-1-2 1 15,1 2-3-15,-1-1-4 0,2 0 8 0,-1 0-7 16,1-1 0-16,2-1-3 0,-4 0 2 0,4 0 4 16,-1-2 1-16,0 0-3 0,2-2-2 15,-2 2-1-15,-4-3 4 0,5 1-1 0,-5-2 0 0,1 0-1 16,-10-3 3-16,22 0-2 0,-13 0 4 0,-9 0-3 16,26 0-3-16,-15-3 6 0,2 0-7 0,-3-1-3 15,0 0-2-15,-1 1 6 0,3-3-4 0,-2 1 6 16,-1-1-7-16,2 1 6 0,2-6-6 0,-4 2 0 15,4-1 5-15,-3-1-2 0,0 3 8 16,-2-5-7-16,3 0-6 0,-3-1 2 0,4 0-1 16,-5 0 4-16,2-1-1 0,-1-1 12 0,-3 4-6 0,5-3-1 15,-6 1 0-15,1-4 1 0,0 3 2 0,-1 1 1 16,0-1-2-16,-3 5-3 0,3-3 2 0,-3-1-3 16,-2 3 0-16,0-3 2 0,-3 1 0 15,0-3-1-15,-1 2 3 0,-1-1-6 0,-1 0 1 16,1 1 2-16,-4 1 0 0,2-3-3 0,-1 5 2 15,-2 0 12-15,4-1-8 0,-2 1 3 0,0 3 8 16,0-3-3-16,2 5 2 0,7 6 2 0,-13-13-7 16,13 13 7-16,-9-6 2 0,9 6-6 0,-8-7-3 15,8 7 3-15,0 0-7 0,0 0-3 0,0 0-8 16,-11-4-8-16,11 4-2 0,0 0-12 0,0 0-8 16,0 0-41-16,0 0-90 0,0 0 41 0</inkml:trace>
  <inkml:trace contextRef="#ctx0" brushRef="#br0" timeOffset="71432">21338 15559 73 0,'0'0'101'0,"0"0"-10"0,0 0-11 15,0 0-9-15,-2-7 0 0,2 7-14 0,0 0-4 16,20-11-3-16,-2 7-5 0,9-3 2 0,5 1-10 15,18-6-5-15,-2 5-6 0,-1-3 12 0,5 5-5 16,3-8-11-16,3 8 3 0,5-4-8 0,2 0-3 16,3 2-4-16,-4 3 16 0,2-4-15 0,-1 3-3 15,3 3 4-15,1 0 0 0,-3-1-7 0,-5 5 0 0,0-1 0 16,-6-1 2-16,-5 3-1 0,-5-1-2 16,-12 1 1-16,-2 0 3 0,1 3-3 0,-4-6 0 15,1 1-3-15,-10 0-3 0,-1 1 2 0,0-1-3 16,-4-1 8-16,-14 0-3 0,17 2-2 0,-17-2-4 15,7 1 7-15,-7-1-9 0,0 0 13 0,11 3-8 0,-11-3 5 16,0 0-13-16,0 0-19 0,0 0-9 16,0 0-13-16,0 0-17 0,0 0 1 0,-36 3-83 15,22-3-160-15,-3 2 71 0</inkml:trace>
  <inkml:trace contextRef="#ctx0" brushRef="#br0" timeOffset="73350.02">21391 15602 2 0,'0'0'5'0,"0"0"-1"15,0 0-2-15,0 0-5 0,0 0 7 0,0 0-3 16,0 0 1-16,0 0-1 0,0 0 3 0,0 0-1 16,0 0 2-16,0 0 4 0,0 0-1 0,0 0 8 15,0 0-5-15,0 0 3 0,0 0 4 0,0 0-2 16,0 0 3-16,0 0-3 0,0 0 3 0,0 0-3 16,0 0 3-16,0 0-2 0,0 0-1 0,0 0 0 15,0 0-1-15,0 0-3 0,0 0 2 16,0 0 0-16,0 0-1 0,0 0 0 0,0 0-4 0,0 0 4 15,0 0 0-15,0 0-7 0,0 0 8 0,0 0-7 16,0 0 6-16,0 0-5 0,0 0 0 0,0 0-1 16,0 0-2-16,0 0 1 0,0 0-3 0,0 0 4 15,0 0-2-15,0 0 3 0,0 0-3 0,0 0 4 16,0 0-4-16,0 0-3 0,0 0 2 0,0 0-1 16,0 0 8-16,0 0-3 0,0 0 0 0,0 0-3 15,0 0 6-15,0 0-4 0,0 0 1 0,0 0-2 16,0 0-2-16,0 0 4 0,0 0-3 0,0 0 3 15,0 0 2-15,0 0 6 0,0 0-5 0,0 0 1 16,0 0-1-16,0 0-4 0,0-12 6 0,0 12-11 16,0 0 3-16,0 0-4 0,2-11 5 15,-2 11 3-15,0 0-7 0,0-13 6 0,0 13-1 0,0-12 1 16,1 5-5-16,-1-2 2 0,0 9 1 0,2-14-6 16,-4 5-1-16,2-1 2 0,2-3 2 0,-2 0-3 15,0-2 5-15,0 1-6 0,1 1 2 0,0-2 2 16,1 2-3-16,0-2 5 0,-2 3-6 15,2-2 2-15,0 0-6 0,-1 1 0 0,1-3 2 0,0 2 1 16,1 1 0-16,-1-1 3 0,3 0-6 0,-1-1-2 16,1 1 8-16,-1-1-4 0,0 1-2 0,2 0 4 15,2-1-3-15,-2 1 0 0,1 2-1 0,-1-1 7 16,1 0-7-16,0 2 6 0,2 2-4 0,0-3 4 16,1 0-1-16,-1 5 1 0,2-3 0 15,0 2-5-15,-1 0 3 0,-1-1 0 0,5 3-1 0,-5 1 0 16,0 0 0-16,5-2 2 0,-5 2-1 0,3 0 0 15,3 0-1-15,-1 2 3 0,-4 0-4 0,6 0 0 16,-2 1 6-16,0 0-4 0,-1-2 0 0,3 0 5 16,-3 2-7-16,2 0 0 0,-1 0 2 15,-2 1-6-15,2 1 3 0,1-2 0 0,-1 2 3 16,-14 0-4-16,27 0 1 0,-13 0-4 0,-2 2 7 0,3-2-3 16,2 3 2-16,-2 0-1 0,0 1 2 0,-3 1 1 15,-1-3-5-15,2 3 3 0,-5-1 1 0,2 3-1 16,2-2 3-16,-2 3 0 0,1-1-7 0,-2-2 3 15,3 3 1-15,-1 1 0 0,-2 2 0 0,3-1 2 16,-1 0 1-16,-3 0-1 0,2 0 1 16,0 3-2-16,-3-2 2 0,-1 1-2 0,2 1-1 0,1-1 1 15,-3 1-2-15,-1 0 6 0,0-1-7 0,3 0 5 16,-3 1 1-16,-3-1-2 0,2 1-1 16,0 2-2-16,0 0 5 0,-3-1-5 0,3 3 0 15,-4 0 5-15,3 1-3 0,1 5 6 0,-4-5 0 16,0 4-2-16,1-4 9 0,3 5-4 0,-2-7 2 0,-2 0-5 15,3 3 0-15,1-3 5 0,-1 0-2 0,0 1 5 16,5 6-6-16,-1-7-2 0,-3 2 0 16,3-3 0-16,-4 3-4 0,1-2 4 0,1 0 1 15,2-2 2-15,-1 0-10 0,-1 0 4 0,3 2 3 16,-2-1-4-16,2-3 1 0,-3 2 4 0,0 1-2 16,0-3-5-16,2 3-1 0,0-1 0 0,-3-1 1 0,1 0-1 15,-1-1-2-15,1 0 7 0,0 0-5 0,-1-3 10 16,1-2-11-16,0 3 3 0,1-3 1 15,-1 1-1-15,0-1 0 0,1 1 1 0,0-2-1 16,2 1-3-16,0-2 9 0,0 0 0 0,0 2-4 16,1-6-1-16,2 3-2 0,-1-1 4 0,1 3-5 15,1-5 0-15,-2 1 5 0,-10-2-7 0,29 0 1 0,-16 0 2 16,-13 0 3-16,27-3-3 0,-14 1 2 16,2 0-5-16,-2-1 4 0,2 1 0 0,0-1-3 15,0 1 3-15,-2-4 3 0,1 3-4 0,-2-1 3 16,1 0 2-16,-3 0-3 0,3-1 3 0,-3 0-6 15,1 1-1-15,0-2 4 0,-1 2 1 0,-1-3 0 16,0 2 2-16,5-2 0 0,-3-1-4 0,-4 3-2 16,1-2 1-16,-2 1 0 0,2 0-1 0,-3-2 7 15,2 0 8-15,0 0-13 0,1-1 3 0,-1-3 4 16,-1 3 1-16,-1-3-4 0,1 1-1 0,-1-1 1 16,0-1 4-16,-1 0-5 0,1-1-1 0,-1 0 4 15,1-1-7-15,0-1 12 0,0 2 1 0,-5-2-5 16,5-9-1-16,-2 1 0 0,-3 6 7 0,0 0 1 15,3-5-2-15,-5 6 2 0,1 1-6 0,-2 0 1 16,3 3 2-16,-1-3 0 0,0 2 1 0,-2 1 3 16,1 0 1-16,-1 4-11 0,-2 0 2 0,5 9 0 15,-9-15 7-15,9 15-11 0,-7-9 0 0,7 9-5 16,-9-8-17-16,9 8-6 0,-16-5-19 0,7 5-21 16,9 0-22-16,-25 7-46 0,11-3-142 0,-2 2 63 15</inkml:trace>
  <inkml:trace contextRef="#ctx0" brushRef="#br0" timeOffset="87193.93">8182 12164 3 0,'0'0'22'0,"0"0"-14"16,0 0-14-16,0 0-6 0,0 0 3 0</inkml:trace>
  <inkml:trace contextRef="#ctx0" brushRef="#br0" timeOffset="88961.79">8137 12198 61 0,'0'0'57'0,"0"0"1"0,0 0-5 0,0 0-15 16,0 0 12-16,0 0-7 0,0 0-1 0,0 0-2 15,0 0-3-15,0 0-4 0,0 0 2 16,0 0-4-16,0 0-2 0,0 0 0 0,0 0 1 15,0 0-1-15,0 0-9 0,0 0 6 0,0 0 4 16,0 0-5-16,0 0-11 0,0 0 3 0,0 0 4 0,0 0-2 16,0 0-9-16,0 0 1 0,0 0 3 0,0 0-8 15,0 0 2-15,10-23 5 0,-10 23-4 0,0 0 3 16,-5-13-4-16,5 13-4 0,0-7 7 16,0 7-5-16,1-9-6 0,-1 9 9 0,0 0-6 0,-1-10 2 15,1 10 7-15,-3-11-7 0,3 11-3 16,0-10 5-16,0 10-10 0,1-14 4 0,-1 14 6 0,-1-10 2 15,-3 4-1-15,4 6 1 0,-2-10-7 16,2 10 4-16,-3-8 1 0,3 8-8 0,-1-8 12 0,1 8-2 16,-1-13-6-16,1 13 11 0,-3-10 8 0,2 4-9 15,1 6-2-15,-3-15-8 0,3 10 1 0,0 5 1 16,0-12 7-16,0 12 8 0,-1-10-1 0,1 10 3 16,-3-11-10-16,3 11 5 0,-1-11 0 0,1 3-7 15,-2 0-4-15,2 8 6 0,-3-13-5 0,2 8-1 16,1 5 1-16,0-11-7 0,0 11 5 0,-3-10 9 15,2 3-14-15,1 7 0 0,-3-10 4 0,3 10 0 16,0-11-4-16,0 11 1 0,-1-11-1 0,1 11 7 16,0-10-1-16,0 10-1 0,0-11 19 0,0 11-21 15,-1-12-7-15,-2 6 5 0,3-2 0 0,0 8-2 16,-1-14-2-16,1 14 6 0,-1-10-3 0,-1 3-2 16,2 7 0-16,-1-13 0 0,1 13 2 0,0-9 3 15,0 9 3-15,-1-10-11 0,1 10 13 0,-2-11-11 16,2 11 10-16,2-8-9 0,-2 8 2 0,-2-10-1 15,2 10 5-15,0 0-7 0,0-9 0 0,0 9 3 16,0 0 1-16,0-10-1 0,0 10-3 0,0 0 8 16,-1-9-5-16,1 9 0 0,0 0 4 0,0 0-5 15,0-10 2-15,0 10-4 0,0 0-3 0,1-8 4 16,-1 8 4-16,0 0-5 0,2-10 1 0,-2 10 1 16,0 0-6-16,1-12 11 0,-1 12-7 0,0-8 5 0,0 8-3 15,1-7-2-15,-1 7 3 0,0-11 8 16,0 11-9-16,3-9 7 0,-3 9-5 0,1-7-4 15,-1 7-2-15,1-7-1 0,-1 7 10 0,0 0-3 16,3-9-1-16,-3 9-11 0,0 0 14 0,1-10-1 0,-1 10 1 16,0 0 3-16,4-8-12 0,-4 8 7 0,3-7-1 15,-3 7-1-15,4-7 1 0,-4 7 3 16,0 0-20-16,3-7 16 0,-3 7 16 0,0 0-13 16,4-7 5-16,-4 7-7 0,0 0 0 0,4-9-3 0,-4 9-3 15,0 0 10-15,5-8-2 0,-5 8-2 0,3-5 0 16,-3 5-8-16,0 0 9 0,6-9-3 15,-6 9 7-15,0 0-12 0,4-8 7 0,-4 8-4 0,0 0 5 16,6-5-8-16,-6 5 9 0,7-4-3 0,-7 4-2 16,6-9 2-16,-6 9 6 0,4-7-4 0,-4 7-1 15,6-6-3-15,-6 6 4 0,7-5 3 0,-7 5-5 16,6-6 10-16,-6 6-7 0,5-5 1 0,-5 5 1 16,0 0-11-16,7-4 3 0,-7 4 3 0,0 0 3 15,0 0-7-15,7-7 4 0,-7 7-7 0,0 0 3 16,9-6 5-16,-9 6-2 0,0 0 7 0,5-5-2 15,-5 5-7-15,0 0 1 0,0 0-2 0,8-4 14 16,-8 4-5-16,0 0-1 0,0 0 1 0,0 0-6 16,14-3 5-16,-14 3-4 0,0 0 0 0,0 0 2 15,10-3 1-15,-10 3-3 0,0 0 4 0,0 0-7 16,0 0 0-16,13-1 2 0,-13 1 1 0,0 0-6 16,0 0 6-16,0 0 2 0,14-3-4 0,-14 3-2 15,0 0 10-15,0 0-5 0,13 0-4 0,-13 0 3 16,0 0 6-16,0 0-6 0,15-2-1 0,-15 2 3 15,0 0-1-15,0 0-8 0,0 0 10 0,0 0-2 16,14 2-8-16,-14-2 5 0,0 0 8 0,13 4-5 16,-13-4-6-16,0 0 8 0,9 3 9 0,-9-3-13 15,0 0 3-15,9 8-3 0,-9-8-4 0,5 4 14 16,-5-4-8-16,9 7-5 0,-9-7 1 0,2 6 4 16,-2-6 3-16,7 7-6 0,-7-7 5 0,5 4-1 0,-5-4 4 15,4 9-3-15,-4-9-3 0,5 6 12 16,-5-6-10-16,4 11-4 0,-4-11-1 0,4 8 4 15,-4-8 0-15,3 10 2 0,-3-10 1 0,4 7-6 16,-4-7-5-16,4 13 7 0,-3-7 7 0,-1-6-8 0,4 10 5 16,-1-5-3-16,-3-5-2 0,5 14 4 0,-5-8 1 15,0-6 6-15,5 10-7 0,-4 0-6 0,-1-10 11 16,3 10-7-16,-2-5 3 0,-1-5-2 16,4 8 1-16,-4-8-2 0,1 9 0 0,-1-9 0 0,3 6 0 15,-3-6-5-15,2 7 5 0,-2-7 4 16,3 7 4-16,-3-7-10 0,4 10 6 0,-4-10 7 15,1 8-13-15,-1-8-2 0,3 11-2 0,-2-5 2 16,-1-6 5-16,5 11 6 0,-5-11-3 0,3 9-2 0,-1-3-2 16,-2-6 4-16,3 11-5 0,1-5 0 0,-4-6 1 15,2 12 5-15,1-7 3 0,-3-5-5 0,1 11-1 16,2-3-1-16,-3-8-4 0,3 9 1 0,0-1 3 16,-2-3-1-16,-1-5 10 0,5 13-13 0,-2-7 1 15,-3-6-2-15,2 11 6 0,0-6-3 0,0 2 5 16,1 1-7-16,-2 2 4 0,3-3-4 0,-3 0 1 15,3 2-1-15,-1 1 6 0,-1-1-1 0,2 1 2 16,-3-1 2-16,2 3-7 0,-1 1 7 0,2-1 5 16,-1-3-10-16,-1 0 3 0,1 1-2 0,-1-2 1 15,1 1-1-15,1 0-3 0,-3-2 0 0,3 2 5 16,-3-1-1-16,3 1 2 0,-1-3-1 0,2 3-4 16,-4-1 5-16,-1-8 1 0,5 15-9 0,-2-8 0 15,-2-1 3-15,-1-6 4 0,6 10 4 0,-5-3-3 16,-1-7-6-16,6 13-3 0,-5-8 8 0,-1-5 1 15,5 10-7-15,-5-10-4 0,1 5 6 0,-1-5 4 16,0 0-10-16,3 9 0 0,-3-9 8 0,3 6-4 16,-3-6 8-16,0 0-9 0,2 9-6 0,-2-9-3 15,0 0-6-15,0 0 7 0,1 8-13 0,-1-8-8 16,0 0-15-16,0 0-5 0,0 0-7 0,0 0-17 0,0 0-26 16,0 0-72-16,0 0-189 0,0 0 83 15</inkml:trace>
  <inkml:trace contextRef="#ctx0" brushRef="#br0" timeOffset="90936.51">8153 12178 14 0,'0'0'28'0,"0"0"4"0,0 0 3 16,0 0-5-16,0 0-5 0,0 0 2 0,0 0 7 15,-5-5-1-15,5 5 0 0,0 0-2 0,0 0-11 16,0 0 9-16,0 0-1 0,0 0-2 0,0 0 0 16,-6-8-4-16,6 8 5 0,0 0 7 0,-4-8-6 15,4 8 2-15,-4-7-1 0,4 7-5 0,-4-11-7 16,4 11 8-16,-1-9-5 0,1 9 4 0,-3-13-3 16,2 7-7-16,0-4 8 0,-2 3-17 0,1-2 12 15,-1 2-2-15,-2-2 15 0,5 2-10 0,-1-2-9 16,-3 1 6-16,1-2-11 0,2-2 2 0,0 3 4 15,-2 0 0-15,1-1 0 0,3 1-4 0,-4-1 10 16,2 0 1-16,-3 1-8 0,2-2 4 0,3 1-11 16,-2 2 7-16,-1-2 3 0,0-3-9 0,1 0 0 15,-1 4 6-15,1-5-4 0,1 7-3 0,-1-4 11 16,1 1-10-16,0 2-4 0,1 0 2 0,-1-3 11 0,0 2-3 16,0-1-9-16,0 1 5 0,4-2 3 15,-4 1-6-15,0 1-8 0,0 1 1 0,0 0 15 16,4 0-10-16,-3 0-5 0,0-1 14 0,-1 1-8 15,1-2-1-15,2 1-5 0,-3 0 6 0,1-1-3 0,3 3 0 16,-4-3-2-16,3 1 2 0,-2 1-2 0,2-1 4 16,-2 0 4-16,0 2-4 0,1-3 3 0,-1 1 3 15,0 3-1-15,-1 6-1 0,5-12 1 16,-5 12-1-16,0-10-5 0,0 10 5 0,1-12-8 0,1 7 8 16,-2 5-17-16,0 0 19 0,2-11-3 0,-2 11 0 15,0 0-2-15,0-9 4 0,0 9-11 0,0 0 2 16,3-9 4-16,-3 9 4 0,0 0-3 0,4-8-1 15,-4 8-1-15,2-8 11 0,-2 8-8 0,0 0-3 16,4-9-4-16,-4 9 7 0,5-7-7 0,-5 7 2 16,8-10 4-16,-4 6 4 0,-1-3-8 0,-3 7 3 15,6-9-4-15,-6 9-4 0,6-9-1 0,-6 9 10 16,5-6-5-16,-5 6 8 0,8-8-4 0,-5 3 4 16,-3 5 2-16,7-6-13 0,-7 6 7 0,5-7-3 15,-5 7 3-15,8-6-4 0,-8 6 7 0,6-7 6 16,-6 7-17-16,6-6 6 0,-6 6 3 0,0 0-7 15,7-6 9-15,-7 6 2 0,0 0 1 0,5-7-7 16,-5 7-1-16,0 0-7 0,0 0 4 0,0 0 3 16,5-5-9-16,-5 5 5 0,0 0 5 0,0 0-3 15,0 0-7-15,14-2 11 0,-14 2 0 0,0 0-4 16,0 0-13-16,16 0 7 0,-16 0 14 0,0 0-11 16,0 0 9-16,17 1-3 0,-17-1 0 0,0 0 10 15,18 2-13-15,-18-2-1 0,13 4 7 0,-13-4-4 16,13 2 1-16,-13-2 1 0,11 3 1 0,-11-3-3 15,9 4-2-15,-9-4 9 0,12 5-7 0,-12-5 4 16,5 5-7-16,-5-5 5 0,10 4 4 0,-10-4-7 0,7 8 8 16,-7-8-2-16,7 6-6 0,-7-6 0 15,8 8 4-15,-6-4-1 0,-2-4-2 0,8 12 0 16,-4-7 5-16,-4-5-4 0,4 10 2 0,-2-4-14 0,1 1 16 16,1 2 4-16,-2 0-3 0,3-1-4 0,-1-1 4 15,0 2 2-15,-3-4-2 0,-1-5 7 16,4 14-12-16,-3-10 5 0,3 4 2 0,-2 0-2 15,-2-8 3-15,2 10-5 0,1-3-3 0,-2 0 6 0,3 0-15 16,-4-7 12-16,2 11 1 0,1-2 4 0,-3-9-8 16,1 11 3-16,0-6 2 0,2 3-1 0,-3 0-2 15,3 0 3-15,-3-8-6 0,2 12 3 16,-1-7 5-16,2 4-5 0,-3-9-3 0,3 13 3 0,-1-8 8 16,-2-5-8-16,1 10-1 0,-1-10 0 0,3 11-2 15,1-5 2-15,-4-6-4 0,3 10 9 0,-1-4-7 16,-2-6-1-16,4 10 1 0,-2-4-2 15,-2-6 4-15,2 10 2 0,-2-10-1 0,2 11 2 0,-2-5 3 16,3 2-4-16,-2 0 1 0,-1-8-2 0,4 11 4 16,-3-6-1-16,-1-5-3 0,3 12-12 0,-1-6 26 15,-2-6-18-15,3 12 2 0,-2-7 6 0,0 2-1 16,-1-7-2-16,3 15-7 0,-2-9 10 0,0 1-4 16,3 0 3-16,-4-7-6 0,3 12 0 0,-3-12 1 15,1 10 1-15,0-3 0 0,-1-7 10 0,4 11-11 16,-1-5 1-16,-3-6 6 0,1 11-5 0,0-5-4 15,-1-6 4-15,4 12-10 0,0-6 13 0,-4-6-8 16,1 15 4-16,0-8-3 0,-1-7 9 0,3 10-9 16,-2-2 3-16,3-3-2 0,-4-5 3 0,3 15 2 15,-1-7-5-15,1 1 5 0,-2-3-4 0,-1-6 4 16,3 13 3-16,-2-9-8 0,-1-4 12 0,5 13-17 16,-4-10 4-16,-1-3 6 0,3 10-3 0,-3-10 0 15,4 9 0-15,-4-9-10 0,1 5 13 0,-1-5 0 16,4 6-3-16,-4-6-4 0,0 0 0 0,2 8 2 0,-2-8 6 15,0 0-6-15,3 6 0 0,-3-6 0 16,0 0 1-16,1 9-2 0,-1-9 5 0,0 0-3 16,4 8-2-16,-4-8 1 0,0 0-1 0,0 0 5 15,1 9-10-15,-1-9 6 0,0 0-1 0,0 0 2 0,0 0 9 16,3 6-7-16,-3-6-3 0,0 0-5 0,0 0 2 16,0 0 2-16,0 0 5 0,0 0-5 15,0 0 1-15,0 0 6 0,0 0-3 0,0 0-3 16,0 0 2-16,0 0 2 0,0 0 2 0,0 0-3 0,0 0 4 15,0 0 1-15,0 0 2 0,0 0 2 0,0 0-1 16,0 0-1-16,0 0 0 0,0 0 3 16,0 0-4-16,0 0-5 0,0 0 4 0,0 0 6 0,0 0-6 15,0 0-2-15,0 0 4 0,0 0-2 0,0 0-3 16,0 0 1-16,0 0 5 0,0 0-5 0,0 0 1 16,0 0 2-16,0 0-6 0,0 0 3 0,0 0-6 15,0 0 6-15,0 0-2 0,0 0 1 0,0 0-5 16,0 0 2-16,0 0-2 0,0 0 6 0,0 0-5 15,0 0 1-15,0 0 3 0,0 0-6 0,0 0 10 16,0 0-11-16,0 0 3 0,0 0-11 0,0 0-4 16,0 0-10-16,0 0-37 0,0 0-11 0,0 0-26 15,0 0-12-15,0 0-45 0,0 0-77 0,0 0-250 16,0 0 110-16</inkml:trace>
  <inkml:trace contextRef="#ctx0" brushRef="#br0" timeOffset="95225.97">21011 12723 38 0,'0'0'83'0,"0"0"-4"0,0 0-7 0,0 0 1 16,0 0-14-16,0 0-7 0,0 0-4 0,0 0-12 15,0 0 1-15,0 0 0 0,0 0-5 0,0 0-2 16,0 0-9-16,0 0 4 0,0 0-1 0,0 0-10 15,0 0-1-15,0 0-2 0,0 0 3 0,0 0 2 16,0 0-5-16,0 0-2 0,0 0-5 0,0 0 2 16,0 0 0-16,0 0-4 0,0 0 4 0,0 0 0 15,0 0-6-15,0 0 4 0,0 0 6 0,0 0-1 16,0 0 2-16,0 0-2 0,0 0-1 0,0 0 0 16,0 0-2-16,0 0 8 0,0 0-3 0,0 0-4 15,0 0-6-15,0 0-14 0,0 0 29 0,0 0-3 16,0 0 0-16,-9 18 3 0,9-18 2 0,0 0-3 0,-1 8 4 15,1-8-3-15,1 9-2 0,-1-9 2 16,0 10 1-16,0-10 2 0,0 13 5 0,0-5 1 0,0-8-13 16,0 12 12-16,0-2-12 0,0-1-3 15,0-2-11-15,0-7 21 0,-1 16 3 0,1-9 0 0,1 4-9 16,-1-3 8-16,-1 2-1 0,1-2-1 0,-1 2-2 16,3 1 0-16,-2-2-4 0,0-9-6 0,-1 13 13 15,1-7-6-15,0-6 0 0,0 13-2 16,0-4 1-16,0-9 4 0,0 13-3 0,1-8-2 0,-1-5 0 15,0 15 1-15,0-8-6 0,0 2 0 0,-1 1 6 16,1-10 0-16,1 10-8 0,-1-1 1 0,0-9-2 16,0 13 8-16,1-7-6 0,-1-6 3 0,0 11-6 15,0-11 3-15,3 10-1 0,-3-4 2 0,0-6-3 16,1 10-1-16,-1-10 2 0,-1 9 0 0,1-9-8 16,1 11 15-16,2-5-7 0,-3-6-2 0,1 10-5 15,-1-10 6-15,2 9-7 0,-2-9 7 0,1 8-7 16,-1-8 15-16,1 11-8 0,-1-11-13 0,1 10 13 15,-1-10-3-15,4 10 3 0,-3-4 0 0,-1-6-1 16,4 12 1-16,-4-7-2 0,0-5-3 0,4 9 3 16,-4-9 2-16,4 9-3 0,-3-4-1 0,-1-5 5 15,5 11-5-15,-5-11 1 0,2 8-1 0,-2-8 1 16,3 9 4-16,-3-9-7 0,3 9 0 0,-3-9-4 16,5 7 12-16,-5-7-3 0,3 10 0 0,-1-5 4 15,-2-5-3-15,3 8-9 0,-3-8 5 0,4 7-3 16,-4-7 10-16,2 9-12 0,2-2 6 0,-4-7 2 15,5 10-8-15,-4-6 8 0,-1-4-7 0,7 8 1 16,-7-8 7-16,5 9-6 0,-3-4 5 0,-2-5 0 16,6 9 6-16,-3-4-12 0,-3-5-1 0,6 9 2 15,-3-4 2-15,-3-5 1 0,5 6-6 0,-5-6 15 0,4 8-5 16,-4-8-4-16,1 8 3 0,-1-8-3 16,4 5-3-16,-4-5 4 0,0 0-13 0,4 8 17 15,-4-8-5-15,4 4 2 0,-4-4-1 0,0 0-3 0,5 10 1 16,-5-10-2-16,0 0 2 0,4 6-3 15,-4-6 3-15,6 5 2 0,-6-5-1 0,0 0 4 16,4 9-2-16,-4-9 0 0,0 0-6 0,8 4 5 16,-8-4 0-16,6 6-4 0,-6-6 5 0,7 6 1 0,-7-6 1 15,7 6-2-15,-7-6-4 0,7 6-1 0,-7-6 2 16,6 4-4-16,-6-4 5 0,0 0 1 16,7 5 0-16,-7-5-4 0,8 4-1 0,-8-4 4 15,0 0-2-15,9 5 5 0,-9-5 2 0,0 0-1 0,8 4-2 16,-8-4-5-16,0 0 3 0,7 6 0 0,-7-6-6 15,0 0 2-15,8 4 1 0,-8-4-1 0,0 0 1 16,12 3 6-16,-12-3-4 0,0 0 0 0,9 3 5 16,-9-3-6-16,11 3 3 0,-11-3 3 0,0 0-5 15,13 2 0-15,-13-2 14 0,12 1-16 0,-12-1 6 16,0 0-2-16,16 1-4 0,-16-1 1 0,13 1 9 16,-13-1-9-16,0 0 5 0,14 2-4 0,-14-2 5 15,0 0-2-15,15-2 0 0,-15 2 2 0,0 0-2 16,18-3-1-16,-18 3 5 0,11-5-2 0,-11 5 0 15,12-2-2-15,-12 2-2 0,12-2 2 0,-12 2-2 16,10-3 0-16,-10 3 0 0,0 0 0 0,14-6-8 16,-14 6 12-16,9-3-2 0,-9 3-1 0,0 0-2 15,9-4-5-15,-9 4 5 0,10-4 6 0,-10 4-9 16,9-6 6-16,-9 6-3 0,9-6 11 0,-9 6-8 16,8-4 3-16,-8 4-7 0,6-5-1 0,-6 5-6 15,9-7 9-15,-9 7 0 0,9-4 1 0,-9 4-2 16,8-8-1-16,-2 5 9 0,-6 3-8 0,5-7-1 15,-5 7 3-15,8-7-3 0,-8 7 2 0,6-8 1 16,-6 8 3-16,9-5-2 0,-9 5-1 0,8-5 1 16,-8 5-3-16,5-5-1 0,-5 5-1 0,5-6 3 15,-5 6-1-15,5-5 5 0,-5 5-9 0,8-10 2 0,-8 10 4 16,6-4-3-16,-6 4 4 0,4-7-7 16,-4 7-3-16,7-6 9 0,-7 6 0 0,5-7-4 15,-5 7 0-15,7-9 5 0,-7 9-1 0,7-9-1 0,-7 9 1 16,6-8-4-16,-6 8 6 0,5-7-3 0,-1 2-2 15,-4 5 2-15,6-10 5 0,-2 5-10 16,-4 5 7-16,7-9-6 0,-7 9 4 0,7-7 3 16,-4 2-8-16,-3 5 5 0,6-11-1 0,-1 7 1 0,-5 4 5 15,4-7-3-15,-4 7-1 0,7-8-4 0,-5 3 2 16,-2 5 3-16,5-6-6 0,-5 6 2 0,5-12 0 16,-5 12 3-16,8-9-2 0,-7 5-4 0,-1 4 2 15,7-10 2-15,-3 3-2 0,-4 7 4 16,5-11 1-16,-3 4-1 0,-2 7-1 0,4-8-2 0,-4 8 4 15,6-10-7-15,-6 10 0 0,4-8 4 0,1 1-3 16,-5 7 11-16,4-10-6 0,-4 10-6 0,4-8 4 16,-4 8-3-16,4-9 3 0,-3 3 3 0,-1 6-2 15,4-10-5-15,-4 10 2 0,4-7 5 0,-2-1 7 16,-2 8-7-16,4-9-4 0,-4 9-1 0,1-11 1 16,2 6-4-16,-3 5 4 0,3-12 6 0,-2 6-7 15,-1 6 4-15,5-10 2 0,-4 1-2 0,-1 9-1 16,2-8-2-16,0 2 4 0,-2 6-3 0,0-8 5 15,0 8-8-15,3-14 3 0,-1 6 0 0,-2 8-3 16,3-11 6-16,-1 7-3 0,-2 4-6 0,0-13 7 16,0 13-2-16,1-10 1 0,1 1-7 0,-1 1 0 15,-1-2 2-15,0 10 4 0,0-14-4 0,3 8 2 16,-3-2 4-16,0 8-6 0,1-14 5 0,-1 14-3 16,-1-12-1-16,1 7 4 0,0 5-4 0,0-11-2 15,0 11 5-15,1-10-2 0,-1 10 4 0,-1-12-4 16,1 12-3-16,-3-10 3 0,3 5-1 0,0 5 2 15,-3-11-4-15,3 11 6 0,-1-12-3 0,1 12-2 16,-1-9-1-16,1 9 4 0,-5-11-2 0,4 4-1 16,1 7-7-16,-3-12 0 0,2 7-1 0,1 5 2 15,-3-12-3-15,3 12 8 0,-4-9-1 0,4 9 1 0,-2-12 5 16,2 12-7-16,-3-5 2 0,3 5 2 16,-2-9 4-16,2 9-10 0,0 0 7 0,-3-6-16 15,3 6 15-15,0 0-2 0,-4-9 7 0,4 9-2 16,0 0 2-16,0 0-4 0,0 0 0 0,-1-7 5 15,1 7-1-15,0 0-1 0,0 0-3 0,0 0 5 16,0 0-5-16,-5-6 0 0,5 6-1 0,0 0-1 16,0 0 10-16,0 0-8 0,0 0 3 0,0 0 3 15,0 0-10-15,0 0 6 0,-4-8-2 0,4 8 4 16,0 0-9-16,0 0 3 0,0 0 3 0,0 0-4 0,0 0 3 16,0 0-2-16,0 0 2 0,0 0-4 0,0 0 3 15,0 0 1-15,0 0 0 0,0 0 3 16,0 0-6-16,0 0 2 0,0 0-8 0,0 0 5 15,0 0-6-15,0 0-1 0,0 0 5 0,0 0 4 0,0 0-8 16,0 0 4-16,0 0 1 0,-5 21-3 0,5-21-8 16,-1 12 18-16,-1-4-3 0,1 1 4 0,1 2 0 15,0 0-2-15,-1 0 0 0,1-3 0 16,-1 6-3-16,2-1 2 0,-1-2 0 0,-1 0 3 0,1-1-1 16,0-2 0-16,0-1 1 0,0 6 2 0,0-4-8 15,-2 2-5-15,2-2 13 0,0-1-5 0,2 6-1 16,-4-6 4-16,1 1-12 0,-2-1 15 0,3 0-2 15,0-8 0-15,-1 16 0 0,0-5-4 0,-2-5 6 16,3 4-1-16,-3 3 2 0,1-5-4 0,1-1 1 16,1 7 6-16,-2-5-6 0,-1 4 0 0,0-4-3 15,2 2-2-15,0-2 5 0,-2 0 0 0,1 0-4 16,-1 5 5-16,0-7 1 0,2 2-3 0,0 0 1 16,-3-1 0-16,2 4 4 0,0-2-12 0,-1-2 3 15,1 2 6-15,0-2 1 0,-1-1 1 0,3-7 2 16,-4 13-6-16,3-7 3 0,-2 1-2 0,2 2-2 15,1-9 1-15,-4 14-6 0,2-6 6 0,2 1 0 16,-4-1-2-16,1 0 8 0,2 1-4 0,1-9-2 16,-4 13-3-16,2-7 6 0,-1 2-5 0,1-1-2 15,-1 1-3-15,0 0 11 0,3-8-7 0,-5 14 1 16,0-8 3-16,4 0 1 0,-3 0-2 0,4-6 3 16,-5 10-4-16,1-3 2 0,4-7-4 0,-5 9 5 15,5-9-8-15,-6 9 6 0,4-5-2 0,2-4-4 16,-6 9 7-16,6-9 1 0,-4 8-4 0,4-8 6 15,-5 10-2-15,1-7-11 0,4-3 6 0,-8 9 5 16,5-5-3-16,3-4-5 0,-10 8 5 0,6-2-5 16,4-6-4-16,-11 7 3 0,6-2 12 0,5-5-11 15,-10 9-3-15,5-6 8 0,5-3-2 0,-10 7-1 16,10-7 3-16,-10 5-3 0,10-5-2 0,-8 3 5 16,8-3-2-16,0 0 3 0,-10 7-4 0,10-7 2 15,-12 3 2-15,12-3 1 0,-11 4-1 0,11-4-5 16,-13 3 1-16,13-3 4 0,-13 1 1 0,13-1-2 15,-13 4 5-15,13-4-5 0,-12 1 4 0,12-1 5 16,0 0-4-16,-16 0-5 0,16 0 6 0,0 0-4 0,-19 1 0 16,19-1-2-16,0 0 4 0,-15-1 7 0,15 1-9 15,0 0-2-15,-16-1 3 0,16 1 2 0,0 0-1 16,-15-2 0-16,15 2-1 0,0 0 9 16,-15-2 4-16,15 2-1 0,-11-1-2 0,11 1 0 0,-11-3-2 15,11 3 3-15,-13-3-5 0,13 3 2 0,-9-3-2 16,9 3-2-16,0 0-3 0,-18-5 3 0,18 5 4 15,-7-3-4-15,7 3-1 0,0 0-1 0,-12-3 1 16,12 3-3-16,0 0 1 0,-14-2-5 0,14 2 7 16,0 0 4-16,-13-3-6 0,13 3-1 0,-7-4-2 15,7 4-1-15,0 0 8 0,-10-5-1 0,10 5-2 16,0 0 5-16,-8-4-8 0,8 4 2 0,-8-5 0 16,8 5 2-16,-5-6-2 0,5 6-7 0,-9-6 5 15,9 6 4-15,-6-6 10 0,6 6-12 0,0 0-6 16,-8-9 3-16,8 9-6 0,-9-5 14 0,9 5-12 15,-9-6 5-15,9 6-6 0,-6-8 1 0,6 8 6 16,-8-7-8-16,8 7 13 0,-8-8-7 0,3 2-1 16,5 6 2-16,-5-6 3 0,5 6-1 0,-6-9-1 15,6 9 1-15,-8-11 4 0,4 5-8 0,2-1 1 16,-2 0-2-16,0-1 2 0,0 0 8 0,2-1-8 16,-1 0-9-16,1 1 6 0,0 0-3 0,-2-1 1 15,3 0 4-15,0-1 1 0,-2 2 2 0,1-1-9 16,-1-1 5-16,2 1-4 0,0 1-2 0,-2-1 4 15,2 2 2-15,1 7 8 0,-1-13-12 0,-2 4 9 16,-1 0-10-16,4 1 1 0,-1-1 2 0,-2-1 6 16,3 1-5-16,-1 2 1 0,0-2-1 0,-2 0 3 15,1 1-2-15,0 0 3 0,2-1 3 0,0 9-2 16,-1-13-4-16,-1 7-2 0,-1-4 1 0,-1-4 1 16,4 6-11-16,0-5 6 0,-2 3-3 0,-1 2 14 15,0-1-7-15,2 0-3 0,0-3-3 0,0 3 0 16,-1 1 3-16,1-1-1 0,0-1 8 0,-1 1-7 15,1 1 10-15,1 8-7 0,-1-17-1 0,0 11-6 16,1-2 3-16,0 8-2 0,-2-16 8 0,2 10 2 16,0 6 0-16,-5-13-5 0,5 13 5 0,-1-11-6 0,1 6 6 15,0 5-6-15,-2-13 2 0,2 4-1 0,0 9 1 16,-3-11 4-16,3 11-7 0,-3-9 6 16,3 9-3-16,-1-13 4 0,1 13-2 0,-4-7-2 15,4 7-3-15,0-7 4 0,0 7-3 0,0 0 1 0,0 0 1 16,0-9 9-16,0 9-11 0,0 0-1 0,0 0 1 15,0 0 4-15,0 0 0 0,0-10 4 0,0 10-7 16,0 0 5-16,0 0-3 0,0 0 2 16,0 0-3-16,0 0-5 0,0 0 6 0,0 0-7 0,0 0 2 15,0 0 2-15,0 0-4 0,0 0-7 0,0 0 2 16,0 0-2-16,0 0-23 0,0 0-3 0,0 0-7 16,0 0-10-16,0 0-8 0,0 0-7 0,0 0-8 15,0 0-76-15,0 0-172 0,0 0 77 16</inkml:trace>
  <inkml:trace contextRef="#ctx0" brushRef="#br0" timeOffset="99852.5">21779 12684 2 0,'0'0'37'0,"0"0"-8"0,0 0-1 15,0 0 2-15,0 0-6 0,0 0-3 0,0 0 4 16,0 0-4-16,0 0 6 0,0 0 2 0,0 0-8 16,0 0 4-16,0 0 3 0,0 0-7 0,0 0 9 15,0 0-3-15,0 0 6 0,0 0-3 0,0 0-2 16,0 0 5-16,0 0-4 0,0 0 5 0,0 0-5 16,0 0 0-16,0 0 4 0,0 0-2 0,0 0-2 15,0 0 2-15,0 0 1 0,0 0 2 0,0 0-16 16,-5-25 7-16,4 18-3 0,-2-2-6 0,1 1 3 15,-1-4-11-15,1 3 8 0,0-1-18 0,1-4 6 16,0 5 13-16,-3-6-4 0,1 4-8 0,2 0 6 16,0-3-1-16,-3 1-3 0,4 0-3 15,0 0 1-15,-3 1 1 0,5 0 3 0,-4 3-1 0,2 9 5 16,-1-14 4-16,1 5-11 0,0 0 8 0,0 0-8 16,-1 0-4-16,0-1 7 0,3 3 2 0,-2-2-8 15,-1 0 3-15,1 1-3 0,0 8 0 0,1-14 8 0,-1 9-10 16,0-5 6-16,0 10-3 0,1-12 11 15,-1 12-12-15,3-16-4 0,-3 13 2 0,0-6 4 16,0 9 9-16,0 0-4 0,3-11 3 0,-3 11-8 16,0-14 5-16,0 14 6 0,-2-11-10 0,2 11-1 0,2-10-6 15,-2 10 3-15,3-10 4 0,-3 10 3 0,-1-10 10 16,1 10-19-16,1-9 6 0,-1 9-2 16,3-10 0-16,-3 10-2 0,0-11 3 0,0 11 2 15,1-10-7-15,-1 3 9 0,0 7-4 0,0-8-1 0,0 8-2 16,-1-14 4-16,1 7 2 0,0 7-5 0,0-14 3 15,0 14 0-15,0-12 4 0,1 6-2 0,-1 6-6 16,-1-14 4-16,2 7 2 0,3 0-8 16,-4 7 0-16,0-15 5 0,1 9-3 0,-1 6 1 0,0-11-3 15,0 11 0-15,3-12 0 0,-3 12-5 0,2-10 6 16,-2 5 3-16,0 5 2 0,3-12-2 0,1 4-5 16,-3 0 3-16,-1 8-4 0,4-9 9 15,-3 1-10-15,-1 8 1 0,4-12 3 0,1 5 1 0,-5 1 0 16,5-1 1-16,-5 7-7 0,4-9 16 0,0 3-8 15,-4 6-7-15,5-10 6 0,-5 10-11 0,5-7 13 16,-5 7 1-16,4-9-12 0,0 5 5 0,-4 4 1 16,6-8-1-16,-6 8 7 0,7-8-14 0,-7 8 8 15,5-6 2-15,-5 6-2 0,6-10-3 0,-6 10 4 16,5-6-1-16,-5 6 4 0,9-7-4 0,-9 7 3 16,7-7-3-16,-7 7-2 0,3-6-1 0,-3 6 11 15,7-5-8-15,-7 5 5 0,4-6-7 0,-4 6-1 16,7-7 3-16,-7 7 2 0,8-5 0 0,-8 5-7 15,8-6 5-15,-8 6-1 0,6-6-1 0,-6 6 0 16,10-6 2-16,-10 6 0 0,7-6 0 0,-7 6 6 16,6-4-6-16,-6 4-5 0,0 0 4 0,9-7-3 15,-9 7 6-15,0 0-1 0,11-5 5 0,-11 5-11 16,7-5 5-16,-7 5-13 0,0 0 12 0,10-5 1 16,-10 5 6-16,5-3-4 0,-5 3 3 0,0 0-9 15,10-6 0-15,-10 6 4 0,6-6 1 0,-6 6-1 16,7-4-5-16,-7 4 7 0,0 0-2 0,9-5-2 15,-9 5 7-15,12-3-6 0,-12 3 5 0,0 0-6 16,10-5-3-16,-10 5 6 0,8-4-2 0,-8 4 0 16,0 0 6-16,16-1-7 0,-16 1-3 0,10-2 8 0,-10 2-2 15,0 0 6-15,14-3 1 0,-14 3-14 0,12-1 3 16,-12 1 3-16,0 0-1 0,13-2 2 16,-13 2-2-16,0 0 1 0,0 0-1 0,15 0-2 15,-15 0 2-15,0 0-1 0,0 0 7 0,19 0-6 16,-19 0 3-16,0 0-17 0,16 0 18 0,-16 0-9 0,11 3 7 15,-11-3-2-15,0 0 4 0,14 3-1 16,-14-3 3-16,10 3-5 0,-10-3 5 0,10 2-8 0,-10-2 5 16,12 5-1-16,-12-5 4 0,12 3-14 0,-12-3 11 15,11 2-4-15,-11-2 6 0,8 4-10 0,-8-4 6 16,9 3 0-16,-9-3-2 0,11 4 6 0,-11-4-6 16,9 6-2-16,-9-6 6 0,10 4-3 0,-10-4 5 15,9 7-7-15,-9-7 2 0,8 6 5 0,-8-6 1 16,9 5 4-16,-5-1-10 0,-4-4 3 0,10 7-1 15,-10-7 1-15,9 9-8 0,-5-6 4 0,-4-3 2 16,10 7-1-16,-7-1-3 0,3-2 2 0,-6-4 9 16,9 9-8-16,-5-4 4 0,-4-5-1 0,7 7 2 15,-3-2 2-15,-4-5-10 0,9 6 5 0,-6 0 0 16,-3-6 1-16,5 8 1 0,-5-8-6 0,6 11 6 16,-4-8-4-16,-2-3-1 0,6 10-3 0,-6-10 5 15,6 9-4-15,-5-3 2 0,-1-6 2 0,7 10 0 16,-3-5-1-16,-4-5 4 0,4 12-4 0,-3-8-9 15,-1-4 16-15,5 10-5 0,-4-4 1 16,-1-6-2-16,5 14-1 0,-1-9 3 0,-4-5-3 0,3 10 5 16,-1-4 2-16,-2-6-6 0,3 13-1 0,-2-8-3 15,-1-5 6-15,1 10-4 0,-1-10 5 0,3 13 0 16,0-9 1-16,-3-4-1 0,1 13 1 0,-1-7-7 16,1 4 7-16,-1-10 11 0,3 13-13 0,-2-4 3 0,-1-1-8 15,0-8 5-15,3 12 2 0,-3-5-1 16,3 2-4-16,-4-1 0 0,2 1 2 0,-1-9-2 15,0 10 0-15,0-10 3 0,2 13 6 0,-2-7-9 16,0-6 3-16,2 15-4 0,-2-7 1 0,0-2-3 0,0 2 5 16,0-8-2-16,1 16-4 0,-2-8 5 15,2-1-1-15,-1 3 3 0,-1-1-11 0,2 2 12 16,-1-11-3-16,0 19-3 0,2-11 5 0,-4 0-1 16,4 3 2-16,-5 0-2 0,3-2-1 0,0 0 0 0,-1-2 0 15,1 3 1-15,1-1 0 0,-2-1 1 0,2 1-1 16,-1-2 4-16,0 2-3 0,0-1 2 0,0-8-9 15,-1 13 9-15,1-13-3 0,0 13-5 16,0-7 5-16,0-6-1 0,0 11-6 0,0-11 9 0,1 10 0 16,2-3-6-16,-3-7-2 0,0 10 7 0,0-10-10 15,0 7 13-15,0-7-8 0,0 12 1 0,0-12 10 16,1 10-11-16,-1-10 7 0,1 10-1 0,-1-10-5 16,0 10 3-16,0-10-1 0,2 9 0 0,-2-9-1 15,0 11 0-15,0-11 4 0,2 5-4 0,-2-5 5 16,0 7-3-16,0-7-1 0,0 0 6 0,0 0-8 15,3 10 4-15,-3-10-2 0,0 0-5 0,0 0 5 16,2 7 0-16,-2-7 13 0,0 0-11 0,0 0-3 16,0 0 3-16,0 0-3 0,0 0 8 0,2 8-8 15,-2-8 2-15,0 0 2 0,0 0 0 0,0 0 4 16,0 0-4-16,0 0 0 0,0 0-5 0,0 0 4 16,0 0-15-16,0 0-11 0,0 0-22 0,0 0-30 15,0 0-32-15,0 0-112 0,0 0-238 0,0 0 105 16</inkml:trace>
  <inkml:trace contextRef="#ctx0" brushRef="#br0" timeOffset="119107.08">31111 14350 58 0,'0'0'63'0,"3"11"-10"15,-2-3-1-15,-1-8-11 0,1 16 0 0,2-8 4 16,-2 1 0-16,2 4-7 0,-1-7 4 0,1 3-2 16,-1 4 12-16,-2-5-26 0,2 0 8 0,-1 2-1 15,0-2 0-15,0 2-3 0,-1-10 2 0,6 15-4 16,-4-6 7-16,-2-2-5 0,0-7 13 0,5 15-15 15,-5-15-7-15,5 10 9 0,-5-10-13 0,4 7 4 16,-4-7-4-16,4 5 5 0,-4-5 3 0,0 0-2 16,14 2 8-16,-14-2 2 0,24-7-10 0,-6 0 11 15,10-6 11-15,-1 0-11 0,15-12-10 0,-3 0 1 16,8 1 0-16,-2-4-4 0,-2 0-1 0,6 1-6 16,-4-1-8-16,2 5 16 0,-5 0-5 0,-2 4-11 15,-11 5 2-15,-5 1-2 0,3-1 5 0,0 5-4 16,-3-4-5-16,0 3 3 0,-5 4 12 0,-2 0-14 15,-4 0 2-15,2 2-2 0,-6-2-5 0,0 2 1 16,5 0 2-16,-6 2 2 0,1-5 0 0,-9 7 5 16,13-5 0-16,-13 5-5 0,6-3-1 0,-6 3-3 15,0 0 3-15,0 0 6 0,12-4-2 0,-12 4-3 16,0 0 6-16,0 0-13 0,0 0 12 0,0 0-4 16,0 0-6-16,0 0-9 0,0 0-13 0,0 0-31 15,10-1-30-15,-10 1-26 0,0 0-109 0,0 0-238 16,0 0 105-16</inkml:trace>
  <inkml:trace contextRef="#ctx0" brushRef="#br0" timeOffset="119836.92">31277 14089 62 0,'0'0'73'15,"0"0"-5"-15,0 0-4 0,0 0-10 0,0 0-9 16,0 0 7-16,0 0-14 0,0 0 3 0,0 0-9 16,0 0 2-16,0 0-2 0,0 0-1 0,0 0-2 15,14 16 1-15,-14-16 3 0,4 9-9 0,-2-5-3 16,0 5 9-16,-1-3 8 0,-1-6-6 0,4 14 5 16,0-5-15-16,-4-3-2 0,1 1 3 0,-1-7-3 15,3 11-2-15,-3-11-5 0,2 8 8 0,-2-8-10 16,3 6 5-16,-3-6-2 0,0 0-3 0,5 7 6 15,-5-7-6-15,0 0 20 0,8 3-7 0,-8-3 0 16,24-4 15-16,-6-3-2 0,24-10-17 0,-15 4 3 16,20-3-4-16,-3-1 1 0,-1-2 0 0,0 1-9 15,0-2 0-15,3 2-1 0,-4-1 0 0,1 1-4 16,2 3 1-16,-16 2-6 0,1 2-1 16,-1-5-2-16,-1 10 1 0,-4-4 5 0,-7 3-4 0,1 1-2 15,0 2 9-15,-1-1-5 0,-10 2-4 0,2 0 9 16,-9 3-5-16,9-2 4 0,-9 2 0 0,12-3-15 15,-12 3 11-15,0 0 7 0,0 0-4 0,0 0 5 16,0 0-4-16,0 0 3 0,13-2 3 0,-13 2-4 16,0 0 1-16,0 0-2 0,0 0 5 0,0 0-4 15,0 0-2-15,0 0 5 0,0 0-8 0,0 0-21 16,0 0-20-16,0 0-27 0,0 0-32 0,0 0-21 16,0 0-88-16,0 0-221 0,6 10 99 0</inkml:trace>
  <inkml:trace contextRef="#ctx0" brushRef="#br0" timeOffset="125133.89">29920 12750 6 0,'0'0'58'0,"0"0"-4"16,0 0-1-16,0 0-6 0,0 0-1 0,0 0-3 15,0 0-7-15,0 0 6 0,0 0-8 0,0 0 1 0,14 13-8 16,-14-13 8-16,8 4-10 0,-8-4-1 0,6 8-1 15,-6-8-5-15,8 6 2 0,-8-6-2 16,10 6 0-16,-5-3 4 0,-5-3-8 0,13 5 3 16,-5-3 6-16,-8-2 1 0,23 4-6 0,-9-4 6 0,1 2-1 15,-15-2 1-15,31-3-20 0,-13 0 13 0,-1 0-5 16,3 0 4-16,5-4-19 0,-6 1 17 16,-2 0-1-16,2 0-1 0,-1-1 0 0,5-2-4 15,-8 3-8-15,0 1-5 0,0-2 5 0,0 0-6 0,-1-1-5 16,-1-1-11-16,-6 4-10 0,1 0-14 0,-4 1-21 15,4-2-62-15,-3 0-138 0,-5 6 62 0</inkml:trace>
  <inkml:trace contextRef="#ctx0" brushRef="#br0" timeOffset="126976.04">24799 13483 2 0,'0'0'46'16,"0"0"2"-16,0 0-4 0,0 0-1 0,0 0-6 16,0 0-1-16,0 0-5 0,0 0-6 0,0 0-2 0,0 0 1 15,0 0-5-15,0 0 2 0,0 0 5 0,0 0-8 16,0 0-5-16,0 0 1 0,0 0 0 16,0 0 0-16,0 0-9 0,0 0 4 0,0 0-8 15,0 0 12-15,0 0-6 0,0 0 0 0,0 0-1 0,0 0 2 16,0 0-2-16,0 0 3 0,0 0 2 0,0 0-2 15,0 0 4-15,0 0-6 0,0 0-2 0,0 0 5 16,0 0 1-16,0 0-6 0,0 0 3 16,0 0-1-16,0 0-1 0,0 0 4 0,0 0-2 0,0 0 4 15,0 0-4-15,0 0-5 0,0 0-2 0,0 0-3 16,0 0 16-16,0 0-18 0,0 0 11 0,0 0-1 16,0 0-8-16,0 0 5 0,0 0-2 0,0 0-11 15,0 0 9-15,0 0 4 0,0 0-4 0,0 0-1 16,0 0 5-16,0 0-1 0,0 0-4 0,0 0-11 15,26-7 6-15,-26 7-2 0,0 0 4 0,23 3 0 16,-23-3-4-16,25 2 0 0,-9 0-4 0,0 1-2 16,-2 0 1-16,4-1 6 0,9 0-2 0,0 3 0 15,6-2 3-15,-2 0 0 0,13 2 5 0,-13-3-10 16,2 1 9-16,16 2-4 0,-16-2 3 0,11 2 5 16,-14-4-3-16,16 5-4 0,-18-4 1 0,-1-1 6 15,5 2-2-15,0-2-7 0,1-2 12 0,-2 2 1 16,-7-1 1-16,3 0-4 0,-1 0 0 0,-7 0-1 15,-4-1 2-15,0 0 4 0,-2-1-4 0,-13 2-3 16,21-1 2-16,-21 1 2 0,14 0 11 0,-14 0-2 16,0 0 7-16,0 0 10 0,0 0 2 0,15-1 3 15,-15 1-7-15,0 0-5 0,0 0-2 0,0 0 3 16,0 0-7-16,0 0 2 0,0 0-14 0,0 0-3 16,0 0-10-16,0 0-17 0,0 0-6 0,0 0-23 15,0 0-19-15,0 0-38 0,0 0-119 0,0 0 54 16</inkml:trace>
  <inkml:trace contextRef="#ctx0" brushRef="#br0" timeOffset="128518.75">25030 14594 6 0,'0'0'89'0,"0"0"-10"0,0 0-8 16,0 0-7-16,0 0-14 0,0 0 2 0,0 0-5 15,0 0 2-15,0 0 1 0,0 0-5 0,47 8-6 16,-26-6-3-16,7 3-2 0,2-6-3 0,-2 5 9 0,1 2-6 15,3-3 1-15,-1 3-5 0,1 1-2 16,-3 0 8-16,3-3-6 0,0-2-11 0,0 2-3 16,1 2 5-16,-5 2-8 0,0-3 5 0,1 2 6 15,-10-4-12-15,5 2-3 0,2-1 10 0,-10 0-9 0,2-3 4 16,-1 1-8-16,-3 1 3 0,-1-1 4 0,-13-2-8 16,19 2 0-16,-19-2 6 0,13 0 7 15,-13 0-2-15,0 0 1 0,14 0-8 0,-14 0 10 16,0 0-2-16,0 0-6 0,0 0 3 0,0 0-5 0,0 0-19 15,0 0-17-15,0 0-29 0,0 0-29 0,15 0-108 16,-15 0-207-16,0 0 92 0</inkml:trace>
  <inkml:trace contextRef="#ctx0" brushRef="#br0" timeOffset="129262.5">25129 15863 12 0,'-5'-9'134'0,"-3"-1"0"16,2 2-14-16,1 1-7 0,2 3 2 0,3 4-6 15,-8-9-2-15,8 9-7 0,-5-5-11 0,5 5-7 16,-7-6-9-16,7 6-9 0,0 0-12 0,0 0 1 16,0 0-14-16,0 0 1 0,0 0-3 0,0 0-7 15,0 0-6-15,0 0-2 0,25-3 3 0,-25 3-6 0,45 9-4 16,-15-5-2-16,17 4 7 0,-17-4-9 16,17 2 0-16,-13-3 1 0,-1 1-1 0,0 1 1 15,13 0 0-15,3 0-7 0,-20-1 3 0,3 1-3 16,13 0 1-16,-17-3 1 0,0 2-1 0,0 0-3 15,0 0 1-15,-9-4-4 0,-1 3 5 0,0-3-2 16,-4 0 3-16,3 0-2 0,-3 0 9 0,-14 0-5 16,15 0 3-16,-15 0 6 0,0 0-2 0,0 0 11 15,18 0 6-15,-18 0 7 0,0 0 5 0,0 0 6 16,0 0 3-16,13 0 1 0,-13 0-3 0,0 0-1 16,0 0-5-16,0 0-1 0,0 0-7 0,0 0-6 15,0 0-2-15,0 0-6 0,0 0-12 0,0 0-13 16,0 0-17-16,0 0-25 0,0 0-25 0,0 0-39 15,0 0-33-15,0 0-38 0,0 0-137 0,0 0-342 16,0 0 151-16</inkml:trace>
  <inkml:trace contextRef="#ctx0" brushRef="#br0" timeOffset="131214.6">25341 16829 68 0,'-14'-3'132'0,"14"3"-29"0,0 0-9 0,0 0 21 16,0 0-35-16,0 0-2 0,0 0 0 0,0 0-6 16,0 0 0-16,0 0-3 0,0 0-14 0,0 0-5 15,-13 0-6-15,13 0 5 0,0 0-17 0,0 0-4 16,0 0 4-16,0 0-6 0,0 0-2 0,0 0 1 15,0 0 4-15,46 0-4 0,-25-5-6 0,11 1-1 16,-2 3 4-16,2-4-9 0,3 2 4 0,12-3-5 16,-2 4-1-16,-13-1-5 0,12-4 5 0,-12 7 1 15,2-4-8-15,-2 1 4 0,-2 4 1 0,2-5-6 16,-5 3-3-16,-9-2 3 0,1 2 3 0,0 1 1 16,-5-2-6-16,3 2 7 0,-17 0 0 0,18 0-3 15,-18 0-5-15,11-2-10 0,-11 2 4 0,0 0-10 16,0 0-7-16,16 0 1 0,-16 0-11 0,0 0-5 15,0 0-8-15,0 0 5 0,0 0-24 0,0 0 12 16,-41 12-6-16,24-11 0 0,2 2-5 0,-6 0 0 16,2 2 1-16,3-1-6 0,-4-1 5 0,2 1 2 15,-6 1 2-15,6-3 2 0,-1 2 4 0,-5 0-39 16,6-3-100-16,1-1 317 0,-2 0-190 16,1 4-71-16,-2-3 32 0</inkml:trace>
  <inkml:trace contextRef="#ctx0" brushRef="#br0" timeOffset="131519">25617 16830 196 0,'-18'0'-11'15,"0"0"6"-15,-1 0 2 0,1 3 14 0,2-3-2 16,0-2 7-16,-2 1 6 0,18 1-4 0,-20 1 7 15,20-1 5-15,-22 2-3 0,9-4 1 0,1 0-1 16,-4 1 4-16,16 1 1 0,-16 1 4 0,16-1-3 16,-19 0 4-16,19 0-12 0,0 0 9 0,-20 1 0 15,20-1 1-15,-11 0 1 0,11 0 6 0,0 0 0 16,-12 3-13-16,12-3-10 0,0 0 2 0,0 0-9 16,0 0 1-16,0 0 3 0,0 0 3 0,0 0-6 15,0 0 0-15,0 0-8 0,37 5 3 0,-21-2 3 16,4-3 2-16,6-1-3 0,-7-1 3 15,7 2-1-15,6-2 1 0,-4 4-2 0,-2-2 7 0,1 0-3 16,0-2 1-16,-9 0-3 0,2 1-2 0,-2-1 6 16,-2 1-8-16,0 1 6 0,-2-2-6 0,-14 2-2 15,21-1 10-15,-21 1 5 0,16 1 6 0,-16-1-14 16,12-2 7-16,-12 2 7 0,0 0 0 0,0 0 2 16,9-4 1-16,-9 4 5 0,0 0 3 0,0 0-9 15,0 0 1-15,0 0 2 0,0 0-2 0,0 0-1 16,0 0-9-16,0 0-20 0,0 0-19 0,0 0-21 15,0 0-23-15,0 0-35 0,0 0-24 0,0 0-100 16,0 0-238-16,0 0 105 0</inkml:trace>
  <inkml:trace contextRef="#ctx0" brushRef="#br0" timeOffset="133945.1">29561 14602 38 0,'0'0'116'0,"-10"-4"-14"0,10 4 3 0,-12-7-2 15,12 7-8-15,-9-9-14 0,3 8-6 0,6 1 4 16,-11-8-10-16,11 8 6 0,-6-6-8 0,6 6-5 0,0 0-1 16,-9-4-4-16,9 4 1 0,0 0-18 0,0 0 10 15,-5-6-7-15,5 6-6 0,0 0-6 0,0 0 1 16,0 0-6-16,0 0-1 0,16-7-2 15,4 2 1-15,6 3-8 0,4-6-1 0,-2 3-4 0,7 5 6 16,11-4 0-16,-15 1 5 0,1-1-10 0,0 1-1 16,1-1-1-16,13 1-3 0,-16 2 1 0,1-2 1 15,-2 3-1-15,-1 2 0 0,-9-5-1 0,1 4-2 16,-1-1-2-16,-1 0 0 0,-2-1 0 0,-1-1 2 16,-15 2 0-16,21 0 6 0,-12-2-13 0,-9 2 6 15,0 0-4-15,17 0-2 0,-17 0 0 0,0 0 2 16,0 0-6-16,0 0 0 0,0 0-2 0,0 0 2 15,0 0-15-15,0 0 2 0,0 0 1 0,0 0-3 16,0 0-4-16,-49 2 8 0,33-2 4 0,0 2-3 16,1-4-5-16,0 5 16 0,-6-3-7 0,5 3 1 15,-3-3 3-15,2 1 0 0,-2-1-2 0,3 2 4 16,-3-2-5-16,5 0 0 0,-2 0 2 0,-1 3 6 16,3-3-3-16,-3 1-2 0,2 0 10 0,0-1-6 15,15 0-5-15,-20 0 5 0,20 0-3 0,-15 2 2 16,15-2 6-16,-15-2-5 0,15 2 9 0,0 0-9 15,-18 0 3-15,18 0 4 0,0 0-11 0,0 0 15 16,-17 0-4-16,17 0-2 0,0 0 6 0,0 0 4 16,0 0-5-16,0 0-7 0,0 0 1 0,0 0 4 15,0 0-4-15,0 0 5 0,0 0-6 0,0 0 1 16,0 0 5-16,0 0-2 0,0 0 2 0,50-5-4 16,-40 3 1-16,7 1-2 0,-2-3 1 0,-1 2-6 15,3 0 7-15,-2 1-6 0,-3 0 2 0,3 0 2 16,-15 1 7-16,20-4-9 0,-9 3 2 0,-11 1-1 15,18-3 0-15,-18 3 2 0,14-2-3 0,-14 2 6 16,0 0-5-16,14 0-2 0,-14 0 1 0,0 0 7 16,0 0-5-16,0 0 6 0,10-4-3 0,-10 4-10 15,0 0-6-15,0 0-16 0,0 0-29 0,0 0-28 16,0 0-30-16,0 0-84 0,0 0-217 0,0 0 95 0</inkml:trace>
  <inkml:trace contextRef="#ctx0" brushRef="#br0" timeOffset="135427.15">29635 15813 23 0,'-14'-7'81'0,"14"7"-2"0,0 0-2 0,-11-4-9 16,11 4-1-16,0 0-6 0,0 0 0 0,-11-4 2 15,11 4 8-15,0 0-7 0,0 0-16 0,0 0-5 16,0 0-8-16,-7-4 2 0,7 4-2 0,0 0 1 16,0 0-5-16,0 0-3 0,0 0-10 0,0 0-5 15,0 0 4-15,0 0-6 0,0 0 3 0,0 0-3 16,0 0 13-16,51 6-14 0,-26-7 14 0,6 2-17 15,16 4-4-15,-1-4 5 0,7 2 13 0,0-3-12 16,2 0 10-16,-2 3-3 0,-1 3-4 0,0-8 2 16,-2 7 3-16,0-5-12 0,-4 4 6 0,3-3 1 0,-20 0-2 15,4 0 2-15,-2-2-12 0,2 3 9 16,-3-1-1-16,-1-1-5 0,-1-1 8 0,-10 1-11 16,9 1 0-16,-13-1 1 0,-1 0 1 0,2-1-3 15,-15 1 11-15,16 1-2 0,-16-1-7 0,0 0 5 16,0 0 5-16,15-1 1 0,-15 1 12 0,0 0 9 15,0 0 6-15,0 0 4 0,0 0-9 0,11-2 0 16,-11 2-4-16,0 0 0 0,0 0-8 0,0 0-20 16,0 0-17-16,0 0-23 0,0 0-46 0,0 0-39 15,0 0-117-15,0 0-260 0,0 0 115 0</inkml:trace>
  <inkml:trace contextRef="#ctx0" brushRef="#br0" timeOffset="136754.16">29624 16883 84 0,'0'0'98'15,"0"0"-5"-15,0 0-2 0,0 0 0 0,0 0-21 0,-11-6-6 16,11 6 5-16,0 0-8 0,0 0-3 0,0 0-5 16,0 0-1-16,0 0-7 0,0 0-2 0,0 0-7 15,0 0-2-15,0 0-1 0,0 0-6 0,0 0 0 16,0 0 0-16,0 0-4 0,0 0 1 0,26-10-10 16,-9 7-3-16,2 2 5 0,9-2 7 0,19-4-10 15,-15 2 7-15,22-7 4 0,2 5-20 16,3 0 10-16,-2 2-6 0,0-1-1 0,0-3 2 0,1 5 2 15,-5-1 2-15,0 7-1 0,-5-11-12 16,1 6 10-16,-19 0-3 0,16-1-4 0,-12 3 0 16,-5-1-1-16,-1-1 1 0,3 4-2 0,-11-2 7 15,8 1-6-15,-11 0-2 0,0-4 12 0,-2 1-6 0,-6 2-18 16,-9 1 8-16,15-3 2 0,-15 3 14 16,0 0 2-16,0 0 12 0,16 2-6 0,-16-2 7 15,0 0-2-15,0 0-5 0,0 0-10 0,0 0-20 16,0 0-27-16,0 0-27 0,0 0-24 0,0 0-27 15,0 0-99-15,0 0-232 0,0 0 104 0</inkml:trace>
  <inkml:trace contextRef="#ctx0" brushRef="#br0" timeOffset="138832.44">29682 16863 38 0,'0'0'32'0,"-15"-1"-7"0,15 1-2 16,0 0-7-16,-14 2-1 0,14-2 4 0,0 0-8 16,-18 1 0-16,18-1 1 0,0 0 7 0,-13 2 2 15,13-2-1-15,0 0 3 0,-12 3 5 16,12-3 7-16,0 0-7 0,0 0 11 0,0 0-1 16,0 0-2-16,0 0-6 0,0 0 6 0,-16 1-11 0,16-1 11 15,0 0-10-15,0 0-6 0,0 0-8 0,0 0 1 16,0 0 3-16,0 0-10 0,0 0 6 0,0 0 1 15,39 8-6-15,-22-10-2 0,13 4 7 0,-2 0 4 16,1-2-13-16,19 0 8 0,-4 0-9 16,8 0 9-16,0 0 0 0,0 2 2 0,-6-2 0 15,9 0 4-15,-1 0-5 0,-3 0-1 0,0 0 4 0,-1 3-3 16,-3-1 0-16,0-1 5 0,-13-1-4 0,-2 1-1 16,-2-2-2-16,2 6-1 0,-2-3 6 0,-11-4-5 15,0 2 14-15,0 1-22 0,-3-2 3 0,0-2 16 16,-4 3 10-16,1-3 6 0,-13 3 3 15,15-2 20-15,-15 2-11 0,0 0-3 0,0 0-9 0,10-3 1 16,-10 3-8-16,0 0 1 0,0 0-4 0,0 0-5 16,0 0-14-16,0 0-18 0,4-6-24 0,-4 6-19 15,0 0-16-15,0 0-12 0,-24-6-18 16,7 1-96-16,0 6-210 0,-2-2 94 0</inkml:trace>
  <inkml:trace contextRef="#ctx0" brushRef="#br0" timeOffset="139215.23">29797 16881 32 0,'0'0'89'16,"0"0"-19"-16,0 0 8 0,0 0-23 0,0 0-5 15,0 0 0-15,0 0-6 0,0 0-2 0,40-7 3 16,-21 6-12-16,13-2 11 0,18 3-12 0,1-3-1 0,0 5 0 16,4-8-5-16,3 3-2 0,-1 1-2 15,1 1 1-15,-3-3-8 0,-2 2 9 0,0 2-6 16,-6 3 9-16,2-3-13 0,0 1-4 0,-21 1 7 15,6-1-15-15,-1-1 9 0,-4 0-11 0,-2 0 9 16,0 0-6-16,-8 4 4 0,-1-4-4 0,-4 0-2 16,-1 1 2-16,-13-1 3 0,14 2 4 0,-14-2-2 0,9 1 16 15,-9-1 6-15,0 0-5 0,0 0 2 16,0 0-4-16,0 0-3 0,10 4-17 0,-10-4-41 16,0 0-41-16,0 0-95 0,0 0-189 0,-19-16 83 15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37:33.1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0 0 24575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37:40.1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0 0 24575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09:10:03.1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14482 5905 20 0,'0'0'27'0,"0"0"-4"15,0 0-7-15,0 0-12 0,0 0-19 0,0 0-17 16,0 0 7-16</inkml:trace>
  <inkml:trace contextRef="#ctx0" brushRef="#br0" timeOffset="2404.17">11955 6128 33 0,'0'0'122'0,"0"0"-6"16,0 0-10-16,0 0-5 0,0 0-2 0,0 0-12 16,0 0-10-16,0 0-8 0,0 0-3 0,0 0-13 15,0 0-1-15,0 0-10 0,0 0-4 0,0 0-4 16,0 0-5-16,0 0 0 0,0 0-4 0,0 0-8 16,0 0 1-16,0 0 2 0,0 0 2 0,0 0-1 15,0 0-2-15,0 0 7 0,0 0-5 0,0 0 2 16,0 0 1-16,159-21 0 0,-111 14-4 0,-3 2 0 15,-45 5-1-15,77-4 1 0,-31-4 1 0,-46 8-6 16,61-6-1-16,-14 2 1 0,-47 4-2 0,82-9-3 16,-82 9-3-16,74 1 3 0,-74-1-1 0,56-4 2 15,-56 4-2-15,53-1-4 0,-53 1 5 0,0 0-4 16,64 0-1-16,-64 0 1 0,0 0 0 0,0 0-6 16,0 0 4-16,0 0-1 0,0 0 1 0,61-3-4 15,-61 3 1-15,0 0 1 0,0 0 9 0,0 0 1 16,0 0 4-16,0 0-3 0,0 0 2 0,0 0-1 15,0 0-6-15,0 0-4 0,0 0-13 0,0 0-14 16,0 0-23-16,0 0-21 0,0 0-6 0,0 0-19 0,0 0-24 16,0 0-10-16,0 0-78 0,0 0-220 15,0 0 98-15</inkml:trace>
  <inkml:trace contextRef="#ctx0" brushRef="#br0" timeOffset="2880.08">11895 6186 51 0,'0'0'100'0,"0"0"-9"15,0 0-13-15,0 0-3 0,0 0-13 0,0 0-2 16,0 0-10-16,0 0-4 0,0 0-6 0,0 0-1 16,0 0-5-16,0 0-1 0,0 0 10 0,0 0 2 15,0 0 3-15,105-33-3 0,-58 27 4 0,-47 6-5 16,97-11-5-16,-48 6 6 0,-3-2-6 0,-46 7 5 15,79-7-6-15,-30 1 2 0,-49 6-5 0,93-6-7 16,-66 1 1-16,-27 5-2 0,65-5-5 0,-65 5 7 0,60-2-12 16,-60 2 1-16,59-11-1 0,-59 11-3 15,0 0 1-15,70-4-8 0,-70 4 5 0,0 0-5 16,45-4 0-16,-45 4 2 0,0 0-4 0,0 0 4 16,0 0-3-16,0 0 3 0,0 0-2 0,0 0 0 0,0 0-2 15,0 0-3-15,0 0 4 0,0 0-4 16,0 0-8-16,0 0-12 0,0 0-16 0,0 0-17 15,0 0-16-15,0 0-9 0,0 0-13 0,0 0-11 0,0 0-98 16,0 0-215-16,0 0 95 0</inkml:trace>
  <inkml:trace contextRef="#ctx0" brushRef="#br0" timeOffset="3386.61">12005 6167 42 0,'0'0'60'16,"0"0"9"-16,0 0-7 0,0 0-1 0,0 0-4 15,0 0 3-15,0 0 4 0,0 0 5 0,124-19-13 16,-124 19 15-16,92-8-21 0,-60 4 6 0,-32 4-2 16,84-7-5-16,-38 3-17 0,2-3 12 0,-48 7-3 15,75-4-19-15,-75 4 3 0,60-3 6 0,-60 3-6 16,64-5 3-16,-64 5-8 0,60-6 11 0,-60 6-12 16,51-3-4-16,-51 3-3 0,0 0 7 0,0 0-6 0,63-4-1 15,-63 4-3-15,0 0 3 0,0 0-3 0,0 0-5 16,0 0 6-16,0 0 0 0,0 0-10 15,0 0-2-15,0 0-21 0,0 0-13 0,0 0-16 16,0 0-17-16,0 0-22 0,0 0-84 0,0 0-191 0,0 0 85 16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09:11:41.1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15127 4997 64 0,'0'0'112'0,"0"0"-6"0,0 0 0 0,0 0-10 16,0 0-12-16,0 0-2 0,0 0-3 0,0 0-7 0,0 0-8 15,0 0-5-15,0 0-4 0,0 0-4 0,0 0-12 16,0 0-10-16,0 0 7 0,0 0-10 16,0 0 8-16,0 0-12 0,0 0-1 0,0 0-8 15,0 0-8-15,0 0 0 0,0 0 0 0,0 0 2 0,0 0-5 16,0 0 7-16,0 0-2 0,0 0 1 0,0 0-3 15,0 0 0-15,0 0-2 0,0 0 3 0,0 0 1 16,0 0-7-16,0 0 10 0,9 82-4 0,-9-82-10 16,0 0-1-16,5 36 17 0,-5-36-11 0,4 30 5 15,-4-30-3-15,0 0 2 0,1 43-1 0,-1-43 0 16,0 0-2-16,3 41-2 0,-3-41-6 16,0 0 4-16,1 37 1 0,-1-37 6 0,0 0-1 15,0 36 0-15,0-36-2 0,0 0-5 0,4 42 4 0,-4-42 3 16,0 0 0-16,1 39 0 0,-1-39-6 0,0 0 3 15,0 38-2-15,0-38 3 0,0 0-5 0,-1 36-3 16,1-36 10-16,0 0-6 0,4 39 2 0,-4-39-1 16,1 29-5-16,-1-29 4 0,0 0 0 0,4 53 4 15,-4-53-5-15,4 32-5 0,-4-32 6 0,6 35 4 16,-6-35 0-16,3 33 1 0,-3-33-3 0,1 33-7 16,-1-33 3-16,0 0 4 0,5 46-6 0,-5-46 1 15,7 26 1-15,-7-26 1 0,0 0-3 0,2 46-3 16,-2-46 6-16,1 28-13 0,-1-28 18 0,0 0 3 15,3 49-2-15,-3-49-4 0,0 28-6 0,0-28 6 16,0 35 3-16,0-35 1 0,-4 41 1 0,4-41-4 16,0 31 1-16,0-31-3 0,-2 36-6 0,2-36 5 15,-2 35-1-15,2-35 6 0,2 41 7 0,-2-41-4 16,1 33-3-16,-1-33-1 0,0 0 6 0,1 45-4 16,-1-45-4-16,0 0 3 0,1 32-3 0,-1-32-4 15,0 0 1-15,2 32-1 0,-2-32 12 0,0 0-8 16,0 0 4-16,0 0 2 0,2 34-1 0,-2-34-3 15,0 0 1-15,0 0 2 0,0 0-4 0,0 0-2 16,0 0 0-16,-1 39-1 0,1-39 8 0,0 0-2 16,0 0-9-16,0 0 4 0,0 0-2 0,0 0 5 15,0 0-1-15,0 0-7 0,0 0 8 0,0 0 1 0,0 0-1 16,0 0 18-16,0 0-15 0,0 0-1 16,1 31-1-16,-1-31-2 0,0 0-2 0,0 0-1 15,0 0-23-15,0 0-17 0,0 0-18 0,0 0-21 16,0 0-22-16,0 0-68 0,3-108-185 0,-1 64 82 0</inkml:trace>
  <inkml:trace contextRef="#ctx0" brushRef="#br0" timeOffset="2211.23">15118 5023 68 0,'0'0'61'16,"0"0"-3"-16,0 0-2 0,0 0-5 0,0 0-4 15,0 0-2-15,0 0-5 0,0 0-11 0,0 0 6 16,0 0-5-16,0 0 1 0,0 0-3 0,0 0-9 16,0 0 4-16,0 0 0 0,0 0-5 0,0 0 6 15,0 0-7-15,0 0-10 0,0 0 6 0,0 0 4 16,0 0-3-16,0 0 9 0,0 0-16 0,0 0 18 15,0 0-17-15,0 0 3 0,0 0-3 0,118-2 1 16,-118 2-1-16,0 0-3 0,0 0 2 0,60 4-2 16,-60-4 0-16,0 0 1 0,0 0-3 0,68 3-1 15,-68-3 4-15,0 0-3 0,65 3 2 0,-65-3-4 16,53 1 1-16,-53-1 3 0,0 0 2 0,85 1 0 16,-85-1-3-16,57 2-2 0,-57-2-4 0,61-2 5 15,-61 2 5-15,0 0-7 0,86 0 4 0,-86 0-4 16,62-5 1-16,-62 5-3 0,58-3 4 0,-58 3-17 15,63 0 23-15,-63 0-6 0,55-4-5 0,-55 4 6 16,0 0-5-16,84 2-6 0,-84-2 8 0,54-2 3 16,-54 2-1-16,0 0 6 0,87 0-10 0,-87 0 9 15,56 2-2-15,-56-2-4 0,60 1 2 0,-60-1-7 16,0 0 12-16,87 4-7 0,-87-4 3 0,60 3-3 16,-60-3 0-16,60 6-1 0,-60-6 1 0,57 8-5 15,-57-8 3-15,53 2-4 0,-53-2 1 0,54 5 6 16,-54-5-7-16,52 5 5 0,-52-5 5 0,50 7-11 15,-50-7 6-15,54 5-1 0,-54-5-3 0,0 0-2 16,65 6 15-16,-65-6-10 0,0 0 3 0,60 4 3 16,-60-4 0-16,0 0-7 0,64 3-1 0,-64-3-3 0,0 0 2 15,54 1 4-15,-54-1-5 0,0 0 3 16,0 0 8-16,60 2 1 0,-60-2-10 0,0 0 12 16,0 0-15-16,0 0 5 0,0 0-6 0,0 0 4 0,0 0 6 15,0 0-8-15,0 0 2 0,0 0-5 0,0 0 2 16,0 0-7-16,65-3 1 0,-65 3 3 0,0 0 1 15,0 0-1-15,0 0-3 0,0 0 2 0,0 0-5 16,0 0 3-16,0 0-1 0,50-12-1 16,-50 12-3-16,0 0-2 0,0 0 7 0,0 0-6 0,0 0 3 15,0 0-2-15,0 0 6 0,0 0-7 0,0 0 8 16,0 0 3-16,0 0-1 0,0 0 4 0,0 0 9 16,41-10-5-16,-41 10 3 0,0 0 6 0,0 0-3 15,0 0 10-15,0 0 1 0,0 0-8 16,0 0 7-16,0 0-3 0,0 0-1 0,0 0 8 0,0 0 10 15,0 0 2-15,0 0-13 0,0 0 4 0,0 0-6 16,0 0-3-16,0 0 5 0,0 0-9 0,0 0-6 16,0 0 1-16,0 0 5 0,0 0 0 15,0 0-5-15,0 0 3 0,0 0 0 0,0 0-2 0,0 0-7 16,0 0 1-16,0 0 4 0,0 0 4 0,0 0 1 16,0 0-9-16,14 42 2 0,-14-42 4 0,0 0-5 15,2 38 7-15,-2-38-4 0,0 0 0 0,5 46 0 16,-5-46 4-16,4 33-6 0,-4-33 1 0,0 42 0 15,0-42 5-15,3 47 1 0,-3-47-2 0,4 41 2 16,-4-41-3-16,2 33 1 0,-2-33 7 0,5 33-13 16,-5-33 0-16,7 48 6 0,-7-48-4 0,5 36 5 15,-5-36-3-15,3 48 8 0,0-25-8 0,-3-23 0 16,5 40 4-16,-5-40-5 0,0 50-2 0,3-27-6 16,-3-23 5-16,5 48-8 0,-5-48 21 0,3 43-15 15,-3-43 2-15,2 45 0 0,-2-45 5 0,1 36-7 16,-1-36 5-16,-1 34-5 0,1-34 1 0,1 35 1 15,-1-35-2-15,0 0 17 0,2 47-21 0,-2-47 8 16,0 31 0-16,0-31-3 0,-2 35 2 0,2-35 1 16,2 39-7-16,-2-39 5 0,-3 34 2 0,3-34-4 15,-1 47-1-15,1-47 1 0,-1 34-2 0,1-34 5 16,1 36-3-16,-1-36 6 0,0 0 1 0,1 46-11 16,-1-46 2-16,0 0 1 0,1 35 0 0,-1-35 3 15,0 0 0-15,0 0 6 0,0 30-6 0,0-30-5 16,0 0 10-16,0 0 0 0,0 0-10 0,0 0-5 15,0 0 13-15,0 0-7 0,0 0 4 0,0 0-5 16,0 0-3-16,0 0 7 0,0 0-10 0,0 0-6 16,0 0 14-16,0 0-19 0,0 0 5 0,-51 12 4 15,51-12 0-15,0 0 10 0,0 0-2 0,0 0-1 0,0 0 4 16,0 0-9-16,0 0 6 0,-102-22 0 0,102 22-9 16,0 0 8-16,0 0 6 0,-60-5-8 0,60 5 7 15,0 0 6-15,0 0 2 0,-61-8-6 16,61 8 9-16,0 0-9 0,-52-2 1 0,52 2 5 0,0 0-8 15,0 0 13-15,-62-5-5 0,62 5 2 0,0 0-1 16,0 0 1-16,-73-2-8 0,73 2 5 0,0 0-2 16,-78 2-5-16,78-2-3 0,-60 1 4 0,60-1-7 15,-64 4 2-15,64-4-1 0,-95 2-6 0,51 1 0 16,44-3 0-16,-95 7-1 0,46-5 6 0,49-2 3 16,-93 5-5-16,93-5 9 0,-64 1 7 0,64-1-5 15,-65 2-3-15,65-2-1 0,-61 0 7 0,61 0-2 16,0 0-2-16,-86-2 0 0,86 2 2 0,-53 2 1 15,53-2 4-15,0 0-2 0,-75 0 1 0,75 0-7 16,0 0 5-16,-57-2 4 0,57 2-7 0,0 0 7 16,-59-4-4-16,59 4-1 0,0 0-11 0,0 0 11 15,-64 0-7-15,64 0 2 0,0 0-1 0,0 0-7 16,-62-4 11-16,62 4-7 0,0 0 4 0,0 0-3 16,-59-4-7-16,59 4 3 0,0 0-8 0,-50-6 5 15,50 6-3-15,0 0 14 0,0 0-21 0,-68-9 2 16,68 9-4-16,0 0 9 0,-56-6-18 0,56 6 5 15,-55-4-5-15,55 4 2 0,0 0 11 0,-65-9-2 16,65 9 6-16,0 0 10 0,-49-4-1 0,49 4 1 16,0 0-1-16,0 0 2 0,0 0 2 0,0 0-3 15,-56-5 2-15,56 5-2 0,0 0-7 0,0 0 17 16,0 0-10-16,0 0 6 0,0 0-8 0,0 0 9 16,0 0-9-16,0 0-3 0,0 0-13 0,0 0 13 15,0 0 0-15,0 0-1 0,0 0 3 0,0 0-5 16,0 0 5-16,0 0-1 0,-60 13 3 0,60-13-2 15,0 0 3-15,0 0 7 0,0 0-2 0,0 0-4 0,0 0 9 16,0 0-10-16,0 0 9 0,0 0-2 16,0 0 2-16,0 0-3 0,0 0 1 0,-35 15 5 15,35-15 1-15,0 0 14 0,0 0-12 0,0 0-2 16,0 0-2-16,0 0-1 0,0 0 6 0,0 0-4 16,0 0-2-16,0 0-14 0,0 0 17 0,0 0-4 0,0 0-4 15,0 0 21-15,0 0-22 0,0 0-2 16,0 0 7-16,0 0-2 0,0 0 1 0,0 0 5 15,0 0-6-15,0 0 6 0,0 0 3 0,0 0-2 16,0 0-7-16,0 0 13 0,0 0-8 0,0 0 0 0,0 0 2 16,0 0-4-16,0 0 1 0,0 0-2 0,0 0-4 15,0 0-10-15,0 0 0 0,0 0-12 16,0 0-24-16,0 0-18 0,0 0-29 0,0 0-95 16,0 0-201-16,0 0 89 0</inkml:trace>
  <inkml:trace contextRef="#ctx0" brushRef="#br0" timeOffset="6190.32">13232 10410 115 0,'0'0'126'0,"0"0"-13"15,0 0-6-15,0 0 3 0,0 0-9 0,0 0-8 16,0 0-2-16,0 0-1 0,0 0-1 0,0 0-5 15,0 0-4-15,0 0-7 0,0 0-10 16,0 0 7-16,0 0-17 0,0 0-7 0,0 0-9 0,0 0 1 16,0 0-3-16,0 0-7 0,0 0-7 0,0 0 3 15,0 0-8-15,0 0 2 0,0 0 6 0,0 0-9 16,0 0-7-16,0 0 3 0,0 0-3 16,0 0-1-16,0 0 1 0,0 0-3 0,0 0 0 0,0 0 4 15,0 0-2-15,0 0-2 0,0 0-2 0,0 0 2 16,0 0-1-16,0 0 1 0,0 0 5 0,0 0 5 15,0 0-5-15,0 0 2 0,0 0 1 0,109-26-4 16,-109 26-3-16,58-51 3 0,-22 18-6 0,-4 4 3 16,-1-2 3-16,1 0-2 0,-3 0-5 0,-8 6-4 15,0 1 6-15,9-10-4 0,-12 13 2 16,2-2-2-16,8-11-9 0,-12 14 8 0,-16 20 0 0,28-32-1 16,-28 32 4-16,21-21-6 0,-21 21 4 0,0 0 3 15,23-22 6-15,-23 22-9 0,0 0 2 0,0 0 3 16,0 0-1-16,0 0-1 0,0 0 3 0,0 0 3 15,0 0-1-15,0 0 2 0,22-23-2 0,-22 23 0 16,0 0 2-16,0 0-1 0,0 0-4 0,0 0-4 16,0 0-15-16,0 0-29 0,0 0-37 0,0 0-24 15,0 0-19-15,0 0-158 0,0 0-305 0,0 0 134 16</inkml:trace>
  <inkml:trace contextRef="#ctx0" brushRef="#br0" timeOffset="7323.92">13246 11862 76 0,'0'0'186'0,"0"0"-14"0,0-11-15 0,0 11-17 0,0 0-12 16,0 0-10-16,3-8-15 0,-3 8-12 0,0 0-6 15,0 0-10-15,3-7-6 0,-3 7-9 0,0 0-5 16,0 0-9-16,0 0-10 0,0 0 2 0,0 0-7 15,11-3-1-15,-11 3-3 0,0 0 0 0,0 0-9 16,0 0-3-16,0 0 1 0,15 14 3 0,-10-7-5 16,0 0-6-16,3 0 4 0,-3 1-1 0,-1 1-1 15,2 1-2-15,-2 0 3 0,2 1-1 0,2 1 3 16,-3-1-3-16,2-3-3 0,-5 0 1 0,3 0 4 16,2 0-4-16,-5-2 8 0,-2-6-7 0,8 11 2 15,-6-8 0-15,-2-3 5 0,7 5-4 0,-7-5 6 16,0 0 1-16,15 2-2 0,-15-2 5 0,17-10 0 15,-2 0-2-15,6-6-2 0,-4-1 0 0,3-4 0 16,9-11-4-16,-10 9-4 0,0 3 0 0,-1-1 1 16,1 0 0-16,-3-2-4 0,2 1 0 0,2 3 0 15,-2-4-3-15,1 4 0 0,0 0-1 0,-8 2 1 16,0 6-4-16,-1-2 1 0,-1 2 4 0,0 5-4 16,-2-1 2-16,-1 3-2 0,0-2 3 0,1-1-1 15,-7 7-3-15,7-6 1 0,-7 6-2 0,3-5 1 0,-3 5 2 16,0 0-3-16,0 0 12 0,9-4-8 0,-9 4-4 15,0 0 2-15,0 0 2 0,0 0-1 16,0 0 2-16,0 0-3 0,8-5 0 0,-8 5-5 0,0 0 0 16,0 0-8-16,0 0-17 0,0 0-18 0,0 0-27 15,0 0-27-15,0 0-24 0,0 0-30 0,0 0-144 16,0 0-324-16,0 0 144 0</inkml:trace>
  <inkml:trace contextRef="#ctx0" brushRef="#br0" timeOffset="12387.11">14836 12103 45 0,'0'0'61'0,"0"0"-8"0,0 0-8 15,0 0-16-15,0 0 1 0,0 0-13 16,0 0-5-16,0 0-10 0,0 0-4 0,0 0-17 15,-9-22-27-15,9 22-50 0,-3-10 23 0</inkml:trace>
  <inkml:trace contextRef="#ctx0" brushRef="#br0" timeOffset="12655.32">14818 10497 7 0,'0'0'61'0,"0"0"-14"0,0 0-12 0,0 0-11 15,0 0-3-15,0 0-9 0,0 0-7 0,0 0-20 16,0 0-19-16,0 0-35 0,0 0 16 0</inkml:trace>
  <inkml:trace contextRef="#ctx0" brushRef="#br0" timeOffset="13475.94">14886 11991 88 0,'0'0'77'0,"0"0"-3"16,0 0-4-16,0 0-11 0,0 0-7 0,0 0 5 15,0 0-14-15,0 0-3 0,0 0-9 0,0 0 3 16,0 0-4-16,0 0 0 0,0 0-9 0,0 0-4 15,0 0 0-15,0 0 4 0,0 0-5 0,0 0 1 16,0 0 3-16,0 0-4 0,0 0 2 0,0 0-8 16,0 0 4-16,0 0-1 0,0 0 1 0,0 0-1 15,0 0 10-15,0 0-12 0,0 0 0 0,0 0-4 16,0 0 5-16,0 0 0 0,0 0-3 0,0 0 4 16,0 0-1-16,0 0-7 0,0 0-2 0,0 0 3 15,0 0-2-15,0 0-2 0,0 0 5 0,0 0-3 16,0 0-7-16,0 0 11 0,0 0-5 0,0 0-3 15,0 0 1-15,0 0-1 0,0 0 4 0,0 0-3 16,0 0 1-16,0 0-4 0,0 0 4 0,0 0 4 16,0 0 3-16,0 0-13 0,0 0 5 0,0 0 3 15,0 0-3-15,0 0-4 0,0 0 6 0,0 0-4 16,0 0 3-16,0 0 1 0,0 0 1 0,0 0 3 16,0 0-2-16,0 0 6 0,0 0 1 0,0 0 2 15,0 0-4-15,0 0 5 0,0 0-2 0,0 0 0 16,0 0 2-16,0 0 1 0,0 0-1 0,0 0 0 0,0 0 0 15,0 0 4-15,0 0-2 0,0 0-8 0,0 0 4 16,0 0 1-16,0 0-1 0,0 0 1 16,0 0-3-16,0 0-1 0,0 0-1 0,0 0-3 0,0 0-1 15,0 0-1-15,0 0 1 0,0 0 0 0,0 0 6 16,0 0-9-16,0 0 2 0,0 0-2 0,0 0-1 16,0 0 1-16,0 0 1 0,0 0-4 0,0 0 0 15,0 0 1-15,0 0-2 0,0 0 7 0,0 0-5 16,0 0-3-16,0 0 3 0,0 0 0 0,0 0 1 15,0 0 2-15,0 0-1 0,0 0 1 0,0 0-1 16,0 0-1-16,0 0-2 0,0 0-2 0,0 0-5 16,7 5-4-16,-7-5-2 0,0 0-1 0,0 0 3 15,0 0-5-15,0 0-4 0,0 0-4 0,0 0-5 16,0 0-3-16,0 0-13 0,0 0 0 0,0 0-14 16,0 0-12-16,0 0-10 0,0 0-79 0,0 0-173 15,0 0 76-15</inkml:trace>
  <inkml:trace contextRef="#ctx0" brushRef="#br0" timeOffset="15167.27">13542 6154 33 0,'0'0'146'0,"0"0"-7"0,0 0-10 0,0 0-8 16,0 0-15-16,0 0-9 0,0 0-6 0,0 0-3 15,0 0-10-15,0 0-9 0,0 0-5 0,0 0-6 16,0 0-6-16,0 0-8 0,0 0-6 0,0 0 2 16,0 0-9-16,0 0 1 0,0 0-2 0,0 0-8 15,0 0 0-15,0 0 1 0,0 0-4 0,0 0 2 16,0 0 4-16,0 0-5 0,0 0 2 0,162-16-6 16,-162 16-2-16,63-6 2 0,-15 2-3 0,-48 4 2 15,79-8-4-15,-32 8 2 0,-47 0-4 0,82-5 0 16,-36 1 4-16,-46 4-6 0,78-7 1 0,-78 7-1 15,64-7 0-15,-64 7 3 0,69-2-6 0,-69 2 0 16,62-8-2-16,-62 8 3 0,61-6 3 0,-61 6-1 16,52 1-1-16,-52-1 5 0,0 0-2 0,0 0 1 15,69-4-1-15,-69 4 2 0,0 0 7 0,0 0 9 16,0 0-1-16,0 0-1 0,0 0-3 0,61 0-2 0,-61 0 0 16,0 0 0-16,0 0 0 0,0 0-5 0,0 0 1 15,0 0-5-15,0 0 5 0,0 0-3 16,0 0-3-16,0 0 0 0,0 0-3 0,0 0-7 15,0 0-9-15,0 0-13 0,0 0-19 0,0 0-21 0,0 0-20 16,0 0-29-16,0 0-20 0,0 0-28 0,0 0-107 16,0 0-288-16,0 0 128 0</inkml:trace>
  <inkml:trace contextRef="#ctx0" brushRef="#br0" timeOffset="15687.24">13590 6151 18 0,'0'0'105'0,"0"0"-16"0,0 0-8 0,0 0-13 15,0 0-1-15,0 0 5 0,0 0-7 0,0 0-2 16,0 0 2-16,0 0-5 0,0 0 0 0,0 0 7 15,131-22-4-15,-131 22-1 0,78-9 5 0,-29 6-9 0,0-2-4 16,-49 5 6-16,95-5-1 0,-47 4-4 0,-48 1-3 16,97-1-7-16,-54-4 6 0,-43 5-11 15,86-4 0-15,-86 4-2 0,65-3-7 0,-19-4-3 16,-46 7 2-16,59 1-4 0,-59-1-4 0,0 0 0 16,75-4-5-16,-75 4 1 0,0 0-2 0,50-1-4 15,-50 1-3-15,0 0 1 0,0 0 3 0,0 0-5 16,0 0 1-16,0 0 1 0,0 0 4 0,0 0-2 15,0 0 2-15,0 0-3 0,0 0 4 0,0 0-4 0,0 0-8 16,0 0-17-16,0 0-15 0,0 0-21 0,0 0-18 16,0 0-22-16,0 0-20 0,0 0-16 15,0 0-124-15,0 0-270 0,0 0 119 0</inkml:trace>
  <inkml:trace contextRef="#ctx0" brushRef="#br0" timeOffset="16217.06">13516 6093 63 0,'0'0'80'16,"0"0"-7"-16,0 0 1 0,0 0-4 0,0 0-3 15,0 0-7-15,0 0 2 0,0 0-4 0,0 0-5 16,93-26 5-16,-93 26 4 0,59-7 6 0,-59 7 2 0,80-8-6 16,-34 7-3-16,-46 1 2 0,81-11-1 15,-35 9 0-15,-46 2 5 0,80-5-2 0,-80 5-6 16,76-2-6-16,-76 2-3 0,52-8-5 0,-52 8-4 16,0 0-3-16,64-2-6 0,-64 2-2 0,0 0-3 0,0 0 1 15,64-3 1-15,-64 3-1 0,0 0 3 16,0 0-4-16,0 0-3 0,0 0 1 0,0 0-3 15,59 1 3-15,-59-1 2 0,0 0-2 0,0 0 2 16,0 0 1-16,0 0 0 0,0 0 1 0,0 0-4 0,0 0-5 16,0 0 2-16,0 0-2 0,0 0-6 0,0 0-3 15,0 0-15-15,0 0-14 0,0 0-17 16,0 0-21-16,0 0-22 0,0 0-29 0,0 0-36 0,0 0-30 16,0 0-100-16,0 0-296 0,0 0 131 0</inkml:trace>
  <inkml:trace contextRef="#ctx0" brushRef="#br0" timeOffset="16710.02">13650 6132 3 0,'0'0'95'16,"0"0"-8"-16,0 0-15 0,0 0-1 0,0 0-8 15,0 0-8-15,0 0-3 0,0 0-6 0,0 0-9 16,0 0 3-16,0 0-5 0,0 0-2 0,0 0-10 15,0 0 8-15,0 0-3 0,0 0-11 0,0 0 2 16,158-7 7-16,-158 7 0 0,78-8 3 0,-32 6-5 16,-46 2 3-16,78-2-6 0,-78 2-1 0,76-4-1 15,-76 4 10-15,57-4-1 0,-57 4 1 0,56-3 4 16,-56 3-2-16,0 0-2 0,72-3 3 0,-72 3-3 16,0 0-2-16,59-4-4 0,-59 4 3 0,0 0 10 0,0 0-7 15,0 0 7-15,53-3-2 0,-53 3 2 0,0 0 3 16,0 0-2-16,0 0 0 0,0 0-3 15,0 0-5-15,0 0 1 0,0 0-2 0,0 0 0 16,0 0-5-16,0 0-2 0,0 0-3 0,0 0-1 0,0 0-3 16,0 0-9-16,0 0-4 0,0 0-15 0,0 0-12 15,0 0-9-15,0 0-17 0,0 0-21 16,0 0-15-16,0 0-13 0,0 0-14 0,0 0-110 0,0 0-242 16,0 0 108-16</inkml:trace>
  <inkml:trace contextRef="#ctx0" brushRef="#br0" timeOffset="17198.04">14074 6037 18 0,'82'-13'94'0,"-82"13"-7"0,59-6-4 16,-59 6-7-16,57-5-4 0,-57 5-12 0,63-7 7 15,-63 7-2-15,64-2-15 0,-64 2 7 0,52-2-9 16,-52 2 2-16,0 0-3 0,0 0-1 0,74 0-1 16,-74 0-2-16,0 0-6 0,0 0 7 0,55-2-9 15,-55 2-2-15,0 0-2 0,0 0-1 0,0 0-2 16,0 0 1-16,0 0 3 0,0 0 1 0,0 0 1 15,0 0 5-15,0 0-8 0,0 0 1 0,0 0 3 16,0 0-4-16,0 0-5 0,0 0-2 0,0 0-7 16,0 0-14-16,0 0-16 0,0 0-16 0,0 0-22 15,0 0-13-15,0 0-25 0,0 0-25 0,0 0-95 16,0 0-227-16,0 0 101 0</inkml:trace>
  <inkml:trace contextRef="#ctx0" brushRef="#br0" timeOffset="21051.62">12009 6095 20 0,'0'0'104'0,"0"0"-5"0,0 0 0 0,0 0-9 16,0 0-5-16,0 0-1 0,0 0-7 0,0 0-1 15,0 0 0-15,0 0-9 0,0 0-4 0,0 0 0 0,0 0-4 16,0 0-10-16,0 0-2 0,0 0-6 16,0 0-3-16,0 0-3 0,0 0-7 0,0 0 2 15,0 0-3-15,0 0-2 0,0 0-3 0,0 0-1 16,0 0 3-16,0 0-2 0,0 0-5 0,0 0-2 0,0 0 0 16,0 0 2-16,107-34-7 0,-107 34 2 0,0 0-4 15,76 3 0-15,-76-3 0 0,61-4-1 0,-61 4 5 16,82-6-6-16,-82 6-1 0,79-5 2 15,-33 2-3-15,-46 3 6 0,83-8-1 0,-38 4-2 0,-45 4 1 16,80-2 0-16,-32-1 0 0,-48 3-4 0,64-5 0 16,-64 5-1-16,62 0-1 0,-62 0-3 15,55-3 4-15,-55 3 1 0,0 0-2 0,64-3 5 0,-64 3-5 16,0 0-1-16,0 0 3 0,0 0-1 0,55-2-2 16,-55 2 5-16,0 0 0 0,0 0 8 0,0 0 3 15,0 0 8-15,0 0-3 0,0 0 1 0,0 0-3 16,0 0 2-16,0 0-2 0,0 0 0 0,0 0-6 15,0 0 0-15,0 0-7 0,0 0-13 0,0 0-11 16,0 0-25-16,0 0-18 0,0 0-19 0,0 0-23 16,0 0-16-16,0 0-33 0,0 0-77 0,0 0-247 15,0 0 109-15</inkml:trace>
  <inkml:trace contextRef="#ctx0" brushRef="#br0" timeOffset="21678.62">11991 6201 32 0,'0'0'118'0,"0"0"-12"0,0 0-2 0,0 0-8 15,0 0-10-15,0 0-10 0,0 0-5 0,0 0-5 16,0 0-7-16,0 0-15 0,0 0 4 0,0 0-13 0,0 0 6 16,0 0-3-16,0 0-4 0,0 0-2 0,0 0-1 15,0 0-1-15,124-18 3 0,-124 18 7 0,78-4 6 16,-33 2-6-16,-45 2 9 0,79-3-7 16,-27 1-3-16,-52 2-3 0,99-5-6 0,-54 2-3 0,-45 3 6 15,95-10-5-15,-63 7-5 0,-32 3 5 0,78-1 0 16,-78 1-5-16,60-2-8 0,-60 2 8 0,59-1-8 15,-59 1 2-15,0 0-3 0,64-2-4 0,-64 2 2 16,0 0 0-16,0 0 1 0,60-2-1 0,-60 2 7 16,0 0-9-16,0 0 9 0,0 0 3 0,0 0 2 15,0 0 0-15,0 0 4 0,0 0 2 0,0 0 1 16,0 0 6-16,0 0-2 0,50-5-4 0,-50 5 1 16,0 0-3-16,0 0-1 0,0 0-5 0,0 0-3 15,0 0-1-15,0 0-4 0,0 0-2 0,0 0-3 16,0 0 1-16,0 0-1 0,0 0-3 0,0 0-4 15,0 0-11-15,0 0-8 0,0 0-7 0,0 0-19 16,0 0-15-16,0 0-28 0,0 0-7 0,0 0-21 16,0 0-25-16,0 0-22 0,0 0-113 0,0 0-294 15,0 0 131-15</inkml:trace>
  <inkml:trace contextRef="#ctx0" brushRef="#br0" timeOffset="31995.93">14400 12450 51 0,'0'0'73'0,"0"0"2"0,0 0-12 0,0 0-12 16,0 0 6-16,0 0-15 0,0 0-9 0,0 0 5 15,0 0-3-15,0 0-7 0,0 0 0 0,0 0-9 16,0 0 8-16,0 0-11 0,0 0-3 0,0 0-3 16,0 0-3-16,0 0-1 0,0 0-3 0,0 0-14 15,0 0-9-15,0 0-8 0,0 0-18 0,0 0-49 16,0 0-104-16,0 0 47 0</inkml:trace>
  <inkml:trace contextRef="#ctx0" brushRef="#br0" timeOffset="32936.82">14174 12333 95 0,'0'0'135'0,"-16"0"-10"0,16 0 1 0,0 0-11 15,-15-2 0-15,15 2-11 0,0 0-5 0,0 0-8 16,-11-2-7-16,11 2-1 0,0 0-9 0,0 0-4 0,0 0 0 16,0 0-10-16,0 0-7 0,0 0-5 0,0 0-7 15,0 0-4-15,0 0-12 0,0 0 0 0,0 0-3 16,0 0-4-16,0 0 1 0,0 0-5 0,0 0-4 16,43-3 8-16,-16 0-6 0,2-1 4 0,2 3 1 15,1-4-5-15,1 3 3 0,-1-1-5 0,0 2 7 16,0-1-4-16,0 0-1 0,-3-1-1 15,2 1 2-15,-3 0-2 0,-1 0-3 0,0 2 1 0,0-3-2 16,-9 2-5-16,-1 1 8 0,3 0-6 0,-5-1-3 16,2 0 4-16,-3 1-7 0,-4-2 8 0,-10 2-6 15,15 0 8-15,-15 0-2 0,0 0 1 0,16 0 5 16,-16 0 2-16,0 0 4 0,0 0 7 0,0 0 0 16,0 0 3-16,16 0 5 0,-16 0 5 0,0 0-2 15,0 0 2-15,0 0 3 0,0 0-4 0,0 0-2 16,0 0 1-16,0 0 0 0,0 0-8 0,0 0-1 15,0 0-4-15,0 0-3 0,10-3-2 0,-10 3-5 16,0 0-13-16,0 0-12 0,0 0-18 0,0 0-18 16,0 0-25-16,0 0-34 0,0 0-11 0,0 0-40 0,0 0-183 15,0 0-368-15,0 0 163 0</inkml:trace>
  <inkml:trace contextRef="#ctx0" brushRef="#br0" timeOffset="34071.6">14231 10917 22 0,'-32'-9'145'15,"32"9"-3"-15,0 0-7 0,0 0-4 0,0 0-8 16,0 0-6-16,-6-8-8 0,6 8-3 0,0 0-7 0,0 0-8 16,0 0-11-16,-6-3-1 0,6 3-10 15,0 0-7-15,0 0-7 0,0 0-4 0,0 0-1 16,0 0-10-16,0 0-3 0,0 0-7 0,0 0-1 0,0 0-7 15,0 0 0-15,0 0-4 0,0 0-4 0,0 0-2 16,0 0-2-16,0 0 1 0,23-5 1 16,-23 5-1-16,24-1-3 0,-9 0-1 0,-1 0-2 15,3-2 1-15,-2 2 2 0,3-1-3 0,0 2-1 0,-1 0 1 16,1 2-1-16,-2-4-2 0,3 2 0 0,-5 2 1 16,-1-2-1-16,2 0 0 0,-15 0 2 15,27 1-4-15,-16-2 6 0,-11 1-3 0,21-2-2 0,-21 2-5 16,16 2 4-16,-16-2 5 0,16 1-4 0,-16-1-4 15,9 3 5-15,-9-3-1 0,0 0 2 0,0 0-2 16,14 0-3-16,-14 0 4 0,0 0 6 0,0 0-4 16,0 0 5-16,0 0 5 0,0 0 0 0,0 0-5 15,0 0 9-15,0 0-2 0,0 0 0 0,0 0 0 16,0 0 1-16,0 0 3 0,0 0 1 0,0 0-2 16,0 0 0-16,0 0 1 0,13-4 1 0,-13 4 1 15,0 0-2-15,0 0 3 0,0 0-2 0,0 0 5 16,0 0-7-16,0 0-1 0,0 0 1 0,0 0-2 15,0 0-2-15,0 0-1 0,0 0 0 0,0 0-3 16,0 0 1-16,0 0-2 0,0 0-10 0,0 0-6 16,0 0-14-16,0 0-18 0,0 0-21 0,0 0-29 15,0 0-22-15,0 0-29 0,0 0-31 0,0 0-149 16,0 0-344-16,0 0 152 0</inkml:trace>
  <inkml:trace contextRef="#ctx0" brushRef="#br0" timeOffset="35899.68">22421 7019 41 0,'0'0'115'15,"0"0"-1"-15,0 0-11 0,0 0-6 0,0 0-19 16,0 0-1-16,0 0-10 0,0 0-12 0,0 0-3 16,0 0-4-16,0 0-6 0,0 0-8 0,0 0-6 15,0 0 3-15,0 0-3 0,0 0 0 0,0 0-5 16,0 0-6-16,0 0 3 0,0 0 2 0,0 0-11 16,0 0 1-16,0 0-2 0,0 0-1 0,80-10 4 15,-80 10-3-15,54-4-5 0,-54 4 2 0,63-9 1 16,-12 6-7-16,1-3 4 0,4 0-2 0,8 0 0 15,5 0 7-15,2-3 0 0,3 8-3 0,-5-6-6 16,2 5 4-16,-4-4 0 0,-3 6-2 0,-3-2 8 16,-3 1-6-16,-58 1-19 0,98-6 22 0,-98 6-5 15,78 2-2-15,-78-2-6 0,62-2 5 0,-62 2-2 0,63-3 6 16,-63 3-3-16,56-1 6 0,-56 1 4 16,0 0-7-16,63 0-6 0,-63 0 6 0,0 0 1 0,0 0 8 15,0 0-7-15,0 0 8 0,63 0-1 0,-63 0 7 16,0 0-4-16,0 0 10 0,0 0-3 15,0 0-3-15,0 0 13 0,0 0-7 0,0 0-1 0,0 0 3 16,0 0-2-16,0 0-1 0,0 0 9 0,0 0-12 16,0 0-2-16,0 0-1 0,0 0-1 0,0 0-4 15,0 0-4-15,0 0 2 0,0 0 1 0,0 0 2 16,0 0-11-16,0 0 5 0,0 0-1 0,0 0-2 16,0 0 2-16,0 0-1 0,0 0-4 0,0 0 3 15,0 0-3-15,0 0-12 0,0 0-8 0,0 0-8 16,0 0-14-16,0 0-22 0,0 0-9 0,0 0-15 15,0 0-9-15,0 0-8 0,0 0-12 0,0 0-91 16,0 0-222-16,0 0 99 0</inkml:trace>
  <inkml:trace contextRef="#ctx0" brushRef="#br0" timeOffset="38381.9">14709 10178 77 0,'0'0'80'0,"0"0"-12"0,0 0-3 0,0 0 9 0,0 0 0 16,0 0-5-16,0 0-11 0,0 0 2 0,0 0 2 15,0 0-10-15,0 0-5 0,0 0 3 0,0 0-5 16,0 0 6-16,0 0-2 0,0 0 3 0,0 0 2 16,0 0-2-16,0 0-8 0,0 0-7 0,0 0 2 15,0 0-3-15,0 0-4 0,0 0-3 0,0 0-6 16,0 0 3-16,-27-49-9 0,27 49-1 0,-20-26-4 15,20 26-1-15,-19-29-3 0,19 29-5 0,-31-32-8 16,13 13 5-16,18 19 1 0,-39-35-8 0,16 15-5 16,23 20 4-16,-49-35-14 0,24 17 5 0,0 0 3 15,25 18-6-15,-64-41 3 0,40 27-2 0,-3-2 16 16,27 16-4-16,-55-29-2 0,31 17 2 0,24 12-1 16,-51-25-2-16,23 16 2 0,28 9-3 0,-51-20 4 0,51 20 1 15,-53-14 0-15,53 14 3 0,-37-10-3 16,37 10 4-16,0 0-5 0,-51-10-2 0,51 10 5 15,0 0-6-15,0 0 7 0,-68 2-12 0,68-2-1 16,0 0 3-16,0 0 1 0,-62 23 6 0,62-23-8 0,-30 19 10 16,30-19 5-16,-29 24-12 0,29-24-2 0,-26 34 9 15,11-11 0-15,15-23 0 0,-28 43 0 16,15-18-2-16,3 2 12 0,-2 0-13 0,12-27 10 16,-20 55-3-16,15-26 5 0,0-2 2 0,5-27-7 0,-3 59 5 15,3-28-16-15,5 9 20 0,-1 2 1 0,-1-14-9 16,-2 14 2-16,12-2 1 0,-7-12-4 15,3 2 4-15,5 11-1 0,-1-2 2 0,-2-11 5 0,0-3-8 16,9 11 7-16,-7-10-1 0,-2-2-2 0,5-3-7 16,-1 2 10-16,4 0-15 0,-1-4 11 0,0 1-3 15,4-1 4-15,-2-2-5 0,3-4 8 0,0 3 2 16,3-2-8-16,-1 0 9 0,1-5-7 0,2 4-3 16,0-3 12-16,-1-2-11 0,0-3 7 0,1 2-3 15,0-3 1-15,-4 2 1 0,6-6 3 0,-6 0-1 16,4 2 2-16,-2-4-12 0,-1-1 11 0,2-1 1 15,-9 1-8-15,1-1 11 0,0-2-5 0,3-4-1 16,-3 4-10-16,-1-3 24 0,4-3-5 0,1-2-5 16,-9 4 1-16,1-1 17 0,6-8-20 0,-2 1 7 15,-3 1-12-15,0-2 14 0,-16 19 0 0,24-36-9 16,-24 36 7-16,26-48-2 0,-16 27-2 0,0-6-1 16,-10 27 1-16,14-49 3 0,-9 24 0 0,-5 25 8 0,8-53-18 15,-9 24 11-15,1 29-8 0,-7-54 2 16,1 26 1-16,-1 0 0 0,7 28-3 0,-12-54-4 15,4 27 6-15,-1 0-5 0,9 27 2 0,-16-51-3 16,6 25 2-16,10 26 3 0,-17-46 4 0,17 46-2 0,-13-33 3 16,13 33 0-16,-22-38-5 0,22 38 5 15,-13-23-4-15,13 23-3 0,0 0-2 0,-21-30 2 16,21 30-3-16,0 0 4 0,-15-24-6 0,15 24-12 16,0 0-10-16,0 0-31 0,0 0-21 0,0 0-31 15,0 0-15-15,0 0-10 0,0 0-12 0,0 0-99 16,-71 79-253-16,56-42 112 0</inkml:trace>
  <inkml:trace contextRef="#ctx0" brushRef="#br0" timeOffset="39315.99">14466 11568 71 0,'-21'-18'81'0,"7"7"-3"0,-7-6-21 0,2 3 2 0,2 5-3 16,-7-4 3-16,6 5-2 0,-5-3-5 0,0 2-2 15,4 0-10-15,-6 3 5 0,7 0-10 0,-1 1-4 16,1-1-3-16,-2 5-2 0,-5-2 0 0,7 2-4 16,-1 3-2-16,-2 1-8 0,-3 2 1 0,6 3 4 15,-1-1-5-15,-5 6 0 0,1 0 1 0,2 4-3 16,3-3-3-16,-1 6 0 0,-1 2 0 0,3 1-5 16,-2-3-5-16,5 2 13 0,1 7-1 0,-1 10-2 15,1 0 4-15,6-13-10 0,2 3 6 0,-3 17 1 16,7-2 2-16,-1-2-3 0,4-1 2 0,-1-14-3 15,7 14-2-15,-3-11 4 0,9 12 0 0,-3 1 0 16,2-2 0-16,2 1 0 0,6-4-2 0,-1 1 4 16,5-1 3-16,-1-1-9 0,0-2 7 0,-5-11-6 15,11 8 3-15,-7-13 5 0,10 9-5 0,-9-10 2 16,3-1 0-16,10 5-1 0,-10-9 8 0,2-2-8 16,-1-2 4-16,3-2-1 0,-3-2-2 0,3-1 8 15,0-6-2-15,-2-2 0 0,2 2 1 0,-2-8 4 16,-1 0-3-16,-1-5 1 0,11-8 9 0,-13 3 3 15,9-12 3-15,-6-2 1 0,0 1-2 0,-3-2-2 16,-4-4-1-16,1-2 0 0,-3-1-5 0,-3 4 2 0,0-3-7 16,-4-1-2-16,-5 12-4 0,0-15-5 15,-1 3-4-15,-6 0-7 0,-4 12-6 0,-3-18-1 16,-1 5 0-16,-5 4-3 0,4 12-3 0,-5 2 0 0,1-2 10 16,-2 7 7-16,-2-1 1 0,2 0 5 0,1 6 8 15,-4 0-2-15,1 6-8 0,0 0 2 16,-5-1 2-16,4 3-6 0,3-2 0 0,-3 6 3 15,-1-5-1-15,2 4-4 0,-1 3 4 0,4 1-2 0,1-3 1 16,3 1-3-16,10 2-4 0,-28-1-12 0,18 1-20 16,10 0-16-16,-21 2-26 0,11-1-22 0,0 3-39 15,1 0-100-15,-3 4-255 0,2-5 114 0</inkml:trace>
  <inkml:trace contextRef="#ctx0" brushRef="#br0" timeOffset="40310.47">21314 8197 45 0,'0'0'106'0,"0"0"2"0,0 0 6 16,0 0-12-16,0 0-10 0,0 0-6 0,0 0-10 15,0 0-5-15,0 0-4 0,0 0-14 0,0 0-2 16,0 0-7-16,0 0-8 0,0 0 5 0,0 0-4 16,0 0 9-16,0 0-8 0,139 9-5 0,-76-9-3 15,3 0 2-15,7 0-6 0,1 0 0 0,-2-3-8 16,2 0 4-16,1 0-3 0,0 1 4 15,0 0-9-15,-5-1 5 0,1 2-12 0,-4-1 3 0,5 1 1 16,-3-1-2-16,-6 1-2 0,-5 0 2 0,-2-3 1 16,-56 4 0-16,100-5 3 0,-100 5-12 0,76-3 2 15,-76 3-1-15,56-3 0 0,-56 3 6 0,52 0 2 16,-52 0-5-16,0 0 5 0,0 0 1 0,0 0 4 16,54-6 19-16,-54 6 9 0,0 0 3 0,0 0 10 15,0 0-2-15,0 0 1 0,0 0-3 0,0 0-5 16,0 0-2-16,0 0 1 0,0 0-7 0,0 0-1 15,0 0-6-15,0 0-1 0,0 0-4 0,0 0-6 16,0 0-1-16,0 0-8 0,0 0-16 0,0 0-19 16,0 0-27-16,0 0-32 0,0 0-45 0,0 0-27 15,0 0-161-15,0 0-341 0,0 0 152 0</inkml:trace>
  <inkml:trace contextRef="#ctx0" brushRef="#br0" timeOffset="45882.68">12323 14852 24 0,'0'0'21'0,"0"0"2"0,0 0-4 0,0 0-3 16,0 0-2-16,0 0-2 0,0 0 1 0,0 0 0 15,0 0 2-15,0 0 3 0,0 0-1 0,0 0 4 16,0 0 2-16,0 0-5 0,0 0 5 0,0 0-7 15,0 0 7-15,0 0-1 0,0 0 0 0,0 0-5 0,0 0-7 16,0 0 6-16,0 0-2 0,0 0 6 16,0 0-6-16,0 0 0 0,0 0 4 0,0 0 1 15,0 0-5-15,0 0 0 0,-10-7 8 0,10 7-1 16,0 0 1-16,-9-5 0 0,9 5 6 0,0 0-5 0,-10-4-6 16,10 4 0-16,0 0 1 0,-13-5 0 0,13 5-6 15,0 0 2-15,-10-2 8 0,10 2-8 16,0 0 0-16,0 0-5 0,0 0 4 0,-13-2-7 15,13 2 4-15,0 0 0 0,0 0 5 0,0 0-11 16,0 0 3-16,0 0 1 0,0 0 0 0,0 0-7 0,0 0 10 16,0 0-5-16,0 0 3 0,0 0-10 0,0 0 6 15,0 0 1-15,0 0-6 0,0 0 4 16,0 0-3-16,0 0 3 0,0 0 3 0,0 0-6 16,0 0 11-16,0 0-8 0,0 0 4 0,0 0-7 15,0 0 8-15,0 0-4 0,0 0-7 0,0 0-4 0,0 0 15 16,49 1 4-16,-37-3-6 0,1 2 2 0,5-3-3 15,-1 3 6-15,2-2 2 0,8-1 0 0,0 1 10 16,3-3-3-16,0 1-6 0,3-3-7 16,12 0 8-16,-11 5-7 0,11-5 5 0,0 4-4 0,-16 1-1 15,18-4-3-15,-15 3 2 0,18-1-9 16,-3-1 9-16,3-2 3 0,-1 0-6 0,1-1 2 16,1 0-12-16,-3 2 6 0,3 1 5 0,-2-3-4 15,2 0-4-15,-4 6 5 0,3-2 2 0,4 2 2 16,-8 1 1-16,0 0-3 0,-1-2-2 0,2 10 4 0,-15-4-16 15,0-1 14-15,1-1 3 0,16 6-5 0,-19-5-6 16,1 0 1-16,-2 1-1 0,1 0 6 0,-2-1-2 16,-1-2-1-16,0 3-7 0,-2 0 11 0,-6-2 4 15,1-2-3-15,-4 4-3 0,2-1-1 0,1-2 7 16,-2 1-5-16,-6-1-3 0,2 2-3 0,-13-2 12 16,22 0-9-16,-22 0 2 0,16 0 2 0,-16 0-5 15,14 0 5-15,-14 0 3 0,17 0-7 0,-17 0 0 16,0 0 12-16,14 0-9 0,-14 0-8 0,0 0 4 15,0 0 5-15,17 0-5 0,-17 0 4 0,0 0-1 16,0 0 1-16,0 0-3 0,0 0 0 0,0 0 0 16,12 0 3-16,-12 0 3 0,0 0 0 0,0 0 0 15,0 0 1-15,0 0 3 0,0 0 1 0,0 0 5 16,12 2 4-16,-12-2-5 0,0 0 4 0,0 0-1 16,0 0-4-16,0 0-3 0,0 0-6 0,0 0-8 15,0 0 0-15,0 0-20 0,0 0-17 0,0 0-24 16,0 0-12-16,0 0-31 0,-28 19-96 0,14-11-220 15,-10-1 98-15</inkml:trace>
  <inkml:trace contextRef="#ctx0" brushRef="#br0" timeOffset="46488.12">12530 14893 41 0,'0'0'35'15,"-10"-7"2"-15,10 7 0 0,0 0-1 0,0 0 9 16,0 0-5-16,0 0 3 0,0 0-6 0,0 0-6 16,0 0-6-16,0 0-2 0,0 0-2 0,0 0 1 15,0 0 9-15,24-6-8 0,-6 3 3 0,10-2-1 16,6 2 4-16,18-4-5 0,-5-1 1 0,6 1 2 15,2 1-1-15,1-1 7 0,5 1-5 0,2-4-4 16,2 3 1-16,3 5-8 0,0 0-9 0,-1-1 4 16,1-1 7-16,-7 4-12 0,7-1 7 0,-4 1 2 15,0-1-8-15,-3 0-5 0,-1 1 4 0,-2 0 3 16,-2 1-5-16,-2-2-4 0,-6-2 4 0,-15 3 3 16,16-3-5-16,-19 2 3 0,-4-2-3 0,1 0 0 15,-8 3 2-15,1-1-3 0,-4-1 16 0,-1 0-12 16,-3 0 3-16,-12 2 15 0,14 0-11 0,-14 0 10 15,0 0 22-15,15-2-3 0,-15 2 8 0,0 0 1 16,9-2 4-16,-9 2-1 0,0 0-1 0,0 0 4 16,0 0-1-16,0 0-5 0,0 0-3 0,0 0-4 15,0 0-6-15,0 0-2 0,0 0-4 0,0 0-6 0,0 0-12 16,0 0-14-16,0 0-14 0,0 0-17 16,0 0-29-16,0 0-16 0,0 0-16 0,0 0-18 15,0 0-131-15,0 0-261 0,0 0 117 0</inkml:trace>
  <inkml:trace contextRef="#ctx0" brushRef="#br0" timeOffset="59241.93">12239 14841 16 0,'0'0'48'16,"0"0"-3"-16,0 0-8 0,0 0 2 0,0 0-5 15,0 0-3-15,0 0-1 0,0 0-3 0,0 0-2 16,0 0 0-16,0 0-11 0,0 0 6 0,0 0-2 16,0 0-7-16,0 0 4 0,0 0 2 0,0 0-2 15,0 0-5-15,0 0-1 0,0 0 3 0,0 0 2 16,0 0-5-16,0 0-4 0,0 0 3 0,0 0-3 15,0 0 1-15,0 0 5 0,0 0-10 0,0 0-1 16,0 0 8-16,0 0 1 0,0 0-4 0,0 0 2 16,0 0 11-16,0 0-3 0,0 0-4 0,0 0-3 15,0 0 1-15,0 0-1 0,38 14 5 0,-24-12 0 16,4-2 1-16,-1 0-4 0,10-2 8 0,1-1 9 16,1-2 0-16,17-3-8 0,1 0 10 0,5 2-10 15,-4-4-1-15,2 3 1 0,2-1-5 0,3 0 6 16,6 3-1-16,0 2-2 0,4-2-3 0,1-4 0 15,2 3-6-15,-5 3 7 0,1-4-3 0,2 3-7 16,-6 1 7-16,4-1-4 0,0-2 2 0,-1 4 6 16,-6 1-8-16,1-2-1 0,-2-1 8 0,-5 4-7 15,0-2-3-15,-19 4 1 0,0 1 11 0,0-3-12 16,-1 0-1-16,-5 1 2 0,4 0-1 0,-11 1 1 16,-5-2-4-16,3 1 12 0,-5-1-8 0,-12 0 3 0,18-1 15 15,-18 1 3-15,16 0 21 0,-16 0-4 16,0 0 0-16,15 0 1 0,-15 0 0 0,0 0-3 15,0 0 2-15,0 0-6 0,0 0 6 0,14-2-5 16,-14 2 2-16,0 0-1 0,0 0-7 0,0 0-1 16,0 0-3-16,0 0-4 0,0 0-3 0,0 0 0 0,0 0-6 15,0 0-1-15,0 0-6 0,0 0 0 16,0 0-8-16,0 0-10 0,0 0-11 0,0 0-12 16,0 0-7-16,0 0-23 0,0 0-8 0,0 0-7 15,13-2-14-15,-13 2-13 0,0 0-13 0,0 0-108 16,0 0-242-16,0 0 107 0</inkml:trace>
  <inkml:trace contextRef="#ctx0" brushRef="#br0" timeOffset="59905.05">12537 14948 2 0,'33'0'64'0,"0"0"-4"16,18-1 1-16,2-1 2 0,0 0-6 0,8-3-5 15,1 2 2-15,8-2-9 0,-2 5 4 0,0 0-16 16,0-3-1-16,-3 6 4 0,5-3-6 0,-4 3-2 16,2-6-1-16,0 4-14 0,-3-2 9 0,0 2-4 15,2-5 5-15,-5 6-1 0,0-6-9 0,-6 1 3 16,-1-3 0-16,-8 3-5 0,-12-1 0 0,12 2-2 15,-15 0 0-15,-4 1-7 0,-6-1 9 0,6-1 3 16,-9 3-9-16,8 0-4 0,-12 1 5 0,-15-1-6 16,17 2 8-16,-6-2 1 0,-11 0-4 0,15 0 5 15,-15 0 3-15,0 0 8 0,0 0 5 0,0 0-3 16,11 3 5-16,-11-3 6 0,0 0-1 16,0 0-2-16,0 0 4 0,0 0-11 0,0 0-1 15,0 0 3-15,0 0 2 0,0 0-4 0,0 0-5 0,0 0-1 16,0 0-5-16,0 0-5 0,0 0-21 0,0 0-4 15,10 2-21-15,-10-2-10 0,0 0-25 0,0 0-16 16,0 0-94-16,0 0-198 0,0 0 88 0</inkml:trace>
  <inkml:trace contextRef="#ctx0" brushRef="#br0" timeOffset="64986.03">13877 6179 66 0,'0'0'86'0,"0"0"-7"0,0 0 2 0,0 0-4 15,0 0-15-15,0 0 2 0,0 0-5 16,0 0-3-16,0 0 0 0,0 0-20 0,0 0 8 16,0 0-19-16,0 0 5 0,0 0 7 0,0 0-14 15,0 0-1-15,-72-12 3 0,72 12-13 0,0 0 16 16,0 0-13-16,0 0-10 0,0 0 6 0,0 0 4 16,-48-10 2-16,48 10-4 0,0 0-2 0,0 0 9 15,0 0-7-15,0 0-1 0,-48-7-14 0,48 7 15 16,0 0-2-16,0 0-8 0,0 0 6 0,-45-16 3 0,45 16 0 15,0 0 1-15,0 0-5 0,-37-20 3 0,37 20 6 16,0 0 2-16,-26-18-4 0,26 18-5 16,0 0-1-16,-27-21 3 0,27 21-5 0,0 0 2 15,0 0 2-15,-29-26 1 0,29 26 3 0,0 0-10 0,-28-30 4 16,28 30 2-16,0 0-3 0,-23-20 12 16,23 20-13-16,0 0 5 0,-26-29 6 0,26 29 0 15,0 0-4-15,-19-26 5 0,19 26 0 0,0 0-2 16,-19-23 0-16,19 23 0 0,0 0-3 0,-19-25-8 0,19 25 8 15,0 0 0-15,0 0-2 0,-22-36-2 0,22 36 3 16,0 0-14-16,-19-26 17 0,19 26-7 0,0 0 3 16,-14-28-8-16,14 28 0 0,0 0 9 0,-13-30-6 15,13 30 1-15,0 0-1 0,-10-26-3 0,10 26 2 16,0 0-4-16,-12-32 0 0,12 32 1 0,0 0 1 16,-10-36-2-16,10 36-4 0,0 0 1 0,-5-41 2 15,5 41 2-15,0 0-15 0,-1-36 19 0,1 36-14 16,0 0 6-16,-3-44 2 0,3 44-1 0,0 0-4 15,4-40-4-15,-4 40 6 0,0 0-3 0,9-38 1 16,-9 38 4-16,8-26-4 0,-8 26 0 0,0 0 0 16,10-42-2-16,-10 42 0 0,8-26 4 0,-8 26 5 15,0 0-10-15,16-39 3 0,-16 39 0 0,9-29 0 16,-9 29-8-16,13-25 6 0,-13 25 1 0,0 0-5 16,22-37 5-16,-22 37 1 0,0 0-4 0,23-32 0 15,-23 32 5-15,16-19-12 0,-16 19 14 0,0 0-6 16,31-29 1-16,-31 29-1 0,26-18 1 0,-26 18-3 15,0 0-2-15,35-27 0 0,-35 27-7 0,26-16 11 16,-26 16-7-16,0 0 2 0,37-22-2 0,-37 22 3 16,0 0 5-16,43-18-14 0,-43 18 5 0,31-12 2 15,-31 12-1-15,0 0 0 0,50-15-5 0,-50 15 0 16,38-13-3-16,-38 13-9 0,44-11 14 0,-44 11 2 16,0 0 8-16,60-14-10 0,-60 14 9 0,38-8-7 15,-38 8 8-15,0 0 0 0,55-8-6 0,-55 8 14 16,0 0-2-16,0 0-2 0,70-1 0 0,-70 1-8 15,0 0 8-15,0 0 0 0,69 3 5 0,-69-3-1 16,0 0-10-16,0 0 6 0,72 3-5 0,-72-3 8 16,0 0-3-16,63 5 3 0,-63-5 20 0,0 0-23 15,57 11 3-15,-57-11-4 0,50 11-2 0,-50-11 4 16,0 0-6-16,55 11 5 0,-55-11 1 0,32 12-3 0,-32-12 2 16,0 0 2-16,43 23-7 0,-43-23 5 15,30 16 1-15,-30-16 2 0,28 18 0 0,-28-18-1 16,28 16-1-16,-28-16 4 0,24 22-7 0,-24-22 13 15,27 23-15-15,-27-23 9 0,24 25-1 0,-24-25-1 0,23 19-1 16,-23-19-1-16,23 22 4 0,-23-22-1 16,22 25-2-16,-22-25 0 0,22 21-4 0,-22-21 6 0,15 26 5 15,-15-26-3-15,20 27-13 0,-20-27 11 16,20 28 3-16,-20-28-7 0,16 23 3 0,-16-23-3 16,14 28 6-16,-14-28-12 0,0 0 10 0,17 39-4 0,-17-39 5 15,8 30 6-15,-8-30 2 0,8 31-4 0,-8-31-6 16,0 0 2-16,8 42 1 0,-8-42-2 0,4 33 1 15,-4-33-12-15,0 34 9 0,0-34-5 16,0 0 7-16,-2 48-4 0,2-48 3 0,-6 33 3 0,6-33-7 16,-5 30-3-16,5-30 3 0,0 0 4 0,-11 43-9 15,11-43-1-15,-8 24 8 0,8-24 0 0,0 0-5 16,-13 38 4-16,13-38 0 0,-15 25 5 0,15-25 4 16,0 0-3-16,-23 36 0 0,23-36-7 0,-19 19-3 15,19-19 7-15,0 0 0 0,-31 25 0 0,31-25-1 16,-27 19-1-16,27-19 4 0,0 0 2 0,-38 25-2 15,38-25-3-15,-28 14-1 0,28-14 11 0,0 0-14 16,-42 26 4-16,42-26-2 0,-27 13 6 0,27-13-1 16,0 0-10-16,-40 24 3 0,40-24 9 0,-25 14 1 15,25-14-3-15,0 0-4 0,-36 25 6 0,36-25-3 16,0 0 0-16,-27 21-1 0,27-21-6 0,0 0-4 16,0 0-8-16,0 0-10 0,-29 21-4 0,29-21-21 15,0 0-12-15,0 0-75 0,0 0-149 0,0 0 66 16</inkml:trace>
  <inkml:trace contextRef="#ctx0" brushRef="#br0" timeOffset="66357.69">18221 5673 58 0,'0'0'117'0,"0"0"-17"0,0 0-1 0,0 0-12 15,0 0-2-15,0 0-9 0,0 0-7 0,0 0-11 16,0 0-6-16,0 0-12 0,0 0 2 0,0 0-5 16,0 0-3-16,0 0-6 0,0 0-3 0,0 0 2 15,0 0 1-15,0 0 6 0,0 0-1 0,0 0-2 16,0 0-4-16,0 0 3 0,39 60-9 0,-39-60 3 16,0 0-5-16,21 28 1 0,-21-28-2 0,0 0 4 15,36 23-12-15,-36-23 10 0,0 0-6 0,60 8 6 16,-60-8-2-16,0 0-3 0,88-17 1 0,-44 2-5 15,-2-2 10-15,1-1-9 0,-2-1 0 0,-1-2 0 16,2 2-11-16,-15 4 8 0,-27 15-7 0,55-27 3 16,-29 14-7-16,-26 13 5 0,37-22-1 0,-37 22-7 15,0 0 0-15,38-15-7 0,-38 15-10 0,0 0-7 16,0 0-17-16,0 0-9 0,0 0-5 0,0 0 3 16,0 0 5-16,0 0-18 0,0 0-12 0,0 0-16 15,0 0-61-15,0 0-171 0,0 0 77 0</inkml:trace>
  <inkml:trace contextRef="#ctx0" brushRef="#br0" timeOffset="67273.89">21731 11809 11 0,'0'0'134'16,"0"0"2"-16,0 0-15 0,-16 2-8 0,16-2-10 15,0 0-7-15,0 0-2 0,0 0-6 0,36-10 1 16,9 0 0-16,0-2-1 0,4 2-11 0,10-1 1 15,4 1-5-15,3-3-2 0,1 0-8 0,-2 2-5 16,0 1 1-16,-1-1-7 0,0 3-1 0,-4-2-8 16,1 0-3-16,-7 7-6 0,-8-1-3 0,-17 1-4 0,3 2 1 15,-5-2-4-15,3 3-2 0,-5-2-1 16,-6-1-3-16,-3 3-2 0,0 0-2 0,-2-2 2 16,-2 1-8-16,-12 1 4 0,18 0-1 0,-18 0-1 15,0 0-1-15,12-1 0 0,-12 1-5 0,0 0 3 0,0 0-7 16,0 0-15-16,0 0-19 0,0 0-24 0,0 0-29 15,0 0-34-15,0 0-49 0,0 0-108 0,0 0-300 16,0 0 133-16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09:13:01.0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10186 5375 6 0,'0'0'143'0,"0"0"-4"0,0 0-6 15,0 0-3-15,0 0-11 0,0 0-17 0,0 0 12 16,0 0-21-16,0 0-14 0,0 0-6 0,0 0-4 16,0 0-18-16,0 0-2 0,0 0-9 0,0 0-1 15,0 0-6-15,0 0 2 0,0 0-7 0,0 0-11 16,0 0 5-16,0 0-8 0,0 0 3 0,0 0 2 16,0 0 0-16,0 0-6 0,0 0 3 0,0 0-4 15,0 0 2-15,0 0-5 0,0 0 2 0,0 0 3 16,139-5-8-16,-139 5 2 0,0 0 0 0,80-6 0 15,-80 6-4-15,57-1-2 0,-57 1-1 0,57-6 1 16,-57 6-2-16,54-5 5 0,-54 5-2 0,54-5 4 16,-54 5-5-16,0 0 7 0,73-7-5 0,-73 7 0 0,54-6 2 15,-54 6-5-15,51-7 0 0,-51 7-1 16,52-6 3-16,-52 6 0 0,0 0 0 0,55-5-3 16,-55 5 1-16,0 0-2 0,64-3 3 0,-64 3-4 15,0 0 3-15,63-5-3 0,-63 5-5 0,0 0-1 16,0 0 10-16,70 2-6 0,-70-2 2 0,0 0 2 0,0 0-5 15,64 6 0-15,-64-6 2 0,0 0 3 0,0 0-4 16,64 5 5-16,-64-5 1 0,0 0-2 16,0 0-7-16,68 3 6 0,-68-3-2 0,0 0 0 0,57-4 4 15,-57 4-1-15,0 0-1 0,64-2-4 0,-64 2 6 16,0 0-8-16,69 0 3 0,-69 0 2 16,0 0 6-16,74-5-5 0,-74 5-2 0,0 0 3 15,72 1 0-15,-72-1 1 0,51-4 4 0,-51 4-5 0,0 0 10 16,79-1-9-16,-79 1 4 0,0 0-9 0,77 0 4 15,-77 0 4-15,54-3-5 0,-54 3 1 0,0 0-1 16,76-7 1-16,-76 7-12 0,54-4 17 16,-54 4-11-16,0 0 8 0,65-3-2 0,-65 3-2 0,0 0 4 15,70-1 1-15,-70 1-3 0,0 0 0 0,72-5 0 16,-72 5-5-16,0 0-1 0,56-4 7 0,-56 4-10 16,0 0 8-16,64-3-7 0,-64 3 4 0,0 0-6 15,64 4 7-15,-64-4-6 0,0 0 0 0,54 5 6 16,-54-5 1-16,0 0-9 0,56 3 6 0,-56-3 4 15,0 0-6-15,0 0 0 0,75 1 4 0,-75-1-1 16,0 0 4-16,68 3-1 0,-68-3-4 0,0 0 2 16,65-2-2-16,-65 2-1 0,0 0 1 0,64 3 3 15,-64-3 1-15,0 0 1 0,79-5-1 0,-79 5 6 16,0 0-5-16,74-2-1 0,-74 2-5 0,49 2 11 16,-49-2-6-16,0 0-4 0,83-3 8 0,-83 3-3 15,52-8 1-15,-52 8-2 0,53-1 1 0,-53 1-6 16,0 0 4-16,74-1 0 0,-74 1-4 0,55-3 5 15,-55 3 0-15,0 0-4 0,78-5 6 0,-78 5 2 16,60 0 1-16,-60 0-2 0,60-6-4 0,-60 6 2 16,63 0 1-16,-63 0-1 0,61-1 4 0,-61 1-7 15,60-2 4-15,-60 2-1 0,61 3 2 0,-61-3-3 16,63 0 8-16,-63 0-9 0,63 2 6 0,-63-2-6 16,58-5-9-16,-58 5 13 0,0 0-5 0,86 2 5 15,-86-2-5-15,51 1 8 0,-51-1 4 0,0 0-13 16,76 2 6-16,-76-2-4 0,53 7 11 0,-53-7-14 15,0 0 5-15,73 1-4 0,-73-1 13 0,0 0-9 0,64 3-2 16,-64-3 1-16,0 0 4 0,56 2-3 16,-56-2 2-16,0 0-4 0,64-2-2 0,-64 2 13 15,0 0-9-15,64-3-2 0,-64 3 2 0,0 0 0 0,0 0 3 16,83 0-6-16,-83 0 5 0,0 0 0 0,64-2-6 16,-64 2 5-16,0 0-4 0,60-2 1 0,-60 2 2 15,0 0-1-15,0 0-3 0,77 0 3 16,-77 0 5-16,0 0-1 0,55 2-6 0,-55-2 6 0,0 0-3 15,0 0 1-15,65 6-2 0,-65-6 18 0,0 0-14 16,0 0-6-16,59 2 0 0,-59-2 3 0,0 0 0 16,0 0-2-16,48 5 4 0,-48-5-7 0,0 0 2 15,0 0 3-15,0 0-2 0,0 0-6 0,60 1 8 16,-60-1 2-16,0 0-2 0,0 0-2 0,0 0 11 16,0 0-5-16,0 0-4 0,0 0 0 0,0 0-8 15,63 2 13-15,-63-2-2 0,0 0 2 0,0 0 1 16,0 0-8-16,0 0 6 0,0 0-2 0,0 0 2 15,0 0 1-15,0 0-1 0,0 0 5 0,0 0-2 16,0 0-5-16,0 0 8 0,0 0 3 0,0 0-5 16,0 0 8-16,0 0-5 0,0 0 4 0,0 0 2 15,0 0 3-15,0 0-1 0,0 0-4 0,0 0 9 16,0 0-2-16,0 0 7 0,0 0 3 0,59 0-3 16,-59 0-3-16,0 0 1 0,0 0-2 0,0 0-1 15,0 0-1-15,0 0 3 0,0 0-1 0,0 0-1 16,0 0-2-16,0 0-3 0,0 0 0 0,0 0-1 15,0 0 1-15,0 0-3 0,0 0-5 0,0 0 3 16,0 0 0-16,0 0-2 0,0 0-5 0,0 0 2 16,0 0-4-16,0 0-9 0,0 0-9 0,0 0-3 15,0 0-12-15,0 0-12 0,0 0-21 0,0 0-19 16,0 0-24-16,0 0-33 0,0 0-34 0,0 0-103 16,0 0-296-16,0 0 130 0</inkml:trace>
  <inkml:trace contextRef="#ctx0" brushRef="#br0" timeOffset="2656.44">17507 5289 29 0,'0'0'64'0,"0"0"-12"15,0 0 6-15,0 0-8 0,0 0-2 0,0 0-3 16,0 0-3-16,0 0-3 0,0 0 4 0,0 0-4 15,0 0-2-15,0 0 0 0,92 36-8 0,-92-36 6 16,0 0-10-16,47 9 3 0,-47-9-4 0,0 0 4 16,69 12 4-16,-69-12-7 0,55 5-5 0,-55-5 0 15,56 2 7-15,-56-2-8 0,63 4 2 0,-63-4 6 16,78 9-9-16,-78-9 5 0,80 0-8 0,-80 0 0 16,83 0-2-16,-35 2 1 0,-48-2-6 0,82 0-2 15,-82 0 3-15,79-5-6 0,-33-1-1 0,-46 6 4 16,64 6 10-16,-64-6-13 0,96 1-3 0,-96-1 2 0,61-1 5 15,-61 1-3-15,79 3 3 0,-79-3-9 0,65 0 5 16,-65 0-3-16,77 4 4 0,-28-1 0 16,-49-3-9-16,61 0 7 0,-61 0 9 0,75 1-8 15,-75-1 3-15,66 2-3 0,-66-2-2 0,65-1 5 0,-65 1-3 16,65 1-5-16,-65-1-2 0,62 2 2 0,-62-2-3 16,63-1 4-16,-63 1 5 0,56-4-8 15,-56 4 14-15,0 0-11 0,82-3 4 0,-82 3 2 16,0 0-2-16,74 1 0 0,-74-1 3 0,50 2-1 0,-50-2-7 15,0 0 5-15,74-2 4 0,-74 2-8 0,54-1 1 16,-54 1 2-16,56-4-5 0,-56 4 4 0,0 0-2 16,87-2 1-16,-87 2 6 0,60-1-5 15,-60 1-2-15,64-4-1 0,-64 4 3 0,65 2-3 0,-65-2 16 16,64-4-12-16,-64 4-10 0,64-4 6 0,-64 4-6 16,65-7-1-16,-65 7 11 0,78-1-5 0,-78 1 4 15,64 1 4-15,-64-1-5 0,79 1 9 0,-79-1-4 16,64-1-10-16,-64 1 7 0,92 3 9 0,-92-3-11 15,77-3 4-15,-77 3-1 0,65-1-5 0,-18-1 3 16,-47 2-3-16,80-6 2 0,-34 4-3 0,-46 2 7 16,74-7 2-16,-24 6-3 0,-50 1 4 0,65-3-1 15,-65 3 1-15,83-6-5 0,-37 4-8 0,-46 2 9 16,79-3 4-16,-79 3-1 0,65 1-3 0,-65-1 7 16,78-1-6-16,-78 1-4 0,77-2 0 0,-77 2-6 15,60-1 11-15,-60 1 2 0,0 0 4 0,83 1-10 16,-83-1 11-16,45 3-13 0,-45-3 5 0,0 0 4 15,0 0 2-15,78-4 4 0,-78 4-3 0,0 0 3 16,0 0-8-16,65 3 13 0,-65-3-9 0,0 0 3 0,0 0 5 16,0 0-3-16,0 0 7 0,0 0 2 0,0 0 1 15,51-5 3-15,-51 5 3 0,0 0 0 16,0 0 2-16,0 0 0 0,0 0 5 0,0 0-1 16,0 0 2-16,0 0-3 0,0 0-2 0,0 0-2 0,0 0-4 15,0 0 2-15,0 0 0 0,0 0-6 0,0 0-3 16,0 0-1-16,0 0-2 0,0 0-6 0,0 0-2 15,0 0 3-15,0 0 1 0,0 0-7 16,0 0 0-16,0 0 1 0,0 0-1 0,0 0-3 0,0 0 3 16,0 0 0-16,0 0-4 0,0 0 1 0,0 0-1 15,0 0-3-15,0 0-4 0,0 0-1 0,0 0-1 16,0 0-5-16,0 0-6 0,0 0-6 16,0 0-6-16,0 0-19 0,0 0-13 0,0 0-12 0,0 0-26 15,0 0-20-15,0 0-41 0,0 0-90 0,0 0-271 16,0 0 121-16</inkml:trace>
  <inkml:trace contextRef="#ctx0" brushRef="#br0" timeOffset="8234.83">10376 6517 70 0,'0'0'71'15,"0"0"-11"-15,0 0-5 0,0 0-1 0,0 0-4 16,0 0-5-16,0 0 3 0,0 0-4 0,0 0-1 16,0 0-3-16,0 0 3 0,0 0-13 0,0 0 2 15,0 0 3-15,0 0-8 0,0 0 3 0,0 0-8 16,0 0 4-16,0 0-4 0,0 0-2 0,0 0-1 15,95 5 0-15,-95-5 10 0,0 0-6 0,0 0 5 16,54 5-8-16,-54-5 5 0,0 0-4 0,55 8 4 16,-55-8 2-16,54 1-1 0,-54-1-5 0,0 0 7 15,71 0-7-15,-71 0-9 0,0 0 4 0,87-4-6 16,-87 4 1-16,63-4 5 0,-63 4-2 0,65-6-8 16,-65 6 2-16,64-4-1 0,-64 4 0 0,62-7 1 15,-62 7-5-15,76-5 4 0,-76 5-2 0,79-7 5 16,-79 7 1-16,60-4-17 0,-60 4 24 0,65-4-19 15,-65 4-7-15,67-2 4 0,-67 2-5 0,64-3 6 16,-64 3 13-16,61 1-6 0,-61-1-8 0,61-1 7 16,-61 1-1-16,63 1-6 0,-63-1 5 0,60 0 4 15,-60 0-1-15,65 2 0 0,-65-2-4 0,59-2 3 16,-59 2 3-16,0 0-12 0,90 0 11 0,-90 0-4 16,60 2 0-16,-60-2-1 0,60-3-3 0,-60 3 11 15,58 0-9-15,-58 0-2 0,0 0 7 0,91 0-12 16,-91 0 13-16,55-2-1 0,-55 2-3 0,59 2 5 15,-59-2 2-15,0 0-6 0,86 1-4 0,-86-1 3 16,57 2 0-16,-57-2 2 0,58 0-1 0,-58 0 5 16,62 4 2-16,-62-4-6 0,65 0 0 0,-65 0 2 15,63 0 2-15,-63 0-7 0,74 0 2 0,-74 0 2 0,64-2 0 16,-64 2 2-16,78-2-4 0,-78 2 2 16,64-3-1-16,-18-2 6 0,-46 5-5 0,65-3 2 15,-65 3-3-15,64-5-2 0,-64 5 7 0,76-6-2 16,-76 6-10-16,85-7 10 0,-85 7-1 0,63-1 0 0,-63 1 5 15,80-8 0-15,-80 8-4 0,77-8-7 0,-44 5 11 16,-33 3-2-16,64-5 0 0,-64 5 4 16,79-4-7-16,-79 4-1 0,63-4 1 0,-63 4 0 15,79-6 1-15,-79 6-1 0,63-2-2 0,-63 2 0 0,62-5 2 16,-62 5-7-16,64-3 1 0,-64 3 3 0,60-4 3 16,-60 4-2-16,64-1-1 0,-64 1 6 0,64-1-7 15,-64 1 9-15,79-3-8 0,-79 3 3 16,59-5 0-16,-59 5 1 0,62 0 2 0,-62 0-5 0,65-4 6 15,-65 4-6-15,80-4 5 0,-80 4-5 0,60-2 2 16,-60 2-3-16,65-2 8 0,-65 2 1 0,78-6-1 16,-78 6-11-16,76-2 4 0,-76 2 2 0,53-2 3 15,-53 2 1-15,62-2-1 0,-62 2 2 0,62 0-4 16,-62 0 1-16,62-3 2 0,-62 3-7 0,65-2 3 16,-65 2 3-16,63-4-10 0,-63 4 2 0,75-7 6 15,-75 7 2-15,64-3-2 0,-64 3-6 0,59-7 5 16,-59 7-5-16,59-3 4 0,-59 3-3 0,57-4 4 15,-57 4 5-15,56-5-2 0,-56 5-4 0,54-6 4 16,-54 6-3-16,0 0 1 0,73-4 0 0,-73 4-1 16,0 0 0-16,62-1-2 0,-62 1 0 0,0 0-2 15,57-3 4-15,-57 3-4 0,0 0-3 0,57-5 7 16,-57 5-6-16,0 0 3 0,61-2 0 0,-61 2 2 16,0 0-1-16,54-3-6 0,-54 3 7 0,0 0-5 15,0 0 4-15,70-5-6 0,-70 5 4 0,0 0 5 16,0 0-2-16,68 0-3 0,-68 0-2 0,0 0 2 15,0 0-1-15,67-1 3 0,-67 1 0 0,0 0-1 16,47-5-1-16,-47 5 1 0,0 0-2 0,0 0 1 16,62-4 2-16,-62 4-7 0,0 0 5 0,0 0-2 15,59-5 4-15,-59 5-4 0,0 0 2 0,0 0-2 16,0 0-3-16,62-2 3 0,-62 2 1 0,0 0 1 16,0 0 2-16,0 0 2 0,52-7-8 0,-52 7 3 15,0 0 6-15,0 0-3 0,0 0-1 0,59-5 1 16,-59 5 1-16,0 0 1 0,0 0-3 0,0 0-2 15,52-7 0-15,-52 7 5 0,0 0-1 0,0 0-5 0,0 0 3 16,0 0 0-16,0 0 1 0,59 0 0 16,-59 0 0-16,0 0-2 0,0 0 0 0,0 0-2 15,0 0 5-15,0 0 3 0,0 0 0 0,0 0 1 16,0 0-2-16,0 0 1 0,0 0 4 0,0 0-3 0,0 0 8 16,0 0-2-16,0 0 4 0,0 0-3 0,0 0-1 15,0 0 7-15,0 0-2 0,60-1-1 16,-60 1-1-16,0 0 4 0,0 0 2 0,0 0-6 15,0 0 1-15,0 0-4 0,0 0-5 0,0 0 4 0,0 0-2 16,0 0 3-16,0 0-5 0,0 0-2 0,0 0-15 16,0 0-13-16,0 0-17 0,0 0-26 0,0 0-37 15,0 0-23-15,0 0-57 0,0 0-124 16,0 0-330-16,0 0 146 0</inkml:trace>
  <inkml:trace contextRef="#ctx0" brushRef="#br0" timeOffset="20935.54">10502 13358 89 0,'0'0'82'16,"0"0"-2"-16,0 0-13 0,0 0 0 0,0 0-3 16,0 0-6-16,0 0 0 0,0 0-12 0,0 0-5 0,0 0-4 15,0 0 1-15,0 0-11 0,0 0-6 16,0 0-5-16,0 0-16 0,0 0-9 0,0 0-16 15,0 0-16-15,0 0-26 0,0 0-42 0,0 0-116 16,0 0 51-16</inkml:trace>
  <inkml:trace contextRef="#ctx0" brushRef="#br0" timeOffset="22253.36">11960 13007 42 0,'0'0'30'0,"0"0"-12"0,0 0-4 0,0 0-24 16,0 0-6-16,-14 25-17 0,10-9 8 0</inkml:trace>
  <inkml:trace contextRef="#ctx0" brushRef="#br0" timeOffset="22645.37">11764 16321 16 0,'0'0'65'0,"0"0"-9"16,0 0-9-16,0 0-15 0,0 0-18 0,0 0-28 15,0 0-22-15,0 0-39 0,0 0 17 0</inkml:trace>
  <inkml:trace contextRef="#ctx0" brushRef="#br0" timeOffset="28822.66">24085 14659 46 0,'0'0'44'15,"0"0"-5"-15,0 0 4 0,0 0-10 0,0 0 1 16,0 0-3-16,0 0-7 0,0 0-9 0,0 0 5 16,0 0-3-16,0 0 4 0,0 0 0 0,0 0-1 15,0 0 5-15,0 0 6 0,0 0 1 0,0 0-8 16,0 0 16-16,0 0-7 0,0 0-4 0,0 0 5 16,0 0-1-16,0 0-11 0,0 0 2 0,0 0-5 15,0 0-1-15,0 0 5 0,0 0 0 0,0 0 3 16,0 0 5-16,0 0-7 0,0 0 1 0,0 0-4 15,0 0-1-15,0 0-2 0,0 0-2 0,0 0-1 16,0 0-2-16,0 0 7 0,0 0-6 0,0 0 6 16,0 0-1-16,0 0-3 0,0 0-4 0,38 6 6 15,-23-5-4-15,3 0-1 0,9 0 11 0,3-1-8 16,2 1 9-16,1-1-15 0,13-1 5 0,0 3-7 16,0-2 0-16,2 2 3 0,0 1-3 0,-15-2 3 0,20-1-8 15,-4 4 5-15,0-2 5 0,-3 1-2 16,-14-2-4-16,15 0-2 0,-16 2 1 0,-2 1 0 15,0 0-3-15,1-3-11 0,-5 1 18 0,-5-1-4 16,6 2 1-16,-8-1-4 0,-4-1 10 0,1 2-6 0,-4-3 17 16,-11 0-2-16,16 2 5 0,-16-2 8 15,9 2 2-15,-9-2 13 0,0 0 10 0,0 0 2 16,13 3 5-16,-13-3 5 0,0 0 4 0,0 0 7 16,0 0 2-16,0 0-4 0,0 0 1 0,0 0-3 0,0 0-6 15,0 0-11-15,0 0-2 0,0 0-8 0,0 0-9 16,0 0-3-16,0 0-13 0,4-13-13 15,-4 13-22-15,0 0-23 0,0 0-33 0,0 0-36 0,0 0-43 16,0 0-43-16,0 0-179 0,-18-10-396 16,18 10 175-16</inkml:trace>
  <inkml:trace contextRef="#ctx0" brushRef="#br0" timeOffset="32265.33">7353 5095 154 0,'0'0'144'0,"0"0"-16"16,0 0-4-16,0 0-10 0,0 0-9 0,0 0 1 15,0 0-22-15,0 0-11 0,0 0-2 0,0 0-4 16,0 0-14-16,0 0-4 0,0 0-1 0,0 0-7 16,0 0-4-16,0 0-8 0,0 0 8 0,0 0-15 15,0 0-7-15,0 0 4 0,0 0-5 0,0 0-2 16,0 0-1-16,0 0-3 0,0 0 1 0,0 0 3 15,0 0-5-15,0 0-1 0,0 0 6 0,0 0-2 0,0 0-2 16,0 0 2-16,0 0 4 0,0 0-5 16,53 45-2-16,-53-45 5 0,0 0-4 0,0 0-5 15,15 30 10-15,-15-30-5 0,0 0-3 0,0 0 6 16,20 26 0-16,-20-26-6 0,0 0 2 0,0 0 0 16,0 0 9-16,35 18 8 0,-35-18 4 0,0 0-3 15,0 0 4-15,84-16 1 0,-84 16-3 0,69-31 0 0,-42 17-3 16,-27 14-3-16,65-39 1 0,-36 25-3 15,14-7-1-15,-16 6-1 0,-27 15 11 0,54-32 0 16,-27 14-2-16,-2 1-4 0,-25 17-5 0,51-33 1 0,-27 20-5 16,-24 13 1-16,41-30 0 0,-41 30-5 0,32-19-6 15,-32 19-4-15,27-18-5 0,-27 18-7 16,0 0-13-16,0 0-22 0,32-17-23 0,-32 17-25 16,0 0-29-16,0 0-10 0,0 0-20 0,0 0-112 15,0 0-290-15,0 0 128 0</inkml:trace>
  <inkml:trace contextRef="#ctx0" brushRef="#br0" timeOffset="32820.44">7554 6134 9 0,'0'0'167'0,"0"0"-12"0,0 0-11 16,0 0-8-16,0 0-13 0,0 0-16 0,0 0-9 15,0 0-13-15,0 0-11 0,0 0-6 0,0 0-7 16,0 0-10-16,0 0 0 0,0 0-9 0,0 0-3 15,0 0-8-15,0 0-5 0,0 0 3 0,0 0 1 16,0 0-4-16,0 0 9 0,0 0 2 0,0 0 5 16,0 0 1-16,0 0-2 0,0 0-1 0,0 0-3 15,152-19-3-15,-108 4-3 0,-44 15-3 0,70-26-2 16,-42 17-4-16,-28 9-5 0,57-20-1 0,-25 8-1 16,-32 12-1-16,56-26-3 0,-27 18 1 0,-29 8-2 15,42-16-1-15,-42 16-2 0,0 0-2 0,46-17 0 16,-46 17 6-16,0 0-17 0,37-11-11 0,-37 11-13 15,0 0-27-15,0 0-28 0,0 0-28 0,0 0-36 16,0 0-126-16,0 0-295 0,0 0 130 0</inkml:trace>
  <inkml:trace contextRef="#ctx0" brushRef="#br0" timeOffset="33481.56">7444 7197 30 0,'0'0'184'0,"0"0"-11"0,0 0-16 16,0 0-9-16,0 0-16 0,0 0-16 0,0 0-12 0,0 0-11 15,0 0-13-15,0 0-7 0,0 0-9 16,0 0-8-16,0 0-3 0,0 0-9 0,0 0-2 16,0 0 2-16,0 0-4 0,0 0-2 0,0 0-3 15,0 0-4-15,0 0 0 0,0 0-2 0,0 0-8 16,0 0 2-16,0 0 1 0,0 0 0 0,0 0-2 0,0 0-1 15,0 0 1-15,0 0 3 0,0 0-1 0,0 0-1 16,88 47-2-16,-88-47 1 0,0 0 6 16,0 0-1-16,0 0-1 0,97-33-1 0,-57 14-1 15,-11 5-4-15,12-10 0 0,-1 1 0 0,1 4-4 0,-3-3-5 16,-10 6 1-16,-28 16-3 0,54-32 0 0,-28 19 4 16,-26 13-5-16,51-29-4 0,-30 16 0 15,-21 13 0-15,0 0 3 0,47-22-4 0,-47 22 3 16,0 0-3-16,32-16-5 0,-32 16 6 0,0 0-1 0,0 0 0 15,0 0 4-15,0 0-5 0,0 0 1 0,0 0-1 16,0 0 2-16,36-12-2 0,-36 12 3 0,0 0-1 16,0 0-1-16,0 0-15 0,0 0-20 0,0 0-32 15,0 0-42-15,0 0-50 0,0 0-184 16,0 0-368-16,0 0 163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09:18:57.8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21404 12668 67 0,'0'0'66'15,"0"0"-1"-15,0 0 2 0,0 0-7 0,0 0-5 0,0 0 4 16,0 0-3-16,0 0-2 0,0 0-4 0,0 0 2 16,0 0-3-16,0 0-6 0,0 0 7 15,0 0-6-15,0 0-2 0,0 0 1 0,0 0 5 0,0 0-6 16,0 0-4-16,0 0-4 0,0 0 0 0,0 0-1 15,0 0-6-15,0 0-6 0,0 0 10 0,0 0-12 16,0 0 1-16,0 0-6 0,0 0 5 0,0 0-6 16,0 0-2-16,0 0-3 0,0 0-2 0,0 0-1 15,0 0 3-15,0 0-4 0,0 0-1 0,0 0 0 16,12 18 4-16,-12-18-3 0,7 9 1 0,-7-9 1 16,2 9-3-16,-2-9-1 0,5 10 3 0,-2-6-2 15,-3-4-4-15,4 9 3 0,-4-9 0 0,6 6 2 16,-6-6-3-16,4 4 1 0,-4-4 6 0,0 0 6 15,6 7-3-15,-6-7 5 0,0 0 3 0,0 0-1 0,9 4-3 16,-9-4-1-16,0 0 4 0,23-4-2 16,-23 4 0-16,22-8-1 0,-7-1-7 0,2 0 5 15,0 0-1-15,3-7-2 0,-1 2 2 0,4-3-2 16,-9 8-2-16,8-8-7 0,-2 3 7 0,-4 1-4 0,-1 3 2 16,-1-1-2-16,0 3 1 0,0-4-2 0,-1 3-1 15,0 0 0-15,0 3-1 0,-6-2-1 16,1 2 3-16,2-2-5 0,-3 4 1 0,-7 4 1 15,11-7 3-15,-6 4-1 0,-5 3 3 0,11-5 2 0,-11 5-5 16,0 0 3-16,7-5 0 0,-7 5 4 16,0 0-2-16,0 0-3 0,9-4 6 0,-9 4-2 15,0 0-1-15,0 0-4 0,0 0 7 0,0 0-1 0,0 0 0 16,0 0-2-16,0 0-3 0,5-3 1 0,-5 3 1 16,0 0-6-16,0 0 3 0,0 0-4 0,0 0-9 15,0 0-12-15,0 0-18 0,0 0-24 0,0 0-24 16,0 0-29-16,0 0-131 0,0 0-268 0,0 0 119 15</inkml:trace>
  <inkml:trace contextRef="#ctx0" brushRef="#br0" timeOffset="7732.98">21590 13811 36 0,'0'0'118'0,"0"0"-14"0,0 0-1 0,0 0-6 16,0 0-13-16,0 0-4 0,0 0-4 15,0 0-6-15,0 0-4 0,0 0-7 0,0 0-2 16,0 0-8-16,0 0-4 0,0 0-5 0,0 0 1 16,0 0-10-16,0 0-5 0,0 0-3 0,0 0-3 0,0 0-3 15,0 0-5-15,0 0-2 0,0 0-2 0,0 0 4 16,0 0 0-16,0 0-7 0,0 0 3 0,0 0-2 16,5 28-1-16,-3-20 2 0,-1-2-1 0,-1-6 4 15,0 16-6-15,0-9 6 0,1-1-2 0,-1-6-2 16,3 13-3-16,-3-13 3 0,1 9 6 0,-1-9-7 15,2 10-3-15,-2-10 1 0,0 0 1 16,2 8 0-16,-2-8-3 0,0 0-2 0,2 5 10 0,-2-5-7 16,0 0 4-16,0 0-4 0,0 0 10 0,0 0-1 15,0 0 2-15,0 0 2 0,16 0-1 0,-16 0 2 16,24-11-3-16,-10 0 4 0,10 0-1 0,-1-3-3 16,0 0-1-16,-2-2 1 0,-1 2-3 0,4 0-1 15,-3-3-1-15,-6 6 0 0,3 2 0 0,-4-4-5 16,-1 3 6-16,2 1 1 0,-2 0 1 0,-2 2-2 15,-3 1-6-15,-1 0 4 0,-1-1-5 0,0 4 4 16,-6 3-1-16,12-8 7 0,-12 8-1 0,8-4-2 16,-8 4 0-16,0 0-4 0,7-5 3 0,-7 5 4 15,0 0-2-15,0 0-2 0,0 0-5 0,7-5 0 16,-7 5 0-16,0 0-3 0,0 0-10 0,0 0-16 16,0 0-8-16,0 0-32 0,0 0-23 0,0 0-23 15,0 0-31-15,0 0-77 0,0 0-237 0,0 0 105 16</inkml:trace>
  <inkml:trace contextRef="#ctx0" brushRef="#br0" timeOffset="13130.14">20821 14216 27 0,'0'0'30'0,"0"0"-3"0,-13 1 1 16,13-1-5-16,0 0-1 0,0 0-2 0,0 0 0 15,0 0-7-15,0 0 3 0,0 0-6 0,0 0-2 16,-14 1 5-16,14-1 5 0,0 0-3 0,0 0 2 16,0 0-1-16,0 0 7 0,0 0-5 0,0 0 0 15,0 0 2-15,0 0 1 0,0 0 2 0,-16 0 1 16,16 0 7-16,0 0 2 0,0 0-2 0,0 0-2 15,0 0 1-15,0 0-3 0,0 0 0 0,0 0 2 16,0 0-5-16,0 0 5 0,0 0 1 0,0 0-6 16,0 0 1-16,0 0-5 0,0 0-1 0,0 0-11 15,0 0 8-15,0 0 1 0,0 0-2 0,0 0-3 0,31 6 7 16,-17-5-4-16,3 0-13 0,2-1 5 16,0 4 9-16,9-6 9 0,-10 2-8 0,9-2 7 15,3 1-13-15,0 0 17 0,-2-1 1 0,3 1-5 16,-3-1-3-16,0 0 2 0,2 1-5 0,-5 0-3 0,4-2 2 15,-9 2-3-15,5-1 10 0,-7 0-18 16,-2 0 7-16,0-1-4 0,-2 2 0 0,1-1 2 0,0 1 2 16,-15 1 2-16,19-4-5 0,-19 4-4 15,11-2 4-15,-11 2-2 0,0 0 6 0,12-1 3 16,-12 1-3-16,0 0-1 0,0 0 5 0,0 0-5 0,0 0 4 16,11-3 0-16,-11 3-11 0,0 0 3 0,0 0-10 15,0 0-12-15,0 0-17 0,0 0-31 16,0 0-20-16,0 0-21 0,0 0-108 0,-27 12-226 15,27-12 100-15</inkml:trace>
  <inkml:trace contextRef="#ctx0" brushRef="#br0" timeOffset="13603.57">20841 14276 3 0,'0'0'115'15,"-14"0"-3"-15,14 0-13 0,0 0-13 0,0 0 0 16,0 0-12-16,0 0-8 0,0 0 1 0,0 0-3 16,0 0-18-16,0 0 14 0,0 0-3 0,50 3 5 15,-30-2-4-15,9 1-6 0,-1 1 3 0,2-3-5 16,1 1-4-16,0-2-2 0,-2 1 0 0,3 1-2 16,0-2-6-16,-1-1 0 0,-1 4-1 0,0-1-3 15,-1-2-4-15,-3 2 2 0,-6-1-8 0,-4 0 6 16,1 0-9-16,-3 0-1 0,2 0 12 0,-16 0-13 15,20 0-5-15,-20 0-1 0,14 0-2 0,-14 0 2 16,0 0-1-16,0 0 8 0,14 0-1 0,-14 0 0 16,0 0 3-16,0 0 2 0,0 0 0 0,0 0 0 15,0 0-5-15,14-1-4 0,-14 1 10 0,0 0-18 16,0 0-3-16,0 0-19 0,0 0-10 0,0 0-26 16,0 0-18-16,0 0-17 0,0 0-22 0,0 0-18 15,0 0-118-15,0 0-267 0,0 0 118 0</inkml:trace>
  <inkml:trace contextRef="#ctx0" brushRef="#br0" timeOffset="17863.23">21046 12878 45 0,'0'0'80'0,"0"0"1"0,0 0-9 16,0 0-3-16,0 0-3 0,0 0-8 0,0 0 8 15,0 0-8-15,0 0-3 0,0 0 4 0,0 0-12 0,0 0 6 16,0 0-12-16,0 0 1 0,0 0-2 0,0 0-2 16,0 0 8-16,0 0-5 0,0 0-6 15,0 0 1-15,0 0-2 0,0 0 0 0,0 0 3 0,0 0-1 16,0 0-2-16,0 0 4 0,0 0-5 0,0 0-2 15,0 0 0-15,0 0-3 0,0 0-2 16,0 0-9-16,0 0 1 0,0 0-4 0,0 0-4 16,0 0 4-16,0 0-4 0,0 0-1 0,-21-17-1 0,21 17 1 15,0 0-1-15,-7-5-2 0,7 5 0 0,0 0 3 16,-8-6-4-16,8 6 6 0,-5-5-6 16,5 5 1-16,0 0 4 0,-8-8-5 0,8 8 2 0,0 0-1 15,-6-4 1-15,6 4-1 0,0 0-4 0,0 0 2 16,-8-5-2-16,8 5 3 0,0 0 5 0,0 0-3 15,0 0 4-15,0 0-3 0,-9-6-3 0,9 6 0 16,0 0 2-16,0 0-1 0,0 0-4 0,-6-4 3 16,6 4 2-16,0 0-5 0,0 0 1 0,0 0 1 15,-9-4 4-15,9 4-5 0,0 0-3 0,0 0-1 16,0 0 2-16,-12-3 0 0,12 3 0 0,0 0 0 16,0 0 8-16,0 0-6 0,-14-3 0 0,14 3 1 15,0 0-1-15,0 0-1 0,0 0-4 0,-14-1 4 16,14 1 0-16,0 0-1 0,0 0-1 0,-9-3 3 15,9 3 0-15,0 0 0 0,0 0 0 0,0 0-4 0,0 0-3 16,-16 0 6-16,16 0 3 0,0 0-9 16,0 0 3-16,0 0 2 0,0 0 0 0,0 0 1 15,0 0-2-15,-17 0 3 0,17 0-5 0,0 0 0 0,0 0 3 16,0 0-1-16,0 0 2 0,0 0-2 0,-14 1-3 16,14-1 1-16,0 0-3 0,0 0 2 0,0 0 2 15,0 0-1-15,-10 6-3 0,10-6 3 16,0 0 1-16,0 0-2 0,-7 3 1 0,7-3 2 0,0 0-3 15,-6 6 0-15,6-6 0 0,0 0 4 0,0 0-2 16,-9 7-6-16,9-7 2 0,0 0 1 0,0 0 0 16,-4 4-3-16,4-4 4 0,0 0 0 0,-5 9 3 15,5-9-4-15,-1 9 3 0,1-9 0 0,-3 7 3 16,3-7-4-16,-1 10 2 0,1-10-4 0,-3 9 2 16,3-9-1-16,-1 11 0 0,1-11 1 0,-1 8 7 15,1-8-7-15,1 11-2 0,-1-11 4 0,0 9-3 16,0-9 4-16,1 10 3 0,-1-10-4 0,3 6-2 15,-3-6 5-15,1 13-2 0,-1-13-3 0,1 6 2 16,-1-6-2-16,3 6 0 0,-3-6 0 0,4 7-1 16,-4-7 4-16,2 7 5 0,-2-7-3 0,3 8 1 15,-3-8-4-15,6 9-2 0,-6-9 7 0,3 7-11 16,-3-7 4-16,4 7-1 0,-4-7 2 0,6 5 1 16,-6-5-4-16,0 0 1 0,7 6-2 0,-7-6 6 0,7 7-3 15,-7-7-1-15,10 6-3 0,-10-6-1 16,7 3 1-16,-7-3-1 0,6 5 1 0,-6-5 1 15,0 0 4-15,12 4 3 0,-12-4-8 0,0 0 0 0,7 3 6 16,-7-3-6-16,0 0 4 0,0 0 1 16,17-2-1-16,-17 2 8 0,0 0-9 0,0 0 4 15,17-1-2-15,-17 1 3 0,0 0-1 0,11-6 1 0,-11 6-3 16,9-5-1-16,-9 5-1 0,0 0 7 0,8-7-3 16,-8 7 3-16,6-4-5 0,-1-1 5 0,-5 5-6 15,4-5 2-15,-4 5-1 0,9-8 2 0,-9 8 3 16,6-7-8-16,-6 7 4 0,5-7 0 15,-5 7 1-15,6-6 0 0,-2 1-1 0,-4 5 1 0,7-9 1 16,-7 9 4-16,6-8-3 0,-3 4-7 0,-3 4 6 16,5-7-3-16,-5 7 5 0,5-10-2 0,-5 10-1 15,3-8 0-15,-3 8-2 0,4-4-2 0,-4 4 8 16,5-10-2-16,-5 10-5 0,2-10 2 0,-2 10-4 16,4-11 10-16,-4 11-5 0,5-9-2 0,-3 3 6 15,-2 6-6-15,2-7 1 0,-2 7-4 0,3-10 5 16,-3 10 2-16,2-9 0 0,-2 9-3 0,2-8 0 15,-2 8 2-15,2-10 2 0,-1 5-4 0,-1 5 0 16,3-12-2-16,-3 12 2 0,0-10-1 0,0 10 6 16,1-12-6-16,2 7 0 0,-3 5 8 0,-3-12-9 0,3 12 0 15,3-9 6-15,-3 9-7 0,1-11 7 0,0 2-7 16,-1 9 6-16,0-12-6 0,0 12 2 16,-1-14 2-16,1 7-4 0,1-1 1 0,-1 8 4 15,0-14-4-15,0 14 4 0,-1-12 0 0,1 6 1 0,0 6-5 16,-1-14-1-16,-2 8 4 0,3 6-2 0,0-10 0 15,0 10 2-15,0-10 4 0,0 10-1 0,0-10 3 16,0 10-2-16,-1-9 3 0,1 9-4 0,-1-7 1 16,1 7 3-16,-2-9-5 0,2 9-3 0,0 0 5 15,-1-11 0-15,1 11 1 0,0 0-5 0,0-7 6 16,0 7-1-16,0 0-1 0,0 0-1 0,0 0 3 16,-4-8-2-16,4 8 2 0,0 0 2 0,0 0 1 15,0 0 2-15,0 0 6 0,0 0-5 0,-1-9-5 16,1 9 4-16,0 0-1 0,0 0 5 0,0 0-4 15,-1-8-4-15,1 8 4 0,0 0 2 0,0 0 0 16,0 0 5-16,0 0 0 0,-3-8 2 0,3 8-5 16,0 0 0-16,0 0-1 0,0 0-3 0,0 0-3 15,0 0 1-15,0 0-5 0,0 0 0 0,0 0-3 16,0 0-2-16,0 0 1 0,0 0-2 0,0 0-4 16,0 0 4-16,0 0-2 0,0 0-3 0,0 0 0 15,0 0 5-15,-9 19 1 0,9-19 0 0,-1 15-3 16,0-7 0-16,-1 2 3 0,2 5-4 0,-2-6 3 15,-2-1-2-15,4 2 0 0,0 3 4 0,0 0 1 16,0-1-4-16,0-3 4 0,-1 1-1 0,1 4-3 16,0 0 1-16,1-3 3 0,-1 0-2 0,0-2 0 15,0 0-1-15,4 0 1 0,-3 0-2 0,0-1 3 0,-1 1-3 16,0 1-1-16,3-3 2 0,-2 2 0 0,2-1 3 16,-1 1 0-16,2-1-3 0,-4 1 0 0,3-1 2 15,1-1-1-15,-1 2-2 0,-1 0 6 16,-1-2-3-16,0 1 0 0,2 0 1 0,-1 1-2 0,2 0-2 15,-4-9 2-15,1 11-3 0,3 0 5 0,-2-6-1 16,0 2-2-16,1 3 0 0,-1 0 1 0,1-4 4 16,-2 3-4-16,0-1 0 0,1 0 0 0,1 2 2 15,-3-3-4-15,3 0 2 0,1 2 2 0,-2 0 1 16,0-3-2-16,-2-6 1 0,2 13-2 0,1-3 0 16,-2-3-5-16,2 0 1 0,-3-7 0 0,3 10 2 15,0-4 0-15,-3-6 1 0,5 13 1 0,-4-6 1 16,3-1 5-16,0 3-3 0,-1-3-5 0,-1 0 3 15,-2-6-3-15,5 7-1 0,-5-7 4 0,4 10-2 16,-4-10 1-16,8 4-3 0,-8-4 1 0,6 5 3 16,-6-5-1-16,0 0-1 0,0 0 1 0,8 6-7 15,-8-6 3-15,0 0-2 0,0 0-3 0,0 0-7 16,0 0-1-16,0 0-8 0,0 0-18 0,0 0-21 16,0 0-26-16,0 0-20 0,0 0-12 0,0 0-14 15,0 0-108-15,-11-24-262 0,5 17 116 0</inkml:trace>
  <inkml:trace contextRef="#ctx0" brushRef="#br0" timeOffset="18948.62">21011 12894 1 0,'0'0'103'0,"0"0"-13"16,0 0-12-16,0 0-6 0,0 0-1 0,0 0-1 15,0 0-6-15,0 0-4 0,0 0-2 0,0 0 0 16,0 0-2-16,0 0-7 0,0 0 8 0,0 0-4 15,0 0-2-15,0 0-6 0,-8-5-3 0,8 5-3 16,0 0 4-16,0 0-10 0,0 0 2 0,0 0 6 16,0 0-6-16,-10-4-5 0,10 4-2 0,0 0-6 15,0 0 0-15,-14-4-4 0,14 4 4 0,-9-2-6 16,9 2-3-16,-11-4 7 0,11 4-11 0,0 0 1 16,-17 0-1-16,17 0-3 0,0 0 2 0,0 0 0 15,-21 0 1-15,21 0 1 0,0 0-5 0,-19 3-6 16,19-3 7-16,-10 1-7 0,10-1 7 0,0 0-7 15,-10 3 6-15,10-3-4 0,0 0-3 0,-10 3 2 0,10-3-2 16,-9 3 1-16,9-3-2 0,-5 10 3 16,5-10 0-16,-5 10 3 0,5-10-4 0,-7 9 5 15,5-3 6-15,2-6-7 0,-3 10-3 0,3-10 1 16,-2 10-2-16,0-3 3 0,2-7 3 0,2 13-2 0,-1-7-4 16,-1 4 6-16,1-2-4 0,2 0-2 15,-3-8 2-15,4 13 2 0,-2-7 4 0,3 2-5 16,0-1 1-16,-2 0 0 0,-3-7-1 0,11 10 3 0,-5-7 4 15,-6-3 2-15,12 6-1 0,-3-2-3 0,-9-4 4 16,13 3-8-16,-13-3 1 0,18 1 3 0,-18-1 3 16,13-1-5-16,-13 1 3 0,20-6-4 15,-11 1 3-15,0 0-2 0,-1 2 1 0,-1-3 3 0,1 2-6 16,0-3 3-16,-1-1-2 0,0 4 0 0,-2-3 0 16,0 0-3-16,-2 2 2 0,2-3 4 0,0 0-3 15,-3 2-1-15,2-2 2 0,-1 0 3 0,-1-6-9 16,0 4 3-16,-1 1-2 0,0-3 3 0,2-1 0 15,-3-1 1-15,1 0-3 0,-2 6-3 0,-2-5 5 16,3 0 0-16,-1-1-2 0,0 2-3 0,-1-1 2 16,2 1 3-16,-5-1 2 0,4 5 0 0,-2-1 3 15,2-1 1-15,0 1 2 0,-3 1 2 0,3-3-2 16,-2 2 0-16,2 0-2 0,-2-3 4 0,3 3-1 16,0-1-4-16,-2 1 1 0,-1 1 0 0,2-1-3 15,1 9-1-15,-3-10-1 0,3 10 0 0,-1-11 1 0,1 11-3 16,-1-10 3-16,1 10-3 0,-3-5 0 15,3 5 2-15,0 0-2 0,0 0 1 0,-2-8 0 16,2 8-1-16,0 0-1 0,0 0-4 0,0 0 0 0,0 0-3 16,0 0 0-16,0 0 0 0,0 0-5 0,0 0 4 15,0 0 1-15,0 0 0 0,0 0-2 16,0 0 8-16,0 0-3 0,-8 27 0 0,7-16-2 16,0-2-1-16,2 4-1 0,-2-4 7 0,3 4-3 0,-2 0 2 15,1 0-1-15,-1-2-2 0,0 4-1 0,2-2 2 16,0 0-2-16,1 1 2 0,-1 2 0 0,-1-4 0 15,3 1 3-15,-2 3-6 0,1-5 5 0,0 4 0 16,0 0-3-16,-1-1 2 0,2-1 1 0,2 0 0 16,-2 0-1-16,0-1 6 0,1 2-4 0,-1-2-3 15,1 1 3-15,-1-3-3 0,2 3 2 0,-2 2-2 16,1-2 5-16,3-2 5 0,-3 3-6 0,4-3-1 16,-3 0 7-16,1 2-6 0,-2-1-6 0,0-2 5 15,1 3-1-15,2-3 5 0,-7-2-4 0,4 0-1 16,3 0 1-16,-3-1-2 0,-2-1 1 0,-3-6 5 0,6 10-2 15,-6-10-2-15,8 7-1 0,-4-3-3 16,-4-4 4-16,0 0-4 0,6 5 4 0,-6-5-2 16,0 0 3-16,0 0 1 0,0 0-8 0,0 0-5 15,0 0-9-15,8 4-19 0,-8-4-37 0,0 0-47 0,0 0-144 16,0 0-288-16,-13-26 128 0</inkml:trace>
  <inkml:trace contextRef="#ctx0" brushRef="#br0" timeOffset="19536.68">21018 12912 70 0,'0'0'115'0,"0"0"-6"0,0 0-8 0,-9-4-5 16,9 4-5-16,0 0-4 0,0 0-5 0,0 0-8 16,0 0-4-16,0 0-11 0,0 0-1 0,0 0-3 15,0 0 0-15,0 0-9 0,-12-3-1 0,12 3-1 16,0 0-6-16,0 0-3 0,0 0-1 0,-10-6-5 15,10 6 3-15,0 0-1 0,-8-5-8 0,8 5 1 16,-7-6-4-16,7 6 0 0,-10-3-3 0,10 3 3 16,-8-5-1-16,8 5-7 0,-9-5-2 0,9 5 1 15,-9-6 1-15,9 6 2 0,-12-3 0 0,12 3 2 16,0 0-3-16,-10-5 0 0,10 5-4 0,-8-4 3 16,8 4-4-16,0 0-2 0,0 0 2 0,-14-2 3 15,14 2-1-15,0 0-1 0,0 0 0 0,0 0-6 16,-9-5 7-16,9 5-4 0,0 0 0 0,0 0-3 0,0 0 1 15,0 0 3-15,0 0-2 0,0 0 2 16,0 0-6-16,0 0 3 0,0 0-4 0,0 0 0 16,0 0 0-16,0 0-1 0,-14 8 3 0,14-8 0 0,0 0 1 15,-6 8-1-15,6-8-2 0,-4 6 1 0,4-6 2 16,-2 10 2-16,2-10 1 0,-4 7-3 16,4-7 6-16,0 12-1 0,-3-6-4 0,3-6 1 0,0 9 4 15,0-9 1-15,1 9-5 0,-1-9-2 0,0 0 2 16,2 10-1-16,-2-10-2 0,4 8-4 0,-4-8-6 15,3 7-5-15,-3-7-14 0,4 5-10 0,-4-5-22 16,9 7-31-16,-5-1-34 0,-4-6-140 0,5 7-286 16,-5-7 127-16</inkml:trace>
  <inkml:trace contextRef="#ctx0" brushRef="#br0" timeOffset="40830.03">17609 13756 59 0,'0'0'59'0,"0"0"-6"0,-5-6-3 0,5 6 6 16,0 0-9-16,0 0-3 0,0 0 7 0,0 0-6 0,-11-2 1 15,11 2 8-15,0 0-1 0,0 0-3 0,0 0 3 16,0 0-1-16,0 0 0 0,0 0-8 16,0 0 2-16,0 0-9 0,-12-2 7 0,12 2-7 0,0 0-2 15,0 0-6-15,0 0-2 0,0 0-7 0,0 0 4 16,0 0-9-16,0 0-1 0,0 0 4 0,0 0-2 15,0 0-5-15,0 0-1 0,0 0 6 0,0 0-8 16,35-6 3-16,-23 5 3 0,6-1-3 0,-4 2 2 16,7 0-1-16,-2 0-1 0,10 0 3 0,3 0 4 15,0 0-6-15,14 4 7 0,-14-2-3 16,0 1-1-16,23 0 2 0,-8 2-3 0,5-2 5 0,1 1-7 16,1-4 2-16,-2 1-5 0,3 4 5 0,1-1-11 15,-2-6 6-15,-2 4 0 0,2 0-2 0,-3 4 2 16,5-8-1-16,-3 2 0 0,-5 3-2 0,-2-4-1 15,-12-1 4-15,13-2 2 0,-14 7-8 0,-2-4-3 16,2 2 4-16,-1-1-1 0,-4 1 1 0,0-1-1 16,-2-1-4-16,-6 1 2 0,-3 0 0 0,-2 0 1 0,1 1 2 15,-6 1-2-15,-10-2-5 0,14 2 4 16,-14-2 1-16,10 1-2 0,-10-1-1 0,0 0 4 16,0 0 11-16,0 0-1 0,0 0 8 0,14 3 2 15,-14-3 6-15,0 0 1 0,0 0 5 0,0 0 2 0,0 0-2 16,0 0-4-16,0 0-3 0,6 4-5 0,-6-4 1 15,0 0-1-15,0 0-6 0,0 0 0 0,0 0 0 16,0 0-8-16,0 0 1 0,0 0 2 0,0 0-4 16,0 0-2-16,0 0-2 0,0 0-11 0,0 0-10 15,0 0-13-15,0 0-18 0,0 0-28 0,0 0-24 16,0 0-51-16,0 0-131 0,0 0-305 0,0 0 136 16</inkml:trace>
  <inkml:trace contextRef="#ctx0" brushRef="#br0" timeOffset="47946.86">21497 13477 37 0,'0'0'56'0,"0"0"2"0,0 0-12 16,0 0-1-16,0 0 1 0,0 0-3 0,0 0-11 15,0 0 2-15,0 0-4 0,0 0 0 0,0 0-3 0,0 0-4 16,0 0 1-16,0 0-1 0,0 0 9 0,0 0-6 16,0 0-2-16,0 0 3 0,0 0-11 0,0 0-5 15,-19-18 2-15,19 18 2 0,0 0-6 0,0 0-1 16,0-9 11-16,0 9-5 0,-4-6 0 0,4 6-6 16,-1-8 10-16,1 8 5 0,-2-10-5 0,2 10-1 15,0-9-4-15,0 9 6 0,-1-10 4 0,1 10 8 16,-3-6 2-16,3 6-2 0,0 0 6 0,-1-11-4 15,1 11 10-15,0 0 3 0,0-8-2 0,0 8 4 16,0 0-7-16,0 0-6 0,0 0-2 0,0 0 1 16,0-10 0-16,0 10-8 0,0 0 1 0,0 0-4 15,0 0-2-15,0 0 0 0,0 0-3 0,0 0 0 16,0 0-12-16,0 0 4 0,0 0 0 0,0 0-1 16,0 0-2-16,0 0 1 0,0 0-2 0,0 0-3 15,0 0-4-15,0 0 7 0,0 0-7 0,0 0 7 16,5 26-5-16,-2-17 0 0,-2-1-2 0,0 4 1 15,1-3 1-15,0 4-6 0,-2 0 10 0,3-4-1 16,-1 3-1-16,-2 2-3 0,0-6-1 0,3 5 2 16,-2-3-8-16,-1 2 7 0,3-2 0 15,-1 3 3-15,0-1-1 0,-1-1-2 0,0 0 3 0,-1 1-1 16,3 3 2-16,-1-2 0 0,-2-1-8 0,0-2 2 16,2 4 1-16,-1-2 0 0,0 2 3 0,2-1 3 15,-2 0-8-15,1-1 4 0,2 2 0 0,-4-3 0 16,4-1-1-16,-3 4 0 0,3-1-3 0,0 0 0 15,0 5 4-15,0-5-2 0,-4 2 5 0,4-4-5 0,1 5 0 16,-3-3-2-16,1 0 3 0,1-1 2 16,-2 1-4-16,-1 1 6 0,1-2-4 0,0 2-1 15,1 0 8-15,-3 1-5 0,1 0 4 0,2-1-8 16,-2 1 0-16,0-2-4 0,2 1 14 0,-2 1-14 16,-1-1 6-16,0-1 8 0,0-5-10 0,-1 3-3 15,-2-1 1-15,3-10 7 0,4 10-6 0,-4-10 5 0,0 7-1 16,0-7 7-16,0 0 6 0,1 8-1 15,-1-8-5-15,0 0 7 0,0 0 1 0,0 0 0 0,0 0 7 16,0 0 0-16,-1 10-2 0,1-10-5 0,0 0 0 16,0 0 0-16,0 0-4 0,0 0-15 0,0 0-25 15,0 0-30-15,0 0-42 0,0 0-46 16,0 0-117-16,0 0-282 0,0 0 124 0</inkml:trace>
  <inkml:trace contextRef="#ctx0" brushRef="#br0" timeOffset="48785.47">21415 14091 112 0,'0'-9'136'0,"0"9"5"0,-2-9-10 15,2 9-3-15,0 0-4 0,-2-8-8 0,2 8-2 16,0 0-7-16,0-10-11 0,0 10-3 0,0 0-12 16,0 0-6-16,0-8-10 0,0 8 0 0,4-8-12 15,-4 8-1-15,0 0-3 0,3-7-4 0,-3 7-11 16,0 0 0-16,7-6-5 0,-7 6-1 0,0 0-9 15,0 0 2-15,0 0-7 0,0 0-1 0,0 0 3 16,23 8 1-16,-23-8 1 0,13 9 0 0,-7-2-4 16,1-1 1-16,-1 1-4 0,2-1 3 0,-3 2-1 15,1 4-2-15,0-3-2 0,0-2-1 0,0 3-2 0,1-2-4 16,0 3 0-16,1 2 7 0,0-2 1 16,-3-3-5-16,0-1 0 0,1 5-4 0,1 0 5 15,-1-4-5-15,-2 1 1 0,1-2 3 0,0 2-3 16,-2-2 1-16,1 3-5 0,-2-4 2 0,4 0 0 15,-2 1 4-15,-4-7-1 0,5 7-5 0,-5-7 5 16,7 7 0-16,-7-7-3 0,4 6 3 0,-4-6 0 16,0 0-7-16,6 4 5 0,-6-4 3 0,0 0 1 15,0 0 4-15,0 0-5 0,0 0 6 0,29-13-3 16,-20 7 0-16,3-4 3 0,-2-1-7 0,1-3 4 0,0-1 0 16,2-1-3-16,-2 4 1 0,-1-1-1 0,-2-3 0 15,3 2-1-15,0 0-4 0,4-5 1 0,-5 5 2 16,-1 1-4-16,1 2 3 0,-2-1 2 15,4 2-4-15,-7 2 1 0,-3 5 0 0,-2 3 0 0,8-9 0 16,-8 9-5-16,2-6 3 0,-2 6 4 16,4-6-3-16,-4 6 1 0,0 0 1 0,0 0-1 0,0 0-1 15,5-7 1-15,-5 7 6 0,0 0-5 16,0 0 12-16,0 0-4 0,0 0 3 0,0 0 1 16,0 0 2-16,0 0 1 0,7-3-2 0,-7 3 7 0,0 0-4 15,0 0-1-15,0 0 0 0,0 0-3 0,0 0-3 16,0 0 0-16,0 0 0 0,0 0-1 15,0 0-10-15,0 0-18 0,0 0-22 0,0 0-31 0,0 0-33 16,0 0-35-16,0 0-47 0,0 0-140 0,-17 16-352 16,17-16 156-16</inkml:trace>
  <inkml:trace contextRef="#ctx0" brushRef="#br0" timeOffset="51250.75">19343 12707 40 0,'0'0'129'0,"0"0"-10"0,-5-6 2 0,5 6-10 16,0 0-7-16,0 0-12 0,0 0 6 0,-4-10-11 16,4 10-14-16,0 0 3 0,-1-9-4 0,1 9-6 0,-3-9-1 15,3 9 1-15,0-8-5 0,0 8-3 0,-1-7-2 16,1 7-4-16,0 0-2 0,-1-9-1 16,1 9 1-16,0 0 0 0,-1-10-5 0,1 10-2 0,0 0 0 15,-3-12 5-15,3 12-7 0,-2-6-6 0,2 6 0 16,-3-10-3-16,3 10 1 0,0 0-5 0,-1-8 3 15,1 8-3-15,0 0-2 0,0 0-2 0,-3-8-3 16,3 8-2-16,0 0-2 0,0 0 0 0,0 0-4 16,0 0 0-16,0 0-3 0,0 0-2 0,0 0-6 15,0 0 7-15,0 0-9 0,0 0 2 0,0 0-1 16,0 0-4-16,0 0 1 0,0 0-2 0,0 0 1 16,0 0 1-16,0 0 1 0,0 38-1 0,4-22-1 15,-4 2 2-15,4 8-1 0,-3-1 3 0,4 3-5 16,-5-3 3-16,4-1-2 0,0 3 1 0,-1-2 2 15,-1 3 0-15,-2-11-4 0,4 7 5 0,-1 3 6 16,-2-10-10-16,3 2 6 0,-3 6-2 0,1-2-2 16,2-4 1-16,-1-2 1 0,-2-1 0 0,0-1-1 15,2-1 1-15,-3-2 3 0,1-2-2 0,0-1-4 16,2-1 2-16,-3 2 0 0,0-1 0 0,1 0-14 16,1-1-17-16,-2-8-10 0,-3 11-10 0,3-11-11 15,-1 11-9-15,1-11-8 0,1 9-14 0,-1-9-14 16,0 8-21-16,0-8-9 0,0 0-119 0,0 0-277 0,0 0 123 15</inkml:trace>
  <inkml:trace contextRef="#ctx0" brushRef="#br0" timeOffset="52003.71">19282 12504 75 0,'0'-10'134'0,"0"10"-4"0,0 0-4 0,0 0-6 15,0 0-16-15,0-7-11 0,0 7-6 0,0 0-12 16,0 0-4-16,0 0-13 0,0 0-6 0,0 0-3 16,0 0-5-16,0 0-3 0,0 0-5 0,0 0-3 15,0 0-2-15,-23 26-5 0,14-14-1 0,1 0-2 16,-3 3 1-16,3-1-2 0,1 2-3 0,-1-3-3 15,0-1 1-15,2 2-1 0,-3-4 2 0,4 2 1 16,-3 0-4-16,1-5-2 0,0 2 2 0,3-1-9 16,-1-2-1-16,1 2 3 0,-1-3-2 0,5-5 1 0,-5 10-6 15,1-5 6-15,4-5-5 0,-5 7 2 0,5-7-5 16,0 0-3-16,-4 9-5 0,4-9 1 0,0 0-2 16,0 0 2-16,0 0 0 0,0 0-1 15,0 0-4-15,0 0-3 0,0 0-10 0,0 0-3 16,0 0-3-16,5-25-5 0,1 12 16 0,0-1-18 0,0-1 6 15,-1-1-3-15,2 3 5 0,-1-2 0 0,1 0 6 16,0 2 3-16,-2 2-3 0,-1 1 8 16,1-2-2-16,-1 5-1 0,1-2 3 0,0 1 5 0,-1 1 6 15,1 0 0-15,-2 2 10 0,1-4-8 0,1 3 7 16,-5 6-2-16,9-8 13 0,-7 3-15 0,-2 5 5 16,9-7 2-16,-9 7-2 0,0 0 2 0,13-3 1 15,-13 3 2-15,0 0-8 0,23 5 5 0,-14-1 5 16,1 0-3-16,3 1-2 0,2 4 5 0,-2-3 5 15,2-1 2-15,-1 2 1 0,-1-1 1 0,3 0 1 16,-1 0 0-16,-1-1 6 0,-1 0-7 0,-3-1-3 16,4-2 1-16,0 4 6 0,-4-4-7 0,-2 0 1 15,-8-2 0-15,14 1-5 0,-14-1 1 0,10 3-5 16,-10-3 3-16,11 4 0 0,-11-4-2 0,0 0-5 16,0 0 4-16,0 0-2 0,13 2 0 0,-13-2-2 15,0 0-2-15,0 0-11 0,0 0-18 0,0 0-15 16,0 0-24-16,0 0-34 0,0 0-125 0,0 0-241 15,0 0 106-15</inkml:trace>
  <inkml:trace contextRef="#ctx0" brushRef="#br0" timeOffset="55289.65">24256 12062 9 0,'0'0'114'0,"0"0"1"0,0 0-4 0,-8-8-8 16,8 8-7-16,0 0-12 0,0 0-2 0,0 0 5 15,-1-8-6-15,1 8-2 0,0 0-8 0,0 0-2 16,-2-6-1-16,2 6-1 0,0 0-2 0,0 0-7 16,0 0-5-16,0 0 0 0,-3-10 0 0,3 10-1 15,0 0-3-15,0 0-1 0,-3-8 1 0,3 8 3 16,0 0-4-16,0-10 8 0,0 10-4 0,-1-7-5 15,1 7 0-15,0 0-7 0,0-11-4 0,0 11-1 16,0 0 0-16,-2-7-5 0,2 7 0 0,0 0-4 16,0 0-8-16,0 0-11 0,0 0-1 0,-2-8-4 15,2 8 2-15,0 0-2 0,0 0-7 0,0 0 9 16,-4 39-3-16,3-22 1 0,1 6 3 0,0 1-3 0,0 2 3 16,0 1-5-16,3-11 4 0,-1 8-3 15,0-8-3-15,1 0 1 0,1-1 2 0,0-7-1 16,0 8-3-16,2-5 4 0,-1-2 1 0,-1-2-1 15,0 0-1-15,-4-7 4 0,5 7-5 0,-5-7 3 0,8 3 5 16,-8-3-3-16,11 3 2 0,-11-3-1 16,0 0 0-16,23-13-2 0,-14 6-1 0,0 2 2 15,0-8-4-15,-1 7 7 0,1-6-3 0,0 3-4 16,-4 0-2-16,2 4-2 0,-3 0-1 0,-4 5 0 0,9-8 4 16,-3 5-12-16,-6 3 3 0,0 0-2 0,12-4-1 15,-12 4 2-15,0 0-2 0,18 17-6 0,-9-14 3 16,-1 9 3-16,-2-5 4 0,1 7-3 15,1-3-4-15,-3 0 2 0,2-3 3 0,1 0 2 0,-2-3 0 16,3 1 1-16,-4-1-1 0,-5-5 0 0,10 6 2 16,-10-6 8-16,0 0-2 0,18-2 2 0,-18 2 0 15,14-7 2-15,-6-3 3 0,-1-1 8 16,0 0 1-16,-1-3 1 0,-2 1 4 0,1-1 5 0,-2-2-4 16,-3-1 2-16,2-7-1 0,-2-1-4 0,-2 2 2 15,-1 6-3-15,1-5-1 0,-3 4-2 0,1 1-7 16,0 2 2-16,1 2 1 0,1 2-9 0,-1 2-10 15,1 1-14-15,2 8-19 0,-7-8-36 0,7 8-40 16,0 0-9-16,0 0-16 0,0 0-14 0,0 0-126 16,0 0-304-16,0 0 135 0</inkml:trace>
  <inkml:trace contextRef="#ctx0" brushRef="#br0" timeOffset="55663.73">24809 12103 55 0,'4'-7'136'15,"-4"7"-15"-15,5-14-9 0,-1 11-15 0,1-5-2 16,4 2-13-16,-4 1-9 0,-5 5-2 0,7-10-10 16,-5 6-15-16,-2 4 1 0,7-6 1 0,-7 6-7 15,0 0-6-15,6-8-3 0,-6 8 2 0,0 0-7 16,0 0-5-16,0 0-1 0,0 0 1 0,0 0-8 15,0 0 3-15,0 0-3 0,0 0 1 0,0 0-2 16,0 0 7-16,-40 17 5 0,30-6-2 0,0-3 7 16,1 3 4-16,1 1-11 0,-1-2 8 0,3 0-2 15,1 1-1-15,1-3-4 0,0 5 2 0,2 0 2 16,2-3-2-16,0-1-5 0,1 1 2 0,0 4 0 0,1-5-4 16,0-3 3-16,3 3 0 0,0-2-3 15,0-4-2-15,3 4-3 0,0-3 4 0,1-1-5 16,-9-3 2-16,20 2-6 0,-6-4 0 0,0 0-24 15,0-3-23-15,-1 2-40 0,1-2-19 0,1 0-38 16,-2-3-129-16,0 3-285 0,0 0 127 0</inkml:trace>
  <inkml:trace contextRef="#ctx0" brushRef="#br0" timeOffset="56344.53">25618 12023 149 0,'2'-9'154'0,"-2"9"-6"0,0 0-22 0,5-6-13 15,-5 6-6-15,0 0-15 0,0 0-16 0,0 0-3 16,0 0 0-16,0 0-7 0,25 15-4 0,-22-6-5 15,3 5-5-15,-2-1-3 0,0 1-5 0,-3-2-2 16,4 3-3-16,-4-1-10 0,-2-2-1 0,2 1-3 16,2-5 1-16,-3-1-3 0,-1 1-1 0,-1 2 0 15,1-2-3-15,1-8-1 0,0 12 1 0,0-12-6 16,-1 6-3-16,1-6 6 0,1 7 1 0,-1-7-3 16,0 0 5-16,0 0 5 0,0 0 2 0,-1 9 10 15,1-9 1-15,0 0-4 0,0 0-4 0,0 0-1 16,0 0-4-16,0 0-7 0,0 0-1 0,0 0-2 15,-4-31-3-15,4 23-5 0,3-6-2 0,-6 6 5 16,8-4-3-16,-5 4-1 0,3 0-2 0,-3 8 1 16,5-14-2-16,-1 4 0 0,0 4 0 0,-2 1 0 15,-2 5-5-15,10-8 3 0,-10 8 1 0,11-10-8 16,-6 7 5-16,-5 3 1 0,11-2-3 0,-11 2 3 16,0 0 1-16,22 4 0 0,-22-4 1 0,15 6-2 15,-6-4-3-15,-9-2 0 0,11 10 3 0,-8-5-4 16,5-1 2-16,-8-4 1 0,10 9 1 0,-6-3-2 15,-4-6 3-15,5 8 0 0,-1-4-2 0,-4-4 3 16,5 8-3-16,-5-8 2 0,5 10 6 0,-5-10-11 0,3 6 4 16,-3-6-3-16,0 0 8 0,6 8-6 0,-3-3-5 15,-3-5 4-15,0 0 4 0,4 9-3 16,-4-9 1-16,2 5-7 0,-2-5 5 0,5 6 0 16,-5-6 5-16,7 7 1 0,-7-7-3 0,0 0 7 0,7 6-4 15,-7-6-4-15,0 0 0 0,7 5 6 0,-7-5-3 16,0 0 1-16,7 7-2 0,-7-7-2 0,0 0 1 15,0 0 2-15,4 4-1 0,-4-4 0 0,0 0 2 16,0 0 4-16,0 0-12 0,0 0 8 0,0 0 2 16,0 0-1-16,0 0 1 0,0 0-3 0,0 0 0 15,0 0-8-15,0 0-15 0,0 0-18 0,0 0-17 16,0 0-18-16,0 0-26 0,0 0-12 16,0 0-9-16,0 0-22 0,0 0-106 0,0 0-270 0,0 0 120 15</inkml:trace>
  <inkml:trace contextRef="#ctx0" brushRef="#br0" timeOffset="56980.65">25714 11973 139 0,'-5'-8'153'0,"5"8"-6"0,-5-6-8 0,5 6-2 16,0 0-8-16,-3-7-15 0,3 7-10 0,0 0-14 15,0 0-12-15,0 0-2 0,0 0-14 0,0 0-6 16,0 0 3-16,0 0-16 0,-15 14-4 0,11-1-5 16,-1 2 5-16,1 1-5 0,-5 7-2 0,8-5 3 15,-3-1-7-15,2 2 0 0,2-1-4 0,1-2-6 16,-1-1 2-16,1 2 0 0,3-1 0 0,-3-7-6 15,2 2 4-15,2-3 0 0,0 0 4 0,-1 0 1 16,1-3-8-16,-5-5 0 0,9 10 4 0,-3-8-1 0,-6-2 2 16,11 6-2-16,-11-6 8 0,14 0-5 0,-14 0 0 15,20-10-4-15,-11 5-4 0,3-2 10 0,-1-3-7 16,-1 0 1-16,0-2 2 0,1 2-7 16,-5-4-2-16,1 3 2 0,-1 4 1 0,0 2-5 0,-2-4-1 15,-4 9 1-15,4-9-3 0,-4 9-2 16,3-6 0-16,-3 6-3 0,0 0-2 0,0 0-4 0,6-4-1 15,-6 4 6-15,0 0-8 0,0 0 6 0,0 0 2 16,11 14-1-16,-5-8-1 0,0 3-2 0,-1-4 1 16,3 4 4-16,-1-3 0 0,0 0 3 0,-1-2-5 15,4 3 4-15,-1-4-1 0,0-1 1 0,-9-2 0 16,25 4-1-16,-13-5 3 0,-12 1 1 0,22-3-3 16,-7-2 1-16,-2-3 3 0,0 0 3 0,0 4-4 15,-2-6 2-15,1 2 0 0,-5-2 0 0,1-1-2 16,-1-2 2-16,-2 1 8 0,-3 0 2 0,3-3 0 15,-5 1 0-15,0 1 2 0,-2 1 1 0,-2-3-7 16,-2 5 3-16,2 0-3 0,-1 1-2 0,-3 3-2 16,-1-5-2-16,1 4 0 0,-1-2-5 0,0 6-3 15,9 3-9-15,-15-3-16 0,15 3-18 0,0 0-13 16,-23 3-23-16,15 3-12 0,3-1-9 0,5-5-20 16,-9 15-17-16,7-7-17 0,2 1-136 0,1-1-315 15,1 1 141-15</inkml:trace>
  <inkml:trace contextRef="#ctx0" brushRef="#br0" timeOffset="57400.65">26311 11932 131 0,'0'0'125'0,"-14"-6"-18"16,14 6-3-16,-13 0-2 0,13 0-19 0,0 0-1 15,-20 6-10-15,15-3-8 0,5-3-14 0,-13 11-1 16,5-2-5-16,3-1-3 0,-1 4 0 0,1-1-6 16,2-4-9-16,-1 4 0 0,4-2-1 0,0 0-5 15,3-1-1-15,-2 1-3 0,-1-9 6 0,6 10-10 16,-2-5 2-16,-4-5 1 0,8 8 4 0,-8-8-10 16,10 3 0-16,-10-3 4 0,14 2-5 0,-14-2-1 15,0 0 4-15,21-5 4 0,-10-2-6 0,-4 2-6 0,4-2-4 16,-3 0 17-16,2-2-4 0,-4 3-4 0,2-2 7 15,-3 2 5-15,-1 0-2 0,2-1 5 16,-2 1 9-16,-4 6 6 0,7-5 5 0,-7 5-8 16,0 0-5-16,0 0-7 0,0 0-5 0,7-7-2 0,-7 7-2 15,0 0 2-15,0 0-2 0,8 17-7 0,-7-7 9 16,3 2-5-16,-1 2-2 0,-3 0 0 0,3-1-7 16,1 0-15-16,-2 0-12 0,0 1-7 15,2-1-9-15,-4-5-14 0,4 1-19 0,-2-5-9 0,3 5 3 16,-1-4-20-16,-4-5 7 0,9 7 5 0,-9-7-12 15,0 0-1-15,0 0-64 0,0 0-178 16,0 0 78-16</inkml:trace>
  <inkml:trace contextRef="#ctx0" brushRef="#br0" timeOffset="57918.66">26468 12125 421 0,'7'-8'9'0,"-1"-4"11"0,-1 2 4 0,0-3 1 0,-3 6 12 15,1-6 3-15,0 2-4 0,1 3 21 0,-2-2 14 16,-1 1 2-16,3 3 4 0,-4 6 4 0,4-11-5 16,-4 11 0-16,3-9-18 0,-3 9 2 0,0 0-10 15,2-5-10-15,-2 5 0 0,0 0-5 0,0 0 1 16,0 0-3-16,18 14-2 0,-15-8-3 0,2 3-2 15,-1 4 4-15,-2-5-4 0,1-1-4 0,1 2-2 16,-2-3 1-16,2 1-2 0,-4-7-3 0,5 10-2 16,-5-10 3-16,4 7-3 0,-4-7 2 0,5 5 11 15,-5-5 1-15,0 0 1 0,0 0-1 0,0 0 2 16,0 0-3-16,28-12-1 0,-19 7-7 0,3-5 3 16,-1 1-5-16,-3-3 3 0,2 1-8 0,0-1 3 15,-1 2-6-15,0 2-7 0,0 1 6 0,-4-1 0 16,2 3-2-16,-7 5-6 0,9-7 6 0,-9 7-3 0,0 0-8 15,11-1 1-15,-11 1 2 0,0 0-1 16,16 11 6-16,-6-1-3 0,-4-1-4 0,0 2 3 16,1-3 1-16,-1 3-4 0,-1-2 3 0,3 0 2 0,-2-2-3 15,1-1 4-15,-1 2 4 0,0-5-2 16,2 2-2-16,-8-5 8 0,12 5 0 0,-1-4-2 16,-11-1 8-16,18-4 1 0,-18 4 0 0,19-7 2 15,-7 1-6-15,-1-2-1 0,1 2 1 0,-4-4 0 0,2 0-1 16,-3-3-4-16,-3 5 4 0,1-6-3 15,-1-2 1-15,-2 1-4 0,0 1 0 0,-3-4-3 0,0 1-1 16,-1-8 5-16,-2 11-7 0,0-2 2 16,1 2 0-16,-3-1-4 0,1 2 2 0,-1 4 0 0,2 0 5 15,2 1-2-15,-2 4 0 0,4 4 3 0,-5-8-5 16,5 8 0-16,-4-7-5 0,4 7-2 0,0 0-2 16,0 0-2-16,0 0 6 0,0 0-3 15,-13 27 0-15,12-11 2 0,0-1 0 0,2 9 2 0,-1-7 2 16,2-1-1-16,2 3-1 0,0-5-9 0,-2 5-12 15,4-6-17-15,-1 3-14 0,0-3-15 0,0 1-27 16,-1-6-14-16,-2-2-14 0,0 1-18 16,-2-7-126-16,0 10-290 0,0-10 128 0</inkml:trace>
  <inkml:trace contextRef="#ctx0" brushRef="#br0" timeOffset="58074.75">26818 11909 67 0,'0'0'189'16,"0"0"-20"-16,0 0-17 0,2-12-17 0,-2 12-11 16,13-9-17-16,-1 3-14 0,5 0-27 0,-1-1-35 15,11 0-46-15,-1 2-33 0,5 4-6 0,2 0-19 16,14 1-85-16,-15-3-170 0,20 5 76 0</inkml:trace>
  <inkml:trace contextRef="#ctx0" brushRef="#br0" timeOffset="58412.91">27810 11809 49 0,'-9'-4'136'0,"9"4"-9"0,0 0-20 0,0 0-8 16,-20 2-4-16,20-2-5 0,-13 7-11 16,-1 1 8-16,4 0-3 0,3 1-15 0,-3-1-4 15,0 6-3-15,3-2-1 0,1 1-9 0,-3 0-2 0,3 2 5 16,1 1-2-16,1-3-10 0,1 1 1 0,3-2-5 16,0-2-1-16,3 2-6 0,1 2-8 0,-1-5 2 15,5 3 1-15,2-3-2 0,-1 1-11 16,4-4-25-16,1 2-6 0,3-5-8 0,-1 0-25 0,4-3-8 15,-4 0-26-15,3-3-20 0,-2-3-22 0,6-4-84 16,-6 3-227-16,4-6 101 0</inkml:trace>
  <inkml:trace contextRef="#ctx0" brushRef="#br0" timeOffset="59103.65">28003 11839 38 0,'0'-9'178'16,"0"1"5"-16,0 8-8 0,-4-11-3 0,4 11-7 15,0 0-18-15,0-8-20 0,0 8-10 0,0 0-18 16,0 0-14-16,0 0-7 0,0 0-11 0,0 0-8 15,0 0 2-15,-1 29-7 0,0-14 2 0,-3 11-6 16,4-4-7-16,-3 2-6 0,3-6-4 0,0-2-3 16,-2 0-2-16,4 1-1 0,-2-3-3 0,3-1-4 15,-3 0-5-15,1-3-10 0,-1-1-13 0,0 0-16 16,3-1-13-16,1-3-9 0,-4-5 0 0,2 8-4 16,-2-8 3-16,0 0-5 0,0 0-16 0,0 0-7 15,0 0-1-15,15-20 4 0,-9 6 10 0,-3-1 0 16,0-4 0-16,-2 1 4 0,-1-6 2 0,0 0 16 15,0 1 14-15,0 5 10 0,0 3 4 0,-4-1 25 16,4 3 9-16,-1-2-4 0,-3 4 13 0,4 1 3 16,-1 4 20-16,1 6 4 0,-1-10-4 0,1 10-8 15,0 0-12-15,-2-9-5 0,2 9-2 0,0 0-6 16,0 0-2-16,0 0 1 0,0 0 0 0,0 0-1 16,27 14-1-16,-16-3-7 0,0-1 2 0,2 1-2 15,-2 2 4-15,3-3-14 0,0-1-8 0,4 0-12 16,-4-3 4-16,3 0-3 0,-2-3-6 0,3 0-2 0,0 2-3 15,-3-5 0-15,2 0 9 0,-2-4-16 0,1 0 1 16,-1 1 5-16,-1-4-20 0,-1-2 21 16,-2 0 9-16,0 1-1 0,0-2-1 0,-2-2 0 15,-4 5 5-15,3-6 4 0,-2 1 6 0,-2-3 2 0,-1 4 2 16,-2 1 0-16,-1 1 12 0,0 1-4 0,0 8 7 16,-3-17 6-16,2 11-17 0,1 6 10 0,-5-9-2 15,5 9 2-15,-9-3-10 0,9 3 8 16,0 0 3-16,0 0-5 0,-31 17 16 0,21-7-24 0,-3 3 1 15,-1 9-4-15,1 0 5 0,0-2 2 0,6-3-6 16,-6 4-11-16,9-6-4 0,1 0 3 0,0-5-2 16,2 0-14-16,1 0 2 0,0-10-10 0,0 9-6 15,0-9-1-15,4 10 1 0,-4-10-7 0,6 3-2 16,-6-3-5-16,0 0-1 0,22-4 3 0,-11-3 11 16,2 1 5-16,-3-4 18 0,2 1-6 0,-1-4 7 15,-2 0 7-15,3-2 7 0,-5 1 3 16,2 1 15-16,0-1 9 0,-4 6 21 0,-1-1 0 0,0 1 8 15,-3 2 7-15,-1 6 11 0,4-7 12 0,-4 7-3 16,4-6-14-16,-4 6-10 0,0 0-8 0,0 0 1 16,0 0-7-16,0 0-4 0,0 0-3 0,0 0 3 15,1 28 2-15,-1-12-7 0,-4 6-1 0,1 0 3 16,-1 4-12-16,-3-3 4 0,2 2-15 0,-2-3-22 16,4-5-31-16,3-1-32 0,0-4-24 0,0 2-117 15,0-1-236-15,0-1 105 0</inkml:trace>
  <inkml:trace contextRef="#ctx0" brushRef="#br0" timeOffset="59714.81">28681 11811 50 0,'0'0'144'15,"0"0"-14"-15,0 0-4 0,0 0-7 0,0 0-13 0,2 22-12 16,-4-8-3-16,-1 8-10 0,-1 3-9 16,0-1 6-16,-2 1-9 0,-3-2-1 0,1-1-8 15,3-5-7-15,1-1 2 0,-3-4-7 0,3 1-6 16,-1-6-2-16,2 2 1 0,1-6-2 0,2-3 5 0,-3 8 2 16,3-8 15-16,0 0 6 0,0 0 10 0,0 0 4 15,-5 6-12-15,5-6-3 0,0 0-9 0,0 0-4 16,-1-24-6-16,2 12-6 0,-1-5-2 15,1-6-2-15,4-3-7 0,0 2-12 0,3-3-2 0,-3-2-8 16,0 1-10-16,4 2 4 0,-4 1-7 0,5 1 1 16,-4 9-7-16,1 1 3 0,1-1 0 15,0 4 0-15,-1 1-1 0,-2 1-1 0,3 3-3 0,1 3 3 16,-9 3-1-16,13-3 2 0,-13 3-2 0,0 0 0 16,0 0-1-16,23 11 1 0,-18-3 9 0,1 4-6 15,-2 2-5-15,-2 0 7 0,0 4 0 0,-2 0 2 16,-4 6-2-16,0-11 8 0,1 3-4 0,-1-3 1 15,0-4-2-15,-1 0 3 0,2-1 0 0,1-3-1 16,2-5 1-16,-7 11 4 0,5-8-2 0,2-3 3 16,-9 8-3-16,9-8 6 0,-7 4-3 0,7-4 4 15,0 0 1-15,0 0-3 0,-14 2 3 0,14-2-3 16,0 0 4-16,0 0-4 0,-14-14 1 0,14 14-4 16,-4-7 0-16,4-1-4 0,0 8 4 0,-2-12-3 15,2 12-4-15,4-9-3 0,-4 9 5 0,2-6-3 16,-2 6-2-16,0 0-2 0,9-7 0 0,-9 7 1 15,0 0-2-15,0 0 5 0,22 10-2 0,-16-3 2 16,1-1 3-16,-2 3-5 0,4 1-2 0,-3-3 4 16,1 5-6-16,-4-5-10 0,1 7-14 0,0-2-33 15,-1-2-21-15,3 0-16 0,-2-2-27 0,-2 0-25 16,-2 0-124-16,0-8-302 0,3 10 134 0</inkml:trace>
  <inkml:trace contextRef="#ctx0" brushRef="#br0" timeOffset="60283.58">28989 11894 73 0,'0'0'149'0,"2"-7"-11"0,-2 7-18 16,0 0-12-16,0 0-4 0,0 0-1 0,0 27-9 15,-1-11-9-15,-2 3-6 0,-1 3-8 16,-1 2-5-16,1 0-7 0,2-8-9 0,-2-1-1 0,-1-2-5 15,2-3-1-15,2-1 5 0,0-2-12 0,1-7-7 16,-4 11 3-16,3-6 0 0,1-5 8 0,0 0 7 16,0 0 20-16,-3 9 14 0,3-9 5 0,0 0-9 15,0 0-5-15,0 0-6 0,0 0-10 0,3-30-3 16,-1 14-3-16,2-6-7 0,1-3-8 0,0-1-2 16,3-1 0-16,0 2-8 0,1-4-4 0,-2 6-3 15,2-3-2-15,-2 2-3 0,0 3-6 0,1 6 1 16,0 0 3-16,-1 1-5 0,1 3 0 0,2 1-4 15,-5 3-2-15,0 2 0 0,2-1-2 0,0 2-1 16,-7 4-1-16,12-3 1 0,-12 3-9 0,0 0 7 16,0 0 0-16,24 9-2 0,-19-3 4 0,-1 2-1 15,0 1 0-15,-3 4-1 0,-2 3 3 0,0 0 0 16,-4 0 1-16,-2 1 1 0,-2 0-5 0,0 4 5 16,0-7-2-16,2-2 1 0,-2-2-2 0,4-3 3 15,0-2 2-15,5-5-1 0,-6 6 2 0,6-6-1 16,-6 7-2-16,6-7 4 0,-8 4-1 0,8-4 2 15,0 0 4-15,0 0-5 0,-16-2-3 0,16 2 1 16,0 0-1-16,-12-8-2 0,12 8-7 0,-5-7-1 16,5 7-1-16,-2-12-2 0,2 12 4 0,-2-7 3 0,2 7-4 15,0 0-5-15,-1-8 7 0,1 8-6 16,0 0-1-16,0 0 3 0,0 0 1 0,0 0 3 16,0 0-3-16,29 18 0 0,-18-5 2 0,1-6 4 15,-1 5-1-15,-1-4-3 0,1 3 5 0,0-1 1 0,1 0-5 16,-1 2-3-16,-2-2-12 0,-2 1-32 0,1-3-33 15,-3-1-38-15,3 3-30 0,-6-2-162 0,2 0-344 16,-4-8 153-16</inkml:trace>
  <inkml:trace contextRef="#ctx0" brushRef="#br0" timeOffset="60710.8">30213 11669 228 0,'0'0'242'15,"0"0"-17"-15,0-9-18 0,0 9-22 0,0 0-19 16,0 0-23-16,0 0-19 0,0 0-14 0,0 0-9 15,0 0-14-15,0 0-6 0,0 0-7 0,-1 41-10 16,1-15-7-16,0 1-3 0,1 1-7 0,-2 1-1 16,-1-4-7-16,-2 2-4 0,3-3-14 0,-2 0-15 15,1-9-26-15,-2 2-20 0,2 0-32 0,-1-2-15 16,1-2-33-16,0-3-35 0,1-3-153 0,-3 1-334 16,4-8 147-16</inkml:trace>
  <inkml:trace contextRef="#ctx0" brushRef="#br0" timeOffset="61133.65">29997 11872 150 0,'0'0'156'0,"-1"-8"-12"0,1 8-20 0,0 0-12 16,0 0-7-16,12-9-15 0,-2 3-8 0,7 2-11 0,2-2-8 15,7-3-5-15,-7 6-3 0,9-5-7 16,0 3-5-16,4-2 3 0,-4-2-11 0,2 5-4 0,-5-1 3 15,-4 1-3-15,-2 1-8 0,6 2-2 16,-10-1-3-16,-4 1-4 0,-11 1 3 0,15 0-17 0,-15 0 5 16,13 3-3-16,-13-3-15 0,5 9 12 0,-2-2 3 15,-2 1 0-15,-2 1-4 0,-2 9-1 16,-1-1 14-16,-1-1 0 0,-2 7-5 0,2 0 6 16,1-8-5-16,1 0 2 0,3-1-3 0,1 0 7 0,1-5 1 15,0 0 0-15,1-2 1 0,3 2 1 0,-1-5-2 16,4 0 9-16,2-1 4 0,4 0-5 0,-1-3 3 15,5-3 2-15,-5-1-4 0,5-1 6 16,-6-2-2-16,2-1 4 0,-2-1 0 0,1-3 5 0,-4 1 3 16,-2-4 3-16,-3 2 4 0,0-3-3 0,-2-1-9 15,-3 0-1-15,-4-1 5 0,-1 2-5 0,-3 3-5 16,-1 0-2-16,0 1-5 0,-5 1-3 16,1 3 1-16,1 1-7 0,2 4-10 0,10 3-16 15,-21-1-25-15,21 1-37 0,-18 6-31 0,9 0-40 0,3 1-50 16,2 5-114-16,0 0-338 0,4-3 150 0</inkml:trace>
  <inkml:trace contextRef="#ctx0" brushRef="#br0" timeOffset="61394.77">31157 11600 98 0,'3'-5'218'0,"1"-2"-18"16,-4 7-13-16,5-8-24 0,-5 8-16 0,0 0-18 15,0 0-18-15,7-4-13 0,-7 4-11 0,0 0-6 16,12 14-8-16,-7-1-6 0,0 1-6 0,-4 2-6 16,1 11 2-16,0 1-9 0,-2-1-4 0,-4 3-2 15,3-2-6-15,-1-1-2 0,-4-4-6 0,4 3-13 16,-3-2-11-16,1-8-19 0,0 6-40 0,2-5-30 15,0-2-20-15,0-3-32 0,-1 1-144 0,3-6-305 16,0-7 134-16</inkml:trace>
  <inkml:trace contextRef="#ctx0" brushRef="#br0" timeOffset="61650.28">31245 11784 17 0,'4'-5'153'0,"-4"5"-16"0,9-7-9 0,-1 2-12 0,-8 5-9 16,16-4-9-16,-16 4-15 0,17 2-10 16,-6 2-9-16,2 2-10 0,-5-2-1 0,0 1 0 15,2 5-4-15,-8-1 4 0,4 2-8 0,-5-2-3 16,-2 4 5-16,-2-3-6 0,-1 1-5 0,-2 1-2 16,-7 0-8-16,4-1 3 0,-4-2-3 0,-2 3 0 0,2-3-5 15,-1-1 2-15,1-2-7 0,4 1-15 16,-1-4-11-16,4 0-19 0,6-3-28 0,-8 4-13 15,8-4-21-15,0 0-33 0,0 0-88 0,0 0-230 16,0 0 103-16</inkml:trace>
  <inkml:trace contextRef="#ctx0" brushRef="#br0" timeOffset="62046.92">31526 11787 47 0,'0'0'163'0,"0"0"-4"0,0 0-7 0,0 0-20 16,15 2-7-16,-15-2-6 0,0 0-5 0,0 0-3 16,21-2-7-16,-10 1-9 0,4-3-14 0,0 1-4 0,12-4-11 15,-12 0-7-15,2 1 1 0,1-3-11 0,-3 2 4 16,1-1-12-16,-4-1-18 0,1-2-9 0,0 3-8 16,-4-3-14-16,-3 3-7 0,-1-1-8 0,-2-1 7 15,-2 3 5-15,0-3-10 0,-1 10 1 16,-2-13 4-16,-1 7 3 0,3 6-2 0,-10-10 2 0,2 8-3 15,8 2 3-15,-24-4 7 0,15 4 3 0,-9 4-3 16,4 1 18-16,-2 4-10 0,-6 4 4 0,9 1 6 16,-6 2-3-16,1 1 1 0,2 2 4 0,5-4 9 15,5-1-3-15,3 1 0 0,1 0-1 0,2 2 2 16,-3-3 5-16,6 2 4 0,-1 0 1 0,3-2 5 16,1 0 1-16,3 0-4 0,3-1-1 0,1-4 1 15,4 2-7-15,-2-4-2 0,11 3 2 0,-7-5-6 16,-1-2 2-16,2 0 4 0,7-2-7 0,-12-5 2 15,3 4-19-15,-1-3-23 0,-7 2-25 0,0-1-25 16,-1-2-30-16,-9 4-39 0,13-12-29 0,-13 12-115 16,-4-7-307-16,4 7 137 0</inkml:trace>
  <inkml:trace contextRef="#ctx0" brushRef="#br0" timeOffset="62981.73">26781 12803 36 0,'0'0'135'0,"0"0"-11"0,0 0-1 0,7 11-19 16,-7-11 8-16,5 7-12 0,-5-7-4 0,0 0-1 16,13 2 2-16,-13-2-2 0,0 0-3 0,23-5-3 15,-11-1-10-15,1-1-9 0,0-4-5 0,1-1-11 16,3-7-3-16,-1 2-3 0,-5 3-6 0,-3-3-3 15,0 0-13-15,-2-6 2 0,0 6-8 0,-4 0-4 16,1-1-8-16,-2 0 0 0,0 2 0 0,1 0-5 16,-2 5 9-16,-3-1-8 0,3 8-3 0,0 4 6 15,0-13-2-15,0 13-3 0,0-6-2 16,0 6-2-16,0 0-2 0,0 0-4 0,0 0 0 16,0 0 1-16,0 0 3 0,5 42 2 0,-9-14-2 0,4 1 2 15,-1-1-1-15,-1 12 7 0,-2-13-4 16,2 14 6-16,-2-13 0 0,-1-2 6 0,1 3-1 0,-1-3 1 15,-1 2 7-15,0-4-4 0,1-6-1 0,-1-2 3 16,-1-1 9-16,-1-2-1 0,3-2-1 0,1-3 2 16,0-3 4-16,4-5 8 0,-4 9 2 0,4-9 9 15,-2 6 3-15,2-6 9 0,0 0-5 0,0 0-5 16,0 0-5-16,0 0-9 0,0 0-8 0,0 0-15 16,-3-29-6-16,7 13-5 0,-3-1-5 0,6 1 5 15,-2 3-3-15,1 3-4 0,2-2 2 0,-2 5-2 16,0 0 1-16,-1 4-6 0,1-3 2 0,-6 6 2 15,19 0-3-15,-19 0 2 0,23 4 1 0,-7 2-1 16,-1 0 4-16,-2 1-5 0,-2 1-3 0,7-1 3 16,-1 0-1-16,-2 1-5 0,-1-3 3 0,0-1-3 15,4 0 0-15,-4-4-2 0,1 1-2 0,-15-1-1 16,25-5-1-16,-10 4 1 0,-7-5-2 0,6 2-7 0,-4-5 5 16,0 0-2-16,2-1 1 0,-6 2 7 15,2-5 1-15,1 3-1 0,-2-4 5 0,-3 3-2 16,-1 2 5-16,1-4 6 0,-4 5-2 0,2 3 15 15,-2 5 5-15,1-11 8 0,-1 11-1 0,2-8 2 0,-2 8-5 16,0 0-3-16,0 0-9 0,0 0 4 0,0 0-4 16,0 0-3-16,0 0 3 0,0 0-6 0,-7 27 1 15,5-12 0-15,-1 0-16 0,2-5-9 16,0 5-16-16,-2-3-27 0,4-2-23 0,-1-1-16 0,0-9-20 16,2 11-25-16,-1-6-140 0,-1-5-314 0,0 0 139 15</inkml:trace>
  <inkml:trace contextRef="#ctx0" brushRef="#br0" timeOffset="63128.84">27284 12698 168 0,'0'0'166'0,"-7"-9"-19"0,7 9-15 0,0 0-17 0,-4-7-33 15,4 7-40-15,0 0-25 0,0 0-16 0,0 0-27 16,0 0-19-16,0 0-89 0,0 0-144 0,0 0 64 15</inkml:trace>
  <inkml:trace contextRef="#ctx0" brushRef="#br0" timeOffset="64013.71">27561 12686 74 0,'-22'0'139'0,"22"0"-12"16,-18 3-18-16,7 1-9 0,-1 1-10 0,2 4 1 15,-3 1-13-15,3 0-6 0,-1 3-11 0,4 1-2 16,-3 1-7-16,5 3 2 0,0-2-14 0,0-1-7 16,2-3 6-16,3-2-13 0,-1-1-1 0,1-1 2 15,1-1-6-15,-1-7 0 0,5 11-8 0,-5-11 4 16,10 5 3-16,-10-5-3 0,11 1-2 0,-11-1-5 15,0 0 4-15,19-9 4 0,-12 5-8 0,1 0 4 16,-1-3-6-16,0 0 4 0,-2 1-12 0,-5 6 8 16,7-11-1-16,-7 11-1 0,6-5-1 0,-6 5-3 0,4-6-4 15,-4 6 4-15,0 0-7 0,0 0 3 0,0 0-1 16,0 0 4-16,0 0-5 0,0 0 1 16,18 21-1-16,-16-6 10 0,2 2-1 0,0 6 8 15,0 2 0-15,-4-2-2 0,2 6 9 0,1 13 2 0,-3-16-3 16,-3 2-1-16,3 13 2 0,-10-12 2 0,5 1-2 15,-4 11 1-15,0-14-4 0,0 0 4 16,0-3-3-16,0 1 5 0,-1-9-5 0,1-3 0 16,-1 1 1-16,0-3 4 0,2-4 4 0,0-1 0 0,1-2 2 15,-3-3 0-15,10-1 2 0,-21-2 8 0,10-2-16 16,-1-8 0-16,3 1-2 0,0-4-3 0,0-6-7 16,5-3-2-16,2-3-9 0,3 1 1 15,0 0 0-15,3-2 1 0,5 1-4 0,1 2 1 0,2 1 0 16,2 3-5-16,1 2 8 0,-2-3-2 0,5 0-2 15,-1 0 1-15,0 4-2 0,3-1-3 0,-1-3 5 16,0 3-6-16,1 0 2 0,0-3 0 0,-3 1-1 16,0 2-2-16,1-1 8 0,-4-3-7 0,1 0-3 15,-2-2-2-15,-1 2-1 0,-5-4-6 0,2 0 1 16,-1 3-5-16,-4-3 4 0,-2 3 9 0,0 7-7 16,0 0 5-16,-2 2 5 0,3 2-1 0,-3-2 6 15,0 6 1-15,1 2-1 0,-2-2 4 0,1 9 4 16,-2-13-2-16,2 13 0 0,-1-7-6 0,1 7 5 15,0 0-5-15,0 0-2 0,0 0 0 0,0 0-1 16,0 0 5-16,-2 37-5 0,0-10 4 0,-3 3-7 16,0 13 10-16,1-3-5 0,-1-9 1 0,1-3 2 15,-1 1 2-15,3 0-15 0,-1-4 16 0,1 1-1 16,2-12-2-16,0 0-9 0,3 3 12 0,-3-7 0 16,0-1 1-16,0-9-1 0,2 11 7 0,-2-11-8 15,0 6 3-15,0-6-2 0,0 0 4 0,5 7 5 16,-5-7-5-16,0 0 4 0,0 0 0 0,25-14 5 15,-12 4-5-15,-3-3-4 0,3 0 0 0,-3 1 0 16,2 0 1-16,-1-1-1 0,0 4-4 0,-2-2-2 16,3 1 3-16,-4 3-3 0,-3 4-4 0,-5 3 3 0,11-6-8 15,-5 3 6-15,-6 3-1 0,0 0 3 16,0 0-1-16,23 8-3 0,-17-4 0 0,2 7 4 16,-3-4-1-16,1 4 5 0,1-1-5 0,-5-2-1 15,5 3 0-15,0 1-5 0,-3-4-15 0,0 2-31 0,5 2-36 16,1-2-48-16,3-3-151 0,0-1-312 0,5-2 138 15</inkml:trace>
  <inkml:trace contextRef="#ctx0" brushRef="#br0" timeOffset="64713.6">28785 12701 104 0,'-12'-8'166'0,"4"1"-4"16,1 0-14-16,-5-1-18 0,3 2-15 0,2 3 0 15,-2 0-19-15,9 3-12 0,-19-6-8 16,19 6-5-16,-15 1-11 0,15-1-10 0,-17 8-11 0,8-5 1 16,-2 4-6-16,3 0-4 0,2 2-3 0,-1 3 1 15,-3 1-1-15,6 1-3 0,-1-4-2 0,1 1-5 16,4 2-1-16,0-1 0 0,0-3-6 0,2 0 5 15,0 0-3-15,2-2-9 0,0-2 8 0,-2 3-9 16,-2-8 11-16,9 8-3 0,-9-8-3 0,14 3 1 16,-14-3 3-16,19-1-4 0,-19 1 2 0,27-5 5 15,-14 0-7-15,0-4 0 0,-2 1-5 16,2-1-1-16,-1-3-1 0,-3 2 1 0,0 4-7 0,-3-5 0 16,4 2 10-16,-5 0-9 0,-5 9 0 0,4-6 2 15,-4 6 0-15,0 0 1 0,4-8 2 0,-4 8-4 16,0 0-11-16,0 0 10 0,0 0-2 0,0 0 2 15,0 0-1-15,0 0 5 0,0 0 4 0,10 26 2 16,-6-14 5-16,-3-4-12 0,3 2 3 0,1 2 5 16,0-5-4-16,1 2 3 0,0-4 2 0,3 3 1 15,-3-2 3-15,3-4-1 0,1 3-8 0,4-5 4 16,-14 0 2-16,27-3 5 0,-11-4 3 0,0-2-5 16,-2 0-2-16,8-4 0 0,-10 3-4 0,3-4 0 15,-4 2-9-15,1-3-7 0,-6 1-8 0,3-9 0 16,-5 9-12-16,1-1-4 0,-1-1 8 0,-4 3-5 0,0 0 6 15,-4 3 2-15,4 1 9 0,-4 0-2 0,1 2 0 16,3 7 4-16,-8-12 6 0,5 8-3 16,3 4 10-16,-5-6-3 0,5 6 0 0,0 0-2 15,0 0 0-15,0 0-1 0,-9-7 1 0,9 7 1 16,0 0-7-16,0 0 6 0,0 0 1 0,16 22 2 0,-9-14 5 16,5 1-8-16,-2 5 3 0,0-5-1 15,3 3 2-15,-3 2 4 0,1-3 5 0,0 0-7 16,-3 4-1-16,1-4 7 0,-2 2 5 0,2-2 7 0,-5-4 1 15,-3 3 0-15,3-2 8 0,-1 0 3 0,-3-2 5 16,0-6 3-16,-7 18-1 0,2-10-3 0,-5 1 0 16,-2 0-4-16,1 0-4 0,-6 0-3 0,1 0-6 15,-3-3-23-15,1 2-22 0,-7 0-24 0,7-3-38 16,1 0-33-16,1 0-161 0,-2-3-308 0,4-1 137 16</inkml:trace>
  <inkml:trace contextRef="#ctx0" brushRef="#br0" timeOffset="65529.38">29930 12349 84 0,'-2'-6'187'15,"2"6"-22"-15,0 0-25 0,0 0-15 0,-7-6-12 16,7 6-10-16,0 0-12 0,0 0-7 0,-5 32 3 16,5-6-5-16,2 4-3 0,-4 16-6 0,2-3 7 15,-1 4-6-15,-4-1 3 0,2 1-9 0,2-3-1 16,-3-5-2-16,2 6-4 0,0 3-6 0,-3-9-5 0,4-9-2 15,-5 11-4-15,-1 0-4 0,2-15-4 16,0 0-4-16,0-2-1 0,4-5-3 0,-3-3-5 16,1-3 2-16,2-7-3 0,0 0-2 0,1-6 1 15,-3 8 8-15,3-8 16 0,0 0 10 0,0 0 4 0,0 0-11 16,0 0-3-16,0 0-5 0,-17-25-6 0,12 9-2 16,0-9-4-16,5-2-8 0,-2 0-6 15,3-16-14-15,-2 3-7 0,-2 13-6 0,13-15-2 0,-3 1-7 16,-1 16 0-16,3 0 3 0,4-1-5 0,1-2 1 15,1 5-3-15,2 3 2 0,-1 1-3 0,-4 8 2 16,3 0 0-16,-2 1-3 0,4 3-1 0,-2 3-1 16,3 1 3-16,-8 2-9 0,-10 1 1 0,27 6 4 15,-15-2-2-15,0 6-3 0,-1-3 6 0,-6 3 1 16,1 0 8-16,-2 6-6 0,-2-2 5 0,-4 0 1 16,-1 0-2-16,-2 0 2 0,-8 5 4 0,3-2 2 15,1-6 1-15,-10 6-5 0,4-5-11 0,-1-2-8 16,-1 0-13-16,1-1-3 0,2-2-11 0,1-4-19 15,2 1-4-15,3-2-34 0,8-2-1 0,0 0-104 16,0 0-245-16,0 0 108 0</inkml:trace>
  <inkml:trace contextRef="#ctx0" brushRef="#br0" timeOffset="65895.92">30279 12633 25 0,'0'0'146'0,"0"0"-19"16,-15-2-5-16,15 2-18 0,0 0-7 0,-17 10-27 15,17-10 12-15,-9 11-11 0,0-1-7 0,2 5-2 16,3-1-6-16,0 3 2 0,0-3-5 0,4 1-11 16,-1 1-2-16,1-4-4 0,0 1-8 0,5 0 5 15,0-1-7-15,-1-4-2 0,2-1 0 0,3 3-1 16,-2-5-2-16,-1 1 2 0,3-2-5 0,1-2 4 15,-1 0 1-15,-9-2-6 0,26-3 8 0,-12-1-2 16,0-3-6-16,-4 1 3 0,4-3-11 0,-2 2 12 0,-5-4 2 16,2 0 5-16,-2 0-2 0,-5-2-2 15,-2 1-1-15,2-4 0 0,-2 2-5 0,-2-2 6 16,-2 0-4-16,-1 1-7 0,-4-1 2 0,3 2 1 0,-4 3 3 16,2 0-3-16,-2 1 1 0,2 4-8 15,0 1-2-15,1-1-7 0,-2 3-15 0,9 3-14 16,0 0-22-16,-18 0-23 0,18 0-28 0,-13 9-33 15,7-1-127-15,3 2-282 0,1-4 125 0</inkml:trace>
  <inkml:trace contextRef="#ctx0" brushRef="#br0" timeOffset="66680.22">30458 12792 92 0,'-2'8'121'0,"2"-8"-15"0,0 0-12 15,0 0-7-15,0 0 1 0,0 0-7 0,0 0-4 16,0 0-13-16,0 0 9 0,0 0 1 0,30-3-4 16,-30 3-5-16,18-8-3 0,-5 1-3 0,-3 0-5 15,4-1-7-15,-5-2-3 0,0 1-3 0,4-2-17 16,-3-1 7-16,-5-1 3 0,4-1-5 0,1 0-4 15,-4-2 4-15,0 0-6 0,-2 0-7 0,0 1 2 16,-1-2-2-16,-3 1-6 0,2 3 1 0,-2 3 2 16,-2 2 0-16,2 8-7 0,0-13 7 0,0 6 3 15,0 7-3-15,-6-12 2 0,6 12-7 0,0 0 3 16,0 0-5-16,0-8-5 0,0 8-10 0,0 0 3 16,0 0 0-16,0 0 2 0,0 0-4 0,0 0 10 15,0 0-3-15,17 19-9 0,-8-3 11 0,-2-3-7 16,3 3 4-16,1 0-1 0,-4-2-2 0,5 1 10 15,-3 0-4-15,1 4-2 0,0-4-2 0,-1-1 4 16,-4 0 0-16,-1 0-3 0,1-2 5 0,-3-4 2 16,-2 3-7-16,-3-4 5 0,-1 1-13 0,0 2 17 15,-1-2-6-15,-5 0 3 0,0 0 1 0,3-2-4 16,-2-1 5-16,3-1 3 0,6-4 5 0,-9 6 4 16,9-6 8-16,0 0 5 0,-9 5-5 0,9-5 4 15,0 0 2-15,0 0-4 0,0 0-8 0,0 0 2 16,0 0-3-16,0 0-4 0,35-22-2 0,-23 13-2 15,4-2-1-15,-5-1-8 0,8-3-2 0,3 0-6 16,-9 3-11-16,0-1 10 0,1 0-9 0,4-6-12 0,-6-1-1 16,-3 7 4-16,0-3-9 0,-2 2 8 0,-2-1-2 15,-4-1-6-15,0 3 0 0,-1 0 4 16,-1 0 1-16,1-1 6 0,-2 9 2 0,-2-4-2 16,0 2 10-16,-4 1-1 0,8 6 1 0,-9-8 0 0,9 8-7 15,-9-6 12-15,9 6-1 0,0 0-3 0,-9-2-4 16,9 2 4-16,0 0 4 0,0 0-4 0,0 0 4 15,0 0-1-15,2 19 5 0,-2-19 0 16,14 19 7-16,-7-9-11 0,4 2 3 0,-1 0-9 0,0 0 9 16,5-1-9-16,-2 2 9 0,1-2 14 0,-2 1-7 15,-1-2-7-15,-2 1 0 0,-1 2 5 0,-3-7-1 16,0 4 11-16,0-1-2 0,-1-1 6 0,-3 0 11 16,-1 1 3-16,0-9 3 0,-6 15 2 0,1-5 1 15,-3 1-3-15,-1-1 0 0,-5-1-6 0,5 1 4 16,-4-3-8-16,2 1 2 0,3-3-1 0,-1-2-7 15,3 2-13-15,6-5-6 0,-8 5-9 0,8-5-12 16,0 0-21-16,-9 6-13 0,9-6-11 0,0 0-11 16,0 0-16-16,0 0-16 0,0 0-107 0,32-13-237 15,-19 6 105-15</inkml:trace>
  <inkml:trace contextRef="#ctx0" brushRef="#br0" timeOffset="66844.77">31139 12635 64 0,'0'0'160'0,"0"0"-19"16,0 0-14-16,0 0-15 0,0 0-11 0,0 0-15 16,0 0-6-16,0 0-5 0,0 0-7 0,3 25-5 15,-4-13-8-15,1 1-3 0,-2 0-9 0,2 2 0 16,-2-2-6-16,2-2-19 0,-2-2-27 0,4 1-34 16,-2-4-37-16,0-6-120 0,-3 14-214 0,3-14 94 15</inkml:trace>
  <inkml:trace contextRef="#ctx0" brushRef="#br0" timeOffset="67028.69">31201 12513 134 0,'0'0'293'0,"-3"-12"-22"0,4 3-20 15,-1 9-22-15,-1-12-19 0,1 12-22 0,0-7-16 16,0 7-17-16,0 0-29 0,0 0-34 0,0-10-41 15,0 10-56-15,0 0-57 0,0 0-54 0,0 0-69 16,0 0-116-16,0 0-326 0,0 0 145 0</inkml:trace>
  <inkml:trace contextRef="#ctx0" brushRef="#br0" timeOffset="67352.73">31432 12427 253 0,'-1'-7'248'16,"1"7"-12"-16,0 0-18 0,0 0-16 0,-3-8-25 15,3 8-19-15,0 0-17 0,0 0-17 0,0 0-18 16,0 0-8-16,0 0-16 0,0 0-7 0,0 0-9 15,0 0-9-15,0 0-4 0,-1 32-3 0,2-17-5 16,-6 4-4-16,5 8-2 0,-5-1-5 0,-1 2-2 16,0-1-7-16,3-2 0 0,-6 3-6 0,6-5-12 15,1-6-22-15,-2 0-14 0,2-1-32 0,1-1-32 16,-1-1-26-16,2 0-30 0,0-4-31 0,0-2-148 16,-2-2-355-16,2-6 157 0</inkml:trace>
  <inkml:trace contextRef="#ctx0" brushRef="#br0" timeOffset="67599.31">31446 12627 166 0,'0'0'163'0,"4"-9"-9"0,-4 9-18 16,11-9 0-16,-4 5-29 0,2 2-8 0,-9 2-13 15,20-3-8-15,-7 4-7 0,2 3-4 0,-3 0-9 16,1 1-7-16,-1 3-3 0,1-1-7 0,-3 4-2 15,1-1-5-15,-4 2-5 0,-4-3 6 0,2 4 0 16,-4-4-3-16,-1 2 3 0,-4 3 1 0,-1 0 4 16,0-2 0-16,-3-1-2 0,-2 0-3 0,-1-1 0 15,-2 1-6-15,-4-3 2 0,4 2-5 0,-3-3-6 16,-1-1-16-16,3 1-16 0,1-2-27 0,1-2-21 0,5-3-35 16,7 0-35-16,-13 4-34 0,13-4-92 15,0 0-277-15,-15-7 123 0</inkml:trace>
  <inkml:trace contextRef="#ctx0" brushRef="#br0" timeOffset="67835.84">31757 12404 183 0,'0'0'205'16,"0"0"-13"-16,-3-6-24 0,3 6-15 0,0 0-4 0,0 0-12 15,0 0-7-15,-3 28-19 0,2-10-11 16,0 7-4-16,-2 0-12 0,2 0-8 0,-3 5-7 16,4-4-6-16,-5-1-8 0,5-2-2 0,5 0-10 0,-6 0-16 15,2-7-25-15,-1 0-28 0,1 1-23 0,3-2-29 16,1-2-30-16,1-4-38 0,0-2-136 0,-3-2-305 16,4 0 136-16</inkml:trace>
  <inkml:trace contextRef="#ctx0" brushRef="#br0" timeOffset="68279.88">31950 12611 117 0,'0'0'162'0,"0"0"-11"0,0 0-16 15,0 0-12-15,0 0-12 0,0 0-4 0,16-6-9 16,-3 0-6-16,2 1-10 0,2-1-13 0,0-1-3 0,-2-2-7 15,3 2-5-15,-5-3-11 0,-1 4-9 0,4-6-9 16,-4 2 4-16,1-1-21 0,-4 2 3 16,-3 1-6-16,0 0 4 0,0-4 5 0,-3 5-20 0,-5-1 0 15,4 0 4-15,-2 0-4 0,0 8 8 16,-3-12-10-16,-1 7 12 0,4 5-11 0,-9-8 3 0,2 4-9 16,7 4 8-16,-18 0-10 0,4 6 25 0,0 0-4 15,-2-2 2-15,2 5 1 0,0 3-1 16,0 7 10-16,-4 0 1 0,0 1-7 0,4 2 7 15,7-6-3-15,0 1 0 0,1 0-2 0,1-2 0 16,3 1-1-16,0 0 1 0,4 0 0 0,2-3-1 0,0 2-10 16,1-4 12-16,4-1-2 0,-4-3 0 0,9 0 2 15,-1-1-2-15,1-2 1 0,0-3 3 16,1 2-8-16,2-3 4 0,1-1-6 0,-3-1-3 16,3-1 0-16,-2 0-3 0,-2-1-4 0,-5 0 4 15,-2 2-2-15,-7 2 5 0,14-4-6 0,-14 4 0 0,0 0-2 16,12-5-12-16,-12 5-15 0,0 0-13 0,0 0-29 15,0 0-17-15,0 0-14 0,0 0-24 0,0 0-108 16,0 0-253-16,-41 5 112 0</inkml:trace>
  <inkml:trace contextRef="#ctx0" brushRef="#br0" timeOffset="69011.34">24513 13763 143 0,'0'0'244'16,"-9"-7"-10"-16,9 7-28 0,0 0-21 0,0 0-23 16,-3-7-19-16,3 7-19 0,0 0-13 0,0 0-10 15,0 0-12-15,0 0-6 0,0 0-11 0,0 26-7 16,2-3-6-16,-1 1-3 0,0-2-8 0,-1 2-6 16,0 2-10-16,0-1-16 0,1 0-19 0,1 0-19 15,0-8-22-15,1 2-6 0,-2-3-26 0,4 0-13 16,-3-2-19-16,1 0-15 0,1-3-5 0,-1-2-23 15,-1-1-87-15,1 0-256 0,-1-1 114 0</inkml:trace>
  <inkml:trace contextRef="#ctx0" brushRef="#br0" timeOffset="69314.14">24553 14025 39 0,'0'0'184'0,"-2"-10"-13"15,2 10-16-15,0-10-16 0,0 10-19 16,3-11-7-16,2 5-10 0,0-2-12 0,1 1-13 15,7 0-2-15,-5 3-13 0,2 1-6 0,4-1-4 0,3 3-4 16,-2 2-6-16,-15-1-6 0,30 2-9 0,-15-1 0 16,-4 3-4-16,3 3-1 0,-2 0 0 0,-2 1-6 15,3 1-4-15,-3 1 4 0,-5-1-2 0,-1-3-3 16,-1 3 4-16,-3 1 5 0,-3 2 6 0,-1 1-1 16,-5-2 2-16,0 3 3 0,-3-2 0 0,-8 7 5 15,0-4-9-15,3-5-4 0,1-3-1 0,-7 5-1 16,7-5 2-16,0-3-5 0,0 3-1 15,6-5-4-15,0 1-3 0,1-2-5 0,9-1-13 0,-11 5-13 16,11-5-25-16,0 0-24 0,0 0-45 0,0 0-29 16,0 0-150-16,-2-18-318 0,11 8 141 0</inkml:trace>
  <inkml:trace contextRef="#ctx0" brushRef="#br0" timeOffset="69551.85">24901 13899 64 0,'-11'-1'165'0,"11"1"-9"0,0 0-14 0,-17 1-15 16,17-1-13-16,-15 5-7 0,10 0-6 0,-2 5-11 16,2 4-8-16,0-3-3 0,-1 5-4 0,3-1-4 15,1 1-9-15,2-2-3 0,0 1-8 0,2-1-14 16,2 0 5-16,-1 0-8 0,-1-1-3 0,3-3-3 15,-1-2-3-15,1 0-4 0,4 5-5 0,-2-7-2 16,3-1-20-16,0-2-22 0,-1-1-31 0,6-2-21 16,-15 0-29-16,32-5-28 0,-16 2-92 0,-1-1-249 15,-1-3 110-15</inkml:trace>
  <inkml:trace contextRef="#ctx0" brushRef="#br0" timeOffset="69880.25">25075 13912 122 0,'-6'-7'218'0,"6"7"-8"0,-5-4-13 0,5 4-19 0,0 0-16 15,0 0-15-15,0 0-23 0,-3-11-9 0,3 11-14 16,0 0-11-16,18-7-8 0,-8 4-7 16,3 0-10-16,-3-1-9 0,6 2-2 0,-1-1-4 15,-5 1-12-15,0-2 0 0,-10 4-9 0,19 2 1 16,-19-2-7-16,17 5-1 0,-12-1-4 0,2 3 0 0,-7-7-2 15,7 10-2-15,-3-1-3 0,-4 4 0 0,0 0-1 16,0 5 1-16,-4-2-1 0,0-2-2 0,1 1-2 16,1-2-3-16,-3-1 5 0,4 1-3 15,-1-5-2-15,2 1 1 0,-2-2-6 0,2 1 4 0,0-8-3 16,0 10 2-16,2-3 3 0,-2-7 0 16,2 9-4-16,-2-9 3 0,10 7-2 0,-2-4-13 15,-8-3-22-15,14 4-30 0,-14-4-35 0,26-5-46 0,-9 4-26 16,0-2 8-16,11 0-122 0,-9 1-308 0,9-5 137 15</inkml:trace>
  <inkml:trace contextRef="#ctx0" brushRef="#br0" timeOffset="70646.95">26035 13909 67 0,'-5'-4'208'16,"5"4"-13"-16,0 0-23 0,-12-4-16 0,12 4-14 15,0 0-16-15,0 0-11 0,0 0-13 0,-15 17-9 16,14-8-18-16,-2 4 5 0,2 1-10 0,2 1-8 16,2-2-5-16,-1 3-9 0,3-3 2 0,-1 0-4 15,4-1-10-15,1-2 0 0,-4-3-10 0,6 2 3 16,-3-4-2-16,2-1 0 0,3 2-3 0,1-1 0 15,-5-3-3-15,-9-2-5 0,25-5 1 0,-12 3 1 16,-2-2-1-16,4-2-3 0,-3 0 0 0,-1-2-1 16,0 2-6-16,-3-4 4 0,1 0-3 0,-5 1-3 15,7-1 1-15,-7 3-3 0,-4 7-1 0,5-7 2 16,-5 7-4-16,0 0-2 0,6-10 3 0,-6 10-6 16,0 0-3-16,0 0-2 0,0 0 4 0,6-2 2 15,-6 2-4-15,0 0 5 0,13 16 2 0,-13-16-4 16,9 11 0-16,0-2 2 0,-1-2-4 0,0-1 5 15,0-1 5-15,1 2-5 0,1-4 1 0,0-1 1 16,-10-2 2-16,26 0 4 0,-13-4-3 0,-2 3 3 16,2-6 0-16,-3 3 0 0,-1-1 1 0,-1-1 8 15,-2 0 1-15,1-4 3 0,0 3-1 0,-2-5 1 16,-1 3 0-16,1-1 3 0,-5 1-2 0,2 1 2 16,-4-6 0-16,0 0-4 0,-1 6-2 0,1-1-5 15,-4 2 2-15,4-3-1 0,-6 4 2 0,3-1-10 16,5 7-1-16,-6-7-15 0,6 7-16 0,-3-6-17 15,3 6-29-15,0 0-8 0,0 0 4 0,0 0-7 16,0 0 4-16,0 0-12 0,0 0 11 0,8 21-2 0,-3-13 5 16,5-1 3-16,-5-1 13 0,8 1-3 0,-3-2 11 15,3 0 9-15,1-1 0 0,0 0 9 16,-5 0 0-16,3-3 3 0,-12-1 9 0,24 1 9 16,-24-1 4-16,19-5 8 0,-11 2 4 0,-8 3 4 0,12-5 13 15,-6 1 6-15,0 0-1 0,1-3-2 0,-7 7-8 16,8-18 0-16,-4 12 3 0,-3 0 0 0,-1 6-1 15,4-11-3-15,-4 11 1 0,0-9-1 0,0 9 5 16,-5-10-4-16,5 10-5 0,-4-6 2 16,4 6-2-16,0 0 3 0,0 0 0 0,0 0 7 0,0 0 5 15,-33 13-13-15,26-5 8 0,-1 2 0 0,0 3-2 16,4-1 7-16,-2 2 0 0,2-2 2 0,3 5-7 16,1-3 7-16,1 3-7 0,1-4 4 0,0 1-2 15,4-1 1-15,1 0 3 0,-2-5-9 0,1-1 0 16,3 2-5-16,5-2-10 0,-1-4-26 0,4-2-38 15,3-4-45-15,-3 1-154 0,3-2-285 0,8 2 127 16</inkml:trace>
  <inkml:trace contextRef="#ctx0" brushRef="#br0" timeOffset="72199.7">27325 13831 167 0,'0'0'174'0,"0"0"-9"16,-4-5-24-16,4 5-11 0,0 0-20 0,0 0-9 15,0 0-14-15,0 0-5 0,0 0-8 0,0 0-4 16,5 29-11-16,-4-15-2 0,2 3 1 0,-2 1-7 16,3 0-8-16,-2-3-5 0,2 2-5 0,-3 1-7 15,3-1-2-15,-3-5-1 0,3 2 2 0,-2-5-5 16,-1 1 0-16,2-4 1 0,-2 2-5 0,-1-8-4 0,0 7 5 16,0-7-5-16,0 0 12 0,0 0 12 0,1 11 9 15,-1-11 8-15,0 0 2 0,0 0-4 16,0 0-5-16,0 0-8 0,0 0-1 0,0 0-6 15,0 0-1-15,6-30-3 0,-4 16-8 0,4 0-5 0,0 0-5 16,3 0-2-16,3 1-1 0,-1-1-8 0,1 2-4 16,-1 1 1-16,2-2-6 0,1 3 2 0,-2 2-1 15,-1-1-1-15,-1 5-4 0,-1 0-1 16,-2-1-2-16,-7 5 0 0,11-4 6 0,-11 4-7 0,0 0 1 16,14-1-8-16,-14 1 11 0,0 0-2 0,14 13 6 15,-10-5 3-15,0 1-2 0,0 6 3 0,1 1 1 16,0-1-1-16,-2-3-3 0,1 4 9 15,1 1-4-15,0-3-3 0,0 0 3 0,1 1 3 0,3-4 1 16,0-2-5-16,-2 0 10 0,3-1-7 0,-5-4 1 16,5-1 6-16,-10-3-2 0,18 2-1 0,-18-2 1 15,24-7 3-15,-10 3-2 0,2-2 4 0,-5-4-7 16,3 2-1-16,-1-3 6 0,0-3 0 0,-2 1-4 16,-2 2-3-16,-1-3 4 0,-2-1 3 0,-1 0-8 15,-1-3 4-15,0 3-10 0,-4-1 10 0,0 2-2 16,0 5 11-16,0 0-13 0,-1 2 6 0,-2-4 0 15,3 11-4-15,-1-10 1 0,1 10 1 0,-4-8-2 16,4 8 0-16,0 0 5 0,-4-6-8 0,4 6 3 16,0 0 0-16,0 0-1 0,0 0-6 0,0 0 5 15,0 0-1-15,-17 16-7 0,13-6 6 0,0 2-2 16,1 4 3-16,3-2 3 0,1 3-4 0,-1-2-3 16,4 1 5-16,-2-1-3 0,3-1 8 0,-1-1-5 15,2-6 1-15,-1 5-1 0,1-5 1 0,2 2-3 16,0-3 10-16,5-2-3 0,-6-1-4 0,5-1 7 15,2-1-5-15,-14-1 0 0,29-6-2 0,-16-1 3 16,-3 2-5-16,0-2 4 0,3-1-5 0,-1-4-2 16,-5 6 1-16,1-6-3 0,2 2-1 0,-1 1-6 15,-5-1 4-15,-1 2 5 0,-1 1-5 0,1-3 7 16,-3 10 2-16,1-9 4 0,-1 9 9 0,1-9 3 16,-1 9 10-16,0 0-4 0,-2-10-2 0,2 10-1 0,0 0-3 15,0 0-4-15,0 0 1 0,0 0-1 16,0 0-2-16,0 0-6 0,0 0 2 0,0 0-2 15,0 0 0-15,-13 22-4 0,14-13 0 0,-1-9-13 16,3 17-12-16,-1-7-7 0,2-1-6 0,0 0-7 0,6 0-14 16,-5 0-5-16,4-3-7 0,5-2-12 0,-5-2-4 15,4 2 2-15,-2-4-23 0,-11 0-1 16,34-4-93-16,-19 1-222 0,0 0 99 0</inkml:trace>
  <inkml:trace contextRef="#ctx0" brushRef="#br0" timeOffset="72581.8">28278 13875 24 0,'3'-12'113'0,"-5"4"-7"0,2 0-9 16,0 8 18-16,-2-10-5 0,2 10 4 16,-4-9-6-16,4 9-14 0,0 0-9 0,-7-5-5 0,7 5-9 15,0 0-6-15,0 0-9 0,0 0-9 0,-19 12 0 16,19-12-8-16,-11 12-5 0,9-1-1 0,-1-1-2 16,1-2-11-16,1-1 1 0,1 1-5 0,-4 1-4 15,4-9 10-15,0 0-7 0,5 14-4 0,0-11 2 16,-5-3-4-16,16 0 1 0,-16 0-1 0,0 0-1 15,29-13-5-15,-19 8-8 0,3-6 0 0,-1 0-3 16,-1 0 0-16,-2-3 3 0,-1-1-3 0,-2 0-6 16,-1 0-3-16,0-2 0 0,1-6 3 0,-6 6-6 15,1-7 12-15,0 1-13 0,-3 6 10 0,0 0 2 16,1 1-8-16,-3-2 11 0,0 2 11 0,-1 2 3 16,0 3 8-16,1 2 14 0,2 4 4 0,2 5-1 15,-7-11-2-15,7 11-2 0,-5-3-8 0,5 3 3 16,0 0-10-16,0 0 2 0,-18 17-3 0,13-5 4 15,-1 4-2-15,2 0 2 0,-2 7-5 0,1 2 0 16,3 4 5-16,2 1-10 0,-1-1 1 0,2-2-1 16,3-1-10-16,4-1-16 0,-1-2-38 0,1-7-22 15,5 4-20-15,-4-6-23 0,0-2-120 0,0-2-263 16,7 2 117-16</inkml:trace>
  <inkml:trace contextRef="#ctx0" brushRef="#br0" timeOffset="72866.06">29318 13564 222 0,'-4'-14'230'0,"3"5"-21"0,-3 1-10 0,4 2-14 16,0 6-14-16,-2-10-16 0,2 10-16 0,-2-6-16 15,2 6-16-15,0 0-12 0,-2-10-11 0,2 10-13 16,0 0-6-16,0 0-9 0,0 0-3 0,0 0-9 16,7 34 0-16,-3-16-6 0,0 10-4 0,-1 0-1 15,-1 2-3-15,0-2-2 0,0 0-7 0,1 0 3 16,-3-2-4-16,1 0-10 0,-1-10-17 0,1 14-20 0,-1-7-28 16,0-8-9-16,-1 2-28 0,0-3-31 0,-1 0-26 15,1-6-13-15,0 1-141 0,-2 0-326 16,3-9 144-16</inkml:trace>
  <inkml:trace contextRef="#ctx0" brushRef="#br0" timeOffset="73315.3">29148 13804 171 0,'-5'-3'180'0,"5"3"-8"0,0 0-14 0,-6-8-18 15,6 8-16-15,0 0-16 0,0 0-13 0,10-12-5 16,3 4-14-16,2 4-8 0,4 0-5 0,8-2-5 15,-1 2-8-15,-1-2-8 0,1 1 2 16,2 0-5-16,-4 0-7 0,-5 1-6 0,-2 4 3 0,1-4-7 16,-3 3-5-16,-1-2 2 0,-14 3-12 0,19 1 2 15,-19-1 0-15,16 0-2 0,-16 0-4 0,0 0 0 16,13 4-3-16,-13-4 2 0,6 7 2 0,-2-2 0 16,-2 3 2-16,-1 6 2 0,1-7-3 0,-2 11 0 15,0-3 5-15,-2 0 4 0,1 3-7 0,1 5-5 16,3-8 8-16,-3 2-4 0,2-4 2 0,2 2-5 15,1-1 14-15,-1-8-10 0,3 3 4 0,3 0-2 16,0-1 2-16,-1-2 0 0,6-2 3 0,-2-1-2 16,4-4-3-16,-2-2-1 0,2-2 2 0,-1-3-4 15,3 2 0-15,-6-3-3 0,4 2 0 0,-4 0 9 16,-1-2-6-16,-1-3-9 0,-4 2 3 0,2-3 1 16,-2-2 5-16,-5 2-5 0,-2 0 1 0,1 4 3 15,-2-4-1-15,-1 1-1 0,-5-2 2 0,2 2 1 16,-5-1 3-16,2 2-2 0,-2 1 4 0,1 5 2 15,1-2 2-15,-1 2-2 0,-1 1 0 0,1-1-5 16,9 5 4-16,-14-7-5 0,4 7-2 0,10 0-6 16,0 0-11-16,-26 7-15 0,15-3-36 0,-1 3-35 15,6-2-20-15,-7 4-39 0,2-1-140 0,2 1-320 16,-3 1 141-16</inkml:trace>
  <inkml:trace contextRef="#ctx0" brushRef="#br0" timeOffset="74613.03">30306 13967 135 0,'0'8'152'0,"0"-8"-13"0,0 0-15 16,4 7-2-16,-4-7-9 0,0 0-10 0,14 2 0 16,-14-2-2-16,0 0-9 0,23-5-12 0,-9 1-1 15,0-4-3-15,-1 0-11 0,-2-3-6 0,3 0-7 16,-3-1-9-16,2-8 1 0,-5 8-9 0,1-1 0 15,-1-3 3-15,-4 2-7 0,0-5-2 0,-2 4-4 16,-2 0-3-16,-1-1 0 0,-2 0-3 0,2 1-10 16,-7-2 9-16,3 6 0 0,-2-1-1 0,-1-1-5 15,3 6-3-15,-2 2 5 0,2-2-3 0,5 7-3 16,-14-3-7-16,5 0 5 0,9 3 1 0,-10-3-9 16,10 3 0-16,0 0 0 0,0 0-5 0,-22 6 2 15,22-6-1-15,-3 7 2 0,3-7-11 0,-2 10 2 16,2-10 5-16,4 13-3 0,0-8 5 0,2 1 1 15,3 0 5-15,0-2-3 0,4 0 1 0,-3-4-2 16,4 0 0-16,4 2 10 0,-1-4-10 0,-1 2 3 16,0 0 1-16,-1-4 2 0,-1 1-4 0,0-3 0 15,0 3 11-15,-6 0-8 0,-8 3-6 0,15-6 5 16,-10 4 3-16,-5 2-3 0,11-3 1 0,-11 3-5 16,0 0 2-16,0 0 1 0,10-5-5 0,-10 5 1 15,0 0 2-15,0 0-2 0,0 0-2 0,0 0 1 16,9 12 7-16,-5-3-11 0,-4-9 9 0,5 19-2 15,-4-4 1-15,2 0-2 0,2 0-5 0,-2-1 14 16,4 2-9-16,-1 1 1 0,-2-4 4 0,1 1-1 16,4-1-3-16,-1-2-3 0,-2-3 0 0,3 0 6 0,-1-2-5 15,1-1 3-15,1 0 2 0,-10-5 0 16,19 0 1-16,-5-3-1 0,-14 3-9 0,27-7-4 16,-13 2 5-16,-1-6-3 0,1 0 2 0,-4 0-8 15,1 0 7-15,1 0 0 0,-5-2 4 0,0 2-3 16,-3-2 5-16,1 0 5 0,-1 0 1 0,-3 0 5 0,2 7-4 15,-3-2-1-15,0 8 14 0,-1-14 4 16,1 14-1-16,-2-8 3 0,2 8-3 0,0 0-5 16,0-7-1-16,0 7-4 0,0 0-5 0,0 0-2 15,0 0 0-15,0 0-1 0,0 0 0 0,-18 24-9 0,15-10-3 16,1 0-18-16,-2 0-20 0,3 2-14 0,-1-5-18 16,4 6-21-16,-1-2-11 0,3-1-14 15,0-5-99-15,1 6-246 0,3-8 109 0</inkml:trace>
  <inkml:trace contextRef="#ctx0" brushRef="#br0" timeOffset="75079.33">31124 13714 50 0,'0'0'201'0,"0"0"-13"16,0 0-20-16,0 0-10 0,0 0-15 0,0 0-20 15,0 0-13-15,0 0-12 0,0 0-14 0,0 0-12 16,0 0-2-16,0 0-12 0,0 0-5 0,-9 33-5 15,9-18-7-15,0 10 0 0,3 2 1 0,-3 2-11 16,1-1 2-16,3 15-4 0,-4-18-5 0,1 3 0 16,-1 0-4-16,1 1-4 0,0 1 1 0,-4-4 0 15,0 2-1-15,1-3-1 0,-1-8-1 0,-1 0-2 16,0 1-4-16,1-3 5 0,0-1-6 0,-3-3 4 16,2-2 1-16,-3-2 3 0,5-1 5 0,-3 1 7 15,5-7 2-15,-13 6-1 0,2-4 4 0,11-2-5 16,-19 0-3-16,19 0 4 0,-20-4-4 0,6 0 0 15,-1 0 10-15,1-3-11 0,0 0 1 0,3 1-2 16,-3-2-7-16,5 5 4 0,2 1-7 0,-2-4-23 16,9 6-17-16,-12-7-19 0,12 7-21 0,-9-9-35 15,8 5-44-15,1 4-14 0,1-18-161 0,2 6-349 16,2-2 156-16</inkml:trace>
  <inkml:trace contextRef="#ctx0" brushRef="#br0" timeOffset="75248.62">31153 13511 143 0,'-3'-9'261'16,"1"0"-15"-16,0 3-24 0,2 6-24 0,0-10-20 16,0 10-16-16,-1-6-38 0,1 6-37 0,0 0-46 15,0 0-64-15,0 0-42 0,0 0-31 0,0 0-45 16,0 0-83-16,0 0-240 0,0 0 106 0</inkml:trace>
  <inkml:trace contextRef="#ctx0" brushRef="#br0" timeOffset="75613.75">31326 13795 44 0,'0'0'172'0,"0"0"-9"0,-3 6-20 15,3-6-13-15,0 0-14 0,0 0-8 0,0 0-10 16,0 0-11-16,35-16-9 0,-22 10-4 0,-1-2-12 16,1 0 0-16,0 1-4 0,0 0-9 0,-8 1-8 15,1 0-3-15,2 0-7 0,-8 6-7 0,6-8-3 16,-6 8 2-16,3-6-1 0,-3 6-7 0,0 0 1 15,0-12-3-15,0 12-6 0,0 0 1 0,-9-7-3 16,9 7-1-16,0 0 3 0,-15 0-4 0,15 0 0 16,-16 9-2-16,11-4 3 0,-5 4-1 0,2-1-2 15,1 2-12-15,1 5-1 0,1-2-10 0,0 0-12 16,4 2-14-16,0-5-8 0,3 2-4 0,3 1-9 16,-1 1-14-16,1-8-8 0,4 5-17 15,0-6-82-15,0 0-207 0,5-1 92 0</inkml:trace>
  <inkml:trace contextRef="#ctx0" brushRef="#br0" timeOffset="75984.85">31640 13756 87 0,'0'0'135'0,"0"0"-10"0,0 0-5 15,-9 24-4-15,9-14-10 0,3-2-12 0,-3-8-4 16,5 13-6-16,-1-4-11 0,6 1-5 0,-5-5-1 15,4-1-2-15,5 1-8 0,-1-2-4 16,2-3-6-16,-15 0-4 0,31-6-4 0,-16 1-3 0,-1 0-8 16,0-3-1-16,-1-3-1 0,1 2-8 0,-3-3 1 15,0 0-4-15,-3 0-4 0,-2-4-2 0,-1 4-1 16,-1-2-2-16,2-4-3 0,-6 1 0 0,0 0 2 16,0 1-4-16,-5-7 3 0,2 7 3 15,-1-1 1-15,-1 1 3 0,-1-1 1 0,1 2 10 0,-4 1-3 16,3 3 8-16,0 0 6 0,2 5 1 0,0 0 3 15,4 6-6-15,-8-5-2 0,8 5-8 0,-7-6-3 16,7 6-2-16,0 0-6 0,0 0 1 16,0 0-4-16,-20 17 1 0,15-5 1 0,3 2 5 0,2 3-6 15,2 0-2-15,2 9-1 0,1-1 4 0,0-4-8 16,2-2 6-16,2 4-4 0,1 1-20 0,-2-2-19 16,-1-5-13-16,1-3-29 0,2-3-19 0,-3-2-21 15,0 2-34-15,-2-5-109 0,-2 0-283 0,-3-6 125 16</inkml:trace>
  <inkml:trace contextRef="#ctx0" brushRef="#br0" timeOffset="76166.83">31762 13698 112 0,'-8'-5'185'0,"8"5"-17"0,0 0-18 0,0 0-19 15,15-13-9-15,1 9-13 0,3 0-6 0,11-5-18 16,1 1-12-16,13-3-4 0,0 3-5 0,-13 2-6 15,15-1-7-15,-13 1-30 0,-1 1-12 0,15-5-19 16,-16 5-34-16,1-2-34 0,-4 2-33 0,-10 0-101 16,0 4-229-16,-2-2 102 0</inkml:trace>
  <inkml:trace contextRef="#ctx0" brushRef="#br0" timeOffset="76713.73">24811 14715 84 0,'0'0'152'0,"-8"-6"-21"0,8 6-8 0,0 0-5 15,0 0-11-15,0 0-3 0,10 34-6 0,-3-11-10 16,-2 0-4-16,0 0-8 0,0 4-9 0,-4 1-6 16,4 0-8-16,2 0-3 0,-6-2 1 0,0 1-10 15,1-5-22-15,-2-5-9 0,1-1-21 0,0 0-26 0,-1-4-26 16,0 2-31-16,0-5-22 0,-1-2-84 16,1-7-215-16,-3 10 95 0</inkml:trace>
  <inkml:trace contextRef="#ctx0" brushRef="#br0" timeOffset="77348.98">24586 14899 117 0,'0'0'114'16,"0"0"-13"-16,0 0-6 0,19 24-2 0,-8-14-16 0,5-3 0 15,0 1 3-15,4-3-23 0,-1-4 9 0,6 2-4 16,5-3-1-16,-1-5-2 0,-2-3-1 15,0 0-8-15,-4-1-4 0,2 1-1 0,-7 0-7 16,-3-1 0-16,1-2 1 0,-2-3-6 0,0 1-7 0,-4-1-3 16,6-6 0-16,-9 4 2 0,3-11-3 15,-3 12-2-15,-2-3-3 0,-3 3-5 0,2-1-1 0,-1 4-3 16,-2-1 3-16,1 5 4 0,-4-2-10 16,2 10-5-16,3-8 10 0,-3 8-6 0,0 0 4 0,2-7-7 15,-2 7 0-15,0 0-1 0,0 0-5 0,0 0 2 16,0 0 1-16,9 21 6 0,-4-6 4 0,2 7 3 15,-3 2 2-15,-3-1 0 0,3 2 0 0,1 2-2 16,-3-4 4-16,1 5 6 0,-5-2 4 16,1-2-12-16,1 2 1 0,-1-4-1 0,0-4-2 0,1-3 4 15,-3-1-1-15,3-6-2 0,-1 0-4 0,1-8-2 16,0 9 2-16,0-9 3 0,-1 7 8 16,1-7 10-16,0 0 4 0,0 0 1 0,0 0-2 15,0 0-5-15,0 0-6 0,0 0-1 0,0 0-4 0,11-28 1 16,-6 17-3-16,2-2-2 0,-1 3-5 0,-2 1 0 15,5-2 0-15,-4 5-2 0,0-1-1 0,-5 7-2 16,14-7-1-16,-8 6-3 0,-6 1 0 16,15-3-2-16,-15 3 5 0,20-1 1 0,-20 1-5 0,19 2 0 15,-19-2 3-15,23 3 1 0,-13-4 1 0,-10 1-5 16,22 0 4-16,-22 0 8 0,23-4-7 0,-14 2 0 16,0-2-3-16,0 2 5 0,-1-3-1 0,-2-1-6 15,2 0 3-15,-8 6-2 0,7-10 5 0,-2 4-1 16,-1-1 3-16,-4 7-2 0,3-9-2 0,-3 9-3 15,1-7 4-15,-1 7-1 0,0 0-2 0,0 0 2 16,4-8-3-16,-4 8-1 0,0 0 0 0,0 0 1 16,0 0-4-16,0 0 1 0,0 0 3 0,1 31-3 15,-2-16 1-15,0 2-19 0,0-2-27 0,1 2-21 16,2-3-45-16,1 2-36 0,3-1-145 0,-1-4-321 16,4 1 142-16</inkml:trace>
  <inkml:trace contextRef="#ctx0" brushRef="#br0" timeOffset="77930.38">26218 14784 49 0,'-10'-3'182'0,"-2"-1"-16"16,12 4-3-16,-22 0-18 0,22 0-10 0,-16 2-16 16,16-2-13-16,-13 7-11 0,5 2-10 0,-2 4-7 15,6-3-6-15,2 8-9 0,-1-1-7 0,2-1-5 16,2 8-6-16,0 0-4 0,2-8-3 0,2 6-1 16,1-6-9-16,1-2 3 0,-1 0-2 0,3-2-5 15,1-2-4-15,3 0 0 0,4-2-1 0,-2-3 0 16,2 0-4-16,-1-5 1 0,-2 0 2 0,12 2-4 15,-7-5-3-15,0-2 6 0,-1 1-4 0,6-8-9 16,-6 3-3-16,-4 0 1 0,-1-1-8 0,3-1-1 16,-6-2 0-16,0-2-4 0,-1 2-3 0,-3 0 1 15,-2 1 2-15,6 1 3 0,-10 4 0 0,3 1 9 16,-3 6 9-16,2-7-3 0,-2 7 0 0,0 0-2 16,0 0-1-16,4-6-1 0,-4 6-5 0,0 0-4 15,0 0 8-15,0 0-1 0,0 0 1 0,0 20-2 16,0-9-3-16,2 2 3 0,0-4 1 0,3 3 1 15,-1 1 3-15,6-1-3 0,-5-5 3 0,3 0-3 16,0-2 1-16,2-1 2 0,1 1 3 0,0-3 0 16,4-2-2-16,-15 0 4 0,27-6-5 0,-13 5 2 15,-3-7-1-15,-2 4 0 0,3-5 2 0,-7 0 2 16,5-1 1-16,-5-3 1 0,-2 4 1 0,-2-4-1 16,0-2-1-16,-1 1 7 0,-5 0-2 0,1 3 3 15,-1-3-2-15,-3 2-4 0,-3-1 2 0,0 1-1 16,-3 5-3-16,2-2-2 0,-2 2 0 0,5 3-4 15,-1 2 1-15,0-1 3 0,10 3-9 0,-17 0-10 16,17 0-12-16,-18 7-17 0,14-1-20 0,-1 3-16 16,1-1-33-16,0 5-30 0,3-1-11 0,-4 2-133 0,9-2-306 15,-3-2 135-15</inkml:trace>
  <inkml:trace contextRef="#ctx0" brushRef="#br0" timeOffset="78463.64">26781 14799 123 0,'8'-5'160'15,"-8"5"-17"-15,0 0-13 0,0 0-13 0,0 0-5 16,24 14-7-16,-17-7-5 0,3 5-13 0,-4 0-7 0,3 2 0 16,-4 0-4-16,0 0-7 0,-1-1-7 0,0 0-7 15,-2-3-6-15,0-2-6 0,1 0-1 16,0 0-3-16,-3-8 8 0,2 8-12 0,-2-8-4 15,0 0 2-15,2 8 10 0,-2-8 9 0,0 0 5 0,0 0-6 16,0 0-7-16,0 0 3 0,0 0-11 0,0 0-3 16,14-33-6-16,-7 20-3 0,-5-1-7 0,7 2-1 15,-4-4-4-15,2 2-6 0,-1 2-3 0,0-1-4 16,3 4-1-16,-4 0-4 0,3 4 0 16,-3-2-1-16,-5 7 1 0,10-5-3 0,-10 5 1 0,13-1-3 15,-13 1-1-15,0 0 4 0,25 10 2 16,-16 0-1-16,-4-2 2 0,2 5-2 0,0-1 2 15,-2 2-1-15,-1-6 5 0,-2 2-5 0,1-3 1 0,-2-2 2 16,-1-5-1-16,3 11 3 0,-3-11 3 16,3 7-2-16,-3-7 3 0,0 0 3 0,4 7 1 0,-4-7 7 15,0 0 1-15,0 0-2 0,0 0 1 0,0 0 1 16,0 0-8-16,13-21 3 0,-7 11-3 16,3-3 0-16,-4 2-2 0,1 0 2 0,-4 1-3 15,6-2 2-15,1 0-2 0,-4 4-4 0,-3 2 1 0,6-1-3 16,-5 2 2-16,-3 5-1 0,12-7-3 0,-12 7 0 15,7-3 2-15,-7 3-2 0,0 0 1 0,0 0 3 16,0 0 7-16,25 9 3 0,-20-3-2 16,3 4-3-16,-1 2 1 0,-1 0 1 0,0 3 0 0,-1-2-7 15,-3 2-11-15,0 2-15 0,-2-1-24 0,2 2-35 16,-1-3-31-16,0-1-27 0,-5 0-37 0,3-1-107 16,0-3-311-16,1-1 138 0</inkml:trace>
  <inkml:trace contextRef="#ctx0" brushRef="#br0" timeOffset="79314.25">27369 14885 185 0,'1'-9'223'0,"-1"9"-16"15,0 0-23-15,0 0-18 0,2-9-19 0,-2 9-21 16,0 0-13-16,0 0-14 0,0 0-9 0,0 0-10 15,0 0-6-15,13 27-5 0,-11-14-9 0,-1 1-8 16,3 1-2-16,-4-2-2 0,4 0-9 0,-3-4-3 16,-1-1-3-16,0-8-4 0,4 11-1 0,-4-11-4 15,1 8 0-15,-1-8-2 0,3 6 0 0,-3-6 5 16,0 0-6-16,0 0-2 0,0 0 0 0,0 0-2 16,0 0-4-16,0 0-3 0,15-24 2 0,-6 10-2 15,-2-3-1-15,2 3-14 0,-2-2-4 0,2 2 0 16,1-1-6-16,0 0-3 0,2 3-1 0,-2 1-4 15,1-1 0-15,0 5 7 0,-3 2-6 0,0 2 5 16,-8 3-1-16,13-3-2 0,-13 3 5 0,0 0-1 16,20 7 1-16,-14-2 0 0,-2 4 3 0,0-2 3 15,-2 2 2-15,2 1 6 0,-4 0-1 0,4 1 1 16,-4-2-1-16,0-9-2 0,1 10 6 0,-1-10 1 16,0 9-2-16,0-9 3 0,0 7 4 0,0-7 9 15,0 0 5-15,0 0 9 0,0 0 1 0,0 0-5 16,0 0-2-16,0 0-2 0,0 0 0 0,22-20-7 15,-17 8 1-15,4 0 0 0,1 0-7 0,-3-4 2 16,3 6-3-16,-2 0 3 0,-1 3 2 0,0-1-9 16,0 1-1-16,-2 1 0 0,2 1-8 0,-7 5 1 15,7-6-2-15,-7 6 1 0,0 0-1 0,0 0 3 0,0 0 0 16,22 15-3-16,-17-8 3 0,0 5-2 16,-2-3-6-16,0 4-3 0,0 0-13 0,1 3-11 15,0-2-10-15,2-3-5 0,1 1-14 0,-1-4-1 16,2-2-7-16,-2 0-3 0,3-1 0 0,0-3-22 15,-9-2-11-15,20 0 0 0,-20 0-2 0,22-6 1 16,-10 2-104-16,1-4 189 0,1 0-66 0,-3-2 13 16,2-2 9-16,-3 2 7 0,-5 1 11 0,2-4 14 15,-3 5 21-15,-1 0 17 0,0 0 23 0,1-1 5 16,-4 9 19-16,1-12 14 0,-1 12 10 0,1-6 3 16,-1 6-3-16,0 0-3 0,0 0-7 0,0-8-8 15,0 8-10-15,0 0-1 0,0 0-7 0,0 0-1 16,0 0 4-16,0 0 0 0,0 25 4 0,1-11-7 15,-1 0-3-15,3 0 1 0,1 1-3 0,0-2-1 16,0 3-3-16,0-4-1 0,1 1 0 0,2-3-5 0,-2-2 0 16,0-1 1-16,3-4 1 0,0 1-3 0,2-1-4 15,-10-3 3-15,0 0-5 0,29-7 3 16,-16 2-2-16,-6 1 5 0,3-2-9 0,-4 0 4 16,2-5 2-16,-3 4-1 0,0-3 1 0,-4 2 4 15,-1-1-1-15,0-5-3 0,0-1 5 0,-5 8-7 0,0-7 7 16,-3 2-6-16,1 2 0 0,-5 1 0 0,3 0 7 15,2 5-2-15,0-2-7 0,-2 2 0 0,9 4-3 16,-11-3 5-16,11 3-7 0,0 0-8 16,0 0-12-16,-22 9-21 0,17-2-17 0,0 0-28 0,1 1-27 15,-1 3-37-15,4-1-160 0,-4 2-325 0,7-4 145 16</inkml:trace>
  <inkml:trace contextRef="#ctx0" brushRef="#br0" timeOffset="79712.64">28131 14789 123 0,'4'-8'170'0,"-4"8"-16"0,0 0-12 0,0 0-17 16,0 0-10-16,0 0-1 0,0 0-19 0,25 17-2 15,-17-8-6-15,-2 0-10 0,-1-2-6 0,-2 1-10 16,1 1-2-16,0-1 1 0,0-1-5 0,-2 0-7 15,-2-7-1-15,1 7 1 0,-1-7 3 16,0 0-1-16,0 0 8 0,4 8 2 0,-4-8 16 0,0 0-7 16,0 0-7-16,0 0-7 0,0 0-5 0,0 0-6 15,18-25-2-15,-6 13-6 0,-5-2-4 0,0-1-5 16,7-6-1-16,-7 7-2 0,6-8-2 0,-3 12-6 16,-3 3-2-16,-1 1 1 0,1 0-3 0,-4 2 1 15,-3 4-4-15,14-6-6 0,-8 2-2 0,-6 4 2 16,11-4-4-16,-11 4 8 0,0 0-9 0,19 4 0 15,-10 0 1-15,1 4 4 0,-2 0-6 0,-3-2 8 16,3 4-4-16,-3 1-2 0,-1-1 2 0,0 2-13 16,-2 3-29-16,-2-1-30 0,0 0-46 0,-1 0-64 15,-7 1-186-15,3-4-397 0,1-3 176 0</inkml:trace>
  <inkml:trace contextRef="#ctx0" brushRef="#br0" timeOffset="80596.77">28964 14758 52 0,'0'-9'172'0,"0"9"-19"0,0 0-15 0,0 0-14 0,0 0-14 15,0 0-7-15,0 0-12 0,0 0-12 0,14 24 0 16,-9-8-11-16,-2-1-1 0,0 2-5 0,-1 6-2 16,-2-6-6-16,1-2-8 0,-1 0-1 0,-1-1-9 15,0-6-4-15,0 1-3 0,-1-2-5 0,2-7-4 16,2 8 10-16,-2-8 6 0,0 0 8 0,0 0 6 15,1 8-5-15,-1-8-5 0,0 0-2 0,0 0-9 16,7-22-6-16,-2 8-12 0,4 0-4 0,4-9-8 16,-4 8-2-16,0-1-11 0,3-7 0 0,2 4-7 15,-3 5-1-15,-1-1 1 0,-1 3 3 0,0 1 5 16,5 1-7-16,-3 0 6 0,0 1-4 0,-2 6 0 16,-1-3 3-16,1 4-1 0,-9 2 0 0,12-2 3 15,-12 2 2-15,0 0-1 0,20 8 5 0,-14 1-3 16,-1-1-8-16,-2-1 11 0,0 1 9 0,0 4 4 15,-2-3-6-15,-1-9-1 0,-2 14-4 0,2-9-1 16,0-5 7-16,-2 9 4 0,2-9 8 0,0 0 6 16,0 0 3-16,-1 8 6 0,1-8 2 0,0 0 18 15,0 0-3-15,0 0-7 0,0 0-4 0,0 0-4 16,23-22-1-16,-13 10-8 0,3-2-3 0,4-5-1 16,-4 7-3-16,-1-2-6 0,1 3 1 0,4 2-3 15,-2-3 2-15,-2 2-1 0,2 0-3 0,-2 2 2 16,2 2 0-16,-6 4-9 0,0-2 0 0,-9 4 5 15,16 0-4-15,-16 0-1 0,15 6 0 0,-15-6 2 16,11 8 0-16,-7 1-2 0,0 0-1 0,-3 1 1 16,2 2 2-16,-2 2 2 0,-1 2 0 0,0-2-3 15,0 0-7-15,-1-1-5 0,-3-2-13 0,3-3-19 16,-2 1-17-16,3-9-28 0,0 12-20 0,2-6-13 16,-2-6-26-16,2 10-97 0,-2-10-266 0,9 4 118 15</inkml:trace>
  <inkml:trace contextRef="#ctx0" brushRef="#br0" timeOffset="80947">29695 14662 31 0,'0'0'190'0,"0"0"-19"15,0 0-15-15,0 0 1 0,-27 13-18 0,22-6-4 16,1 2-16-16,1 4-8 0,-1 3-8 0,2 1-8 15,-1 0-7-15,3 2-7 0,1-1-10 0,0-1-11 16,0-3-2-16,6 0-6 0,-2 0-8 0,0-6 1 16,3 3-9-16,-1-5 1 0,1-1 1 0,1-2-6 0,6-3-1 15,-15 0 0-15,26-4-5 0,-11-3 1 16,-1 1-3-16,-2-3-4 0,-1 0 4 0,-1-2-3 16,-3 0 1-16,-1-4-3 0,-2 6 7 0,1-4 6 15,-5 0-1-15,-1-2-3 0,0 1-5 0,-6-2-2 16,-2 3 7-16,4 0-4 0,-5 1-3 0,2 1-2 15,2 5 1-15,-7-4-6 0,4 6-4 0,4 2-6 16,5 2-12-16,-16-2-12 0,16 2-16 0,0 0-18 16,-22 11-27-16,13 0-17 0,4 2-16 0,2 1-25 15,3 0-16-15,0-1-22 0,4 1-109 0,2-3-310 16,6-1 138-16</inkml:trace>
  <inkml:trace contextRef="#ctx0" brushRef="#br0" timeOffset="81579.64">30071 14691 8 0,'-10'-11'183'0,"3"10"-14"0,7 1-15 16,-10-6-16-16,10 6-11 0,-15-4-15 0,15 4-10 16,0 0-14-16,-21 4-10 0,21-4-7 0,-15 9-8 15,11-4-3-15,-5 3-7 0,4 1-9 0,-4 2-2 16,8-3-4-16,-2 1-8 0,2-1-1 0,0 2-4 15,1-2-3-15,0-8-3 0,2 11-4 0,-2-11-3 16,5 10 3-16,1-9 0 0,-6-1-1 0,12 1-1 16,-12-1 2-16,0 0-18 0,35-11 0 0,-22 3-11 0,2-3 3 15,0 0-3-15,4-6-2 0,-3-2-3 0,-5 5-2 16,-1 0 8-16,1-11-2 0,3 4 4 16,-3-2-1-16,-4 1 6 0,0-4-3 0,-2 10 4 15,1-9 2-15,-5 0-4 0,1 1 7 0,0 8 7 16,-1-9 15-16,0 12 10 0,1-3 7 0,0 2 3 0,-1 5 3 15,1 0-5-15,-2 9-5 0,2-9-8 0,-2 9-6 16,0 0-2-16,0-9-6 0,0 9-4 0,0 0-1 16,0 0 1-16,0 0-3 0,0 0 4 15,0 0-6-15,5 35 7 0,-4-18-4 0,-2 10-5 16,1-1 5-16,0 2-4 0,0-1 4 0,-5-1 6 0,5-1 0 16,3 3-4-16,-2-3 3 0,1 3-3 15,1-6-1-15,1-6 0 0,1 0-3 0,-1-3 0 16,2 1 2-16,4-2 5 0,-3-5-6 0,3 2-2 15,-1-3-1-15,-1-3 5 0,2 0-4 0,5-2-2 0,-15-1-1 16,28-4-4-16,-14-1-2 0,-1-2 5 0,3-3-1 16,-5 0-9-16,0 0-3 0,1-3-6 0,-3 2 5 15,0-3-3-15,-3 0-10 0,1-1 3 16,-2-1 5-16,-4 1-1 0,3 3 0 0,-4-1 4 16,-2 0-1-16,0 1 3 0,1 1 2 0,-2 3 4 0,2 1 6 15,1 7 12-15,-5-10-1 0,5 10 5 0,-3-7-4 16,3 7 5-16,0 0-1 0,-5-7-3 0,5 7-3 15,0 0 1-15,0 0 10 0,0 0-2 16,0 0-1-16,-10 20 1 0,8-9 5 0,0 5-2 16,0-9-2-16,2 6-1 0,-2 3 1 0,2-1-4 0,2-2 4 15,-1 2-13-15,-2-1-34 0,3 3-46 0,0-6-60 16,-1 5-187-16,0-4-347 0,-1 0 154 0</inkml:trace>
  <inkml:trace contextRef="#ctx0" brushRef="#br0" timeOffset="82497.2">25733 15709 132 0,'4'11'127'0,"-4"-11"-4"0,10 6-10 0,1-5-7 15,4-1-6-15,-15 0-10 0,36-7 3 0,-11-1-18 0,-2-1-8 16,0-3 2-16,-5 2-15 0,4-4 3 0,-9 4-13 16,2-4-6-16,-3 2 0 0,-2 0-2 15,-1-2-6-15,-6 3-4 0,3 0-9 0,-5-3 3 0,-2 5-8 16,-1-4-1-16,-3 1-3 0,-1 4 6 15,-2-6-7-15,-1 6 3 0,0-2-1 0,-1 6-4 0,5-2 2 16,-1 2 3-16,6 4-4 0,-11-5 2 0,11 5-5 16,0 0 3-16,-11-4-5 0,11 4 0 0,0 0-8 15,0 0 4-15,0 0 2 0,0 0-2 0,0 0 3 16,0 0-2-16,15 28 2 0,-7-16 5 16,7 6 1-16,-1-5-4 0,3 4 2 0,0 6 3 0,0-6-3 15,-1 2 8-15,-5 0-2 0,1-3 2 0,2 6 1 16,-5-6 4-16,-2 0-2 0,-3-1-4 15,-1-1 6-15,-2 3 4 0,-1-4 7 0,-2 1 4 0,-1-5 0 16,-5 1-4-16,-1 2 1 0,-1-5 1 16,1 3 0-16,-5-1-18 0,6-2 2 0,-1-4 4 15,-1 0-2-15,10-3 1 0,-11 2-2 0,11-2 2 0,0 0-8 16,0 0 2-16,-21-6 0 0,21 6-9 0,0-16-4 16,4 4-3-16,5-5-2 0,-1 2-11 0,3-6-4 15,7 2 4-15,-2 0-9 0,4 0 9 0,-2 4-2 16,1-2-4-16,0 2 8 0,-3 4-1 15,-1 1 2-15,-1 3 5 0,1-2-4 0,-6 5 4 0,-1-1-2 16,3 2 2-16,-11 3-2 0,15-2 7 0,-15 2 5 16,0 0-3-16,0 0 0 0,17 8 8 0,-14-3 5 15,-2 5 3-15,2 1-1 0,-2 5 6 16,0-1-4-16,-3 0-1 0,-1-1-3 0,1 2-1 16,0 0 0-16,4 0 1 0,-4-2-20 0,2-2-25 0,-2-2-25 15,2-1-21-15,-3-1-39 0,3 1-23 0,0-9-99 16,0 8-262-16,0-8 116 0</inkml:trace>
  <inkml:trace contextRef="#ctx0" brushRef="#br0" timeOffset="82654.64">26214 15486 179 0,'-4'-9'232'0,"4"9"-24"0,-4-10-19 0,3 2-18 16,1 8-21-16,0 0-18 0,-3-8-33 0,3 8-27 15,0 0-20-15,0 0-24 0,0 0-36 0,0 0-46 16,0 0-36-16,27 13-137 0,-19-5-246 0,4 1 110 0</inkml:trace>
  <inkml:trace contextRef="#ctx0" brushRef="#br0" timeOffset="83230.89">26545 15607 28 0,'-12'-10'166'0,"7"7"0"16,5 3-15-16,-9-6-16 0,9 6-13 0,-9-3-11 16,9 3-10-16,0 0-12 0,-20-2-9 0,20 2-7 15,-17 8-9-15,6 1-11 0,-1 3 0 0,3 0-9 16,-2 4-5-16,-1 5 3 0,2 5-15 0,3 2 3 15,0-2-7-15,2 1-1 0,4-10-5 0,1 0 2 16,2-2-6-16,2-1 2 0,-3-4-6 0,6 1 6 16,-2-4-5-16,0-2-4 0,-5-5 2 0,13 6 11 15,-4-5-10-15,-9-1-5 0,23-4 2 0,-12-1-7 16,-1-3 1-16,-2 1 3 0,4-2 0 0,-1-1-1 0,-3-2 1 16,-2-2-1-16,-2 2-7 0,2 5-3 15,-1-6-1-15,-2 4 3 0,0 4 1 0,-3 5 6 16,2-11-7-16,-2 11 1 0,1-6-2 0,-1 6-6 15,0 0-9-15,0 0 7 0,0 0-8 0,0 0 8 0,0 0-1 16,13 18 5-16,-4-3 2 0,-4 2 2 16,2 6 5-16,-1 3 6 0,5 0 1 0,-3-1 1 15,-1 5 2-15,-1 11 11 0,2-18-1 0,-5 5 0 16,0-2-2-16,1 0-2 0,-5 1 4 0,-1-2 3 16,1 3-3-16,-3-4 9 0,0-8 1 0,-4 1-2 15,1-1 8-15,-3-5 5 0,2 2 0 0,-1-1 13 16,0-6 1-16,0 2 9 0,-2-5 0 0,1 0 4 15,-7-4 0-15,17 1-1 0,-28-5-4 0,14-1 3 16,1-2-5-16,0-3 0 0,0 1-13 0,-3-9 1 16,7 5-2-16,-4-8-7 0,2-2-5 0,3-2-7 15,4 2-3-15,2 7-12 0,3 2-10 0,-1-1-11 16,4 1-20-16,2-1-17 0,1 2-23 0,3 1-20 16,3-2-34-16,8 0-26 0,-3 0-37 0,5 0-178 15,-9 4-395-15,2 2 175 0</inkml:trace>
  <inkml:trace contextRef="#ctx0" brushRef="#br0" timeOffset="83612.75">26743 15640 84 0,'0'0'163'0,"5"-9"-16"0,-5 9-18 15,0 0-14-15,0 0-13 0,0 0-5 0,0 0-5 16,0 0-6-16,22 22-1 0,-16-8-11 0,-1 2-5 15,-1 6 2-15,0 3-8 0,-1-8-6 0,-1-2 0 16,1 0-4-16,-2 1-5 0,0-4-5 0,-1-4-5 16,2-2 3-16,-2-6-2 0,0 10 1 0,0-10 0 15,0 0 4-15,1 7 5 0,-1-7 4 0,0 0 0 16,0 0 1-16,0 0-11 0,0 0-3 0,0 0-2 16,0 0-4-16,24-27-3 0,-15 12-3 0,1 0-6 15,4-6-1-15,-6 6-1 0,2 0-10 16,-2 2-3-16,2-3 2 0,1 1-4 0,0 1-1 0,-2 3 1 15,2 0-3-15,-6 6 6 0,4 0-8 0,-5 1 0 16,-4 4 0-16,10-7-6 0,-10 7 3 0,0 0 0 16,0 0 5-16,22 11-9 0,-18-2 7 0,0 1-3 15,0 3 1-15,-2 3 7 0,1 1 0 0,-2-2-13 16,-1 10-9-16,-1-9-25 0,3 0-31 0,0-1-19 16,-1-6-29-16,0 1-19 0,4-1-23 0,-2-1-129 15,-3-8-314-15,2 8 139 0</inkml:trace>
  <inkml:trace contextRef="#ctx0" brushRef="#br0" timeOffset="84514.58">27195 15634 43 0,'-17'-10'131'0,"8"7"-4"0,9 3-11 0,-20-6-13 15,12 6-8-15,8 0-8 0,0 0-10 0,-22 7-8 0,13-3-5 16,1 2-9-16,0 2-3 0,-2 5 1 16,5-1-10-16,-3 4-4 0,5 1-1 0,0 0-5 0,0-2-3 15,2-1-8-15,2 1 0 0,2-4 1 0,2 0-12 16,-1-2 8-16,0-2 3 0,2-2-8 0,-6-5 9 16,14 7-8-16,-5-5-2 0,-9-2-2 0,27-3-3 15,-18-1 3-15,5-3-5 0,-1 0-3 16,1-2-12-16,-3-2 12 0,2-1-8 0,-3-1-1 15,-2 3-4-15,1-3 0 0,-1 0 3 0,-5 5 1 0,3 1-6 16,-6 7 10-16,5-11-4 0,-5 11 12 0,4-6-11 16,-4 6 0-16,0 0 6 0,0 0-1 0,0 0-6 15,6-5 5-15,-6 5 2 0,0 0 3 16,0 0 9-16,-2 24-5 0,4-11 10 0,-1 0-2 16,4 0 4-16,-5-1-3 0,4-2-3 0,0 0 0 0,1-4 2 15,2 1-1-15,-4-2 4 0,-3-5 3 0,13 4 3 16,-13-4 3-16,16 0-6 0,-16 0 6 0,24-13-6 15,-14 4-5-15,5-4 1 0,-1-4 0 0,-1 2 2 16,0-6-6-16,-3-1 2 0,-2 5-1 16,-2-7-4-16,2 1 3 0,-3-1-2 0,1-1-2 15,-4-3-3-15,-2 1-8 0,1-1-3 0,-2 1-1 0,2 2-1 16,-4 1 5-16,3 1-4 0,-3 0 0 0,3 7 7 16,-2 3 1-16,7-1-4 0,-5 1 0 0,0 4 3 15,0 9-3-15,2-10-6 0,-2 10 5 16,0 0 0-16,0 0-5 0,0 0 5 0,0 0 0 15,0 0 0-15,0 0-5 0,0 0 4 0,0 0 1 16,5 51 3-16,-3-23 3 0,-2-1 9 0,0 2 2 16,-2 13-5-16,2-14 12 0,2-3-18 0,-2 0 11 15,2 0 3-15,0-6 1 0,3 3-1 0,-3-7-1 16,2 1-2-16,1-3 0 0,2-1-2 0,-3-3-4 16,1-2 7-16,7 1-1 0,-5-4-4 0,-2 0-2 15,-5-4 1-15,17 2-1 0,-17-2-1 0,24-8 4 16,-10 2-7-16,0-2-2 0,2-2-7 0,-2-2-10 15,0 0-12-15,-1 0 0 0,-2-2-13 0,-1 2-25 0,-2-2-4 16,-2 0 5-16,0 0-4 0,0 3 2 0,0-1-3 16,-3 4 10-16,-3 8-1 0,1-11 11 15,-1 11 0-15,0 0 10 0,4-10 3 0,-4 10 7 16,0 0-15-16,0 0 13 0,0 0 6 0,0 0 2 16,0 0 5-16,0 0 9 0,0 0 10 0,0 0 7 0,10 26 5 15,-6-13 0-15,1 2 6 0,1-2 5 16,2 2 10-16,-3-1-6 0,2 3 6 0,-2-4 6 15,1 3 2-15,-1-2 4 0,-3 1 1 0,-1-1-2 16,3-3-6-16,-4-1 6 0,1-2 7 0,-4 1-6 16,1-1 5-16,-3 3-3 0,-8-5-4 0,3 4-4 15,-8-4-5-15,1 4-2 0,-2-3-1 0,-6 0-5 16,0 0 5-16,1-5-10 0,-3 3 0 0,2-5-4 16,-1 0 1-16,8-2 1 0,0-1-8 0,4-1-10 15,-1 0-18-15,2-1-16 0,0-2-28 0,8 0-30 16,0 0-39-16,1-4-46 0,4-1-118 0,4 0-315 15,5 0 139-15</inkml:trace>
  <inkml:trace contextRef="#ctx0" brushRef="#br0" timeOffset="84708.67">28007 15698 213 0,'0'0'275'0,"0"0"-23"0,0 0-2 16,14-11-24-16,-14 11-21 0,0 0-19 0,1-8-21 15,-1 8-23-15,0 0-33 0,4-7-38 0,-4 7-45 16,0 0-57-16,0 0-85 0,0 0-214 0,0 0-356 16,0 0 159-16</inkml:trace>
  <inkml:trace contextRef="#ctx0" brushRef="#br0" timeOffset="137164.6">16412 16641 2 0,'0'0'75'0,"9"-3"3"16,-9 3-2-16,0 0-8 0,15 13 4 0,-6-1-6 0,0 2 2 15,2 10 8-15,-2 3-10 0,0 15-7 0,1 4 4 16,-2 3 4-16,-3 7-7 0,2 4-2 0,0 4-8 15,2 8 1-15,-2 0 30 0,0-1-12 16,1 4-5-16,7-4-2 0,-7 9-10 0,-3-8-4 16,1 0-1-16,2 2 2 0,-3-2-39 0,6 1 4 15,-4 0-5-15,-2-5 4 0,-1 5-5 0,4-5 6 0,-7-5-11 16,0-2 2-16,-2-4-6 0,7-3 12 0,-6 1-3 16,-1-4 0-16,1-4-7 0,0-18 4 0,1 12 25 15,-1-41-9-15,3 38-8 0,-3-38-15 0,6 29-7 16,-6-29 2-16,0 0 2 0,0 0-14 15,0 0-3-15,0 0-2 0,0 0-14 0,0 0-22 16,0 0-29-16,0 0-28 0,0 0-102 0,36-108-235 16,-27 54 104-16</inkml:trace>
  <inkml:trace contextRef="#ctx0" brushRef="#br0" timeOffset="138781.63">16510 16867 89 0,'-19'-4'124'16,"19"4"-9"-16,0 0-13 0,0 0 0 0,-28-3-9 15,28 3-9-15,0 0-11 0,0 0-11 0,0 0 0 16,0 0-13-16,0 0-2 0,0 0-7 0,0 0-3 0,0 0 0 16,0 0-19-16,0 0 14 0,71-15-6 15,-39 11-2-15,-1 1-3 0,19-1-3 0,1-5 23 16,-1-1-18-16,1 1-8 0,5 1 2 0,8 0 3 16,0 1-3-16,6 0-4 0,-1-2 3 0,4 3-3 15,6 1 4-15,-2 1-3 0,2 0-1 0,-2 0-8 16,7 0 2-16,2 1-3 0,1-4 1 0,3 4 5 15,2-1-4-15,6 1 3 0,-1-1-7 0,0 1-1 16,3-1 2-16,-3 1-1 0,1-1 2 0,2 1-2 16,1-1 0-16,3 1 0 0,-1 0-3 0,-1 1 2 15,-2-4-2-15,2 2 3 0,2 6-4 0,-7-4-1 16,6 0 7-16,-2 2-5 0,9 0 6 0,-4 2-1 16,-5-9-6-16,4 8 5 0,2-1-10 0,-1-3 9 15,-1 5-3-15,2-7 0 0,-2 3-1 0,1-1 1 16,-1-3 1-16,5 4 5 0,-12 1-7 0,3-2 3 15,-1-2-5-15,1 0 8 0,0 4-5 0,-3-5-7 16,1 4 9-16,-5-2-6 0,2 1 0 0,-5 0 7 16,-3-3-4-16,0 0-4 0,2 2 1 0,-5-1-4 15,-3 5 2-15,-7-5-6 0,1 2 5 16,-1 1 0-16,-7-2-1 0,-3 1 6 0,-2-1 0 16,0 3-6-16,-7-5 3 0,-1 1 16 0,-5 2-8 15,-2-1-11-15,-17 4 7 0,15-1 1 0,-19-1-9 16,2 0 14-16,-29 2-5 0,36-5-2 0,-36 5 2 0,33-1 1 15,-33 1-1-15,24-4 5 0,-24 4-3 0,0 0 3 16,0 0-2-16,0 0 13 0,0 0 3 16,0 0 2-16,27 0 0 0,-27 0-6 0,0 0 3 15,0 0 5-15,0 0 8 0,0 0 8 0,0 0 1 16,0 0 3-16,0 0-5 0,0 0-3 0,0 0-9 16,0 0 3-16,0 0-5 0,0 0-8 0,0 0 0 15,0 0-1-15,0 0-15 0,0 0 6 0,0 0-10 16,0 0 4-16,0 0-2 0,0 0-7 0,0 0 3 15,0 0-1-15,0 0 5 0,0 0-7 0,0 0 2 16,0 0 4-16,0 0-2 0,1 22 3 0,-1-22 1 16,3 21-5-16,0-8 6 0,-3-13-3 15,2 30 1-15,1-12-1 0,3 5 6 0,-5-4-7 0,7 8 1 16,-4 2 3-16,2 16-3 0,-1-1 3 0,4-4 1 16,-2 8 1-16,-1 0-2 0,3 2 8 0,-3 0-4 15,-1 6-8-15,3 1 0 0,3 3 4 0,-3-1-6 16,1 0 4-16,0 5 3 0,-1-8-6 0,-2 7 3 15,3 0-3-15,2-3 7 0,-6 1 1 16,0 1-4-16,1 3-1 0,-3 5 2 0,-1-6-3 16,-1-8 1-16,2 3 5 0,-2-5-1 0,-1 1-4 15,0-5 0-15,-1-4 7 0,4 1-8 0,-1 4 2 16,-2-11 4-16,4 4 1 0,-5-16-3 0,1-28 1 0,-1 58 3 16,-1-28-5-16,-2-2 5 0,4-28-2 0,2 55 2 15,-2-55-5-15,-3 36 1 0,3-36 1 16,-3 31-1-16,3-31 4 0,0 0 0 0,0 0-1 15,0 37 0-15,0-37-3 0,0 0 5 0,0 0 7 16,0 0 7-16,0 0 4 0,0 0 2 0,0 0-6 16,0 0-8-16,-21 21-3 0,21-21-1 0,0 0-7 15,0 0 0-15,0 0 4 0,0 0-7 0,-115-26 5 16,115 26-13-16,-62-18-1 0,15 9 2 0,2 2-1 16,-2-3 6-16,-3 3-10 0,3-1 6 0,47 8 5 15,-106-9-9-15,52 8 8 0,-6-8-1 0,4 7 1 16,-7 0 2-16,-1 1 5 0,0-1 0 0,-3 2-2 15,-7 3-8-15,1-4 9 0,-4 2 0 0,-1 3 3 16,-1 1 3-16,0-2-2 0,-1 3-3 0,-5 0 1 16,-6-3 2-16,-1 5 3 0,4-3-6 0,-2 4-4 15,-2-1 6-15,0 2-12 0,-3-1-1 0,0-4 1 16,2 2 3-16,-2 4-4 0,1-5 0 0,-7 4 4 16,3-4-7-16,1 1 11 0,0-1-6 15,1 2 7-15,-1-2-5 0,0 0 4 0,1 0 4 0,-1 1-2 16,-1-2-4-16,-1-3 10 0,4 5 5 0,0-1-11 15,0-1 4-15,8 2-3 0,-5-5 1 0,7 3-3 16,-4-3 0-16,4 6 0 0,-3-5 2 16,0 2-1-16,-2-1-7 0,9 2 1 0,0-5 6 0,-1 0-2 15,0 3 1-15,4-2-7 0,3 1-1 16,-2 0-4-16,-1 2 3 0,2-2 3 0,3-1-1 16,-3 1-1-16,3-3-1 0,8 3 3 0,0 1-1 15,-1-5 2-15,3 2 3 0,4 1-4 0,-4 0 3 16,6 2 5-16,57-4-8 0,-111 4 3 0,64-1 2 0,-5-3 2 15,52 0-3-15,-77 8-1 0,77-8 6 0,-76 4-2 16,76-4 3-16,-62 4-3 0,62-4 0 16,-49 3 6-16,49-3-7 0,0 0 5 0,0 0-2 15,-63 2 1-15,63-2-2 0,0 0-5 0,0 0 3 16,0 0-6-16,0 0 4 0,-52 8 7 0,52-8-7 16,0 0 1-16,0 0-9 0,0 0 5 0,0 0-8 15,0 0 4-15,0 0-5 0,0 0 6 0,0 0-6 16,0 0 4-16,0 0-1 0,0 0-2 0,0 0 2 15,0 0 2-15,0 0 2 0,0 0 9 0,0 0-2 16,0 0 1-16,0 0 2 0,0 0 11 0,0 0-8 16,0 0 3-16,0 0-3 0,0 0 6 0,0 0-7 15,0 0 4-15,0 0 0 0,24-78 5 0,-25 49 2 16,-2-14-7-16,2 0 0 0,-1 1 2 0,-9-5-5 16,2-2-1-16,-1 0 0 0,4 3 1 0,-10-4-4 15,6 2 3-15,0 6-3 0,-4-2 0 0,0 5-6 16,6 14 1-16,-3-1-5 0,11 26 0 0,-12-42-31 15,12 42-14-15,-13-38-46 0,13 38-157 16,-15-31-277-16,15 31 123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09:26:12.0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12953 13786 111 0,'0'0'128'0,"0"0"2"0,-15-21-7 0,15 21-2 15,0 0-5-15,0 0-11 0,0 0-8 0,0 0-1 0,0 0-6 16,0 0-2-16,0 0-8 0,0 0-3 16,0 0-2-16,0 0-12 0,0 0-5 0,0 0-7 15,0 0-8-15,0 0-2 0,0 0-1 0,0 0-8 0,0 0-1 16,0 0-2-16,0 0-2 0,0 0 1 0,46 3-5 15,-27-3 0-15,11 3-1 0,-1 1-7 0,4-2 1 16,17 0-3-16,0-4 2 0,0 2-1 0,6-4-5 16,-2 0 2-16,4 2-4 0,6-3-6 0,-2 4 2 15,3-7-10-15,-3 4-2 0,6-1-4 0,-4 0 5 16,-1 3 0-16,-3-4-1 0,2 4 1 0,-7-2 0 16,5 1 1-16,-6 2 3 0,-3-2 6 0,-5-1-7 15,5 5-1-15,-20 1 0 0,19-1 8 0,-7 1 5 16,-14-1 3-16,1-1 1 0,-3 1 1 0,5-1 5 15,-4 4 6-15,0-4-5 0,-9 4-2 0,-1-4-2 16,0 4 3-16,0-4-5 0,-3 2 1 0,-1-2-1 16,0 1-6-16,-14-1 1 0,17 3-9 0,-9 0-19 0,-8-3-20 15,0 0-38-15,11 3-45 0,-11-3-191 0,0 0-341 16,0 0 152-16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09:24:18.0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16501 6477 70 0,'0'0'61'15,"0"0"-1"-15,0 0-7 0,0 0-4 0,0 0-10 16,0 0 2-16,0 0-5 0,0 0 0 0,0 0-3 16,0 0-11-16,0 0-5 0,0 0 17 0,0 0-3 15,0 0-7-15,0 0-2 0,0 0 0 0,-24-50-8 16,24 50-1-16,0 0-1 0,0 0-6 0,0 0 6 15,0 0 5-15,0 0-7 0,0 0-4 0,0 0 6 16,0 0 1-16,0 0 3 0,0 0 2 0,0 0-4 16,0 0 9-16,0 0-3 0,0 0-4 0,0 0 1 15,0 0 3-15,0 0-6 0,0 0 11 0,0 0-12 16,0 0 5-16,0 0-4 0,0 0-11 0,0 0 8 16,0 0-6-16,0 0 5 0,0 0-7 0,0 0 11 15,0 0 0-15,0 0 13 0,0 0-10 0,0 0 8 16,0 0-1-16,0 0 6 0,119 4-7 0,-75-7 3 15,-44 3-5-15,92-10 0 0,-46 6 1 0,-46 4 1 16,95-4-4-16,-49 5 1 0,-46-1 8 0,83 0-3 16,-83 0-7-16,84 2-5 0,-39-1 1 0,-45-1 2 15,74 4-6-15,-74-4 3 0,59 6-4 0,-59-6 3 16,0 0-1-16,65 5-4 0,-65-5-5 0,0 0 6 16,46 5-3-16,-46-5 11 0,0 0-7 0,0 0-6 0,0 0 1 15,0 0 4-15,0 0 9 0,0 0 2 16,0 0 11-16,0 0 4 0,0 0 7 0,0 0-1 15,0 0-1-15,0 0-3 0,0 0 5 0,58 1-1 16,-58-1-9-16,0 0-8 0,0 0 4 0,0 0-9 16,0 0-6-16,0 0-13 0,0 0-19 0,0 0-18 0,0 0-27 15,0 0-22-15,0 0-43 0,0 0-152 16,0 0-305-16,0 0 136 0</inkml:trace>
  <inkml:trace contextRef="#ctx0" brushRef="#br0" timeOffset="1273.78">16419 10519 47 0,'0'0'102'0,"0"0"-9"15,0 0-7-15,0 0-10 0,0 0-13 0,0 0-7 0,0 0 3 16,0 0-10-16,0 0-10 0,0 0 2 0,0 0-7 15,0 0 0-15,0 0-5 0,0 0-9 0,0 0 5 16,0 0 6-16,0 0-4 0,0 0-9 16,87 43 6-16,-87-43-2 0,81 9 9 0,-34-8-7 15,-47-1 1-15,92 3 2 0,-44-3-1 0,-48 0 2 0,94-10 2 16,-94 10 0-16,79-6-5 0,-79 6-2 0,78-6-3 16,-78 6 6-16,60-3-1 0,-60 3-4 0,46-6-15 15,-46 6 17-15,0 0 0 0,0 0-10 0,63-2 5 16,-63 2-4-16,0 0-11 0,0 0 18 0,0 0-3 15,0 0 7-15,0 0 0 0,0 0 2 0,0 0 7 16,0 0 4-16,0 0-4 0,0 0 0 0,0 0 0 16,0 0-5-16,0 0 1 0,0 0-5 0,0 0-5 15,0 0-1-15,0 0-19 0,0 0-19 0,0 0-18 16,0 0-28-16,0 0-8 0,0 0-35 0,59 7-18 16,-59-7-112-16,0 0-256 0,0 0 114 0</inkml:trace>
  <inkml:trace contextRef="#ctx0" brushRef="#br0" timeOffset="5372.11">22476 7172 10 0,'0'0'48'0,"0"0"-16"16,0 0 7-16,0 0-3 0,0 0-8 0,0 0-2 15,0 0-15-15,0 0-20 0,0 0-29 0,0 0-39 16,0 0 18-16</inkml:trace>
  <inkml:trace contextRef="#ctx0" brushRef="#br0" timeOffset="6415.05">22316 9800 11 0,'0'0'70'15,"0"0"-5"-15,0 0-3 0,0 0-3 0,0 0-13 16,0 0-5-16,0 0-7 0,0 0 0 0,0 0-22 0,42-32-5 16,-42 32-5-16,0 0-8 0,14-39-12 0,-14 39-10 15,12-50-38-15,-6 22-70 0,-5-2 31 16</inkml:trace>
  <inkml:trace contextRef="#ctx0" brushRef="#br0" timeOffset="7043.24">22478 8341 60 0,'0'0'62'0,"0"0"1"0,0 0-7 0,0 0 1 15,0 0-4-15,0 0-5 0,0 0 3 0,0 0-3 0,0 0-6 16,0 0-4-16,0 0-3 0,0 0 1 0,0 0 2 15,0 0-13-15,0 0-3 0,0 0 8 0,0 0-4 16,0 0 0-16,0 0-2 0,0 0 0 0,0 0-3 16,0 0-5-16,0 0 3 0,0 0-2 0,0 0-1 15,0 0 5-15,0 0-7 0,0 0 2 0,0 0 6 16,0 0-4-16,0 0-1 0,0 0-4 0,0 0-3 16,0 0 11-16,0 0-14 0,0 0 3 0,0 0-6 15,0 0 10-15,0 0-2 0,0 0 2 0,0 0 1 16,0 0-4-16,0 0-1 0,0 0-3 0,0 0 4 15,0 0-5-15,0 0 0 0,0 0-1 0,0 0 0 16,0 0 0-16,0 0-3 0,0 0 10 0,0 0-9 16,0 0-3-16,0 0 2 0,0 0-3 0,0 0 0 15,0 0 1-15,0 0 0 0,0 0 8 0,0 0-1 16,0 0 0-16,0 0-11 0,0 0 7 0,0 0-1 16,0 0 8-16,0 0 0 0,0 0-5 0,0 0-11 15,0 0 5-15,0 0 5 0,0 0-7 0,0 0 8 16,0 0-7-16,0 0 1 0,0 0-4 0,0 0 2 15,0 0 5-15,0 0-1 0,0 0-2 0,0 0 2 16,0 0 0-16,0 0 7 0,0 0-7 0,0 0-6 16,0 0 6-16,0 0-7 0,0 0 9 0,0 0-4 0,0 0-2 15,0 0-7-15,0 0-1 0,0 0-22 16,0 0 9-16,0 0-1 0,0 0 2 0,0 0-5 16,0 0 4-16,0 0-1 0,0 0-7 0,0 0-11 15,0 0-4-15,0 0-21 0,0 0-84 0,0 0-164 0,0 0 73 16</inkml:trace>
  <inkml:trace contextRef="#ctx0" brushRef="#br0" timeOffset="9710.44">14766 14654 40 0,'0'0'58'0,"0"0"-4"0,-7-5-7 0,7 5-3 16,0 0-3-16,0 0 0 0,0 0-7 15,0 0-2-15,-5-6-1 0,5 6-9 0,0 0 0 16,0 0-3-16,0 0 6 0,0 0-12 0,15-9 1 0,-15 9 0 16,13-2-3-16,-13 2 1 0,19-1-1 0,-3 0-10 15,-1 0-2-15,2-2 9 0,2 2 0 0,6-1-7 16,0 1 3-16,-5-2 0 0,8-1 2 15,2 6-1-15,0-4 4 0,3 2 2 0,1-2-2 16,-2 2-3-16,1-4-3 0,0 3 8 0,14-2-4 0,-2 2-1 16,-12 2-2-16,15-1-2 0,-1-1 4 0,-14 2-5 15,17-2 2-15,1 2-1 0,-1 1-8 0,1-1 6 16,-4-4-3-16,2 3 1 0,-1 0-1 16,1 2-12-16,6-4 12 0,-1 4-1 0,-7-4-5 0,5 2 5 15,3-1-7-15,-1 2 9 0,2-2-4 16,-1-1-10-16,4 2 13 0,-3-3-6 0,4 2-5 0,-1-3 8 15,-3 0 2-15,4 3 0 0,-3-2-4 0,4-2-1 16,-2-1 4-16,0 2-1 0,-1 2 2 16,5 2-1-16,-3-3 2 0,-2 0 4 0,4 2-7 0,-1-4-1 15,2 3-3-15,-4-1 1 0,2 1 4 0,-1-4-9 16,-2 5 5-16,-1 1-1 0,2-4 3 16,-6 1 1-16,3 1-3 0,3-1 4 0,-1 2-5 0,1-2 5 15,0 3-5-15,-2 0 4 0,1-1 3 16,1-2-2-16,-2 5-4 0,2 0 1 0,-3-2 4 0,-1-2-3 15,-4 3 3-15,3 0 3 0,2 0 1 0,6-3 2 16,-5 2 1-16,-1 4-5 0,1-4 4 0,0 0 0 16,2 0 2-16,0 5 2 0,-2-5-1 0,-1 0-5 15,-1-1 0-15,-1 1 3 0,0 1-2 0,2 0 2 16,0-1-2-16,-1 3 2 0,0-3 3 0,0-2-8 16,-1 2 7-16,-1-1-2 0,1 5 1 0,2-5 3 15,0 1-2-15,-2-3-2 0,-1 6 3 0,3-3-4 16,-1 1 7-16,-7-4 2 0,5 2-8 0,-3-4 2 15,3 8 0-15,-4-10 2 0,1 3-4 0,5 0-2 16,-12 4 3-16,12-3-6 0,-3 2-1 0,-2-3 6 16,5 2-3-16,0 1-2 0,-2-7 3 0,2 3 0 15,-4-1 7-15,6 0-10 0,-6 4 4 0,4-4 2 16,-5 4 3-16,0-1-4 0,2 0-2 0,-2-1 1 16,-2 0 4-16,3-1 0 0,-2 4-3 0,-1-1-1 15,0-2 5-15,1 1-3 0,1-2-4 0,-3 0 1 16,4 3 0-16,0-2-3 0,-5-1 2 0,3 3 1 15,-3-1 1-15,-13 3-3 0,18-5 2 0,-2-1-3 16,-1 3-2-16,1-2 2 0,2 2 5 0,-4-3 1 16,4 2-3-16,-5 0-1 0,4 1 2 0,-1-3 1 15,-2 1-5-15,3 4 1 0,-2 0 2 0,0-3 7 16,-2 2-7-16,1-4-1 0,0 5 0 0,-15-1-6 16,15-1 1-16,0 0 7 0,1 1-1 0,-2-2 0 15,4 1 3-15,-3 3-2 0,-1-2-7 0,-14 0 10 16,19 0-8-16,2 1 1 0,-5-1 4 0,3-2-2 15,-1 2 3-15,3-2 0 0,-5 4-1 0,2-2-1 16,-18 2 3-16,16-3-2 0,0 0 6 0,2 3-8 16,-3-1 5-16,0 0-2 0,1-1 3 0,-14 2-9 15,13-4 7-15,2 1 1 0,0 1-6 0,-4 1 1 16,3 0 6-16,-1 0 1 0,-2-2-5 0,-12 2 6 16,18 0-7-16,-19 1 0 0,0 0 0 0,0 0 0 15,0 0 4-15,0-2 0 0,14 1-2 0,-18 2-4 16,1-1 5-16,-9 0-6 0,-1 2-7 0,1-2-8 15,-1 2-13-15,-1-1-18 0,-1 2-41 0,-7-2-95 16,0 0 42-16</inkml:trace>
  <inkml:trace contextRef="#ctx0" brushRef="#br0" timeOffset="9879.24">24868 14382 14 0,'10'4'145'16,"-10"-4"-14"-16,0 0-5 0,0 0-15 0,0 0-20 15,0 0-9-15,0 0-47 0,0 0-32 0,-34 4-50 16,8 8-69-16,-18 1-125 0,14-5 56 0</inkml:trace>
  <inkml:trace contextRef="#ctx0" brushRef="#br0" timeOffset="14925.06">22449 7925 35 0,'0'0'37'0,"0"0"-5"16,0 0-10-16,0 0 5 0,0 0-6 0,0 0-4 16,0 0-5-16,0 0 1 0,0 0-4 0,0 0 1 15,0 0-12-15,0 0-6 0,0 0-13 16,0 0-13-16,0 0-38 0,0 0 17 0</inkml:trace>
  <inkml:trace contextRef="#ctx0" brushRef="#br0" timeOffset="16773.12">21145 6309 58 0,'0'0'74'0,"0"0"-9"0,0 0-6 16,0 0-23-16,0 0-23 0,0 0-23 0,0 0-15 16,0 0-20-16,0 0-49 0,0 0 21 0</inkml:trace>
  <inkml:trace contextRef="#ctx0" brushRef="#br0" timeOffset="17124.53">20868 10023 95 0,'0'0'127'0,"0"0"-10"16,0 0-12-16,0 0-8 0,0 0-9 16,0 0-15-16,0 0-13 0,0 0-28 0,0 0-24 0,0 0-28 15,0 0-16-15,0 0-26 0,0 0-52 0,19-98-124 16,-7 55 55-16</inkml:trace>
  <inkml:trace contextRef="#ctx0" brushRef="#br0" timeOffset="17707.75">20788 9929 11 0,'0'0'107'0,"0"0"-9"0,0 0-3 16,0 0-15-16,0 0-4 0,0 0-11 0,0 0-19 15,0 0-7-15,0 0-17 0,0 0-24 0,0 0-14 0,0 0-88 16,0 0-112-16,0 0 50 0</inkml:trace>
  <inkml:trace contextRef="#ctx0" brushRef="#br0" timeOffset="18270.9">20768 10049 115 0,'0'0'93'0,"0"0"-15"0,0 0-27 16,0 0-16-16,0 0-23 0,0 0-23 16,0 0-52-16,0 0-67 0,0 0 31 0</inkml:trace>
  <inkml:trace contextRef="#ctx0" brushRef="#br0" timeOffset="19930.91">17934 14405 40 0,'0'0'65'0,"0"0"-11"16,0 0 1-16,0 0-13 0,0 0 0 0,0 0-3 16,0 0-7-16,0 0-10 0,0 0 1 0,0 0-11 0,0 0-8 15,0 0-8-15,0 0-17 0,0 0-4 16,0 0-13-16,0 0-19 0,0 0-62 0,0 0 27 15</inkml:trace>
  <inkml:trace contextRef="#ctx0" brushRef="#br0" timeOffset="20515">19005 14048 31 0,'0'0'47'0,"0"0"-8"0,0 0-14 16,0 0-14-16,0 0-15 0,0 0-22 0,0 0-26 16,0 0 12-16</inkml:trace>
  <inkml:trace contextRef="#ctx0" brushRef="#br0" timeOffset="21162.98">20007 13998 8 0,'0'0'96'0,"0"0"-6"0,0 0-11 0,0 0-9 16,0 0-7-16,0 0-5 0,0 0-2 0,0 0-5 15,0 0-10-15,2-9-6 0,-2 9 1 0,0 0-9 16,0 0 6-16,0 0-13 0,0 0 0 0,0 0-1 16,0 0 0-16,0 0-4 0,0 0 4 0,0 0-9 15,0 0 4-15,0 0-4 0,0 0-1 0,0 0-1 16,0 0-2-16,0 0-3 0,0 0-1 0,0 0 3 15,0 0 2-15,0 0-5 0,0 0 7 0,0 0-4 16,0 0-8-16,0 0 8 0,0 0-6 0,0 0-1 16,0 0 4-16,0 0-1 0,0 0 0 0,0 0 5 15,0 0-2-15,0 0 2 0,0 0-6 0,0 0 1 16,0 0-1-16,0 0-8 0,0 0-1 0,0 0-7 16,0 0-7-16,0 0-11 0,0 0-16 0,0 0-18 15,0 0-59-15,0 0-136 0,0 0 60 0</inkml:trace>
  <inkml:trace contextRef="#ctx0" brushRef="#br0" timeOffset="22132.66">21232 14216 66 0,'0'0'59'0,"0"0"-4"16,0 0-8-16,0 0-12 0,0 0-4 0,0 0-9 16,0 0-11-16,0 0 1 0,0 0-7 0,0 0-9 15,0 0 4-15,0 0-10 0,0 0-8 0,0 0-12 16,0 0-18-16,8 15-50 0,-8-15 23 0</inkml:trace>
  <inkml:trace contextRef="#ctx0" brushRef="#br0" timeOffset="22773.97">21237 14243 43 0,'0'0'98'0,"0"0"-3"16,0 0-15-16,0 0 8 0,0 0-14 0,-10-6 12 16,10 6-13-16,0 0-10 0,0 0-7 0,0 0-7 15,0 0-1-15,0 0-7 0,0 0-3 0,0 0 0 16,0 0-9-16,0 0-1 0,0 0 0 0,0 0-11 15,0 0 2-15,32-3-7 0,-13 3 2 0,-3 0 2 16,11-3-9-16,1 2 7 0,2-1-6 0,2-3-2 16,0 3 2-16,14-4 2 0,0 2-3 0,-14 2 3 15,17-2-6-15,-2 4 5 0,-14-1-4 0,14-3-3 16,6 4-1-16,-6 1-15 0,-15-2 19 0,22 1 8 16,1-1-8-16,-2-1-2 0,-1 0 3 0,5 2-3 15,3-1-1-15,3 2-4 0,-2-1-2 0,0 0 13 16,2 0-1-16,2 2-5 0,0-2 3 0,3 2-6 15,-5-2 5-15,-1 1-4 0,2-4 3 0,4 3 0 16,0-5-2-16,1 1 5 0,-5 1 5 0,7 0-10 16,-6 0 0-16,2-3-4 0,-2 6 8 0,-5-4-4 0,0 1 4 15,-2-1 1-15,-1 3-6 0,-4-3-2 0,3-3 0 16,-1 9-1-16,-5-7 7 0,1 5 2 16,-3 0-3-16,3-4-2 0,-19 2-1 0,14 1-1 15,-12 0-4-15,-2-1 8 0,15 2 1 0,-22 0 0 16,1 3-2-16,3-3-5 0,-8 0 18 0,6-3-5 0,-8 3 3 15,0 0-11-15,-3 0 6 0,1-1 2 16,-7 1-3-16,-10 0-8 0,22 0 23 0,-22 0-12 16,14-2 3-16,-14 2 1 0,0 0 8 0,14-1 6 15,-14 1-7-15,0 0 2 0,0 0 4 0,0 0-1 0,0 0-3 16,13-2-3-16,-13 2 1 0,0 0 10 0,0 0 0 16,0 0-4-16,0 0-2 0,0 0 1 0,0 0 1 15,0 0-2-15,0 0 2 0,0 0-10 16,0 0 6-16,0 0-5 0,0 0-4 0,0 0-1 0,0 0-2 15,0 0 4-15,0 0-9 0,0 0 4 0,0 0 1 16,0 0-4-16,0 0-3 0,0 0 0 0,0 0 3 16,0 0-2-16,0 0-5 0,0 0-7 0,0 0-6 15,0 0-18-15,0 0-9 0,0 0-24 0,0 0-8 16,0 0-21-16,0 0-7 0,0 0-16 0,0 0-17 16,0 0-111-16,0 0-263 0,0 0 116 0</inkml:trace>
  <inkml:trace contextRef="#ctx0" brushRef="#br0" timeOffset="28670.04">17267 14794 21 0,'0'0'21'0,"0"0"1"0,0 0-6 15,0 0 6-15,0 0-4 0,0 0-1 0,0 0 0 0,0 0 5 16,0 0-4-16,-2-10-2 0,2 10 1 0,0-8-1 16,0 8 2-16,0-10-7 0,0 10 4 0,2-10 2 15,-4 1 5-15,2 9-6 0,0 0 2 16,2-12-1-16,-2 12 12 0,1-9-5 0,-1 9 1 0,0 0 2 15,1-8 7-15,-1 8-4 0,0 0 1 0,-2-10-23 16,2 10 14-16,0 0 1 0,0 0-4 0,0 0-5 16,0 0-2-16,0 0-2 0,0 0-6 0,0 0 7 15,0 0 5-15,0 0-12 0,0 0 3 16,11 21 4-16,-6-7 2 0,2 15 1 0,0-2 11 0,2 17-3 16,0 3-6-16,-2 1 11 0,0 5-3 0,1 0-5 15,0 2-6-15,-2-1 10 0,3 1-10 0,-3-4 11 16,5 2-13-16,-5 2 3 0,0-13-2 0,1 13-9 15,-1-11 3-15,2-4 3 0,-6-16 5 0,1 1-5 16,3-1 6-16,-5-10-8 0,2 4 0 0,-2-5 6 16,2-4-11-16,1 0 8 0,-3-3 0 0,-1-6-8 15,1 7 2-15,-1-7 5 0,4 6-4 0,-4-6 4 16,0 0-4-16,0 0-1 0,0 0-5 0,0 0-28 16,0 0-14-16,0 0-16 0,3-33-22 15,-1 10-10-15,-4-3-51 0,-2-18-152 0,3 15 67 0</inkml:trace>
  <inkml:trace contextRef="#ctx0" brushRef="#br0" timeOffset="30294.6">17161 14491 22 0,'0'0'70'0,"0"0"-10"0,0 0-1 16,0 0-13-16,0 0 6 0,0 0-18 0,0 0 0 0,0 0-4 15,0 0-1-15,0 0-3 0,0 0-5 0,32-1 0 16,-32 1-3-16,33 1 9 0,-14 0-11 0,6-1-4 16,5-2-2-16,0 2-2 0,1-5 5 0,15 0 0 15,-14 0 0-15,14-1-8 0,-1 3 4 16,2-1-2-16,8-5 2 0,-1 1 0 0,6-3-2 0,5 3 4 16,5 0-3-16,-2-1 2 0,1 1 4 0,4 0-4 15,4 2 0-15,-3 5 7 0,2-6-6 0,1 1-3 16,4 1-5-16,0-1 2 0,3 0 0 0,5 0 4 15,-2 0-3-15,6 1 0 0,-2-3-3 16,2 4 3-16,-1-1-3 0,-1 4 0 0,1-5-2 16,-1 2 0-16,-2 0-4 0,7-1 1 0,-4 1 2 0,-4 0-8 15,2 0 1-15,-5 0 11 0,-2 1-16 0,-1 2 7 16,-5-4-6-16,-1 0 1 0,-1-1-3 0,-1 2 7 16,-5 1-3-16,-4-2 2 0,0 1-2 0,-2 1-1 15,-6-1 6-15,-2 2 1 0,-4 0-2 16,-1 2 0-16,-3-4 1 0,-15 4 1 0,13-1-2 0,-14 0 4 15,16-1-1-15,-16 4 1 0,-3-4-5 0,3 1 1 16,2 1-1-16,-5 0 2 0,0 0 3 0,-1 0-2 16,-2 0 5-16,2 0-4 0,-8-2 1 0,-1 0-1 15,8 4-1-15,-6-2 4 0,-2 2 1 0,1-2-2 16,-1 0 0-16,0 0-2 0,1 1-4 0,-1 1 2 16,1 0 4-16,-2-1 1 0,2 0-4 0,2-2 1 15,-2 1-2-15,1 1 5 0,7-2 4 0,-9 1-1 16,2-2 0-16,-2 1 2 0,10-2 1 0,-11-2-1 15,2 3 9-15,-1-2 2 0,0 2 1 16,-1-4-1-16,-1 4-1 0,0-2-4 0,-16 4 2 0,24-5 5 16,-24 5-2-16,16-1 8 0,-16 1-2 0,0 0 1 15,16-4 2-15,-16 4 0 0,0 0-3 0,0 0 2 16,0 0-4-16,0 0 3 0,19 0-5 0,-19 0 2 16,0 0 1-16,0 0-9 0,0 0-1 0,0 0-1 15,0 0 1-15,0 0-5 0,10 10 2 0,-10-10-6 16,0 12 3-16,4-3 5 0,2 5 9 0,-7 0-10 15,2 1 0-15,4 2 0 0,1 6-5 0,-6 2-2 16,5 0 1-16,-1 0 7 0,6 2-5 0,3 13 2 16,-6-11-2-16,5 13 4 0,-6 3-3 0,4 3-4 15,-2-1 1-15,1 0 1 0,-3 5-4 0,-2-2 3 16,0 3 1-16,0 0-2 0,1 3-3 0,-5-2 7 16,0 3-5-16,0-4-3 0,3 2 4 0,-3 1 3 15,-3-3-5-15,8 0 1 0,-4-3 0 0,3-1-1 16,-1-3 7-16,-1-4-6 0,3-16 3 0,-1 4 2 15,0 10-2-15,-1-17 7 0,3 3-3 0,-4-3-4 16,1-5-2-16,1 6 2 0,-3-8-1 0,2 0-2 16,-2-2 4-16,0 0-4 0,3-2 3 0,-2-5 2 15,-1 3-4-15,-1-10 1 0,1 10 1 0,-1-10 6 16,0 9 6-16,0-9 0 0,0 0 2 0,0 7-1 16,0-7 9-16,0 0-1 0,0 0 3 0,0 0 3 15,0 0 2-15,0 0-2 0,-5 6-3 0,5-6-4 16,0 0 0-16,-17 1-2 0,17-1-5 0,-19-3-1 15,19 3-1-15,-25-4-7 0,8 2-4 0,3 1 1 16,-4-1-7-16,-9 0 5 0,8 2-6 0,-12-1-2 16,-2 1-2-16,1 3-3 0,0-3 2 0,-16 1 7 15,16-4-7-15,-17 3 1 0,-1 5 1 0,3-3-7 16,0-2 13-16,1 0-6 0,-3 1 13 0,-1 2-7 16,4-3 0-16,-7 0 2 0,4 0 2 0,-2-1-3 15,-5 2 8-15,1 1-5 0,1-2 8 0,0 1 2 16,-3 2 0-16,-4 0-5 0,-2-1-2 0,-2 3 2 15,-2-7-3-15,-3 4-1 0,4 0 2 0,0-1 4 16,4 3-3-16,2-2-4 0,0-1 2 0,-2 2 3 16,4-3 2-16,0 1 9 0,4 1-1 0,-1-1 3 15,2 5 0-15,-1-3-1 0,4 2-4 0,-6-1-1 16,2 0 0-16,4 3-5 0,-5-1-3 0,-1-3 10 16,4 3-10-16,-6 0 6 0,3 2-7 0,3-2 0 15,-3 2 1-15,4-3-1 0,-2 0-1 0,4-3 0 16,-5 1 3-16,1 2-5 0,-1-6-1 0,1 4 0 15,6-2 0-15,-5 2-3 0,-2-3 4 0,4 3-4 16,3-1 2-16,-1 3-5 0,1-5 1 0,-8 1 2 16,9-2-2-16,13-1 3 0,-17 4-4 0,2-4 0 15,3 4 1-15,12-7 1 0,-15 4-1 0,2 2-4 16,-2-1 3-16,0 3-1 0,1-1-3 0,1-2 3 16,-1 1 0-16,1-2-3 0,14-1-2 0,-15 4 12 15,15-1-10-15,1 2 0 0,-1-6 2 0,0 4 1 16,0-1 1-16,4 0-2 0,3 0 3 0,5-1-4 15,1 1 0-15,0-1 6 0,5 1-1 0,-3-2 0 16,17 2-4-16,-19 0 3 0,19 0 0 0,-16 0-1 16,16 0-1-16,0 0 0 0,0 0 0 0,0 0 3 15,-16 2-5-15,16-2-3 0,0 0 5 0,0 0-6 16,0 0 6-16,0 0-8 0,0 0-2 0,0 0 4 16,0 0 2-16,0 0-2 0,0 0 4 0,0 0-6 15,-4 5-2-15,4-5-3 0,0 0-2 0,0 0-4 16,0 0 4-16,0 0-1 0,0 0 8 0,0 0-1 15,0 0 1-15,0 0 5 0,0 0-2 0,0 0-1 16,0 0 3-16,0 0-6 0,0 0-9 0,16-22-8 16,-10 7-3-16,2-10-7 0,-1-5 0 0,6-8 0 15,-8 9 0-15,4-15-8 0,-4 4 1 0,3-2-8 16,-7 15-8-16,1-2 6 0,0-1-2 0,-1 6 8 16,1-1-4-16,-2 8 8 0,-3-1-2 0,2 4 0 15,-2 2-14-15,1 4-14 0,-1 0-90 0,3 8-181 16,-9-8 80-16</inkml:trace>
  <inkml:trace contextRef="#ctx0" brushRef="#br0" timeOffset="35264.44">15651 17302 23 0,'0'0'65'15,"0"0"-1"-15,0 0-9 0,0 0-17 0,0 0 1 16,0 0-5-16,0 0-5 0,0 0 1 0,14 46-4 15,-10-23-1-15,2 18 6 0,-2-11-11 0,4 18 0 16,1 0-1-16,-3 0 3 0,5 7 1 16,-1 6 0-16,1 0-7 0,-7 1 5 0,4 4-3 15,3 0 1-15,5-3 38 0,-1 0-3 0,-1-1-9 16,5 1 1-16,-5 3-13 0,0-8 1 0,-3 3 2 16,3-5-1-16,2-2 1 0,-5 1-8 0,-3-9 0 0,0-1-36 15,-3-4 2-15,0-10 1 0,-5 10 3 16,3-14 6-16,-3-27-4 0,4 49-5 0,-4-49 9 15,6 42 7-15,-6-42-10 0,0 33 2 0,0-33-4 16,0 0 5-16,1 30-4 0,-1-30 8 0,0 0-2 16,0 0 6-16,0 0 4 0,0 0-9 0,0 0 5 15,0 0-5-15,0 0-20 0,0 0-17 0,0 0-28 16,0 0-17-16,0 0-14 0,0 0-61 0,0 0-161 16,0 0 71-16</inkml:trace>
  <inkml:trace contextRef="#ctx0" brushRef="#br0" timeOffset="37259.94">15513 17216 42 0,'0'0'58'0,"0"0"-9"0,0 0-1 0,0 0 10 16,81 15-18-16,-56-13 16 0,7 3-5 0,13-5-6 16,-12 0-8-16,13 3 1 0,0 0-3 0,-14-2-3 15,13 2-1-15,3 1-7 0,0 2 4 0,4-3-5 16,3 7 1-16,-4-2-11 0,0 1 9 0,4 0-8 16,-1-4 3-16,0 5-4 0,1 0-1 0,1-1 1 15,-3-1 0-15,5 2-5 0,-4-2 5 0,5-4-10 16,-2 0 10-16,3-3-6 0,9 0 14 0,-5-5 12 15,5 0-21-15,-3-4 7 0,6 4 3 16,3-4-6-16,2-2 0 0,5-7 0 0,-3 8-1 16,8-1-4-16,1-2 3 0,-1-1-3 0,5 5-2 0,1 0 4 15,2-1-3-15,-4-1 3 0,2 2 4 16,3 2-7-16,-2-1-1 0,-2-3 0 0,8 8 2 16,4-1-14-16,-5-3 13 0,0-1-11 0,3 0 10 15,4 3-2-15,-9-2-5 0,7 1 0 0,-1-4 6 16,-1 7 3-16,8-4-7 0,-5 1 6 0,1 0-7 15,-2-1-2-15,-1 3 3 0,-4-2 4 0,2-1-3 16,2 3 3-16,2 0-5 0,-2-3-1 16,0 5 3-16,-1-6-7 0,0 4 17 0,-3 3-10 0,-5-5-5 15,7-3-5-15,-4 5 14 0,0-2-6 16,-5 0-7-16,4 1-2 0,-1-1 15 0,-6-3-8 16,-2 8-1-16,1-6 1 0,-3-2-7 0,0 7 15 15,0-1-1-15,-6-1-10 0,0 0 1 0,-3 2 5 16,-4-2-1-16,-3 1-9 0,-11 3 3 0,11 1 12 0,-5-3-12 15,-4 2 1-15,-4 3 3 0,3-5-3 0,-3 2 2 16,-1 2 6-16,0 1-3 0,-1-7-6 16,-7 4 8-16,4 1-9 0,-1-2 4 0,-4 5 3 15,-14-5 1-15,-1 1-4 0,13 4 3 0,-13-5-7 16,2-1 3-16,-2 2 6 0,-2 3-8 0,1-4-6 16,-6 3 10-16,3-1 4 0,-27-2-13 0,55-3 26 15,-35 4-24-15,8 1 1 0,-2 0 6 0,-26-2 8 16,45 1-13-16,-45-1-1 0,33 2 5 0,-33-2-2 15,25 2-1-15,-25-2 8 0,0 0-2 0,0 0-3 16,34 0 1-16,-34 0-7 0,0 0 4 16,0 0 3-16,0 0-10 0,0 0 4 0,23 3 13 15,-23-3-9-15,0 0 6 0,0 0 10 0,0 0-21 0,0 0 3 16,0 0-1-16,0 0 3 0,0 0-5 16,0 0 2-16,34 0 7 0,-34 0 0 0,0 0-9 15,0 0 7-15,18 7-1 0,-18-7 2 0,0 0-1 16,21 14 2-16,-21-14-5 0,12 18 1 0,-5-5-3 15,-1 0 2-15,-2 5 6 0,1 8 0 0,0 3-6 16,-2-2-1-16,4 20 5 0,-3-6-5 0,-4-10-5 16,1 15 7-16,-3 0 11 0,-1-3-16 0,3-14 3 15,-2 19 4-15,2 3 1 0,0-8 2 0,1 1-4 16,0-2-7-16,3-1 4 0,0 3 2 0,-3 2-5 16,3-4 4-16,1 3-5 0,0 4 5 15,-3-4 2-15,5 2 1 0,0 1 2 0,-3-4-6 16,-2 0-2-16,5 0 2 0,-4 2-2 0,-4-1-2 0,7 1 5 15,-4-1 7-15,-4-16-8 0,0 12 4 0,2-41 4 16,2 57-8-16,-2-16-1 0,0-14 8 0,0-27-9 16,-6 47 3-16,6-47 0 0,0 31 3 0,0-31 1 15,0 0 4-15,0 0-11 0,-4 35 4 0,4-35 8 16,0 0-5-16,0 0-5 0,0 0 10 16,0 0-11-16,0 0 18 0,0 0 9 0,0 0-1 15,-9 29 4-15,9-29-2 0,0 0-2 0,0 0-3 16,0 0 0-16,0 0-5 0,0 0 0 0,-80-9-11 15,80 9 0-15,0 0 2 0,0 0 2 0,-110-15-4 16,61 8-6-16,49 7-2 0,-83-6 4 0,83 6-5 16,-80-4-4-16,31 0-6 0,49 4 9 0,-105 4 3 15,56-3-5-15,49-1-7 0,-107 3 9 0,52-2-4 16,-1 1 6-16,-5 3 2 0,6-1 1 0,-10-1-4 16,-2-1-1-16,-2 4 10 0,7-1-10 0,-5-4 6 15,-2 3 6-15,4 0-7 0,-3-1 3 16,1 3 1-16,1 3 2 0,-3-2-2 0,-2 1 1 0,0-3 4 15,1 3 1-15,-4-1-3 0,5-3-7 16,-4 2 6-16,-1 0-2 0,5-2 5 0,-4-1-7 16,-2 3 2-16,3 2 3 0,1-7-5 0,-5 3-3 15,5-3 7-15,-3 4-7 0,2-2 7 0,-1 1-1 16,-1-3 2-16,2 2-9 0,0 0-3 0,0 1 8 16,-2 1-3-16,2 0 7 0,2 1-7 0,-7 2 0 15,2-5 4-15,6 2-8 0,-4-3-2 0,-1 2 0 16,0 3 8-16,4-4-12 0,-2-1 6 0,0-1-2 15,-2 2 0-15,8 0 0 0,2 0-4 0,-5-3 2 16,-3 0 1-16,5 4 5 0,-4-1 7 0,8-2-10 16,-3-1 3-16,0 3-4 0,3-3-1 0,2 0 4 15,-2 5-3-15,3 1-2 0,-4-6-5 0,4 4 3 16,-4 0 7-16,4-2-10 0,0 2 2 16,1-2 22-16,-6-1-17 0,3 2-4 0,3-1 8 15,0 0-8-15,0 4 0 0,3-5 10 0,-4 2-14 16,0-1 13-16,-1-2-6 0,2 3 1 0,1-1 5 15,2 0-4-15,-3 1-4 0,59-3 1 0,-111 0 5 16,56 0-2-16,0 0-6 0,55 0 15 0,-106 3-15 16,52 0 14-16,-2-3-5 0,56 0 2 0,-106 5-1 15,47-5-2-15,9 0 0 0,50 0 6 0,-93 0-2 16,42 0 3-16,51 0-8 0,-93 0 2 0,43 0 5 16,50 0 3-16,-82 0-7 0,82 0 5 0,-80 0-8 15,33 0 3-15,47 0 7 0,-63 0-3 0,63 0-4 16,-80 0 7-16,80 0-13 0,-79 0 8 0,79 0-1 15,-75 0-1-15,75 0 5 0,-63 0-7 0,63 0 8 16,-61 0 0-16,61 0-8 0,-60 0 7 16,60 0-11-16,0 0 1 0,-92 0 3 0,92 0 10 15,-58 0-13-15,58 0 1 0,-57 0-3 0,57 0 3 16,-62 0 0-16,62 0-3 0,0 0 6 0,-79 0 18 16,79 0-18-16,0 0 1 0,-64 0-3 0,64 0-1 15,0 0 7-15,-56 0 0 0,56 0 0 0,0 0 0 16,0 0-1-16,-69 0 14 0,69 0 2 0,0 0-3 15,0 0 5-15,0 0-4 0,-64 0 6 0,64 0-3 16,0 0-5-16,0 0 3 0,0 0-2 0,0 0-4 16,0 0 1-16,0 0-7 0,0 0-12 15,0 0 4-15,-60 0-14 0,60 0-4 0,0 0-20 16,0 0-9-16,0 0-18 0,0 0-78 0,0 0-160 0,0 0 71 16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09:25:23.2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15683 13377 84 0,'0'0'90'0,"19"-1"1"0,-19 1 0 0,0 0-5 16,17-1-6-16,-17 1-3 0,0 0 5 0,13-2 1 0,-13 2-1 15,0 0-5-15,0 0 5 0,0 0-5 16,0 0-8-16,13-1-4 0,-13 1-11 0,0 0 0 16,0 0-5-16,0 0-3 0,0 0-18 0,0 0-18 15,0 0-20-15,0 0-15 0,0 0-31 0,0 0-36 16,0 0-34-16,0 0-66 0,0 0-207 0,0 0 92 15</inkml:trace>
  <inkml:trace contextRef="#ctx0" brushRef="#br0" timeOffset="840.66">14423 15362 43 0,'19'-1'65'0,"0"1"-5"0,1-1-3 0,12 0-1 15,1 3-11-15,15 2-7 0,3-3 0 0,-1-2-3 16,0 8-3-16,0-3-3 0,4-1-4 0,-1-2-14 16,0 3 0-16,-3-2-3 0,-2 4-3 0,6-5-3 15,0 2-5-15,-6-3-5 0,-2 3 10 0,-14 1-11 16,15 0 1-16,-16-3 3 0,-2-4-1 0,3 2 0 16,-1 0 0-16,-4 1 13 0,-2-2-3 0,-8 0 6 15,2 2 3-15,-5-3 4 0,0-1 6 0,-5 3 0 16,0-1 8-16,-9 2 7 0,0 0-3 0,19-3 5 15,-19 3 6-15,0 0 0 0,14 1-1 0,-14-1 8 16,0 0-2-16,0 0-3 0,0 0 7 0,0 0 2 16,0 0-17-16,0 0 3 0,0 0-4 0,0 0-5 15,0 0-10-15,0 0 1 0,0 0-21 0,0 0 1 16,0 0-22-16,12-3-23 0,-12 3-12 0,0 0-35 16,0 0-18-16,0 0-73 0,0 0-192 0,0 0 84 15</inkml:trace>
  <inkml:trace contextRef="#ctx0" brushRef="#br0" timeOffset="1777.8">14466 13179 36 0,'0'0'186'0,"-15"-3"-10"0,15 3-13 0,-9-1-4 0,9 1-17 16,0 0-1-16,0 0-4 0,0 0-14 0,-15-2-9 16,15 2-13-16,0 0-11 0,0 0-11 0,0 0-9 15,0 0-8-15,0 0-8 0,0 0-4 0,0 0-10 16,0 0 2-16,45-4-10 0,-19 3 5 0,19-3-5 15,1 4-3-15,4-3-7 0,1 3 1 0,4 0-4 16,-1-5 4-16,1 5-6 0,0 0 0 0,0 0-1 16,-4 0-2-16,-1 3-3 0,-1 1-2 0,3-3 0 15,-4 1-2-15,-3 4 0 0,1-2 0 0,-17-4-3 16,2 0 4-16,-2 5-5 0,3-4-1 0,-6 2-2 16,1-2 1-16,-3-1 2 0,-6 0 2 0,0 3-8 15,-5-3 0-15,-2 1 1 0,-11-1-2 0,15 0-2 16,-15 0-4-16,0 0-6 0,13 2-2 0,-13-2-7 15,0 0-17-15,0 0-19 0,0 0-24 0,0 0-19 16,0 0-32-16,0 0-33 0,0 0-104 0,0 0-296 16,0 0 131-16</inkml:trace>
  <inkml:trace contextRef="#ctx0" brushRef="#br0" timeOffset="2152.92">15456 12979 26 0,'0'0'171'0,"0"0"-11"0,0 0-11 0,-9-4-12 15,9 4-17-15,0 0-14 0,0 0-7 0,0 0-12 16,0 0-2-16,0 0-4 0,0 0-7 0,0 0-3 15,0 0-11-15,30 15 0 0,-13-7-4 0,7-1-6 16,-6-1-7-16,7 1-2 0,0 5-2 0,-7-5-3 16,5 5-6-16,-5-5-1 0,-4 2-3 0,5-2 2 15,-4 2-3-15,2 1-2 0,-4-1-1 0,-2 0-5 16,-3-3 3-16,1 2 1 0,1-1-4 0,-6 0-1 16,0-3 0-16,-2 2 1 0,-2-6 5 0,4 11 1 15,-4-3 2-15,-1 1-2 0,-7 3-5 0,-1 2-1 0,-9 4 0 16,2-1-16-16,-2 0-9 0,-4-1-10 15,2 3-17-15,-3-2-14 0,4 1-24 0,6-5-25 0,-4-1-32 16,2 5-33-16,-4 2-109 0,7-7-295 16,-2 0 131-16</inkml:trace>
  <inkml:trace contextRef="#ctx0" brushRef="#br0" timeOffset="3137.67">14606 15441 16 0,'-14'-4'195'0,"6"2"-1"0,8 2-5 0,0 0-13 0,-15-4-9 16,15 4-19-16,0 0-13 0,0 0-16 0,0 0-14 15,0 0-15-15,-11-3-9 0,11 3-4 0,0 0-10 16,0 0-5-16,0 0-6 0,0 0-1 0,32-3-9 16,-14 1-8-16,9 1-3 0,0 0-8 0,6-2 3 15,14 3-2-15,-2-2 1 0,4 7-7 0,-4-5-2 16,3-1-2-16,11 6-4 0,-27-3-2 0,0 1 0 16,16 2-4-16,1-3 2 0,-17-2 0 15,20 0-2-15,-8 0-7 0,-15 0 3 0,-3 0 1 0,3 2 0 16,-2-4-2-16,-9 2 0 0,2 0-2 0,-2 0 5 15,1-2-6-15,-2-2 0 0,-3 2 2 0,-14 2-2 16,26-2 2-16,-17 1 6 0,-9 1 0 0,16-3 1 16,-16 3 3-16,0 0 5 0,10-1 3 0,-10 1 1 15,0 0 1-15,0 0-4 0,0 0 2 0,0 0 2 16,0 0-2-16,0 0-2 0,18 0-2 0,-18 0-2 16,0 0-6-16,0 0-2 0,0 0-17 0,0 0-6 15,0 0-11-15,0 0-17 0,0 0-25 0,0 0-20 16,0 0-14-16,0 0-21 0,-4-13-14 0,4 13-16 15,-6-11-146-15,2 3-327 0,-1 0 145 0</inkml:trace>
  <inkml:trace contextRef="#ctx0" brushRef="#br0" timeOffset="3501.87">15440 15188 1 0,'0'0'153'0,"0"0"-9"16,0 0-9-16,0 0-14 0,0 0-4 0,0 0-13 15,0 0-13-15,0 0-14 0,0 0 1 0,0 0-6 0,0 0 12 16,0 0-15-16,0 0-6 0,27 21-4 0,-17-12-2 16,3-3-5-16,-1 4-3 0,3-1-7 15,0-2-3-15,2 3-4 0,-3-1-7 0,1-1 5 16,2 1 1-16,-3-1-3 0,-1-3-14 0,0 3 8 15,-2 0-3-15,-2-5-4 0,1 3-2 0,-2 0-6 0,-8-6 3 16,8 9 2-16,-6-7 1 0,-2-2-7 16,9 9 3-16,-8 0 1 0,-1-9 1 0,0 14 3 15,0-14-2-15,-10 18 2 0,1-6-5 0,-2 3 1 16,-3-4-1-16,-4 7 1 0,-4 1-2 0,8-8-2 16,0 3-7-16,-3-3-9 0,3 0-20 0,-2 7-16 15,2-6-21-15,3 2-28 0,0-4-24 0,-1 0-42 16,3 1-106-16,2-5-286 0,0 0 127 0</inkml:trace>
  <inkml:trace contextRef="#ctx0" brushRef="#br0" timeOffset="13217.75">12552 10004 87 0,'0'0'92'0,"0"0"-6"0,-24-45 3 15,24 45-4-15,0 0-12 0,-17-26-3 0,17 26-2 16,0 0 3-16,0 0-4 0,0 0 2 0,0 0-16 15,-11-29-1-15,11 29-9 0,0 0-2 0,0 0-4 16,0 0-5-16,0 0-13 0,0 0 7 0,0 0-2 16,0 0-3-16,0 0-9 0,0 0 3 0,0 0-2 15,0 0 5-15,16 138-9 0,-8-90 0 0,-3 7 0 16,1 4-3-16,1 8-2 0,2 3 8 0,1 1-6 0,-5 6 5 16,8 3-6-16,2 6-2 0,-1 4 7 15,4-2-3-15,-6 5 1 0,3-5 3 0,-1-4-8 16,-5-4 4-16,4-1-10 0,-3-5 12 0,0-4-9 15,-6 1 10-15,1-7-7 0,-6-5 4 0,0-1-4 16,1-4 3-16,-3-4-5 0,3-4 0 0,-3-4 2 16,2-14-2-16,1-4 2 0,-2-7 5 0,2-1-7 15,-4-6 3-15,4-1-3 0,0-9 2 0,0 9 3 0,0-9-10 16,0 0-10-16,0 0-26 0,0 0-19 0,-4-49-32 16,4 1-22-16,-6-5-76 0,-1-7-203 0,6-3 90 15</inkml:trace>
  <inkml:trace contextRef="#ctx0" brushRef="#br0" timeOffset="14451.56">12473 10000 21 0,'0'0'132'0,"0"0"5"0,0 0-19 15,0 0-6-15,-18-45-13 0,18 45-3 0,0 0-18 16,0 0-7-16,0 0-8 0,0 0-7 0,0 0-9 16,0 0-2-16,0 0-8 0,0 0-5 0,0 0 3 15,0 0-2-15,0 0-4 0,66-22-6 0,-66 22-6 16,80-5 11-16,-32-1-12 0,0-1-1 0,4 1 2 16,0-2-6-16,8-1 5 0,0 2-7 0,4-5 5 0,1-2-8 15,3 1 0-15,1 2 2 0,7 2 1 16,-5-4 2-16,8 1-11 0,-2 0 5 0,6 0-3 15,-1-1-1-15,8-1 2 0,2 0 0 0,3 1 5 16,5 2-10-16,-3-1 3 0,3 2-5 0,1-3 4 16,2 3-3-16,2 2 1 0,6-2-2 0,-3 1-3 0,-1 1-2 15,0 2 6-15,4 2-3 0,2-2 2 16,-2-1 2-16,3 3-9 0,0-1 7 0,-1 2 0 0,1 2-2 16,-3-2-5-16,7 2 4 0,-2-1 8 0,2-2-12 15,-2 0 0-15,-2-1 0 0,2 1 2 0,0-1-8 16,-1 1 5-16,-5-2-4 0,4 0 5 0,2 0-9 15,-2 2 3-15,0-5 3 0,-8 2-8 0,3 0 8 16,-3-1-1-16,-2 0-5 0,-4-1 1 0,0 2 0 16,-3 1-5-16,-5-2 2 0,-3 3 3 0,-6 0-2 15,-3-4 2-15,-6 5 0 0,-4 1 4 0,0 2 7 16,-11-6-7-16,-2 7 7 0,-57 0-8 0,84-3 12 16,-84 3-2-16,64-4 1 0,-64 4-4 0,0 0 8 15,64 0 0-15,-64 0 2 0,0 0-2 0,0 0 0 16,0 0-1-16,0 0-1 0,57 3-2 0,-57-3 5 15,0 0-8-15,0 0 14 0,0 0-4 0,0 0 3 16,0 0 11-16,0 0 10 0,0 0-15 0,0 0 1 16,0 0 2-16,13 29 6 0,-13-29 0 0,0 0 2 15,-15 49 7-15,15-49 5 0,-17 54-11 0,5-16 1 16,1 3 2-16,-3 3-10 0,5 5 8 0,-9 2-7 16,5 3 1-16,4-1 2 0,-3 10-9 0,1 1 5 15,0 6-4-15,2-3 5 0,0 9-8 0,1-3-4 16,1 1 3-16,0-3-1 0,3 0 9 0,-1 0-10 15,4 3 2-15,1-4 1 0,-4-1-5 0,3-1 1 16,5 4-1-16,-3-4-1 0,0-3 0 0,-1-4-3 16,0 3 6-16,4-3-3 0,-4-6 0 0,-4 3 1 0,5-4-3 15,-2 0 5-15,0 1 0 0,1-11-3 0,-3 0 6 16,2-14 3-16,-3 14-7 0,-1-2 1 0,1-15 3 16,-1-2-8-16,1 2 2 0,1-4-2 15,1-9 0-15,-3-1 9 0,3-3-7 0,-2-3 7 0,0-1-5 16,4-6 11-16,-8 10 0 0,8-10-4 0,-13 3-1 15,2-1 2-15,11-2-5 0,-28-3 1 0,10 1-1 16,-9-2 4-16,-1-6-4 0,-1 5-3 0,-2-2-4 16,-1 0 7-16,-18-2-6 0,4 1-9 0,-5 1-7 15,1 0 3-15,-5 4-1 0,-7-1-5 0,0 3 14 16,-3-2-4-16,1-1 0 0,3 4 3 0,-1 0 2 16,0-4 1-16,-8 3 5 0,5-1 2 0,1 4-3 15,-5-1 2-15,2 1 1 0,-1 0-1 0,-6 5 4 16,5-6 4-16,-5 0-4 0,0 3-1 0,2 2-2 15,-3-2-1-15,-2-2-3 0,-6 3 1 0,5 2 3 16,-2-4-7-16,-2 1 6 0,0 1-3 0,0 1 2 16,1-1-1-16,1 0-1 0,-3-2-1 0,3 4-1 15,-6-1 0-15,3 0-5 0,-1-1 4 0,-1 1 2 16,-3-1 1-16,1 1-10 0,2 2-1 0,-2-3 3 0,-3-1 1 16,7 0-9-16,-1 2 6 0,-3-6 1 0,4 4-4 15,1 1 2-15,-1-4 4 0,-1 0 3 0,-1 1-10 16,4-1 4-16,-5-4-2 0,5 3 0 15,-6-2 5-15,-1 1 4 0,1 0 0 0,3 1 1 0,2-2 4 16,-3 1 2-16,4-3-1 0,3-1 4 0,0 4 3 16,7-2-2-16,-2 1 4 0,-4-3-1 0,7 3 8 15,3 2-7-15,2-1 1 0,3 1 4 0,4 0 1 16,-1 0 7-16,6-3 3 0,0 0 5 0,7 0 0 16,14 0-2-16,0 2 9 0,-1-2-6 0,2 2 4 15,2-1-5-15,2 2 0 0,8-2-3 16,1 0-3-16,-1 0-1 0,4 1-4 0,4 0-6 0,-3 0 1 15,14 1-5-15,-15-3 5 0,15 3-7 0,0 0-1 16,0 0-8-16,-13-1-18 0,13 1-12 0,0 0-17 16,0 0-8-16,0 0-9 0,0 0-13 0,-5 9-16 15,5-9-23-15,4 10-30 0,-4-10-131 0,2 17-298 16,1-8 132-16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09:26:16.2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15246 13786 10 0,'0'0'26'0,"0"0"-3"0,0 0-1 0,0 0-2 16,0 0-2-16,0 0-4 0,0 0 2 0,0 0-1 0,0 0-2 15,0 0 0-15,0 0-2 0,0 0 1 0,0 0 3 16,0 0-1-16,0 0 5 0,0 0 3 16,0 0-1-16,0 0 2 0,0 0 3 0,0 0-3 0,0 0-2 15,0 0 5-15,0 0 1 0,0 0 6 0,0 0-10 16,0 0-2-16,0 0 3 0,0 0-7 0,0 0 6 16,0 0-1-16,0 0 1 0,0 0-1 0,0 0 1 15,0 0-3-15,0 0-6 0,0 0 0 0,0 0 4 16,0 0 3-16,0 0-10 0,0 0 1 0,0 0-3 15,0 0-2-15,0 0-3 0,0 0 7 0,0 0-7 16,0 0 3-16,0 0-3 0,0 0-1 0,0 0 2 16,0 0 5-16,0 0-6 0,0 0-5 0,0 0 2 15,0 0-2-15,-18 11 5 0,18-11 8 0,0 0-16 16,0 0 9-16,0 0-2 0,0 0-9 0,0 0-1 16,0 0 5-16,0 0-3 0,0 0 0 0,0 0 0 15,0 0-1-15,0 0-3 0,0 0 8 0,0 0 2 16,0 0-1-16,0 0 0 0,0 0 0 0,0 0 1 15,0 0-1-15,0 0 9 0,0 0 1 0,0 0-4 16,0 0 6-16,0 0-3 0,0 0 3 0,0 0 13 16,0 0-12-16,0 0-3 0,0 0-2 0,0 0 4 15,-10-8-7-15,10 8 4 0,0 0-4 0,-5-7-2 16,5 7-5-16,0 0 9 0,-5-6 2 0,5 6-6 16,0 0 2-16,0 0 0 0,-4-8-4 0,4 8 1 15,0 0-12-15,0 0-7 0,-9-5-14 0,9 5-7 16,0 0-15-16,0 0-19 0,0 0-61 0,0 0-142 15,0 0 63-15</inkml:trace>
  <inkml:trace contextRef="#ctx0" brushRef="#br0" timeOffset="3989.7">14897 14073 15 0,'0'0'69'0,"-1"-6"-7"0,1 6-3 0,0 0-5 16,0 0-8-16,-3-8-14 0,3 8-1 0,0 0 9 16,0 0-1-16,0 0-11 0,0 0 1 0,0 0-1 15,0 0-7-15,0 0-6 0,0 0 8 0,0 0-6 16,5 35-3-16,-1-11-2 0,0 2-2 0,0 16-1 15,2-2 1-15,1 3 3 0,-4 0-1 0,5-1 10 16,0 5-4-16,-2-3 5 0,2 3-9 0,0 6 3 16,1 1 2-16,3-2-7 0,-4 4 6 0,5 0-2 15,0 2-3-15,-2 0 3 0,1-1 0 0,0 0-2 16,1-5 7-16,1 5-14 0,-2-6 1 0,2 0 5 16,-1-1-7-16,-4-2 1 0,4-2 4 0,-5 4-4 15,4-5-2-15,-3-2 3 0,-3 4 8 0,0-7-10 16,-2-11 1-16,0 13-1 0,-4-16 8 0,4 3-9 15,0-3-5-15,-2 2 8 0,1-11 1 0,-2 2 1 16,-1-4-10-16,0 2 4 0,0-3 7 0,0-1-8 16,0-3 1-16,0-2-13 0,0-1 16 0,0-7 2 15,0 10-1-15,0-10 7 0,0 0-21 0,3 6 20 16,-3-6-4-16,0 0 10 0,0 0-17 0,0 0-9 16,0 0-11-16,-3-26-13 0,6 1-5 0,-5-4-31 15,4-17-19-15,-5-5-71 0,-1 0-169 0,2-5 75 16</inkml:trace>
  <inkml:trace contextRef="#ctx0" brushRef="#br0" timeOffset="6151.66">14859 14007 6 0,'-8'-6'75'0,"8"6"-14"16,-9-6-6-16,9 6-2 0,-6-9-3 0,6 9 4 15,-8-7-14-15,8 7 3 0,-6-13-3 0,2 9-5 16,4 4-7-16,-5-12 1 0,2 5-11 0,-1 0 5 16,1-2-6-16,-4 0-4 0,3 2 5 0,1-5-5 15,-1 2-3-15,0-3 4 0,0 5 0 0,-2-7-8 16,-1-1 2-16,4 1-2 0,-4-2-1 0,1 3 2 15,-1-4 5-15,-3-2-8 0,5 4 1 0,-3 0-5 16,2 0 5-16,-2 2-9 0,3 0 9 16,0-1 1-16,-1 4 5 0,0-1-5 0,3 3-2 0,-2 1 4 15,2 0 2-15,3 8 7 0,-4-10-3 0,4 10 6 16,-2-6-9-16,2 6-2 0,0 0 3 0,-3-7-5 16,3 7-4-16,0 0 3 0,0 0-1 0,0 0-2 15,0 0 1-15,9-8 0 0,-9 8-6 0,23 2 8 16,-8-4 1-16,-1 4-3 0,4-1-4 0,2-2 8 15,5 1-6-15,3-2 0 0,-1 2 1 0,1 0 4 16,4 0-13-16,-3 0 8 0,1-1 7 0,-1 0-7 16,2 1 2-16,1-1-2 0,1 0 7 0,13-5-14 15,1 2 10-15,-17 1-4 0,16-1-2 0,0-3-1 16,0 4 2-16,0-4 1 0,-1 5-7 0,4-7 13 16,0 2-3-16,6-1-4 0,1-2 2 0,-4 1 3 15,1 1-2-15,2-2 0 0,-7 3 6 0,2-4-9 16,3 5 3-16,-1-1-3 0,-5 3 3 0,4 1-3 15,2-4 0-15,-1 1 3 0,8 2 7 0,0-5-4 16,11 3 2-16,-5-1 6 0,3 1-5 0,-5 2-3 16,-3-2-4-16,5 1-1 0,0 3 1 0,3-1 2 15,-6 3-1-15,3-4-16 0,3-2 8 0,5 4 8 16,-1 2 3-16,1 1 0 0,-2-2-3 0,2 1 14 16,-4 0-16-16,4-4-3 0,-1 4 13 0,0 0-7 15,1-1 2-15,0-1-6 0,3 4 2 0,2-5-1 16,0 2-4-16,-1-3 6 0,0 5-3 0,0-2 1 15,-1 1-3-15,2-3-3 0,0 6 6 0,-1-2-2 0,3-3 13 16,-1 0-16-16,0 4 6 0,0-2-8 16,3 2 10-16,-1-2-5 0,-1 3-4 0,-2-2-1 15,0 0 10-15,-4 1-12 0,1-2 24 0,-2 0-16 16,4-3 7-16,-4 4-11 0,0 2 13 0,0-1-10 16,3 0 3-16,-11-2 0 0,2 1-3 0,1 0-2 15,-5-1-1-15,3 2-3 0,-6-4-1 0,-1 6 8 16,-2-4-13-16,0 0 12 0,0 6 8 0,-3-6-4 15,-3 3-3-15,-1-3-1 0,-5 2 8 0,0-1-7 16,-12 0 1-16,-1 0 5 0,0-1-12 0,-1 2 11 0,2-2-18 16,-2 0 7-16,-2 0 6 0,-6 1-7 0,4-1 14 15,0-1-12-15,-10 1 5 0,0 0 1 16,1 1 2-16,-1-1-4 0,-3 1 9 0,3-2-13 16,-5 1-6-16,4-1 8 0,-2 1 14 0,-15 0-9 0,19 0 0 15,-19 0 1-15,17 0-3 0,-17 0 0 0,15 0 2 16,-15 0-2-16,0 0-8 0,14-4 2 0,-14 4 3 15,0 0 10-15,9-3-11 0,-9 3 1 16,0 0 13-16,0 0-3 0,0 0 10 0,0 0-2 0,9-5 3 16,-9 5-2-16,0 0-3 0,0 0 4 0,0 0-6 15,0 0 5-15,0 0-6 0,0 0 1 0,0 0-5 16,0 0 4-16,0 0-4 0,0 0-11 0,0 0 14 16,0 0-4-16,0 0 4 0,0 0-5 15,0 0-9-15,0 0 19 0,0 0-14 0,0 0 2 0,8-4-1 16,-8 4-5-16,0 0 3 0,0 0 1 0,0 0-8 15,0 0 5-15,0 0 0 0,0 0 3 0,15 14 2 16,-12-6-4-16,0 0-1 0,4 4 8 0,-6 3-5 16,3 2-4-16,0 0-4 0,1 8 7 0,-5-2 0 15,1 6 3-15,3-1-3 0,0 15-5 0,-2-1 3 16,-4-1 1-16,3 0 1 0,0 0 0 0,2 5-1 16,1-1 3-16,1 4-2 0,0-4 4 0,3 5-5 15,-6-3 4-15,2 3 4 0,3-1-6 0,-5-2-3 16,5-2 6-16,-4 4 1 0,4-3-12 0,0-4 6 15,-2 5 3-15,3-4-3 0,-4 2 6 0,4 0 2 16,-5 3-5-16,1-6-4 0,0 3-4 0,0-4 18 16,1 1-10-16,-6 0 4 0,3 2-1 0,1-2-12 15,-2-1 14-15,-2-12-6 0,1 0 3 0,0 12 3 16,-1-11 8-16,-1 13-5 0,1-17-2 0,1 2 3 16,0 14-2-16,-1-14-1 0,-3 1-2 0,1 0 13 15,3-2-13-15,2 1 2 0,-4-1 7 0,0-4-5 16,-1 1-14-16,2 0 18 0,-3 0-3 0,3-7-10 15,1 0 7-15,-4 0-1 0,2-1-5 0,-1-2 9 16,-1-1-7-16,3-4-9 0,-2-3 12 0,3 2 0 16,0-8-2-16,-4 10 3 0,4-10-7 0,-1 7 2 0,1-7-1 15,-5 5 6-15,5-5-5 0,-10 6 7 16,10-6-6-16,-15 2 1 0,5 0-4 0,10-2 0 16,-24 0 0-16,24 0 5 0,-24-2-10 0,7 1 8 15,-2 0-11-15,0 0 10 0,-5-1 1 0,-3 4-3 0,-3-2-7 16,1 1 3-16,-26 0 9 0,4 0-7 0,1 4-2 15,2-1 2-15,-1-1 1 0,-6 1 2 16,3 1 2-16,-1 0-8 0,0-1 0 0,-5-1 2 16,-1 0-1-16,3 2-3 0,-8 1 4 0,2-4-3 15,-4 0 0-15,1-1 11 0,0 6-2 0,-4-6-3 0,5 2-7 16,-4 1 7-16,2 3-5 0,-2-1 3 0,-2 0 0 16,2-3-13-16,-1-1 9 0,0 3 9 15,-1-5-8-15,2 3 4 0,-2 1-5 0,1-2-4 16,2-2-6-16,-4 3 14 0,1 0-3 0,0-5 0 0,4 5-2 15,-4-2-4-15,2 1 4 0,0 2 1 0,1-4-2 16,-1 0-1-16,0 2 7 0,4-1-5 0,-1-1 5 16,-1 3-16-16,0-4 19 0,1 1 1 0,-4 2-4 15,4-2-6-15,-1 0 7 0,2 0-12 0,-1 5-1 16,3-5 2-16,-3-2 1 0,0 4 5 0,2-4-5 16,7 2-2-16,-7 2 5 0,3-4 5 0,4 4-5 15,-4-1 0-15,1-1 1 0,3 3-1 16,2-6-3-16,-1 3 0 0,2 6 8 0,-1-6 0 15,0 0-2-15,2 2 0 0,1-2-2 0,-5 1 7 0,4-1-5 16,3 0 3-16,0 2 7 0,2 0-6 0,-3-2 8 16,5-1-10-16,11 2 0 0,-11-3-14 0,0 3 27 15,13 2 6-15,-15 1-12 0,14-2-6 0,1-1 5 16,-1 3 3-16,-12 0 2 0,13-3-9 0,1-2-4 16,-15 6-3-16,17-2 11 0,-3 1 4 0,-1-1-6 15,2 0 0-15,-14 2-4 0,13-1 4 0,3 2 1 16,-2-3-10-16,-1 5 10 0,-12 2 2 0,14-5-7 15,2 3-3-15,-1-3 5 0,2-1-3 0,0 1 3 16,-1-1 0-16,2 0-1 0,7-1 10 0,1-3-2 16,-1 4 2-16,0-3-1 0,2 2 8 0,-1-3-8 15,4 2 8-15,-1-2 1 0,15 0-2 0,-21 0 7 16,21 0 6-16,-12-1 7 0,12 1 3 0,0 0-2 16,0 0 2-16,0 0 0 0,-16-1-9 0,16 1-2 15,0 0 0-15,0 0-11 0,0 0 7 0,0 0-19 16,0 0-10-16,0 0-24 0,0 0-20 0,0 0-23 15,0 0-33-15,0 0-111 0,0 0-236 0,-16 0 104 16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09:27:20.4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13386 7097 129 0,'0'0'134'0,"0"0"-6"0,0 0-7 15,0 0-6-15,0 0 0 0,0 0-14 0,0 0-4 0,0 0-7 16,0 0-6-16,0 0-7 0,0 0-4 15,0 0-7-15,0 0-5 0,0 0-6 0,0 0-11 16,0 0-2-16,0 0-7 0,0 0 0 0,0 0-4 0,0 0-3 16,0 0-9-16,0 0-2 0,0 0 0 0,0 0-4 15,0 0-3-15,0 0 0 0,0 0 1 0,0 0-4 16,0 0 1-16,0 0 1 0,0 0-1 16,0 0 1-16,0 0-4 0,0 0 1 0,0 0 1 0,59 31-7 15,-59-31-4-15,0 0 1 0,44 7-2 0,-44-7 3 16,0 0 1-16,0 0 3 0,65 4-3 0,-65-4-4 15,0 0 7-15,55 3-6 0,-55-3 0 0,0 0 2 16,64 1-2-16,-64-1 3 0,0 0-1 0,65 2 0 16,-65-2-1-16,0 0 2 0,73 0 0 0,-73 0 3 15,55 1-5-15,-55-1 8 0,0 0-7 0,73 0-3 16,-73 0 1-16,0 0 1 0,78 0 2 0,-78 0-2 16,52 1 3-16,-52-1 0 0,0 0-1 0,73-2-1 15,-73 2 8-15,54-2-3 0,-54 2-2 0,0 0-1 16,83-2-1-16,-83 2-2 0,55-6 3 0,-55 6 4 15,58-1-5-15,-58 1-2 0,57-3 5 0,-57 3 2 16,0 0-2-16,89 0-2 0,-89 0 0 0,63-6 3 16,-63 6-5-16,64-3 5 0,-64 3-2 0,75-4-3 15,-75 4 0-15,61-5 2 0,-61 5-2 0,60-1 4 16,-60 1-5-16,58-3 7 0,-58 3-8 0,59 0 6 16,-59 0-3-16,60-4 2 0,-60 4 2 0,61 0-3 15,-61 0-3-15,60 4 3 0,-60-4 0 0,56 2 0 16,-56-2-2-16,0 0-1 0,91 0 0 0,-91 0 2 0,63 2 0 15,-63-2 4-15,61 1 1 0,-61-1-3 0,61 1-4 16,-61-1 2-16,63 3 1 0,-63-3-2 16,79 2 3-16,-79-2-2 0,60 0 4 0,-60 0-4 15,65 4-1-15,-65-4 5 0,62 3-3 0,-62-3 0 16,61 1-4-16,-61-1 4 0,76 4 1 0,-76-4-4 0,61 3 5 16,-61-3-3-16,63 3 0 0,-63-3 7 0,65 7-3 15,-65-7-3-15,65 5 2 0,-65-5 0 16,80 4-6-16,-36-2 4 0,-44-2 0 0,82 3-1 0,-35 1 0 15,-47-4 8-15,65 0-10 0,-65 0 1 0,96 2 2 16,-96-2 2-16,81 3-4 0,-81-3-1 16,81 0-1-16,-33-1 3 0,-48 1-4 0,79 0 3 0,-29 1 1 15,-50-1-3-15,96 4 0 0,-52-6-1 0,-44 2 0 16,82 2 5-16,-35 0-3 0,-47-2 1 0,81 1-5 16,-81-1 5-16,95 2 2 0,-46 0 0 0,-49-2 0 15,65 2 1-15,-65-2-2 0,99 2 5 0,-49 1-7 16,-50-3 4-16,84 1-1 0,-38 1-2 0,-46-2 2 15,92 0 0-15,-43 3-1 0,-49-3-1 0,83 1 4 16,-32-1-3-16,-51 0 4 0,97-1-4 0,-49-2-4 16,-48 3 1-16,95 0 3 0,-49 2 3 0,-46-2-1 0,82-2-6 15,-31 2 3-15,-51 0 4 0,93-3 1 16,-93 3-7-16,77 1 0 0,-26-2 7 0,-51 1-6 16,92 0 3-16,-92 0 3 0,78-5-1 0,-29 5 2 15,-49 0-1-15,92-3-1 0,-45 3-2 0,-47 0-1 16,80 0-3-16,-80 0 3 0,77 1 0 0,-77-1 2 15,78-1 2-15,-78 1-2 0,79-3-2 0,-79 3 2 16,77-1 1-16,-77 1-1 0,80 4 1 0,-80-4-2 0,62 1 0 16,-62-1 3-16,74 0-1 0,-74 0 1 15,63-1-5-15,-63 1 2 0,66 0-2 0,-66 0 6 16,64 0-2-16,-64 0-4 0,79 1 2 0,-79-1 1 16,58-2 0-16,-58 2-2 0,0 0 3 0,87 1 1 0,-87-1-3 15,51-1 3-15,-51 1-1 0,0 0 1 0,71-3-6 16,-71 3 4-16,0 0-1 0,58 0 5 15,-58 0-1-15,0 0-2 0,0 0 2 0,61 0-2 0,-61 0 3 16,0 0-6-16,0 0 2 0,0 0 0 0,0 0 5 16,0 0-3-16,0 0 1 0,64 0 3 0,-64 0 6 15,0 0-4-15,0 0 2 0,0 0 5 0,0 0 0 16,0 0 2-16,0 0 6 0,0 0 0 0,0 0 6 16,0 0-4-16,0 0 0 0,0 0 1 0,0 0 1 15,0 0-7-15,0 0 3 0,0 0-2 0,0 0 1 16,0 0-5-16,0 0 2 0,0 0-3 0,0 0-4 15,0 0-1-15,0 0 0 0,0 0-1 0,0 0 3 16,0 0-6-16,0 0 1 0,0 0-4 0,0 0-2 16,0 0 3-16,0 0 2 0,0 0-4 0,0 0-2 15,0 0 0-15,0 0 1 0,0 0 1 0,0 0-1 0,0 0 0 16,0 0-4-16,0 0 3 0,0 0 1 16,0 0 2-16,0 0-4 0,0 0-2 0,0 0 8 15,0 0-8-15,0 0 2 0,0 0-1 0,0 0 3 16,0 0-1-16,0 0 0 0,0 0-3 0,0 0 3 0,0 0-2 15,0 0 0-15,0 0 0 0,0 0 0 16,0 0-2-16,0 0 1 0,0 0 3 0,0 0-2 16,0 0-2-16,0 0 0 0,0 0 0 0,0 0 6 15,0 0-4-15,0 0 0 0,0 0 0 0,0 0 0 0,0 0 2 16,0 0-3-16,0 0 2 0,0 0-3 0,0 0-1 16,0 0 3-16,0 0-1 0,0 0 4 0,0 0-2 15,0 0 0-15,0 0-3 0,0 0 1 16,0 0 0-16,0 0-1 0,0 0 4 0,0 0 2 0,0 0 1 15,0 0 2-15,0 0 0 0,0 0 1 0,0 0 6 16,0 0-1-16,0 0 0 0,0 0 1 16,0 0 4-16,0 0-2 0,0 0 4 0,0 0-2 0,0 0 0 15,0 0 2-15,0 0-1 0,0 0 7 0,0 0-5 16,0 0 1-16,0 0 0 0,0 0 4 0,0 0-1 16,0 0 0-16,0 0-2 0,0 0 0 0,0 0-2 15,0 0 2-15,0 0-3 0,0 0-1 0,0 0-3 16,0 0 1-16,0 0-2 0,0 0-2 0,0 0 2 15,0 0-1-15,0 0-4 0,0 0-3 0,0 0 2 16,0 0-3-16,0 0 2 0,0 0-3 0,0 0-2 16,0 0-2-16,0 0 3 0,0 0-3 0,0 0 1 15,0 0-2-15,0 0-3 0,0 0 1 0,0 0 1 16,0 0 0-16,0 0-1 0,0 0-2 0,0 0 0 16,0 0 6-16,0 0-8 0,0 0 2 0,0 0 1 15,60 3-2-15,-60-3 0 0,0 0 1 0,0 0-1 16,65 0 2-16,-65 0-1 0,0 0-10 0,76 1 2 15,-76-1 0-15,55 3-1 0,-55-3 4 0,0 0-3 16,79-2 2-16,-79 2 0 0,56-1-1 0,-56 1 2 0,0 0-4 16,91 0 4-16,-91 0 5 0,60 0-2 0,-60 0 0 15,60-1-1-15,-60 1 2 0,63-2-4 0,-63 2 0 16,64 3 1-16,-64-3 0 0,62 1 2 16,-62-1-3-16,83 3 1 0,-83-3 4 0,73 0-2 0,-73 0-1 15,64 1-5-15,-64-1 7 0,81-1-3 0,-81 1-6 16,66-3 6-16,-66 3-1 0,89 5-3 0,-89-5 3 15,67 2-2-15,-67-2 0 0,65-2 1 16,-65 2 2-16,78 2 0 0,-78-2-2 0,76-2 4 0,-27 4 1 16,-49-2 2-16,65 1 0 0,-65-1-1 0,91-3-2 15,-91 3-1-15,63 0-1 0,-63 0 6 16,80 2 1-16,-80-2-6 0,78 0 1 0,-78 0 2 16,67 1-1-16,-16 1 0 0,-51-2 1 0,77 0 4 0,-77 0-1 15,76 0 0-15,-76 0-3 0,64-2 2 0,-64 2-1 16,79-1-1-16,-79 1 1 0,78 1 2 0,-78-1-5 15,64-1 4-15,-64 1 1 0,81-2-1 0,-81 2 0 16,66-2 0-16,-66 2-1 0,65-5 1 0,-16 2-2 16,-49 3-1-16,65-4 5 0,-20-1-2 0,-45 5 2 15,66 0 0-15,-66 0-6 0,73-4 0 0,-73 4 6 16,65-2-3-16,-65 2-2 0,77-6 0 0,-77 6 4 16,60-3-7-16,-60 3 11 0,64-3-6 0,-14 1 2 15,-50 2-2-15,61-6-2 0,-61 6 3 0,76-5-1 16,-76 5-1-16,66-3 0 0,-19 0 0 0,-47 3 1 15,63-1-5-15,-63 1 2 0,80-4 1 0,-33 1-1 16,-47 3 3-16,77-2 1 0,-77 2-1 0,64-4 1 16,-64 4 2-16,80-1-4 0,-80 1-3 0,80 0 4 15,-80 0-2-15,67-1 3 0,-67 1-4 0,94 1 1 16,-94-1-6-16,64-2-3 0,-64 2 5 0,82 0 1 0,-35 1 4 16,-47-1-5-16,79 1 0 0,-30 1 3 0,-49-2 0 15,82 0-5-15,-82 0 2 0,93 2 1 16,-93-2-1-16,66 2 4 0,-17-1-1 0,-49-1 3 15,100 4-9-15,-100-4-1 0,80 1 5 0,-36-3 0 0,-44 2 3 16,79 2-5-16,-28 0 4 0,-51-2 0 0,93-2 2 16,-47 2 0-16,-46 0-4 0,97 3 3 0,-48-4-1 15,-49 1 0-15,96-4-1 0,-48 4-1 16,-48 0 3-16,99 1-3 0,-52 0 3 0,-47-1 1 0,95 0-1 16,-47 2 3-16,-48-2 0 0,100 1 0 0,-45 0-1 15,-55-1-2-15,103 0 2 0,-46 0 0 0,0-1-1 16,-57 1 0-16,112-1 4 0,-58-1-4 0,1 5 4 15,0 0-3-15,-55-3-2 0,101 0 3 0,-45-2-1 16,2 4-2-16,-58-2 4 0,102 4-5 0,-50-3 0 16,-2 1-2-16,-50-2 6 0,105 0 2 0,-51 3-4 15,-2-3-4-15,-52 0 6 0,108 0 1 0,-55 4-1 16,-4-2 2-16,-49-2-1 0,94 6 2 0,-39-4-1 16,-5-1 4-16,-50-1-8 0,95 7 4 0,-48-6 2 15,-47-1-2-15,98 6 1 0,-52-4-2 0,-46-2 1 16,95 9 1-16,-47-7-1 0,4-1 1 0,-52-1 2 15,92 8-7-15,-45-5 3 0,-47-3 4 0,83 5-1 16,-32-2-8-16,-51-3 7 0,81 5-1 0,-81-5-3 16,85 2 3-16,-35 1 3 0,-50-3-5 0,81 2 0 15,-35 2 4-15,-46-4 1 0,78 6-2 0,-31 0 0 16,-47-6-3-16,96 4-1 0,-96-4 8 0,62 3 0 16,-12 2-6-16,-50-5 0 0,64 3 2 0,-64-3-2 15,79 5-2-15,-79-5 6 0,62 5-7 0,-62-5 2 16,62 4 1-16,-62-4 5 0,64 5 1 0,-64-5-4 0,60 5 2 15,-60-5-3-15,59 5 1 0,-59-5 1 16,59 3 0-16,-59-3-4 0,51 5 4 0,-51-5-1 16,59 3-4-16,-59-3 2 0,56 6 5 0,-56-6-2 15,60 5-7-15,-60-5 6 0,60 5 5 0,-60-5-6 16,60 5-5-16,-60-5 8 0,62 3-6 0,-62-3 2 16,63 5 1-16,-63-5 0 0,66 4-4 0,-66-4 7 15,76 4 1-15,-76-4-3 0,65 5 6 0,-18-1-1 16,-47-4 0-16,64 5-3 0,-64-5-1 0,81-2-4 15,-31 5 4-15,-50-3 3 0,63 0-9 0,-63 0 7 0,93 3 3 16,-47-2-2-16,-46-1-2 0,79 0 1 0,-79 0-2 16,78-1-4-16,-78 1-2 0,77 0 5 0,-77 0-3 15,61-1 3-15,-61 1-5 0,82-2 9 0,-82 2-5 16,64 0 1-16,-64 0 2 0,74 0 1 0,-74 0 8 16,61 0 3-16,-61 0-1 0,67 2-6 0,-67-2 7 15,61 1-7-15,-61-1 1 0,65-3-5 0,-65 3 2 16,57 0 2-16,-57 0-2 0,0 0 0 0,74 3-5 15,-74-3 2-15,0 0-1 0,57 1-1 0,-57-1 3 16,0 0 0-16,0 0 0 0,0 0-6 0,54 3 7 16,-54-3-1-16,0 0 8 0,0 0-2 0,0 0 3 15,0 0 5-15,0 0 3 0,0 0 4 0,0 0-2 16,0 0 0-16,0 0 0 0,0 0-8 0,0 0-16 16,0 0-15-16,0 0-32 0,0 0-53 0,0 0-49 15,0 0-180-15,0 0-356 0,0 0 158 0</inkml:trace>
  <inkml:trace contextRef="#ctx0" brushRef="#br0" timeOffset="1338.26">7459 7932 13 0,'0'0'127'0,"0"0"-8"0,0 0-14 15,0 0 3-15,0 0-17 0,0 0-8 0,0 0-9 16,0 0-6-16,0 0-11 0,0 0-4 0,0 0 0 16,0 0 2-16,0 0-9 0,0 0-2 0,0 0 1 15,0 0 2-15,0 0-3 0,132 12 5 0,-132-12-8 16,94 5-1-16,-45-7 2 0,-49 2 1 0,106 2-5 15,-46 0-11-15,-1-2 0 0,6-1-3 0,0 1 1 16,-1 2-1-16,3-3-1 0,4-3-3 0,3 4 2 16,-1 0-7-16,0-2 1 0,1-1-1 0,-2 2-7 15,-2-2 2-15,0-2 3 0,-8 4-5 0,0 0-5 16,-2-2 10-16,-1 3 0 0,-59 0-4 0,110 0 2 16,-58-1-3-16,-52 1 3 0,92-2 6 0,-45 2-6 15,-47 0 2-15,62 0 2 0,-62 0-1 0,60 2 0 16,-60-2-4-16,0 0 8 0,64 0-6 0,-64 0-3 15,0 0 3-15,0 0-3 0,0 0 1 0,0 0 1 16,0 0 5-16,60 0-7 0,-60 0 3 0,0 0-7 16,0 0 2-16,0 0-9 0,0 0-15 0,0 0-25 15,0 0-26-15,0 0-39 0,0 0-52 0,0 0-118 16,0 0-300-16,0 0 134 0</inkml:trace>
  <inkml:trace contextRef="#ctx0" brushRef="#br0" timeOffset="4594.24">2374 6245 98 0,'0'0'132'0,"0"0"-11"0,0 0-7 0,0 0-7 0,0 0-6 15,0 0-3-15,-51-25 9 0,51 25 1 0,0 0 5 16,0 0-4-16,0 0-4 0,0 0-8 0,0 0-4 15,0 0-8-15,0 0-15 0,0 0-8 0,0 0-5 16,0 0-4-16,0 0-7 0,0 0-7 0,0 0-6 16,0 0-5-16,0 0-1 0,0 0-6 0,0 0-1 15,0 0-4-15,0 0-4 0,0 0 2 0,0 0 0 16,0 0-4-16,0 0 20 0,0 0-5 0,0 0-1 16,87 85-3-16,-68-62-4 0,1 0 2 0,-3 1-3 15,2-2-3-15,0 2-1 0,1 2-1 0,0-3 1 16,-20-23-2-16,36 47-4 0,-18-27 4 0,0-1-3 15,-18-19-1-15,29 31 1 0,-29-31-4 0,25 24 3 16,-25-24-1-16,26 21-2 0,-26-21 3 0,0 0-6 16,0 0 5-16,28 22 1 0,-28-22 0 0,0 0 0 15,0 0 0-15,0 0 3 0,0 0 8 0,0 0 7 16,0 0 6-16,0 0 3 0,0 0 4 0,0 0 5 16,0 0-4-16,0 0-2 0,31-71 1 0,-31 71-3 15,-5-56-3-15,1 30 3 0,4 26-4 0,-10-55 6 16,3 26 0-16,-2 1-2 0,9 28-3 0,-15-51-6 15,6 28 2-15,9 23-7 0,-15-32-3 0,15 32 3 16,-14-26-7-16,14 26-1 0,0 0-1 0,-16-32-8 16,16 32-18-16,0 0-11 0,0 0-17 0,0 0-31 15,-13-24-47-15,13 24-56 0,0 0-23 0,0 0-8 16,0 0-170-16,0 0-408 0,0 0 182 0</inkml:trace>
  <inkml:trace contextRef="#ctx0" brushRef="#br0" timeOffset="4860.39">2903 6335 159 0,'0'0'210'16,"0"0"-19"-16,0 0-13 0,0 0-18 0,0 0-14 15,0 0-19-15,0 0-14 0,0 0-11 0,0 0-2 16,0 0-21-16,0 0-5 0,0 0-9 0,0 0-4 16,0 0-10-16,0 0-6 0,0 0 3 0,91-46-21 15,-91 46-13-15,32-21-18 0,-32 21-30 0,37-22-30 16,-37 22-17-16,34-15-36 0,-34 15-20 0,0 0-116 16,34-18-272-16,-34 18 120 0</inkml:trace>
  <inkml:trace contextRef="#ctx0" brushRef="#br0" timeOffset="5015.89">3054 6421 152 0,'0'0'156'0,"0"0"-18"0,0 0-10 0,0 0-17 16,0 0-13-16,0 0-8 0,0 0-17 0,0 0-6 15,0 0-23-15,0 0-32 0,0 0-32 0,0 0-44 16,0 0-101-16,0 0-177 0,0 0 78 0</inkml:trace>
  <inkml:trace contextRef="#ctx0" brushRef="#br0" timeOffset="5390.46">3221 5982 28 0,'0'0'210'0,"0"0"-21"15,0 0-14-15,0 0-14 0,0 0-18 0,0 0-18 16,0 0-5-16,0 0-18 0,0 0-14 0,0 0-5 16,0 0-15-16,0 0-6 0,0 0-4 0,0 0-5 15,0 0-5-15,0 0-7 0,0 0-3 0,0 0 5 16,68-50-12-16,-68 50-3 0,47-21-6 0,-47 21-9 16,34-14-11-16,-34 14-17 0,0 0-18 0,48-15-19 15,-48 15-25-15,0 0-28 0,0 0-22 0,39-12-127 16,-39 12-275-16,0 0 121 0</inkml:trace>
  <inkml:trace contextRef="#ctx0" brushRef="#br0" timeOffset="5944.5">3022 6484 160 0,'0'0'162'0,"0"0"-6"0,0 0-7 15,0 0-9-15,0 0-4 0,0 0-6 0,0 0-7 0,0 0-11 16,0 0-7-16,0 0-9 0,0 0-13 16,0 0-14-16,0 0-5 0,0 0-6 0,0 0-10 15,0 0-4-15,0 0-1 0,0 0-2 0,0 0-7 16,0 0-3-16,0 0-4 0,0 0-4 0,0 0-2 15,0 0-1-15,0 0 10 0,72-60-28 0,-72 60-16 0,0 0-18 16,30-20-10-16,-30 20-28 0,0 0-32 16,0 0-19-16,30-22-28 0,-30 22-115 0,0 0-284 15,0 0 127-15</inkml:trace>
  <inkml:trace contextRef="#ctx0" brushRef="#br0" timeOffset="6375.41">3336 5918 162 0,'0'0'170'0,"0"0"-3"0,0 0-4 0,0 0-7 0,0 0-6 15,0 0-6-15,0 0-6 0,0 0-5 16,0 0-7-16,0 0-5 0,0 0-6 0,0 0-10 16,0 0-10-16,0 0-10 0,0 0-8 0,0 0-8 15,0 0-12-15,0 0-5 0,0 0-3 0,0 0-13 16,0 0-3-16,0 0-7 0,0 0 0 0,0 0-2 15,0 0 1-15,0 0-9 0,0 0 6 0,0 0-5 16,0 0 2-16,21 84-3 0,-21-84-5 0,10 32 0 16,-10-32 3-16,14 40 0 0,-5-17-1 0,-9-23-6 15,14 32 1-15,-14-32-3 0,14 30-12 0,-14-30-12 16,14 30-25-16,-14-30-18 0,17 31-31 0,-17-31-34 16,18 25-25-16,-18-25-24 0,0 0-158 0,19 30-360 15,-19-30 160-15</inkml:trace>
  <inkml:trace contextRef="#ctx0" brushRef="#br0" timeOffset="6628.84">3431 6344 132 0,'0'0'233'0,"0"0"-11"0,0 0-20 15,0 0-14-15,0 0-22 0,0 0-17 0,0 0-17 16,0 0-17-16,0 0-13 0,0 0-9 0,0 0-8 15,0 0-6-15,0 0-11 0,0 0-4 0,0 0-11 16,0 0-2-16,83-62 2 0,-83 62-14 0,38-23-2 16,-38 23-3-16,31-20-4 0,-31 20-2 0,28-18-3 15,-28 18-5-15,0 0-1 0,32-20-2 0,-32 20-1 16,0 0-5-16,0 0-6 0,0 0-15 0,0 0-6 16,0 0-20-16,0 0-19 0,0 0-25 0,27-17-35 15,-27 17-62-15,0 0-154 0,0 0-356 0,0 0 158 16</inkml:trace>
  <inkml:trace contextRef="#ctx0" brushRef="#br0" timeOffset="7312.5">3777 5842 39 0,'0'0'141'0,"0"0"-15"0,0 0-4 16,0 0-13-16,0 0-5 0,0 0-5 0,0 0 14 16,30 78-31-16,-30-78-7 0,9 35-7 0,-9-35-8 15,9 31-4-15,-9-31-4 0,6 27-6 0,-6-27-5 16,0 0 1-16,0 0-1 0,0 0-2 0,10 29 11 16,-10-29 9-16,0 0 10 0,0 0 17 0,0 0 11 15,0 0-10-15,0 0-8 0,0 0-6 0,0 0-5 16,0 0-2-16,0 0-6 0,0 0-4 0,0 0-6 15,-57-86-3-15,48 61-4 0,9 25-7 0,-22-52-4 16,13 10-8-16,1 15-7 0,2-16-1 0,2 17-5 16,4 26-3-16,-4-56 1 0,7 30-1 0,-3 26-5 15,10-50-2-15,-10 50-4 0,18-39 0 0,-5 19 2 16,-13 20-3-16,19-25 1 0,-19 25 1 0,22-22 0 16,-22 22-3-16,0 0 0 0,38-24-1 0,-38 24 6 15,0 0-10-15,0 0 3 0,0 0 0 0,0 0-1 16,0 0 0-16,0 0 0 0,78 38 2 0,-78-38 1 15,14 33-3-15,-14-33 4 0,5 52 10 0,-5-27-10 16,0-25 3-16,-9 42-7 0,9-42 5 0,-15 46 1 16,15-46 1-16,-13 32 0 0,13-32 2 0,-18 29-1 15,18-29 1-15,-15 23 0 0,15-23 1 0,0 0-3 16,0 0 3-16,-22 23 1 0,22-23 1 0,0 0 5 16,0 0-1-16,0 0-1 0,0 0 7 0,0 0 3 15,0 0 3-15,0 0-6 0,0 0-12 0,0 0-8 16,0 0-7-16,0 0-4 0,0 0-7 0,0 0 1 15,0 0 0-15,0 0-3 0,0 0 2 0,0 0 0 16,0 0 5-16,0 0-1 0,0 0 2 0,0 0 1 16,0 0 1-16,0 0 5 0,0 0-3 0,0 0 2 15,148-26-1-15,-148 26 1 0,0 0 1 0,55 11 6 16,-55-11-1-16,45 7 0 0,-45-7-1 0,0 0 4 16,52 10 4-16,-52-10-2 0,0 0 2 0,47 7-1 15,-47-7 3-15,0 0 2 0,0 0 1 0,0 0 1 16,0 0 2-16,0 0 4 0,0 0 1 0,0 0 0 15,0 0-2-15,56 3 3 0,-56-3-4 0,0 0-12 16,0 0-25-16,0 0-44 0,0 0-58 0,0 0-54 16,0 0-140-16,0 0-348 0,0 0 155 0</inkml:trace>
  <inkml:trace contextRef="#ctx0" brushRef="#br0" timeOffset="9176.34">4085 5311 12 0,'0'0'137'0,"0"0"-4"0,0 0 4 16,0 0-5-16,0 0-8 0,0 0-13 0,0 0-10 15,0 0-7-15,0 0-14 0,0 0 2 0,0 0-15 16,0 0-2-16,0 0 5 0,0 0-5 0,0 0-1 16,0 0-6-16,0 0-8 0,0 0-5 0,-24-58 0 15,24 58-11-15,0 0 6 0,-27-22-5 0,27 22-10 16,0 0-4-16,-32-17-3 0,32 17 2 0,0 0-3 15,0 0-7-15,-41-19-8 0,41 19-8 0,0 0-5 0,0 0-3 16,-60-3 1-16,60 3 7 0,0 0-6 16,0 0 7-16,0 0-4 0,0 0-1 0,-84 17 1 15,84-17 4-15,0 0-1 0,-40 18-2 0,40-18 1 16,0 0 0-16,-27 20 2 0,27-20-5 0,0 0 4 0,-26 31 1 16,26-31 2-16,-16 29 0 0,16-29-3 15,-15 30 1-15,15-30 9 0,-15 37-5 0,15-37-8 16,-8 40 5-16,3-16 4 0,5-24-2 0,-9 51 13 15,5-22-1-15,4-29-3 0,-8 68 0 0,8-41 9 16,0-27-5-16,2 56 3 0,-1-26 1 0,4-1-4 0,-5-29 0 16,6 58 3-16,1-31-4 0,-2-2-2 0,-5-25 2 15,19 55-4-15,-10-28 1 0,1 0 0 16,3 0-1-16,2 14 5 0,-2-14-5 0,-1 0 3 16,3 0-2-16,-1 0-1 0,3 0 0 0,-17-27 2 0,33 49-2 15,-15-26-1-15,-3-3 1 0,-15-20 1 16,40 38-2-16,-20-22 2 0,-20-16-1 0,29 20 3 0,-29-20-1 15,44 19 0-15,-44-19 4 0,41 10-4 0,-41-10 1 16,0 0 2-16,54 5 2 0,-54-5 2 16,0 0-2-16,0 0 0 0,76-22 0 0,-76 22 0 0,40-20 2 15,-40 20-4-15,41-29 7 0,-21 11-1 0,-20 18-7 16,31-29-2-16,-14 10 10 0,-17 19-9 0,34-43-3 16,-19 21 0-16,1-1 2 0,-16 23-2 0,23-47 2 15,-13 19-1-15,0-1 0 0,-10 29 0 0,9-55 0 16,-5 13 0-16,-3 13-2 0,3-1 1 0,-4 30-2 15,-9-72-3-15,3 30 2 0,-3 2-7 16,2 12 5-16,-3 2-4 0,-5-16 2 0,2 16 0 0,-5-13 0 16,-5 3-2-16,5 15-3 0,-7-12 0 15,7 8 2-15,-14-9-6 0,8 15 2 0,-1 1 0 0,25 18 2 16,-51-35-5-16,23 20 5 0,28 15 2 0,-48-26-1 16,23 15 5-16,25 11 6 0,0 0-4 0,-50-17 3 15,50 17 0-15,0 0-2 0,-46-13-7 0,46 13-1 16,0 0-12-16,0 0-7 0,0 0-14 0,0 0-15 15,0 0-18-15,0 0-24 0,-80 27-24 0,80-27-19 16,-17 30-146-16,17-30-305 0,-16 39 135 0</inkml:trace>
  <inkml:trace contextRef="#ctx0" brushRef="#br0" timeOffset="13029.34">3551 6545 33 0,'0'0'104'0,"0"0"-2"0,0 0-18 16,0 0 3-16,0 0-9 0,0 0-6 0,0 0-2 15,0 0-4-15,0 0 11 0,0 0-9 0,0 0-8 16,0 0-9-16,0 0 0 0,0 0-4 0,0 0-7 15,0 0 0-15,0 0 2 0,0 0-7 16,0 0 4-16,0 0-7 0,0 0-1 0,0 0-8 0,0 0 7 16,0 0-7-16,0 0-4 0,0 0-2 0,0 0-3 15,0 0-2-15,0 0 5 0,0 0-9 0,0 0-3 16,0 0 3-16,0 0 0 0,0 0-4 0,0 0 5 16,0 0-2-16,0 0 0 0,0 0-1 0,0 0 1 15,0 0 0-15,0 0 1 0,0 0 3 0,72-24-5 16,-72 24-2-16,35-21-6 0,-35 21 2 0,39-23 2 15,-39 23 3-15,29-18-5 0,-29 18 1 0,30-18 2 16,-30 18-2-16,0 0-2 0,32-18 2 0,-32 18-1 16,0 0 0-16,0 0-1 0,0 0-1 0,0 0 2 15,34-18-5-15,-34 18-7 0,0 0-3 0,0 0 1 16,0 0-9-16,0 0-6 0,0 0 5 0,0 0 0 16,0 0 10-16,0 0-6 0,0 0 3 0,0 0 0 15,0 0 0-15,0 0 4 0,0 0-5 0,0 0 9 16,0 0-4-16,0 0-1 0,-75 72 3 0,75-72 2 15,-31 19 3-15,31-19-5 0,-31 19 6 0,31-19-6 16,-33 20 8-16,33-20 1 0,-37 20-2 0,37-20 2 16,-32 18 0-16,32-18 4 0,0 0-4 0,-38 22-2 15,38-22 2-15,0 0 4 0,0 0 0 0,-35 18 4 16,35-18 2-16,0 0-6 0,0 0 1 0,0 0-5 16,0 0 7-16,0 0-5 0,0 0 1 0,0 0-6 15,-28 15 3-15,28-15 1 0,0 0-2 0,0 0 1 16,0 0-1-16,0 0 2 0,0 0-5 0,0 0 0 15,0 0 4-15,0 0 1 0,0 0-2 0,0 0 1 16,0 0 2-16,0 0-2 0,0 0 1 0,0 0 2 16,0 0 3-16,0 0-5 0,115-56 2 0,-115 56 0 15,33-19-4-15,-33 19 4 0,35-17 1 0,-35 17-5 16,30-16 4-16,-30 16 3 0,0 0-5 0,35-20 0 16,-35 20 9-16,0 0-10 0,0 0 1 0,0 0 7 15,0 0-6-15,28-17 10 0,-28 17-2 0,0 0 14 16,0 0 4-16,0 0 5 0,0 0-2 0,0 0-2 15,0 0-2-15,0 0-5 0,0 0-1 0,0 0-5 16,0 0 3-16,0 0-5 0,0 0-3 0,0 0-2 16,0 0 8-16,0 0 1 0,0 0-11 0,-111 54 4 15,111-54-2-15,-27 13-2 0,27-13-4 0,0 0 5 16,-43 20-4-16,43-20 3 0,0 0-3 0,-35 17 1 16,35-17 2-16,0 0-7 0,0 0 8 0,0 0 0 15,-37 15-4-15,37-15 11 0,0 0-10 0,0 0-3 16,0 0 1-16,0 0-5 0,0 0 0 0,0 0-5 15,0 0 6-15,0 0 7 0,0 0-13 0,0 0 3 16,0 0 0-16,0 0 5 0,0 0 0 0,0 0-2 16,0 0-6-16,0 0 4 0,0 0 5 0,0 0-10 15,0 0 6-15,0 0 1 0,108-47-1 0,-108 47-1 16,31-16 5-16,-31 16-1 0,0 0-3 0,49-24 2 16,-49 24 1-16,24-13-2 0,-24 13 0 0,0 0 0 15,0 0-5-15,0 0 1 0,0 0-6 0,37-15 4 0,-37 15 5 16,0 0 2-16,0 0 0 0,0 0-3 15,0 0-4-15,0 0 2 0,0 0 2 0,0 0 4 16,0 0-7-16,0 0 8 0,0 0-5 0,0 0 12 16,0 0-3-16,0 0-5 0,-88 58 4 0,88-58 4 15,0 0-1-15,-42 22 0 0,42-22 2 0,-27 16 15 0,27-16-14 16,0 0 7-16,0 0-2 0,-42 19-1 16,42-19-1-16,0 0-3 0,0 0 5 0,0 0-2 15,0 0-8-15,0 0 4 0,0 0 0 0,-32 12-5 16,32-12 3-16,0 0-7 0,0 0-2 0,0 0 1 0,0 0 3 15,0 0-4-15,0 0-3 0,0 0 5 0,0 0-1 16,0 0-1-16,0 0 1 0,0 0 2 0,0 0-2 16,0 0 2-16,0 0-3 0,0 0 1 0,0 0 1 15,123-44-2-15,-123 44-1 0,0 0 2 16,37-13 0-16,-37 13 4 0,0 0 2 0,0 0-4 0,0 0 0 16,34-14-1-16,-34 14-1 0,0 0 2 0,0 0 9 15,0 0-9-15,0 0 2 0,0 0 1 0,0 0-4 16,0 0 3-16,0 0 1 0,0 0-7 0,0 0 1 15,0 0 3-15,0 0 3 0,0 0-6 0,0 0 1 16,0 0 2-16,0 0 0 0,0 0-4 0,0 0 4 16,0 0-2-16,0 0 3 0,0 0 0 0,0 0-5 15,0 0 6-15,0 0 1 0,0 0-1 0,0 0-4 16,0 0 1-16,0 0 3 0,0 0-3 16,0 0 4-16,0 0-5 0,0 0-2 0,0 0-2 0,0 0-5 15,0 0-7-15,0 0-15 0,0 0 5 0,0 0-13 16,0 0-24-16,0 0-13 0,0 0-23 0,0 0-98 15,0 0-213-15,0 0 95 0</inkml:trace>
  <inkml:trace contextRef="#ctx0" brushRef="#br0" timeOffset="15002.3">2607 7084 42 0,'0'0'124'0,"0"0"-13"0,0 0-6 0,0 0-4 16,0 0-8-16,0 0-8 0,0 0 0 0,0 0-8 15,0 0-10-15,0 0-5 0,0 0-8 0,0 0-11 16,0 0-3-16,0 0-7 0,0 0-4 0,0 0 2 16,0 0-5-16,0 0 3 0,0 0-2 0,0 0 1 15,0 0-11-15,0 0 6 0,0 0-6 0,87-41-2 16,-87 41-2-16,33-20 3 0,-33 20-3 0,41-30-3 16,-41 30 4-16,34-24 0 0,-34 24-6 0,36-26 4 15,-36 26-3-15,28-21-2 0,-28 21-1 0,28-19 0 16,-28 19-2-16,26-19 3 0,-26 19-3 0,0 0 1 15,0 0-3-15,29-19 5 0,-29 19-5 0,0 0-2 16,0 0 4-16,0 0-3 0,0 0-3 0,0 0 6 16,0 0 0-16,0 0 7 0,0 0-8 0,0 0-3 15,0 0 2-15,0 0-5 0,0 0-2 0,0 0-3 16,0 0-5-16,0 0-5 0,0 0-3 0,0 0-3 16,0 0 2-16,0 0-6 0,0 0 5 0,0 0 3 15,0 0-2-15,-83 76 2 0,83-76-3 0,-28 22 5 16,28-22 7-16,-33 24 5 0,33-24-11 0,-31 20 5 15,31-20-2-15,-32 21 3 0,32-21 4 0,-27 17 1 16,27-17-1-16,0 0 1 0,-38 25 6 0,38-25 0 16,0 0-4-16,-32 17 6 0,32-17 3 0,0 0 6 15,0 0-5-15,0 0 0 0,0 0 5 0,-27 16 0 16,27-16-3-16,0 0-4 0,0 0 6 0,0 0-7 16,0 0-1-16,0 0 0 0,0 0 3 0,0 0-1 15,0 0-3-15,0 0 3 0,0 0 4 0,0 0-9 16,0 0 4-16,0 0-3 0,0 0 0 0,0 0 1 15,0 0 4-15,0 0-1 0,100-65-2 0,-100 65-2 16,37-22 0-16,-18 5 1 0,-19 17 0 0,31-20 0 16,-31 20-3-16,29-20-2 0,-29 20 12 0,30-21-5 15,-30 21-4-15,26-19 3 0,-26 19-3 0,0 0-2 16,27-20 6-16,-27 20-3 0,0 0 2 0,0 0-1 16,0 0-10-16,0 0-20 0,0 0-12 0,0 0-28 15,0 0-24-15,0 0-85 0,0 0-194 0,0 0 86 0</inkml:trace>
  <inkml:trace contextRef="#ctx0" brushRef="#br0" timeOffset="17133.91">2810 8555 162 0,'0'0'212'0,"0"0"-14"0,0 0-12 16,0 0-15-16,0 0-16 0,0 0-15 0,0 0-18 15,0 0-13-15,0 0-16 0,0 0-11 0,0 0-14 16,0 0-7-16,0 0-6 0,0 0-5 0,0 0-5 15,0 0-3-15,0 0-4 0,0 0-3 0,4 87-3 16,11-46-3-16,-5-2-3 0,-1-10-1 0,4 10-7 16,-5-12 0-16,-8-27 4 0,15 54-6 0,-10-29 1 0,-5-25-4 15,10 39-1-15,-10-39 0 0,9 34-1 0,-9-34-16 16,12 31-11-16,-12-31-20 0,0 0-14 16,9 29-15-16,-9-29-20 0,0 0-15 0,0 0-20 15,0 0-1-15,0 0 3 0,0 0-17 0,0 0-103 0,0 0-257 16,0 0 114-16</inkml:trace>
  <inkml:trace contextRef="#ctx0" brushRef="#br0" timeOffset="17868.41">2801 8597 34 0,'0'0'143'16,"0"0"-11"-16,0 0-6 0,0 0-5 0,0 0-6 16,0 0-6-16,0 0-1 0,0 0-10 0,0 0-5 0,0 0-3 15,0 0-4-15,0 0-4 0,0 0-3 16,0 0-6-16,0 0 2 0,0 0-10 0,-50-36 0 16,50 36-2-16,0 0 1 0,-20-23-5 0,20 23-10 15,-17-24-6-15,17 24-6 0,-18-24-5 0,18 24 0 16,0 0-6-16,-15-41-3 0,15 41-4 0,-5-27 1 0,5 27-2 15,0 0-3-15,1-45-5 0,-1 45-1 0,10-42 1 16,-10 42-1-16,21-38-3 0,-21 38 0 16,20-29-3-16,-20 29-4 0,22-27 4 0,-22 27 0 15,24-26-6-15,-24 26 2 0,27-18-1 0,-27 18-3 0,0 0-1 16,37-14-2-16,-37 14-1 0,0 0 7 0,0 0-7 16,0 0 1-16,0 0-2 0,79 26 2 15,-79-26 2-15,26 22 2 0,-26-22-8 0,28 42 5 16,-17-22 0-16,-11-20 2 0,16 52-1 0,-10-28 3 15,-6-24 2-15,5 53 0 0,-5-29-2 0,0-24 0 0,-4 40 2 16,4-40-1-16,-11 41 2 0,3-17-2 0,8-24 3 16,-13 31 2-16,13-31-2 0,-17 29 1 0,17-29 2 15,-21 27-2-15,21-27 2 0,0 0 1 0,-18 22 9 16,18-22 2-16,0 0-4 0,0 0 3 16,0 0 3-16,-32 18-2 0,32-18 6 0,0 0-7 0,0 0-2 15,0 0 0-15,0 0 1 0,0 0-2 16,0 0-2-16,0 0-5 0,0 0 0 0,0 0-3 0,0 0 1 15,0 0 0-15,0 0-3 0,0 0-2 16,-60-51 1-16,60 51-2 0,0 0-2 0,0 0 2 16,0 0-1-16,13-41-3 0,-13 41 6 0,0 0-5 0,0 0 1 15,0 0 5-15,0 0-5 0,0 0 0 0,55-23 2 16,-55 23-1-16,0 0-1 0,0 0 1 0,0 0 1 16,84 9 0-16,-84-9-2 0,0 0 0 0,68 17 2 15,-68-17-2-15,51 15 0 0,-51-15 6 0,41 13-3 16,-41-13 0-16,44 12-1 0,-44-12 4 0,0 0-3 15,48 16-1-15,-48-16 1 0,0 0 7 0,0 0-5 16,42 7 3-16,-42-7-5 0,0 0 4 0,0 0 1 16,0 0-3-16,0 0 3 0,0 0 2 0,0 0 2 15,0 0-2-15,0 0 3 0,0 0-1 0,0 0 0 16,0 0-3-16,0 0-14 0,0 0-41 0,0 0-50 16,0 0-34-16,0 0-30 0,0 0-142 0,0 0-332 15,0 0 147-15</inkml:trace>
  <inkml:trace contextRef="#ctx0" brushRef="#br0" timeOffset="18925.4">3492 8279 174 0,'0'0'179'0,"0"0"-3"0,0 0-13 0,0 0-6 16,0 0-7-16,0 0-12 0,0 0-10 0,0 0-8 15,0 0-9-15,0 0-8 0,0 0-7 0,0 0-12 16,0 0-8-16,0 0-11 0,0 0-6 0,0 0-10 16,0 0-4-16,0 0-4 0,0 0-4 0,0 0-6 15,0 0 18-15,0 0-5 0,46-69-3 0,-46 69-5 16,49-32-6-16,-26 15-1 0,-23 17-2 0,50-29-5 16,-27 16-11-16,-23 13-16 0,38-23-22 0,-38 23-15 15,28-18-27-15,-28 18-30 0,0 0-22 0,40-21-31 16,-40 21-20-16,0 0-126 0,0 0-322 0,0 0 143 15</inkml:trace>
  <inkml:trace contextRef="#ctx0" brushRef="#br0" timeOffset="19091.18">3664 8338 54 0,'0'0'159'0,"0"0"-18"16,0 0-10-16,0 0-12 0,0 0-11 0,0 0-12 15,0 0-6-15,0 0-6 0,0 0-5 0,0 0-8 16,0 0-9-16,0 0-3 0,0 0-6 0,0 0-8 16,83-50 0-16,-83 50-14 0,23-20-25 0,-23 20-39 15,0 0-37-15,34-31-50 0,-34 31-82 0,18-21-218 16,-18 21 96-16</inkml:trace>
  <inkml:trace contextRef="#ctx0" brushRef="#br0" timeOffset="19496.84">3855 7556 176 0,'0'0'229'16,"0"0"-19"-16,0 0-23 0,0 0-9 0,0 0-35 15,0 0-17-15,0 0-15 0,0 0-13 0,0 0-8 16,0 0-11-16,0 0-8 0,0 0-8 0,0 0-7 16,0 0-5-16,0 0-6 0,0 0-3 0,0 0-6 15,122 44 0-15,-99-28-3 0,-23-16-5 0,44 22-2 16,-44-22-3-16,39 19-3 0,-39-19 2 0,27 14-2 16,-27-14-4-16,0 0-2 0,38 15-1 0,-38-15 6 15,0 0-6-15,0 0 4 0,0 0 6 0,0 0 8 16,0 0 13-16,0 0 6 0,0 0 8 0,0 0 12 15,0 0-7-15,0 0-4 0,65-40-3 0,-65 40 3 16,4-30-7-16,-4 30-1 0,0 0-8 0,-4-51-3 16,4 51-6-16,-10-33-3 0,10 33-3 0,-15-39-9 15,15 39-12-15,-17-28-8 0,17 28-7 0,0 0-15 16,-13-27-16-16,13 27-21 0,0 0-30 0,0 0-33 16,0 0-49-16,0 0-39 0,0 0-7 0,0 0-143 15,0 0-391-15,0 0 173 0</inkml:trace>
  <inkml:trace contextRef="#ctx0" brushRef="#br0" timeOffset="19763.34">4180 7922 173 0,'0'0'210'0,"0"0"-11"0,0 0-16 0,0 0-17 15,0 0-18-15,0 0-18 0,0 0-11 0,0 0-13 16,0 0-5-16,0 0-11 0,0 0-6 0,0 0-8 16,0 0-6-16,0 0-6 0,122-61-6 0,-96 45-4 15,-4-4-3-15,16-6-5 0,-1-3-9 0,-15 12-1 16,1-3-5-16,-23 20 3 0,47-34-13 0,-27 16-8 16,-20 18-27-16,24-20-24 0,-24 20-25 0,0 0-39 15,0 0-33-15,0 0-26 0,33-15-138 0,-33 15-321 16,0 0 142-16</inkml:trace>
  <inkml:trace contextRef="#ctx0" brushRef="#br0" timeOffset="20039.24">4291 8177 19 0,'0'0'232'16,"0"0"-7"-16,0 0-13 0,0 0-26 0,0 0-14 16,0 0-23-16,0 0-15 0,0 0-13 0,0 0-12 15,0 0-12-15,0 0-8 0,0 0-6 0,63-81-12 16,-43 61-4-16,3 1-7 0,-23 19-6 0,41-40-8 16,-22 22-3-16,-19 18-7 0,40-34-5 0,-40 34-8 15,27-19-13-15,-27 19-15 0,0 0-29 0,29-14-19 16,-29 14-17-16,0 0-22 0,0 0-23 0,0 0-19 15,0 0-9-15,0 0-16 0,0 0-85 0,0 0-265 16,0 0 117-16</inkml:trace>
  <inkml:trace contextRef="#ctx0" brushRef="#br0" timeOffset="20489.54">4520 8017 98 0,'0'0'173'0,"0"0"-8"0,0 0-14 0,0 0-16 16,0 0-16-16,0 0-14 0,0 0-14 0,0 0-6 15,0 0-11-15,0 0-5 0,0 0-1 0,-18 48-9 16,18-48-7-16,0 0-5 0,23 49-5 0,-23-49 3 16,19 44-4-16,-19-44-5 0,18 38-4 0,-9-15-2 15,-9-23-2-15,23 44-3 0,-14-22-6 0,-9-22 3 16,14 44-4-16,-14-44 0 0,14 40 1 0,-6-17-4 16,-8-23-2-16,0 0 4 0,11 41-8 0,-11-41 6 15,0 0-2-15,0 30 1 0,0-30-4 0,0 0-2 16,0 0 2-16,0 0 1 0,-14 37 2 0,14-37 5 15,0 0 4-15,0 0 13 0,0 0 4 0,-31 15-3 16,31-15-4-16,0 0 16 0,0 0 7 0,0 0 4 16,0 0 0-16,0 0-4 0,0 0 4 0,0 0-4 15,0 0-4-15,0 0-5 0,0 0-4 0,0 0-8 16,0 0-7-16,0 0-3 0,0 0-6 0,0 0-2 16,0 0 0-16,0 0-2 0,0 0-3 0,0 0-2 15,0 0 1-15,29-105-5 0,-29 105 0 0,37-24 1 16,-37 24-1-16,30-22 1 0,-30 22-1 0,35-24-5 15,-35 24 0-15,33-24-1 0,-33 24 2 0,25-16 2 16,-25 16-3-16,0 0 1 0,0 0 1 0,0 0-2 16,0 0 4-16,30-19 0 0,-30 19-1 0,0 0 5 15,0 0-4-15,0 0 1 0,0 0-8 0,0 0-7 16,0 0-16-16,0 0-21 0,0 0-27 0,0 0-42 16,0 0-38-16,0 0-43 0,0 0-194 0,0 0-423 0,0 0 187 15</inkml:trace>
  <inkml:trace contextRef="#ctx0" brushRef="#br0" timeOffset="24535.1">4609 8641 5 0,'0'0'149'0,"0"0"-1"0,0 0-1 15,0 0-12-15,0 0-4 0,0 0-10 0,0 0-10 16,0 0 3-16,0 0-9 0,0 0-4 0,0 0-7 0,0 0-6 16,0 0-10-16,0 0-5 0,0 0-7 0,0 0-8 15,0 0-9-15,0 0 2 0,0 0-10 16,0 0-8-16,0 0-3 0,0 0-2 0,0 0-5 15,0 0-3-15,0 0-7 0,0 0 1 0,0 0 2 0,0 0 0 16,0 0-5-16,0 0 1 0,63-42-4 0,-63 42 2 16,36-26-3-16,-36 26-4 0,33-28 5 0,-33 28-5 15,36-28-4-15,-36 28 5 0,33-30-3 0,-14 15-5 16,-19 15 2-16,31-23-2 0,-31 23 0 0,0 0-9 16,33-24 3-16,-33 24-5 0,0 0-5 0,0 0-4 15,24-16-1-15,-24 16-7 0,0 0 3 0,0 0-9 16,0 0-6-16,0 0-16 0,0 0 8 0,0 0-9 15,0 0 1-15,0 0-2 0,0 0-1 0,0 0 0 16,0 0 6-16,0 0 2 0,0 0-4 0,0 0 1 16,0 0 2-16,0 0 9 0,0 0-2 0,-60 82 13 15,60-82 0-15,-18 20 2 0,18-20 1 0,0 0 0 16,-29 27 8-16,29-27 9 0,0 0-10 0,-27 23 10 16,27-23 5-16,0 0-5 0,-24 26 5 0,24-26 9 15,0 0-3-15,0 0 1 0,-26 23 10 0,26-23-1 16,0 0-3-16,0 0 13 0,-24 21-5 0,24-21 5 15,0 0 3-15,0 0 1 0,0 0 1 0,0 0 5 16,0 0-8-16,0 0 10 0,0 0 1 0,0 0 1 16,-27 20 3-16,27-20-2 0,0 0 3 0,0 0-6 15,0 0-1-15,0 0 2 0,0 0-13 0,0 0 12 16,0 0-5-16,0 0-7 0,0 0 0 0,0 0-6 16,0 0 12-16,0 0-10 0,0 0-3 0,0 0 4 15,0 0-4-15,0 0-7 0,0 0 4 0,0 0-4 16,0 0 5-16,0 0-5 0,0 0-6 0,0 0 6 15,0 0 6-15,0 0-1 0,0 0-4 0,0 0 4 16,82-71-8-16,-82 71 10 0,22-19-5 0,-22 19-10 16,27-19 13-16,-27 19-6 0,0 0-2 0,34-23 2 15,-34 23-9-15,0 0 6 0,0 0 8 0,28-22-3 16,-28 22 2-16,0 0-5 0,0 0 2 0,0 0 3 16,0 0-1-16,0 0-8 0,0 0 23 0,27-19-10 15,-27 19-3-15,0 0-3 0,0 0 3 0,0 0-16 16,0 0-15-16,0 0-5 0,0 0-34 0,0 0-19 15,0 0-26-15,0 0-70 0,0 0-195 0,0 0 86 16</inkml:trace>
  <inkml:trace contextRef="#ctx0" brushRef="#br0" timeOffset="26358.28">4352 7403 44 0,'0'0'123'0,"0"0"-1"0,0 0-8 0,0 0 0 0,0 0-9 16,0 0-5-16,0 0-7 0,0 0-10 15,0 0 1-15,0 0-2 0,0 0-9 0,0 0 5 0,0 0 0 16,0 0 0-16,0 0 3 0,0 0-5 0,0 0-11 16,0 0 3-16,0 0-16 0,0 0-1 0,0 0-5 15,0 0-6-15,0 0-4 0,0 0-3 0,0 0-9 16,0 0 4-16,0 0-2 0,-19-79-8 16,19 79-5-16,0 0 0 0,-24-38-3 0,24 38-3 0,-22-28-4 15,22 28-5-15,-28-33 0 0,28 33-6 0,-25-22-10 16,25 22 9-16,-29-33-4 0,29 33 0 0,-27-23-3 15,27 23 7-15,-30-19-6 0,30 19-1 0,-30-17-3 16,30 17 3-16,0 0 6 0,-40-21-4 0,40 21 1 16,0 0 0-16,-44-13 2 0,44 13 3 0,0 0-4 15,-41-8-5-15,41 8 5 0,0 0-2 0,0 0-1 16,0 0 8-16,0 0-6 0,0 0 2 16,-79 1 1-16,79-1-1 0,0 0 3 0,0 0 3 0,0 0 3 15,0 0-5-15,-55 14 7 0,55-14-6 0,0 0 0 16,0 0 2-16,0 0-5 0,-41 19 5 0,41-19-5 15,0 0 0-15,0 0 7 0,-24 17 3 16,24-17-9-16,0 0 3 0,0 0 11 0,-28 30-10 0,28-30 1 16,0 0-1-16,-18 31 3 0,18-31-1 0,0 0 4 15,-14 28-1-15,14-28-6 0,0 0 1 0,-13 30 7 16,13-30-16-16,0 0 22 0,-11 31-11 0,11-31-1 16,0 0 2-16,-9 36-2 0,9-36 3 0,0 0-3 15,-4 36 2-15,4-36-1 0,0 0 0 0,-4 37 3 16,4-37-5-16,0 0-4 0,0 42 12 0,0-42 0 15,0 0-1-15,2 40 0 0,-2-40-10 0,0 0 1 16,4 42 8-16,-4-42-10 0,0 0 7 0,9 38-2 16,-9-38 6-16,10 29 2 0,-10-29-7 0,11 26 5 15,-11-26 2-15,0 0-6 0,18 39-5 0,-18-39-5 16,11 22 13-16,-11-22-7 0,0 0 15 0,18 33-6 16,-18-33-1-16,17 21-2 0,-17-21 1 0,0 0-5 15,25 30-1-15,-25-30 3 0,0 0-1 0,28 26-1 16,-28-26 4-16,0 0 3 0,28 17-3 0,-28-17 0 15,0 0 3-15,40 19 3 0,-40-19 0 0,0 0-7 16,41 16 0-16,-41-16-7 0,0 0 10 0,47 6 3 16,-47-6-3-16,0 0 2 0,0 0-4 0,67-3 3 15,-67 3 1-15,0 0 2 0,0 0-6 0,0 0 5 0,80-11-3 16,-80 11-4-16,0 0 13 0,45-11-14 16,-45 11 5-16,0 0-3 0,40-16 0 0,-40 16 2 15,0 0 1-15,34-14-1 0,-34 14-2 0,0 0 4 16,33-20 0-16,-33 20 3 0,0 0-2 0,27-21-1 15,-27 21-4-15,0 0 5 0,26-18-7 0,-26 18 8 16,0 0-4-16,20-23-2 0,-20 23-4 0,0 0 10 16,20-31-4-16,-20 31-4 0,0 0 7 0,17-32 3 15,-17 32-5-15,13-25 3 0,-13 25-4 0,0 0-3 16,6-35 4-16,-6 35 4 0,0 0-6 0,3-43 5 0,-3 43-3 16,-4-32-3-16,4 32 2 0,-8-31 1 15,8 31-2-15,-14-40 2 0,14 40 5 0,-14-29 0 16,14 29 4-16,-16-31 1 0,16 31 1 0,-26-36-4 15,9 17 0-15,17 19 3 0,-29-31-3 0,29 31 9 0,-25-23-6 16,25 23 3-16,-38-22 2 0,38 22-6 0,-30-14-3 16,30 14-1-16,0 0-10 0,-50-15-5 15,50 15-5-15,0 0-15 0,-55-6-15 0,55 6-9 16,0 0-21-16,0 0-17 0,-60 22-24 0,60-22-7 16,-27 22-115-16,27-22-254 0,-27 26 112 0</inkml:trace>
  <inkml:trace contextRef="#ctx0" brushRef="#br0" timeOffset="28574.06">2952 9343 67 0,'0'0'98'0,"0"0"-7"0,0 0-12 0,0 0 1 16,0 0-8-16,0 0 5 0,0 0-17 0,0 0-1 15,0 0-9-15,0 0 1 0,0 0 0 0,0 0-19 16,0 0 13-16,0 0-9 0,0 0 1 0,0 0-7 16,0 0-4-16,0 0-8 0,0 0 11 0,0 0 9 15,0 0 1-15,0 0-14 0,47-38 21 0,-15 8-8 16,6-1-6-16,-5-3-3 0,7-3-2 0,-4 3 6 16,-3-1-12-16,0 5 0 0,2 3-1 0,-12 8-3 15,14-10-1-15,-5 1-2 0,-6 8-2 0,-4 0-2 16,-22 20-4-16,44-37-2 0,-22 21-13 0,-22 16 6 15,33-22-7-15,-33 22-9 0,0 0 0 0,29-17-13 16,-29 17-15-16,0 0-1 0,0 0-20 0,0 0 2 16,0 0-7-16,0 0-5 0,0 0-6 0,0 0-80 15,0 0-176-15,0 0 78 0</inkml:trace>
  <inkml:trace contextRef="#ctx0" brushRef="#br0" timeOffset="28978.37">2998 9536 70 0,'0'0'118'15,"0"0"-7"-15,0 0-9 0,0 0-14 0,0 0-14 16,0 0 1-16,0 0-7 0,0 0-9 0,0 0-2 16,0 0-9-16,0 0-1 0,0 0 0 0,0 0 5 15,107-71-10-15,-69 42 1 0,-13 7 2 0,10-13-8 16,6 6 0-16,0-5-2 0,-2 4-2 0,-1 2 2 16,-3-3-6-16,0 3 5 0,1 1-10 0,-12 8-4 15,2 1 2-15,-26 18-7 0,46-32 1 0,-28 16-2 16,-18 16-2-16,29-20 2 0,-29 20 0 0,28-24-4 15,-28 24-5-15,22-20 4 0,-22 20-1 0,0 0-3 0,0 0 2 16,0 0-3-16,31-22 4 0,-31 22-8 16,0 0 4-16,0 0 0 0,0 0 2 0,0 0 2 15,0 0-7-15,0 0-10 0,0 0-7 0,0 0-15 16,0 0-33-16,0 0-29 0,0 0-38 0,0 0-81 16,0 0-230-16,0 0 101 0</inkml:trace>
  <inkml:trace contextRef="#ctx0" brushRef="#br0" timeOffset="35952.87">9527 10322 76 0,'0'0'127'0,"0"0"-21"0,0 0 9 0,0 0-22 16,0 0-8-16,0 0-10 0,0 0-4 15,0 0-9-15,0 0-10 0,0 0 6 0,0 0-15 16,0 0 4-16,0 0-5 0,0 0 0 0,56-47-12 16,-56 47 0-16,46-8-2 0,-46 8 4 0,54-10-5 15,-54 10-6-15,65-11 6 0,-19 5 1 0,-46 6-2 16,64-8-1-16,-12 1-2 0,-4 0-1 0,-48 7 2 15,99-8 1-15,-46 2 0 0,2 3-10 0,0 1-1 16,2-3-10-16,3 0 13 0,2 1-11 0,0 3 5 0,-1-5-11 16,-2 5 14-16,3 1-3 0,-1-4-5 0,-2 3 4 15,0 0-1-15,7-3-4 0,-2 4-6 0,-1-2 12 16,-1 2-4-16,5-4-6 0,-1 1 2 16,1 3 2-16,-2-3-3 0,-1 2 6 0,1 0-6 0,1-3-4 15,-2 5 7-15,0-2-5 0,3 0 5 0,3-2 1 16,1 3-3-16,0 0 1 0,3-5 0 15,-1 4-8-15,1 1-8 0,-4-6 8 0,2 4 3 16,-5 0-2-16,0-1 7 0,1 3-8 0,-8-4 1 0,6 2-3 16,-7 2-6-16,4 2 1 0,-3-6 1 0,-60 4 2 15,118 1-3-15,-59-1 4 0,-4-1-5 0,-55 1 6 16,110-1 3-16,-61-3-3 0,4 1-2 0,-53 3-5 16,97-2 6-16,-47 1 2 0,1-3 3 0,-51 4-2 15,95-4 1-15,-50-1 1 0,-45 5 4 0,80-4-6 16,-80 4 4-16,78 1-1 0,-78-1-3 0,61-1-3 15,-61 1 2-15,61 1 1 0,-61-1 1 0,0 0 2 16,74 0 2-16,-74 0 1 0,0 0 2 0,61 2 2 16,-61-2-6-16,0 0 1 0,0 0 7 0,64-2-5 15,-64 2-4-15,0 0 11 0,0 0-20 0,0 0 16 16,0 0 5-16,0 0-4 0,60 0 6 0,-60 0-2 16,0 0 4-16,0 0-3 0,0 0 11 0,0 0 3 15,0 0 7-15,0 0-1 0,0 0 10 0,0 0 2 16,0 0 1-16,0 0-4 0,0 0 6 0,0 0-6 15,0 0 3-15,0 0-11 0,0 0 3 0,0 0-4 16,0 0-7-16,0 0-13 0,0 0-18 0,0 0-17 16,0 0-28-16,0 0-34 0,0 0-33 0,0 0-54 15,0 0-109-15,0 0-303 0,0 0 134 0</inkml:trace>
  <inkml:trace contextRef="#ctx0" brushRef="#br0" timeOffset="41118.11">22692 14255 118 0,'0'0'158'0,"-21"-1"-10"0,21 1-5 15,0 0-5-15,0 0-4 0,-10-2 2 0,10 2-8 16,0 0-10-16,0 0-8 0,0 0-17 16,-9-3 2-16,9 3-10 0,0 0-6 0,0 0-11 15,0 0-3-15,0 0-8 0,0 0-7 0,0 0-13 0,0 0 2 16,0 0-7-16,0 0 1 0,0 0-5 0,0 0-4 16,46 10-2-16,-16-6 5 0,-1-1-7 0,0 4-4 15,16-3-1-15,-13-2 1 0,-1-2-4 16,-1 0-2-16,2 1 2 0,3 1-2 0,-3-1-3 0,0 1 0 15,0-1 0-15,-4-1 2 0,-9 0-3 0,1 0 3 16,-3 0-2-16,1 0-1 0,-4 0-5 0,1 0 1 16,-15 0 4-16,17-3-1 0,-17 3 0 15,11-1-2-15,-11 1 6 0,0 0-1 0,0 0 0 0,0 0-4 16,0 0-8-16,17 1-10 0,-17-1-31 0,0 0-25 16,0 0-32-16,0 0-52 0,0 0-179 0,0 0-361 15,0 0 160-15</inkml:trace>
  <inkml:trace contextRef="#ctx0" brushRef="#br0" timeOffset="41942.01">22703 16741 95 0,'0'0'198'0,"-9"-4"-4"0,9 4-13 0,0 0-4 16,-14-7-12-16,14 7-14 0,0 0-14 15,-6-3-7-15,6 3-8 0,0 0-15 0,0 0-10 16,0 0-10-16,0 0-7 0,0 0-10 0,0 0-2 15,0 0-4-15,36-12-8 0,-20 10 0 0,15-5-7 16,-2-2-4-16,-1 5-3 0,21-3-11 0,0 2 4 0,-3-1-6 16,-2-2-4-16,-10 6 1 0,-3 0-3 0,1 0-20 15,16 1 1-15,-18-1-6 0,1-2 4 16,0 4-5-16,-6 0 2 0,-4 0-2 0,-1 0-1 16,-2-3 4-16,-7 3-4 0,-11 0 3 0,19-2 6 15,-19 2-1-15,12 0-4 0,-12 0-1 0,0 0-2 0,0 0 1 16,13-2 3-16,-13 2 4 0,0 0 0 0,0 0-14 15,0 0-7-15,0 0-10 0,1-7-16 0,-1 7-22 16,0 0-21-16,0 0-28 0,0 0-28 0,-14-11-49 16,14 11-121-16,-10-4-334 0,10 4 147 15</inkml:trace>
  <inkml:trace contextRef="#ctx0" brushRef="#br0" timeOffset="45337.38">22707 14390 58 0,'0'0'143'0,"0"0"2"0,0 0-5 16,0 0-3-16,-13-3 1 0,13 3-3 0,0 0-2 16,-7-3-6-16,7 3-2 0,0 0-1 0,0 0-4 15,-14-5-7-15,14 5-3 0,0 0-10 0,-7-6-6 16,7 6-4-16,0 0-5 0,0 0-6 0,-9-4-3 15,9 4-7-15,0 0-5 0,0 0-4 0,0 0-6 16,0 0-3-16,0 0-6 0,0 0-8 0,0 0 1 16,0 0-7-16,0 0-4 0,0 0-3 0,0 0-6 15,0 0-1-15,0 0 1 0,0 0-4 0,0 0-2 16,0 0-5-16,0 0 2 0,0 0-2 0,0 0-1 16,0 0-2-16,0 0 1 0,0 0 0 0,32-3-2 15,-14-1 4-15,1 3-5 0,8-4 2 0,0 2 0 16,-3-1-1-16,6 0-1 0,16 0-1 0,-20 3 2 15,22-5 1-15,-2 6-3 0,-14-4-1 0,13 4 6 16,-12-1-6-16,15 2 1 0,-2 1-2 0,0-2-1 16,-14 0 1-16,17 0 3 0,-16 0-1 0,-1 0 1 15,1 2-4-15,-4-4 1 0,0 1 0 0,-1 4 0 16,-8-3-2-16,-1 2 3 0,-2-4-4 0,0 4 8 16,-3-1-7-16,-14-1 0 0,20 0 3 0,-20 0 3 15,14-3-4-15,-14 3 1 0,0 0 1 0,14 0 2 16,-14 0 0-16,0 0 0 0,0 0 2 0,0 0-1 15,0 0 2-15,0 0-2 0,0 0-1 0,0 0 0 16,13 0-3-16,-13 0 1 0,0 0-6 0,0 0-14 16,0 0-24-16,0 0-33 0,0 0-36 0,0 0-38 15,0 0-38-15,0 0-37 0,0 0-132 0,0 0-387 16,0 0 171-16</inkml:trace>
  <inkml:trace contextRef="#ctx0" brushRef="#br0" timeOffset="46857.46">22797 16741 36 0,'-16'-1'155'0,"16"1"-8"0,-14-1-9 16,14 1 1-16,0 0-10 0,-14-2-7 0,14 2-6 15,0 0-1-15,0 0-7 0,0 0-11 16,-18 1-9-16,18-1-6 0,0 0-4 0,0 0-11 0,0 0-4 16,0 0-7-16,0 0-4 0,0 0-5 0,0 0-7 15,0 0-4-15,0 0-1 0,0 0-1 0,0 0 1 16,44 9-2-16,-19-9-3 0,8 1 2 0,-1-2-6 15,18-3 3-15,-18 2 2 0,21-4-9 0,-4 1 1 16,1 4-1-16,1-5-21 0,-2 4 2 0,-2 1 0 16,-2-4 3-16,-14 1-7 0,17-1 3 0,-17 1 0 15,1 1 1-15,-3-3-5 0,-1 5 5 0,-1-4 0 16,-11 2-2-16,1 2 0 0,-2-2 1 0,-3 2 5 16,-12 1-4-16,17-2 4 0,-17 2 4 0,0 0 2 15,15-2 6-15,-15 2 2 0,0 0 8 0,0 0 4 16,12 0-2-16,-12 0 5 0,0 0-2 0,0 0-8 15,0 0 4-15,0 0-5 0,9-4 0 0,-9 4-3 16,0 0-5-16,0 0 3 0,0 0-8 0,0 0-20 16,0 0-8-16,0 0-13 0,0 0-23 0,0 0-17 15,0 0-17-15,0 0-16 0,0 0-9 0,0 0-21 16,0 0-14-16,0 0-11 0,0 0-22 0,0 0-92 16,0 0-293-16,0 0 129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09:30:41.6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3076 12264 28 0,'0'0'64'0,"0"0"-4"0,0 0-9 16,0 0-2-16,0 0-3 0,0 0 9 0,0 0-10 15,0 0 5-15,0 0-3 0,0 0 4 0,0 0 0 16,0 0-4-16,0 0-2 0,0 0 10 0,0 0-14 15,0 0 13-15,0 0-1 0,0 0 6 0,0 0-10 16,0 0 2-16,0 0-10 0,0 0 1 0,0 0-2 16,0 0-7-16,0 0-9 0,0 0-4 0,0 0 1 15,1-27 7-15,0 20-14 0,-1-4-2 0,-1 3 1 16,1-6-5-16,0 0 2 0,4-1-1 0,-4 1-4 16,1-1 6-16,2-9 1 0,-2 9-15 0,0-3 5 15,3-4 7-15,1-3-7 0,-1 2-2 0,1 6 4 16,1-6-5-16,0 6 7 0,-3 2 4 0,4-8-12 15,-3 6 11-15,2 2-4 0,-3-2-7 0,2 0 11 0,1 1-11 16,2-1 5-16,-2-7 1 0,1 9-9 16,-1-7 17-16,0 8-16 0,3-10 5 0,-4 8-5 15,2-6 6-15,-1 6 0 0,3-6-7 0,-4 5 8 16,0 1 0-16,2 0-5 0,2-7 3 0,-2 6 3 16,1-4-4-16,0-3 0 0,-2 7-2 0,7-8 0 0,-6 4 2 15,0 4 1-15,4-7-5 0,-2 4 6 16,-1 4-3-16,1 1 2 0,0 0-10 0,1-7 18 15,-1 6-7-15,4-7-2 0,-3 10-1 0,-2-1-3 16,3-2-12-16,2-5 19 0,-3 6 5 0,4-4-6 0,-2 4 6 16,-1 1-3-16,6-5-4 0,-1 0 0 15,0-1 1-15,0 2 1 0,2-2-7 0,2 0-1 16,1-2 7-16,-1 2-3 0,1 1-4 0,1-2 2 16,0 1 14-16,-1 1-13 0,4 2 3 0,-2-2-6 15,-2 0 5-15,1 2-1 0,4-2 3 0,-2 3-6 16,-1-1 8-16,0 2-4 0,-4 7 3 0,2-6-10 15,-5 4 1-15,8-4 6 0,-7 7 5 0,0-3 0 16,-6 2-4-16,6-1-4 0,-3 2 0 0,1 0 2 16,-2 0 1-16,1 2-1 0,-4 1 9 0,1 1-11 0,-1-1 7 15,-1 1-2-15,-9 3-3 0,0 0-1 0,0 0 2 16,0 0 3-16,0 0 2 0,0 0-4 0,0 0 0 16,61-29 1-16,-61 29-3 0,0 0-2 0,0 0 4 15,0 0 2-15,0 0-1 0,36-18-2 16,-36 18-3-16,0 0 9 0,0 0-1 0,0 0-1 0,0 0-2 15,0 0 1-15,0 0 1 0,0 0-2 0,0 0-3 16,0 0 5-16,0 0 0 0,0 0-6 0,0 0 7 16,0 0-6-16,0 0 9 0,33-14-3 0,-33 14-7 15,0 0 4-15,0 0 3 0,0 0-1 0,0 0 1 16,0 0 4-16,0 0-5 0,0 0 2 0,0 0-6 16,0 0 5-16,0 0-1 0,0 0 0 0,0 0 4 15,0 0-2-15,0 0-9 0,0 0-2 0,0 0 11 16,0 0-2-16,0 0-1 0,0 0 0 15,0 0 0-15,0 0 1 0,0 0 0 0,0 0 3 0,0 0-3 16,0 0 1-16,0 0-1 0,0 0 2 0,0 0 2 16,0 0 4-16,0 0-7 0,0 0 7 0,0 0-4 15,0 0 2-15,0 0 1 0,0 0 0 0,0 0 5 16,0 0-8-16,0 0-2 0,0 0-1 0,0 0 2 16,0 0 2-16,0 0-8 0,0 0-3 0,0 0 7 15,0 0-6-15,0 0-1 0,0 0 1 0,0 0 6 16,0 0-6-16,0 0 2 0,0 0-2 0,0 0 1 15,0 0-3-15,0 0 7 0,-51 29-7 0,51-29-5 16,-6 6 6-16,6-6 0 0,-4 6 1 0,4-6 5 16,0 0-2-16,-5 8-4 0,5-8 2 0,-4 8-2 15,4-8-4-15,-4 7 1 0,4-7 3 0,-4 13-1 16,0-9 2-16,4-4 3 0,-4 12-5 0,-1-5 1 16,4 0 2-16,1-7-1 0,0 16 0 0,-3-11 2 15,2 2-4-15,1 3 0 0,-2 4 5 0,-1-5-5 16,3 1 6-16,-1 2-7 0,-2-4 2 0,4 1 1 15,-2-1 3-15,1 1-3 0,0-1 5 0,1 1-4 16,-1-9 0-16,0 14 3 0,0-7-2 0,0 2-2 16,2 1 1-16,-2-2 6 0,0 1-10 0,0 0 3 15,0 4-1-15,1 0-2 0,-1-5 2 0,3 2 5 16,-3-1-1-16,2-1 1 0,-3 1-5 0,3-1 3 16,-3 1 2-16,1-9-2 0,4 15 1 0,-4-6 0 15,1-2 0-15,1 1 5 0,0 1-8 0,-2 0 1 16,0-9 4-16,3 12-2 0,-2-7 2 0,-1-5-2 15,5 10-7-15,-4-5 8 0,-1-5-1 0,1 9-1 16,-1-9-3-16,3 11 4 0,-3-11-4 0,3 11 5 16,-3-11 3-16,2 13-8 0,-2-7 11 0,3 0-11 15,-3-6 6-15,5 13-12 0,-5-6 8 0,3 1 3 0,-2 0 2 16,-1-8-2-16,2 12 4 0,1-6-1 16,-3 1-5-16,0-7 1 0,5 10-4 0,-5-3 2 15,0-7 2-15,2 11 3 0,-2-11-4 0,3 8 2 16,-3-8-5-16,3 9 6 0,-3-9 4 0,1 8-7 15,0-2 2-15,-1-6-6 0,4 10 3 0,-4-10 7 16,4 13-1-16,-3-6-4 0,3-1-2 0,-3 2 0 16,-1-8-1-16,4 13 6 0,1-7-4 0,-2 2-9 15,-2-1 11-15,3 1-1 0,-4-8 3 0,4 12-1 16,-3-3-1-16,4-4-3 0,-2 2-3 0,-1 2 2 0,-2-9 2 16,4 13 0-16,-2-6-10 0,1 0 6 15,-2 0 5-15,2-1 0 0,0 3 5 0,0 0 2 0,1-2-5 16,0 1 2-16,0-3 0 0,1 5-2 15,-3-3 1-15,2 1-5 0,-1-2 6 0,1 1-4 16,1 3-2-16,-1-1 5 0,0-2-1 0,1 3-1 0,-3-4-2 16,5 2 1-16,-4-1 6 0,1 2-6 15,0 0 1-15,0-1 0 0,1 0-3 0,-1-1 5 0,0 2-1 16,0-3-1-16,1 5-1 0,0-3 4 0,0 0-3 16,1 1-3-16,-3-1 2 0,-1 0 2 15,2-1 0-15,0 0 1 0,0 1-6 0,-1-2 6 0,-1 2-2 16,3-3 0-16,0 4 3 0,-2-2 1 0,-1 1-4 15,2-3-5-15,1 2 6 0,-2 0 1 0,-3-7 0 16,10 13 3-16,-6-5-4 0,0 0-2 16,0-1 1-16,-2-2-3 0,-2-5 3 0,5 11-6 0,-1-6 9 15,-4-5-5-15,8 14 6 0,-7-10-8 0,5 2 10 16,-3 2-8-16,-3-8 0 0,9 10-1 16,-8-5 4-16,-1-5-4 0,5 8 3 0,-2-2 1 15,-3-6 1-15,7 11-2 0,-4-8 2 0,2 5-6 16,-1 0 5-16,0-5-4 0,-3 7-1 0,-1-10 2 0,10 10 4 15,-6-3-4-15,-1-1-1 0,3 0-5 0,-2 3 4 16,1-5 0-16,-1 4-2 0,2-2 7 0,-1 2 2 16,2-2-1-16,-5 0-1 0,4 0-2 15,-3 1-1-15,4-2-2 0,-7-5 1 0,7 12 3 16,-3-8-3-16,-4-4 1 0,8 6 1 0,-3-2 2 0,-5-4-3 16,6 8-1-16,1-4 1 0,-7-4-2 0,6 7 6 15,-2-3-5-15,-4-4-1 0,8 6 3 16,-8-6-5-16,0 0 3 0,9 6 5 0,-9-6-4 15,0 0 2-15,6 3 2 0,-6-3-6 0,0 0 5 0,8 4-6 16,-8-4 1-16,0 0 1 0,6 6 2 0,-6-6 1 16,0 0-3-16,0 0-2 0,0 0 3 0,0 0-1 15,0 0 4-15,9 4-6 0,-9-4 4 0,0 0 7 16,0 0-9-16,0 0 2 0,0 0 1 16,0 0-4-16,0 0 3 0,0 0 1 0,0 0-3 0,0 0-1 15,0 0-1-15,0 0 4 0,0 0 2 0,0 0 0 16,0 0-6-16,0 0 4 0,0 0 2 0,0 0-5 15,0 0 0-15,0 0 5 0,0 0-6 0,0 0 2 16,0 0 2-16,0 0 1 0,0 0-1 0,0 0 0 16,0 0-1-16,0 0 0 0,0 0 1 0,0 0 1 15,0 0 0-15,0 0-5 0,0 0 7 0,0 0 2 16,0 0 1-16,0 0 3 0,0 0 0 0,0 0 4 16,0 0 1-16,0 0-2 0,0 0-2 0,0 0 3 15,0 0-3-15,0 0 2 0,0 0-3 0,0 0 2 16,0 0 0-16,0 0 1 0,0 0-3 0,0 0-1 15,0 0 0-15,0 0-4 0,0 0-1 0,0 0 1 16,0 0-3-16,0 0 0 0,0 0 2 0,0 0 1 16,0 0-1-16,0 0-4 0,0 0-2 0,0 0 4 15,0 0 2-15,0 0-4 0,0 0 0 0,0 0 4 16,0 0 0-16,0 0-2 0,0 0-3 0,0 0 4 16,0 0 0-16,0 0-4 0,0 0 1 0,0 0 1 15,0 0 3-15,0 0-4 0,0 0 5 0,0 0-4 16,0 0-1-16,0 0 1 0,0 0 2 0,0 0 3 15,0 0-1-15,0 0-3 0,0 0 11 0,0 0 0 16,0 0 1-16,0 0 4 0,0 0 0 0,0 0 0 16,0 0-1-16,0 0 1 0,0 0 1 0,0 0 1 15,0 0 0-15,0 0-3 0,0 0 1 0,0 0-1 16,0 0-6-16,0 0 3 0,0 0-2 0,0 0 0 16,0 0-2-16,0 0 0 0,0 0-1 0,0 0-3 15,0 0-1-15,0 0-4 0,0 0 4 0,0 0-1 16,0 0 1-16,0 0-3 0,0 0 2 0,0 0 1 15,0 0 0-15,0 0-3 0,0 0 0 0,0 0-2 16,0 0 1-16,0 0-2 0,0 0-1 0,0 0 1 16,0 0 4-16,0 0-5 0,0 0 1 0,0 0 0 15,0 0 0-15,0 0 0 0,0 0-1 0,0 0-2 16,0 0 3-16,0 0-4 0,0 0 3 0,0 0 7 16,0 0-8-16,0 0 0 0,0 0 5 0,0 0-4 0,0 0 2 15,0 0 0-15,0 0 0 0,0 0-2 16,0 0 0-16,0 0-2 0,0 0 5 0,0 0-7 15,0 0 7-15,0 0 1 0,0 0-3 0,0 0 1 16,0 0 0-16,0 0-2 0,0 0 0 0,0 0-1 16,0 0 3-16,0 0-2 0,0 0 2 0,0 0-3 0,0 0 2 15,0 0-3-15,0 0 1 0,0 0 1 16,0 0 3-16,0 0-6 0,0 0 6 0,0 0-2 16,0 0-1-16,0 0 2 0,0 0-5 0,0 0 2 15,0 0 5-15,0 0-5 0,0 0-3 0,0 0 4 0,0 0-2 16,0 0-1-16,0 0 5 0,0 0-4 0,0 0 1 15,0 0 1-15,0 0-4 0,0 0 3 0,0 0-1 16,0 0 1-16,0 0-2 0,0 0 2 0,0 0 2 16,0 0-1-16,0 0 1 0,0 0 0 15,0 0-1-15,0 0 2 0,0 0-1 0,0 0 1 0,0 0 0 16,0 0 2-16,0 0-1 0,0 0 0 0,0 0-2 16,0 0 2-16,0 0-1 0,0 0 4 15,0 0 0-15,0 0-1 0,0 0 8 0,0 0 6 16,0 0 3-16,0 0-2 0,0 0-1 0,0 0-5 0,0 0-1 15,0 0-2-15,0 0 2 0,0 0 1 0,0 0-1 16,-27-19-4-16,26 14-1 0,1 5 0 0,-8-10 0 16,6 4-4-16,2 6-2 0,-5-13 4 15,2 6-4-15,-1-2 1 0,0 2-1 0,2-3-1 16,-1 2-1-16,-1-2 3 0,1 1 0 0,0 2-2 0,1-2 3 16,0 2-3-16,1-3 2 0,1 3-6 0,-1-5 2 15,-2-2-1-15,3 6 8 0,-1-2-7 0,2-3 2 16,-2 6-2-16,1-3 2 0,0-3 0 0,1 4 0 15,-1 9-1-15,0-16-3 0,-1 5 1 16,2 2 8-16,-1-1-7 0,1 1-1 0,-1-1-1 0,0 0 3 16,2 1 3-16,-1-1-4 0,0-4 2 0,2 3-1 15,-3 1 2-15,1 0-1 0,-1 10 0 0,1-19 0 16,1 6-3-16,0 0 3 0,-1 3-1 0,1 0 5 16,-1-2-2-16,-1 5-6 0,2-3 2 0,0-4 2 15,-2 0 0-15,1 7-1 0,0-5-3 0,1 2 2 16,-1 3 1-16,0-3-2 0,-1 1 2 0,4-1 0 15,-4 1 1-15,4-4-1 0,-3 4 0 0,3-5-1 16,-3 6 2-16,3-4-1 0,0 2 2 0,0-4-4 16,-4 4 4-16,4-2-1 0,-4 1 0 0,3-2 2 15,-1 4-3-15,0-3 2 0,1 3-2 0,-2-1 0 16,2 2-2-16,-2-3 3 0,4 0-1 0,-4 2 1 16,3-1 0-16,-3 1-1 0,2-3 0 0,2-1 2 15,0 0-2-15,-3 6-2 0,0-3 1 0,3 3 1 16,-1-2 0-16,-3 3-1 0,3-1 6 0,-4 7-7 15,4-12 2-15,-2 5-1 0,1-2 3 0,-3 9-2 16,5-13-2-16,-1 6 5 0,1-3-5 0,-1-1 3 16,1-3-1-16,0 6 1 0,0-3-2 0,-1-1 2 15,4 1-2-15,-5 0 1 0,4 1 2 0,-1-2-3 16,0 1 4-16,-3 1-2 0,6-2-2 0,-4 4 9 16,3-4-7-16,0 1 1 0,-4 1-4 0,4 0 3 15,-1-2-3-15,2 3 3 0,0-1-1 0,-3-3 2 16,3 6-3-16,0-5 1 0,-5 5-1 0,5-6-1 15,-4 7 3-15,0 0-1 0,0-2-1 0,4 2 3 16,-3-2-2-16,2 1-1 0,1-4 2 0,1-2 2 16,1 2-1-16,-1 0 1 0,-4 3-2 0,4-1-3 15,1-1 3-15,-5 4 2 0,5-5-3 0,-2 0-1 16,-1 1 0-16,4 0 1 0,-6 3 0 0,3 0 3 16,-3-1-4-16,-6 8-1 0,0 0 5 0,0 0-4 15,0 0 4-15,49-43-4 0,-49 43 2 0,0 0-3 16,24-19 1-16,-24 19 5 0,0 0 3 0,31-22-6 15,-31 22-2-15,0 0 0 0,30-22 2 0,-30 22-1 16,0 0 1-16,26-21 0 0,-26 21-1 0,0 0 0 16,28-18 1-16,-28 18 1 0,0 0-2 0,30-19 1 15,-30 19-1-15,0 0-2 0,0 0 6 0,32-23-8 16,-32 23 2-16,0 0 4 0,0 0 18 0,35-16 1 16,-35 16-3-16,0 0-2 0,0 0 0 0,0 0-3 15,33-19-1-15,-33 19-2 0,0 0-1 0,0 0 0 16,0 0-5-16,31-17 0 0,-31 17 1 0,0 0 3 15,0 0-4-15,0 0 1 0,0 0 1 0,0 0-4 16,0 0 3-16,0 0 2 0,0 0-3 0,0 0 5 16,0 0-7-16,0 0 3 0,0 0-3 0,0 0 4 0,0 0-3 15,0 0 2-15,32-17-1 0,-32 17-2 0,0 0 1 16,0 0-2-16,0 0 0 0,0 0 0 16,0 0 0-16,0 0 1 0,0 0 2 0,0 0-4 15,0 0 3-15,0 0 3 0,0 0-5 0,0 0-2 16,0 0 1-16,0 0 2 0,0 0 0 0,0 0 1 0,0 0-2 15,0 0-3-15,0 0 1 0,0 0 2 0,0 0-4 16,0 0 2-16,0 0-1 0,0 0 0 16,0 0 0-16,0 0 1 0,0 0-1 0,0 0-1 15,0 0-2-15,0 0-1 0,0 0 0 0,0 0 0 16,0 0 0-16,0 0-3 0,0 0-2 0,0 0 4 0,0 0-6 16,0 0 3-16,0 0-1 0,0 0-3 15,0 0 5-15,0 0 2 0,0 0 0 0,0 0 0 16,0 0 1-16,0 0 1 0,0 0-1 0,0 0 8 15,0 0-3-15,0 0-4 0,0 0-1 0,0 0 3 16,0 0 0-16,0 0 0 0,0 0 1 0,-71 67-1 16,71-67 0-16,0 0 3 0,0 0-3 0,0 0 3 15,0 0-1-15,0 0 0 0,0 0 0 0,0 0-1 0,0 0 1 16,0 0-1-16,0 0 0 0,-17 25 2 16,17-25-1-16,0 0 2 0,0 0 0 0,0 0-2 15,0 0-1-15,0 0 1 0,0 0-2 0,-8 32 1 0,8-32 4 16,0 0-3-16,0 0 0 0,0 0 1 0,0 0-1 15,-5 32-1-15,5-32 2 0,0 0 0 0,0 0-1 16,0 0 1-16,3 29 3 0,-6-22-4 16,6-3 1-16,-6 2 2 0,3-6-3 0,0 11 1 0,0-4 0 15,0 3-1-15,0-10 1 0,3 12-1 0,-3-12 1 16,1 8 0-16,0 1 2 0,-1-9 0 0,3 12 1 16,-2-8-1-16,0 6-3 0,-1-10 1 15,3 11 2-15,-2-5-2 0,-1-6-1 0,3 15 2 16,-2-8 0-16,-1 1-2 0,1 0 1 0,1 1 3 0,-2-1-1 15,1 0 0-15,-1-1-1 0,4 2 1 0,-3-2-1 16,3 1 1-16,-3 1 3 0,3 0-3 0,-3-1-1 16,2 1 0-16,-2-1 0 0,3 0-2 0,-1 1 1 15,-1-1 1-15,2 1-1 0,-1 0 1 0,-2 0 1 16,0-4 1-16,-1 4-2 0,4 0-2 0,0-2-1 16,-2 2 3-16,-2-9 0 0,4 11-2 0,-1-3 6 15,-1-1-4-15,1 0-2 0,-3-7 2 0,4 11 0 16,-2-3-2-16,2-2 2 0,-4-6-2 0,5 9 1 15,0-1 1-15,-1-3 0 0,-4-5-1 0,4 11-1 16,-2-4-1-16,1 0 4 0,-3-7-2 0,5 8 1 16,-1-2 8-16,1 0-7 0,-5-6-3 0,5 9 0 15,-2-2 2-15,-3-7 1 0,6 10 0 0,-5-5-2 16,-1-5 2-16,7 12-2 0,-3-9 0 0,-4-3-2 16,7 12 4-16,-3-8 1 0,-4-4-1 0,4 12 0 15,0-7 1-15,-2 1-2 0,4 1 1 0,-4-1 0 16,-2-6-3-16,8 11 4 0,-5-5-4 0,-3-6 2 15,7 9-3-15,-3-1 3 0,-2-3 0 0,-2-5 0 16,7 8 0-16,-1 0 1 0,-6-8-2 0,6 7 2 16,-3-1 1-16,-3-6-3 0,6 9 2 0,-2-3-2 15,-4-6 2-15,8 10-3 0,-2-6 3 0,-2 0 0 16,-4-4 0-16,9 10-2 0,-2-6 3 0,-7-4-2 16,7 10 0-16,-3-5 0 0,-4-5 0 0,10 7 0 15,-5 0 0-15,0-2 1 0,-1 0-2 0,-4-5 4 16,12 11-2-16,-8-5 1 0,3 3-2 0,-2-4-2 15,3 0 4-15,-3 6 0 0,0-6-1 0,3-1 0 16,-8-4 1-16,8 9 0 0,-3-5 1 0,1 2-3 16,2 0 3-16,-8-6-1 0,10 8-1 0,-6-5 0 15,-4-3 1-15,7 8-1 0,-7-8-2 0,8 7 0 16,-3-3 2-16,-5-4-2 0,8 6 2 0,-3-1-1 16,-5-5 2-16,9 7-4 0,-9-7 1 0,8 7-1 15,-6-3 1-15,-2-4 1 0,7 9-2 0,-1-5 5 16,-1 1-1-16,-5-5-2 0,12 10 1 0,-8-4 1 15,3 0 2-15,-7-6 4 0,9 9-8 0,-4-2 1 16,2 1 0-16,-4-2-3 0,4-1 2 0,-7-5-1 16,10 9 3-16,-5-4-3 0,-1 0 1 0,-4-5-2 15,11 6 3-15,-7 0 0 0,-4-6 2 0,8 7-4 16,-3-2 1-16,-5-5 3 0,8 3-4 0,-8-3 0 16,9 5 1-16,-9-5 1 0,5 6 2 0,-5-6-7 15,5 6 8-15,-5-6-6 0,0 0 2 0,5 7 0 16,-5-7 0-16,0 0 1 0,5 5-1 0,-5-5-1 15,0 0 2-15,0 0 1 0,0 0-2 0,0 0 0 16,8 7 0-16,-8-7 0 0,0 0 1 0,0 0 1 16,0 0 2-16,0 0-4 0,0 0-2 0,0 0 3 15,0 0 1-15,0 0 0 0,0 0 0 0,0 0 2 16,0 0 0-16,0 0 1 0,0 0 0 0,0 0-1 16,0 0 2-16,4 6-1 0,-4-6 2 0,0 0 1 15,0 0-1-15,0 0 0 0,0 0-3 0,0 0 1 16,0 0 6-16,0 0-1 0,0 0-3 0,0 0 4 15,0 0 0-15,0 0-2 0,0 0-1 0,0 0 1 16,0 0 0-16,0 0 1 0,0 0 2 0,0 0-5 16,0 0 0-16,0 0 1 0,0 0 0 0,0 0 4 15,0 0-4-15,0 0 0 0,0 0 2 0,0 0-2 16,0 0-2-16,0 0 1 0,0 0 1 0,0 0-2 16,0 0 2-16,0 0 0 0,0 0-4 0,0 0 1 15,0 0 0-15,0 0 2 0,0 0 0 0,0 0-1 16,0 0 5-16,0 0 0 0,0 0-2 0,0 0 2 15,0 0-2-15,0 0 0 0,0 0 3 0,0 0-4 16,0 0 2-16,0 0-1 0,0 0-3 0,0 0 2 0,0 0-1 16,0 0-20-16,0 0-26 0,0 0-39 15,0 0-49-15,0 0-62 0,0 0-73 0,0 0-185 16,-18 23-483-16,4-10 215 0</inkml:trace>
  <inkml:trace contextRef="#ctx0" brushRef="#br0" timeOffset="2194.66">2627 12597 74 0,'0'0'80'16,"-18"-7"-7"-16,18 7-9 0,-15 1 2 0,15-1-3 16,-17 2 6-16,17-2 6 0,0 0 6 0,-18 0-4 15,18 0 3-15,0 0-7 0,0 0-5 0,-14 0-2 16,14 0-8-16,0 0-5 0,0 0-7 0,0 0-7 16,0 0 2-16,0 0-7 0,0 0-11 0,-11-3 3 15,11 3-7-15,0 0-3 0,0 0 0 0,0 0-3 16,0 0 2-16,0 0-1 0,0 0-1 0,41-10 1 15,-29 3 2-15,4 3-4 0,-2-1-4 0,1-2 2 16,3 2-1-16,0-2 7 0,5-3-8 0,-4 5 1 16,5 0 9-16,2-3-9 0,-2 2 0 0,2-1 2 15,2-3-3-15,0 2 4 0,0-3-3 0,3-2 0 16,9-4 4-16,-10 8 0 0,1-5 2 0,16 2-5 16,-6-3-5-16,-13 5 6 0,4 0-5 0,9-3-1 15,2-3 5-15,-12 7 0 0,0-1-4 0,1 2-4 16,9-7 1-16,-13 6 6 0,1 2-2 0,2-3-4 15,-2 0 3-15,1 5 0 0,-1-3 1 0,-1 2-4 16,0 0-2-16,0-1 3 0,-2 1-2 0,-3-2-1 16,-4 3-2-16,0 1 5 0,4-5-3 0,-2 4 0 15,-1 1 4-15,-3 0-2 0,8-4-2 0,-8 3 0 0,1 0-4 16,0 0 4-16,-2-1 4 0,2 2 2 16,0 2-3-16,1-1-1 0,8-4-2 0,-1 0 6 15,-8 4-6-15,8-5 5 0,-8 2-6 0,-1 1 1 16,10-3 0-16,-3 0 5 0,-6 3-1 0,0-1-3 0,7-2 6 15,-8 2-9-15,2-1 5 0,5 0-2 0,1 0 0 16,-1 0 1-16,-6 2-4 0,1-2-1 16,4-2-1-16,-5 4 5 0,1-2-3 0,4-1 3 15,-4 2 0-15,-2 1 2 0,7-5-3 0,-6 3 1 16,0 0 1-16,0 1-2 0,0-1 7 0,5 1-7 0,0-4-1 16,-7 0 6-16,4 3-2 0,4-2-4 15,-9 3 5-15,11-4-3 0,-10 6-1 0,2-2 3 16,5-7 2-16,-5 7-2 0,9-4 5 0,-3-1-4 15,-1 0-2-15,-5 6 1 0,10-7 5 0,-5 2-2 0,3-2 0 16,-2 3 0-16,-1 1 2 0,4-1 5 16,-4-1-8-16,3 0-1 0,-2 0-4 0,0 0 4 0,0 1-2 15,1-2-1-15,0 3 1 0,2-3 1 16,1 0-4-16,0-1 6 0,-1 1-1 0,1 1-5 16,0-2 4-16,-2 1 1 0,1-1-4 0,-2 2 4 0,2-2-4 15,-1 4 2-15,-1-3 1 0,0 0-2 0,0-3 3 16,2 5-5-16,-3-3 6 0,3 0-5 15,1 2 1-15,-5-1 1 0,3 0 3 0,-2 3-1 0,3-1-3 16,-3-1 1-16,-11 5 2 0,6-3-2 16,-1 2 2-16,0-1 0 0,1 0-2 0,-2 1-2 15,0-2 2-15,2 0 9 0,0 1-10 0,-4 0 0 0,2-1-1 16,-2 1 2-16,4-3-4 0,-1 7 2 16,-1-4-1-16,0 1 1 0,0 0 0 0,2-1-2 15,-3 1 2-15,0-1-1 0,2 1 0 0,-1-1 2 16,2 1-2-16,-4-3 4 0,3 3-6 0,-4 0-1 0,4-1 7 15,-4 2-5-15,0-2 6 0,-1 1-6 0,1-1 1 16,-2 2-1-16,-2 2 5 0,0 0 2 16,-1-1-2-16,-9 4 0 0,18-6 0 0,-9 1 4 0,0-1-2 15,0 3 2-15,-1-2-1 0,3 1 1 16,0-3-1-16,2 1-3 0,-4 4 2 0,0-3-4 0,0 0 3 16,0 1-1-16,0 1 0 0,1 0-2 0,-10 3 0 15,17-8-7-15,-8 6-12 0,-9 2-11 0,0 0-19 16,0 0-18-16,19-4-27 0,-19 4-18 0,0 0-16 15,0 0-16-15,0 0-125 0,0 0-289 16,0 0 128-16</inkml:trace>
  <inkml:trace contextRef="#ctx0" brushRef="#br0" timeOffset="3234.46">3073 12228 24 0,'0'0'50'16,"0"8"-5"-16,0-8-2 0,0 13-1 0,0-8-7 15,0-5 3-15,0 14-5 0,0-1-3 0,0-4 7 16,0 0-6-16,0 4 0 0,-3-2-2 0,3-2-2 16,3 5-2-16,-4-1-1 0,-1 0-1 0,2 0-3 15,0 0-5-15,0 1 8 0,0-6-4 0,-1 5-8 16,1-3 4-16,0 3-4 0,-1-5 5 0,1 3-4 16,1-2-2-16,-1-9-3 0,-1 14 3 0,0-8-3 15,1-6-3-15,-4 10 3 0,4-10 2 0,0 8-7 16,0-8 0-16,0 0 5 0,0 8-1 0,0-8 4 15,0 0-6-15,0 0 1 0,0 0 9 0,-3 9-9 0,3-9-3 16,0 0-11-16,0 0-5 0,0 0-6 16,0 0-19-16,0 0-7 0,0 0-6 0,0 0-55 15,0 0-116-15,0 0 52 0</inkml:trace>
  <inkml:trace contextRef="#ctx0" brushRef="#br0" timeOffset="7975.1">3128 12461 95 0,'0'0'107'0,"0"0"-3"0,0 0-10 15,0 0 1-15,0 0-16 0,0 0-7 0,0 0-4 16,0 0-22-16,0 0 12 0,0 0-4 16,0 0-10-16,0 0-8 0,0 0 3 0,0 0-6 15,0 0 0-15,0 0-4 0,0 0-15 0,0 0 20 0,0 0-17 16,0 0-11-16,0 0-6 0,0 0-17 15,0 0-25-15,0 0-11 0,0 0-9 0,0 0-6 16,-19-17 11-16,19 17-2 0,-8-12-6 0,4 5-58 16,-2-1-133-16,1-4 60 0</inkml:trace>
  <inkml:trace contextRef="#ctx0" brushRef="#br0" timeOffset="8112.5">3050 12335 32 0,'0'0'73'0,"0"0"4"0,-1-9-18 0,1 9 14 0,0 0-9 16,0 0-15-16,0 0 2 0,0 0-17 0,0 0-17 16,0 0-28-16,4-11-15 0,-4 3-18 0,1-1-31 15,-2-4-81-15,1-4 36 0</inkml:trace>
  <inkml:trace contextRef="#ctx0" brushRef="#br0" timeOffset="8413.52">2949 11633 14 0,'0'-9'52'0,"-1"-1"-14"0,2 3-6 15,-1-5-34-15,0-2-21 0,0 2-24 0,0 4 11 0</inkml:trace>
  <inkml:trace contextRef="#ctx0" brushRef="#br0" timeOffset="8561.44">2925 11396 71 0,'0'0'85'0,"0"0"-11"16,-4-9-6-16,4 9-9 0,-1-5-14 15,1 5-10-15,0 0-20 0,1-14-23 0,-1 14-14 16,3-10-49-16,-3 10-76 0,1-12 34 0</inkml:trace>
  <inkml:trace contextRef="#ctx0" brushRef="#br0" timeOffset="8706.9">2944 11226 39 0,'-5'-10'115'0,"5"10"-21"0,0 0-1 16,-1-9-9-16,1 9-17 0,1-10-17 0,-1 10-18 0,0-12-13 15,5 2-19-15,-3 0-28 0,4 3-17 16,-4-1-42-16,3 0-94 0,-2 3 42 0</inkml:trace>
  <inkml:trace contextRef="#ctx0" brushRef="#br0" timeOffset="8862.76">3013 11036 60 0,'0'0'114'0,"0"0"-5"0,-1-9-11 0,1 9-9 15,0-10-5-15,0 10-16 0,4-14-9 0,-1 5-25 16,0 1-15-16,1-2-18 0,2-1-15 0,2-1-11 16,1 2-15-16,-5 2-17 0,1 0-44 0,0-1-107 0,1 1 48 15</inkml:trace>
  <inkml:trace contextRef="#ctx0" brushRef="#br0" timeOffset="8972.94">3145 10804 46 0,'6'-10'36'0,"3"3"-7"0,0-2-18 0,0-2-9 16,5-2-23-16,-3 4-23 0,1-5 10 0</inkml:trace>
  <inkml:trace contextRef="#ctx0" brushRef="#br0" timeOffset="9443.59">3440 10556 20 0,'0'0'45'0,"51"-27"-8"0,-51 27-4 0,0 0-7 16,37-15 0-16,-37 15-5 0,0 0 1 0,0 0-8 16,44-14-2-16,-44 14 0 0,0 0 1 0,0 0-6 15,0 0 1-15,0 0 0 0,0 0-3 0,41-9 4 16,-41 9-4-16,0 0 0 0,0 0 2 0,0 0-2 15,0 0 2-15,0 0 1 0,0 0-3 0,0 0 4 16,0 0 2-16,0 0 0 0,0 0-1 0,0 0 1 16,0 0-6-16,0 0 1 0,0 0-1 0,0 0 0 15,0 0 1-15,0 0 2 0,82 13-5 0,-82-13-3 16,0 0 4-16,0 0-4 0,50 16-1 0,-50-16-8 16,0 0-1-16,0 0 1 0,53 8-4 0,-53-8-7 15,0 0-1-15,0 0-7 0,52 4 1 0,-52-4-1 16,0 0 2-16,0 0 1 0,44 10 3 0,-44-10 5 15,0 0 3-15,0 0 6 0,0 0 5 0,0 0 1 16,38 21 2-16,-38-21 12 0,0 0-3 0,0 0 5 16,0 0-4-16,0 0 2 0,20 19 1 0,-20-19 1 15,0 0-2-15,0 0-4 0,0 0 2 0,0 0 5 16,0 0-3-16,23 23-1 0,-16-17-5 0,-2 0 7 16,1 0-3-16,2-2-1 0,1 4-7 0,1 0-3 15,2 1-11-15,-5-4-5 0,6 5-4 0,-1-1-1 16,0 0-7-16,1 0-15 0,0 1-47 0,-2-2 21 15</inkml:trace>
  <inkml:trace contextRef="#ctx0" brushRef="#br0" timeOffset="9727.54">4304 10914 42 0,'2'9'39'0,"2"1"-4"16,0 0-4-16,1 5 1 0,2-2-6 0,-1 1-8 15,-1-2-3-15,1 3-7 0,0-1-6 0,0 3-4 16,0-2-2-16,1-2-5 0,0 0 1 0,1 0-2 16,2 0 7-16,-2-1-7 0,1 3-1 0,1-2 0 15,-1 0 3-15,0-1 2 0,0-1-1 0,0 0 0 0,-4 2 0 16,1-2-1-16,0-4 3 0,-3 0 5 16,1 3 3-16,1-2 4 0,-1-2 1 0,0 3 2 15,-1-2-2-15,-3-7 7 0,6 13-3 0,-3-6 1 16,-3-7-5-16,5 12 4 0,-4-6-1 0,1 2 1 15,2 1-4-15,-1-3 0 0,1 6 0 0,-2-3-9 16,1-2-8-16,1 0-11 0,-2 3-22 0,3-2 38 16,3 4-30-16,-4-3-35 0,1 4 16 0</inkml:trace>
  <inkml:trace contextRef="#ctx0" brushRef="#br0" timeOffset="11080.55">4667 12036 53 0,'0'0'67'0,"0"0"-17"0,0 0-4 15,0 0-22-15,0 0-21 0,0 0-25 0,0 0-16 16,0 0-39-16,0 0 18 0</inkml:trace>
  <inkml:trace contextRef="#ctx0" brushRef="#br0" timeOffset="55430.46">17862 13547 68 0,'-1'-10'72'0,"-2"4"-1"0,1-2 4 16,0-1-4-16,1 0-8 0,0 1 9 0,0 0-5 15,-1-1 1-15,1-2-1 0,-3 3 4 0,4 8 3 16,-2-16-1-16,-1 7-6 0,1 1-8 0,-1-2-8 15,3 10-4-15,-4-9-1 0,3 3 6 0,1 6 3 0,-4-9-2 16,4 9-7-16,0 0-4 0,0-8-5 0,0 8-7 16,0 0-5-16,0 0-5 0,0 0-3 15,0 0 3-15,0 0-9 0,0 0 1 0,-6 28-1 16,6-2 3-16,-5 20 6 0,6 1 1 0,-1 1-1 16,0 5-6-16,-1 2 1 0,4 6-1 0,-3 1-1 15,4-1 0-15,3 1 1 0,-4-4-3 0,0 3 5 16,2-6-3-16,2-2-6 0,-2-4 4 0,-2-3 0 0,3 1-4 15,-5-6 1-15,0-10 3 0,-1-3 4 0,1 15-6 16,1-15 1-16,0-1-4 0,0 1 4 16,0 0-4-16,-2-3 0 0,0 0-2 0,0-8 2 0,-1-5 0 15,2-1-1-15,-1-2 0 0,0-9 2 0,0 6 0 16,0-6-1-16,3 9 2 0,-3-9-5 0,0 0-6 16,0 0-8-16,0 0-26 0,0 0-8 0,0 0-22 15,0 0-9-15,-12-47-16 0,10 17-22 0,4-15-7 16,-6-1-116-16,3 0-256 0,-2-1 113 0</inkml:trace>
  <inkml:trace contextRef="#ctx0" brushRef="#br0" timeOffset="56710.13">17806 13394 78 0,'-8'-8'105'0,"3"4"-4"0,5 4 0 0,-11-9-4 16,7 5 5-16,4 4-11 0,-8-7-4 0,8 7-7 15,-8-9-4-15,8 9-3 0,-5-10-3 0,5 10-6 16,-5-7-9-16,5 7-5 0,-2-7 2 0,2 7-3 0,0 0-5 15,0 0-3-15,-3-7-5 0,3 7-5 16,0 0-1-16,0 0-3 0,0 0-8 0,0 0-1 16,0 0-3-16,0 0-1 0,0 0 0 0,4-10 1 15,-4 10 0-15,11-5-4 0,-3 2-3 0,-8 3-3 0,24-6 4 16,-13 6-2-16,5-3-4 0,-2-1 2 0,5 3-1 16,1-1 0-16,8-3 2 0,1 3 2 15,3-2-5-15,17-4 0 0,-4 5-1 0,0-1 4 16,2 0-6-16,2-4 2 0,4 5 1 0,-2 1-1 0,1-3 5 15,0-2-2-15,4 7-4 0,-3-3 2 0,12 0-1 16,1-1 4-16,1 2-4 0,2 0-1 0,4 1-3 16,5 0 2-16,-4-2-4 0,3-2 2 15,0 1-3-15,0 2-4 0,7-3 0 0,-1 5-2 0,1-1 2 16,0-2-3-16,2-2 2 0,1-1 1 0,1 2 4 16,2 0 0-16,-5 1-2 0,0 0 2 0,0 0 1 15,2-2 2-15,-3 5 0 0,3-4 1 0,-10 0-10 16,2 1 8-16,2 3-1 0,-5-4-8 0,1 7 6 15,-3-11-1-15,-5 10 0 0,0-2-10 0,-6 0 5 16,2 1-3-16,-9-4 2 0,1 1-6 0,-4 0 2 16,-5 2-5-16,0 0-2 0,-16 0 8 0,14-3-1 15,-16 0 0-15,0 2-1 0,-2-2 3 0,-1 2 4 16,-3-4-3-16,-7 2-3 0,1 0 5 0,0-1 3 16,-5 1-8-16,-3 0 6 0,0-1 8 0,-10 4 0 15,10 0 12-15,-10 0 13 0,0 0-4 0,9-5 0 16,-9 5 1-16,0 0 2 0,0 0-3 0,0 0 1 0,4-9 6 15,-4 9-2-15,0 0-1 0,0 0 1 16,0 0-3-16,-1-8-3 0,1 8-3 0,0 0-1 16,0 0 2-16,0 0-4 0,0 0 2 0,0 0-7 15,0 0 0-15,0 0-3 0,0 0-4 0,0 0 4 16,0 0-3-16,0 0 2 0,0 0 1 0,0 0-7 16,0 0 4-16,0 0 2 0,0 0-2 0,16 22-2 15,-8-12 3-15,0 2 0 0,2-1 0 0,-2 4 2 16,-1-3-6-16,3 3 6 0,3 6-2 0,-6-4 3 0,5 6 5 15,-3 4-1-15,4-2-1 0,-2 1 6 16,5 18 4-16,-1-2 0 0,-2-2-3 0,2 5-3 16,-1-4-2-16,-3 1 1 0,1 6 5 0,1 0-6 15,-1 1-4-15,-1-4 6 0,1 7 0 0,-1-4-2 16,-1 4-1-16,1-1 2 0,5-6 2 0,-4 2-2 0,-1 2-1 16,1-8 0-16,-2 1-2 0,0 2 3 15,-2-5-6-15,0-12 1 0,3 17 4 0,-1-4-2 16,-5-15-5-16,2 4 3 0,-2-1 3 0,2 12-8 0,-4-12 6 15,2-3 0-15,-2 1-2 0,-3-2 0 0,5-2-4 16,-5-6 3-16,1 0-3 0,-1-3 1 0,-1 1-1 16,-3-2 0-16,3-5 4 0,-2 1 2 0,3-8-4 15,-4 10-1-15,2-4 2 0,2-6-5 0,-9 10 6 16,1-6-1-16,-3 0 0 0,-3-2-5 0,0-1-5 16,-7-1 0-16,-11-1-5 0,0 1-2 0,-1 0 0 15,-13-6 0-15,-1 4-1 0,1 1-5 0,-3-2 4 16,-2 0 3-16,5-2-6 0,-9-1 11 0,-1 5-10 15,1 0 6-15,-1 2 1 0,-2-3-2 0,3 3-3 16,-5-4 6-16,0 7 0 0,-3-1 1 0,2 2 2 16,-3-4 2-16,-1 3 5 0,-3 2-8 0,-2 0-1 15,1-5 5-15,-3 2-3 0,-2 0 0 0,-1 1 3 16,-2 1 8-16,-1-1-9 0,-10-2-1 0,5 2 0 16,1 2 3-16,-5-4-2 0,-1 3-1 0,-3 1 2 15,3-4-3-15,0 1-4 0,-1 3 6 0,4 2 3 16,-3-8 0-16,9 3-9 0,1 1 21 0,3 1-11 15,0-2-4-15,6 0 3 0,-3 2-3 0,4 0 14 16,-4 0-9-16,13-2-3 0,1-3 2 0,1 5 5 16,5-3-10-16,-2-2 14 0,22 1 5 0,0-1-4 15,3 2 8-15,-2-4-2 0,4 2 7 0,7 2 0 16,1-4-1-16,2 1 0 0,17 1 1 0,-20 0 1 16,20 0 1-16,-16 0 0 0,16 0-3 0,0 0-2 15,0 0-13-15,-12-2-6 0,12 2-14 0,0 0-3 16,0 0-14-16,0 0-1 0,0 0-12 0,0 0-11 0,0 0-19 15,0 0-28-15,0 0-30 0,0 0-102 16,34-5-252-16,-34 5 111 0</inkml:trace>
  <inkml:trace contextRef="#ctx0" brushRef="#br0" timeOffset="64456.25">21297 14366 27 0,'18'-3'94'16,"8"2"-5"-16,-6 0-1 0,5 0-12 0,2 0-3 15,-8 0-7-15,9-1-3 0,-3 0-12 0,-5 4 0 16,6-4 3-16,1 4-13 0,-8-4-2 0,7 2-2 16,-7 0-8-16,-2 0 3 0,-1 0 4 0,2 0-12 15,0 0-7-15,-1 0-2 0,-2 0 2 0,-15 0-6 16,23 0 6-16,-23 0 0 0,18 0-4 0,-18 0-1 16,10 0 1-16,-10 0-6 0,0 0 0 0,0 0-3 15,0 0 11-15,0 0-1 0,0 0-12 0,18-1-7 16,-18 1-12-16,0 0-3 0,0 0-11 0,0 0-14 15,0 0-3-15,-31-10-1 0,31 10-6 0,-24-2-16 16,8 0-64-16,0-1-147 0,-3 1 65 0</inkml:trace>
  <inkml:trace contextRef="#ctx0" brushRef="#br0" timeOffset="65089.21">21161 14340 18 0,'0'0'97'0,"-14"0"-4"16,14 0-9-16,-17-1 4 0,17 1 0 0,0 0-4 16,0 0-1-16,-17 0-9 0,17 0-9 0,0 0-10 0,0 0-1 15,0 0-8-15,0 0-3 0,0 0-4 16,0 0-4-16,0 0-8 0,0 0 6 0,0 0-3 16,0 0-4-16,0 0-6 0,54 4 16 0,-28-6-12 15,-5 4-2-15,6-2-4 0,1-2 8 0,0 2-8 0,-2 0-8 16,2-1 7-16,2 1 4 0,-4 0-6 0,2-1-5 15,-1 1-1-15,0 0 7 0,-8 1-4 0,8-1-5 16,-6 0 2-16,4-3-2 0,-8 5 1 16,-1-1-6-16,1-1 4 0,-3-1 2 0,-14 1-2 15,18 0-3-15,-18 0-5 0,13-2-10 0,-13 2 11 0,0 0 2 16,0 0 1-16,0 0-3 0,0 0 7 0,0 0-9 16,0 0-1-16,0 0-3 0,0 0-6 0,0 0 9 15,-47 8 2-15,20-5-4 0,-3 0-2 16,7 0 0-16,-4 2 5 0,-1-3 3 0,0-1-7 0,-3 2 9 15,3-2-4-15,0 1-8 0,-1 0 8 0,-2-2 2 16,4 2-11-16,-3-1 13 0,-1-1 6 16,3 0-8-16,9 0 13 0,-7 0-1 0,7 0 0 0,2 0 2 15,1 0-4-15,2 0 4 0,14 0 3 0,-28 0-1 16,17 0-3-16,11 0-1 0,-14 0 5 0,14 0 2 16,0 0-12-16,0 0 2 0,0 0-8 0,-16 0-6 15,16 0 10-15,0 0-3 0,0 0 0 16,0 0-1-16,0 0 10 0,0 0-2 0,0 0-6 0,0 0 2 15,61 4-1-15,-37-2-3 0,7-4 7 0,0 1-1 16,1-2 2-16,2 2 7 0,12-2-6 0,-17 2-3 16,5-4-4-16,-5 4 5 0,3-2-9 0,-4-2-3 15,2 2 10-15,-2 2-1 0,-10-1-1 0,2 1 2 16,-5-2-4-16,3 2-2 0,-3 1 4 0,-4-2-6 16,-11 2 4-16,16-2 0 0,-16 2 1 0,12-2-1 15,-12 2 1-15,0 0-1 0,12-3 0 0,-12 3 1 16,0 0 2-16,0 0-6 0,0 0-1 0,0 0-22 15,0 0-9-15,0 0-10 0,0 0-21 0,0 0-13 16,0 0-19-16,0 0-24 0,0 0-95 0,0 0-230 16,0 0 101-16</inkml:trace>
  <inkml:trace contextRef="#ctx0" brushRef="#br0" timeOffset="65520.44">21602 14221 129 0,'0'0'165'0,"-7"-4"1"16,7 4-7-16,0 0-9 0,-9-5-9 0,9 5-18 16,0 0-8-16,0 0-16 0,-9-3-4 0,9 3-14 0,0 0-9 15,0 0-5-15,0 0-9 0,0 0-3 16,0 0-10-16,0 0-2 0,0 0 1 0,0 0-8 15,0 0 1-15,0 0 0 0,0 0-3 0,0 0 0 16,22 15-1-16,-12-9-3 0,-2-2-4 0,4 2 3 0,0 1 1 16,-2-1-5-16,-1-1-4 0,5 3 6 0,-1-2-9 15,4 1-1-15,-4-1 1 0,3 2-11 16,-2 0 10-16,3-1 1 0,-3 0-4 0,1 1 1 16,-4-1-3-16,0 3-2 0,4-3 0 0,-10 0-4 0,2 0 2 15,-2 0-5-15,0-3 8 0,-4 4-1 0,-1-8-5 16,-1 13 3-16,-6-4 1 0,0 2-2 0,-6-2 2 15,-1 3 8-15,0-2-6 0,-10 7 0 0,1-5-2 16,-4 2 0-16,3 1-1 0,-3-1-1 0,0 0-3 16,1 0-12-16,6-8-8 0,-3 4-8 0,-3 1-14 15,10-6-20-15,-1 4-23 0,3-5-20 16,1 2-18-16,3-3-23 0,10-3-25 0,-19 0-127 16,19 0-318-16,-19-10 141 0</inkml:trace>
  <inkml:trace contextRef="#ctx0" brushRef="#br0" timeOffset="65927.59">21209 14207 20 0,'0'-10'148'15,"0"1"-3"-15,0 9-15 0,0-9-4 0,0 9 3 16,0-10-8-16,0 10-8 0,0 0-13 0,3-7-15 16,-3 7-6-16,0 0-8 0,0 0-6 0,0 0 7 15,0 0 4-15,0 0-2 0,-3 29 4 0,-3-11-2 16,0 6 0-16,-3 0-9 0,-12 17-3 0,12-13-5 16,-4 0-4-16,-2 10-6 0,2-10-4 0,-1-3-3 15,3-1-5-15,-5 4-3 0,6-3-5 0,2-8 0 16,-3 3-6-16,5-7 2 0,-1 0-5 0,3-4-3 15,3-1 0-15,1-8 0 0,-3 9-1 0,3-9-4 16,-2 6-4-16,2-6-8 0,0 0-3 0,0 0-4 16,0 0 1-16,0 0-8 0,13 5-4 0,-13-5-1 15,0 0-1-15,32-10-8 0,-12 6-3 0,-2 0-4 16,8-4-3-16,-1 5-12 0,-6-4-8 0,9 3-7 16,-11-1-8-16,3 0 3 0,7 0-13 0,-4 2-9 15,-5 1-7-15,-4 0-6 0,4 1-26 0,-5 0-103 16,-13 1-254-16,19-1 112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09:34:16.2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14395 15683 74 0,'0'0'97'0,"0"0"-9"0,0 0-10 0,0 0-23 16,0 0 10-16,0 0-3 0,0 0-10 0,0 0 4 15,0 0-5-15,0 0 3 0,0 0-7 0,0 0-15 16,0 0 0-16,0 0-2 0,0 0-2 0,0 0 0 15,0 0-1-15,0 0-1 0,0 0-6 0,0 0-9 16,0 0 20-16,0 0-8 0,0 0 3 0,0 0-5 16,0 0 4-16,0 0 4 0,0 0-4 0,0 0 3 15,0 0 0-15,0 0 6 0,0 0-14 0,0 0 0 16,0 0 8-16,0 0 6 0,0 0-13 0,0 0-8 16,0 0 10-16,0 0-13 0,0 0 10 0,0 0-9 15,0 0 6-15,0 0-3 0,0 0-1 0,0 0 3 16,0 0-9-16,0 0 3 0,0 0-2 0,0 0 0 15,0 0-3-15,0 0-3 0,0 0 5 0,0 0-4 16,0 0-1-16,0 0 7 0,0 0-6 0,0 0 2 16,0 0 2-16,0 0-1 0,0 0-10 0,0 0 7 15,0 0 0-15,0 0 1 0,0 0-4 0,0 0 3 16,0 0 0-16,0 0-3 0,0 0-2 0,0 0 1 16,0 0 2-16,0 0-2 0,0 0-2 0,0 0 4 15,0 0-4-15,0 0 4 0,0 0-1 0,0 0-4 16,0 0 7-16,0 0 1 0,0 0-3 0,0 0 3 15,0 0 3-15,0 0-8 0,0 0 8 0,0 0-3 0,0 0 8 16,0 0 1-16,0 0 2 0,0 0 4 16,0 0 1-16,0 0 0 0,0 0-5 0,0 0-1 15,0 0-5-15,0 0 6 0,0 0-19 0,-8-22 6 16,8 22 1-16,4-17 0 0,0 8-3 0,1 3-1 0,0-1 4 16,0 0-6-16,3 3-5 0,-2-4 5 0,3 3 7 15,-9 5-10-15,10-7 2 0,-10 7 2 16,12-5-7-16,-12 5 1 0,10 0 7 0,-10 0-1 15,0 0-1-15,17 7 7 0,-12-2-11 0,-5-5 3 16,6 15-3-16,-2-4 6 0,-3 3-1 0,-1-4-1 0,0 3 4 16,-3 2-2-16,-5-2 0 0,5-1 9 0,-3 2-3 15,-2-4 7-15,-1 0 4 0,1-1 6 16,-2 1 2-16,-1-5 0 0,2 2-3 0,0-3 6 16,0 1 4-16,-1-1 5 0,10-4-4 0,-13 6-2 0,4-4 0 15,9-2-3-15,-16-1 2 0,16 1 4 0,0 0-1 16,-22-5-4-16,22 5-6 0,-6-5 0 0,6 5-3 15,-7-8-4-15,7 8-4 0,-4-12 2 16,3 5-3-16,-3 1-5 0,4 6-6 0,0-15 2 0,0 15-1 16,5-10 0-16,0 1-4 0,-5 9-2 0,6-7 0 15,0 2 0-15,-6 5 5 0,10-3-4 0,-10 3-1 16,10-5 3-16,-10 5-2 0,0 0 7 0,19 0-4 16,-19 0-2-16,0 0-1 0,17 9 1 0,-8-3-1 15,-4-1-2-15,0 4 8 0,0-1 0 0,-2 1-2 16,1 3-5-16,0-1 8 0,-3-1-5 0,-1-3 1 15,0-7-3-15,-1 15 11 0,-2-8-1 0,1 1 2 16,-2-1 0-16,-1-1 4 0,-2 1-1 0,3-3 0 16,-3 1 8-16,7-5 2 0,-12 6-5 0,12-6-2 15,-19 4 1-15,19-4 1 0,-14 1 1 0,14-1-1 16,-17-1 1-16,17 1-5 0,-10-8 4 0,4 2-4 16,2 1-2-16,1-5-5 0,-2-1 5 0,3 0-8 15,0 1-4-15,0 0-2 0,3-2 4 0,-1 0 1 16,3-2 1-16,2 2-7 0,-2 4 6 0,5-4-4 15,-4 5-2-15,0-2 4 0,-1 3-4 0,-3 6 5 16,10-8-3-16,-7 5 1 0,-3 3-3 0,12-5 3 16,-12 5 1-16,10-3-9 0,-10 3 10 0,0 0 1 15,21 4-2-15,-21-4-2 0,15 6-2 0,-11 1 3 16,1-2-1-16,-1 3-1 0,1-1 9 0,0 0-6 16,-4 2-4-16,-1-9 9 0,3 13-4 0,-2-6 2 0,-2 1 1 15,1-8-1-15,-4 11 2 0,-1-6-1 16,-1 2 1-16,6-7 1 0,-11 7 1 0,5-3 3 15,6-4 3-15,-13 6-4 0,5-4 6 0,8-2-6 16,0 0 3-16,0 0-5 0,-24-2 4 0,24 2-2 16,-11-8-1-16,3 3 0 0,8 5 1 0,-8-14-8 0,6 5 3 15,2-1 1-15,-3 1-4 0,3-1-3 16,0 1 3-16,0 1-2 0,3-2-1 0,-2 2 1 16,3 0-2-16,1-1-1 0,-1 2 1 0,2-1 4 15,-2 2-7-15,2-1 4 0,-6 7-1 0,10-7-6 0,-10 7 2 16,12-4 2-16,-12 4 4 0,0 0-2 15,14 0-2-15,-14 0 7 0,0 0-2 0,13 8-4 0,-10-2 3 16,2 1-4-16,-5-7 5 0,5 10 1 16,-4-6 2-16,-1-4-2 0,3 8 0 0,-3-8 1 0,1 11-6 15,-1-11 7-15,-4 11-2 0,0-5-2 0,4-6-17 16,-5 10 2-16,3-5-13 0,2-5-8 16,-8 7-10-16,8-7-13 0,-8 8-21 0,8-8-29 15,-4 6-20-15,4-6-43 0,0 0-109 0,0 0-305 0,0 0 135 16</inkml:trace>
  <inkml:trace contextRef="#ctx0" brushRef="#br0" timeOffset="3348.85">14422 15715 104 0,'0'0'115'0,"0"0"4"0,0 0-7 16,0 0-2-16,0 0-12 0,0 0-5 0,0 0-9 16,0 0 4-16,0 0-10 0,0 0-7 0,0 0-1 15,0 0-11-15,0 0-4 0,0 0 0 0,0 0-9 16,0 0 2-16,0 0-1 0,0 0-4 0,0 0-2 15,0 0-3-15,0 0 1 0,0 0 7 0,0 0-5 16,0 0-1-16,0 0-2 0,0 0 0 0,0 0 0 16,0 0 1-16,0 0-1 0,0 0-7 0,0 0-3 15,0 0 0-15,0 0-3 0,0 0-5 0,0 0 2 16,11-25-2-16,-11 25 3 0,4-9-2 0,-4 9-6 16,0-9-1-16,0 9 1 0,1-9-1 0,-1 9 0 0,0 0-1 15,2-9 2-15,-2 9-1 0,0 0 3 16,2-7 0-16,-2 7 2 0,0 0-2 0,0 0-1 15,1-7 3-15,-1 7-1 0,0 0-1 0,0 0-2 16,0 0-2-16,0 0 4 0,0 0-2 0,3-8-1 16,-3 8-1-16,0 0 0 0,0 0-5 0,0 0 3 0,0 0-2 15,0 0-4-15,0 0 4 0,0 0-1 16,0 0 1-16,0 0-3 0,0 0-3 0,0 0 0 16,0 0-1-16,0 0 3 0,0 0-2 0,0 0-2 15,0 0 4-15,0 0-2 0,0 0-1 0,0 0 2 0,0 0 4 16,0 0-4-16,0 0 3 0,0 0-1 0,0 0-2 15,0 0-1-15,-1-10 4 0,1 10-4 16,0 0-3-16,4-7 0 0,-4 7 5 0,0 0-2 0,0-10-3 16,0 10 1-16,4-7 2 0,-4 7 0 0,0 0-7 15,3-8 10-15,-3 8-2 0,0 0-3 0,2-11-1 16,-2 11 3-16,5-8-1 0,-5 8 1 0,1-11-3 16,0 6 1-16,-1 5 1 0,1-8 0 15,-1 8 1-15,-1-11-2 0,1 11 2 0,-2-10 3 0,0 2-3 16,1-1-1-16,-3 0 0 0,3 1-4 0,-1-1 1 15,0-1 2-15,0 0 2 0,-2-3-4 0,2 0 2 16,1 4-2-16,1-1 4 0,-2-3-1 0,-2 0-3 16,1 4-4-16,-2-1 5 0,4 0 2 0,-3 1-2 15,4 3-1-15,-2-3 4 0,0 0 3 0,1 1-6 16,-2-1-1-16,0 1 1 0,0 1 2 0,3 7 0 16,-3-15-2-16,2 11 0 0,-1-6-2 0,0 0 4 15,1 1-1-15,0-1-1 0,-3 1 0 0,3 0 1 16,-2 0-2-16,3 1 0 0,0-2 7 0,0 10-6 15,-4-12-4-15,3 5 3 0,1 7 3 0,-3-12 2 16,3 12-2-16,0-12 0 0,-2 5-1 0,1-1 1 16,-2-1 1-16,3 9 2 0,-3-15-4 0,2 7 9 15,-3 1-7-15,1-7-3 0,1 3 1 0,-1-1 4 16,1 0-2-16,-2-2-1 0,3 1 3 0,0 4 0 16,-1-5-1-16,1 1 0 0,-1 0 0 0,-2 0-2 15,1 0 4-15,-1-1-3 0,1 2 2 0,0-2 0 16,1 2-2-16,-4 0 1 0,4 0 3 0,-2-4-3 15,0 2 2-15,3 4-1 0,-3 2-4 0,-1-1 2 16,4-5 3-16,-3 3 0 0,-1-1-5 0,2 3 1 16,1-1 3-16,-1 2-1 0,-1-5 0 0,0 3 1 15,-1 1-1-15,2-4 2 0,0 1-3 0,-2 4-1 16,2-7 2-16,-1 3-1 0,3 3 3 0,-3-3-4 16,-6 0 1-16,10 2 0 0,-4-3 0 0,-1 1-3 15,4 4 2-15,-2-7 0 0,1 2-2 0,-5 0 1 16,5 2 0-16,-3-3 3 0,-2 0 1 0,5 3-6 15,-2-3 1-15,0 3-1 0,0-2-1 0,0 3 3 16,-2-1-1-16,2-1 2 0,-1 0-3 0,0 0 2 16,-2 1 1-16,4-2-3 0,0 4 0 0,-1 0 3 15,-1-4-3-15,0-1 2 0,-1 2 2 0,3 4 2 0,-1-4-1 16,-2 3-4-16,2 2 5 0,0-3-3 0,-1-1 2 16,1 3 0-16,-1-1-2 0,0-2 0 0,0-3-1 15,-1 2 0-15,3 2 1 0,-1 2-1 16,2-1 0-16,-2 1-1 0,0 0 1 0,0 1 1 0,0-2-1 15,1 1-2-15,3 8 1 0,-6-10 0 0,2 3 3 16,4 7-3-16,-6-15 0 0,2 11 0 16,2-5-2-16,-2 3 4 0,4 6-3 0,-8-11 2 15,4 7-1-15,4 4 0 0,-7-9 0 0,3 1 0 16,-1 2 2-16,0 1-3 0,5 5-2 0,-9-12 2 0,5 7 0 16,-1-1-1-16,5 6-1 0,-12-8 3 0,12 8-3 15,-9-7 3-15,4 0 0 0,0 3-2 0,-3-2-1 16,8 6 2-16,-11-9-1 0,3 3 0 0,0 2-2 15,8 4 3-15,-11-4 0 0,11 4 0 0,-11-7 1 16,5 3 1-16,6 4-1 0,-11-7-1 0,11 7 3 16,-13-8-5-16,2 0 4 0,2 4-3 0,0 0-1 15,1-1 4-15,-2 3-2 0,-3-6 1 0,2 2-4 16,0 2 2-16,0-3-1 0,-2-1 0 0,-1 2-1 16,5 2-2-16,-5-3 4 0,-3 0 0 0,-6-3 0 15,6 4 0-15,1 0 10 0,0-1-2 0,-8-5 1 16,8 6 1-16,3 2-4 0,-3-5 1 0,-1 3-3 15,0-1 2-15,2 0 1 0,-3-1-4 0,3 3 0 16,-3-2-1-16,6 1 3 0,-7 0 1 0,6-1-2 16,-1 1-3-16,0 2 11 0,2-1-10 0,1 0 0 15,-3 0 0-15,7 2 0 0,-4-1-2 0,2 0 1 16,-1-1 1-16,1 1 0 0,0 2 0 0,-2-4 2 16,-2 1-4-16,-1 2 1 0,1-1 0 0,3 1 1 15,-4-2 0-15,0 0-2 0,-3 1 1 0,2-1-4 16,-3 0 2-16,3 0 0 0,-2 2 1 0,0-2 0 15,-2 0-3-15,-8-1 2 0,3 0 6 0,-3 4-7 16,8-1 0-16,-6-2-3 0,-1 1 2 0,8 0 3 16,-1 1-1-16,-8-3 0 0,0 1 0 0,11 4 0 15,-4-2-2-15,0 1 1 0,-7-1 0 0,9-2 1 16,-6 2-6-16,4 0 6 0,2 1 0 0,0-1 0 16,0 1 1-16,0 0-4 0,0-1 2 0,0 2 5 0,2 1-4 15,-1-3-2-15,0 2-2 0,2-1-1 0,1 0 2 16,0 1 0-16,-4 1-1 0,5-1 1 15,-3 1 1-15,16 0-2 0,-31-2 3 0,16 4-2 16,-1-4 1-16,1 1-2 0,0 4-1 0,-2-2-3 0,0-1-1 16,-2 0 3-16,-6 3 0 0,6 0-4 15,-7 0 0-15,8-2 1 0,-9 0 1 0,8 1 5 0,-5 2-2 16,2-3 1-16,3 0 1 0,-7 0 0 16,8 1 0-16,-2 0-2 0,3-1 2 0,-2-1 0 0,1 2-2 15,2-1 5-15,-1 0 0 0,0-2 0 16,2-2-2-16,0 7-6 0,-4-4 0 0,2 0-2 15,-1-1-2-15,-2 2 2 0,6 1 5 0,-4-2-3 0,-2 1-3 16,3 0 2-16,-4-2 0 0,5 1 3 16,-5 0-5-16,4 0 3 0,-2 1-2 0,0-2 7 0,0 1 0 15,1-3 0-15,1 2-1 0,-2 0-1 0,-1 1 2 16,3-2 1-16,-2-1 3 0,0 1-4 0,1 0 1 16,-1 2 2-16,-7-4-1 0,10 3-1 15,-10-3 1-15,8 3-1 0,-1 1 1 0,0-3-2 0,0 1 4 16,-2-2 2-16,-3 0-3 0,6 2 1 0,-2 0-4 15,-1 0 3-15,-4 2-3 0,-1-3 4 0,7-1-6 16,2 4 6-16,-2-3-3 0,1 2-3 0,2-2 2 16,-5 1 2-16,6 1-3 0,-6-1-1 0,5 2-1 15,-3-3 1-15,2 3-1 0,0 0-2 0,1-2 5 16,0 1-1-16,0 1 0 0,-1-1-1 0,-1 1 2 16,3 0-2-16,-4-2-2 0,2 4 3 0,2-4 0 15,-3 4 0-15,5-2 3 0,-6 0-1 0,6 0 3 16,-5-2-5-16,4 2 5 0,-1-1-1 0,1-1 1 15,-1 5-7-15,15-3 9 0,-25-1-5 0,10-1 3 16,3 1-4-16,12 1 5 0,-20-1-4 0,7-1 6 16,13 2 0-16,-22-1-6 0,12-1 5 0,10 2 1 15,-23 0-3-15,23 0 2 0,-20 0-5 0,8 0 2 16,12 0 0-16,-19 3 2 0,5-1-1 0,-2-1-3 16,5 0 2-16,-3 2 3 0,14-3-4 0,-20 4 1 15,8-2-2-15,-1 1 3 0,-1 1-3 0,0-1 4 16,1-1-1-16,2 0 2 0,11-2-3 0,-20 2 3 15,8 1-4-15,2 0 2 0,-3-2-4 0,13-1 9 16,-26 3-8-16,10-1 5 0,6-1-3 0,10-1 3 16,-19 3 0-16,7-3-1 0,12 0-1 0,-18 4 1 15,8-4-1-15,10 0 1 0,-20 3 2 0,9-3-6 16,11 0 3-16,-19 3 1 0,9 1 0 0,-2-2-4 16,-3 1 3-16,6-1 1 0,9-2-3 0,-22 2 6 15,13 0-4-15,-2-1 4 0,11-1 0 0,-19 3 1 16,7 1 3-16,12-4-9 0,-14 4-4 0,4-3 3 15,10-1 0-15,-18 5 0 0,9-3 4 0,9-2 5 16,-14 3-9-16,14-3 4 0,-14 4-2 0,14-4 2 16,-14 4-1-16,14-4 0 0,-13 2 1 0,13-2-2 15,-10 4 3-15,10-4-2 0,-13 2 2 0,13-2-3 16,-11 2 1-16,11-2-12 0,-11 3 13 0,11-3 2 16,0 0 1-16,-14 2-5 0,14-2 2 0,0 0 0 0,-13 4-6 15,13-4 11-15,0 0 1 0,-11 1-8 16,11-1 1-16,0 0 1 0,-9 4 0 0,9-4-1 15,0 0-2-15,-13 7-3 0,13-7 9 0,-9 5-3 16,4-1-4-16,5-4 4 0,0 0 3 0,-10 7-7 16,6-4 3-16,4-3 2 0,-11 8 0 0,11-8 2 0,-9 5-3 15,9-5-3-15,-9 6 0 0,4-1 3 16,5-5-3-16,-10 7 0 0,3-1 4 0,1 1-1 16,-1-1 1-16,1 2-7 0,-3-2 2 0,4-1 2 0,5-5-3 15,-12 12 8-15,6-8-2 0,0 2-2 0,-1 2 2 16,2-3 0-16,1 0-3 0,4-5 1 0,-11 10-1 15,4-5 1-15,4 1 2 0,3-6-3 16,-10 10-3-16,8-7 4 0,2-3 0 0,-8 9-2 16,5-1 2-16,3-8 1 0,-7 12 1 0,5-7-1 0,2-5-5 15,-7 11 8-15,5-5 1 0,-3 0-2 0,2 0-1 16,3-6-1-16,-5 11 0 0,1-6 3 0,3 4 0 16,1-9-3-16,-4 10-4 0,1-3 6 15,3-7-3-15,-5 8 0 0,4-1 2 0,-4 0-4 0,5 1-1 16,0-8 2-16,-4 14 2 0,3-5 5 0,0-2-2 15,-1 1-5-15,2-8 3 0,-1 14-2 0,1-7 3 16,-3 0-5-16,3-7 6 0,-1 16-7 0,1-10 2 16,0-6 2-16,-1 15 1 0,-2-8-6 15,3 4 5-15,-1-3 2 0,0 1-4 0,1-1 5 0,1 1-1 16,-1-9-2-16,-1 13-5 0,2-4 7 0,-1 1-5 16,0-10-2-16,1 13 5 0,-2-7-2 0,1-6-5 15,1 11 7-15,-1-11-2 0,3 13 5 0,-2-6-2 16,-1 1-8-16,0-8 8 0,4 14-4 0,-3-8 5 15,2 1 7-15,1 3-10 0,-1-3 0 0,-3-7-1 16,4 14 2-16,0-8-2 0,-1 2 2 0,0 1-2 16,0-3 2-16,-3-6 2 0,8 13-1 0,-4-6 0 15,-2-1-5-15,2 2 6 0,-4-8-6 16,9 9-1-16,-7-3 9 0,4 1-3 0,-6-7-4 0,7 9 3 16,-1-4-5-16,-2 0 4 0,2 1 2 0,1-1-1 15,-7-5-4-15,10 9 1 0,-5-5 0 0,-5-4 2 16,11 8 0-16,-5-4 0 0,-1-1 3 0,-5-3-4 15,12 9 4-15,-5-6-3 0,1 1 3 0,-8-4-3 16,14 7-4-16,-6-5 4 0,-8-2 3 0,11 5-4 16,-11-5 5-16,17 5-3 0,-8 0 3 0,1-3 1 15,-1 1-2-15,-9-3 0 0,14 5-1 0,-14-5 1 16,17 4-7-16,-10-1 5 0,2 1 3 0,1-2 0 16,-10-2-1-16,21 4-3 0,-11-1 2 0,3-2-1 15,-1 2 2-15,-12-3-4 0,20 1 0 0,-10 1 4 16,7 2-7-16,-3-2 12 0,-4 0-3 0,0 1-7 15,1-1 3-15,-11-2 0 0,16 3 2 0,-16-3-4 16,19 4 5-16,-8-1-4 0,-11-3-1 0,15 4 3 16,-5-2 3-16,-10-2-3 0,13 4 1 0,-5 0 0 15,-8-4-2-15,11 4 1 0,-11-4-1 0,10 4 1 16,-10-4-2-16,7 4 3 0,-7-4-2 0,0 0-5 16,14 5 3-16,-14-5-1 0,9 4 0 0,-9-4 3 15,7 3-3-15,-7-3 3 0,10 4 0 0,-10-4 0 16,8 4-2-16,-8-4 3 0,8 4-1 0,-8-4 1 15,0 0-3-15,11 5 3 0,-11-5 2 0,0 0-7 16,12 5 4-16,-12-5-7 0,0 0 6 0,8 3-7 0,-8-3-5 16,0 0-2-16,0 0-1 0,0 0 11 15,0 0-21-15,11 4-10 0,-11-4-15 0,0 0-5 0,0 0-10 16,0 0-26-16,0 0-20 0,0 0-123 16,0 0-254-16,0 0 112 0</inkml:trace>
  <inkml:trace contextRef="#ctx0" brushRef="#br0" timeOffset="3875.02">9982 14254 23 0,'0'0'72'0,"0"0"-8"16,0 0-1-16,0 0 0 0,0 0-5 16,0 0-6-16,0 0-3 0,0 0-4 0,0 0-7 0,0 0 0 15,0 0-15-15,0 0 14 0,0 0-5 0,0 0 6 16,0 0-5-16,0 0 7 0,0 0 4 0,0 0-1 15,0 0 1-15,0 0-9 0,19 19-20 16,-15-15 15-16,1 2-8 0,3-1 6 0,-2 0-6 0,3 1-1 16,3 3 8-16,-5-4-5 0,6 4 5 0,0-2-12 15,-3-2-2-15,2 2-6 0,-2 1 5 0,1-3-8 16,0 2 8-16,0 0 3 0,0 2-9 0,1 0 5 16,0-2-4-16,-2-1 4 0,-4 0-7 15,4 6 5-15,-1-6-2 0,-4 1 2 0,-1 0-7 0,1 3 11 16,-1-3 0-16,0 2 2 0,-4 0-2 0,1 2 7 15,-2-3 11-15,0 3 2 0,-3 2-5 0,-1 0 0 16,-3 2-2-16,-3-1-2 0,-5 4-2 0,6-4 3 16,-3 1-4-16,-2 5 2 0,-7-4-5 0,2-2-4 15,7-3 1-15,3-3-8 0,-4 1 9 0,2-1-6 16,2-2 3-16,-2-1-3 0,5-2-5 0,7-3-7 16,-13 3-17-16,13-3-26 0,0 0-31 0,0 0-28 15,0 0-51-15,0 0-86 0,0 0-259 0,-1-16 115 16</inkml:trace>
  <inkml:trace contextRef="#ctx0" brushRef="#br0" timeOffset="97607.07">14501 15701 104 0,'0'0'115'0,"0"0"1"0,0 0-7 16,0 0-10-16,0 0-8 0,0 0-4 0,0 0-9 16,0 0 4-16,0 0-2 0,0 0-11 0,0 0-10 0,0 0 1 15,0 0-16-15,0 0 3 0,-3 8-3 0,3-8-7 16,0 0-6-16,-5 9-2 0,-4-2 1 16,3-1-5-16,0 0 1 0,-3-2-2 0,-3 6-7 15,4-7-3-15,-1-1 6 0,9-2-8 0,-13 3-2 0,13-3 8 16,-15 0-2-16,15 0-5 0,0 0-2 0,-20-5-1 15,20 5 0-15,-9-7 1 0,5 1 0 0,4 6 3 16,-10-13 3-16,8 6-2 0,-1-2 9 16,4-1-11-16,-1 2-4 0,3-3-8 0,3 0-3 0,-3-2 8 15,0 5-4-15,5-3-3 0,1 0 8 0,-4 3-6 16,5-1-4-16,-2 2 1 0,1-2-5 0,0 4 0 16,-4 3 15-16,-5 2-13 0,14-6 7 15,-14 6-5-15,17-3 3 0,-17 3-5 0,11 3 4 16,-11-3-3-16,14 7-1 0,-9 1 5 0,3-1 3 0,-4 6-4 15,1 0 10-15,-2 1 4 0,-3 2-4 0,-2-1 4 16,1 0-1-16,-3-3-4 0,2 3 1 0,-1-2 11 16,-2-5-10-16,0 0 3 0,-4-1-3 0,3 5-5 15,-1-5 2-15,1-1 10 0,1-2-3 0,5-4 5 16,-10 4 0-16,10-4 3 0,-11 6-2 0,11-6-4 16,-11 0 3-16,11 0 0 0,0 0-3 0,-18-4-4 15,18 4 6-15,-8-8-1 0,8 8-2 16,-10-11-1-16,7 2 2 0,1 2-3 0,1-3-8 0,1 10 5 15,-2-16-3-15,5 8 1 0,-3 8 0 0,0-15-4 16,1 7 0-16,3 1-2 0,1 1-3 0,-5 6 3 16,5-8 3-16,-5 8-6 0,7-10 4 0,-7 10-6 15,0 0 4-15,7-4 0 0,-7 4-2 0,0 0 1 16,0 0-2-16,0 0 2 0,0 0 1 0,23 13-4 16,-23-13 2-16,4 9 3 0,-3-4 2 0,-1-5 6 15,2 9-4-15,-2-9 1 0,0 0 3 0,2 8 0 16,-2-8 0-16,0 0 3 0,0 9 0 0,0-9 4 15,0 0 3-15,0 0 6 0,0 0-5 0,0 0-2 16,0 0 3-16,0 0-4 0,0 0-1 0,0 0-1 16,0 0-5-16,0 0-1 0,0 0 2 0,-18-20-6 15,18 20-6-15,-5-11-10 0,5 11-13 0,-1-8-10 16,1 8-18-16,-1-10-15 0,1 10-25 0,0-7-26 16,0 7-37-16,0 0-132 0,0 0-311 0,0 0 139 15</inkml:trace>
  <inkml:trace contextRef="#ctx0" brushRef="#br0" timeOffset="99229.71">10911 15115 59 0,'0'0'81'0,"0"0"-15"0,0 0 1 0,0 0-8 15,0 0-1-15,0 0-6 0,0 0 1 0,0 0-5 16,0 0-3-16,0 0 3 0,0 0-6 0,0 0-1 15,0 0-4-15,0 0-10 0,0 0 6 0,0 0-3 16,0 0 4-16,0 0-2 0,0 0 3 0,0 0-1 16,0 0-13-16,0 0 7 0,0 0-4 0,0 0-4 15,0 0-4-15,0 0 0 0,0 0-13 0,0 0-12 0,0 0-13 16,0 0-19-16,0 0-27 0,0 0-27 0,0 0-51 16,0 0-158-16,0 0 70 0</inkml:trace>
  <inkml:trace contextRef="#ctx0" brushRef="#br0" timeOffset="104652.98">9227 16321 83 0,'0'0'167'0,"0"0"-10"16,0 0-16-16,0 0-10 0,5-5-11 0,-5 5-12 0,0 0-2 15,0 0-7-15,0 0-11 0,0 0-7 16,0 0-5-16,0 0-6 0,0 0-4 0,0 0-7 16,0 0 1-16,0 0-4 0,0 0-1 0,0 0-1 15,0 0-4-15,0 0 2 0,0 0 0 0,0 0 0 16,0 0-1-16,0 0-8 0,1-11-3 0,-1 3-4 0,0 8-4 15,0-25-3-15,-4 10-3 0,2-1-5 0,-3-6-1 16,2 5 0-16,-2-8-2 0,-3 1-6 16,3 1-10-16,-5 1 0 0,5 6 0 0,-4-9 0 15,0 9-4-15,-5-9-4 0,1 1-3 0,-1 2-3 16,1-3 2-16,-3 2-1 0,2 3-1 0,-6-2-2 0,1 4-2 16,0 0 0-16,5 7-2 0,-4-1 4 0,-6-2-4 15,-2 2-1-15,3-3-6 0,-5 6 4 16,1 1-6-16,2 1 5 0,-1 0 1 0,-2 2 2 15,11 4 5-15,-8-1-4 0,3-2 2 0,4 8-7 16,-2-4 2-16,2 3 9 0,0-1-11 0,-1 3 6 0,0 1-7 16,-6 0 1-16,1 4 4 0,10-1 1 0,-4-1 0 15,-5 4 2-15,9-3 6 0,-5 0 1 16,0 5-6-16,3-3 4 0,-4 5 2 0,6-4 1 16,-5 3 2-16,-1 0 0 0,0 2-4 0,7-6 2 15,-6 5 4-15,6-3-4 0,2 1-1 0,-1 1 4 16,0-2 3-16,4 1 2 0,-1-1-5 0,-1 2 0 0,-3 4 2 15,5-2-3-15,-1 6 1 0,-1 2 0 0,1-4 0 16,1 6 1-16,0-4 2 0,0 6 1 16,4-6-3-16,-2 2 3 0,1 2-15 0,1-3 7 15,-1 1-7-15,2-8 5 0,2 8-1 0,1-1 2 16,-1 2-1-16,3-1 17 0,2 1-12 0,0-1-2 0,0 2 3 16,1-4-5-16,1 3 3 0,-2-2-8 0,5 0 13 15,1 1 10-15,0-1-7 0,-1 0-9 16,5-4 1-16,-1 4 9 0,5 0 2 0,-3 0-2 15,5-2 1-15,0 1 8 0,-1-1-6 0,3-1-1 16,12 6 1-16,-9-9-7 0,-1-3 4 0,3 3 11 16,11 5-3-16,-10-9-4 0,11 7 4 0,-11-8-6 15,0 1-4-15,1-3 8 0,0 0-5 0,14 3-2 16,-15-4 2-16,0-3 1 0,0 1 10 0,3-1 10 16,-3-1 4-16,-1-3-4 0,0-5 2 0,0 4 2 15,-8-4-8-15,6-5 3 0,3 2 0 0,-12-2-2 16,8-4 9-16,0 0-1 0,-3-6-6 0,3-2 6 0,0-1 0 15,-1 1 2-15,-2 1-1 0,-5-6-3 0,3 3 1 16,6-15-5-16,-10 13 2 0,-2 0 0 16,2 1-6-16,-2-4 2 0,-4 1-4 0,4-2 3 15,-4 1 1-15,-3-4-6 0,-1 4 3 0,0-1-6 16,-4-1 5-16,2 2-3 0,-3-5-2 0,0 3-3 16,-3-1 3-16,0 1-1 0,-5 0 0 0,2 0 7 0,-3-10-8 15,-2 13 2-15,0 0 7 0,-1 4 0 16,-2-3 0-16,4 2-1 0,-1-1-1 0,-6 4 2 15,8 5-5-15,-6-8 4 0,2 3-4 0,-1 5 3 16,-3-3-3-16,7 3 0 0,-4 3 1 0,1 0 1 16,1 1-6-16,1-1-3 0,1 2-2 0,-5 1-2 15,3 2 3-15,-2-3-3 0,0 4 1 0,0-4-1 16,1 4-1-16,0 1-6 0,-2 1-6 0,2-1-5 16,-2 2-11-16,15 2-7 0,-23-2-6 0,23 2-21 15,-18 5-15-15,4 1-17 0,-1-2-5 0,1 8-19 16,2-5-12-16,-2 6-9 0,3-4-6 0,-1 4-20 15,3 0-92-15,-1-3-276 0,5-1 124 0</inkml:trace>
  <inkml:trace contextRef="#ctx0" brushRef="#br0" timeOffset="125452.47">19414 12358 106 0,'0'0'104'15,"-16"-4"-6"-15,16 4-13 0,-15-4-13 0,15 4-5 16,-13-2 6-16,13 2-8 0,-13-2 1 0,13 2-11 15,0 0 1-15,-14 0-3 0,14 0-5 0,0 0-3 16,-10-3-3-16,10 3-6 0,0 0-2 0,0 0-10 16,0 0 1-16,0 0-4 0,0 0 0 0,0 0 1 15,0 0 7-15,0 0 2 0,0 0-7 16,32 10 3-16,-6-10 1 0,7 1 4 0,18 0 3 0,8-5 5 16,1 6-7-16,3-4-1 0,7 1 4 0,6-3 5 15,7 4-6-15,4 0-2 0,-1 0-2 0,6 2-6 16,1-1-1-16,6 3 3 0,-3 0-13 0,7 1 12 15,2-2-3-15,4 5 1 0,-5-2-3 0,1-3 1 16,-4 5-6-16,-2-2 1 0,-4-1-3 0,1 2 1 16,-4 2-3-16,4 0-2 0,-4 0-1 0,-7-4-3 0,-4 1-1 15,-4 2 1-15,-6-5-1 0,-3 1 2 16,-8 0 4-16,-4-2-5 0,-7-1-1 0,0 0 1 16,-19-1 3-16,-3-1-2 0,0 1-1 0,-12 0-3 15,6-3 3-15,-10 3-6 0,-11 0 2 0,21-3 1 0,-12 2 4 16,-9 1 2-16,0 0-2 0,15-3 1 15,-15 3 0-15,0 0-2 0,0 0 0 0,0 0-6 16,10-2-16-16,-10 2-30 0,0 0-28 0,0 0-7 0,0 0-26 16,0 0-21-16,-43 0-24 0,24 1-106 0,-2 0-279 15,-7 3 124-15</inkml:trace>
  <inkml:trace contextRef="#ctx0" brushRef="#br0" timeOffset="125971.33">19635 12614 25 0,'0'0'91'0,"0"0"4"16,0 0-8-16,0 0 3 0,0 0-2 0,51-5 3 0,-19 3-4 15,24-2-1-15,3 1-1 0,2-3-1 16,7 1-2-16,2 1-4 0,8-2 1 0,4-2 0 15,4 1-5-15,6 1-4 0,2-3-1 0,10 7-3 16,-1-1-7-16,7-2-5 0,-2 3-2 0,-3-2-12 0,4 4 1 16,-3-3 0-16,-1 3-5 0,-4 0-4 15,1 0-3-15,-5 3-4 0,-6 0-3 0,-3 2-3 16,-2-2 1-16,-7 2-1 0,-7-4 0 0,-6 2-2 0,1-1-5 16,-11-2-2-16,0 4 3 0,-6-4-3 0,-3 3-2 15,-15-4-3-15,3-1 2 0,-8 2-2 16,-1 0 2-16,-8 3-4 0,-4-4 2 0,0 1-2 0,-14 0 4 15,18-2 1-15,-18 2-4 0,0 0 1 0,17-1 3 16,-17 1-3-16,0 0 2 0,0 0-1 0,10-1-2 16,-10 1-7-16,0 0-20 0,0 0-23 0,0 0-14 15,0 0-13-15,0 0-18 0,-45-5-23 0,26 5-5 16,-9 2-26-16,-1 2-106 0,-2-1-269 0,-1-2 119 16</inkml:trace>
  <inkml:trace contextRef="#ctx0" brushRef="#br0" timeOffset="126488.22">19673 12594 53 0,'0'0'94'0,"0"0"7"15,45 3-3-15,-18-5-4 0,2 2 6 16,18 0 0-16,6-1-8 0,-1 0 1 0,4-1-5 15,7 1-5-15,2-2-1 0,4 1-3 0,3 0-7 0,6 0 0 16,6 2-2-16,0 0-5 0,6 0-9 16,4 0-2-16,0 1-4 0,-1 3-4 0,-1-1-3 0,-5-1-6 15,9 4 2-15,-7 2-6 0,2-6-7 0,-3 5-2 16,-1 2-3-16,0-2 0 0,-3 3-3 0,-7 0 1 16,-5-2-2-16,-5-1-2 0,-5 0-1 0,-5 2 0 15,-2-5-4-15,-2 1 4 0,-9-4-8 16,-13 4 2-16,0-3 1 0,-6 0 0 0,-4-2-7 15,0 1 5-15,-4-1 1 0,-7 0 9 0,-10 0 7 0,19 0 8 16,-19 0 15-16,14 0 7 0,-14 0 8 0,0 0-1 16,0 0-3-16,11-3-6 0,-11 3-6 0,0 0-4 15,0 0-5-15,-3-10-2 0,3 10-4 0,0 0-13 16,-18-12-27-16,12 9-17 0,6 3-41 0,-22-1-27 16,9 1-38-16,13 0-44 0,-25 4-186 0,8 1-391 15,-9-1 173-15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09:42:18.3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14483 5102 1 0,'0'0'62'0,"0"0"-11"0,0 0-4 0,0 0-5 16,0 0-4-16,0 0-4 0,0 0-8 0,0 0-4 15,0 0 3-15,0 0 2 0,0 0-9 0,0 0-2 16,0 0-2-16,0 0 3 0,0 0-20 0,0 0 9 16,0 0 6-16,0 0-1 0,0 0 4 0,0 0-9 15,-80-49-1-15,80 49 9 0,0 0-3 0,0 0 3 16,-20-22-4-16,20 22-14 0,0 0 10 0,0 0-2 16,-19-26 3-16,19 26 1 0,0 0 9 0,0 0 0 15,-23-28-5-15,23 28-2 0,0 0 1 0,0 0 1 16,-19-31 0-16,19 31 1 0,0 0-1 0,0 0 2 15,-19-26-3-15,19 26-5 0,0 0 3 0,0 0 4 16,-15-31-4-16,15 31 7 0,0 0-4 0,-14-24 5 0,14 24-8 16,0 0-2-16,0 0-7 0,-16-32 12 15,16 32-3-15,0 0-1 0,-15-30-8 0,15 30 5 16,0 0-2-16,-15-33 3 0,15 33-3 0,0 0-5 16,-10-35 3-16,10 35 4 0,0 0 3 0,-8-37 0 0,8 37-5 15,0 0-3-15,-3-43 2 0,3 43-2 16,0 0 0-16,-1-37-1 0,1 37-2 0,-3-32-2 15,3 32 6-15,0 0 2 0,2-36 3 0,-2 36-5 16,0 0 0-16,6-36-1 0,-6 36-5 0,0 0-1 16,9-31 6-16,-9 31-3 0,0 0 2 0,13-35 2 0,-13 35-7 15,0 0 4-15,17-32 10 0,-17 32-14 16,0 0 1-16,12-27 5 0,-12 27-3 0,0 0-4 16,15-24-2-16,-15 24 7 0,0 0 1 0,0 0 3 15,22-31-2-15,-22 31-6 0,0 0-3 0,19-20 10 0,-19 20-12 16,0 0 3-16,0 0 4 0,31-28-3 0,-31 28 3 15,0 0-6-15,0 0 10 0,32-21-15 16,-32 21 18-16,0 0-10 0,25-17 6 0,-25 17-4 0,0 0-2 16,30-17 3-16,-30 17-9 0,0 0 2 15,33-17 5-15,-33 17 1 0,0 0-2 0,0 0-1 0,38-19 4 16,-38 19-3-16,0 0 8 0,39-16-10 0,-39 16 0 16,0 0-2-16,0 0 3 0,43-15 1 0,-43 15-4 15,0 0-3-15,32-14 10 0,-32 14-3 16,0 0-2-16,35-16 3 0,-35 16 2 0,0 0-2 15,35-13 1-15,-35 13-1 0,0 0 2 0,0 0-2 0,43-14 1 16,-43 14 0-16,0 0-1 0,0 0 6 0,43-11-3 16,-43 11-1-16,0 0-5 0,0 0 0 0,50-11 4 15,-50 11 2-15,0 0 0 0,0 0-6 16,57-12 7-16,-57 12-4 0,0 0 5 0,45-10-4 0,-45 10 3 16,0 0-2-16,46-12 2 0,-46 12-3 0,0 0-1 15,51-10 2-15,-51 10-1 0,0 0 2 0,51-11-4 16,-51 11 6-16,0 0-1 0,50-7-2 15,-50 7 5-15,0 0-1 0,47-7-3 0,-47 7 2 16,0 0 1-16,0 0-1 0,67-3-3 0,-67 3 1 0,0 0-1 16,0 0 2-16,65-2 0 0,-65 2-1 0,0 0 2 15,52-3 1-15,-52 3-2 0,0 0 0 0,63-3 6 16,-63 3-5-16,0 0 0 0,56-3 0 0,-56 3-1 16,0 0-1-16,0 0 1 0,77 0 2 0,-77 0 2 15,0 0-3-15,64 0 1 0,-64 0 1 0,0 0-2 16,0 0-2-16,69 3 6 0,-69-3-3 0,0 0-2 15,56 3 0-15,-56-3 2 0,0 0 0 0,58 3 1 16,-58-3-5-16,0 0 4 0,65 0 0 0,-65 0 0 16,0 0-2-16,0 0 1 0,75 0 3 0,-75 0-2 15,0 0 0-15,68 0 1 0,-68 0-2 0,0 0-1 16,63 3-3-16,-63-3 2 0,0 0 0 0,65 6 0 16,-65-6 3-16,55 3-2 0,-55-3 3 0,0 0-5 15,64 5 1-15,-64-5 1 0,43 5 1 0,-43-5 6 16,0 0-6-16,54 9 2 0,-54-9-1 15,0 0 0-15,62 11-2 0,-62-11 0 0,39 7 0 0,-39-7 3 16,0 0-1-16,74 9 1 0,-74-9 0 0,43 5 1 16,-43-5 0-16,0 0 3 0,60 8-1 0,-60-8-8 15,0 0 8-15,55 14-4 0,-55-14 2 16,34 16-5-16,-34-16 3 0,32 15 1 0,-32-15-2 16,37 20 0-16,-37-20 0 0,29 22 0 0,-29-22 5 0,29 20 6 15,-29-20-11-15,32 18 2 0,-32-18 2 0,39 20-7 16,-39-20 4-16,30 19 1 0,-30-19-1 0,26 21-3 15,-26-21 3-15,24 19 2 0,-24-19-3 0,24 23 1 16,-24-23 1-16,20 24 3 0,-20-24-1 0,16 28-2 16,-16-28 0-16,11 30 0 0,-11-30 4 0,10 30-5 15,-10-30 1-15,6 34-4 0,-6-34 7 0,4 33-7 16,-4-33 7-16,0 0-1 0,5 33-3 0,-5-33 2 16,5 32-1-16,-5-32 3 0,0 0-5 0,0 39 2 15,0-39 1-15,0 0 2 0,0 36 0 0,0-36-1 16,0 0 1-16,-1 42-1 0,1-42-1 0,0 0 9 15,0 43-5-15,0-43 1 0,-5 27-4 0,5-27 4 16,0 0-1-16,-3 39-2 0,3-39 0 0,0 0-2 16,-4 32 1-16,4-32 2 0,0 0-1 0,-5 35-5 15,5-35 2-15,-11 26 2 0,11-26 2 0,0 0 1 16,-10 41-5-16,10-41 1 0,-11 25 1 0,11-25 4 16,0 0-4-16,-19 34-3 0,19-34 10 0,0 0-2 15,-19 33-4-15,19-33 4 0,-18 24 1 0,18-24-1 16,-22 23-1-16,22-23 9 0,0 0-10 0,-34 30 8 15,34-30 2-15,0 0 3 0,-26 17 12 0,26-17-1 16,0 0 6-16,0 0 0 0,0 0 9 0,-29 16 1 16,29-16-6-16,0 0 1 0,0 0-1 0,0 0-5 15,0 0-1-15,0 0 0 0,0 0-3 0,0 0-3 16,0 0 6-16,0 0 0 0,-42 12 1 0,42-12-4 16,0 0 0-16,0 0 1 0,0 0-2 0,0 0-8 15,0 0 4-15,0 0-7 0,0 0-4 0,0 0-2 16,0 0-8-16,0 0-4 0,0 0-18 0,0 0-10 15,0 0-12-15,0 0-17 0,0 0-19 0,0 0-22 16,0 0-100-16,0 0-212 0,0 0 94 0</inkml:trace>
  <inkml:trace contextRef="#ctx0" brushRef="#br0" timeOffset="949.62">16633 4879 64 0,'0'0'146'0,"0"0"-13"0,0 0-6 16,0 0-17-16,0 0-9 0,0 0-12 15,0 0-6-15,0 0-2 0,0 0-5 0,0 0-5 16,0 0-12-16,0 0-5 0,0 0-8 0,0 0-3 16,0 0-6-16,0 0-2 0,0 0-9 0,0 0-2 0,0 0 0 15,0 0-5-15,0 0-5 0,0 0-2 16,0 0 2-16,0 0-7 0,0 0 1 0,0 0-3 16,0 0-1-16,0 0-2 0,0 0 7 0,0 0-6 15,0 0 2-15,0 0-1 0,0 0-1 0,0 0 3 16,0 0-4-16,0 0-3 0,1 98 7 0,-1-98 0 0,0 30-4 15,0-30 1-15,0 0 0 0,-1 47 0 16,1-47 15-16,1 31-19 0,-1-31 2 0,0 0-4 16,0 0 5-16,6 36 0 0,-6-36-7 0,0 0 5 15,13 27-1-15,-13-27 5 0,0 0-4 0,0 0 5 0,22 29-2 16,-22-29 1-16,0 0-2 0,31 15 1 0,-31-15 1 16,0 0-4-16,48 10-4 0,-48-10 6 0,0 0 1 15,55 5-6-15,-55-5-2 0,0 0 1 16,73-1 2-16,-73 1-3 0,0 0-4 0,0 0 6 15,77-4-9-15,-77 4 6 0,0 0 2 0,0 0 1 16,57-3-4-16,-57 3 6 0,0 0 2 0,0 0-3 0,0 0 9 16,0 0-1-16,0 0-10 0,0 0 12 0,0 0 3 15,0 0 4-15,0 0 5 0,0 0 3 16,46-7 6-16,-46 7-6 0,0 0-3 0,0 0-11 0,0 0-20 16,0 0-21-16,0 0-39 0,0 0-45 0,0 0-131 15,0 0-267-15,0 0 118 0</inkml:trace>
  <inkml:trace contextRef="#ctx0" brushRef="#br0" timeOffset="7029.12">13792 5524 18 0,'0'0'94'0,"0"0"-7"0,0 0-10 0,0 0-2 16,0 0-10-16,0 0-7 0,0 0-1 0,0 0-9 15,0 0-5-15,0 0-5 0,0 0-1 0,0 0-5 16,0 0-2-16,0 0-5 0,0 0-6 0,0 0 4 16,0 0-5-16,0 0-1 0,0 0 0 0,0 0-6 15,0 0 1-15,0 0 3 0,0 0-5 0,0 0 2 16,129 7-8-16,-129-7 5 0,0 0 9 0,0 0-4 15,56 3-2-15,-56-3 9 0,0 0-1 0,0 0-6 16,73-2 2-16,-73 2-2 0,0 0-7 0,55-7 6 16,-55 7 4-16,0 0-3 0,56-2-5 0,-56 2-3 15,0 0 2-15,54-6-4 0,-54 6 7 0,0 0 1 16,62-6-2-16,-62 6-2 0,0 0-1 0,65-5 3 16,-65 5-5-16,0 0-15 0,54-3 10 0,-54 3 2 15,0 0 1-15,0 0-4 0,76 2 5 0,-76-2-3 16,0 0 3-16,0 0-2 0,69 2-9 0,-69-2 15 15,0 0-5-15,0 0 1 0,55 7-3 0,-55-7-5 16,0 0 9-16,0 0-1 0,0 0-3 0,49 3 4 16,-49-3-4-16,0 0 3 0,0 0-1 0,0 0-4 15,0 0 5-15,0 0 3 0,0 0 4 0,0 0-2 16,0 0 7-16,0 0 4 0,0 0-2 0,0 0-13 16,0 0 22-16,63 1-4 0,-63-1 2 0,0 0 5 15,0 0-5-15,0 0 2 0,0 0-1 0,0 0-2 16,0 0-2-16,0 0-4 0,0 0 4 0,0 0-10 15,0 0 5-15,0 0 1 0,0 0-11 0,0 0-10 16,0 0-2-16,0 0-24 0,0 0-11 0,0 0 2 16,0 0-30-16,0 0-19 0,0 0-4 0,0 0-9 15,0 0-102-15,0 0-217 0,0 0 97 0</inkml:trace>
  <inkml:trace contextRef="#ctx0" brushRef="#br0" timeOffset="7521.48">14389 5489 17 0,'0'0'84'0,"0"0"0"0,0 0-19 16,0 0 6-16,0 0-1 0,0 0-4 0,0 0-4 15,0 0 2-15,0 0-3 0,0 0-7 0,0 0 2 16,0 0-16-16,0 0 2 0,0 0-2 0,0 0-4 0,0 0 0 16,0 0 7-16,0 0-12 0,0 0-8 15,0 0-3-15,0 0-4 0,0 0-6 0,0 0-1 16,0 0 0-16,0 0-1 0,0 0 4 0,0 0-2 15,0 0-3-15,0 0 4 0,0 0-8 0,0 0 1 16,0 0-2-16,0 0 2 0,0 0 5 0,0 0-8 0,0 0-1 16,149 6 8-16,-149-6-5 0,56 3 11 15,-56-3-9-15,60 3-4 0,-60-3 11 0,0 0 0 16,72 4-6-16,-72-4 3 0,0 0-4 0,57 3 2 16,-57-3-5-16,0 0 7 0,0 0-3 0,55 2 3 0,-55-2 1 15,0 0-6-15,0 0 2 0,0 0 0 0,0 0 0 16,0 0 1-16,0 0-5 0,0 0-2 15,0 0 8-15,0 0 6 0,0 0-13 0,0 0-17 16,0 0-3-16,0 0-15 0,0 0-12 0,0 0-15 0,0 0-16 16,0 0-17-16,0 0-74 0,0 0-181 0,0 0 80 15</inkml:trace>
  <inkml:trace contextRef="#ctx0" brushRef="#br0" timeOffset="8108.13">13779 5577 12 0,'0'0'80'0,"0"0"-3"0,0 0-1 0,0 0-15 16,0 0-8-16,0 0 2 0,0 0-10 0,0 0 4 15,0 0-7-15,0 0 1 0,0 0-9 0,0 0-7 16,0 0 3-16,0 0-5 0,0 0-2 0,0 0 1 16,0 0-7-16,0 0 4 0,83-33-12 0,-83 33 11 15,61-8 4-15,-61 8 3 0,81-7-9 0,-34-1-1 16,-47 8 6-16,81-7-4 0,-37 1-18 0,-44 6 15 16,80-5 3-16,-32 3-4 0,-48 2 2 0,79-6-4 15,-79 6 2-15,66-3-4 0,-22-1-4 0,-44 4 2 16,0 0 3-16,84-4-5 0,-84 4 11 0,45-1-10 15,-45 1 3-15,0 0 2 0,0 0-7 0,72-5 3 16,-72 5 0-16,0 0 6 0,0 0-13 0,0 0 3 16,0 0-3-16,0 0 3 0,0 0-4 0,0 0 10 15,0 0 3-15,56 1 2 0,-56-1-1 0,0 0-1 16,0 0 3-16,0 0 10 0,0 0-13 0,0 0 7 16,0 0-2-16,0 0 1 0,0 0-5 0,0 0-3 15,0 0-9-15,0 0-16 0,0 0 0 0,0 0-22 16,0 0-17-16,0 0-9 0,0 0-15 0,0 0-18 15,0 0-85-15,0 0-193 0,0 0 86 0</inkml:trace>
  <inkml:trace contextRef="#ctx0" brushRef="#br0" timeOffset="9919.62">10985 5324 1 0,'0'0'69'15,"0"0"3"-15,0 0-6 0,0 0-5 0,0 0 1 16,0 0-1-16,0 0 10 0,0 0-2 0,0 0-2 16,0 0 4-16,0 0-3 0,0 0-7 0,0 0-4 0,0 0-4 15,0 0-6-15,0 0-10 0,0 0-1 0,0 0-4 16,0 0-2-16,-16-64-4 0,16 64-4 16,0 0 0-16,-22-29-7 0,22 29-7 0,-19-22-10 15,19 22 9-15,-21-25-13 0,21 25-3 0,-36-34-3 0,17 15-2 16,19 19 0-16,-38-35-8 0,21 17 7 0,17 18 7 15,-35-26-8-15,14 8 1 0,21 18 0 0,-45-29 2 16,45 29 10-16,-33-17-5 0,33 17-9 16,-51-18 6-16,51 18-5 0,-47-7-3 0,47 7 8 0,-45-7-7 15,45 7-3-15,0 0 4 0,-82 1 0 0,82-1-4 16,0 0-1-16,-66 6 11 0,66-6 1 0,0 0 5 16,-63 6-3-16,63-6-7 0,0 0 6 0,-54 8 1 15,54-8-1-15,0 0-2 0,-52 11 5 16,52-11-4-16,0 0 6 0,-45 13-4 0,45-13 3 0,0 0-1 15,-46 17 0-15,46-17-2 0,-25 17 10 16,25-17-1-16,-25 19-7 0,25-19 3 0,-25 23 3 0,25-23-7 16,-23 25 5-16,23-25 3 0,-18 29-2 15,18-29-1-15,-18 38-2 0,18-38 6 0,-14 38-1 0,14-38-3 16,-9 32 4-16,9-32 4 0,-5 43-14 0,5-43 9 16,0 50 2-16,0-50 3 0,1 50 2 0,2-23-4 15,-3-27 8-15,5 58-3 0,0-29 3 0,4 14-8 16,-1 0 2-16,-3-16 2 0,10 14 2 0,-8-13-3 15,8 10-2-15,-4-12-6 0,6 11-1 0,-3-9 3 16,10 7 7-16,-13-10 3 0,14 13-3 0,-7-16 0 16,10 14 0-16,-9-16-4 0,11 16 5 0,-5-1 1 15,0 2 1-15,0-5 7 0,-7-7-8 0,0 1-8 16,10 9 3-16,-11-8 3 0,-1-3 1 0,-16-24 1 16,38 40 3-16,-21-22-10 0,-17-18 13 0,32 19 0 15,-32-19 6-15,32 14 2 0,-32-14 4 0,0 0 1 16,58 15 13-16,-58-15-18 0,0 0 0 0,57 0 3 15,-57 0 7-15,0 0-3 0,70-12-1 0,-70 12-2 16,57-16 4-16,-57 16-2 0,51-19 6 0,-51 19-10 16,48-20 0-16,-48 20-1 0,36-16 4 0,-36 16-11 15,32-16 3-15,-32 16-3 0,42-25 0 0,-19 10-10 16,-23 15 6-16,42-30-2 0,-24 10-3 0,-18 20 0 16,26-23 3-16,-26 23 9 0,28-31-6 0,-28 31-1 15,24-35-1-15,-24 35-2 0,23-37 1 0,-15 15-1 16,-8 22 1-16,15-46 0 0,-8 22 4 0,-7 24-10 15,5-51 2-15,-4 25-3 0,-1 26 2 0,-4-61-4 16,3 35 2-16,-7-17-2 0,-3 1 0 0,3 14 2 16,-1-1-13-16,-10-16 5 0,2 0 0 0,2 1 3 15,-4 6-7-15,1 0-6 0,0-1 1 0,0-1 3 16,-2 3 3-16,6 12-6 0,-4 1 6 0,-1-1-2 16,-11-8 1-16,14 13-3 0,16 20 6 0,-39-36 1 15,20 19-3-15,19 17 0 0,-37-27 0 0,37 27-4 16,-46-27 3-16,46 27 1 0,-36-17 13 0,36 17-11 15,-34-15 4-15,34 15-8 0,-43-14 3 0,43 14 2 16,0 0-9-16,-53-12 5 0,53 12-8 0,0 0-24 16,0 0 12-16,-59 2-12 0,59-2-6 0,0 0-15 15,0 0-12-15,0 0-4 0,-45 29-20 0,45-29-99 0,0 0-210 16,-20 36 94-16</inkml:trace>
  <inkml:trace contextRef="#ctx0" brushRef="#br0" timeOffset="10890.23">14548 5534 21 0,'0'0'70'0,"0"0"2"0,0 0-11 16,0 0 1-16,0 0-5 0,0 0-3 0,0 0-3 15,0 0-11-15,133 4 1 0,-133-4-1 0,0 0-7 16,82 0 9-16,-82 0 2 0,55 0-10 15,-55 0-4-15,56 5 6 0,-56-5-5 0,0 0-6 0,73 2 3 16,-73-2 4-16,0 0 7 0,58 0-2 0,-58 0 6 16,0 0-1-16,0 0 2 0,69-2 5 0,-69 2-2 15,0 0-15-15,0 0 14 0,49-5 0 0,-49 5 4 16,0 0 1-16,0 0-6 0,0 0 1 0,0 0 2 16,0 0-2-16,0 0-2 0,0 0 3 0,0 0-3 15,0 0 2-15,0 0-2 0,53-6 0 0,-53 6-5 16,0 0-1-16,0 0-7 0,0 0-2 0,0 0 5 15,0 0-11-15,0 0-16 0,0 0-16 0,0 0-15 16,0 0-38-16,0 0-29 0,0 0-35 0,0 0-20 16,0 0-126-16,0 0-294 0,0 0 131 0</inkml:trace>
  <inkml:trace contextRef="#ctx0" brushRef="#br0" timeOffset="14739.25">10281 2404 8 0,'0'0'41'0,"0"0"-2"0,0 0-5 0,0 0-3 15,0 0-1-15,0 0-5 0,0 0 4 0,0 0-4 16,0 0 0-16,0 0 2 0,0 0-11 0,0 0 4 15,0 0-4-15,110-10 1 0,-110 10 0 16,0 0-8-16,0 0 7 0,80-2-3 0,-80 2-1 0,0 0-6 16,67-3-1-16,-67 3 4 0,0 0-5 15,69-1 4-15,-69 1-6 0,0 0 6 0,58 1-2 0,-58-1 0 16,0 0-3-16,72-4 5 0,-72 4-4 0,53 0-3 16,-53 0-2-16,0 0 1 0,81-5 6 0,-81 5-3 15,57-2-1-15,-57 2 2 0,61-1-6 16,-61 1 8-16,0 0-4 0,81 3-3 0,-81-3 2 15,58 0 5-15,-58 0-7 0,62 2-6 0,-62-2 6 16,61 3 4-16,-61-3-3 0,64 0 2 0,-64 0-1 16,63 2-4-16,-63-2 5 0,62 1-5 0,-62-1 6 0,67-1 0 15,-67 1 1-15,76 2-2 0,-76-2-3 16,64 5 2-16,-64-5-3 0,65 0 10 0,-65 0-8 16,83 0 0-16,-83 0 1 0,67 0 0 0,-67 0-3 15,80 3-4-15,-32-2 9 0,-48-1-4 0,80 3-1 16,-80-3 0-16,67-2-3 0,-67 2 15 0,80 3-19 15,-34-3 6-15,-46 0-3 0,64 2 13 0,-64-2-9 16,81 3 1-16,-81-3-2 0,62 0 4 0,-62 0-4 16,78 4 3-16,-78-4-1 0,78 5-3 0,-78-5 5 15,63-3-5-15,-63 3 0 0,79 1 1 0,-79-1 3 16,75-1 3-16,-75 1-1 0,82 3-6 0,-82-3-1 16,64-3 4-16,-64 3-2 0,77 2 6 0,-77-2-1 15,65 4-2-15,-65-4 1 0,78 1-4 0,-78-1 8 16,66 1-7-16,-66-1-1 0,78-1 0 0,-32 4 1 15,-46-3 2-15,0 0 3 0,91 0-4 0,-44 0 4 16,-47 0 0-16,75 0-6 0,-75 0 3 0,75 0 2 16,-75 0-3-16,78-3-1 0,-78 3-2 0,75 1 0 15,-75-1-1-15,63-1 7 0,-63 1-1 0,66-3-1 16,-66 3-6-16,78 0-1 0,-78 0 3 0,63-4-1 16,-63 4 8-16,78-2-5 0,-78 2 0 0,62 0 2 15,-62 0 1-15,80 0 3 0,-80 0-8 0,75 0 3 16,-75 0 1-16,79-1-2 0,-79 1 3 0,82 1 0 15,-82-1-1-15,77-2-6 0,-77 2 12 0,65-2-10 16,-19 0 7-16,-46 2-9 0,79 2 9 16,-79-2-1-16,65-2-6 0,-65 2 4 0,81-1 0 0,-34-1-2 15,-47 2 1-15,78-4-2 0,-78 4 4 0,79-4 0 16,-79 4-2-16,81 0 2 0,-36-2 0 0,-45 2 5 16,93-5-7-16,-48 3-3 0,-45 2 4 0,92-7 6 15,-92 7-10-15,82-3 7 0,-34 2-5 0,-48 1 4 16,79-4 2-16,-30 0-3 0,-49 4 1 0,78-3-5 15,-28 1 0-15,-50 2 0 0,94-1 7 0,-94 1-3 16,82-8-1-16,-33 4 7 0,-1-1-6 0,-48 5-1 16,77-4-4-16,-26 2 5 0,-51 2 0 0,101-5-5 15,-47 0 5-15,-3 3 2 0,-51 2-1 0,96-5-9 16,-49 1 7-16,-47 4 1 0,97-9 1 0,-48 8-1 16,3-4-1-16,-52 5 3 0,97-10-3 0,-47 4 1 15,2 4 3-15,-52 2 0 0,100-2 11 16,-49-4-17-16,-4 3 1 0,8-2 3 0,-55 5 1 0,104-7-1 15,-54 3-1-15,0 4-1 0,-50 0 7 0,94-4-3 16,-43 3-3-16,-51 1 5 0,99 0 1 0,-51-5-3 16,-48 5-3-16,99-1 2 0,-51-3-5 0,-48 4 6 15,102-5-4-15,-47 2-4 0,-5 0 2 16,-50 3 5-16,97-3 1 0,-47 4-3 0,-50-1 6 0,92-3-11 16,-92 3 5-16,81-6 3 0,-81 6-4 15,65 1-4-15,-65-1 1 0,79-6 6 0,-79 6-6 16,60 0 7-16,-60 0-3 0,0 0-2 0,77 2 2 0,-77-2-2 15,0 0 5-15,62 3-3 0,-62-3 1 0,0 0-4 16,0 0 0-16,0 0 8 0,63-5-4 16,-63 5 8-16,0 0 0 0,0 0-1 0,0 0-1 0,0 0 15 15,0 0 3-15,0 0 10 0,0 0-1 16,0 0 6-16,0 0 0 0,0 0-2 0,0 0 14 0,0 0-9 16,0 0-1-16,0 0-2 0,0 0-9 0,0 0 4 15,0 0-11-15,0 0-2 0,0 0 2 0,0 0-10 16,0 0-18-16,0 0-14 0,0 0-29 15,0 0-19-15,0 0-36 0,0 0-58 0,0 0-173 16,0 0 76-16</inkml:trace>
  <inkml:trace contextRef="#ctx0" brushRef="#br0" timeOffset="24690.35">19832 9690 14 0,'0'0'114'0,"0"0"-2"0,0 0-1 0,0 0-10 0,0 0-5 15,0 0-8-15,0 0 3 0,0 0-10 0,0 0-7 16,0 0-3-16,0 0-5 0,0 0-4 0,0 0-7 15,0 0-1-15,0 0-13 0,0 0 4 0,0 0-4 16,0 0-6-16,0 0-8 0,0 0 1 0,0 0-2 16,0 0 5-16,0 0-12 0,0 0-8 0,0 0 11 15,0 0-12-15,0 0 0 0,0 0 5 0,0 0-7 16,0 0 0-16,0 0 1 0,0 0-5 0,0 0 0 16,0 0 2-16,0 0 2 0,138-14-3 0,-138 14 1 15,0 0-5-15,57-7 10 0,-57 7-11 0,0 0-4 16,75-7 8-16,-75 7-5 0,45-2 3 0,-45 2 3 15,58-6-8-15,-58 6 1 0,56-5 10 0,-56 5-13 16,61-6 7-16,-61 6-2 0,62-4 3 0,-62 4 1 16,79-4 0-16,-79 4-4 0,66-3 0 0,-20 2 0 15,-46 1-5-15,66 1 5 0,-66-1 0 0,81-3 1 16,-32 2 2-16,-49 1 1 0,92-2-1 0,-92 2-3 16,82 1 0-16,-34-2 3 0,-48 1-2 0,83-3-1 15,-32 2-1-15,-51 1 8 0,102-5-6 0,-50 5 1 16,-52 0-2-16,105-1-1 0,-53 1 2 0,2-2 0 15,-54 2 1-15,103-1 2 0,-56-2-2 0,-47 3-1 16,96-3-3-16,-51 3 1 0,-45 0-2 0,81-3 6 16,-35 3-2-16,-46 0 0 0,99-1 3 0,-54-1 4 0,-45 2-3 15,100-2-5-15,-49 0 2 0,-51 2-4 16,101-3 3-16,-50 3 3 0,1-4-4 0,-52 4-3 16,96-3 5-16,-50-2-3 0,-46 5 4 0,78-2-7 0,-78 2-1 15,74-2 3-15,-74 2 2 0,66 4-4 0,-66-4-1 16,77 0 4-16,-77 0-1 0,60 1 5 0,-60-1-2 15,58 3-10-15,-58-3 4 0,54 2 1 16,-54-2 4-16,0 0-6 0,71 2 1 0,-71-2 6 0,0 0 1 16,65 2 1-16,-65-2 0 0,0 0-1 0,64-2-4 15,-64 2 4-15,0 0-5 0,58-4-4 16,-58 4 6-16,0 0 3 0,64-4-4 0,-64 4 2 16,0 0-6-16,62-2 7 0,-62 2-1 0,0 0 2 0,54-5-3 15,-54 5-2-15,0 0 7 0,0 0-1 0,65-7-3 16,-65 7 3-16,0 0-7 0,0 0 8 0,67 0-6 15,-67 0 5-15,0 0-3 0,57-3-7 0,-57 3 7 16,0 0-2-16,81-4 3 0,-81 4-4 0,48 0 3 16,-48 0-1-16,0 0 3 0,73-3-3 0,-73 3 4 15,56-3-3-15,-56 3 7 0,58-5-8 0,-58 5 0 16,57-4-3-16,-57 4 7 0,58-2 0 0,-58 2-1 16,57-2-3-16,-57 2-6 0,59-3 10 0,-59 3-4 15,0 0-1-15,90 3 2 0,-90-3-2 0,60-3 4 16,-60 3-7-16,0 0 6 0,80 2 1 0,-80-2 1 15,52 1-4-15,-52-1 1 0,0 0-1 0,80 0 10 16,-80 0-12-16,0 0 4 0,65 4 1 0,-65-4 0 16,0 0 0-16,56 4 0 0,-56-4 2 0,0 0-2 15,0 0-1-15,64 2-1 0,-64-2 4 0,0 0 8 16,0 0-4-16,0 0 4 0,0 0 2 0,55 3-1 16,-55-3 7-16,0 0-1 0,0 0 0 0,0 0 5 15,0 0 2-15,0 0 0 0,0 0 4 0,0 0 1 16,0 0 5-16,0 0 3 0,0 0 1 0,0 0 1 15,0 0 0-15,0 0 1 0,0 0-4 0,0 0 6 16,0 0-2-16,0 0 1 0,0 0-3 0,0 0-4 16,0 0-5-16,0 0-3 0,0 0-3 0,0 0-5 0,0 0-2 15,0 0 3-15,0 0-9 0,0 0-16 0,0 0-27 16,0 0-33-16,0 0-42 0,0 0-39 16,0 0-38-16,0 0-155 0,0 0-364 0,0 0 162 15</inkml:trace>
  <inkml:trace contextRef="#ctx0" brushRef="#br0" timeOffset="37631.61">13134 5737 14 0,'0'0'119'0,"0"0"-17"0,0 0-5 16,0 0-9-16,0 0-4 0,0 0 0 0,0 0-21 15,0 0 5-15,0 0-2 0,0 0-6 0,0 0-3 0,0 0-1 16,0 0-20-16,0 0 8 0,0 0-2 0,0 0-9 16,0 0-5-16,0 0-2 0,0 0 3 0,0 0 0 15,0 0-12-15,0 0-1 0,0 0-4 0,0 0-4 16,0 0 0-16,0 0 1 0,0 0 9 0,0 0-11 16,0 0-1-16,0 0 6 0,0 0-5 0,0 0-2 15,0 0-1-15,0 0-1 0,0 0-1 0,0 0 2 16,0 0 1-16,0 0-2 0,0 0-10 0,0 0 8 15,0 0-3-15,0 0 0 0,0 0 12 0,131-10-8 16,-131 10-21-16,0 0 19 0,0 0 6 0,65 1-5 16,-65-1 0-16,0 0-1 0,67-5 1 0,-67 5 0 15,56-2-1-15,-56 2-13 0,54-3 22 0,-54 3-4 16,0 0-10-16,84-4 7 0,-84 4 1 0,55-3 1 16,-55 3-5-16,56-7 4 0,-56 7 2 0,60-3-3 15,-60 3-4-15,63-2 2 0,-63 2 0 0,61-7 0 16,-61 7 1-16,60-1 4 0,-60 1-4 0,0 0-4 15,86 1 0-15,-86-1 3 0,52 7-1 0,-52-7-1 16,0 0-14-16,54 8 15 0,-54-8-3 0,0 0-2 16,47 12 4-16,-47-12 5 0,0 0 3 0,0 0-11 15,41 13 16-15,-41-13-10 0,0 0-4 0,0 0 21 16,0 0-6-16,0 0-2 0,40 14-1 0,-40-14 6 16,0 0 8-16,0 0 8 0,0 0-7 0,0 0-7 15,43 8-1-15,-43-8 5 0,0 0-4 0,0 0 2 16,0 0-5-16,0 0-1 0,0 0-3 0,0 0-1 15,0 0-1-15,55 3 9 0,-55-3-12 0,0 0 9 16,0 0-8-16,0 0-2 0,0 0 5 0,0 0-3 16,0 0 3-16,0 0-3 0,0 0 2 0,0 0-2 15,0 0 9-15,0 0-12 0,0 0 0 0,0 0-5 16,0 0 3-16,0 0 5 0,0 0-8 0,0 0 7 16,0 0-1-16,0 0 0 0,0 0 0 0,0 0-7 15,58 3 4-15,-58-3-1 0,0 0 3 0,0 0-6 0,0 0-4 16,0 0-12-16,0 0-2 0,0 0-12 15,0 0-7-15,0 0-21 0,0 0-15 0,0 0-6 16,0 0-17-16,0 0-31 0,0 0-72 0,0 0-217 16,0 0 97-16</inkml:trace>
  <inkml:trace contextRef="#ctx0" brushRef="#br0" timeOffset="38106.57">14325 5601 32 0,'0'0'117'16,"0"0"-3"-16,0 0-11 0,0 0-13 0,0 0-11 15,0 0 0-15,0 0-18 0,0 0-4 16,0 0-13-16,0 0-1 0,0 0-3 0,0 0-11 15,0 0 0-15,0 0-7 0,0 0 13 0,0 0-12 16,0 0 6-16,0 0-1 0,0 0 5 0,0 0-7 0,0 0 5 16,0 0-4-16,0 0 12 0,0 0-13 0,70 63 0 15,-70-63-2-15,24 16 2 0,-24-16-5 16,0 0 0-16,37 22 2 0,-37-22 2 0,0 0 6 16,37 25-8-16,-37-25-6 0,0 0-4 0,32 23 6 0,-32-23-4 15,0 0 1-15,22 17 2 0,-22-17-3 0,0 0 1 16,0 0-1-16,31 22-3 0,-31-22 5 0,0 0-1 15,0 0 1-15,0 0-1 0,0 0 1 0,20 25 3 16,-20-25 5-16,0 0 0 0,0 0-3 0,0 0 5 16,0 0-6-16,0 0 1 0,0 0 1 0,0 0-3 15,-19 43-1-15,19-43-2 0,0 0 0 0,-29 26 2 16,29-26-6-16,-27 19 1 0,27-19-2 0,0 0-2 16,-41 27 1-16,41-27-1 0,-28 20 2 0,28-20-8 15,-28 19-15-15,28-19-20 0,-22 20-25 0,22-20-42 16,0 0-16-16,-23 35-54 0,23-35-96 0,0 0-285 15,-15 26 126-15</inkml:trace>
  <inkml:trace contextRef="#ctx0" brushRef="#br0" timeOffset="44130.51">11590 4936 60 0,'0'0'84'0,"0"0"-4"16,0 0-11-16,0 0-1 0,0 0-8 0,0 0-8 15,0 0-9-15,0 0 2 0,0 0-4 0,0 0-11 16,0 0 2-16,0 0-7 0,0 0-2 0,0 0 3 16,0 0-8-16,0 0-3 0,0 0-1 0,0 0 5 15,0 0-9-15,108-35 6 0,-108 35-2 0,0 0 3 16,59-8-2-16,-59 8 5 0,0 0-3 0,58-7-7 16,-58 7 4-16,0 0 1 0,63-4-2 0,-63 4-1 15,52-5 1-15,-52 5-2 0,0 0 17 0,71-4-16 16,-71 4-3-16,58-3 3 0,-58 3-2 0,54-1-2 15,-54 1-2-15,53-5 6 0,-53 5-4 0,0 0-4 16,0 0 6-16,78-3-1 0,-78 3-7 0,0 0-1 16,55-4 4-16,-55 4-4 0,0 0 4 0,0 0 15 15,64-4-18-15,-64 4 4 0,0 0-1 0,0 0-1 16,55-2-5-16,-55 2 2 0,0 0 2 0,0 0 6 16,54-3-1-16,-54 3-3 0,0 0-2 0,0 0 0 15,0 0 0-15,57-3 0 0,-57 3 0 0,0 0-1 16,0 0 0-16,0 0 7 0,59-6-2 0,-59 6-2 15,0 0 5-15,0 0-7 0,59-1-5 0,-59 1 5 16,0 0-5-16,0 0 3 0,0 0 2 0,61-4 0 16,-61 4 1-16,0 0-3 0,0 0 2 0,0 0 6 15,51-5-6-15,-51 5 2 0,0 0-5 0,0 0 1 16,0 0-4-16,0 0 0 0,60-2 3 0,-60 2 3 16,0 0 2-16,0 0-7 0,0 0 2 0,0 0 10 15,0 0-10-15,56-6-2 0,-56 6 4 0,0 0-3 16,0 0-6-16,0 0 6 0,0 0-9 0,0 0-2 15,0 0-13-15,0 0-11 0,0 0-12 0,0 0-11 16,0 0-13-16,0 0-9 0,0 0-77 0,0 0-172 16,0 0 77-16</inkml:trace>
  <inkml:trace contextRef="#ctx0" brushRef="#br0" timeOffset="46183.35">12110 4917 12 0,'0'0'75'0,"0"0"-10"15,0 0-6-15,0 0-11 0,0 0-6 0,0 0 0 16,0 0-5-16,0 0-3 0,0 0 0 0,0 0 2 16,0 0-6-16,0 0 4 0,0 0-2 0,0 0 2 15,0 0 2-15,0 0-6 0,0 0 3 0,0 0-3 16,0 0-1-16,0 0 4 0,147-9-5 0,-147 9-3 15,0 0 2-15,56-8 17 0,-56 8-22 0,0 0 4 16,61-9-6-16,-61 9-1 0,0 0-7 0,64-8 1 16,-64 8 0-16,0 0-2 0,56-6 2 0,-56 6-2 15,0 0 3-15,57-7-1 0,-57 7 0 0,45-6 4 16,-45 6-3-16,0 0-5 0,57-7 2 0,-57 7 1 16,0 0-5-16,56-6 5 0,-56 6-4 0,0 0 3 15,54-3-3-15,-54 3-2 0,0 0-1 0,0 0-4 16,71-6 7-16,-71 6-2 0,0 0 8 0,49-1-8 15,-49 1 4-15,0 0-8 0,0 0 4 0,60-4-9 16,-60 4 9-16,0 0 0 0,0 0-5 0,0 0-1 16,62-4-3-16,-62 4 6 0,0 0 5 0,0 0 1 15,0 0-7-15,52-9 4 0,-52 9-1 0,0 0 1 16,0 0-4-16,0 0-2 0,0 0 2 0,46-9-1 16,-46 9-3-16,0 0 0 0,0 0 7 0,0 0-6 15,0 0 8-15,0 0-2 0,0 0-6 0,0 0 0 16,46-10 0-16,-46 10-3 0,0 0 3 0,0 0-4 15,0 0 0-15,0 0 3 0,0 0 1 0,0 0 4 16,0 0-5-16,0 0-2 0,0 0-3 0,0 0 7 16,0 0 0-16,0 0 2 0,0 0-4 0,0 0-3 15,51-5 8-15,-51 5-1 0,0 0 1 0,0 0-5 16,0 0 4-16,0 0 5 0,0 0-5 0,0 0-3 16,0 0 4-16,0 0 1 0,0 0-4 0,0 0 4 15,0 0 0-15,0 0-4 0,0 0-1 0,0 0 2 16,0 0-4-16,0 0 2 0,0 0 3 0,0 0 1 15,0 0-3-15,0 0-2 0,51-7-3 0,-51 7 8 16,0 0-1-16,0 0-4 0,0 0-1 0,0 0 0 16,0 0 4-16,0 0 8 0,0 0-14 0,0 0 9 15,0 0-5-15,0 0-4 0,0 0 3 0,0 0-1 16,0 0-1-16,0 0 1 0,0 0 2 0,0 0-3 16,55-4-2-16,-55 4 4 0,0 0-7 0,0 0 7 15,0 0-5-15,0 0 1 0,0 0 4 0,0 0-4 16,0 0 7-16,0 0-6 0,0 0 4 0,0 0-2 15,0 0 0-15,0 0-5 0,0 0 5 0,0 0 4 16,0 0-3-16,0 0 3 0,0 0-3 0,0 0 9 16,0 0 1-16,0 0-7 0,0 0-2 0,0 0 2 15,0 0 8-15,0 0-15 0,0 0 5 0,0 0-1 16,0 0 8-16,0 0-6 0,0 0 0 0,0 0-3 16,0 0 6-16,0 0 2 0,0 0-11 0,0 0 13 0,0 0 0 15,0 0-7-15,0 0 0 0,0 0-3 16,0 0 3-16,0 0 4 0,0 0-4 0,0 0 6 15,0 0-5-15,0 0 3 0,0 0 2 0,0 0-3 16,0 0 1-16,0 0-4 0,0 0 4 0,0 0-1 16,41-12 0-16,-41 12-1 0,0 0 4 0,0 0 1 0,0 0-5 15,0 0-2-15,0 0-3 0,0 0 0 16,0 0 6-16,0 0 0 0,0 0 0 0,0 0 3 16,0 0-4-16,0 0 5 0,0 0 3 0,0 0 1 15,0 0 8-15,0 0-1 0,0 0 1 0,0 0 2 0,0 0 0 16,31-20-9-16,-31 20 5 0,0 0-6 15,0 0 1-15,0 0-4 0,0 0 1 0,0 0 1 16,0 0-7-16,0 0 4 0,0 0 0 0,0 0-1 16,0 0 1-16,14-28-6 0,-14 28 5 0,0 0-6 15,0 0 2-15,0 0 5 0,0 0-8 0,0 0 1 0,0 0 3 16,0 0 0-16,0 0-2 0,0 0 5 16,0 0 1-16,11-27 4 0,-11 27-1 0,0 0-5 15,0 0 3-15,0 0 4 0,0 0-1 0,0 0 5 16,0 0-6-16,0 0 2 0,0 0-1 0,0 0 1 15,0 0-3-15,4-33-1 0,-4 33 1 0,0 0 0 0,0 0 1 16,0 0-1-16,0 0 8 0,0 0-2 0,0 0-3 16,0 0 0-16,0 0-3 0,3-35 2 15,-3 35 0-15,0 0-6 0,0 0 3 0,0 0 0 16,0 0-4-16,0 0 5 0,0 0 1 0,0 0 2 0,0 0 5 16,-2-36 2-16,2 36-2 0,0 0 1 0,0 0-7 15,0 0 0-15,0 0 3 0,0 0-7 0,0 0 3 16,0-37 0-16,0 37-5 0,0 0 3 15,0 0-2-15,0 0-2 0,0 0-1 0,0 0 2 16,0 0-3-16,0-33 0 0,0 33 2 0,0 0-2 0,0 0 1 16,0 0 2-16,0 0-4 0,0 0 2 0,0 0-2 15,0 0 1-15,7-33 2 0,-7 33-3 0,0 0 0 16,0 0 1-16,0 0 0 0,0 0 4 16,0 0-4-16,0 0 2 0,0 0-2 0,0 0 10 0,0 0-11 15,0 0 0-15,5-32 0 0,-5 32-2 0,0 0 2 16,0 0 1-16,0 0-2 0,0 0 6 0,0 0-5 15,0 0 0-15,0 0 0 0,0 0-2 16,5-36 0-16,-5 36 6 0,0 0-3 0,0 0-1 0,0 0 2 16,0 0-1-16,0 0 0 0,5-32 3 0,-5 32 0 15,0 0-1-15,0 0 7 0,0 0-8 0,0 0 1 16,0 0-2-16,0 0 1 0,1-38 3 0,-1 38-1 16,0 0 6-16,0 0 0 0,0 0-2 0,0 0 0 15,0 0-1-15,0 0-2 0,0-37 8 0,0 37-11 16,0 0 3-16,0 0-4 0,0 0 4 0,0 0 0 15,-4-37 0-15,4 37-3 0,0 0 1 0,0 0-1 16,0 0 3-16,0 0-5 0,-2-37-1 0,2 37 2 16,0 0-3-16,0 0 1 0,0 0 1 0,0 0 0 15,-5-34 6-15,5 34-10 0,0 0 1 0,0 0 0 16,0 0 2-16,0 0 0 0,1-38 0 0,-1 38-2 16,0 0-1-16,0 0 2 0,0 0 1 0,0 0 0 15,-6-33-1-15,6 33-1 0,0 0 2 0,0 0 0 16,0 0 5-16,0 0-5 0,-7-32-3 0,7 32 0 15,0 0 0-15,0 0 3 0,0 0 0 0,0 0 0 16,0 0-2-16,5-41 1 0,-5 41 0 0,0 0 0 16,0 0-2-16,0 0 4 0,0-38 1 0,0 38-2 15,0 0-1-15,0 0-1 0,-2-34 0 0,2 34 2 16,0 0-2-16,0 0 4 0,2-33-5 0,-2 33 2 16,0 0 2-16,0 0-1 0,0 0 0 0,-2-40-2 15,2 40 1-15,0 0-1 0,0 0 4 0,0 0-5 16,-1-35 5-16,1 35-6 0,0 0 3 0,0 0-1 15,1-35 2-15,-1 35-4 0,0 0 5 0,0 0-6 16,0 0 3-16,5-34 4 0,-5 34-2 0,0 0-4 16,0 0 4-16,0 0 0 0,0 0-2 0,-3-36 1 15,3 36 0-15,0 0-1 0,0 0-1 0,0 0 1 16,0 0 3-16,0 0 0 0,0 0-2 0,0-34 3 16,0 34-2-16,0 0 0 0,0 0 3 0,0 0 0 15,0 0-1-15,0 0 4 0,0 0-1 0,0 0-1 16,0 0 4-16,0 0-5 0,0 0-3 0,0 0 5 15,0 0-3-15,0 0 4 0,-7-33-1 0,7 33-2 16,0 0 0-16,0 0 1 0,0 0-1 0,0 0-4 16,0 0-12-16,0 0-13 0,0 0-14 0,0 0-16 15,0 0-20-15,0 0-8 0,0 0-11 0,0 0-14 16,0 0-1-16,0 0-15 0,0 0-27 0,0 0-98 16,0 0-269-16,0 0 119 0</inkml:trace>
  <inkml:trace contextRef="#ctx0" brushRef="#br0" timeOffset="46594.64">13426 3556 76 0,'0'0'87'0,"0"0"-6"0,0 0-11 0,0 0 0 16,0 0-9-16,0 0 0 0,0 0-6 0,0 0 0 16,0 0 1-16,0 0 1 0,0 0-7 0,0 0-3 15,0 0-1-15,0 0-5 0,0 0-2 0,0 0-3 16,0 0 1-16,0 0-10 0,0 0-6 0,0 0 0 16,0 0-3-16,0 0-6 0,0 0 13 0,0 0-12 15,0 0 0-15,0 0-1 0,0 0-3 0,0 0 2 16,0 0-5-16,0 0 0 0,-88 45-1 0,88-45 2 15,-23 22 6-15,23-22-10 0,-22 21 1 0,22-21-1 16,0 0 0-16,-34 29-3 0,34-29 4 0,-19 20 2 16,19-20-1-16,0 0-2 0,-27 28 9 0,27-28-11 15,0 0-5-15,-22 26 5 0,22-26 0 0,0 0-6 16,-18 27-8-16,18-27-8 0,0 0-6 0,0 0-5 16,0 0-7-16,-14 30-3 0,14-30-4 0,0 0-4 15,0 0-8-15,0 0-9 0,0 0-9 0,0 0 0 16,0 0 10-16,0 0-46 0,0 0-120 0,0 0 53 15</inkml:trace>
  <inkml:trace contextRef="#ctx0" brushRef="#br0" timeOffset="47113.27">13343 3536 50 0,'0'0'66'0,"0"0"-4"15,0 0-7-15,0 0-10 0,0 0-1 0,0 0-6 16,0 0-3-16,0 0-8 0,0 0 1 0,0 0-2 16,0 0-8-16,0 0 2 0,0 0-5 0,0 0-2 15,0 0 2-15,0 0-3 0,0 0-1 0,0 0 3 16,0 0-1-16,0 0 6 0,0 0-2 0,0 0-4 15,0 0 6-15,0 0-5 0,0 0 3 0,0 0-6 16,78 39 4-16,-78-39-4 0,0 0-6 0,24 28 7 16,-24-28-4-16,0 0 1 0,30 27-3 0,-30-27 3 15,19 22 4-15,-19-22-7 0,23 21 0 0,-23-21-1 16,0 0 5-16,29 32-6 0,-29-32 4 0,18 19-2 16,-18-19-6-16,0 0-1 0,25 21 5 0,-25-21 10 15,0 0-11-15,0 0 2 0,26 26-1 16,-26-26 6-16,0 0-1 0,0 0-3 0,0 0-8 0,25 20-2 15,-25-20 3-15,0 0 2 0,0 0 5 0,0 0-4 16,0 0 0-16,0 0-5 0,0 0 4 0,0 0 3 16,0 0 0-16,0 0-4 0,0 0 2 0,30 19 2 15,-30-19-1-15,0 0 8 0,0 0-3 0,0 0 13 16,0 0 2-16,0 0 7 0,0 0 2 0,0 0-5 16,0 0 7-16,0 0-9 0,0 0 2 0,0 0-2 15,0 0-3-15,0 0 0 0,0 0-6 0,0 0 1 16,0 0-16-16,0 0-12 0,0 0-29 0,0 0-28 15,0 0-29-15,0 0-78 0,0 0-189 0,0 0 83 16</inkml:trace>
  <inkml:trace contextRef="#ctx0" brushRef="#br0" timeOffset="49785.05">13583 5767 53 0,'0'0'60'0,"0"0"-6"0,0 0-8 16,0 0-2-16,0 0 0 0,0 0-8 0,0 0-4 15,0 0-1-15,0 0-1 0,0 0-6 16,0 0 0-16,0 0 0 0,0 0 0 0,0 0-7 0,0 0-3 16,-69-14 5-16,69 14-4 0,0 0 6 0,0 0-3 15,0 0 3-15,0 0-3 0,0 0-1 0,0 0 4 16,0 0 1-16,0 0 6 0,0 0-11 15,0 0 7-15,0 0 3 0,0 0 6 0,0 0 10 0,0 0-3 16,0 0 0-16,0 0 11 0,0 0-7 0,0 0 2 16,0 0-2-16,0 0 1 0,0 0-3 0,0 0 5 15,0 0-4-15,0 0 4 0,0 0-6 0,0 0 0 16,0 0-5-16,0 0-2 0,0 0-6 0,0 0-2 16,0 0 8-16,0 0-14 0,0 0-8 0,0 0 3 15,0 0-3-15,0 0 3 0,0 0-5 0,0 0-1 16,0 0-2-16,0 0 6 0,0 0-1 0,0 0-10 15,0 0 3-15,0 0 4 0,0 0-5 0,0 0-3 16,0 0 1-16,87-32 2 0,-87 32 0 0,0 0-12 16,0 0 12-16,60-6 1 0,-60 6-4 0,0 0-1 15,0 0 5-15,64-6-3 0,-64 6 1 0,0 0-1 16,48-4 3-16,-48 4-3 0,0 0-2 0,0 0 2 16,66-6-4-16,-66 6-1 0,0 0 1 0,55-7 1 15,-55 7 4-15,0 0 0 0,55-6-2 0,-55 6-4 16,0 0 5-16,0 0-6 0,70-4 4 0,-70 4-3 15,0 0 5-15,50-4 0 0,-50 4 0 0,0 0 1 16,0 0 0-16,60-5-1 0,-60 5-1 0,0 0-3 16,0 0 0-16,0 0 4 0,59-6-2 0,-59 6 2 15,0 0-2-15,0 0-2 0,51-4-1 0,-51 4 4 16,0 0 0-16,0 0-3 0,47-10 9 0,-47 10-6 16,0 0 1-16,0 0-1 0,49-8-2 0,-49 8-4 15,0 0 3-15,0 0 1 0,0 0 2 0,0 0 4 16,61-3-6-16,-61 3 1 0,0 0-7 0,0 0 9 15,0 0-5-15,51-5 3 0,-51 5-3 0,0 0 4 16,0 0 1-16,0 0-1 0,63-3-1 0,-63 3 3 16,0 0-8-16,0 0 7 0,0 0-8 0,56-5 9 15,-56 5 0-15,0 0-7 0,0 0 0 0,0 0 6 16,0 0 0-16,0 0-3 0,0 0-7 0,64 2 13 16,-64-2-8-16,0 0 3 0,0 0-3 0,0 0 3 0,0 0 3 15,0 0-3-15,0 0 2 0,0 0 0 0,0 0 3 16,0 0-5-16,0 0 1 0,0 0 1 0,0 0-3 15,0 0 2-15,0 0 10 0,0 0-9 16,0 0-4-16,0 0-12 0,0 0-11 0,0 0-8 16,0 0-22-16,0 0-13 0,0 0-11 0,0 0-10 0,0 0-13 15,0 0-11-15,0 0-95 0,0 0-224 0,0 0 99 16</inkml:trace>
  <inkml:trace contextRef="#ctx0" brushRef="#br0" timeOffset="50319.65">13815 5674 82 0,'0'0'84'0,"0"0"-7"16,0 0-4-16,0 0-12 0,0 0-11 0,0 0 2 16,0 0-9-16,0 0-8 0,0 0 0 0,0 0 0 15,0 0-16-15,0 0 10 0,0 0-1 0,0 0 2 16,0 0 10-16,0 0-3 0,0 0 7 0,0 0 1 15,0 0-6-15,0 0 8 0,0 0-3 0,0 0 12 16,144 19-20-16,-144-19 3 0,60 6-6 0,-60-6-4 16,63 0 0-16,-63 0 6 0,80 0-7 0,-80 0 3 15,64 2 10-15,-64-2-17 0,64 3 4 0,-64-3-4 16,64 3-7-16,-64-3 3 0,61 5-2 0,-61-5-2 16,50 4-4-16,-50-4-1 0,0 0 2 0,59 5-2 15,-59-5-1-15,0 0 2 0,46 7-3 0,-46-7-1 16,0 0 8-16,0 0-3 0,0 0-2 0,52 6-3 15,-52-6-7-15,0 0 9 0,0 0 6 0,0 0-8 16,0 0-3-16,0 0 5 0,0 0 1 0,0 0 1 16,0 0 1-16,0 0-3 0,0 0 0 0,0 0 2 15,0 0-7-15,0 0 5 0,0 0-8 0,0 0-20 16,0 0-20-16,0 0-12 0,0 0-22 0,0 0-14 16,0 0-24-16,0 0-11 0,0 0-98 0,0 0-235 15,0 0 104-15</inkml:trace>
  <inkml:trace contextRef="#ctx0" brushRef="#br0" timeOffset="50722.56">13932 5685 45 0,'0'0'66'16,"0"0"-18"-16,0 0 8 0,0 0-12 0,0 0-2 15,0 0 4-15,0 0 1 0,0 0 0 0,0 0 5 16,0 0-10-16,0 0 3 0,0 0 4 0,0 0-3 16,0 0 1-16,0 0-4 0,161 2 2 0,-161-2-7 15,60 0-3-15,-60 0 2 0,64 1-8 0,-64-1 1 16,77 3-2-16,-77-3-7 0,60 4 9 0,-60-4-2 15,54 2-8-15,-54-2 5 0,0 0-8 0,64 5 9 16,-64-5-11-16,0 0 0 0,0 0-2 0,62 4-7 16,-62-4 4-16,0 0-3 0,0 0 0 0,0 0 3 15,0 0 0-15,0 0 4 0,0 0-8 0,0 0 2 16,0 0-2-16,43 8 1 0,-43-8-9 0,0 0 2 16,0 0-13-16,0 0-9 0,0 0-11 0,0 0-9 15,0 0-15-15,0 0-5 0,0 0-5 0,0 0-18 16,0 0-70-16,-135 26-167 0,135-26 75 0</inkml:trace>
  <inkml:trace contextRef="#ctx0" brushRef="#br0" timeOffset="51084.52">13893 5635 26 0,'0'0'66'0,"0"0"-12"0,0 0-9 16,0 0-1-16,0 0-8 0,0 0 2 0,0 0 0 15,0 0 0-15,0 0 0 0,0 0-3 0,0 0 7 0,0 0-7 16,0 0 10-16,0 0 2 0,0 0-2 16,0 0-6-16,154 11-5 0,-154-11-4 0,58 1 8 15,-58-1-13-15,57 3 12 0,-57-3-1 0,55 6-4 16,-55-6-4-16,0 0 6 0,72 7-2 0,-72-7-10 15,42 4-11-15,-42-4 17 0,0 0-8 0,0 0 2 16,55 6-19-16,-55-6 16 0,0 0 0 0,0 0-9 16,0 0 0-16,0 0-1 0,0 0-2 0,0 0 8 15,0 0-6-15,46 9 0 0,-46-9-1 0,0 0 3 16,0 0-1-16,0 0-6 0,0 0-3 0,0 0-3 0,0 0-8 16,0 0-7-16,0 0-35 0,0 0-6 0,0 0-13 15,0 0-30-15,0 0-62 0,0 0-175 16,0 0 78-16</inkml:trace>
  <inkml:trace contextRef="#ctx0" brushRef="#br0" timeOffset="51741.53">14237 5359 91 0,'0'0'117'0,"0"0"-5"15,0 0-2-15,0 0-8 0,0 0-9 16,0 0-12-16,0 0-14 0,0 0 1 0,0 0-10 15,0 0-12-15,0 0-6 0,0 0-8 0,0 0 1 16,0 0-1-16,0 0 0 0,0 0-7 0,0 0 4 0,0 0-25 16,0 0 25-16,0 0 3 0,0 0 2 0,0 0-9 15,79 61 6-15,-79-61 1 0,39 21-1 0,-39-21-4 16,36 16 4-16,-36-16-4 0,41 21 1 16,-41-21 3-16,38 22-9 0,-38-22 1 0,45 25 1 0,-45-25-6 15,32 19 0-15,-32-19-2 0,31 23 2 0,-31-23 0 16,34 29-2-16,-34-29 3 0,27 23-5 15,-27-23-6-15,26 25 2 0,-26-25-6 0,20 24-3 0,-20-24 5 16,0 0 1-16,24 25-3 0,-24-25 6 16,0 0-3-16,0 0-3 0,17 25-2 0,-17-25 5 0,0 0 1 15,0 0-1-15,0 0-3 0,0 0-1 0,0 0-1 16,0 0 2-16,15 25-1 0,-15-25-2 0,0 0-1 16,0 0 6-16,0 0-1 0,0 0-2 15,0 0-3-15,0 0 0 0,0 0 7 0,0 0-5 16,0 0 1-16,0 0-1 0,0 0 7 0,0 0-1 0,0 0-5 15,-41 36 1-15,41-36 3 0,0 0-6 0,-42 17 1 16,42-17 4-16,-34 14-2 0,34-14-3 0,-53 21-1 16,53-21 4-16,-43 19-6 0,43-19 0 0,-35 10 6 15,35-10 1-15,0 0-2 0,-47 19-1 0,47-19-2 16,-29 13-1-16,29-13-1 0,0 0 4 0,0 0-6 16,0 0-1-16,-40 17 1 0,40-17-12 0,0 0-6 15,0 0-10-15,0 0 1 0,0 0-11 0,0 0-11 16,0 0-15-16,0 0-21 0,-23 22 0 15,23-22-16-15,0 0-4 0,0 0-11 0,0 0-70 0,0 0-204 16,0 0 90-16</inkml:trace>
  <inkml:trace contextRef="#ctx0" brushRef="#br0" timeOffset="52346.5">14299 5374 95 0,'0'0'90'16,"0"0"-1"-16,0 0-3 0,0 0-17 0,0 0-9 16,0 0-11-16,0 0-7 0,0 0 0 0,0 0-7 15,0 0-5-15,0 0 1 0,0 0-1 0,0 0-3 16,0 0-11-16,0 0 3 0,0 0-4 0,0 0 5 16,0 0-1-16,0 0-2 0,0 0 4 0,0 0-6 15,69 50 4-15,-69-50-1 0,32 17 2 0,-32-17-6 16,45 23-3-16,-45-23 6 0,41 18-2 0,-41-18 1 15,34 16 0-15,-34-16-14 0,41 19 8 0,-41-19-1 16,29 17 0-16,-29-17-10 0,0 0 5 0,43 22 12 16,-43-22-5-16,23 19-11 0,-23-19 5 0,18 24-3 15,-18-24 8-15,0 0-7 0,19 33 0 0,-19-33-11 16,0 0 15-16,7 34-2 0,-7-34 2 0,0 0-7 16,0 0 5-16,-1 33-7 0,1-33 4 0,0 0 0 15,0 0-1-15,0 0 3 0,-18 32 1 0,18-32-9 16,0 0 9-16,-24 22 7 0,24-22 0 0,0 0-2 15,-28 25-1-15,28-25 0 0,0 0-4 0,-39 24 2 16,39-24 7-16,-26 19-2 0,26-19 4 0,-27 18-6 16,27-18 1-16,0 0-2 0,-37 28-3 0,37-28 10 15,-25 17-9-15,25-17 2 0,0 0-2 0,-29 21 0 16,29-21-1-16,0 0 2 0,-32 19 0 0,32-19 0 16,0 0-2-16,-27 20-6 0,27-20-14 0,0 0-11 15,0 0-20-15,0 0-2 0,0 0-8 0,-24 19-21 16,24-19-3-16,0 0-98 0,0 0-191 0,0 0 85 15</inkml:trace>
  <inkml:trace contextRef="#ctx0" brushRef="#br0" timeOffset="52907.6">14337 5378 95 0,'0'0'88'0,"0"0"-5"15,0 0-3-15,0 0-13 0,0 0-7 0,0 0-11 16,0 0-6-16,0 0-5 0,0 0-4 0,0 0 0 15,0 0-2-15,0 0-9 0,0 0 6 0,0 0-13 16,0 0 9-16,0 0-8 0,0 0-3 0,0 0 4 16,0 0-4-16,0 0 5 0,0 0-5 0,0 0 6 15,82 42-2-15,-82-42-2 0,0 0-7 0,51 21 6 16,-51-21 1-16,40 19-5 0,-40-19 1 0,29 19 2 16,-29-19-10-16,28 21 5 0,-28-21-9 0,26 21 11 15,-26-21-3-15,19 26-2 0,-19-26 2 0,21 25-1 16,-21-25-2-16,14 25-1 0,-14-25 3 0,0 0 4 15,11 35-7-15,-11-35 6 0,0 0-1 0,5 29-6 16,-5-29 3-16,0 0-2 0,0 0 5 0,-9 43-3 16,9-43-9-16,0 0 6 0,-20 36 3 0,20-36-3 15,-22 24 0-15,22-24-1 0,-23 22-2 0,23-22 8 16,-31 21-8-16,31-21 1 0,-34 24 10 0,34-24 4 16,-31 15 3-16,31-15-1 0,0 0 11 0,-40 21-11 0,40-21 6 15,0 0 0-15,-39 14 0 0,39-14 1 16,0 0 5-16,0 0-11 0,-43 12 4 0,43-12 1 15,0 0 4-15,0 0-5 0,0 0 1 0,-42 10-3 16,42-10 0-16,0 0-3 0,0 0 2 0,0 0-17 16,0 0-14-16,0 0-15 0,0 0-22 0,0 0-39 0,0 0-24 15,0 0-110-15,0 0-240 0,0 0 106 16</inkml:trace>
  <inkml:trace contextRef="#ctx0" brushRef="#br0" timeOffset="64406.53">13769 5563 22 0,'0'0'48'0,"0"0"-4"0,0 0-2 15,0 0-1-15,0 0 1 0,0 0 1 0,0 0-8 0,0 0 5 16,0 0-9-16,0 0-8 0,0 0 5 0,0 0 2 16,0 0-5-16,0 0-1 0,0 0 2 0,0 0-2 15,0 0 4-15,0 0-5 0,0 0-5 16,0 0 9-16,0 0-2 0,0 0-7 0,0 0 1 0,0 0-6 16,0 0 5-16,0 0 4 0,0 0-2 0,0 0-6 15,0 0 7-15,0 0-11 0,-12-74 1 0,12 74-8 16,0 0 11-16,0 0-7 0,0 0 6 0,0 0-4 15,0 0-6-15,0 0 2 0,0 0 3 16,0 0 2-16,0 0-4 0,0 0 6 0,0 0-3 0,0 0-4 16,0 0 1-16,0 0-3 0,0 0-6 0,0 0 5 15,0 0-2-15,0 0-4 0,0 0 4 0,0 0-6 16,0 0 10-16,0 0-6 0,28-32 5 0,-28 32 5 16,0 0-15-16,0 0 6 0,0 0-1 0,0 0-1 15,0 0 6-15,0 0-10 0,0 0 6 0,0 0 9 16,0 0-6-16,0 0 4 0,0 0-4 0,0 0-10 15,0 0 16-15,0 0 4 0,0 0 7 0,0 0 8 16,0 0 5-16,0 0 6 0,0 0 0 0,0 0 8 16,0 0-4-16,0 0-2 0,0 0-2 0,0 0-3 15,0 0 5-15,0 0-3 0,0 0 2 0,0 0 0 16,0 0-11-16,0 0 3 0,0 0-5 0,0 0-5 16,0 0 1-16,0 0-5 0,0 0-2 0,0 0 0 15,0 0-1-15,-70-14-4 0,70 14 2 0,0 0-6 16,0 0-6-16,0 0 2 0,18-44-3 0,-18 44 3 15,0 0 1-15,0 0 5 0,0 0-5 0,25-33 0 16,-25 33-1-16,0 0-3 0,0 0-3 0,0 0 1 16,0 0-3-16,0 0 0 0,0 0 5 0,44-7-9 15,-44 7 6-15,0 0 3 0,0 0-4 0,0 0-2 16,0 0 10-16,0 0-3 0,0 0-3 0,0 0 17 16,45 55-19-16,-45-55 5 0,0 0-16 0,2 33 23 15,-2-33-3-15,0 0 1 0,0 0-2 0,0 0 5 16,-18 42-8-16,18-42 3 0,0 0 2 0,0 0 4 15,-25 32 2-15,25-32 2 0,0 0 2 0,0 0-3 16,-30 18 8-16,30-18-7 0,0 0 8 0,0 0-4 16,0 0 8-16,0 0-2 0,0 0-4 0,0 0 3 15,0 0 3-15,0 0-2 0,0 0-4 0,0 0-2 16,0 0 0-16,0 0-3 0,0 0-2 0,0 0-7 16,0 0 3-16,0 0-3 0,0 0-4 0,-61-55-3 15,61 55 0-15,0 0 0 0,0 0 0 0,0 0-1 16,0 0-2-16,0 0 1 0,0 0-6 0,0 0-2 15,0 0 1-15,0 0 3 0,0 0-4 0,46-53 1 16,-46 53-1-16,0 0 1 0,0 0-8 0,0 0 3 16,0 0 9-16,0 0-2 0,0 0 2 0,0 0-2 15,0 0 0-15,0 0 3 0,0 0-3 0,0 0 2 16,0 0 4-16,0 0-5 0,64 71-1 0,-64-71 9 16,0 0-2-16,0 0 0 0,0 0 1 0,-14 40 4 0,14-40-1 15,0 0-3-15,0 0 9 0,0 0-9 16,-31 33 0-16,31-33 7 0,0 0-6 0,0 0 1 15,0 0 7-15,-35 16 1 0,35-16 1 0,0 0 4 16,0 0-1-16,0 0-3 0,0 0 5 0,0 0 1 0,0 0-9 16,0 0 0-16,0 0 1 0,0 0-2 15,0 0 0-15,0 0-1 0,0 0-2 0,0 0-3 16,0 0 0-16,-67-50-4 0,67 50 1 0,0 0 2 16,0 0 1-16,0 0-6 0,0 0 1 0,19-46-4 15,-19 46 6-15,0 0-10 0,0 0 2 0,0 0 3 0,0 0-2 16,35-30 3-16,-35 30-1 0,0 0-1 15,0 0-1-15,0 0-1 0,0 0 3 0,0 0 0 0,0 0-1 16,0 0-1-16,0 0 1 0,0 0 3 16,0 0-3-16,0 0 3 0,0 0-1 0,0 0 9 0,0 0-8 15,0 0 3-15,0 0 0 0,0 0 4 0,0 0-2 16,0 0 7-16,0 0-1 0,0 0 5 0,51 66 4 16,-51-66 2-16,0 0 8 0,0 0 3 15,0 0-3-15,0 0-1 0,0 0-1 0,0 0-6 16,0 0 9-16,0 0-6 0,0 0-2 0,0 0-3 0,0 0 1 15,0 0-7-15,0 0 4 0,0 0-4 0,0 0 2 16,0 0-11-16,0 0-6 0,0 0-20 0,0 0-18 16,0 0-32-16,0 0-31 0,0 0-23 0,0 0-7 15,0 0-126-15,0 0-286 0,0 0 127 0</inkml:trace>
  <inkml:trace contextRef="#ctx0" brushRef="#br0" timeOffset="65207.5">13797 5570 53 0,'0'0'67'15,"0"0"-4"-15,0 0 1 0,0 0-2 0,0 0 0 16,0 0 3-16,0 0 0 0,0 0-10 0,0 0-2 16,0 0-6-16,0 0 4 0,0 0 5 0,0 0-6 15,0 0 3-15,0 0-6 0,0 0 0 0,0 0 0 16,0 0 6-16,0 0-2 0,-19-42-11 0,19 42-5 15,0 0-2-15,0 0 4 0,0 0-15 0,0 0 1 16,0 0 0-16,0 0-4 0,0 0-10 0,0 0 15 16,0 0-14-16,0 0-4 0,0 0 0 0,0 0-4 15,0 0 1-15,0 0 4 0,0 0-7 0,0 0 5 16,0 0 1-16,0 0-8 0,0 0 13 0,0 0-6 16,24 95-2-16,-24-95 5 0,9 31-4 0,-9-31-7 15,7 42 5-15,-7-42 8 0,7 39-2 0,-7-39-1 16,6 46-4-16,-6-46 2 0,6 32-2 0,-6-32-2 15,2 35 9-15,-2-35-9 0,1 33 1 0,-1-33 1 16,0 0 4-16,4 44-4 0,-4-44 0 0,0 0 2 0,3 35-4 16,-3-35 4-16,0 0-2 0,0 0-6 15,0 0 13-15,0 36-2 0,0-36-1 0,0 0 9 16,0 0-4-16,0 0 7 0,0 0-5 0,0 0 1 16,0 0 4-16,0 0 9 0,-3 35-2 0,3-35 17 15,0 0 7-15,0 0 5 0,0 0 5 0,0 0 4 16,0 0-1-16,0 0 3 0,0 0-5 0,0 0-5 15,0 0-2-15,0 0-5 0,0 0-8 0,0 0-3 16,0 0-5-16,0 0 1 0,0 0-4 0,0 0-3 0,0 0-2 16,0 0-5-16,0 0-2 0,0 0-1 0,0 0 0 15,0 0-3-15,0 0-5 0,0 0-12 16,0 0-10-16,0 0-10 0,0 0-16 0,0 0-23 16,0 0-20-16,0 0-29 0,0 0-13 0,0 0-26 15,0 0 5-15,0 0-25 0,0 0-117 0,0 0-312 0,0 0 139 16</inkml:trace>
  <inkml:trace contextRef="#ctx0" brushRef="#br0" timeOffset="65713.62">13707 6038 8 0,'0'0'125'0,"0"0"-5"0,0 0 1 15,0 0 0-15,0 0-7 0,0 0-2 0,0 0-6 16,0 0-3-16,0 0-17 0,0 0-2 0,0 0 1 16,0 0-7-16,0 0-11 0,0 0-10 0,0 0-6 15,0 0-6-15,0 0-7 0,0 0-6 0,0 0-4 16,0 0 12-16,0 0-18 0,0 0 6 16,0 0-10-16,0 0-2 0,0 0 5 0,0 0-5 0,0 0 0 15,0 0-4-15,0 0 2 0,110-33 4 0,-110 33-11 16,0 0 2-16,54-10 0 0,-54 10-4 15,0 0 0-15,55-13 4 0,-55 13-4 0,0 0-4 0,42-7 6 16,-42 7 0-16,0 0 0 0,0 0-1 0,0 0-6 16,0 0-1-16,0 0 3 0,46-9 0 0,-46 9 2 15,0 0-1-15,0 0-4 0,0 0 7 0,0 0-3 16,0 0-9-16,0 0-8 0,0 0-3 0,0 0-11 16,0 0-17-16,0 0-15 0,0 0-25 0,0 0-6 15,0 0-2-15,0 0-14 0,0 0-9 0,0 0-91 16,0 0-222-16,0 0 98 0</inkml:trace>
  <inkml:trace contextRef="#ctx0" brushRef="#br0" timeOffset="66082.62">13789 6095 1 0,'0'0'136'0,"0"0"-3"16,0 0-7-16,0 0-11 0,0 0-1 0,0 0-5 16,0 0-8-16,0 0-4 0,0 0-6 0,0 0-8 15,0 0-6-15,0 0-6 0,0 0-8 0,0 0-8 16,0 0-4-16,0 0-6 0,0 0-4 0,0 0-7 16,0 0-1-16,0 0-5 0,0 0 2 0,0 0-7 15,0 0-2-15,0 0-3 0,0 0 3 0,0 0-6 16,0 0 0-16,0 0 3 0,0 0-8 0,0 0-2 15,114-25 0-15,-114 25 4 0,0 0-6 0,0 0 3 16,51-7-6-16,-51 7-3 0,0 0-5 0,0 0-6 16,0 0-4-16,0 0-13 0,0 0 0 0,0 0-11 15,0 0-6-15,63-2-15 0,-63 2 1 0,0 0-8 16,0 0-4-16,0 0-3 0,0 0 6 0,0 0 1 16,0 0-5-16,0 0 5 0,0 0-4 0,0 0-3 15,0 0 0-15,0 0-6 0,0 0-45 0,0 0-134 16,0 0 59-16</inkml:trace>
  <inkml:trace contextRef="#ctx0" brushRef="#br0" timeOffset="66310.89">13867 6189 2 0,'0'0'88'0,"0"0"0"0,0 0 3 0,0 0 5 16,0 0-10-16,0 0 2 0,0 0 2 0,0 0-8 15,0 0 0-15,0 0-8 0,0 0 0 0,0 0-10 16,0 0-8-16,0 0-5 0,0 0-1 0,0 0-8 0,0 0-8 15,0 0 9-15,0 0-12 0,0 0-5 16,0 0 2-16,0 0-4 0,0 0-5 0,0 0 5 16,0 0-6-16,0 0-6 0,0 0 2 0,0 0-8 15,0 0-16-15,0 0-14 0,119-29-14 0,-119 29-18 16,0 0-9-16,0 0-10 0,0 0-17 0,0 0-11 0,0 0-67 16,0 0-185-16,0 0 82 0</inkml:trace>
  <inkml:trace contextRef="#ctx0" brushRef="#br0" timeOffset="66529.48">13939 6234 52 0,'0'0'97'0,"0"0"-6"0,0 0-6 16,0 0-3-16,0 0-16 0,0 0-5 0,0 0-10 0,0 0-2 15,0 0-2-15,0 0-10 0,0 0 2 0,0 0-10 16,0 0-9-16,0 0 6 0,0 0-3 0,0 0-1 15,0 0-2-15,0 0-2 0,0 0-7 16,0 0-5-16,0 0-5 0,0 0-5 0,0 0-21 16,0 0-7-16,0 0-21 0,0 0-20 0,0 0-52 0,0 0-134 15,0 0 59-15</inkml:trace>
  <inkml:trace contextRef="#ctx0" brushRef="#br0" timeOffset="83242.5">13839 5427 24 0,'0'0'58'0,"0"0"-7"0,0 0-12 16,0 0-14-16,0 0-2 0,0 0-10 0,0 0-3 15,0 0-9-15,0 0-20 0,0 0-19 0,0 0-41 16,0 0 19-16</inkml:trace>
  <inkml:trace contextRef="#ctx0" brushRef="#br0" timeOffset="84186.75">13794 5489 33 0,'0'0'71'0,"0"0"-16"0,0 0 5 0,0 0-16 15,0 0 8-15,0 0 10 0,0 0-11 0,0 0 1 16,0 0 1-16,0 0-4 0,0 0 0 0,0 0 1 15,0 0-2-15,0 0 2 0,0 0 1 0,0 0-12 16,0 0 1-16,0 0 3 0,0 0-6 0,-29 36-2 16,29-36-8-16,0 0 14 0,0 0 2 0,0 0-4 15,0 0 2-15,0 0-4 0,0 0 2 0,0 0 2 16,0 0 6-16,0 0-3 0,0 0-4 0,0 0-6 16,0 0-3-16,0 0 0 0,0 0 0 0,0 0-11 15,0 0 4-15,0 0-3 0,0 0-4 0,0 0-1 16,0 0-6-16,0 0 5 0,-55-52-10 0,55 52 7 15,0 0-5-15,0 0-7 0,0 0-2 0,0 0 8 16,0 0-4-16,0 0-1 0,0 0-3 0,0 0 4 16,0 0-5-16,0 0 2 0,55-49 1 0,-55 49-1 0,0 0 3 15,0 0 8-15,0 0-13 0,0 0-1 16,0 0 5-16,0 0 0 0,0 0 2 0,0 0-12 16,0 0 19-16,0 0-6 0,0 0 12 0,0 0-17 15,0 0 6-15,0 0 0 0,69 57 3 0,-69-57-6 16,0 0 3-16,0 0 3 0,0 0 0 0,0 0 4 0,0 38 0 15,0-38 0-15,0 0-1 0,0 0 6 0,0 0-2 16,0 0 2-16,0 0 0 0,0 0-2 16,0 0 7-16,0 0-3 0,0 0 0 0,-40 34 2 0,40-34 4 15,0 0-7-15,0 0-1 0,0 0 1 0,0 0-1 16,0 0-2-16,0 0-5 0,0 0-4 16,0 0-2-16,0 0 11 0,0 0-7 0,0 0 1 15,0 0-3-15,0 0-3 0,0 0-2 0,0 0 1 16,-52-70-5-16,52 70 3 0,0 0 0 0,0 0-1 0,11-41-1 15,-11 41-2-15,0 0-1 0,0 0 4 0,0 0-2 16,0 0-3-16,0 0 1 0,21-38-1 0,-21 38 0 16,0 0 3-16,0 0-3 0,0 0 0 0,0 0-1 15,0 0-2-15,0 0 2 0,0 0-1 0,0 0 0 16,0 0 1-16,0 0 0 0,0 0 4 0,0 0-2 16,0 0 0-16,0 0 0 0,0 0 0 0,0 0 0 15,0 0 5-15,0 0 3 0,0 0 0 0,61 66 0 16,-61-66 0-16,0 0-2 0,0 0-6 0,0 0 9 15,0 0-1-15,0 0 4 0,0 0 1 0,-46 51 2 16,46-51 1-16,0 0-3 0,0 0 9 0,0 0-3 16,0 0 1-16,0 0-2 0,-43 10 6 0,43-10-7 15,0 0 5-15,0 0-1 0,0 0-3 0,0 0-1 16,0 0-5-16,0 0-1 0,0 0 5 0,0 0-3 16,0 0 0-16,0 0-5 0,-48-54-4 0,48 54 1 15,0 0-4-15,0 0 3 0,0 0 3 0,0 0-9 16,0 0 3-16,0 0 3 0,0 0-3 0,0 0-4 15,0 0-5-15,0 0 2 0,0 0-1 0,0 0-5 16,0 0 2-16,0 0-6 0,0 0-5 0,49-46-9 16,-49 46 1-16,0 0 4 0,0 0-3 0,0 0-12 15,0 0 2-15,0 0 1 0,0 0-12 0,0 0-13 16,0 0-23-16,0 0-15 0,0 0-15 0,0 0-15 16,0 0-87-16,6 101-240 0,-6-101 107 0</inkml:trace>
  <inkml:trace contextRef="#ctx0" brushRef="#br0" timeOffset="84953.5">13739 5950 1 0,'0'0'29'0,"0"0"-8"0,0 0-5 0,0 0-8 15,0 0-7-15,0 0-14 0,0 0-14 0,0 0 7 0</inkml:trace>
  <inkml:trace contextRef="#ctx0" brushRef="#br0" timeOffset="85517.59">13693 6005 68 0,'0'0'91'0,"0"0"5"0,0 0-14 16,0 0 3-16,0 0-17 0,0 0 12 0,0 0-1 0,0 0-2 15,0 0-6-15,0 0 4 0,0 0-7 0,0 0-4 16,0 0-5-16,0 0-17 0,0 0 6 0,0 0-7 15,0 0-3-15,0 0-9 0,0 0-4 0,0 0 4 16,0 0-6-16,0 0-1 0,0 0-6 0,0 0-4 16,0 0 1-16,0 0 3 0,0 0 4 0,0 0 6 15,0 0-6-15,0 0 5 0,0 0-4 0,0 0 10 16,0 0 0-16,0 0 2 0,127 8-3 16,-127-8 2-16,0 0-4 0,0 0 3 0,82-6-2 0,-82 6-4 15,0 0 3-15,0 0 0 0,64-3 3 0,-64 3 5 16,0 0-5-16,48-8 3 0,-48 8-6 0,0 0 3 15,0 0-2-15,50-7-5 0,-50 7-1 0,0 0-1 16,0 0 4-16,0 0-7 0,0 0 1 0,0 0-2 16,0 0 2-16,0 0-4 0,0 0 1 0,51-6 3 15,-51 6 0-15,0 0 0 0,0 0 1 0,0 0-5 16,0 0 3-16,0 0-3 0,0 0-4 0,0 0 2 16,0 0 0-16,0 0 1 0,0 0-2 0,0 0-3 15,0 0 1-15,0 0-1 0,0 0 0 0,0 0-4 16,0 0-4-16,0 0-9 0,0 0-15 0,0 0-10 15,0 0-20-15,0 0-13 0,0 0-27 0,0 0-20 16,0 0-5-16,0 0-27 0,0 0-2 0,0 0-7 16,0 0-112-16,0 0-287 0,0 0 128 0</inkml:trace>
  <inkml:trace contextRef="#ctx0" brushRef="#br0" timeOffset="85935.62">13742 6107 109 0,'0'0'139'15,"0"0"-15"-15,0 0-2 0,0 0-3 0,0 0-6 16,0 0-6-16,0 0 1 0,0 0-1 0,0 0 1 15,0 0-17-15,0 0-9 0,0 0-7 0,0 0-3 16,0 0-11-16,0 0-6 0,0 0-6 0,0 0-4 16,0 0 0-16,0 0-2 0,0 0 1 0,0 0-3 15,0 0-4-15,0 0-5 0,0 0 3 0,0 0-6 16,0 0-3-16,0 0 2 0,0 0 0 0,0 0-5 16,0 0 0-16,119-26-3 0,-119 26-4 0,0 0 1 15,0 0 1-15,48-4 1 0,-48 4-7 0,0 0 1 16,0 0 0-16,0 0-3 0,54-7 4 0,-54 7-5 15,0 0-2-15,0 0-1 0,0 0-6 0,0 0 6 16,0 0 0-16,0 0-9 0,0 0-12 0,0 0-7 16,0 0-14-16,0 0-9 0,0 0-11 0,0 0-18 0,0 0-3 15,0 0-2-15,0 0-8 0,0 0-8 16,0 0-18-16,0 0 3 0,43 25-6 0,-43-25-12 16,0 0-81-16,0 0-225 0,0 0 99 0</inkml:trace>
  <inkml:trace contextRef="#ctx0" brushRef="#br0" timeOffset="86242.85">13824 6196 113 0,'0'0'137'0,"0"0"-16"0,0 0-11 0,0 0-3 15,0 0-12-15,0 0-13 0,0 0-7 16,0 0-9-16,0 0-10 0,0 0 2 0,0 0-3 15,0 0-9-15,0 0-4 0,0 0 5 0,0 0-7 0,0 0 5 16,0 0 0-16,0 0-11 0,0 0 16 0,0 0-14 16,0 0-3-16,0 0-3 0,0 0-6 0,0 0 3 15,0 0-2-15,0 0-3 0,127-22-8 16,-127 22 3-16,0 0-5 0,0 0-4 0,0 0 1 16,0 0-1-16,0 0-4 0,44-7-4 0,-44 7-15 0,0 0-5 15,0 0-14-15,0 0-16 0,0 0-13 0,0 0-8 16,0 0-4-16,0 0-7 0,0 0-2 0,0 0-1 15,0 0 2-15,0 0-9 0,0 0-65 16,0 0-170-16,0 0 76 0</inkml:trace>
  <inkml:trace contextRef="#ctx0" brushRef="#br0" timeOffset="86495.12">13835 6268 42 0,'0'0'110'16,"0"0"-1"-16,0 0-4 0,0 0-15 0,0 0-3 16,0 0-8-16,0 0-10 0,0 0-4 0,0 0-8 15,0 0-9-15,0 0 6 0,0 0-7 0,0 0-2 16,0 0-13-16,0 0 2 0,0 0-2 0,0 0-8 16,0 0-2-16,0 0-8 0,0 0 2 0,0 0-6 15,0 0-5-15,0 0-17 0,119-23-14 0,-119 23-12 16,0 0-10-16,0 0-11 0,0 0-6 0,0 0-2 15,0 0-18-15,0 0-48 0,0 0-144 0,0 0 64 16</inkml:trace>
  <inkml:trace contextRef="#ctx0" brushRef="#br0" timeOffset="86714.48">13852 6374 28 0,'0'0'126'16,"0"0"-14"-16,0 0-3 0,0 0-15 0,0 0-10 16,0 0-8-16,0 0-8 0,0 0 1 0,0 0-13 15,0 0 0-15,0 0-9 0,0 0-1 0,0 0 1 16,0 0-1-16,0 0-12 0,0 0-8 0,0 0-7 16,0 0 12-16,0 0-23 0,0 0-7 0,0 0-23 15,0 0-24-15,0 0-11 0,0 0-22 0,134-6-85 16,-134 6-177-16,0 0 79 0</inkml:trace>
  <inkml:trace contextRef="#ctx0" brushRef="#br0" timeOffset="91218.96">11679 6107 10 0,'0'0'113'0,"0"0"-13"0,0 0-3 0,0 0-12 16,0 0 2-16,0 0-12 0,0 0-4 0,0 0-10 15,0 0-6-15,0 0-7 0,0 0-9 0,0 0 1 16,0 0-10-16,0 0-2 0,0 0-7 0,0 0-10 16,0 0 3-16,0 0 10 0,0 0-2 0,0 0-2 15,0 0 0-15,0 0-4 0,0 0-5 0,0 0 3 16,0 0 5-16,0 0-6 0,0 0 1 0,147-19-1 15,-147 19-1-15,60-7 7 0,-60 7 1 0,78-11-4 16,-32 5 5-16,-2-1-13 0,-44 7 3 0,79-12-3 16,-46 7 9-16,-33 5 3 0,92-16-6 0,-45 11 3 15,-47 5 4-15,64-10-6 0,-19 3-1 0,-45 7 0 16,78-9-1-16,-78 9-2 0,61-11 2 0,-61 11-1 16,60-9 2-16,-60 9-3 0,64-10-1 0,-64 10 13 15,64-12-16-15,-64 12 6 0,60-6-1 0,-60 6 1 16,55-13-2-16,-55 13-2 0,59-8 1 0,-59 8 4 15,45-9 0-15,-45 9-1 0,0 0-7 0,56-6 5 16,-56 6 0-16,0 0-2 0,51-3-5 0,-51 3 14 16,0 0-14-16,0 0-2 0,55-10 6 0,-55 10-6 0,0 0 2 15,0 0 7-15,0 0-6 0,0 0-1 16,0 0 5-16,0 0 2 0,47-7-3 0,-47 7 9 16,0 0-7-16,0 0 2 0,0 0 6 0,0 0-6 15,0 0 6-15,0 0 1 0,0 0-1 0,0 0 3 16,0 0-1-16,0 0-2 0,0 0-1 0,0 0-3 0,0 0 0 15,0 0-3-15,0 0-1 0,0 0 0 16,0 0-2-16,0 0 0 0,0 0 0 0,0 0 2 0,0 0-2 16,0 0-4-16,0 0-3 0,0 0 3 15,0 0 4-15,0 0-3 0,0 0 4 0,0 0-4 0,0 0-2 16,0 0 2-16,0 0 2 0,0 0-6 0,0 0 3 16,0 0-1-16,0 0 6 0,0 0-5 15,0 0 3-15,0 0-1 0,0 0-2 0,0 0 0 16,0 0 2-16,0 0 0 0,0 0-4 0,0 0 5 15,0 0-3-15,0 0-4 0,0 0-2 0,0 0 1 0,0 0 4 16,0 0 0-16,0 0-3 0,0 0-1 0,0 0 0 16,0 0 4-16,0 0-2 0,0 0 3 15,0 0-3-15,0 0 2 0,0 0 4 0,0 0-8 16,0 0-1-16,0 0-1 0,0 0 6 0,0 0-4 0,0 0 5 16,0 0-4-16,0 0 0 0,0 0-2 0,0 0 4 15,0 0-1-15,0 0-4 0,0 0 5 0,0 0 1 16,0 0-3-16,0 0 2 0,0 0-1 15,0 0-1-15,0 0-1 0,0 0 2 0,0 0-1 16,0 0 5-16,0 0-4 0,0 0-5 0,0 0 4 0,0 0-5 16,0 0 8-16,0 0-6 0,0 0 6 0,0 0-5 15,0 0 1-15,0 0 1 0,0 0-3 0,0 0 0 16,0 0 4-16,0 0-1 0,0 0-6 0,0 0 9 16,0 0-1-16,0 0-1 0,0 0-1 0,0 0-2 15,0 0-2-15,0 0 4 0,0 0 0 0,0 0 1 16,0 0-2-16,0 0 0 0,0 0 5 0,0 0-9 15,0 0 7-15,0 0-1 0,0 0-1 0,0 0-2 16,0 0 7-16,0 0-5 0,0 0-2 0,0 0 1 16,0 0-6-16,0 0 6 0,0 0-1 0,0 0 2 15,0 0-9-15,0 0-4 0,0 0 4 0,0 0-14 16,0 0-5-16,0 0-1 0,0 0-6 0,0 0-5 16,0 0-10-16,0 0-4 0,0 0-18 0,0 0-7 15,0 0-11-15,0 0-4 0,0 0-13 0,0 0-13 16,0 0-103-16,0 0-243 0,0 0 108 0</inkml:trace>
  <inkml:trace contextRef="#ctx0" brushRef="#br0" timeOffset="92352.31">14023 5718 50 0,'0'0'135'0,"0"0"-7"0,0 0-8 0,0 0-10 15,0 0-16-15,0 0-1 0,0 0-6 0,0 0-6 16,0 0-4-16,0 0-8 0,0 0-11 0,0 0 1 0,0 0-12 16,0 0-9-16,0 0 0 0,0 0 1 0,0 0 9 15,0 0-6-15,0 0-5 0,0 0 2 0,143-16-9 16,-143 16-1-16,64-6-6 0,-64 6 3 16,65-7-9-16,-65 7 7 0,62-4-10 0,-62 4 8 0,62-3-7 15,-62 3-4-15,59-2 3 0,-59 2-8 0,0 0 6 16,77-2-3-16,-77 2-5 0,0 0 2 0,0 0 0 15,63 4-1-15,-63-4 1 0,0 0-2 0,0 0 0 16,0 0-4-16,0 0 0 0,0 0 11 16,0 0-5-16,0 0 5 0,0 0 2 0,0 0 5 0,0 0 2 15,49 1 6-15,-49-1 3 0,0 0 1 16,0 0-2-16,0 0-9 0,0 0 11 0,0 0-9 0,0 0 0 16,0 0-8-16,0 0-13 0,0 0-21 15,0 0-23-15,0 0-21 0,0 0-5 0,0 0-25 0,0 0-16 16,0 0-9-16,0 0-27 0,0 0-87 0,0 0-252 15,0 0 111-15</inkml:trace>
  <inkml:trace contextRef="#ctx0" brushRef="#br0" timeOffset="92865.64">14571 5610 81 0,'0'0'134'0,"0"0"-9"0,0 0-4 0,0 0 0 15,0 0-10-15,0 0 4 0,0 0-6 0,0 0-3 16,0 0-11-16,0 0-1 0,0 0-3 0,0 0-9 16,0 0-3-16,0 0-7 0,0 0-4 0,0 0-6 15,0 0-10-15,0 0-5 0,0 0-4 0,0 0 1 16,0 0-8-16,0 0-4 0,0 0-7 0,0 0 0 15,0 0-6-15,0 0-2 0,0 0-1 0,0 0-4 16,0 0-1-16,0 0-1 0,0 0 1 0,0 0-6 16,0 0-1-16,0 0 2 0,0 0-3 0,0 0 0 15,0 0 2-15,0 0-8 0,0 0 6 0,0 0 5 16,0 0-7-16,0 0 14 0,0 0-12 0,0 0 4 16,0 0-8-16,64 54 1 0,-64-54 2 0,0 0-2 15,36 22 2-15,-36-22 1 0,0 0-2 0,29 18 0 16,-29-18-1-16,0 0 4 0,26 17 0 0,-26-17-6 15,0 0 4-15,0 0-2 0,24 24 2 0,-24-24-1 16,0 0 3-16,0 0 1 0,0 0 0 0,0 0 1 16,0 0-1-16,-6 39-1 0,6-39-1 0,0 0 3 15,-32 28-4-15,32-28 3 0,0 0 2 0,-38 27-4 16,38-27 1-16,0 0 2 0,-39 24-1 0,39-24 0 16,0 0-2-16,-25 16-2 0,25-16-1 0,0 0-3 0,0 0-5 15,-26 23-2-15,26-23-25 0,0 0-15 16,0 0-2-16,0 0-31 0,-24 22-15 0,24-22-16 15,0 0-13-15,0 0-15 0,0 0-109 0,0 0-271 16,0 0 120-16</inkml:trace>
  <inkml:trace contextRef="#ctx0" brushRef="#br0" timeOffset="95025.55">12905 5970 21 0,'0'0'74'0,"0"0"-2"0,0 0 7 15,0 0-8-15,0 0-3 0,0 0-3 16,0 0-3-16,0 0-8 0,0 0 1 0,0 0 0 0,0 0-11 16,0 0 5-16,0 0 3 0,0 0-22 0,0 0-12 15,0 0 16-15,0 0-8 0,0 0 4 0,0 0-4 16,0 0 2-16,0 0 4 0,0 0-5 0,0 0-8 16,0 0 11-16,0 0-6 0,0 0 2 0,0 0 2 15,0 0 0-15,0 0 10 0,0 0-6 0,0 0-6 16,0 0 2-16,0 0-3 0,0 0-8 0,0 0 4 15,88-21 7-15,-88 21-3 0,0 0-8 0,0 0 7 16,0 0-8-16,0 0 1 0,47-11-3 16,-47 11-1-16,0 0 1 0,0 0-3 0,0 0-8 0,38-13 9 15,-38 13 0-15,0 0 1 0,0 0-2 0,0 0 0 16,0 0-2-16,35-17-3 0,-35 17 1 0,0 0-9 16,0 0 14-16,0 0 5 0,0 0-7 0,37-19-6 15,-37 19 5-15,0 0-5 0,0 0-4 0,0 0 6 16,0 0-5-16,36-19 3 0,-36 19 4 0,0 0 1 15,0 0 2-15,0 0 1 0,33-19-3 0,-33 19 3 16,0 0 0-16,0 0-2 0,0 0 7 0,0 0-4 16,27-20 6-16,-27 20-4 0,0 0 4 0,0 0 6 15,0 0 0-15,0 0-3 0,0 0 6 0,20-24-3 16,-20 24-5-16,0 0 3 0,0 0-4 0,0 0 0 16,0 0-5-16,12-28 3 0,-12 28 1 0,0 0-2 15,0 0-2-15,0 0 3 0,0 0-3 0,5-32-3 16,-5 32-2-16,0 0-1 0,0 0 0 0,0 0 0 15,0 0 0-15,8-32-1 0,-8 32 3 0,0 0-5 16,0 0 0-16,0 0-3 0,0 0 1 0,3-33-1 16,-3 33 1-16,0 0-2 0,0 0 5 0,0 0 2 15,0 0-6-15,6-33 1 0,-6 33-5 0,0 0 10 16,0 0-2-16,0 0 0 0,0 0 1 0,0 0-2 16,5-36 1-16,-5 36 0 0,0 0 1 0,0 0-4 15,0 0 4-15,5-33-4 0,-5 33 4 0,0 0-2 16,0 0 2-16,0 0-3 0,0 0 1 0,0-35 1 15,0 35-1-15,0 0 2 0,0 0-3 0,0 0 2 16,1-34-1-16,-1 34 1 0,0 0 0 0,0 0-4 16,0 0 2-16,0-37 0 0,0 37-2 0,0 0 2 15,0 0 1-15,0 0 1 0,-4-37-3 0,4 37 2 16,0 0 0-16,0 0-1 0,-2-35-2 0,2 35-1 16,0 0 1-16,0 0 7 0,0 0-1 0,-5-36-2 15,5 36 3-15,0 0-2 0,0 0-1 0,0 0 2 0,-7-31 1 16,7 31-1-16,0 0 3 0,0 0 0 15,0 0-2-15,-6-36 0 0,6 36 2 0,0 0-1 0,0 0 2 16,0 0-6-16,-5-35 2 0,5 35 0 0,0 0-1 16,0 0-3-16,0 0-6 0,-4-32 9 15,4 32-2-15,0 0 0 0,0 0-3 0,0 0 2 0,-6-34 1 16,6 34 1-16,0 0-3 0,0 0 4 16,0 0-6-16,0 0 1 0,-4-33-1 0,4 33 1 0,0 0 0 15,0 0-1-15,0 0-3 0,0 0 3 16,0 0 2-16,-4-36 7 0,4 36-10 0,0 0-2 15,0 0 3-15,0 0-3 0,0 0 2 0,0 0-1 0,0 0-1 16,-1-34 2-16,1 34 1 0,0 0-3 0,0 0 0 16,0 0 3-16,0 0-1 0,0 0-1 0,0 0 2 15,0 0 0-15,0 0-2 0,0 0 2 0,0 0-3 16,-2-36 0-16,2 36 2 0,0 0 3 16,0 0-6-16,0 0 4 0,0 0-2 0,0 0 1 15,0 0 1-15,0 0-2 0,0 0 0 0,0 0-1 0,0 0 3 16,0 0 0-16,0 0 0 0,0 0 2 0,0 0-3 15,0 0 0-15,0 0 0 0,0 0 0 16,0 0-3-16,0 0 0 0,0 0-1 0,0 0 4 0,0 0 7 16,0 0-5-16,0 0-1 0,0 0-2 0,0 0 2 15,0 0 0-15,0 0-3 0,0 0 3 0,0 0-1 16,0 0 1-16,0 0 0 0,0 0-1 0,0 0 0 16,0 0 4-16,0 0-3 0,0 0-6 0,0 0 6 15,0 0 1-15,0 0-2 0,0 0 1 0,0 0 1 16,0 0 2-16,0 0-2 0,0 0-3 0,0 0 2 15,0 0 2-15,0 0-4 0,0 0 0 0,0 0 8 16,0 0 10-16,0 0-3 0,0 0 0 0,0 0-2 16,-5-34-1-16,5 34-2 0,0 0 1 0,0 0-2 15,0 0-1-15,0 0-2 0,0 0 0 0,0 0 1 16,0 0-3-16,0 0 0 0,0 0-2 0,-1-36 7 16,1 36-4-16,0 0-1 0,0 0 2 0,0 0-6 15,0 0 2-15,0 0 0 0,0 0 2 0,0-38-3 16,0 38 2-16,0 0-2 0,0 0-2 0,0 0 0 15,0 0 2-15,0 0 0 0,0 0 1 0,0 0-3 16,0 0 3-16,0 0-2 0,-4-31 2 0,4 31-2 16,0 0-3-16,0 0 1 0,0 0 1 0,0 0 0 15,0 0-1-15,0 0-2 0,0 0 4 0,0 0-4 16,0 0 2-16,0 0 0 0,0 0 1 0,0 0-1 16,0 0 6-16,0 0-9 0,0 0 1 0,0 0 2 15,0 0 1-15,0 0-2 0,0 0-5 0,0 0-6 16,0 0-9-16,0 0-12 0,0 0-10 0,0 0-11 15,0 0-8-15,0 0-12 0,0 0-8 0,0 0-2 16,0 0-14-16,0 0-19 0,0 0-5 0,0 0-7 16,0 0-1-16,0 0-10 0,0 0-12 0,0 0-88 15,0 0-262-15,0 0 117 0</inkml:trace>
  <inkml:trace contextRef="#ctx0" brushRef="#br0" timeOffset="95444.73">13292 4881 67 0,'0'0'110'16,"0"0"-17"-16,0 0-6 0,0 0-13 0,0 0-13 16,0 0-2-16,0 0-6 0,0 0-11 0,0 0-4 15,0 0-1-15,0 0 0 0,0 0-7 0,0 0-6 16,0 0 3-16,0 0-4 0,0 0-1 0,0 0 2 16,0 0-6-16,0 0-1 0,0 0 2 0,0 0-1 15,-55 63-7-15,55-63 0 0,0 0 2 0,-23 33 4 16,23-33-2-16,-18 24 2 0,18-24-5 0,0 0-1 15,-19 26 1-15,19-26-3 0,0 0-5 0,-23 25-1 16,23-25 0-16,0 0 5 0,0 0-5 0,-18 25 2 16,18-25 1-16,0 0-1 0,0 0-7 0,0 0-5 15,0 0-17-15,0 0-2 0,-17 25-12 0,17-25-5 16,0 0-6-16,0 0-1 0,0 0-4 0,0 0-4 16,0 0 4-16,0 0-10 0,0 0-49 0,0 0-123 15,0 0 55-15</inkml:trace>
  <inkml:trace contextRef="#ctx0" brushRef="#br0" timeOffset="95877.73">13263 4959 56 0,'0'0'96'15,"0"0"-1"-15,0 0-7 0,0 0 1 0,0 0-12 16,0 0-4-16,0 0-1 0,0 0-8 0,0 0-11 16,0 0-4-16,0 0-5 0,0 0-6 0,0 0 4 15,0 0-9-15,0 0-8 0,0 0-3 0,0 0 0 16,0 0-6-16,0 0 5 0,0 0-10 0,0 0-5 16,0 0 2-16,0 0 2 0,0 0-1 0,0 0-7 15,0 0 6-15,0 0 1 0,0 0-1 0,0 0-4 16,0 0 3-16,0 0-3 0,0 0 0 0,0 0-4 15,126 20 7-15,-126-20-2 0,31 16 4 0,-31-16 0 16,33 16-2-16,-33-16-7 0,33 17 5 0,-33-17 7 16,0 0-1-16,45 21-2 0,-45-21 0 0,0 0-2 15,40 15-4-15,-40-15 0 0,0 0 3 0,0 0 2 16,0 0-5-16,33 14 5 0,-33-14 6 0,0 0 6 16,0 0 9-16,0 0 9 0,0 0 1 0,0 0 9 15,0 0-2-15,0 0 3 0,0 0-5 0,0 0-2 16,0 0-8-16,0 0 0 0,0 0-8 0,0 0-4 15,0 0-20-15,0 0-23 0,0 0-25 0,0 0-37 16,0 0-36-16,0 0-132 0,0 0-272 0,0 0 121 16</inkml:trace>
  <inkml:trace contextRef="#ctx0" brushRef="#br0" timeOffset="116437.37">13835 5496 83 0,'0'0'85'16,"0"0"-4"-16,0 0-19 0,0 0 7 0,0 0-10 16,0 0-6-16,0 0 10 0,0 0-16 0,0 0 6 15,0 0 7-15,0 0 2 0,0 0 2 0,0 0-4 16,0 0-12-16,0 0 5 0,0 0-1 0,0 0-2 16,0 0 1-16,0 0 7 0,0 0-9 0,0 0-4 15,0 0 1-15,0 0-2 0,0 0-3 0,0 0-4 16,0 0 2-16,0 0-9 0,0 0 1 0,-80-8-2 15,80 8 5-15,0 0-13 0,0 0-5 0,0 0-5 16,0 0 3-16,0 0-6 0,0 0-10 0,-14-29 2 16,14 29 0-16,0 0 0 0,0 0-1 0,0 0-3 15,0 0-4-15,0 0 4 0,0 0-2 0,0 0 1 16,0 0-6-16,0 0 5 0,0 0-6 0,0 0-2 16,0 0 1-16,0 0 7 0,0 0-4 0,0 0 3 15,0 0-2-15,0 0 6 0,0 0 0 0,80 66-2 16,-80-66 2-16,0 0 9 0,0 0-10 0,-9 36-1 15,9-36 8-15,0 0-5 0,0 0 5 0,0 0 2 16,0 0 6-16,0 0 11 0,0 0 4 0,0 0-2 16,0 0-3-16,0 0 1 0,-29 30 0 0,29-30 2 0,0 0-5 15,0 0-21-15,0 0-8 0,0 0-17 16,0 0-17-16,0 0-27 0,0 0-18 0,0 0-22 16,0 0-126-16,-48-68-256 0,48 68 113 0</inkml:trace>
  <inkml:trace contextRef="#ctx0" brushRef="#br0" timeOffset="117603.14">13983 5189 51 0,'0'0'86'0,"0"0"-16"16,0 0-7-16,0 0-10 0,0 0 10 0,0 0-12 15,0 0 1-15,0 0-4 0,0 0-11 0,0 0 0 16,0 0 6-16,0 0-6 0,0 0 8 0,0 0-5 16,0 0-10-16,0 0 0 0,0 0-11 0,0 0-1 15,0 0-13-15,0 0 13 0,0 0 5 0,0 0-9 16,0 0 5-16,0 0 0 0,0 0-2 0,0 0 6 15,0 0-20-15,0 0 7 0,0 0-1 0,0 0 0 16,0 0-1-16,0 0 6 0,0 0-2 0,0 0-11 16,0 0 3-16,0 0 9 0,0 0-12 0,0 0-4 15,0 0 1-15,0 0 7 0,0 0-2 0,0 0-5 16,0 0 3-16,0 0 5 0,0 0-2 0,0 0 1 16,0 0-7-16,0 0 3 0,0 0 8 0,0 0-5 15,0 0 4-15,0 0-1 0,0 0-2 0,0 0 16 16,-25 48-24-16,25-48 8 0,0 0-6 0,0 0-2 15,0 0 8-15,0 0 2 0,19 35-8 0,-19-35 15 16,0 0-11-16,0 0 2 0,0 0-1 0,28 24 2 16,-28-24 1-16,0 0-8 0,0 0 8 0,33 18-12 15,-33-18 5-15,0 0 10 0,0 0-14 0,0 0 13 16,0 0-2-16,53 6-11 0,-53-6 3 0,0 0 5 16,0 0 2-16,0 0-1 0,0 0-5 0,0 0 3 15,0 0-2-15,0 0 4 0,0 0-8 0,0 0 7 16,0 0 5-16,0 0-2 0,75-21-1 0,-75 21-2 15,0 0 18-15,0 0-14 0,0 0-1 0,19-35-3 16,-19 35-2-16,0 0 3 0,0 0 5 0,11-30-7 16,-11 30-1-16,0 0 4 0,0 0-7 0,0 0 14 0,2-36-5 15,-2 36-1-15,0 0 0 0,0 0-4 16,0 0-3-16,-6-41 0 0,6 41 5 0,0 0 1 16,0 0 8-16,0 0-5 0,-14-30 2 0,14 30-5 15,0 0 2-15,0 0 9 0,0 0 4 0,0 0-3 16,-21-25-4-16,21 25 2 0,0 0 2 0,0 0-8 0,0 0 0 15,0 0 4-15,-28-21-5 0,28 21-7 0,0 0 6 16,0 0 1-16,0 0-6 0,0 0-1 16,0 0 3-16,0 0-1 0,-42-12-1 0,42 12-5 15,0 0 4-15,0 0-6 0,0 0 3 0,0 0-2 0,0 0 5 16,0 0-3-16,0 0-2 0,0 0-1 0,0 0 4 16,0 0-5-16,0 0-4 0,-66 33-7 15,66-33-14-15,0 0-14 0,0 0-21 0,-11 36-27 16,11-36-33-16,0 0-80 0,-2 32-223 0,2-32 99 15</inkml:trace>
  <inkml:trace contextRef="#ctx0" brushRef="#br0" timeOffset="121237.33">24003 4570 135 0,'0'0'145'0,"0"0"-8"0,0 0-9 16,0 0-7-16,0 0-2 0,0 0 2 16,4-52-5-16,-4 52-5 0,0 0-14 0,0 0-17 15,0 0 3-15,0 0-16 0,0 0-4 0,0 0-12 0,0 0 4 16,0 0-20-16,0 0 1 0,0 0-8 0,0 0-5 15,0 0-7-15,0 0 5 0,0 0 0 0,0 0-12 16,0 0 11-16,0 0-3 0,0 0-9 0,0 0 1 16,0 0-3-16,0 0 5 0,66 80 0 0,-53-58-3 15,-13-22-1-15,19 30 5 0,-19-30-2 16,28 41-7-16,-17-18 2 0,-11-23 2 0,24 41-3 0,-14-19 0 16,-10-22 2-16,22 43-7 0,-22-43 3 0,13 30-1 15,-13-30 6-15,14 23-6 0,-14-23 1 0,0 0-1 16,0 0 0-16,14 28 3 0,-14-28-10 0,0 0 11 15,0 0 1-15,0 0 8 0,0 0 1 0,0 0 9 16,0 0 3-16,0 0-4 0,0 0 0 0,0 0-1 16,0 0-5-16,0 0 2 0,56-76 3 15,-47 52-2-15,-9 24-9 0,18-51 1 0,-14 28-2 0,-4 23 0 16,7-42 2-16,-7 42-5 0,7-47 3 0,-7 47-5 16,2-43 0-16,-2 43 1 0,0-30-1 0,0 30-8 15,0 0-5-15,0-32-12 0,0 32-14 0,0 0-16 16,0 0-20-16,0 0-41 0,0 0-29 0,0 0-15 15,0 0-17-15,0 0-86 0,0 0-279 0,0 0 124 16</inkml:trace>
  <inkml:trace contextRef="#ctx0" brushRef="#br0" timeOffset="121670.42">24500 4740 19 0,'0'0'124'16,"0"0"-17"-16,0 0 2 0,-46 31-12 0,46-31-13 16,0 0-8-16,-19 31 1 0,19-31-13 0,-12 31-8 15,12-31 2-15,-5 30-4 0,5-30-8 0,0 0-9 16,-5 39-4-16,5-39-5 0,0 0 5 0,1 34-6 15,-1-34 1-15,0 0-6 0,0 0-5 0,13 30 9 16,-13-30-1-16,0 0-5 0,0 0 5 0,0 0 3 16,0 0 3-16,30 19 1 0,-30-19 9 0,0 0-7 15,0 0 8-15,0 0-3 0,0 0-1 0,0 0-1 16,0 0-3-16,75-43-2 0,-75 43-2 0,0 0 6 16,19-32-2-16,-19 32-7 0,0 0 1 0,12-40 3 15,-12 40-5-15,0 0-4 0,0-34 6 0,0 34-2 16,0 0-4-16,0 0-5 0,-12-40-1 0,12 40 3 15,0 0-11-15,0 0 2 0,0 0-21 0,0 0-5 16,-28-23-18-16,28 23-9 0,0 0-10 0,0 0-14 16,0 0-6-16,0 0-3 0,0 0-10 0,0 0-12 15,0 0-8-15,0 0-11 0,0 0-9 0,0 0-67 0,-56 66-208 16,56-66 93-16</inkml:trace>
  <inkml:trace contextRef="#ctx0" brushRef="#br0" timeOffset="122269.93">24669 4831 76 0,'0'0'135'0,"0"0"-13"0,0 0-12 0,0 0-13 16,0 0-9-16,0 0-10 0,0 0-3 0,0 0-20 15,0 0 5-15,0 0-7 0,0 0-7 0,0 0-6 16,0 0-3-16,0 0-6 0,-8 83-1 15,8-83-1-15,0 0-6 0,0 0-3 0,0 0-1 16,13 29 14-16,-13-29-21 0,0 0 11 0,0 0-6 0,0 0 2 16,0 0-2-16,0 0 7 0,0 0-3 0,0 0-5 15,0 0 0-15,0 0 0 0,0 0 0 16,0 0-1-16,0 0-1 0,0 0-2 0,0 0 2 0,111-43-6 16,-111 43-5-16,0 0 4 0,23-22-2 0,-23 22-2 15,0 0 2-15,0 0-6 0,0 0 2 16,0 0 2-16,22-21-4 0,-22 21-1 0,0 0-7 15,0 0 4-15,0 0-2 0,0 0 3 0,0 0 1 16,0 0 2-16,0 0 6 0,38 58-8 0,-38-58-2 0,14 26 3 16,-14-26-2-16,0 0 8 0,19 29-7 0,-19-29 5 15,0 0-5-15,0 0 4 0,25 22 0 0,-25-22 1 16,0 0 1-16,0 0 3 0,0 0 3 16,0 0 4-16,42 9 5 0,-42-9 6 0,0 0 5 0,0 0 4 15,0 0 1-15,0 0 2 0,0 0 3 0,61-50-1 16,-61 50-8-16,12-24 3 0,-12 24-6 0,7-29 1 15,-7 29-7-15,9-32 3 0,-9 32-6 0,1-33 0 16,-1 33 5-16,-2-40-7 0,2 40-2 0,0 0 1 16,-9-42-5-16,9 42 6 0,0 0-2 0,-9-28 0 15,9 28 1-15,0 0-2 0,0 0 2 0,0 0 1 16,0 0-10-16,0 0-1 0,0 0-7 0,0 0-2 16,0 0-4-16,0 0 6 0,0 0-2 0,0 0 0 15,0 0-1-15,0 0-2 0,0 0 3 0,0 0 1 16,0 0-6-16,0 0 1 0,0 0-5 0,-13 100-10 15,13-100-13-15,0 0-12 0,5 46-10 0,-5-46-22 16,11 24 3-16,-11-24-17 0,0 0-22 0,15 30-6 16,-15-30-8-16,0 0-91 0,0 0-238 0,0 0 105 15</inkml:trace>
  <inkml:trace contextRef="#ctx0" brushRef="#br0" timeOffset="122444.6">24940 4853 131 0,'0'0'155'0,"0"0"-18"0,0 0-12 0,0 0-16 16,0 0-15-16,0 0-22 0,0 0-19 0,0 0-36 16,0 0-33-16,80-38-29 0,-80 38-94 0,0 0-150 15,53-8 66-15</inkml:trace>
  <inkml:trace contextRef="#ctx0" brushRef="#br0" timeOffset="122728.7">25374 4721 53 0,'0'0'168'15,"0"0"-15"-15,0 0-22 0,0 0-12 0,0 0-4 0,0 0-17 16,0 0-3-16,0 0-12 0,0 0-9 16,0 0-5-16,0 0-8 0,0 0-6 0,73-20-5 15,-73 20-9-15,0 0-16 0,46-12-20 0,-46 12-32 16,0 0-8-16,46-4-26 0,-46 4-33 0,0 0-103 15,0 0-212-15,0 0 94 0</inkml:trace>
  <inkml:trace contextRef="#ctx0" brushRef="#br0" timeOffset="122937.5">25434 4846 109 0,'0'0'173'0,"0"0"-16"0,0 0-19 0,0 0-14 16,0 0-11-16,0 0-9 0,0 0-11 0,0 0-13 0,0 0-8 16,0 0 1-16,0 0-9 0,0 0-10 0,0 0-9 15,0 0-19-15,0 0-15 0,0 0-27 0,0 0-24 16,0 0-24-16,0 0-27 0,0 0-114 16,133-5-220-16,-133 5 97 0</inkml:trace>
  <inkml:trace contextRef="#ctx0" brushRef="#br0" timeOffset="123720.03">26245 4534 155 0,'0'0'150'0,"0"0"-13"0,0 0-16 0,0 0-10 15,0 0-7-15,0 0-12 0,0 0-5 0,0 0-11 16,0 0-9-16,0 0-9 0,0 0-1 0,0 0-10 15,0 0-6-15,0 0-8 0,0 0 1 0,0 0-5 16,0 0-2-16,0 0-12 0,0 0 6 0,0 0-7 16,0 0 1-16,0 0-3 0,0 0 2 0,0 0 0 15,-86 55-3-15,86-55-3 0,1 32-5 0,-1-32 1 16,0 0 1-16,12 45 4 0,-12-45-6 0,14 27 7 16,-14-27-6-16,0 0-3 0,29 32 7 0,-29-32 0 15,27 16-9-15,-27-16 1 0,0 0 6 0,47 9 3 16,-47-9 2-16,0 0-3 0,0 0 1 0,0 0 1 15,101-29 2-15,-101 29-3 0,37-20-10 0,-37 20 9 16,30-23 6-16,-30 23-4 0,25-26 9 0,-25 26 1 16,14-28 3-16,-14 28 5 0,9-32 8 0,-9 32-1 0,0 0-8 15,-5-49 2-15,5 49-6 0,-18-38-4 16,18 38 5-16,-23-29-6 0,23 29-6 0,-39-33-4 16,14 21-5-16,25 12-17 0,-41-15-16 0,41 15-25 15,0 0-26-15,-65-2-24 0,65 2-28 0,0 0-137 0,-104 26-291 16,73-16 129-16</inkml:trace>
  <inkml:trace contextRef="#ctx0" brushRef="#br0" timeOffset="124659.51">14050 5277 118 0,'0'0'120'0,"0"0"-17"0,0 0-1 16,0 0-13-16,0 0-12 0,0 0 1 0,0 0-5 15,0 0-7-15,0 0-14 0,0 0 8 0,0 0-16 16,0 0-4-16,0 0-12 0,0 0-2 0,0 0-18 0,0 0 1 16,0 0-33-16,0 0-4 0,0 0-25 0,0 0-18 15,0 0-83-15,0 0-165 0,0 0 74 0</inkml:trace>
  <inkml:trace contextRef="#ctx0" brushRef="#br0" timeOffset="125024.2">14079 5199 6 0,'0'0'177'0,"0"0"-14"0,0 0-9 15,0 0-14-15,0 0-6 0,0 0-13 0,0 0-17 16,0 0-5-16,0 0-14 0,0 0-4 15,0 0-9-15,0 0-10 0,0 0-8 0,0 0-20 0,0 0-1 16,0 0-30-16,0 0-10 0,0 0-28 0,0 0-36 16,0 0-24-16,0 0-16 0,0 0-90 0,0 0-217 15,0 0 96-15</inkml:trace>
  <inkml:trace contextRef="#ctx0" brushRef="#br0" timeOffset="128095.29">9964 6086 33 0,'0'0'137'0,"0"0"-4"0,0 0 0 16,0 0-13-16,0 0-9 0,0 0-3 0,0 0-15 16,0 0-13-16,0 0-7 0,0 0-10 0,0 0-7 0,0 0-3 15,0 0-5-15,0 0-7 0,97-57-2 0,-51 41-3 16,-14 5-3-16,21-5-10 0,-2 3 0 15,-4 0 1-15,5 0-11 0,-6 5 6 0,2 1 1 16,-48 7 0-16,76-12-12 0,-76 12-1 0,63-7-14 0,-63 7-4 16,50-3-14-16,-50 3-18 0,0 0 6 0,0 0-23 15,69 8-5-15,-69-8-2 0,0 0-4 0,0 0 5 16,22 21-1-16,-22-21-1 0,0 0 11 0,0 0 2 16,0 0 12-16,0 0 4 0,0 0 9 0,-68 66 11 15,68-66 6-15,-40 16 11 0,40-16 5 16,-51 17 1-16,51-17 2 0,-55 16 1 0,55-16 2 0,-59 14 2 15,26-7 3-15,33-7 5 0,-60 12-2 0,60-12 13 16,-59 9 4-16,59-9-5 0,-46 6 16 16,46-6-7-16,0 0 13 0,0 0-1 0,-47 9-4 0,47-9-12 15,0 0-6-15,0 0-4 0,0 0 2 0,0 0-3 16,0 0-1-16,0 0-5 0,0 0 3 16,0 0 0-16,0 0-8 0,0 0-2 0,128-52 4 15,-100 42-5-15,-28 10-24 0,56-16-16 0,-56 16-18 0,55-12-34 16,-55 12-117-16,0 0-215 0,51-8 95 0</inkml:trace>
  <inkml:trace contextRef="#ctx0" brushRef="#br0" timeOffset="129466.64">26955 4559 1 0,'0'0'156'0,"0"0"-7"0,0 0 2 16,0 0-8-16,0 0-6 0,0 0-2 0,0 0-5 16,0 0-1-16,0 0-2 0,0 0-7 0,0 0-6 15,0 0-8-15,0 0-8 0,0 0-5 0,0 0-10 16,0 0-10-16,0 0-3 0,0 0-10 0,0 0-10 16,0 0-9-16,0 0-3 0,0 0-4 0,0 0-3 15,0 0-3-15,0 0 0 0,0 0-6 0,0 0-1 16,105-21-4-16,-105 21-1 0,59-4-2 0,-59 4 3 15,57-3-4-15,-57 3 0 0,65-3-4 0,-65 3 0 16,59-5-2-16,-59 5 2 0,0 0-1 16,65-2-1-16,-65 2-3 0,0 0-1 0,0 0 0 0,0 0 3 15,0 0-3-15,64 2-1 0,-64-2 4 0,0 0-4 16,0 0 2-16,0 0-2 0,0 0-2 0,0 0-3 16,0 0-2-16,0 0-15 0,0 0-19 0,0 0-11 15,0 0-30-15,0 0-19 0,0 0-44 0,0 0-32 16,0 0-147-16,0 0-348 0,0 0 155 0</inkml:trace>
  <inkml:trace contextRef="#ctx0" brushRef="#br0" timeOffset="130855.67">28238 4295 73 0,'0'0'72'0,"0"0"-7"15,0 0-10-15,0 0-1 0,0 0-13 0,0 0-1 16,0 0-6-16,0 0 5 0,0 0-8 16,0 0-1-16,0 0-1 0,0 0-7 0,0 0 8 15,0 0 2-15,0 0 4 0,0 0-8 0,0 0 4 0,0 0 8 16,0 0 2-16,0 0-5 0,0 0 6 0,0 0 6 15,0 0-12-15,-32-39 0 0,32 39 4 16,0 0 6-16,0 0 2 0,-6-29 7 0,6 29-3 16,0 0-4-16,0 0 21 0,0 0 0 0,-3-40-5 15,3 40-1-15,0 0-4 0,0 0-6 0,0 0-3 0,0 0-1 16,3-34-5-16,-3 34-3 0,0 0-5 0,0 0-3 16,0 0-9-16,0 0 0 0,0 0-10 0,0 0 1 15,0 0-2-15,0 0-1 0,0 0 2 16,0 0-6-16,0 0 0 0,0 0 0 0,0 0-5 0,0 0 1 15,0 0 1-15,0 0 6 0,0 0-9 0,105 50 1 16,-105-50-2-16,30 31 3 0,-12-12-2 0,-18-19 0 16,31 36-3-16,-31-36 2 0,24 35 1 15,-24-35 0-15,26 27-1 0,-10-9 1 0,-16-18-2 16,0 0-1-16,27 30 4 0,-27-30-3 0,0 0 3 0,22 24-3 16,-22-24 3-16,0 0 2 0,0 0-2 0,0 0 2 15,0 0 1-15,23 18 1 0,-23-18 12 0,0 0 13 16,0 0 16-16,0 0 10 0,0 0-3 0,0 0-4 15,0 0-7-15,0 0-2 0,0 0 1 0,43-61-3 16,-43 61 1-16,14-39-4 0,-8 14-5 0,-6 25-2 16,7-41-5-16,-7 41-4 0,7-48 1 0,-7 48-5 15,-2-40-3-15,2 40 0 0,0-39-5 0,0 39 5 16,0 0-3-16,-6-41-3 0,6 41 0 0,0 0-2 16,0 0-4-16,0 0-16 0,-1-29-19 15,1 29-26-15,0 0-28 0,0 0-36 0,0 0-33 0,0 0-13 16,0 0 4-16,0 0 1 0,0 0-12 0,0 0-135 15,0 0-334-15,0 0 148 0</inkml:trace>
  <inkml:trace contextRef="#ctx0" brushRef="#br0" timeOffset="131118.75">28830 4388 50 0,'0'0'119'0,"0"0"-8"16,0 0-9-16,0 0-13 0,0 0-10 0,0 0-9 15,0 0-3-15,9 50-6 0,-9-50-12 16,0 0 1-16,-1 33-16 0,1-33-27 0,0 0-13 0,0 0-20 15,0 0-18-15,-2 41-25 0,2-41-56 0,0 0-133 16,0 0 60-16</inkml:trace>
  <inkml:trace contextRef="#ctx0" brushRef="#br0" timeOffset="131505.34">28830 4188 105 0,'0'0'103'0,"0"0"-9"0,0 0-11 16,0 0-7-16,0 0-3 0,0 0-16 0,0 0-4 15,0 0-4-15,0 0-11 0,0 0 2 0,0 0-1 0,0 0-11 16,0 0 1-16,0 0-10 0,0 0 5 0,0 0-2 16,0 0-5-16,0 0 5 0,0 0 9 0,0 0 5 15,0 0 7-15,0 0 8 0,0 0-1 16,0 0 0-16,0 0 5 0,0 0 3 0,0 0 10 16,0 0-1-16,0 0-2 0,0 0 0 0,0 0 0 0,0 0-12 15,0 0 0-15,0 0-7 0,0 0-6 16,0 0-4-16,-27-41-13 0,27 41-14 0,0 0-16 0,0 0-13 15,0 0-17-15,0 0-25 0,0 0-32 16,0 0-22-16,0 0-20 0,0 0-109 0,0 0-263 16,0 0 117-16</inkml:trace>
  <inkml:trace contextRef="#ctx0" brushRef="#br0" timeOffset="131902.93">29036 4306 8 0,'0'0'132'0,"0"0"-5"0,0 0-12 16,0 0-9-16,0 0-13 0,-3 55 1 0,3-55-11 0,0 0-11 15,0 0-3-15,0 0-8 0,0 0-1 0,0 0-5 16,0 0-6-16,0 0-6 0,0 0 6 0,0 0 7 15,0 0 9-15,0 0 8 0,0 0 0 0,0 0-2 16,0 0-2-16,0 0-3 0,0 0-5 16,0 0-11-16,0 0-3 0,0 0-4 0,0 0-8 0,0 0-4 15,0 0 0-15,0 0-8 0,0 0 0 0,88-59-4 16,-88 59-3-16,0 0 3 0,25-20-9 0,-25 20-1 16,0 0-1-16,0 0 1 0,0 0-6 0,0 0 0 15,38-13-5-15,-38 13 3 0,0 0-4 0,0 0 3 16,0 0-4-16,0 0-4 0,0 0-11 0,0 0-11 15,36 46-12-15,-36-46-22 0,0 0-28 0,4 44-25 16,-4-44-29-16,0 0-122 0,-2 36-289 0,2-36 128 16</inkml:trace>
  <inkml:trace contextRef="#ctx0" brushRef="#br0" timeOffset="132239.54">29670 3687 103 0,'0'0'139'0,"0"0"-13"0,-67 48-5 0,67-48-9 0,-32 44-9 15,9-4 4-15,9-14-9 0,-2 16-1 0,0 1-7 16,1 4-3-16,11-3-4 0,-7 4-11 0,0-3-5 16,9-2-4-16,-5-16-8 0,7-27-2 0,0 54-5 15,4-29-2-15,-4-25 7 0,14 46-11 16,-2-22-3-16,-12-24-4 0,25 36-1 0,-8-17-7 0,-17-19-1 16,40 39-4-16,-19-23-14 0,-21-16-18 0,41 34-10 15,-20-16-25-15,-21-18-26 0,38 33-20 0,-38-33-15 16,29 28-35-16,-29-28-105 0,22 23-266 0,-22-23 118 15</inkml:trace>
  <inkml:trace contextRef="#ctx0" brushRef="#br0" timeOffset="132919.01">30034 3983 28 0,'0'0'132'0,"0"0"3"0,0 0-11 16,5 99 3-16,-11-56-6 0,0-12-8 0,-3-3-10 15,9-28-7-15,-12 52-11 0,12-52-8 0,-8 29-8 16,8-29-4-16,0 0-6 0,0 0 5 0,0 0 15 16,-8 27 3-16,8-27 11 0,0 0 9 0,0 0 13 15,0 0 8-15,0 0-9 0,0 0-13 0,0 0-8 16,0 0-14-16,0 0-6 0,0 0-12 0,0 0-4 16,-1-107-12-16,6 68-8 0,-3 8-10 0,-2 31-12 15,11-68-7-15,-5 41-8 0,-2-1 4 0,-4 28-13 16,14-54-2-16,-3 27-1 0,5-11 0 0,-3 17-2 15,-13 21 2-15,24-35 1 0,-24 35-2 0,28-22-3 16,-28 22 2-16,37-25-1 0,-15 10 4 16,-22 15 0-16,0 0-6 0,41-13 9 0,-41 13-5 0,0 0 0 15,0 0-3-15,0 0 4 0,0 0-2 0,65 36 4 16,-65-36 0-16,14 29-3 0,-14-29 7 0,4 33 0 16,-4-33-1-16,-8 42 3 0,8-42-1 0,-21 51 3 15,5-27 0-15,16-24 3 0,-37 39 0 16,17-21-16-16,-2 0 3 0,22-18-1 0,-37 25 1 15,37-25 9-15,-29 16 0 0,29-16 3 0,0 0 0 0,-34 19 1 16,34-19 2-16,0 0 1 0,0 0 0 0,0 0 3 16,0 0-4-16,0 0 3 0,0 0 3 0,0 0 1 15,0 0-12-15,0 0 2 0,0 0-8 0,0 0-4 16,0 0-7-16,0 0 7 0,-64-41 3 0,64 41-3 16,0 0 2-16,0 0 0 0,0 0-1 0,0 0-3 15,0 0 1-15,0 0 4 0,0 0 2 0,0 0-5 16,0 0 1-16,0 0 5 0,0 0-2 0,0 0 2 15,0 0-4-15,0 0 7 0,95 67-3 0,-95-67 3 16,18 32-8-16,-18-32-18 0,17 32-18 16,-7-11-24-16,-10-21-22 0,14 30-24 0,-14-30-13 0,14 27-6 15,-14-27-120-15,0 0-276 0,14 32 122 0</inkml:trace>
  <inkml:trace contextRef="#ctx0" brushRef="#br0" timeOffset="133281.41">30417 4002 129 0,'0'0'209'0,"0"0"-15"0,0 0-20 0,0 0-16 0,23-36-17 15,-23 36-19-15,0 0-5 0,0 0-17 16,0 0-6-16,0 0-12 0,46-10-7 0,-46 10-6 0,0 0-13 15,0 0-3-15,0 0-5 0,0 0-11 0,0 0 2 16,0 0-8-16,0 0 0 0,78 26-9 0,-78-26 1 16,0 0-3-16,19 33-2 0,-19-33 3 0,0 0-2 15,7 41 1-15,-7-41-5 0,-7 32-1 16,7-32-3-16,0 0-1 0,-11 43 1 0,11-43 0 0,0 0-8 16,-9 32 11-16,9-32-1 0,0 0-5 0,0 0 1 15,0 0-3-15,0 0 5 0,0 0 1 0,6 35-1 16,-6-35-1-16,0 0 9 0,0 0 0 15,0 0 0-15,40 19-2 0,-40-19 3 0,0 0-5 0,0 0-8 16,79 0-5-16,-79 0-18 0,0 0-26 0,65-3-27 16,-65 3-28-16,0 0-33 0,0 0-24 0,67-16-21 15,-67 16-110-15,0 0-308 0,0 0 137 0</inkml:trace>
  <inkml:trace contextRef="#ctx0" brushRef="#br0" timeOffset="133544.75">30146 4500 3 0,'0'0'185'0,"0"0"-16"16,0 0-15-16,0 0-17 0,0 0-8 0,0 0-5 0,0 0-3 15,0 0-9-15,0 0-8 0,0 0-3 0,122 3-9 16,-122-3-1-16,78-5-12 0,-78 5-5 15,78-6-11-15,-78 6 0 0,75-14-8 0,-42 12-6 16,-33 2-4-16,78-7-2 0,-78 7-4 0,56-4-7 0,-56 4-15 16,0 0-18-16,66-2-26 0,-66 2-21 0,0 0-45 15,0 0-21-15,0 0-22 0,52 10-9 0,-52-10-109 16,0 0-273-16,0 0 122 0</inkml:trace>
  <inkml:trace contextRef="#ctx0" brushRef="#br0" timeOffset="134169.64">30422 4685 88 0,'0'0'114'0,"0"0"-11"0,0 0 3 0,0 0-9 16,0 0 1-16,-28 43-2 0,28-43-5 0,-9 35-6 0,9-35 1 15,-14 46-6-15,14-46-13 0,-9 41 1 0,2-17-9 16,7-24 1-16,-10 39-7 0,10-39-5 16,-10 30 2-16,10-30-12 0,0 0 1 0,-6 29-3 15,6-29-5-15,0 0 0 0,0 0 0 0,0 0-3 16,0 0 1-16,0 0 7 0,0 0 8 0,0 0 3 0,0 0 13 16,0 0-4-16,0 0-1 0,0 0-7 0,0 0-6 15,0 0-7-15,0 0-13 0,0 0-2 16,0 0-1-16,0 0-4 0,-4-95-14 0,4 95 3 15,8-46-5-15,-8 46-1 0,5-52 3 0,0 30-5 16,-5 22-2-16,13-32 0 0,-13 32 4 0,15-37-1 0,-15 37-3 16,15-24-2-16,-15 24 2 0,0 0-1 0,27-25 1 15,-27 25 2-15,0 0-1 0,32-19-1 16,-32 19 0-16,0 0-1 0,0 0-1 0,0 0 0 16,0 0-1-16,0 0 2 0,0 0 3 0,0 0-3 15,0 0 4-15,57 46 1 0,-57-46-2 0,0 0 7 16,-9 48-3-16,9-48 3 0,0 0-5 0,-32 57 6 0,18-35 3 15,14-22-1-15,-25 27-3 0,25-27-1 16,-28 23 0-16,28-23-2 0,-27 18 3 0,27-18 3 16,0 0 0-16,0 0 1 0,-33 20 0 0,33-20-1 15,0 0-2-15,0 0 2 0,0 0 0 0,0 0 1 16,0 0-3-16,0 0-1 0,0 0 2 0,0 0 4 0,0 0 0 16,0 0-2-16,0 0-5 0,0 0 3 15,0 0-9-15,0 0 1 0,-47-50 4 0,47 50-5 16,0 0 2-16,0 0-2 0,0 0-1 0,0 0 3 15,0 0-2-15,0 0-2 0,0 0 2 0,0 0-3 16,0 0 3-16,0 0-4 0,0 0-4 0,0 0-13 16,0 0-20-16,0 0-31 0,0 0-12 0,114 51-17 15,-114-51-18-15,0 0-10 0,23 26-12 0,-23-26-89 16,0 0-253-16,0 0 112 0</inkml:trace>
  <inkml:trace contextRef="#ctx0" brushRef="#br0" timeOffset="134374.51">30670 4664 119 0,'0'0'250'0,"0"0"-12"16,0 0-18-16,0 0-17 0,0 0-25 0,0 0-17 16,0 0-24-16,0 0-17 0,0 0-11 0,0 0-11 15,0 0-9-15,0 0-8 0,0 0-8 0,0 0-3 16,0 0-20-16,28 85-19 0,-28-85-26 0,0 42-26 15,0-42-35-15,0 42-33 0,0-42-40 0,6 27-30 16,-6-27-138-16,0 0-321 0,0 0 142 0</inkml:trace>
  <inkml:trace contextRef="#ctx0" brushRef="#br0" timeOffset="134791.65">30825 3583 30 0,'0'0'209'0,"0"0"-9"0,0 0-23 15,0 0-17-15,0 0-28 0,0 0-17 0,0 0-9 16,0 0-13-16,0 0-8 0,0 0-8 0,0 0-8 0,0 0-10 15,0 0-3-15,116 69-7 0,-83-28-7 16,-5 9-6-16,-1-1 3 0,-1 5-6 0,-4 8 1 16,-2 1-8-16,-8 3 1 0,-1 3-1 0,-3-1-3 15,-3-3-1-15,-6 4 1 0,-3-3 7 0,-4-2-1 16,-1-1 2-16,-4-3-3 0,-2 6 0 0,0-8 3 16,-2-3-5-16,-3-2-1 0,-5-8-2 0,2 0-3 15,1-9 2-15,9-12 0 0,-3-4-1 0,16-20-2 16,-23 32 0-16,23-32 3 0,-19 25 0 0,19-25 2 15,0 0 4-15,-24 25-4 0,24-25-2 0,0 0 0 16,0 0-3-16,0 0 3 0,-29 19-5 0,29-19-4 16,0 0-15-16,0 0-14 0,0 0-26 0,0 0-23 15,0 0-23-15,0 0-41 0,0 0-45 0,0 0-167 16,0 0-368-16,0 0 163 0</inkml:trace>
  <inkml:trace contextRef="#ctx0" brushRef="#br0" timeOffset="137895.49">29767 3613 5 0,'0'0'6'0,"0"0"-3"0,0 0-2 0,0 0 0 16,0 0-2-16,0 0-2 0,0 0 5 0,0 0-5 15,0 0 5-15,0 0-5 0,0 0 7 0,0 0 7 16,0 0 6-16,0 0 14 0,84-17 13 0,-84 17 11 15,0 0-1-15,0 0 10 0,0 0-3 0,0 0 6 16,0 0 4-16,0 0 7 0,0 0-9 0,0 0 4 16,0 0-5-16,0 0-7 0,0 0 2 0,0 0 4 15,0 0-5-15,0 0-11 0,0 0 1 0,0 0-9 16,0 0-4-16,0 0-1 0,0 0-11 0,0 0 2 16,0 0-6-16,0 0-3 0,0 0-2 0,0 0 0 15,0 0 1-15,0 0 0 0,0 0-8 0,0 0 3 16,0 0-4-16,0 0 2 0,0 0-2 0,0 0-2 15,-137 31-5-15,137-31 7 0,0 0 1 0,0 0-7 16,-28 32 5-16,28-32-3 0,-14 25-2 0,14-25-2 16,-9 27 6-16,9-27 1 0,0 0-5 0,-9 38 1 15,9-38 2-15,-4 32-5 0,4-32 5 0,0 0-4 16,-5 44 2-16,5-44 0 0,0 32-3 0,0-32 3 16,-5 32-3-16,5-32 0 0,0 0-1 0,3 50 8 15,-3-50-6-15,4 33 3 0,-4-33 0 0,0 35-3 16,0-35 2-16,3 39 4 0,-3-39 0 0,3 42 0 15,-3-42 2-15,0 33-2 0,0-33 10 0,1 32 4 16,-1-32-4-16,0 35-2 0,0-35 1 0,0 0 1 16,4 46-1-16,-4-46-4 0,1 32-4 0,-1-32 5 15,0 0 1-15,0 47-1 0,0-47 1 0,3 33-5 16,-3-33 0-16,1 33 0 0,-1-33 5 0,3 36-7 16,-3-36-1-16,1 33-3 0,-1-33 1 0,5 35 4 15,-5-35-2-15,6 48-3 0,-6-48 3 0,7 34-5 16,-7-34 0-16,5 41 1 0,-5-41 3 0,8 45-5 15,-8-45 4-15,5 34 0 0,1-8 1 0,-6-26 0 16,9 40-4-16,-9-40 2 0,13 47-3 0,-13-47 2 16,10 40 2-16,-10-40-5 0,9 32 0 0,-9-32 0 15,10 35-3-15,-10-35 6 0,14 38-4 0,-14-38 3 0,17 32-3 16,-2-12 3-16,-15-20 0 0,27 33 2 16,-27-33-5-16,27 26 2 0,-27-26-3 0,24 27 4 15,-24-27 1-15,30 23-3 0,-30-23 0 0,29 20 0 16,-29-20 2-16,28 19 2 0,-28-19-5 0,0 0 1 15,36 20 0-15,-36-20-4 0,0 0 7 0,33 14-5 0,-33-14 3 16,0 0 1-16,0 0-3 0,37 14 2 16,-37-14 1-16,0 0 5 0,0 0 4 0,0 0 3 15,0 0 7-15,48 9 0 0,-48-9 4 0,0 0 3 16,0 0 4-16,0 0 0 0,0 0 5 0,0 0 4 16,0 0 3-16,0 0 2 0,0 0 4 0,0 0-3 0,0 0-2 15,0 0-2-15,0 0-3 0,0 0-2 16,0 0-7-16,0 0 2 0,0 0-6 0,0 0 1 15,0 0-10-15,0 0-16 0,0 0-16 0,0 0-23 16,0 0-38-16,0 0-44 0,0 0-23 0,0 0-30 16,0 0-25-16,0 0-15 0,0 0-115 0,0 0-353 0,0 0 156 15</inkml:trace>
  <inkml:trace contextRef="#ctx0" brushRef="#br0" timeOffset="139070.76">24381 5328 89 0,'0'0'144'0,"0"0"-14"15,0 0-12-15,-76-7-3 0,76 7 0 0,0 0-10 16,0 0-1-16,0 0-8 0,0 0 0 0,0 0-14 15,-47-10-4-15,47 10-5 0,0 0-8 0,0 0-7 16,0 0-9-16,0 0-1 0,0 0-9 0,0 0-3 16,0 0-5-16,0 0-6 0,0 0-6 0,0 0-3 15,0 0 1-15,0 0-2 0,0 0-2 0,0 0 4 16,0 0-3-16,0 0-2 0,0 0 2 0,0 0-3 16,143 26-3-16,-143-26 3 0,112-8-5 0,-49 3 15 15,2-4-8-15,1 0-5 0,8-2 3 0,-3 4-2 16,0-4 2-16,-1 3-5 0,-2-2 2 0,-3 2-5 15,-5 2 1-15,-10-2 1 0,5 0-2 0,-4 4-1 0,-51 4 1 16,77-10-8-16,-77 10 7 0,55-8-1 16,-55 8-1-16,46-4-3 0,-46 4 5 0,0 0-2 15,0 0 1-15,0 0-9 0,0 0 2 0,0 0-3 16,0 0-10-16,0 0-14 0,0 0-8 0,0 0-30 0,0 0-16 16,0 0-24-16,0 0-33 0,0 0-98 0,0 0-260 15,0 0 116-15</inkml:trace>
  <inkml:trace contextRef="#ctx0" brushRef="#br0" timeOffset="139402.37">24537 5438 62 0,'0'0'83'16,"0"0"-2"-16,0 0-3 0,0 0 3 0,125 9-11 0,-125-9-3 15,105-9-3-15,-52 3 0 0,0 2-3 0,-2-4-3 16,6 2-4-16,-5-4-6 0,-2 7 0 0,0-5-5 16,-2-3 0-16,-2 4 2 0,-46 7-9 0,59-9 3 15,-59 9-4-15,56-9 9 0,-56 9-8 0,0 0 0 16,49-5-17-16,-49 5 8 0,0 0-4 0,0 0 1 15,0 0-6-15,0 0-4 0,0 0-13 0,0 0-13 16,0 0-6-16,0 0-11 0,0 0-5 16,0 0-15-16,0 0-25 0,24 39-20 0,-24-39-88 0,0 0-198 15,-55 66 88-15</inkml:trace>
  <inkml:trace contextRef="#ctx0" brushRef="#br0" timeOffset="141636.63">26026 5867 189 0,'0'0'203'0,"0"0"-15"0,0 0-9 15,0 0-11-15,0 0-14 0,0 0-16 0,0 0-12 16,0 0-15-16,0 0-8 0,0 0-14 0,0 0-12 16,0 0-7-16,0 0-7 0,0 0-7 0,0 0-5 15,0 0-3-15,0 0-5 0,0 0-6 0,0 0-5 16,0 0 5-16,152-20-7 0,-108 12-8 0,-44 8-9 15,55-8-18-15,-55 8-21 0,53-9-25 0,-53 9-24 16,0 0-24-16,0 0-36 0,69 3-18 0,-69-3-128 16,0 0-304-16,0 0 135 0</inkml:trace>
  <inkml:trace contextRef="#ctx0" brushRef="#br0" timeOffset="141789.29">26280 5957 152 0,'0'0'172'0,"0"0"-7"0,0 0-4 15,0 0-8-15,0 0-19 0,0 0-18 0,0 0-10 16,0 0-11-16,0 0-12 0,0 0-4 0,0 0-12 16,0 0-13-16,0 0-28 0,0 0-35 0,0 0-36 15,0 0-51-15,142-3-42 0,-142 3-75 0,73-15-230 16,-27 8 101-16</inkml:trace>
  <inkml:trace contextRef="#ctx0" brushRef="#br0" timeOffset="142222.62">26909 5837 149 0,'0'0'174'0,"0"0"-8"0,0 0-6 0,0 0 2 16,0 0-6-16,0 0-1 0,0 0-8 0,0 0 1 16,0 0-6-16,0 0-11 0,0 0-3 0,0 0-10 15,0 0-3-15,0 0 2 0,0 0-16 0,0 0 0 16,0 0-8-16,0 0 15 0,0 0-23 0,0 0-5 16,0 0-9-16,0 0-4 0,0 0-7 0,0 0-7 0,0 0-5 15,0 0-7-15,0 0-9 0,0 0-6 16,0 0-7-16,0 0 12 0,0 0-12 0,0 0-1 15,0 0-1-15,0 0-3 0,0 0 1 0,0 0-3 16,0 0-3-16,150-15 2 0,-150 15 1 0,57-9-4 0,-11 5-3 16,-46 4-3-16,52-8 1 0,-52 8-4 15,0 0-5-15,51-6 0 0,-51 6-5 0,0 0 3 16,0 0 4-16,0 0-6 0,0 0 0 0,0 0-10 16,49-7 2-16,-49 7-18 0,0 0-11 0,0 0-14 0,0 0-27 15,0 0-20-15,0 0-34 0,0 0-23 0,0 0-16 16,0 0-30-16,0 0-155 0,0 0-397 0,0 0 175 15</inkml:trace>
  <inkml:trace contextRef="#ctx0" brushRef="#br0" timeOffset="142771.84">27526 5559 57 0,'0'0'187'16,"0"0"-7"-16,0 0 3 0,0 0 1 0,0 0-7 15,6-56-12-15,-6 56-13 0,0 0-7 0,0 0-4 16,0 0-12-16,0 0-9 0,0 0-17 0,0 0-11 15,0 0-8-15,0 0-15 0,6-28-7 0,-6 28-9 16,0 0-2-16,0 0-6 0,0 0-6 0,0 0-4 16,0 0-4-16,0 0-1 0,0 0-2 0,83 57-7 15,-83-57 2-15,40 40-4 0,-24-20-6 0,2 1 1 16,-18-21 2-16,32 43-2 0,-18-22 1 0,-14-21-4 16,26 35 1-16,-12-14-1 0,-14-21-2 0,20 27-1 15,-20-27 0-15,18 26-2 0,-18-26 2 0,0 0 1 16,26 27 2-16,-26-27-5 0,0 0-1 0,0 0-2 15,0 0 3-15,0 0-2 0,20 19 3 0,-20-19 4 16,0 0 2-16,0 0 13 0,0 0 4 0,0 0 5 16,0 0-8-16,0 0-1 0,0 0-1 0,0 0 0 15,0 0-3-15,41-78-1 0,-38 56-1 0,-3 22 2 16,12-53-4-16,-8 26-1 0,-4 27-3 0,5-57 0 16,-1 29 7-16,5-1-5 0,-9 29-5 0,5-50 6 15,-5 50 6-15,-5-31 1 0,5 31 3 0,0 0-2 16,-4-36 4-16,4 36-5 0,0 0-1 0,0 0-6 15,0-33 1-15,0 33-9 0,0 0-24 0,0 0-26 16,0 0-40-16,0 0-46 0,0 0-33 0,0 0-7 0,0 0-37 16,0 0-20-16,0 0-182 0,0 0-439 15,0 0 195-15</inkml:trace>
  <inkml:trace contextRef="#ctx0" brushRef="#br0" timeOffset="143048.26">28128 5704 85 0,'0'0'159'0,"0"0"-16"0,0 0-18 0,0 0-7 16,0 0-8-16,0 0-6 0,0 0 0 0,0 0 3 15,14 53-5-15,-14-53-6 0,0 0-11 0,4 35-7 16,-4-35-11-16,0 0 1 0,5 42-9 0,-5-42-9 0,0 0 5 16,-1 38-19-16,1-38-16 0,0 0-20 15,-1 39-18-15,1-39-37 0,0 0-23 0,0 0-28 16,-3 36-36-16,3-36-87 0,0 0-248 0,0 0 110 0</inkml:trace>
  <inkml:trace contextRef="#ctx0" brushRef="#br0" timeOffset="143426.71">28136 5466 96 0,'0'0'171'0,"0"0"-19"15,0 0-11-15,0 0-14 0,0 0-11 16,0 0-10-16,0 0-6 0,0 0-13 0,0 0-9 16,0 0-5-16,56-20-10 0,-56 20-7 0,0 0-4 15,0 0-7-15,0 0-4 0,0 0 4 0,0 0-7 16,0 0-1-16,0 0-3 0,0 0-4 0,0 0 2 0,0 0-1 16,0 0-1-16,0 0 1 0,0 0-5 15,0 0 16-15,0 0 5 0,0 0 2 0,0 0 0 16,0 0 3-16,0 0-5 0,0 0-4 0,0 0 0 15,0 0-4-15,0 0-5 0,0 0 5 0,0 0-5 0,0 0-2 16,0 0-3-16,0 0-6 0,0 0 0 0,0 0-6 16,0 0-17-16,0 0-10 0,0 0-23 0,0 0-26 15,0 0-22-15,0 0-26 0,0 0-28 0,0 0-21 16,0 0-18-16,0 0-114 0,0 0-311 16,0 0 137-16</inkml:trace>
  <inkml:trace contextRef="#ctx0" brushRef="#br0" timeOffset="143853.37">28316 5715 139 0,'0'0'161'0,"0"0"-18"0,0 0-9 0,0 0-14 15,0 0-7-15,0 0-3 0,0 0-9 0,0 0-4 16,19 61-6-16,-19-61-8 0,2 30-7 0,-2-30-3 16,0 0-8-16,-3 39-3 0,3-39-5 0,0 0-8 15,0 0-5-15,0 0-6 0,0 33 2 16,0-33-4-16,0 0 1 0,0 0 8 0,0 0 7 0,0 0 9 16,0 0 7-16,0 0 1 0,0 0 3 0,0 0-7 15,0 0-10-15,0 0-3 0,0 0-7 0,0 0-6 16,0 0-3-16,0 0-3 0,0 0-4 0,0 0-4 15,79-69 0-15,-79 69-5 0,22-21-3 0,-22 21-3 16,0 0-2-16,38-25 0 0,-38 25-5 0,0 0 2 16,0 0-4-16,27-13-1 0,-27 13-4 0,0 0 2 15,0 0-5-15,0 0 2 0,0 0-1 0,0 0 2 16,0 0-2-16,0 0 3 0,0 0 1 0,65 45-3 16,-65-45-6-16,3 39-14 0,-3-39-18 0,-5 48-26 15,5-48-28-15,-8 45-31 0,8-45-27 0,-2 47-5 16,2-47-7-16,4 30-157 0,-4-30-346 0,19 25 153 15</inkml:trace>
  <inkml:trace contextRef="#ctx0" brushRef="#br0" timeOffset="144553.37">29290 5514 40 0,'0'0'170'0,"0"0"-19"0,0 0-18 16,0 0-16-16,0 0-16 0,0 0 4 0,0 0-16 15,0 0-13-15,0 0-4 0,0 0 1 0,0 0-3 16,17 87-8-16,-17-87-4 0,-5 52-2 0,1-26-12 15,4-26 0-15,-9 42-5 0,9-42-7 0,-7 29-6 16,7-29 7-16,0 0-5 0,-6 32-5 0,6-32 5 16,0 0-3-16,0 0 6 0,0 0 15 0,0 0 9 15,0 0 21-15,0 0-6 0,0 0-8 0,0 0-5 16,0 0-4-16,0 0-1 0,0 0 0 0,0 0-3 16,0 0-1-16,-28-99-6 0,28 99-7 0,2-54-3 15,-3 28-1-15,1 26-6 0,1-69-5 0,2 43-4 16,-3 26-5-16,8-51-3 0,-2 26 2 0,2-2-7 15,-8 27-3-15,18-48 3 0,-6 25-12 0,-12 23 6 16,22-35-3-16,-22 35-3 0,30-29 2 0,-30 29-5 16,34-27 2-16,-34 27-6 0,35-16 2 0,-35 16 4 15,35-13-4-15,-35 13 5 0,0 0-3 0,0 0 0 16,55-4 5-16,-55 4-5 0,0 0 0 0,0 0-1 16,0 0 5-16,46 40 3 0,-46-40-2 0,9 41-1 15,-9-41 0-15,-5 44 5 0,5-44-3 0,-22 52 7 16,8-25-8-16,-5-3 7 0,19-24-1 0,-25 37 3 15,25-37 1-15,-22 26 2 0,22-26-4 0,-26 24 1 16,26-24 1-16,-28 19-1 0,28-19 0 0,0 0 2 16,-32 19 1-16,32-19 1 0,0 0 0 0,0 0 0 15,0 0 3-15,0 0-1 0,0 0-2 0,0 0-2 16,0 0-2-16,0 0 0 0,0 0-5 0,0 0 3 16,0 0-2-16,0 0-2 0,-81-31-5 0,81 31 4 15,0 0-5-15,0 0 1 0,0 0-2 0,0 0 2 16,0 0 0-16,0 0 3 0,0 0-4 0,0 0 1 15,0 0 1-15,0 0 2 0,0 0 0 0,0 0 1 0,0 0-1 16,0 0-4-16,107 64 3 0,-96-44 5 16,-11-20 0-16,18 40-11 0,-18-40-15 0,10 35-20 15,-10-35-24-15,7 40-21 0,-7-40-17 0,6 30-18 16,-6-30-14-16,0 0-132 0,0 36-295 0,0-36 131 0</inkml:trace>
  <inkml:trace contextRef="#ctx0" brushRef="#br0" timeOffset="144888.6">29565 5591 44 0,'0'0'162'0,"0"0"-11"0,0 0-20 0,0 0-13 15,34-34-10-15,-34 34-9 0,0 0-8 0,36-16-12 16,-36 16-9-16,0 0-10 0,0 0-4 0,0 0-7 0,53-5-3 15,-53 5-10-15,0 0 2 0,0 0-4 16,0 0 1-16,0 0-7 0,0 0 4 0,39 48-4 16,-39-48-3-16,0 0 12 0,3 39 1 0,-3-39 5 15,0 0-5-15,0 0 3 0,1 31 4 0,-1-31-3 0,0 0-2 16,0 0-5-16,0 0 2 0,0 0-3 0,0 0-8 16,0 0 5-16,9 31 1 0,-9-31-1 15,0 0 1-15,0 0-4 0,0 0 0 0,36 16-4 16,-36-16-2-16,0 0-4 0,0 0-8 0,58 4-12 15,-58-4-28-15,0 0-26 0,0 0-36 0,68 0-33 16,-68 0-34-16,0 0-136 0,0 0-319 0,0 0 140 0</inkml:trace>
  <inkml:trace contextRef="#ctx0" brushRef="#br0" timeOffset="145222.5">29337 6025 143 0,'0'0'183'0,"0"0"-25"15,0 0-13-15,0 0-9 0,0 0-21 16,0 0-7-16,0 0-10 0,0 0-8 0,0 0-8 0,0 0-9 15,0 0 3-15,0 0-11 0,0 0 2 0,137 10-7 16,-137-10-4-16,77-2-3 0,-77 2-3 0,76-1-7 16,-76 1-6-16,80-8-2 0,-30 5-3 0,-1 0 7 15,-49 3-11-15,78-8-5 0,-78 8 0 16,67-3-4-16,-67 3-4 0,45-2 0 0,-45 2-3 0,0 0-9 16,0 0-22-16,0 0-9 0,0 0-7 0,54-5-22 15,-54 5-14-15,0 0-25 0,0 0-32 0,0 0-20 16,0 0-102-16,0 0-272 0,0 0 121 0</inkml:trace>
  <inkml:trace contextRef="#ctx0" brushRef="#br0" timeOffset="145886.63">29553 6359 109 0,'0'0'114'16,"0"0"-9"-16,0 0-13 0,0 0 5 0,-2 73 5 16,2-73-5-16,-4 41 0 0,4-41-4 0,-6 48 1 15,0-25-6-15,6-23-2 0,-7 35-9 0,7-35 1 16,-12 30 2-16,12-30-3 0,-11 28 2 0,11-28 3 15,0 0-1-15,0 0 1 0,-14 26-3 0,14-26 7 16,0 0 2-16,0 0 11 0,0 0 4 0,0 0-12 16,0 0-9-16,0 0-6 0,0 0-8 0,0 0-5 15,0 0-5-15,0 0-9 0,0 0-5 0,0 0-2 16,-60-64-5-16,60 64-7 0,-18-48-5 0,13 22-5 16,5 26-9-16,-11-55-5 0,5 30-3 0,2-6-3 15,4 31 0-15,-4-53-2 0,4 27 0 0,0 26 0 16,2-38-4-16,-2 38 1 0,5-33 3 0,-5 33-7 15,18-30-3-15,-18 30 4 0,21-23-3 0,-21 23 1 16,27-22 6-16,-27 22-6 0,45-14-2 0,-45 14 3 16,43-6-2-16,-43 6 0 0,0 0 1 0,0 0-3 15,0 0-5-15,82 17-6 0,-82-17 4 0,27 20-4 16,-27-20 1-16,0 0 7 0,25 33-6 0,-25-33 5 16,8 29 1-16,-8-29 2 0,0 0 3 0,-5 42-3 15,5-42 6-15,0 0-1 0,-18 39 0 0,18-39 5 16,-18 22 3-16,18-22-3 0,0 0 3 0,-30 25 0 15,30-25 1-15,0 0 2 0,0 0 3 0,-35 18 2 16,35-18 8-16,0 0 3 0,0 0 5 0,0 0 0 16,0 0-1-16,0 0 1 0,0 0 0 0,0 0 1 15,0 0 2-15,0 0-4 0,0 0 1 0,0 0-6 16,0 0-5-16,0 0 2 0,0 0-8 0,0 0-4 16,0 0-2-16,0 0 1 0,0 0-7 0,0 0 1 15,0 0-2-15,0 0-3 0,0 0-14 0,0 0 4 16,0 0-11-16,0 0-13 0,0 0-10 0,37 46-22 15,-37-46-14-15,19 26-12 0,-19-26-14 0,21 23-22 16,-21-23-13-16,0 0-5 0,25 32-15 0,-25-32-108 16,0 0-302-16,0 0 134 0</inkml:trace>
  <inkml:trace contextRef="#ctx0" brushRef="#br0" timeOffset="146096.31">29845 6392 52 0,'0'0'221'0,"0"0"-7"0,0 0-9 16,0 0-18-16,0 0-15 0,0 0-24 16,0 0-11-16,0 0-15 0,0 0-14 0,0 0-12 15,0 0-8-15,0 0-5 0,0 0-6 0,0 0-5 16,0 0-7-16,0 0-3 0,29 68-6 0,-29-68-8 16,0 0-3-16,4 46-6 0,-4-46-20 0,5 29-23 0,-5-29-22 15,0 0-45-15,10 29-21 0,-10-29-29 16,0 0-37-16,0 0-150 0,0 0-332 0,0 0 147 15</inkml:trace>
  <inkml:trace contextRef="#ctx0" brushRef="#br0" timeOffset="146469.76">30247 5502 154 0,'0'0'130'0,"0"0"-18"0,0 0 3 0,0 0-14 16,0 0 2-16,0 0-2 0,0 0-8 15,0 0 4-15,90 73 3 0,-70-32-4 0,-2 6-6 16,1-3 6-16,-2 6-4 0,-3 4-7 0,-4 0-3 0,-3 2-9 16,-1 5-3-16,-1 6-4 0,-4-4-8 15,-1-5-1-15,-4 3-5 0,-2-5-3 0,-1 1-6 0,-5-2-8 16,-5-3 2-16,3-2-2 0,-10-1-3 16,1-7-1-16,-3 1-13 0,-3-8-17 0,-2 4-23 15,2-5-23-15,-7 1-24 0,-1-7-21 0,0-3-57 0,-8 4-176 16,-8-7-347-16,-1-13 153 0</inkml:trace>
  <inkml:trace contextRef="#ctx0" brushRef="#br0" timeOffset="147130.31">29110 5057 74 0,'0'0'157'16,"0"0"-11"-16,0 0-11 0,0 0-10 0,0 0-16 0,0 0-16 16,0 0-12-16,0 0-2 0,0 0-14 0,0 0-10 15,0 0-3-15,0 0-12 0,0 0 5 0,0 0-1 16,0 0 1-16,-67 81-2 0,53-55 1 16,-9 12-5-16,8-12-6 0,-6 19 2 0,-3 0-9 15,5 1 7-15,0 2-1 0,1 6-7 0,1 1 0 0,-2 6 1 16,5 2 1-16,0 4 0 0,0-2-2 0,1 6-3 15,4 2 0-15,2 3 4 0,7 2-6 0,3-6-1 16,0 3 3-16,7-5-4 0,12-2-4 16,2-4-5-16,2-2 5 0,2-5-3 0,4-3 0 0,6-9-3 15,2 3 1-15,1-3-2 0,-2-4 2 0,2 1 3 16,0-6-3-16,-4-3-1 0,-1-4-4 0,-13-10 3 16,3-4-1-16,-26-15-11 0,39 24 13 15,-39-24-1-15,31 14 1 0,-31-14-4 0,0 0 4 0,0 0 1 16,0 0 0-16,0 0 3 0,0 0-7 0,0 0-19 15,0 0-29-15,0 0-28 0,0 0-21 0,0 0-25 16,0 0-37-16,0 0-121 0,0 0-297 16,0 0 131-16</inkml:trace>
  <inkml:trace contextRef="#ctx0" brushRef="#br0" timeOffset="150372.31">11206 5186 30 0,'0'0'52'16,"0"0"-12"-16,0 0 2 0,0 0-10 0,0 0-1 15,0 0-9-15,0 0-8 0,0 0-18 0,0 0-19 0,0 0-17 16,0 0-42-16,0 0 18 0</inkml:trace>
  <inkml:trace contextRef="#ctx0" brushRef="#br0" timeOffset="151468.75">11030 5328 115 0,'0'0'122'0,"0"0"-16"0,0 0-5 16,0 0-7-16,0 0-16 0,0 0-2 0,0 0-8 16,-32-64-4-16,32 64-11 0,0 0-3 0,-13-43-15 15,13 43 11-15,-18-29-10 0,18 29-6 0,-18-35-4 16,18 35-10-16,-25-34 1 0,25 34 1 0,-27-34-3 15,9 15-5-15,18 19-6 0,-37-38 2 0,17 21-7 16,20 17-8-16,-39-38 7 0,19 21-3 0,20 17 8 16,-40-35 1-16,20 19 1 0,20 16-13 0,-53-25-5 15,24 13 10-15,29 12-3 0,-56-17-3 0,56 17-1 16,-44-13 7-16,44 13 4 0,-47-8-3 0,47 8-5 16,0 0 3-16,-66-7 8 0,66 7-13 0,0 0-3 15,-66-3 10-15,66 3 3 0,0 0-1 0,-72 7-13 16,72-7 12-16,-44 10-3 0,44-10 7 0,-41 18-6 15,41-18 1-15,-48 23-2 0,26-10 4 0,22-13-3 16,-36 26 3-16,36-26 0 0,-37 34 0 0,37-34 5 16,-36 33 2-16,17-14-1 0,19-19 6 0,-32 38 1 15,21-23 0-15,11-15-6 0,-27 40-5 0,14-19 11 16,13-21-6-16,-24 46-3 0,12-24 2 0,12-22 2 16,-20 48 2-16,11-24-4 0,9-24-3 0,-18 52 11 15,10-24-12-15,-2-3 12 0,10-25-4 0,-11 57-3 16,9-27 0-16,-3 12 1 0,0-16 3 0,0 16-12 15,4-13 10-15,-1 12-3 0,2-41-1 0,0 53 7 16,2-25 0-16,-2-28-5 0,5 55 4 0,-1-28 2 16,2 1 0-16,-6-28 4 0,12 49-7 0,-6-21 1 15,-6-28 8-15,18 48-7 0,-10-23 10 0,4 0-8 16,-12-25 2-16,22 48-1 0,-8-24 3 0,4 0-8 16,-1 1 1-16,-17-25 5 0,37 44-6 0,-17-20 6 15,15 3 6-15,-10-10-8 0,13 6 1 0,-8-9-7 16,10 8 4-16,0-3-2 0,-40-19-2 0,69 32 1 15,-28-15-2-15,3 0-5 0,-14-7 5 0,11 6 3 16,-41-16-5-16,59 22 4 0,-28-12 2 0,-31-10-6 16,57 16 2-16,-57-16-4 0,59 11 6 0,-59-11 2 15,56 6 0-15,-56-6 7 0,58 0-4 0,-58 0 2 16,0 0 6-16,83-13 2 0,-54 4-2 0,-29 9 1 16,60-24 0-16,-33 13 3 0,-27 11 1 0,53-32-1 0,-28 13 2 15,-1 1-3-15,-24 18 3 0,50-39 7 16,-32 20 0-16,1 0-5 0,-19 19 0 0,35-43-2 15,-24 21 2-15,3-4 5 0,-14 26-4 0,20-50-5 16,-13 24 0-16,0-1-1 0,-7 27-6 0,6-52 5 0,-5 25-6 16,-1 27-3-16,-1-55 0 0,0 29-1 15,1 26-4-15,-9-55-4 0,5 28-1 0,0-2 2 0,4 29-6 16,-14-54 5-16,8 27-3 0,-2-2 2 16,8 29-3-16,-15-54-1 0,3 27 0 0,2 1 2 15,-4-13-4-15,2 14-3 0,12 25 0 0,-25-54 1 0,11 28 1 16,1 0-1-16,-9-12-3 0,8 14 3 0,0-2 3 15,14 26 0-15,-30-45-2 0,14 21-2 16,1 1-1-16,15 23-2 0,-35-43 4 0,19 26 1 16,16 17 1-16,-34-36-2 0,15 18-1 0,19 18 1 0,-32-29-2 15,32 29-1-15,-33-25 6 0,33 25-1 0,-35-26-1 16,35 26-3-16,-39-22 1 0,39 22 0 0,-36-24 0 16,36 24 18-16,-41-19-1 0,41 19-2 0,-38-18-4 15,38 18-1-15,-45-16-1 0,45 16-2 16,-42-11 0-16,42 11-2 0,0 0 0 0,-73-5 0 0,73 5-9 15,0 0 4-15,-75 7-1 0,75-7-4 16,-54 9-3-16,54-9 0 0,-42 14 0 0,42-14-2 0,-36 13 2 16,36-13 3-16,0 0-1 0,-50 16-2 0,50-16 1 15,0 0-4-15,-41 20 2 0,41-20-22 16,0 0-11-16,-24 16-11 0,24-16-12 0,0 0-9 0,-24 20-6 16,24-20-14-16,0 0-15 0,0 0-2 0,-21 38-15 15,21-38-8-15,-7 28-101 0,7-28-256 0,-8 29 113 16</inkml:trace>
  <inkml:trace contextRef="#ctx0" brushRef="#br0" timeOffset="154254.6">20087 6759 67 0,'0'0'97'0,"0"0"9"0,0 0-22 15,0 0 12-15,0 0-11 0,0 0 3 0,0 0-8 16,0 0 2-16,0 0-14 0,0 0 2 0,0 0-5 16,0 0-4-16,0 0-2 0,0 0-4 0,0 0 5 15,0 0-10-15,0 0-4 0,0 0-3 0,0 0-3 16,0 0-10-16,0 0 1 0,0 0-6 0,0 0-2 16,0 0-6-16,0 0-1 0,0 0-3 0,0 0-3 15,0 0-3-15,0 0 1 0,0 0 3 0,0 0-1 16,0 0 4-16,0 0-8 0,0 0 0 0,62-24-3 15,-15 13 8-15,4 2-6 0,1-4 3 0,7 0-9 16,1 2 8-16,4 2-5 0,0-3 4 0,0 5-4 16,4-1 3-16,3 4-2 0,-2-6 0 0,-1 7 4 15,-3 0-5-15,-1 0-4 0,-1 2 7 0,-2-1 0 16,-3 1-2-16,-58 1 8 0,108-4-10 0,-62 1 3 16,-46 3-6-16,74-2 4 0,-74 2-3 0,46-4 9 15,-46 4-8-15,0 0 4 0,49-7 3 0,-49 7-6 16,0 0 3-16,0 0 2 0,0 0-5 0,0 0-10 15,0 0 3-15,0 0-16 0,0 0-19 0,0 0-33 16,0 0-20-16,0 0-27 0,0 0-110 0,0 0-250 16,0 0 112-16</inkml:trace>
  <inkml:trace contextRef="#ctx0" brushRef="#br0" timeOffset="154724.62">19931 6883 12 0,'0'0'97'16,"0"0"-11"-16,0 0-13 0,0 0-7 0,0 0 2 15,0 0 3-15,0 0 8 0,0 0-20 0,0 0 2 16,0 0 8-16,178-11-2 0,-126 4-6 0,1-2 8 16,6-3-19-16,4 3 7 0,0-2-4 0,2 4 0 15,0-1 2-15,-1-2-6 0,0 1-4 0,-1 3-9 16,-6 1 2-16,2-1-7 0,-12 0 0 0,-47 6-3 15,78-6 3-15,-78 6-6 0,60-9-2 0,-60 9-7 16,54-2 2-16,-54 2-5 0,0 0 4 16,54-3-5-16,-54 3 3 0,0 0-3 0,0 0-2 0,0 0 1 15,0 0 3-15,0 0 16 0,0 0-6 0,0 0 5 16,0 0 0-16,0 0-7 0,0 0 0 0,0 0 1 16,0 0-3-16,0 0-3 0,0 0-5 0,0 0-16 15,0 0-28-15,0 0-27 0,0 0-19 0,0 0-23 16,0 0-15-16,0 0-34 0,0 0-79 0,0 0-246 15,0 0 109-15</inkml:trace>
  <inkml:trace contextRef="#ctx0" brushRef="#br0" timeOffset="156491.87">26992 5883 39 0,'0'0'70'0,"0"0"0"0,0 0-6 16,0 0-3-16,0 0 6 0,0 0-3 0,0 0-10 15,0 0 7-15,0 0 0 0,0 0-3 0,0 0-12 16,0 0-6-16,0 0-1 0,0 0-5 0,0 0-2 16,0 0-13-16,0 0-2 0,0 0 2 0,0 0-3 15,0 0 4-15,0 0-6 0,0 0-2 0,0 0 10 16,0 0 2-16,0 0 2 0,0 0 0 0,0 0-3 16,0 0-5-16,0 0 8 0,149-4-5 0,-149 4-2 15,53-9 8-15,-53 9-7 0,47-7-2 0,-47 7-1 16,0 0-6-16,53-8 8 0,-53 8-9 0,0 0-3 15,50-5-1-15,-50 5 0 0,0 0 1 0,0 0-5 16,0 0 11-16,0 0-4 0,0 0 0 0,0 0 2 16,0 0 0-16,0 0 0 0,0 0 6 0,0 0-7 15,0 0 5-15,0 0-2 0,0 0-6 0,0 0 2 16,0 0 0-16,0 0-2 0,0 0-4 0,0 0-6 16,0 0 6-16,0 0-3 0,0 0-3 0,0 0 3 15,0 0 5-15,0 0-7 0,0 0 2 0,0 0-3 16,0 0 7-16,0 0-5 0,-159-13 3 0,159 13-5 15,0 0-4-15,-57 1 7 0,57-1 3 0,0 0-5 16,0 0 5-16,-68 3 1 0,68-3 0 0,0 0-4 16,0 0-1-16,0 0 7 0,0 0-8 0,-63 2 7 15,63-2 2-15,0 0-10 0,0 0 3 0,0 0 6 16,0 0-2-16,0 0-4 0,0 0 7 0,0 0 2 16,0 0 1-16,0 0-7 0,0 0-3 0,0 0-1 15,0 0-5-15,0 0 5 0,0 0 2 0,0 0 0 16,0 0-6-16,0 0 3 0,0 0 10 0,0 0-9 15,0 0-1-15,0 0 3 0,0 0-4 0,0 0 17 16,0 0-14-16,0 0 0 0,170-22 2 0,-170 22-1 16,54-7-7-16,-54 7 2 0,0 0-1 0,56-8 12 15,-56 8-10-15,0 0 1 0,48-7-2 0,-48 7 5 0,0 0 1 16,0 0-5-16,0 0 5 0,0 0-3 0,0 0 5 16,0 0 5-16,0 0 3 0,0 0 4 0,0 0-8 15,0 0-4-15,0 0 5 0,0 0-4 16,0 0 3-16,0 0-5 0,0 0 2 0,0 0-2 15,0 0-2-15,0 0 1 0,0 0 3 0,0 0-6 0,0 0-6 16,0 0 10-16,0 0 0 0,0 0-1 16,-156-10 1-16,156 10-4 0,0 0 3 0,0 0-5 0,0 0 0 15,0 0 5-15,-76 7 1 0,76-7-10 16,0 0 6-16,0 0 3 0,0 0-1 0,0 0 2 0,0 0-3 16,0 0-3-16,0 0-2 0,0 0-12 0,0 0-11 15,0 0 15-15,0 0-14 0,0 0 0 0,0 0 1 16,0 0-15-16,0 0-10 0,0 0-14 0,0 0 0 15,0 0-11-15,0 0-18 0,0 0-88 0,0 0-197 16,0 0 88-16</inkml:trace>
  <inkml:trace contextRef="#ctx0" brushRef="#br0" timeOffset="157058.96">27255 6213 54 0,'0'0'145'0,"0"0"-9"0,0 0-21 16,0 0-12-16,0 0-11 0,0 0-9 0,0 0-16 16,0 0-1-16,0 0-11 0,0 0-4 0,0 0-6 15,0 0-10-15,0 0 1 0,0 0 0 0,0 0-7 16,0 0-2-16,12 106 0 0,-11-62 1 0,-3 4 2 16,1-3-2-16,-2 0 0 0,2 2-3 0,-1-3 5 15,-2-4-5-15,3-11-5 0,1-29-6 0,-4 54 1 16,8-29-2-16,-4-25 6 0,5 49 0 0,-5-49-3 15,3 33 0-15,-3-33-5 0,3 33 1 0,-3-33-1 16,0 0-2-16,0 0 3 0,0 41-1 0,0-41 5 16,0 0-5-16,0 0 3 0,0 0-6 0,0 0-4 15,0 0-14-15,0 0-4 0,0 0-12 0,0 0-35 16,0 0-34-16,0 0-12 0,0 0-22 0,0 0-73 16,0 0-217-16,0 0 97 0</inkml:trace>
  <inkml:trace contextRef="#ctx0" brushRef="#br0" timeOffset="157440.67">27107 6583 20 0,'0'0'90'0,"0"0"-19"0,0 0-1 15,0 0-3-15,0 0-6 0,0 0 11 0,0 0-5 16,0 0-1-16,0 0-9 0,0 0 3 0,0 0 1 15,0 0-10-15,0 0 0 0,27 81 2 0,-27-81-6 0,15 41 13 16,-10-18-15-16,-5-23 5 0,13 48-5 16,-7-21-8-16,-6-27 6 0,11 51-3 0,-11-51-7 15,10 32-5-15,-10-32 0 0,14 27 1 0,-14-27-4 16,0 0 6-16,19 28 0 0,-19-28 8 0,0 0-10 16,0 0 2-16,40 15 0 0,-40-15 5 0,0 0-1 0,0 0-2 15,0 0-4-15,92-31 1 0,-92 31-1 16,46-26-2-16,-22 9-1 0,-24 17-4 0,39-39 2 15,-18 23-3-15,-21 16-2 0,33-43-5 0,-17 23 4 16,-16 20-1-16,22-29-6 0,-22 29 1 0,18-28-4 16,-18 28 3-16,0 0-3 0,16-26-2 0,-16 26-2 0,0 0-22 15,0 0-24-15,0 0-39 0,0 0-16 0,0 0-5 16,0 0-13-16,0 0-11 0,0 0-121 16,0 0-267-16,-64 78 119 0</inkml:trace>
  <inkml:trace contextRef="#ctx0" brushRef="#br0" timeOffset="157747.81">27267 7751 178 0,'0'0'191'0,"0"0"-9"0,0 0-18 0,0 0-21 0,0 0-22 16,0 0-9-16,0 0-15 0,0 0-8 0,0 0-16 16,0 0-1-16,0 0-12 0,0 0 1 0,0 0-5 15,0 0-12-15,0 0-1 0,0 0-15 0,-34 33-11 16,34-33-18-16,0 0-26 0,-2 33-22 0,2-33-24 15,0 0-15-15,0 0-22 0,0 0-10 0,0 0-91 16,-10 28-228-16,10-28 101 0</inkml:trace>
  <inkml:trace contextRef="#ctx0" brushRef="#br0" timeOffset="157935.21">27188 7492 156 0,'0'0'209'16,"0"0"-24"-16,0 0-14 0,0 0-14 0,0 0-16 16,0 0-15-16,0 0-14 0,0 0-18 0,0 0-27 15,0 0-27-15,0 0-21 0,0 0-27 0,0 0-32 16,0 0-20-16,14-50-30 0,-14 50-24 0,0 0-81 16,0 0-210-16,0 0 94 0</inkml:trace>
  <inkml:trace contextRef="#ctx0" brushRef="#br0" timeOffset="158336.65">27367 7585 10 0,'0'0'122'0,"0"0"-15"0,0 0 5 16,0 0-16-16,0 0-6 0,0 0-1 0,24 42-3 15,-24-42-3-15,6 30-3 0,-6-30-5 0,4 33-11 16,-4-33 0-16,0 0 6 0,1 42-11 0,-1-42-9 16,0 0-2-16,0 0-7 0,0 0-2 0,0 0 4 15,-2 33 6-15,2-33 5 0,0 0 8 0,0 0 9 16,0 0 2-16,0 0 5 0,0 0-8 0,0 0-8 16,0 0-9-16,0 0-4 0,0 0-7 0,0 0-2 15,0 0-9-15,0 0 0 0,0 0-7 0,57-79-4 16,-57 79-5-16,21-31-2 0,-21 31-8 0,28-30 6 15,-28 30 2-15,22-25-7 0,-22 25 0 0,0 0 2 16,25-23-1-16,-25 23-8 0,0 0 1 0,0 0-1 16,27-19-2-16,-27 19 0 0,0 0 2 0,0 0 0 15,0 0-1-15,0 0-1 0,0 0-1 0,0 0-1 16,0 0 0-16,0 0-7 0,45 60-9 0,-45-60-17 16,5 29-18-16,-5-29-7 0,0 0-1 0,4 46-21 15,-4-46-19-15,4 29-27 0,-4-29-22 0,0 0-109 0,0 0-282 16,8 28 125-16</inkml:trace>
  <inkml:trace contextRef="#ctx0" brushRef="#br0" timeOffset="158648.63">27742 7574 154 0,'0'0'154'0,"0"0"-17"0,0 0-12 0,0 0-31 16,0 0-4-16,0 0 2 0,0 0-15 0,0 0 1 0,0 0-4 15,0 0-9-15,0 0 9 0,0 0-6 0,0 0-3 16,43 75-1-16,-43-75-6 0,12 39-1 16,-12-39-6-16,9 27-7 0,-9-27-1 0,0 0-3 15,0 0-3-15,16 32-7 0,-16-32 9 0,0 0-3 16,0 0 4-16,0 0 10 0,0 0 4 0,0 0 2 0,0 0 3 16,0 0-5-16,0 0-5 0,0 0-3 15,0 0-8-15,0 0 1 0,80-57-6 0,-80 57-5 16,19-36 2-16,-19 36-6 0,7-31-1 0,-7 31-11 0,0 0-4 15,4-40-4-15,-4 40-14 0,0 0-9 0,0 0-13 16,0-28-19-16,0 28-22 0,0 0-25 0,0 0-33 16,0 0-28-16,0 0 1 0,0 0-136 0,0 0-318 15,0 0 141-15</inkml:trace>
  <inkml:trace contextRef="#ctx0" brushRef="#br0" timeOffset="159388.6">28022 7676 131 0,'0'0'167'0,"0"0"-9"16,0 0-15-16,0 0-11 0,0 0-18 0,0 0-6 16,0 0-14-16,0 0 2 0,0 0-15 0,0 0-4 15,0 0-8-15,0 0-9 0,0 0 2 0,0 0-15 16,77-48 0-16,-77 48-2 0,27-24-7 0,-27 24-4 15,24-22-8-15,-24 22-8 0,0 0 7 0,24-28-1 16,-24 28-4-16,0 0 0 0,0 0-3 0,9-30-6 16,-9 30-3-16,0 0 6 0,0 0-13 0,0 0 1 15,0 0-4-15,0 0-6 0,0 0 0 0,0 0 0 16,0 0 0-16,0 0 8 0,0 0-9 0,0 0-1 16,0 0 8-16,0 0 1 0,0 0-5 0,-116 57 1 15,106-35 3-15,10-22 1 0,-14 32-2 0,14-32 0 16,-10 30 4-16,10-30-2 0,0 0-7 0,-6 40 5 15,6-40 0-15,0 0 5 0,0 0 2 0,0 0 1 16,17 33-9-16,-17-33 13 0,0 0 6 0,0 0-7 16,0 0 1-16,0 0 2 0,0 0-3 0,86-14 0 15,-86 14-4-15,0 0 0 0,0 0 2 0,52-28-5 16,-52 28 0-16,0 0 3 0,26-22-14 0,-26 22 15 16,0 0-3-16,0 0 1 0,26-24 0 0,-26 24-6 15,0 0-3-15,0 0 5 0,0 0-2 0,0 0-5 16,0 0 2-16,0 0 1 0,32-15-2 0,-32 15 4 15,0 0-5-15,0 0 5 0,0 0-1 0,0 0-4 16,0 0 0-16,0 0 5 0,48 43 1 0,-48-43 2 16,15 27 0-16,-15-27-1 0,0 0-1 0,24 38-1 15,-24-38 3-15,0 0-3 0,18 22 5 0,-18-22-7 0,0 0 7 16,0 0 4-16,0 0 3 0,37 11 0 16,-37-11-4-16,0 0-1 0,0 0 6 0,0 0 7 15,0 0-6-15,65-49-5 0,-65 49 2 0,17-28-2 16,-17 28 3-16,10-35 2 0,-10 35-5 0,9-35 1 15,-9 35 7-15,1-39-7 0,-1 39-3 0,-3-46 0 16,3 46 1-16,-7-34-2 0,7 34 3 0,-6-31-1 16,6 31-2-16,0 0 0 0,-8-31 0 0,8 31 8 15,0 0-1-15,0 0-1 0,0 0-5 0,0 0-1 16,0 0-4-16,0 0-1 0,0 0-1 0,0 0-2 0,0 0 2 16,0 0 1-16,0 0-1 0,0 0 1 15,0 0 4-15,0 0-9 0,0 0 0 0,-13 109-15 16,13-81-17-16,0-28-25 0,5 55-19 0,1-32 3 15,-6-23-17-15,14 30-28 0,-14-30-123 0,15 29-267 16,-15-29 118-16</inkml:trace>
  <inkml:trace contextRef="#ctx0" brushRef="#br0" timeOffset="159653.73">28477 7638 15 0,'0'0'177'0,"0"0"-6"0,0 0-18 0,0 0-16 0,0 0-16 16,0 0-9-16,0 0-12 0,0 0-14 16,0 0-9-16,0 0-9 0,50-35-7 0,-50 35-3 0,0 0-9 15,45-11-6-15,-45 11-4 0,0 0-7 0,42-14-15 16,-42 14-8-16,0 0-11 0,42-13-4 0,-42 13 0 16,0 0 0-16,0 0-13 0,0 0 4 0,36-14-5 15,-36 14 4-15,0 0-2 0,0 0 3 0,0 0-10 16,0 0 9-16,0 0-3 0,0 0 8 0,0 0 1 15,0 0-1-15,0 0 9 0,0 0-11 0,0 0-9 16,0 0-2-16,0 0-18 0,0 0 0 0,0 0-3 16,0 0-14-16,0 0-4 0,0 0-18 0,0 0-73 15,0 0-165-15,0 0 74 0</inkml:trace>
  <inkml:trace contextRef="#ctx0" brushRef="#br0" timeOffset="160003.6">28767 7613 87 0,'0'0'130'0,"0"0"-5"0,0 0-17 0,0 0-16 16,0 0-8-16,0 0-7 0,38-43-6 0,-38 43-2 15,0 0-14-15,0 0-2 0,13-28-3 0,-13 28-2 16,0 0 6-16,0 0-6 0,0 0-3 0,4-33-5 15,-4 33-1-15,0 0-4 0,0 0-8 0,0 0-3 16,0 0 1-16,0 0-8 0,0 0-10 0,0 0 7 16,-55-20 2-16,55 20-1 0,0 0-7 0,0 0 1 15,0 0-4-15,0 0 7 0,-60 56 2 0,60-56-1 16,-14 32 2-16,14-32-3 0,-18 45 0 0,13-22 1 16,5-23-6-16,-4 42 4 0,4-42-1 0,0 31-2 15,0-31-3-15,0 0-8 0,4 35-10 0,-4-35-3 16,0 0 2-16,0 0-3 0,31 29-3 0,-31-29-13 15,0 0-18-15,46 4-26 0,-46-4 1 0,0 0-13 16,0 0-17-16,0 0-77 0,86-22-198 0,-86 22 89 16</inkml:trace>
  <inkml:trace contextRef="#ctx0" brushRef="#br0" timeOffset="160337.64">28919 7599 80 0,'0'0'109'0,"0"0"-14"0,0 0-11 0,0 0-10 16,0 0-7-16,0 0-5 0,0 0 0 0,0 0-13 15,0 0-6-15,0 0-1 0,0 0-4 0,0 0-6 16,0 0 1-16,0 0-11 0,0 0 2 0,-42 65 1 16,42-65-8-16,0 0 4 0,0 0-1 0,0 0 3 0,0 0 0 15,0 0-5-15,0 0-12 0,0 0 9 16,0 0 2-16,0 0-9 0,0 0 1 0,0 0-1 16,106-49-2-16,-106 49 2 0,23-34-4 0,-12 11-2 15,-11 23-5-15,15-33 5 0,-15 33-3 0,8-41-6 16,-8 41 4-16,2-49 4 0,-2 49 1 0,0-35 6 0,0 35-7 15,-5-30 11-15,5 30 8 0,0 0 10 16,0 0 8-16,-9-35 1 0,9 35-2 0,0 0-2 16,0 0-7-16,0 0-9 0,0 0 5 0,0 0-8 15,0 0-3-15,0 0 2 0,0 0-1 0,0 0 7 0,-54 89-14 16,48-62 5-16,-3 19 1 0,0-4-2 0,4-2-10 16,0-10-4-16,6 13-14 0,-1 4-14 0,-1-18-20 15,1 17-23-15,2-2-24 0,-4-4-116 16,-6-11-230-16,8-29 102 0</inkml:trace>
  <inkml:trace contextRef="#ctx0" brushRef="#br0" timeOffset="160764.87">27874 8518 111 0,'0'0'207'0,"0"0"-21"0,0 0-17 0,0 0-16 0,0 0-17 16,0 0-10-16,0 0-19 0,0 0-10 0,0 0-10 16,0 0-8-16,0 0-11 0,0 0-5 0,0 0-8 15,0 0-7-15,-45 45 0 0,45-45-15 0,0 0 2 16,0 0 1-16,0 0-2 0,22 46-6 0,-22-46 0 15,0 0-3-15,0 0-1 0,45 22-3 0,-45-22 2 16,0 0 0-16,0 0-7 0,0 0 2 0,0 0 1 16,0 0-5-16,0 0 3 0,0 0-2 0,103-35 2 15,-103 35-4-15,0 0 7 0,0 0 2 0,14-32-4 16,-14 32-2-16,0 0-2 0,0 0-3 0,-18-42-6 16,18 42-2-16,0 0 0 0,-37-30-7 0,37 30-2 15,0 0 5-15,-47-19-8 0,47 19 0 16,0 0-5-16,-34-12-9 0,34 12-15 0,0 0-14 0,0 0-22 15,0 0-8-15,0 0 4 0,0 0-31 0,0 0-3 16,0 0 0-16,0 0 2 0,0 0-8 0,0 0-12 16,0 0-72-16,0 0-218 0,0 0 96 0</inkml:trace>
  <inkml:trace contextRef="#ctx0" brushRef="#br0" timeOffset="161020.18">28210 8107 58 0,'0'0'127'0,"0"0"-2"0,0 0-12 15,0 0 0-15,0 0-6 0,18 74 0 0,-18-74-5 16,1 41-2-16,-1-41-7 0,-7 52-5 0,4-23-7 16,1 11-7-16,2-40-5 0,-11 67-6 0,2-38-4 15,3 13-7-15,-2-13-7 0,-1 12 1 0,-3-2-8 16,9-12-5-16,-5 16-2 0,3-13-13 0,5-30-15 15,-8 69-9-15,7-42-15 0,1-27-28 0,0 53-20 16,0-31-10-16,0-22-4 0,9 33-10 0,-9-33-36 16,0 0-74-16,24 28-220 0,-24-28 98 0</inkml:trace>
  <inkml:trace contextRef="#ctx0" brushRef="#br0" timeOffset="161275.6">28465 8484 66 0,'0'0'143'0,"0"0"-15"0,0 0-9 0,0 0-7 0,0 0-8 15,0 0 1-15,0 0-4 0,0 0-5 0,0 0-6 16,-6 87 0-16,6-87-11 0,-3 51 2 16,3-21-12-16,-2 13-1 0,1-13-4 0,2 12-5 15,-1-42-11-15,-2 56-1 0,2-28-2 0,0-28-6 0,0 53-4 16,0-53-5-16,0 41-16 0,0-41-4 0,1 29-9 15,-1-29-26-15,0 0-21 0,6 29-9 0,-6-29 2 16,0 0-9-16,0 0-10 0,0 0-3 16,0 0-15-16,0 0-25 0,0 0-94 0,0 0-225 15,0 0 99-15</inkml:trace>
  <inkml:trace contextRef="#ctx0" brushRef="#br0" timeOffset="161569.07">28485 8614 116 0,'0'0'142'0,"-3"-58"-18"0,3 58-9 16,0 0-16-16,5-36-6 0,-5 36-13 0,0 0-2 16,18-28-8-16,-18 28-8 0,0 0-11 0,35-28-2 15,-35 28-6-15,29-13-8 0,-29 13-1 0,0 0-19 16,46-10 20-16,-46 10-7 0,0 0-4 16,0 0-2-16,62-2-3 0,-62 2-2 0,0 0 0 0,0 0 1 15,0 0 0-15,0 0-1 0,0 0-3 0,74 10-6 16,-74-10 5-16,0 0 12 0,0 0 3 0,0 0 6 15,0 0 13-15,0 0 9 0,20 28 5 0,-20-28-6 16,0 0 1-16,0 0-3 0,0 0-8 0,-60 67-4 16,38-50-1-16,22-17-6 0,-48 32-2 0,21-16-9 15,2 0-21-15,25-16-18 0,-52 34-24 0,28-19-25 16,0 2-34-16,24-17-36 0,-43 38-155 0,22-20-312 16,21-18 139-16</inkml:trace>
  <inkml:trace contextRef="#ctx0" brushRef="#br0" timeOffset="164869.51">28056 6241 81 0,'0'0'95'16,"0"0"-18"-16,0 0 9 0,0 0-23 0,0 0 6 16,0 0 1-16,0 0-9 0,0 0-5 0,0 0 6 15,0 0-4-15,0 0-3 0,-126-13 2 0,126 13-8 16,0 0-3-16,0 0-4 0,0 0-1 0,0 0-5 15,0 0 0-15,0 0-7 0,0 0-7 0,0 0-9 16,0 0 16-16,0 0-18 0,0 0 0 0,0 0-2 16,0 0 4-16,0 0 2 0,0 0-11 0,0 0 2 15,0 0 4-15,0 0 5 0,0 0-2 0,133 35-2 16,-133-35-5-16,79 1 8 0,-79-1-4 0,64-1-4 16,-64 1 17-16,77-8-14 0,-77 8-7 0,64-6 3 15,-64 6 1-15,66-6 1 0,-66 6-5 0,60-9 3 16,-60 9 1-16,44-6 3 0,-44 6-16 0,0 0 17 15,0 0-5-15,52-8 1 0,-52 8 0 0,0 0-4 16,0 0 2-16,0 0 6 0,0 0-3 0,0 0 5 16,0 0-7-16,0 0 0 0,0 0 14 0,0 0-12 15,0 0 1-15,0 0-3 0,0 0 9 0,0 0-14 16,0 0 1-16,0 0-2 0,0 0 6 0,0 0-3 16,0 0 1-16,-166 26-11 0,166-26 5 0,-55 9-4 15,55-9 10-15,-54 11-1 0,54-11-13 0,-60 7 7 0,60-7-4 16,-60 7-9-16,60-7 12 0,-75 9-5 15,75-9 4-15,-56 7 2 0,56-7 1 0,-62 6-1 16,62-6-5-16,-46 4 2 0,46-4 6 0,0 0 4 16,0 0-2-16,0 0 2 0,-65 3-4 0,65-3-3 0,0 0 1 15,0 0 3-15,0 0-5 0,0 0 5 0,0 0-3 16,0 0-6-16,0 0-2 0,0 0 2 16,0 0 4-16,0 0 1 0,0 0 3 0,0 0-1 0,0 0-2 15,0 0 4-15,0 0-2 0,0 0 4 0,0 0-5 16,0 0 2-16,0 0 0 0,0 0-1 0,188-16 2 15,-141 10 2-15,-47 6-3 0,72-12 0 0,-72 12 7 16,60-11-10-16,-60 11 9 0,61-9-6 0,-61 9 5 16,58-11-5-16,-58 11 0 0,43-10 9 0,-43 10-11 15,0 0 4-15,51-9 3 0,-51 9 2 0,0 0-3 16,0 0-7-16,0 0 3 0,0 0 7 0,0 0 8 16,43-10 6-16,-43 10 14 0,0 0-13 0,0 0-2 15,0 0-10-15,0 0 5 0,0 0-5 0,0 0-3 16,0 0 3-16,0 0 6 0,0 0-6 0,0 0-6 15,0 0-3-15,-177 9 6 0,177-9-2 0,0 0 0 16,-67 0 7-16,67 0-9 0,0 0-5 0,-67 1 1 16,67-1 10-16,0 0-7 0,0 0 4 0,-73 0 6 15,73 0-11-15,0 0 1 0,0 0-5 0,0 0 4 16,-51-3 1-16,51 3 2 0,0 0 5 0,0 0-14 16,0 0 0-16,0 0 4 0,0 0-10 0,0 0 4 15,0 0 0-15,0 0-1 0,0 0 10 0,0 0-6 16,0 0 2-16,0 0-1 0,0 0-6 0,0 0 9 15,0 0-2-15,0 0 9 0,0 0-9 0,0 0-2 16,193 3 4-16,-193-3 2 0,63-4 1 0,-63 4-4 16,62-6 6-16,-62 6-9 0,58-4 8 0,-58 4-3 15,0 0-3-15,61-3-13 0,-61 3 18 0,0 0-5 16,0 0 2-16,0 0-1 0,0 0-3 0,47-6 8 16,-47 6-2-16,0 0 5 0,0 0-2 0,0 0-4 0,0 0 0 15,0 0 0-15,0 0 8 0,0 0-12 16,0 0 0-16,0 0 1 0,0 0 3 0,0 0-4 15,-180 13 10-15,180-13-11 0,-56 4-1 0,56-4 1 0,-59 2 8 16,59-2-1-16,-61 3 2 0,61-3-8 16,-61 4 4-16,61-4 0 0,-58 1-5 0,58-1 4 15,0 0 2-15,-61 5-2 0,61-5-7 0,0 0 7 0,0 0 3 16,0 0-5-16,-50 5 10 0,50-5-14 16,0 0 5-16,0 0-5 0,0 0-6 0,0 0 10 0,0 0 3 15,0 0-11-15,0 0 7 0,0 0 0 16,0 0 1-16,0 0-6 0,0 0 6 0,0 0 0 0,0 0 3 15,0 0 8-15,184 3-14 0,-184-3 7 0,57-5-2 16,-57 5 4-16,0 0-4 0,73-5 0 0,-73 5-11 16,0 0 9-16,56-4 6 0,-56 4 1 0,0 0-2 15,47-6 2-15,-47 6 4 0,0 0 5 0,0 0-2 16,0 0 1-16,0 0 5 0,0 0 2 0,0 0 8 16,52-7-2-16,-52 7 2 0,0 0-1 0,0 0-3 15,0 0-3-15,0 0-4 0,0 0-1 0,0 0-23 16,0 0-22-16,0 0-38 0,0 0-22 0,0 0-3 15,0 0-29-15,0 0-106 0,0 0-245 0,-106 68 110 16</inkml:trace>
  <inkml:trace contextRef="#ctx0" brushRef="#br0" timeOffset="169069.51">30707 6545 128 0,'0'0'137'0,"0"0"-2"0,0 0 0 0,0 0-6 16,0 0 0-16,0 0-14 0,0 0-1 0,0 0-10 16,0 0-12-16,0 0-13 0,0 0-3 0,0 0-11 15,0 0-4-15,0 0-8 0,0 0-9 0,0 0 2 16,0 0-13-16,21-73 2 0,-21 73 3 16,0 0-7-16,0-41-9 0,0 41-1 0,0-31-1 0,0 31-1 15,0 0-5-15,2-48-3 0,-2 48 5 0,2-41-8 16,-2 41 2-16,1-34-2 0,-1 34 4 0,1-34-10 15,-1 34 2-15,-1-35 2 0,1 35 0 0,1-35-2 16,-1 35-1-16,0 0-1 0,1-48 3 0,-1 48-3 16,3-30 6-16,-3 30-11 0,0 0 6 0,0-43 2 15,0 43-4-15,-4-31 0 0,4 31-2 0,0 0 4 16,-2-39-4-16,2 39-3 0,0 0 7 0,-3-37 0 16,3 37-8-16,0 0 5 0,-6-39 1 0,6 39 1 15,0 0 6-15,-9-34-13 0,9 34 6 0,0 0-3 16,-3-41 11-16,3 41-2 0,-4-35-4 0,4 35 3 15,-9-29 0-15,9 29 1 0,0 0-1 0,0-34-1 16,0 34 0-16,0 0 4 0,-7-36-1 0,7 36-2 16,0 0 3-16,-8-34-9 0,8 34 6 0,0 0 1 15,-5-34-11-15,5 34 5 0,0 0 7 0,-9-43-7 16,9 43 5-16,0 0-3 0,-8-33 0 0,8 33 0 16,0 0-1-16,0 0 0 0,-10-33 1 0,10 33-5 15,0 0 4-15,0 0-3 0,-8-34 6 0,8 34-2 16,0 0-1-16,0 0 0 0,-9-30-3 0,9 30-5 15,0 0 6-15,0 0-2 0,-13-32 3 0,13 32 2 16,0 0-3-16,0 0 4 0,-11-28-8 0,11 28 3 16,0 0 3-16,-19-27-3 0,19 27 0 0,0 0 2 15,0 0-2-15,0 0-1 0,-20-28 3 0,20 28 1 16,0 0-2-16,0 0 0 0,0 0 3 0,-20-23-5 16,20 23-1-16,0 0 3 0,0 0-2 0,-21-22 3 15,21 22-9-15,0 0 4 0,0 0-5 0,-33-21-1 16,33 21 1-16,0 0-7 0,0 0-7 0,-47-18 11 15,47 18-4-15,0 0-5 0,-42-12 1 0,42 12-2 0,0 0 1 16,-50-8 4-16,50 8 5 0,0 0-5 0,0 0 7 16,-49-5-6-16,49 5 12 0,0 0-2 15,0 0 1-15,0 0 1 0,0 0-3 0,0 0 1 16,-57-9 1-16,57 9-6 0,0 0 6 0,0 0 0 0,0 0-3 16,-46-9 4-16,46 9-2 0,0 0-1 0,0 0-2 15,0 0 2-15,-53-5 4 0,53 5 0 16,0 0-3-16,0 0 6 0,0 0-2 0,-55-3-3 15,55 3-3-15,0 0 5 0,0 0 1 0,0 0 2 16,-68-4 0-16,68 4-5 0,0 0-1 0,0 0 7 16,0 0-16-16,0 0 6 0,-64-2 11 0,64 2-2 0,0 0-5 15,0 0 4-15,0 0-3 0,-62 1 6 0,62-1-4 16,0 0-3-16,0 0 7 0,0 0-9 16,0 0 11-16,-67-5-1 0,67 5 0 0,0 0-3 15,0 0-4-15,0 0 1 0,-55-4-1 0,55 4 0 0,0 0 2 16,0 0-8-16,0 0 3 0,-52-6-7 0,52 6 3 15,0 0 10-15,0 0-14 0,0 0 5 0,-49-8 2 16,49 8-1-16,0 0 0 0,0 0 2 16,0 0-4-16,0 0 0 0,-50-12 5 0,50 12-2 0,0 0-1 15,0 0 4-15,-29-16 0 0,29 16 1 0,0 0 3 16,0 0-4-16,0 0-4 0,-31-22-4 0,31 22 1 16,0 0 5-16,0 0 2 0,-23-21 0 15,23 21-3-15,0 0-1 0,0 0 4 0,0 0 1 16,0 0 3-16,-27-22-3 0,27 22 2 0,0 0-1 0,0 0 1 15,-27-21-3-15,27 21-7 0,0 0-1 0,-26-26 5 16,26 26-2-16,0 0 5 0,-26-20-4 0,26 20-17 16,0 0 18-16,0 0-4 0,-36-25 13 0,36 25-8 15,0 0-4-15,0 0-4 0,-42-15 11 0,42 15-2 16,0 0-6-16,0 0-3 0,-38-14 15 0,38 14-7 16,0 0 3-16,0 0 2 0,0 0-4 0,-44-8-1 15,44 8 3-15,0 0 1 0,0 0-5 0,0 0 5 16,0 0-1-16,-55-7-1 0,55 7 0 0,0 0 5 15,0 0-4-15,0 0 1 0,0 0-1 0,0 0-2 16,-49-8 6-16,49 8-5 0,0 0-1 0,0 0 1 16,0 0-5-16,0 0 0 0,0 0 12 0,-62-5-10 15,62 5 1-15,0 0 2 0,0 0-3 0,0 0 6 16,0 0 1-16,-55-5 1 0,55 5 0 16,0 0 7-16,0 0-11 0,0 0-1 0,0 0 5 0,0 0 0 15,0 0 3-15,-46-8-2 0,46 8-4 16,0 0 5-16,0 0-5 0,0 0 8 0,0 0-8 0,0 0 5 15,0 0-1-15,0 0-6 0,0 0 2 0,0 0-1 16,0 0 8-16,0 0-8 0,0 0 1 0,0 0 2 16,0 0 3-16,0 0-2 0,0 0 1 0,0 0-5 15,0 0-1-15,0 0 5 0,-48 26 6 0,48-26-3 16,0 0-6-16,0 0 0 0,-27 25 1 0,27-25-2 16,0 0 1-16,0 0 7 0,-26 28-11 0,26-28 6 15,0 0-4-15,-19 26 6 0,19-26-1 0,0 0-2 16,-20 33 11-16,20-33-5 0,0 0-2 0,-23 28-4 15,23-28 2-15,0 0 3 0,-19 25 3 0,19-25 0 16,0 0-12-16,0 0 14 0,-18 29 0 0,18-29-2 16,0 0 13-16,-14 26-18 0,14-26-1 0,0 0 7 15,0 0-5-15,-16 34 3 0,16-34 1 0,0 0-1 16,-12 29-18-16,12-29 23 0,-9 27-7 0,9-27-3 16,0 0 12-16,-16 40-7 0,16-40-3 0,-11 28 3 15,11-28-4-15,-12 25 9 0,12-25-12 0,0 0-1 16,-10 40 5-16,10-40 9 0,0 0-8 0,-13 36 2 15,13-36 3-15,-5 26-6 0,5-26 2 0,0 0-7 16,-8 39 9-16,8-39 5 0,-6 28-8 0,6-28-8 16,0 0 10-16,-6 42-4 0,6-42-5 0,0 0 7 15,-3 34-2-15,3-34 3 0,0 0-4 0,0 42-3 16,0-42 2-16,0 0 0 0,0 41 1 0,0-41 3 16,0 0-4-16,3 39 4 0,-3-39-14 0,2 29 22 15,-2-29-6-15,0 0-1 0,8 44-4 0,-8-44 1 16,2 28-2-16,-2-28 9 0,0 0-9 0,-2 43 4 15,2-43-7-15,0 0 3 0,-1 37-5 0,1-37 3 16,0 0 8-16,-3 37 2 0,3-37-3 0,0 0 0 16,-4 34 8-16,4-34-14 0,0 0 11 0,-7 40-10 15,7-40-2-15,-6 27 8 0,6-27-6 0,0 0 19 16,-10 45-23-16,10-45 8 0,-9 30-3 0,9-30 2 16,-9 35-2-16,9-35-2 0,-15 51 4 0,7-25 1 15,1 0-1-15,7-26-4 0,-12 53 1 0,3-25-1 16,1 0 5-16,3 3 2 0,5-31-1 0,-5 55-1 15,3-28 1-15,2-27-3 0,2 49-4 0,-2-49-9 16,0 42 3-16,0-42-4 0,7 41 1 0,-7-41 0 16,7 40 3-16,-7-40 1 0,8 33-11 0,-8-33 15 0,6 32 7 15,-6-32-8-15,3 33-5 0,-3-33 3 0,1 34 1 16,-1-34 3-16,1 40-6 0,-1-40-7 16,3 33 18-16,-3-33 4 0,1 41-11 0,-1-41 8 15,0 44-7-15,0-44 3 0,0 42-4 0,0-42 2 0,0 48 2 16,0-23 11-16,0-25-14 0,3 42 3 0,-3-42 0 15,0 42-3-15,0-42 2 0,1 40-4 0,-1-40-4 16,4 34 6-16,-4-34 2 0,4 30-1 16,-4-30-2-16,0 0-5 0,0 0 3 0,10 39 3 15,-10-39-2-15,0 0 5 0,0 0-1 0,13 22-10 0,-13-22 11 16,0 0 2-16,0 0-15 0,0 0 11 0,33 23 20 16,-33-23-23-16,0 0 13 0,0 0-15 15,36 16 4-15,-36-16 1 0,0 0 3 0,0 0 1 16,55 13-16-16,-55-13 24 0,0 0-10 0,51 9-2 0,-51-9 4 15,0 0-2-15,54 7 1 0,-54-7 2 0,53 1-3 16,-53-1 0-16,0 0 5 0,87-7-7 0,-87 7 5 16,65-6 4-16,-65 6-4 0,78-12-3 15,-46 9 5-15,-32 3 2 0,60-7-6 0,-60 7 0 0,62-5 2 16,-62 5-9-16,56 0 9 0,-56 0-2 0,0 0 1 16,82-1-7-16,-82 1 0 0,0 0 7 0,71 2 7 15,-71-2 0-15,0 0-11 0,59 4 11 0,-59-4-8 16,0 0-1-16,72 0 6 0,-72 0-6 0,0 0 2 15,74-5 7-15,-74 5-3 0,49-3 2 16,-49 3-6-16,53-3 11 0,-53 3-1 0,0 0-2 0,75-7 5 16,-75 7 3-16,54-4-14 0,-54 4 12 0,55-2-3 15,-55 2-6-15,0 0 4 0,75-4 1 0,-75 4-7 16,0 0 2-16,73 0 2 0,-73 0 0 0,0 0-2 16,66 2-5-16,-66-2 7 0,0 0-8 15,58 0 2-15,-58 0 4 0,0 0-5 0,64 0 1 0,-64 0 4 16,0 0-3-16,63 2-8 0,-63-2 10 0,0 0-6 15,64-4 1-15,-64 4-2 0,0 0 7 0,0 0-2 16,70-1 1-16,-70 1-6 0,0 0 6 16,56-2 4-16,-56 2 4 0,0 0-1 0,0 0-2 0,69-2 1 15,-69 2-1-15,0 0 2 0,0 0 3 0,65-4 0 16,-65 4-7-16,0 0 18 0,50-7-6 0,-50 7 9 16,0 0-8-16,49-8 3 0,-49 8-2 0,0 0-2 15,48-14 0-15,-48 14-1 0,0 0-3 0,44-18-9 16,-44 18 14-16,27-16 13 0,-27 16-2 0,0 0 3 15,34-28-11-15,-34 28 2 0,24-23-3 0,-24 23-1 16,26-27-3-16,-26 27-3 0,23-36-5 0,-23 36 3 16,20-35-2-16,-20 35-1 0,13-32 0 15,-13 32-4-15,18-34 1 0,-18 34-2 0,8-32-1 0,-8 32 2 16,6-32 1-16,-6 32-5 0,5-30 4 0,-5 30-4 16,5-35 1-16,-5 35 4 0,0 0-2 0,4-48-1 15,-4 48 4-15,-2-32 1 0,2 32 4 0,0 0 1 16,-2-49 7-16,2 49-1 0,-5-25-4 0,5 25 4 15,0 0-5-15,-10-42-1 0,10 42-2 0,-6-26 3 16,6 26-4-16,0 0 6 0,-11-40-10 0,11 40 2 16,0 0-2-16,-10-32-2 0,10 32 1 0,-6-28-2 15,6 28 4-15,0 0-4 0,-9-42 1 0,9 42 3 16,-8-25-5-16,8 25 3 0,-12-33 0 0,12 33-2 16,-11-31 0-16,11 31 1 0,-9-31 1 0,9 31-1 15,-14-38-3-15,14 38 5 0,-15-46-4 0,15 46 2 16,-14-32 4-16,14 32 1 0,-13-39 2 0,5 16 15 15,8 23-3-15,-10-34-1 0,10 34-1 0,-8-29 20 16,8 29 19-16,0 0 4 0,-11-28-5 0,11 28-6 16,0 0-7-16,0 0-4 0,0 0-4 0,0 0-6 15,0 0-5-15,0 0-18 0,-13-30-25 0,13 30-28 16,0 0-42-16,0 0-54 0,0 0-47 0,0 0-8 16,0 0-23-16,0 0-123 0,0 0-368 0,-106 61 163 15</inkml:trace>
  <inkml:trace contextRef="#ctx0" brushRef="#br0" timeOffset="176997.28">6197 5021 144 0,'0'0'174'15,"0"0"-14"-15,0 0-9 0,-57-22 1 0,57 22-3 0,0 0-10 16,0 0-12-16,0 0-6 0,0 0-10 16,0 0-11-16,0 0-13 0,0 0-9 0,0 0-13 15,-28-17-9-15,28 17-5 0,0 0-8 0,0 0-6 16,0 0-5-16,0 0-2 0,0 0-3 0,0 0-3 0,111-19 0 16,-57 13-6-16,6-5 3 0,4 1-2 15,8-5-3-15,8 4 5 0,1-1-7 0,3 0 2 16,4 4 1-16,4-3-4 0,0 3 1 0,1 2-5 15,-1 1 0-15,-3 2 0 0,4-1-3 0,-1 4 1 0,0-2 0 16,-6 2 0-16,-2 2-6 0,0 0-1 0,-6 1 2 16,-5 1-10-16,-5-1 1 0,-7-1-4 0,-6 0-4 15,0 4 3-15,-55-6-7 0,95 2 7 16,-95-2 0-16,57-1-1 0,-57 1 4 0,0 0 2 16,54 2-5-16,-54-2 3 0,0 0 2 0,0 0 0 0,0 0 5 15,0 0 2-15,0 0 0 0,0 0 2 0,0 0 5 16,0 0-1-16,0 0-17 0,0 0-36 15,0 0-54-15,0 0-23 0,0 0-18 0,0 0-15 16,0 0-107-16,0 0-285 0,0 0 127 0</inkml:trace>
  <inkml:trace contextRef="#ctx0" brushRef="#br0" timeOffset="179585.6">6125 5028 43 0,'0'0'59'0,"0"0"0"0,0 0 3 0,0 0 8 15,0 0 2-15,0 0 10 0,0 0 0 0,0 0 8 16,0 0 6-16,0 0 7 0,0 0 5 0,0 0 10 16,0 0 1-16,0 0 10 0,0 0-5 0,0 0-6 15,0 0-4-15,0 0-12 0,0 0-8 0,0 0-7 16,0 0-15-16,0 0-6 0,0 0-3 0,0 0-9 15,0 0 1-15,0 0-5 0,0 0-2 0,0 0-10 16,0 0-5-16,0 0 0 0,-23-83-3 0,23 83-5 16,0 0-3-16,-9-38-1 0,9 38-6 0,-4-28-1 15,4 28 0-15,0 0-3 0,-14-40-1 0,14 40 0 16,0 0-4-16,-6-36-1 0,6 36 1 0,0 0-2 16,-4-34 1-16,4 34 5 0,0 0-9 0,-5-35 6 15,5 35-3-15,0 0-2 0,-2-35-1 0,2 35 2 16,0 0-6-16,0 0 7 0,4-46-2 0,-4 46-4 15,3-29 4-15,-3 29-3 0,0 0 2 0,5-35-1 16,-5 35-3-16,0 0 3 0,8-42-2 0,-8 42 0 16,0 0 4-16,11-35-2 0,-11 35-1 0,7-28-2 15,-7 28-1-15,0 0 2 0,11-38-1 0,-11 38 1 16,0 0 2-16,17-31-3 0,-17 31 4 0,14-26-4 16,-14 26 1-16,0 0 2 0,19-33-4 0,-19 33 2 0,0 0-1 15,20-29-2-15,-20 29 3 0,0 0-2 0,20-25-3 16,-20 25 2-16,0 0-1 0,25-17 0 15,-25 17 3-15,0 0 1 0,0 0-4 0,0 0 3 16,33-22 0-16,-33 22-2 0,0 0 2 0,0 0-2 16,40-15 0-16,-40 15 9 0,0 0-2 0,42-11-4 0,-42 11-2 15,0 0 0-15,42-10 4 0,-42 10 4 0,0 0-5 16,54-10-2-16,-54 10 0 0,0 0 6 16,56-12-6-16,-56 12 4 0,45-9-1 0,-45 9-1 15,52-9 1-15,-52 9-1 0,0 0-3 0,63-6 3 16,-63 6-1-16,0 0-1 0,55-5 5 0,-55 5-4 0,0 0 1 15,0 0 0-15,69-1-1 0,-69 1 1 0,0 0 0 16,0 0 7-16,0 0-7 0,69 4-1 16,-69-4 2-16,0 0 0 0,0 0-2 0,0 0-3 15,45 8 1-15,-45-8 3 0,0 0 3 0,0 0-3 16,0 0-2-16,37 15 0 0,-37-15 3 0,0 0-1 0,0 0 2 16,32 17-6-16,-32-17 2 0,0 0 3 15,0 0-2-15,32 23-2 0,-32-23 0 0,0 0 4 16,24 21-2-16,-24-21 2 0,0 0-2 0,28 20 13 15,-28-20-14-15,0 0 1 0,27 19 2 0,-27-19-1 16,0 0-2-16,0 0 3 0,29 22 1 0,-29-22-4 16,0 0 4-16,0 0 0 0,30 23-1 0,-30-23-2 15,0 0 4-15,0 0-1 0,28 23-2 0,-28-23 1 16,0 0-2-16,18 22 0 0,-18-22 3 0,0 0 2 16,0 0-3-16,23 31 7 0,-23-31-10 0,0 0 3 15,0 0-1-15,16 24 1 0,-16-24-1 0,0 0-1 0,14 28 2 16,-14-28 3-16,0 0-2 0,0 0-1 0,17 35 1 15,-17-35-2-15,0 0 0 0,0 0-2 16,14 27 3-16,-14-27-1 0,0 0 1 0,0 0 0 16,14 33-1-16,-14-33 3 0,0 0 0 0,0 0-5 15,17 28 7-15,-17-28-5 0,0 0 2 0,0 0 2 0,9 29-3 16,-9-29 5-16,0 0-7 0,0 0-1 16,11 26 3-16,-11-26-1 0,0 0 2 0,0 0-3 15,0 0 2-15,14 32 1 0,-14-32 0 0,0 0 0 16,0 0 1-16,0 0-3 0,10 30-1 0,-10-30 2 15,0 0 1-15,0 0-2 0,0 0 1 0,11 32 1 16,-11-32-2-16,0 0-1 0,0 0 2 0,11 27 2 0,-11-27-2 16,0 0-2-16,0 0 2 0,0 0 2 0,13 33 0 15,-13-33-1-15,0 0 2 0,0 0-3 16,13 29-2-16,-13-29 6 0,0 0-6 0,0 0 3 16,15 28 2-16,-15-28 0 0,0 0-3 0,0 0-2 15,14 28 2-15,-14-28-3 0,0 0 1 0,0 0 2 0,14 26 0 16,-14-26 1-16,0 0 2 0,0 0-2 0,18 28-1 15,-18-28 3-15,0 0-4 0,0 0 1 0,15 29 1 16,-15-29-1-16,0 0 1 0,0 0-1 0,14 26 1 16,-14-26 0-16,0 0-1 0,0 0 3 15,0 0-3-15,18 27 0 0,-18-27 1 0,0 0-2 0,0 0 5 16,0 0-3-16,18 23 2 0,-18-23 8 0,0 0-13 16,0 0 10-16,0 0-11 0,18 25 3 15,-18-25-3-15,0 0-1 0,0 0 4 0,0 0 0 16,0 0-2-16,23 28 3 0,-23-28 1 0,0 0-4 15,0 0-1-15,0 0 3 0,20 19-1 0,-20-19 1 0,0 0 0 16,0 0 0-16,22 24 2 0,-22-24-2 0,0 0 2 16,0 0-1-16,0 0-2 0,28 26 1 0,-28-26-2 15,0 0 4-15,0 0-1 0,26 26-1 16,-26-26 1-16,0 0 2 0,23 21-3 0,-23-21 0 16,0 0 1-16,22 25-1 0,-22-25 2 0,0 0-4 0,0 0 3 15,32 21 2-15,-32-21-1 0,0 0 0 0,25 22-1 16,-25-22-2-16,0 0 1 0,30 18 2 0,-30-18 0 15,0 0-1-15,37 21 2 0,-37-21-2 0,0 0-2 16,38 19 3-16,-38-19-1 0,0 0-1 16,35 17 3-16,-35-17 0 0,0 0-3 0,37 11 5 0,-37-11-5 15,0 0 2-15,42 11-1 0,-42-11 2 0,0 0-1 16,0 0-1-16,50 11 1 0,-50-11 1 16,0 0-2-16,0 0 1 0,55 10-2 0,-55-10 2 15,0 0 1-15,0 0-2 0,0 0 1 0,57 0 2 16,-57 0-3-16,0 0 1 0,0 0 0 0,0 0-2 0,57 3 5 15,-57-3 1-15,0 0-3 0,0 0-4 0,0 0 2 16,0 0 2-16,0 0-1 0,68-13-1 0,-68 13 4 16,0 0 6-16,0 0-4 0,36-11 1 15,-36 11 0-15,0 0 2 0,0 0-3 0,37-16 4 16,-37 16-4-16,0 0 3 0,0 0 1 0,35-19-3 0,-35 19-1 16,0 0 3-16,0 0-1 0,27-19-2 0,-27 19 0 15,0 0 4-15,0 0-2 0,24-24-2 0,-24 24 2 16,0 0-1-16,0 0 10 0,0 0-10 0,25-28 1 15,-25 28 3-15,0 0-1 0,0 0 2 16,17-28-2-16,-17 28-1 0,0 0-2 0,14-24 0 0,-14 24 0 16,0 0-1-16,12-31 2 0,-12 31-3 15,0 0 1-15,0 0-1 0,10-39 0 0,-10 39 3 0,0 0-2 16,0 0 0-16,6-32-3 0,-6 32 0 16,0 0 2-16,0 0-1 0,1-32 0 0,-1 32 11 0,0 0-1 15,0 0-2-15,0 0-3 0,-1-36 1 0,1 36 1 16,0 0 5-16,0 0-4 0,0 0-6 0,-10-33 1 15,10 33 0-15,0 0 0 0,0 0-3 0,0 0 4 16,-10-33-3-16,10 33 0 0,0 0-1 16,0 0-2-16,-9-28 3 0,9 28-4 0,0 0 1 0,0 0 1 15,0 0-1-15,-16-33 0 0,16 33 2 0,0 0-2 16,0 0-1-16,-10-27 2 0,10 27-2 0,0 0-3 16,0 0 1-16,-18-28 1 0,18 28 0 0,0 0-3 15,0 0 3-15,0 0-1 0,-15-25 7 16,15 25 0-16,0 0 4 0,0 0-5 0,0 0-3 0,-18-32 6 15,18 32-3-15,0 0-2 0,0 0 2 0,-14-23 5 16,14 23 0-16,0 0 5 0,0 0 1 0,0 0-3 16,0 0 0-16,0 0 5 0,-22-29-7 0,22 29-2 15,0 0 2-15,0 0-5 0,0 0-3 0,0 0-1 16,0 0-4-16,0 0-7 0,0 0-14 0,0 0-25 16,0 0-34-16,0 0-39 0,0 0-27 0,0 0-36 15,0 0-53-15,0 0-198 0,0 0-470 0,-55 62 208 16</inkml:trace>
  <inkml:trace contextRef="#ctx0" brushRef="#br0" timeOffset="182071.48">19699 5053 82 0,'0'0'123'0,"0"0"1"0,0 0-14 16,0 0-9-16,0 0-9 0,0 0-4 0,0 0-6 15,0 0-13-15,0 0-6 0,0 0-3 0,0 0-4 16,0 0-6-16,0 0-2 0,0 0-8 0,0 0 9 16,0 0-9-16,0 0-14 0,0 0 1 0,0 0 3 15,0 0-11-15,0 0-2 0,0 0-3 0,0 0-2 16,0 0-1-16,0 0 5 0,0 0-1 0,0 0-4 16,0 0 0-16,0 0-3 0,0 0-4 0,0 0 1 15,0 0 2-15,0 0-1 0,0 0 9 0,0 0-6 16,0 0 1-16,113-13-1 0,-113 13-4 0,0 0-5 15,0 0 9-15,0 0-6 0,0 0 0 0,0 0-1 16,61 1 3-16,-61-1-4 0,0 0 1 0,0 0 1 16,0 0-5-16,0 0 0 0,0 0 2 0,0 0-8 15,0 0-2-15,0 0-2 0,0 0-15 0,0 0-15 16,0 0 4-16,0 0-15 0,0 0-5 0,0 0-15 16,0 0-12-16,0 0-8 0,0 0-13 0,0 0-59 0,0 0-177 15,0 0 80-15</inkml:trace>
  <inkml:trace contextRef="#ctx0" brushRef="#br0" timeOffset="182788.77">19642 5049 94 0,'0'0'116'0,"0"0"-4"0,0 0-5 0,0 0-4 16,0 0-10-16,0 0-4 0,0 0-12 0,0 0-4 16,0 0-3-16,0 0-12 0,0 0 1 0,0 0-8 0,0 0-8 15,0 0 3-15,0 0-8 0,0 0-4 0,0 0-1 16,0 0 4-16,0 0 5 0,0 0-3 0,0 0-4 15,0 0 1-15,0 0 4 0,147-11 4 16,-147 11-3-16,92-7-1 0,-46 4-10 0,4-1 1 0,-50 4-2 16,97-6-4-16,-42 6 2 0,0-2-6 0,5 1-1 15,3 0 3-15,-3-4-1 0,8 3-7 0,3 0-3 16,1-1 5-16,3-3-2 0,3 1 0 0,0-1 2 16,0 3-3-16,3-2 4 0,4 0-2 0,-7-4 1 15,4 3-2-15,-1 2-2 0,4-4 3 0,-2 5-8 16,0-2 6-16,-1-1-2 0,-1 2-3 0,-6 0 2 15,3 1-6-15,-2-2 6 0,-5 3-4 0,2-3 1 16,-4 0 2-16,-6 3-1 0,-1-4-1 16,1 4-4-16,-3 1-7 0,-8-3 8 0,-52 4 4 0,95-4 1 15,-95 4 4-15,61-5-2 0,-61 5 4 0,60-2 0 16,-60 2-4-16,46-5 7 0,-46 5-1 0,0 0-2 16,0 0-1-16,55-5 4 0,-55 5-7 0,0 0 7 15,0 0 2-15,0 0 1 0,0 0 0 0,0 0-1 16,0 0 4-16,0 0-5 0,0 0 1 0,0 0 2 15,0 0-5-15,0 0-2 0,0 0-13 0,0 0-22 16,0 0-28-16,0 0-27 0,0 0-25 0,0 0-18 16,0 0-24-16,0 0-23 0,0 0-5 0,0 0-129 15,0 0-323-15,-220 2 144 0</inkml:trace>
  <inkml:trace contextRef="#ctx0" brushRef="#br0" timeOffset="185987.7">19715 5107 31 0,'0'0'64'0,"0"0"1"0,0 0 5 0,0 0-2 16,0 0 3-16,0 0 11 0,0 0-12 0,0 0-1 15,0 0 0-15,0 0 1 0,0 0 6 0,0 0-7 0,0 0-4 16,0 0-1-16,0 0 4 0,4-50-10 0,-4 50-5 15,0 0-1-15,0 0-17 0,0 0 2 16,0 0-9-16,0 0-1 0,0 0-10 0,0 0 3 16,0 0-2-16,0 0-6 0,0 0-4 0,0 0 1 15,0 0 10-15,0 0-13 0,0 0-2 0,0 0 3 0,0 0-3 16,0 0 5-16,0 0-8 0,0 0 3 0,0 0 3 16,0 0-2-16,0 0 3 0,23 90-10 15,-23-90 16-15,9 27-8 0,-9-27-7 0,0 0 5 16,10 44-2-16,-10-44 0 0,4 33 5 0,-4-33-4 0,9 42 0 15,-9-42-1-15,3 34 2 0,-3-34 0 0,5 39-2 16,-5-39 3-16,4 36 0 0,-4-36-2 16,5 30 3-16,-5-30-9 0,3 34 10 0,-3-34-3 0,6 35 2 15,-6-35-2-15,2 33 3 0,-2-33-2 0,5 41 1 16,-5-41 3-16,4 34 3 0,-4-34-5 0,1 35 7 16,-1-35-6-16,8 47-1 0,-8-47 2 0,3 34-5 15,-3-34 3-15,6 50-4 0,-5-29 3 0,-1-21-3 16,4 42 7-16,-4-42-5 0,3 41 1 0,-3-41 1 15,4 40-8-15,-4-40 7 0,6 35-3 0,-6-35 0 16,5 31 1-16,-5-31-1 0,5 33 10 0,-5-33-15 16,8 43 10-16,-3-18-1 0,-5-25-5 0,13 39 1 15,-13-39 3-15,12 42-3 0,-6-20-3 0,-6-22 4 16,12 49 0-16,-5-26-1 0,-7-23 2 0,11 48-2 16,-7-22-1-16,-4-26 5 0,14 51-6 0,-7-25 3 15,-7-26 2-15,12 51-3 0,-3-27 3 0,-9-24-1 16,14 49-2-16,-6-26-3 0,-8-23 3 0,10 40 2 15,-10-40 1-15,14 39 1 0,-6-17-4 0,-8-22-5 16,15 47 8-16,-15-47-5 0,13 31 6 0,-3-8-4 16,-10-23 3-16,21 45 0 0,-21-45 0 0,20 38-1 15,-20-38-2-15,19 42-4 0,-10-22 5 0,-9-20 5 16,21 38-6-16,-21-38 4 0,20 30-7 0,-6-9 2 16,-14-21-1-16,19 28 1 0,-19-28 2 0,22 31-13 15,-22-31 11-15,28 33-1 0,-28-33 2 0,19 27-4 16,-19-27 4-16,25 29 3 0,-25-29-7 0,27 32 3 15,-27-32-3-15,24 24 3 0,-24-24-3 0,24 20 0 16,-24-20 0-16,0 0 2 0,35 27 3 0,-35-27-2 16,24 15 3-16,-24-15-1 0,0 0 1 0,43 19 1 15,-43-19 0-15,0 0 3 0,37 16-3 0,-37-16 0 16,0 0-5-16,45 7-1 0,-45-7 3 0,0 0 2 16,0 0 3-16,59 4 1 0,-59-4-6 0,0 0 3 15,0 0 2-15,0 0-2 0,74-10 1 0,-74 10 5 16,0 0-8-16,47-14 1 0,-47 14-8 0,0 0 10 15,41-11 0-15,-41 11-1 0,0 0-3 0,41-15 1 16,-41 15 2-16,0 0-1 0,45-19 2 0,-45 19-2 16,0 0-1-16,41-20 4 0,-41 20-1 0,28-15 0 0,-28 15-1 15,29-19 2-15,-29 19 2 0,26-20 5 0,-26 20-3 16,28-23 4-16,-28 23-7 0,23-26 7 16,-23 26-4-16,26-26 4 0,-26 26 1 0,25-34 0 15,-8 16 1-15,-17 18 0 0,20-35-2 0,-20 35 1 0,19-28-6 16,-19 28 3-16,16-29 1 0,-16 29-5 0,16-29 0 15,-16 29 1-15,13-30-5 0,-13 30 4 16,14-33 1-16,-14 33 0 0,9-29 3 0,-9 29 1 16,0 0-1-16,14-42 6 0,-14 42-4 0,8-30-1 15,-8 30-2-15,6-31-3 0,-6 31 3 0,9-35 0 16,-9 35 1-16,13-37-2 0,-13 37 3 0,6-31 1 16,-6 31 1-16,8-31 4 0,-8 31-2 0,0 0-2 15,8-45-4-15,-8 45 3 0,5-34 2 0,-5 34-1 16,2-35 3-16,-2 35 0 0,1-39-2 0,-1 39-2 0,3-34-2 15,-3 34 2-15,3-43-4 0,-3 43 7 0,0-39 4 16,0 39-3-16,0 0 2 0,-2-40-2 0,2 40-8 16,-2-33 2-16,2 33 1 0,0 0-3 0,0-49-3 15,0 49 1-15,-3-33-3 0,3 33 1 16,-4-42-1-16,4 42-2 0,-2-35 1 0,2 35 0 0,2-46-4 16,-2 46 3-16,0-33-2 0,0 33 0 0,-2-33 1 15,2 33-1-15,4-40-5 0,-4 40 7 0,2-31-6 16,-2 31 2-16,4-33-1 0,-4 33 1 0,0 0-1 15,3-50 0-15,-3 50 6 0,2-32-4 0,-2 32 0 16,0 0 1-16,0-46-2 0,0 46-1 0,1-33 0 16,-1 33 1-16,0-34-2 0,0 34-1 0,-3-34 2 15,3 34-1-15,-2-42 1 0,2 42-2 0,0-40-2 16,0 40 4-16,0-34 8 0,0 34-7 0,-1-41-4 16,1 41 2-16,-3-42-2 0,3 42 2 0,-1-40-1 15,1 40 0-15,-4-49 3 0,4 49-3 0,-3-39 1 16,3 39-2-16,1-36 0 0,-1 36 1 0,-1-34 3 15,1 34-2-15,-2-35 6 0,2 35-9 0,3-48 0 16,-3 48 1-16,-1-47-1 0,1 47 2 0,5-48-3 16,-5 48 3-16,-4-46 0 0,6 21 0 0,-2 25-2 15,-3-53 2-15,3 25-3 0,0 28 0 0,0-51 1 16,0 51 1-16,-3-49-1 0,3 49-3 0,-4-43 2 16,4 43 3-16,-5-42-2 0,5 42-1 0,-2-47 2 15,2 24-2-15,0 23-1 0,-7-41 0 0,7 41 0 16,-4-51-2-16,3 22 0 0,1 29 1 0,0-33-1 15,0 33 3-15,1-39-4 0,-1 39 4 0,-6-35-2 16,6 35 0-16,-4-49-5 0,4 49 5 0,1-35 3 16,-1 35-4-16,3-36 2 0,-3 36-1 0,4-48 0 15,-4 48-2-15,2-35 9 0,-2 35-7 0,4-39 1 16,-4 39 1-16,4-39 1 0,-4 39-7 0,5-44 5 16,-5 44 2-16,3-47-3 0,-1 22 3 0,-2 25-1 15,3-39 1-15,-3 39 0 0,5-53 0 0,-3 26-2 16,-2 27 2-16,8-41-5 0,-8 41 6 0,4-47 0 15,-4 47-2-15,6-42 5 0,-6 42-1 0,4-33-1 16,-4 33-3-16,7-34 3 0,-7 34 1 0,11-33-5 16,-11 33 0-16,5-30 23 0,-5 30-5 0,12-28 0 15,-12 28 3-15,0 0-7 0,16-39 0 0,-16 39-1 0,9-24-2 16,-9 24 1-16,0 0-3 0,25-37 0 16,-25 37 0-16,20-26-4 0,-20 26 3 0,22-23 0 15,-22 23-5-15,23-22-1 0,-23 22 5 0,25-23-4 16,-25 23-19-16,33-27 5 0,-33 27-4 0,31-22 1 0,-31 22 5 15,37-24 0-15,-37 24 1 0,34-21 0 0,-34 21 3 16,28-19-1-16,-28 19 1 0,26-19 1 0,-26 19 1 16,29-19 1-16,-29 19-1 0,0 0 1 15,39-23-1-15,-39 23 3 0,26-17 0 0,-26 17 2 16,0 0-3-16,39-25 2 0,-39 25-2 0,29-15 10 0,-29 15-8 16,0 0-3-16,45-17 2 0,-45 17-2 0,0 0 1 15,49-16-3-15,-49 16 2 0,0 0 0 16,47-16-4-16,-47 16 7 0,0 0-7 0,51-11 3 15,-51 11-4-15,0 0 3 0,43-8-5 0,-43 8 1 16,0 0-3-16,0 0 6 0,61-3 1 0,-61 3-11 16,0 0 1-16,0 0-1 0,0 0 5 0,0 0-2 0,0 0 2 15,80 14 4-15,-80-14-5 0,0 0 6 16,0 0-3-16,36 14 0 0,-36-14 3 0,0 0-2 16,37 17 3-16,-37-17 2 0,0 0 0 0,32 19-2 15,-32-19 3-15,0 0 0 0,35 20 0 0,-35-20 3 16,25 19-4-16,-25-19-1 0,0 0 7 0,39 23-1 15,-39-23 3-15,29 21-5 0,-29-21 5 0,31 20 1 16,-31-20-4-16,27 19-1 0,-27-19-2 0,29 22 7 16,-29-22 2-16,23 21-7 0,-23-21 3 0,20 22-1 15,-20-22 0-15,0 0 2 0,25 30 2 0,-25-30 1 16,17 25-3-16,-17-25 3 0,0 0 0 0,19 34-5 16,-19-34 10-16,0 0-6 0,17 34-3 0,-17-34 2 15,0 0-1-15,13 29-2 0,-13-29 6 0,12 25-4 16,-12-25-2-16,0 0 4 0,16 37 1 0,-16-37-3 15,9 24-2-15,-9-24 3 0,0 0 1 0,16 37-2 16,-16-37 1-16,7 27 0 0,-7-27 3 0,0 0-9 16,15 30-2-16,-15-30 11 0,12 27-2 0,-12-27 2 15,0 0 0-15,9 41-4 0,-9-41 6 0,6 25-4 16,-6-25 2-16,0 0-4 0,9 41 1 0,-9-41 3 16,0 0 2-16,7 33-2 0,-7-33-1 0,0 0 0 15,2 29 1-15,-2-29-3 0,0 0 1 0,0 0 2 16,2 39-4-16,-2-39 4 0,0 0-4 0,2 30-2 15,-2-30 4-15,0 0-1 0,0 0 1 0,-1 41 0 16,1-41 1-16,0 0-2 0,-1 36 4 0,1-36-6 16,0 0 2-16,-2 39 1 0,2-39-8 0,0 0 8 15,-2 32 2-15,2-32-1 0,0 0 0 0,-2 38-1 16,2-38 5-16,0 0-7 0,-3 38 4 0,3-38-4 16,0 0 0-16,-2 40 2 0,2-40-2 0,0 0 2 15,-2 36-1-15,2-36-1 0,0 0 1 0,-3 39 0 16,3-39 3-16,-1 29-1 0,1-29-4 0,0 0 1 15,-3 36 2-15,3-36-2 0,0 0 0 0,0 0 0 16,0 42 1-16,0-42 0 0,0 0 2 0,0 0 0 16,0 38-3-16,0-38-1 0,0 0 5 0,0 0-4 15,3 35-1-15,-3-35-2 0,0 0-1 0,-4 36-1 16,4-36 0-16,0 0-3 0,-7 40 12 0,7-40-20 16,-6 29 13-16,6-29-3 0,0 0-6 0,-5 43 4 15,5-43-5-15,0 0 4 0,0 37-2 0,0-37 0 16,0 0 0-16,1 32-3 0,-1-32 2 0,0 0 1 15,0 0 2-15,3 34-3 0,-3-34 4 0,0 0 3 16,0 0 2-16,0 0-4 0,8 33-6 0,-8-33 4 16,0 0 3-16,0 0 2 0,0 0-1 0,0 0-2 15,9 32 2-15,-9-32-1 0,0 0 4 0,0 0-2 16,0 0-4-16,0 0-5 0,0 0 12 0,3 33 0 16,-3-33-1-16,0 0-1 0,0 0 2 0,0 0 2 15,0 0 2-15,0 0-7 0,0 0 3 0,3 34 2 16,-3-34-2-16,0 0-3 0,0 0 3 0,0 0 0 15,0 0 3-15,0 0-2 0,0 0-2 0,0 0-8 16,0 0 9-16,0 0 1 0,0 0 0 0,0 0-1 16,0 0 2-16,0 0-3 0,0 0 4 0,0 0-2 15,0 0 1-15,0 0 5 0,0 0-2 0,0 0-2 16,0 0-6-16,0 0 9 0,0 0-3 0,0 0 4 16,0 0-4-16,0 0-6 0,0 0 7 0,0 0 2 15,0 0-2-15,0 0 4 0,0 0-4 0,0 0-1 16,0 0-3-16,0 0-16 0,0 0-20 0,0 0-59 15,0 0-46-15,0 0-150 0,0 0-316 0,0 0 140 16</inkml:trace>
  <inkml:trace contextRef="#ctx0" brushRef="#br0" timeOffset="191623.04">6521 4599 71 0,'0'0'72'0,"0"0"-4"0,0 0-5 16,0 0-8-16,0 0 1 0,0 0-3 0,0 0-1 16,0 0-8-16,0 0 0 0,0 0-6 0,0 0-9 15,0 0-2-15,0 0-3 0,0 0 0 0,0 0 7 16,0 0-18-16,0 0-1 0,0 0-4 0,0 0-2 15,0 0-2-15,0 0 7 0,0 0-3 0,0 0 15 16,0 0 9-16,0 0 6 0,0 0-7 0,0 0-1 16,0 0-1-16,0 0 2 0,81-15-1 0,-81 15 2 15,0 0-4-15,52-11 3 0,-52 11-16 0,0 0 9 16,52-14-9-16,-52 14-7 0,0 0 1 0,49-13-6 16,-49 13-15-16,0 0-2 0,43-10-1 0,-43 10-22 15,0 0 2-15,0 0-11 0,0 0-9 0,0 0-11 16,49-7-11-16,-49 7-68 0,0 0-155 0,0 0 69 15</inkml:trace>
  <inkml:trace contextRef="#ctx0" brushRef="#br0" timeOffset="191842.33">6691 4465 56 0,'0'0'97'0,"0"0"-18"0,0 0-7 0,0 0-9 15,0 0-8-15,0 0-1 0,0 0-3 0,0 0-10 0,0 0 4 16,0 0-24-16,0 0 17 0,0 0-7 0,0 0 22 16,50 88-28-16,-37-69-4 0,-13-19-8 15,29 42-15-15,-12-21-15 0,1 1-18 0,2 3-14 16,0-2-70-16,0 0-129 0,12 6 58 0</inkml:trace>
  <inkml:trace contextRef="#ctx0" brushRef="#br0" timeOffset="192408.43">8051 5049 160 0,'0'0'169'0,"0"0"0"0,0 0-16 16,0 0-8-16,0 0-12 0,0 0-9 0,0 0-16 16,0 0-8-16,0 0-13 0,0 0-15 0,0 0-6 0,0 0-7 15,0 0-8-15,0 0-7 0,0 0-1 16,0 0-11-16,0 0 2 0,0 0-1 0,0 0-5 15,0 0 1-15,0 0-7 0,0 0 1 0,0 0-2 16,96-40-4-16,-96 40-2 0,0 0-4 0,39-12-16 16,-39 12-18-16,0 0-22 0,0 0-28 0,0 0-30 0,0 0-42 15,53-5-114-15,-53 5-282 0,0 0 125 16</inkml:trace>
  <inkml:trace contextRef="#ctx0" brushRef="#br0" timeOffset="193604.44">20371 5547 154 0,'0'0'187'0,"0"0"-10"0,0 0-5 0,0 0-9 16,0 0-6-16,0 0-7 0,0 0-7 0,0 0-8 15,0 0-12-15,0 0-4 0,0 0-13 0,0 0-8 16,0 0-6-16,0 0-13 0,0 0-8 0,0 0-6 16,0 0-8-16,0 0-4 0,0 0-12 0,0 0-4 15,0 0-4-15,0 0-1 0,0 0-4 0,0 0 0 16,0 0-4-16,0 0 0 0,0 0-3 0,0 0-2 15,139-5-1-15,-139 5 0 0,68-1-5 0,-21-6 4 16,-47 7-5-16,61-5-2 0,-61 5 0 0,63-4-1 16,-63 4 1-16,53-4-1 0,-53 4 0 0,0 0-4 15,0 0 1-15,53-3-1 0,-53 3 1 0,0 0-3 16,0 0-1-16,0 0 3 0,0 0 2 0,0 0-1 16,0 0 5-16,0 0-3 0,0 0-2 0,0 0-6 15,0 0-22-15,0 0-18 0,0 0-27 0,0 0-29 16,0 0-34-16,0 0-35 0,0 0-58 0,0 0-119 15,0 0-370-15,0 0 164 0</inkml:trace>
  <inkml:trace contextRef="#ctx0" brushRef="#br0" timeOffset="194374.62">21853 3869 30 0,'0'0'149'0,"0"0"-13"0,0 0-7 0,0 0 6 16,0 0-16-16,0 0-12 0,0 0-7 0,0 0-2 16,0 0-15-16,0 0-4 0,0 0-5 0,0 0-12 15,0 0-9-15,0 0-7 0,0 0-3 0,0 0-6 16,0 0-5-16,0 0-2 0,0 0-4 0,0 0-4 15,0 0 3-15,0 0-7 0,0 0 0 0,0 0 8 0,0 0-8 16,0 0 3-16,0 0 2 0,0 0 3 16,0 0-2-16,145 9-7 0,-145-9 2 0,0 0-6 15,80-7 7-15,-80 7-6 0,0 0 4 0,60-6-6 16,-60 6-5-16,0 0 1 0,63-10-2 0,-63 10 3 16,0 0-1-16,42-5-5 0,-42 5 6 0,0 0-5 0,0 0-1 15,0 0 4-15,0 0-4 0,0 0 4 16,0 0-5-16,0 0-9 0,0 0 1 0,0 0-17 15,0 0-19-15,0 0-22 0,0 0-28 0,0 0-35 16,0 0-12-16,0 0-108 0,0 0-267 0,0 0 119 0</inkml:trace>
  <inkml:trace contextRef="#ctx0" brushRef="#br0" timeOffset="194737.81">22048 3596 82 0,'0'0'130'0,"0"0"-19"0,0 0-8 0,0 0-18 0,0 0 0 16,0 0-19-16,0 0-2 0,0 0-1 15,0 0-8-15,0 0-3 0,0 0-2 0,0 0-2 16,0 0-12-16,19 86 10 0,-13-59 1 0,-6-27 8 0,7 54 4 15,0-12-4-15,-7-14 8 0,5 13 0 0,-2-10-3 16,-3-31-10-16,6 56 1 0,-3-28 2 0,-3-28-5 16,1 60 0-16,0-35-7 0,-1-25 0 0,3 40-4 15,-3-40 2-15,3 36-7 0,-3-36-2 16,0 0-2-16,2 38-3 0,-2-38 0 0,0 0-3 0,0 0-1 16,4 29-3-16,-4-29 1 0,0 0-2 0,0 0-4 15,0 0-1-15,0 0 3 0,0 0-16 0,0 0-16 16,0 0-20-16,0 0-33 0,0 0-22 0,0 0-38 15,0 0-42-15,0 0-102 0,0 0-298 0,0 0 132 16</inkml:trace>
  <inkml:trace contextRef="#ctx0" brushRef="#br0" timeOffset="196402.65">20491 7360 36 0,'0'0'89'0,"0"0"-7"16,0 0-1-16,0 0-1 0,0 0 0 0,0 0 7 0,0 0-14 15,0 0 0-15,0 0 2 0,0 0-7 0,0 0-9 16,0 0 0-16,0 0-5 0,0 0 5 0,0 0 1 16,0 0-9-16,0 0 3 0,0 0-10 0,0 0 3 15,0 0-4-15,0 0-7 0,0 0-1 0,0 0-7 16,0 0-2-16,0 0-2 0,0 0-4 0,0 0-4 16,0 0-4-16,0 0 0 0,0 0 0 0,0 0 0 15,0 0 3-15,0 0 2 0,0 0 0 0,107-22 2 16,-75 17 5-16,13-4-3 0,1 0 0 0,-46 9-1 15,79-6 1-15,-79 6-2 0,57-5-2 0,-57 5 1 16,45-5-10-16,-45 5 4 0,0 0 0 0,0 0-5 16,68-2 1-16,-68 2 1 0,0 0-2 0,0 0 1 15,0 0-1-15,0 0-2 0,0 0 3 0,0 0-1 16,55-2 3-16,-55 2-4 0,0 0 10 0,0 0-3 16,0 0 6-16,0 0 0 0,0 0-7 0,0 0 2 0,0 0-11 15,0 0-5-15,0 0-9 0,0 0-1 16,0 0-4-16,0 0-8 0,0 0-10 0,0 0-7 15,0 0-6-15,0 0-7 0,0 0-1 0,0 0-1 16,0 0 3-16,-174-10 10 0,174 10-9 0,0 0 1 0,0 0-4 16,-70 0 2-16,70 0-1 0,0 0 6 0,0 0 1 15,-75 4 6-15,75-4 5 0,0 0-2 16,-59 4 4-16,59-4 5 0,0 0 3 0,-56 3 8 16,56-3 4-16,0 0 3 0,0 0 2 0,-67 4 4 0,67-4 1 15,0 0 7-15,0 0-1 0,-46 5 8 0,46-5-1 16,0 0 0-16,0 0-3 0,0 0-3 0,0 0 2 15,0 0 4-15,0 0-6 0,0 0-4 0,0 0 5 16,0 0 7-16,0 0 4 0,0 0 5 0,0 0-7 16,0 0-1-16,0 0 3 0,0 0 1 0,0 0 2 15,0 0 4-15,183 14 0 0,-183-14 12 0,59-3-7 16,-59 3 5-16,64-10 2 0,-64 10-9 0,58-9 0 16,-58 9-3-16,48-6 1 0,-48 6-3 0,0 0 0 15,61-10-4-15,-61 10-2 0,0 0 1 0,0 0-4 16,42-8-2-16,-42 8 1 0,0 0 6 0,0 0-8 15,0 0-2-15,0 0 9 0,0 0-6 0,0 0 0 16,0 0-6-16,0 0-6 0,0 0-18 0,0 0-15 16,0 0-17-16,0 0-23 0,0 0-24 0,0 0-116 15,0 0-233-15,0 0 103 0</inkml:trace>
  <inkml:trace contextRef="#ctx0" brushRef="#br0" timeOffset="197900.74">21570 3185 62 0,'0'0'111'15,"0"0"-10"-15,0 0-9 0,-52-28-3 0,52 28 2 0,0 0-1 16,0 0 5-16,0 0-3 0,0 0-9 16,0 0 2-16,0 0-9 0,-32-17-17 0,32 17-3 15,0 0-4-15,0 0-10 0,0 0-9 0,0 0 0 16,0 0-7-16,0 0-9 0,0 0 0 0,0 0 4 16,0 0-3-16,0 0-4 0,0 0-1 0,0 0-6 15,0 0 18-15,146 7-13 0,-146-7 2 0,91 0 0 16,-91 0 0-16,81-1 3 0,-81 1-2 0,80 1 0 15,-80-1-2-15,82-2 4 0,-82 2-1 0,64 1-1 16,-64-1-5-16,66-4 4 0,-66 4-5 0,58 3 2 16,-58-3 0-16,0 0-8 0,71 4 7 0,-71-4 0 0,0 0-3 15,0 0 2-15,54 3-5 0,-54-3 2 16,0 0-4-16,0 0 0 0,0 0 3 0,0 0 7 16,0 0-10-16,0 0 5 0,0 0 1 0,0 0 4 15,0 0-4-15,0 0 1 0,0 0-7 0,0 0-10 16,0 0-21-16,0 0-4 0,0 0-4 0,0 0-11 15,0 0-6-15,0 0-3 0,0 0-3 0,0 0-4 16,0 0-14-16,-184 10 6 0,184-10-8 0,-64 0 7 16,64 0 2-16,-77-3 4 0,77 3 8 0,-79-2 2 15,79 2 8-15,-62-4-2 0,62 4 8 0,-62-4 2 16,62 4 11-16,-55-3 3 0,55 3 5 0,-52-5 5 16,52 5 11-16,0 0 3 0,0 0 6 0,-67-6 19 0,67 6 3 15,0 0 4-15,0 0-2 0,0 0-3 16,0 0 7-16,0 0-6 0,-46-5 0 0,46 5-3 15,0 0-7-15,0 0-4 0,0 0 4 0,0 0-10 16,0 0 6-16,0 0 1 0,0 0 0 0,0 0 0 16,0 0-6-16,0 0-1 0,0 0 3 0,0 0 2 15,203 4 1-15,-203-4 1 0,94-1-2 0,-48-2 8 0,-46 3 0 16,93-6 6-16,-47 3-10 0,-46 3 4 16,77-9-1-16,-77 9 4 0,65-3-11 0,-65 3 1 15,66-6 2-15,-66 6 0 0,58-1 4 0,-58 1-9 16,58-4 3-16,-58 4 2 0,0 0 1 0,66-3 4 15,-66 3-1-15,0 0 0 0,52-3 2 0,-52 3 0 0,0 0-7 16,0 0 6-16,0 0-5 0,0 0-2 16,57-4 1-16,-57 4-4 0,0 0 4 0,0 0 5 15,0 0 0-15,0 0 11 0,0 0-10 0,0 0 6 16,0 0 9-16,0 0-3 0,0 0-1 0,0 0-3 16,0 0 0-16,0 0 5 0,0 0-10 0,0 0 7 0,0 0-9 15,0 0-4-15,0 0-1 0,0 0-1 16,0 0-3-16,0 0-1 0,0 0-2 0,0 0 1 15,0 0-5-15,0 0 3 0,0 0-3 0,0 0-2 16,0 0 6-16,0 0-17 0,0 0-22 0,0 0-25 16,0 0-29-16,0 0-29 0,0 0-17 0,0 0-104 15,0 0-256-15,0 0 114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09:46:11.4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13357 6712 101 0,'0'0'138'0,"0"0"-11"16,0 0-11-16,0 0-10 0,0 0-8 0,0 0-9 15,0 0-9-15,0 0 1 0,0 0-4 0,0 0-12 16,0 0 3-16,0 0 0 0,0 0-11 0,0 0-7 16,0 0-1-16,0 0-3 0,0 0-3 0,0 0-7 15,-53-56-2-15,53 56 5 0,0 0-5 0,0 0-2 16,-20-38-4-16,20 38-1 0,0 0-6 0,-15-35 0 15,15 35 6-15,-14-26-6 0,14 26-1 0,-13-26-5 16,13 26 4-16,-14-26 4 0,14 26 3 0,-18-27-7 16,18 27 1-16,-16-28-4 0,16 28 6 0,-20-29-10 15,20 29 2-15,-20-26-5 0,20 26-3 0,-23-26 4 16,23 26 0-16,-22-24-5 0,22 24 5 0,-23-24-3 16,23 24-2-16,0 0 0 0,-34-26 5 0,34 26 4 0,0 0-7 15,-32-21 0-15,32 21-3 0,0 0 1 16,-36-19-1-16,36 19-4 0,0 0 4 0,-37-16-7 15,37 16 2-15,0 0-2 0,-37-12 3 0,37 12-1 16,0 0-6-16,0 0-2 0,-49-10 2 0,49 10 6 0,0 0 4 16,0 0-1-16,0 0 1 0,0 0 3 0,-51-7-3 15,51 7 5-15,0 0 5 0,0 0-4 16,0 0 3-16,0 0 1 0,0 0 1 0,0 0-10 16,0 0-8-16,0 0-6 0,0 0 1 0,-88 9-2 15,88-9 1-15,0 0 6 0,0 0-1 0,-50 9 3 0,50-9-4 16,0 0 4-16,0 0 3 0,-46 10 1 0,46-10-7 15,0 0 5-15,0 0-2 0,-50 9-3 0,50-9 6 16,0 0-2-16,0 0-3 0,0 0 5 16,0 0-2-16,0 0 0 0,-41 14 0 0,41-14 2 0,0 0 0 15,0 0-9-15,0 0-1 0,-35 16 8 0,35-16-12 16,0 0 2-16,0 0 0 0,-35 22 7 0,35-22-5 16,0 0 4-16,-27 22-3 0,27-22 1 0,0 0-4 15,-24 28 3-15,24-28 3 0,-17 20 2 0,17-20-8 16,0 0 5-16,-23 24 13 0,23-24-15 0,0 0 4 15,0 0 2-15,-20 28-3 0,20-28 2 0,0 0 0 16,0 0 2-16,-18 27-2 0,18-27 5 16,0 0 0-16,-19 28 0 0,19-28 0 0,0 0 1 0,-17 27 1 15,17-27-2-15,0 0 0 0,-14 24 0 0,14-24-4 16,0 0 1-16,-14 32 4 0,14-32-3 0,0 0-2 16,-6 33 2-16,6-33 3 0,0 0-3 0,-4 35 3 15,4-35-2-15,0 0-2 0,-6 34 1 0,6-34 0 16,0 0-3-16,1 39 8 0,-1-39-6 0,0 0 4 15,1 41-3-15,-1-41 1 0,4 29 1 0,-4-29-3 16,0 0 2-16,5 42 1 0,-5-42 2 0,4 29-2 16,-4-29 1-16,0 0 2 0,7 43-3 0,-7-43-11 15,8 27 15-15,-8-27-3 0,0 0 2 0,9 45 0 16,-9-45 2-16,12 27-4 0,-12-27-3 0,10 32 0 16,-10-32 7-16,10 30-4 0,-10-30 1 0,14 28-1 15,-14-28 8-15,10 30-7 0,-10-30-4 0,12 31 2 16,-12-31 6-16,14 30-5 0,-14-30-1 0,15 29 5 15,-15-29-6-15,14 29 4 0,-14-29-3 0,16 27 5 16,-16-27-2-16,15 26-3 0,-15-26-3 0,18 27 2 16,-18-27 6-16,18 23-7 0,-18-23 3 0,19 26 1 15,-19-26-2-15,0 0-3 0,28 31 1 0,-28-31 2 0,22 22-2 16,-22-22-3-16,0 0 8 0,33 27-7 16,-33-27 5-16,26 19-2 0,-26-19 0 0,0 0 2 15,34 27-5-15,-34-27 3 0,27 19 0 0,-27-19-1 16,0 0-2-16,35 18 6 0,-35-18-3 0,26 17-1 0,-26-17 0 15,0 0 0-15,46 19 0 0,-46-19 1 0,0 0-1 16,42 15 5-16,-42-15-8 0,0 0 8 16,40 9-4-16,-40-9 2 0,0 0 3 0,40 12-12 15,-40-12 8-15,0 0 3 0,0 0-4 0,57 9 3 16,-57-9-1-16,0 0 2 0,0 0-3 0,59-2 1 0,-59 2-1 16,0 0 3-16,0 0-1 0,0 0 5 0,70-10-3 15,-70 10-1-15,0 0-2 0,42-11 8 16,-42 11-3-16,0 0 0 0,44-17 4 0,-44 17-1 15,0 0-2-15,41-24-1 0,-41 24 5 0,25-17-7 0,-25 17 6 16,0 0-3-16,34-27 0 0,-34 27 3 0,20-20-1 16,-20 20-1-16,22-20-2 0,-22 20 2 0,0 0 0 15,27-35-6-15,-27 35 2 0,15-24 1 16,-15 24 4-16,15-25 2 0,-15 25-4 0,8-30 2 16,-8 30-3-16,0 0 1 0,19-37-1 0,-19 37 3 0,9-27-5 15,-9 27 1-15,0 0-5 0,9-38 2 0,-9 38-1 16,0 0 1-16,4-36 1 0,-4 36-1 0,0 0 2 15,-3-34-6-15,3 34 2 0,0 0 1 16,0 0 1-16,-2-41-4 0,2 41 0 0,0 0 9 0,-3-34-4 16,3 34-1-16,0 0-2 0,-5-32 3 0,5 32-5 15,0 0 3-15,-4-32-1 0,4 32 0 0,0 0 0 16,-8-30 0-16,8 30-2 0,0 0 0 0,-11-33 0 16,11 33 3-16,-9-30 1 0,9 30-1 15,0 0-3-15,-10-38 2 0,10 38 2 0,0 0 4 0,-13-28 2 16,13 28-4-16,0 0 5 0,-14-32-6 0,14 32-2 15,-14-25 0-15,14 25-2 0,0 0 4 0,-18-30-5 16,18 30 0-16,0 0 3 0,-22-35-3 0,22 35 0 16,-14-23 3-16,14 23-5 0,0 0 2 0,-19-37 4 15,19 37 0-15,0 0-2 0,-19-29 3 0,19 29 4 16,0 0 2-16,-19-27-2 0,19 27 1 0,0 0-1 16,-18-23 0-16,18 23-1 0,0 0-1 0,0 0 0 15,-27-29 0-15,27 29-2 0,0 0 1 0,-27-23-4 16,27 23-1-16,0 0 6 0,-24-19-6 0,24 19 0 15,0 0 1-15,0 0-8 0,-32-19-12 0,32 19-16 16,0 0-7-16,0 0-16 0,0 0-16 0,0 0-20 16,-41-12-28-16,41 12-54 0,0 0-179 0,0 0-383 15,0 0 169-15</inkml:trace>
  <inkml:trace contextRef="#ctx0" brushRef="#br0" timeOffset="3355.12">15378 7021 37 0,'0'0'75'0,"0"0"-8"0,0 0-2 15,0 0-12-15,0 0 4 0,0 0-3 0,0 0-8 0,0 0-4 16,0 0-1-16,0 0-3 0,0 0 0 0,0 0-8 16,0 0 0-16,0 0-4 0,0 0-9 15,0 0-1-15,0 0 11 0,0 0-14 0,0 0 7 0,0 0 3 16,0 0-11-16,0 0 0 0,0 0 2 0,0 0-5 16,0 0 1-16,0 0-2 0,0 0 7 0,107-38-8 15,-107 38 3-15,0 0-5 0,23-29-6 16,-23 29 5-16,10-27-2 0,-10 27 0 0,12-26 5 0,-12 26-5 15,5-33 3-15,-5 33-2 0,9-31 5 0,-9 31-9 16,0 0 1-16,2-48-2 0,-2 48 4 0,2-35 2 16,-2 35-5-16,-3-32 4 0,3 32-6 0,-4-33 6 15,4 33-11-15,-5-35 11 0,5 35 10 16,-5-33-2-16,5 33 4 0,-5-34-4 0,5 34 6 0,-10-33-6 16,10 33-2-16,-13-33-1 0,13 33-8 0,-10-39 1 15,10 39 4-15,-13-31-4 0,13 31 3 0,-15-30-4 16,15 30 4-16,-16-28-9 0,16 28 7 0,-19-25 0 15,19 25 4-15,0 0 2 0,-25-33-2 0,25 33-7 16,-20-24 8-16,20 24-2 0,-20-22-5 0,20 22 11 16,0 0-16-16,-33-28 2 0,33 28 0 15,-26-17 0-15,26 17-3 0,0 0-5 0,-41-20 1 0,41 20 3 16,0 0-17-16,-53-13 14 0,53 13-6 0,0 0 4 16,-57-6-4-16,57 6 3 0,0 0 2 0,-70 1 3 15,70-1 5-15,0 0-14 0,-78 8 6 0,78-8-5 16,0 0 16-16,-52 8-7 0,52-8-3 0,-36 12 4 15,36-12 0-15,-33 16 3 0,33-16-2 0,-37 24 0 16,37-24 2-16,-26 23 0 0,26-23 3 0,-28 30-6 16,28-30-2-16,-22 30 3 0,12-8 1 0,10-22 4 15,-13 40-2-15,13-40 1 0,-6 46-12 0,2-22 13 16,4-24 2-16,-5 47-2 0,5-47 0 0,0 50-1 16,4-21 2-16,-4-29 0 0,10 56-5 0,-4-14 6 15,0-14-3-15,4 17-7 0,-1-19 2 0,0 4-2 16,3-4 3-16,-1 3-8 0,1-1-4 0,4-2 2 15,-16-26 3-15,34 44 1 0,-15-25-1 0,3-1 3 16,-22-18-1-16,51 27 7 0,-25-16-1 0,-26-11 0 16,51 17-3-16,-51-17 4 0,56 6-4 0,-56-6 2 15,60-3 12-15,-60 3-5 0,0 0 11 0,87-16 2 16,-87 16-1-16,55-15 5 0,-55 15 0 0,49-21 3 16,-49 21-2-16,39-20 3 0,-18 6 4 0,-21 14-4 15,30-18-1-15,-30 18-5 0,31-21 0 0,-31 21 7 16,0 0-7-16,26-19 3 0,-26 19 6 0,0 0-6 15,0 0 5-15,0 0-19 0,0 0-14 0,0 0-18 16,0 0-38-16,0 0-95 0,0 0-171 0,0 0 77 16</inkml:trace>
  <inkml:trace contextRef="#ctx0" brushRef="#br0" timeOffset="12787.72">24273 5932 67 0,'0'0'142'0,"0"0"-10"0,0 0-8 15,0 0-14-15,0 0-10 0,0 0-4 0,0 0-3 16,0 0-14-16,0 0-2 0,0 0-7 0,0 0-6 16,0 0 2-16,0 0-14 0,0 0 4 0,0 0-11 15,0 0-10-15,0 0 7 0,0 0-7 0,0 0-4 0,0 0 2 16,0 0-5-16,0 0-3 0,0 0 2 16,0 0-2-16,0 0 1 0,0 0-4 0,0 0 0 15,0 0-4-15,0 0 2 0,0 0-5 0,0 0-2 16,0 0-4-16,0 0-2 0,0 0-6 0,0 0 2 0,0 0-1 15,0 0 2-15,0 0 1 0,0 0-8 16,0 0 3-16,0 0 5 0,0 0-4 0,0 0 2 16,0 0 0-16,42 73 6 0,-35-49-10 0,-7-24 4 15,20 48 0-15,-9-20-4 0,5 9 6 0,-5-10-1 0,-11-27-2 16,22 49 2-16,-11-23 4 0,1 0-1 0,-1 3-5 16,-11-29-4-16,23 52 3 0,-13-26-2 15,2-1-2-15,-12-25 2 0,20 45 3 0,-9-23 1 16,-11-22-2-16,16 31 8 0,-16-31-10 0,18 27 7 15,-18-27-5-15,17 23 1 0,-17-23 2 0,0 0-2 0,0 0 2 16,18 25-4-16,-18-25-2 0,0 0 4 0,0 0 2 16,0 0 4-16,0 0 8 0,0 0 1 0,0 0-1 15,0 0 3-15,0 0 0 0,0 0 0 16,0 0 2-16,62-60-4 0,-62 60 8 0,18-48 5 0,-11 19-1 16,2 0-5-16,3-11 0 0,-7 13-6 0,-5 27-1 15,7-57-1-15,-2 29-2 0,-2-2 2 0,-3 30-6 16,8-55 1-16,-4 29-3 0,-4 26 1 15,3-46 2-15,-3 46-6 0,1-41 2 0,-1 41 0 0,0-27 0 16,0 27 0-16,0 0 2 0,0 0-3 0,-1-37 2 16,1 37-3-16,0 0-1 0,0 0-5 0,0 0-4 15,0 0-21-15,0 0-22 0,0 0-29 0,0 0-26 16,0 0-15-16,0 0-6 0,0 0-8 0,0 0-16 16,0 0-120-16,0 0-289 0,0 0 128 0</inkml:trace>
  <inkml:trace contextRef="#ctx0" brushRef="#br0" timeOffset="13266.06">24958 6577 82 0,'0'0'172'0,"0"0"-16"0,0 0-13 15,0 0-17-15,0 0-10 0,0 0-15 0,0 0-9 16,0 0-9-16,0 0-13 0,0 0 0 0,0 0-10 16,0 0-8-16,0 0-8 0,0 0-6 0,0 0-2 0,-55 45-1 15,55-45-8-15,0 0 0 0,-12 35 1 0,12-35-4 16,0 0-5-16,0 32-4 0,0-32 3 15,0 0 0-15,0 0-3 0,0 0 7 0,14 35-5 16,-14-35 5-16,0 0 4 0,0 0-3 0,0 0 3 16,39 16-2-16,-39-16 1 0,0 0 5 0,0 0-3 0,0 0-5 15,0 0 3-15,0 0 9 0,101-31 0 16,-101 31-5-16,0 0 4 0,30-22-3 0,-30 22 9 16,0 0-2-16,23-30-3 0,-23 30 1 0,8-29 7 15,-8 29 0-15,0 0-1 0,-5-39-6 0,5 39-2 16,0 0-5-16,-23-38-8 0,23 38-5 0,-23-20-8 15,23 20 0-15,-30-20-9 0,30 20-1 0,0 0-7 16,-44-15-12-16,44 15-7 0,0 0-15 0,0 0-6 16,0 0-13-16,0 0-15 0,0 0-13 0,0 0-8 0,-75 29-32 15,75-29-2-15,0 0-11 0,0 0-128 0,-3 44-295 16,3-44 130-16</inkml:trace>
  <inkml:trace contextRef="#ctx0" brushRef="#br0" timeOffset="13930.95">25254 6557 28 0,'0'0'185'0,"0"0"-10"0,0 0-23 15,0 0-20-15,0 0-13 0,0 0-13 0,0 0-10 16,0 0-14-16,0 0-8 0,0 0-1 0,0 0-13 15,0 0-6-15,0 0-3 0,0 0-4 0,0 0-5 16,0 0-1-16,31 70-5 0,-31-70-1 0,0 0-7 16,0 0 0-16,11 23-5 0,-11-23-3 0,0 0 1 15,0 0 4-15,0 0-6 0,0 0 1 0,0 0 8 16,0 0 1-16,36 15-5 0,-36-15 1 0,0 0 6 16,0 0-3-16,0 0-6 0,0 0-5 0,0 0 3 15,68-40-1-15,-68 40 1 0,0 0-3 0,29-32-4 16,-29 32-5-16,14-19 10 0,-14 19-9 0,0 0-4 15,0 0 1-15,0 0-4 0,23-24 5 0,-23 24-9 16,0 0 1-16,0 0 0 0,0 0-2 0,0 0-3 16,0 0-1-16,0 0 1 0,0 0 7 0,0 0-2 15,0 0 0-15,0 0 0 0,0 0 1 0,0 0-2 16,41 68 1-16,-41-68-2 0,0 0 6 0,12 29-3 16,-12-29 4-16,0 0-6 0,0 0 4 0,19 27-2 15,-19-27-1-15,0 0 6 0,0 0-4 0,0 0 5 16,32 16 1-16,-32-16 4 0,0 0-2 0,0 0 6 15,0 0-5-15,0 0 4 0,0 0 0 0,0 0-5 0,68-40 1 16,-68 40 2-16,0 0 0 0,16-29-4 0,-16 29-1 16,0 0 1-16,9-41-1 0,-9 41-3 15,3-29 2-15,-3 29-5 0,0 0-6 0,0-45-6 16,0 45 0-16,0 0 0 0,-9-42 2 0,9 42 4 0,0 0 3 16,-7-30 3-16,7 30 1 0,0 0-4 0,0 0 2 15,0 0-4-15,0 0 2 0,0 0-6 16,0 0-3-16,0 0 4 0,0 0-3 0,0 0-1 15,0 0 7-15,0 0 2 0,0 0-1 0,0 0 1 0,0 0 2 16,0 0 0-16,-34 98-3 0,34-98 2 0,0 33 0 16,0-33 6-16,-2 41-4 0,2-41 2 0,0 0-2 15,6 46-2-15,-6-46-4 0,0 0-13 0,7 29-11 16,-7-29-19-16,0 0-7 0,8 31-8 0,-8-31-13 16,0 0-18-16,0 0-12 0,0 0-4 0,0 0-17 15,0 0-111-15,0 0-257 0,0 0 114 0</inkml:trace>
  <inkml:trace contextRef="#ctx0" brushRef="#br0" timeOffset="14137.29">25571 6553 127 0,'0'0'221'0,"0"0"-7"0,0 0-8 0,0 0-17 0,0 0-15 15,0 0-17-15,0 0-17 0,0 0-18 0,0 0-12 16,0 0-13-16,0 0-7 0,0 0-9 0,0 0-10 15,0 0-6-15,0 0-4 0,0 0-6 0,0 0-8 16,78-31-4-16,-78 31-5 0,0 0-15 0,59-5-20 16,-59 5-25-16,0 0-29 0,48-5-34 0,-48 5-36 15,0 0-44-15,0 0-150 0,50-15-342 0,-50 15 151 16</inkml:trace>
  <inkml:trace contextRef="#ctx0" brushRef="#br0" timeOffset="14665.05">26094 6186 168 0,'0'0'207'15,"0"0"-11"-15,0 0-12 0,0 0-7 0,0 0-16 16,0 0-15-16,0 0-12 0,0 0-12 0,0 0-12 0,0 0-12 16,0 0-11-16,0 0-10 0,0 0-12 0,0 0-5 15,0 0-5-15,0 0-5 0,0 0-6 16,0 0-6-16,0 0-3 0,0 0-1 0,0 0-6 15,0 0 2-15,0 0-8 0,0 0-2 0,136-7 0 0,-136 7-1 16,0 0-5-16,0 0 0 0,70-1-1 16,-70 1 2-16,0 0-3 0,0 0-2 0,56-5-1 15,-56 5-8-15,0 0-14 0,0 0-19 0,0 0-20 16,0 0-23-16,0 0-20 0,0 0-24 0,0 0-17 16,57-3-19-16,-57 3-145 0,0 0-325 0,0 0 144 0</inkml:trace>
  <inkml:trace contextRef="#ctx0" brushRef="#br0" timeOffset="14924.12">26133 6344 41 0,'0'0'165'0,"0"0"-14"0,0 0-19 0,0 0-11 0,0 0-6 16,0 0-8-16,0 0-6 0,0 0-2 0,0 0-8 15,0 0-9-15,0 0-3 0,0 0-11 0,0 0 7 16,104 10-6-16,-104-10-5 0,0 0-5 0,0 0 0 16,78-8-6-16,-78 8-5 0,0 0-6 0,0 0-6 15,56-6 0-15,-56 6-3 0,0 0-5 0,0 0-2 16,0 0-2-16,0 0-9 0,0 0-18 0,0 0-23 16,0 0-27-16,0 0-35 0,0 0-52 0,0 0-146 15,0 0-308-15,0 0 137 0</inkml:trace>
  <inkml:trace contextRef="#ctx0" brushRef="#br0" timeOffset="17534.97">12762 7678 70 0,'0'0'129'0,"0"0"-4"0,0 0-14 0,0 0-12 0,0 0-6 16,0 0-10-16,0 0-2 0,0 0-8 0,0 0-11 16,0 0-1-16,0 0-14 0,0 0-3 0,0 0 0 15,0 0-3-15,0 0 0 0,0 0 2 0,0 0 4 16,0 0-8-16,0 0-2 0,0 0-3 0,111-50 0 15,-69 31-4-15,-11 9 2 0,12-12-7 0,2 6-3 16,-2-1 0-16,-43 17-6 0,55-20 0 0,-24 7-6 16,-31 13-8-16,56-16-21 0,-56 16-4 0,46-11-18 15,-46 11-16-15,0 0-17 0,54-11-6 0,-54 11-17 16,0 0-10-16,0 0-80 0,0 0-200 0,0 0 89 16</inkml:trace>
  <inkml:trace contextRef="#ctx0" brushRef="#br0" timeOffset="17700.72">13256 7685 129 0,'0'0'159'0,"0"0"-3"15,0 0-14-15,0 0-20 0,0 0-7 0,0 0-12 16,0 0-18-16,0 0-15 0,0 0 3 16,0 0-11-16,0 0-9 0,0 0-14 0,0 0 12 15,82-47-13-15,-82 47 1 0,73-32-28 0,-28 18-23 0,-13 4-55 16,17-2-23-16,-49 12-123 0,78-12-231 0,-78 12 102 15</inkml:trace>
  <inkml:trace contextRef="#ctx0" brushRef="#br0" timeOffset="19033.32">27029 5851 135 0,'0'0'163'0,"0"0"3"15,-14-45-10-15,14 45-11 0,0 0-7 0,-6-28-8 16,6 28-15-16,0 0-7 0,0 0-8 0,0 0-9 0,0 0-12 15,0 0-6-15,0 0-9 0,0 0-10 0,0 0-6 16,0 0 0-16,0 0-10 0,0 0-6 16,0 0-6-16,0 0-7 0,-5-32 7 0,5 32-7 15,0 0-3-15,0 0-1 0,0 0-1 0,0 0-5 0,0 0 3 16,0 0 0-16,0 0 0 0,67 67-7 0,-67-67 2 16,27 35-2-16,-13-13-14 0,-14-22 18 0,35 46-2 15,-20-20-2-15,-1 0 1 0,12 13 3 16,-2-5-4-16,0 2 6 0,-9-13-6 0,1 4 1 15,-16-27-3-15,29 45 1 0,-16-22-1 0,1-1-3 16,-14-22 4-16,22 28 2 0,-22-28-7 0,20 27 7 0,-20-27 0 16,0 0-3-16,23 23-4 0,-23-23 2 0,0 0 6 15,0 0-1-15,0 0 22 0,0 0 11 16,0 0 9-16,0 0-2 0,0 0-5 0,0 0-1 0,0 0-1 16,73-53 1-16,-62 26 5 0,-11 27 1 0,17-51-3 15,-11 21-11-15,-1 2 5 0,-5 28-10 0,10-59 0 16,-6 16-13-16,-3 14 6 0,-1 29-3 0,0-55-4 15,-3 27-2-15,3 28 0 0,-1-42-3 16,1 42-1-16,-4-36-3 0,4 36-5 0,0 0-5 0,-10-40 1 16,10 40-11-16,0 0-16 0,0 0-24 0,0 0-25 15,0 0-37-15,0 0-10 0,0 0-2 0,0 0-7 16,0 0-8-16,0 0-11 0,0 0-22 0,0 0-102 16,0 0-302-16,0 0 134 0</inkml:trace>
  <inkml:trace contextRef="#ctx0" brushRef="#br0" timeOffset="19274.23">27779 6227 160 0,'0'0'163'0,"0"0"-20"0,0 0-16 0,0 0-10 15,0 0-17-15,0 0-8 0,0 0-7 0,0 0-6 16,0 0-14-16,8 52-4 0,-8-52-9 0,0 0 0 16,3 35-9-16,-3-35-11 0,0 0-27 0,-1 38-21 15,1-38-21-15,0 0-19 0,0 0-21 0,0 31-18 16,0-31-88-16,0 0-197 0,0 0 87 0</inkml:trace>
  <inkml:trace contextRef="#ctx0" brushRef="#br0" timeOffset="19635.82">27762 6011 59 0,'0'0'146'0,"0"0"-10"15,0 0-23-15,0 0-9 0,0 0-16 0,0 0-9 16,0 0-5-16,0 0-9 0,0 0-12 0,0 0 4 16,0 0-7-16,0 0 2 0,0 0-11 0,0 0-5 15,0 0-2-15,0 0 3 0,0 0 0 0,0 0 0 16,0 0 5-16,0 0 7 0,0 0 5 0,0 0 12 16,0 0-7-16,0 0 4 0,0 0 2 0,0 0 6 15,0 0-8-15,0 0 3 0,0 0 0 0,0 0-1 16,0 0-5-16,0 0-7 0,0 0-3 0,0 0-2 15,0 0-9-15,0 0-10 0,0 0-1 0,0 0-9 16,0 0-9-16,0 0-17 0,0 0-24 0,0 0-22 16,-44-32-22-16,44 32-20 0,0 0-25 0,0 0-21 15,0 0-31-15,0 0-107 0,0 0-301 0,0 0 134 16</inkml:trace>
  <inkml:trace contextRef="#ctx0" brushRef="#br0" timeOffset="20096.03">27984 6191 140 0,'0'0'141'0,"0"0"-24"0,0 0-5 0,0 0-11 16,0 0-7-16,0 0-8 0,0 0-12 0,0 0-7 15,0 0-3-15,33 50 0 0,-33-50-7 0,7 31-8 0,-7-31 1 16,2 33-2-16,-2-33-2 0,0 35-4 0,0-35-6 16,0 0-3-16,1 39-6 0,-1-39-3 0,0 0 1 15,0 0 1-15,0 0-6 0,0 0 2 0,0 0 12 16,-2 34 4-16,2-34 11 0,0 0 5 16,0 0 6-16,0 0 4 0,0 0 5 0,0 0-1 0,0 0-8 15,0 0-6-15,0 0-6 0,0 0-7 0,0 0-1 16,0 0-7-16,0 0-4 0,0 0-4 0,60-82-3 15,-60 82-3-15,20-29-2 0,-20 29 2 0,20-24-6 16,-20 24 1-16,28-22-7 0,-28 22 3 0,23-19-1 16,-23 19-1-16,0 0-5 0,0 0 3 0,35-22-7 15,-35 22 2-15,0 0-1 0,0 0-2 0,0 0 1 16,0 0-3-16,0 0-1 0,0 0 4 0,0 0 2 16,0 0-1-16,0 0 2 0,0 0-1 0,72 38-1 15,-72-38 0-15,0 0-2 0,0 0 2 0,11 40-11 16,-11-40-14-16,0 0-24 0,-1 35-33 0,1-35-25 15,0 0-31-15,0 0-36 0,1 35-140 0,-1-35-340 16,0 0 151-16</inkml:trace>
  <inkml:trace contextRef="#ctx0" brushRef="#br0" timeOffset="20745.48">28666 5950 140 0,'0'0'207'0,"0"0"-9"0,0 0-11 0,0 0-21 15,0 0-11-15,0 0-12 0,0 0-16 0,0 0-14 16,0 0-12-16,0 0-8 0,0 0-15 0,0 0-10 16,0 0-3-16,0 0-11 0,0 0-8 0,0 0-5 15,0 0 1-15,0 0-7 0,0 0 0 0,0 0-6 16,0 0-2-16,0 0-1 0,109 7 0 0,-109-7-3 16,0 0-2-16,75-2 0 0,-75 2-4 0,50-4 3 15,-50 4-4-15,0 0-2 0,57-6-2 0,-57 6-4 16,0 0 0-16,0 0-2 0,63-3-12 0,-63 3-5 15,0 0-22-15,0 0-18 0,0 0-23 0,0 0-16 0,0 0-14 16,48-6-12-16,-48 6-19 0,0 0-23 16,0 0-107-16,0 0-288 0,0 0 128 0</inkml:trace>
  <inkml:trace contextRef="#ctx0" brushRef="#br0" timeOffset="20964.04">28815 5753 166 0,'0'0'196'16,"0"0"-17"-16,0 0-17 0,0 0-13 0,0 0-19 0,0 0-18 15,0 0-15-15,0 0-9 0,0 0-3 0,0 0-7 16,0 0 3-16,0 0-5 0,0 0-4 16,1 78-6-16,-1-78-7 0,10 42-3 0,-10-42-8 15,7 54 1-15,0-30-7 0,-7-24-3 0,8 51-28 16,-3-26-22-16,-5-25-24 0,18 44-58 0,-18-44-29 15,16 29-175-15,-16-29-322 0,23 23 143 0</inkml:trace>
  <inkml:trace contextRef="#ctx0" brushRef="#br0" timeOffset="21663.86">29533 5473 58 0,'0'0'206'0,"0"0"-15"0,0 0-11 16,0 0-25-16,0 0-13 0,0 0-14 0,0 0-14 15,0 0-21-15,0 0-9 0,0 0-9 0,0 0-6 16,0 0-6-16,0 0-4 0,0 0-6 0,0 0-6 15,0 0-4-15,41 80-2 0,-31-53-7 0,-4 1-2 16,-6-28-2-16,16 55-4 0,-9-30-1 0,2 1-3 16,-9-26-1-16,13 32 1 0,-13-32-6 0,19 31 0 15,-19-31-1-15,18 23-3 0,-18-23-4 0,0 0 4 16,0 0 1-16,26 22 3 0,-26-22 0 0,0 0 12 16,0 0 11-16,0 0 4 0,0 0 3 0,0 0 1 15,0 0 1-15,0 0 1 0,79-41-1 0,-79 41 2 16,22-36-4-16,-13 12 0 0,-9 24-7 0,14-46-5 15,-7 21-1-15,-7 25-4 0,8-51-2 0,-8 51-6 16,1-49-4-16,-2 27-2 0,1 22-6 0,0 0-1 16,1-46-10-16,-1 46-10 0,0 0-4 0,0 0-10 15,-2-32-21-15,2 32-31 0,0 0-42 0,0 0-42 16,0 0 10-16,0 0 1 0,0 0-14 0,0 0-24 16,0 0-102-16,0 0-313 0,0 0 139 0</inkml:trace>
  <inkml:trace contextRef="#ctx0" brushRef="#br0" timeOffset="21895.47">30061 5810 77 0,'0'0'140'16,"0"0"-8"-16,0 0-16 0,0 0 0 0,0 0-10 15,0 0-6-15,0 0-7 0,2 53-11 0,-2-53-8 16,0 0-2-16,4 33-6 0,-4-33-10 0,0 0 4 16,0 36-19-16,0-36-18 0,0 0-32 0,3 34-17 15,-3-34-24-15,0 0-20 0,0 0-33 0,0 0-80 16,0 0-198-16,0 0 88 0</inkml:trace>
  <inkml:trace contextRef="#ctx0" brushRef="#br0" timeOffset="22094.07">29994 5553 30 0,'0'0'219'0,"0"0"-15"0,0 0-26 15,0 0-22-15,0 0-21 0,0 0-32 0,0 0-19 16,0 0-16-16,0 0-30 0,0 0-37 0,0 0-29 15,0 0-32-15,0 0-29 0,0 0-85 0,0 0-187 16,0 0 83-16</inkml:trace>
  <inkml:trace contextRef="#ctx0" brushRef="#br0" timeOffset="22520.32">30229 5792 129 0,'0'0'132'0,"0"0"-11"15,0 0-6-15,0 0-6 0,0 0-17 0,0 0-2 16,18 42-10-16,-18-42-1 0,0 0-12 0,0 0-10 16,14 33-3-16,-14-33-5 0,0 0-4 0,0 0-2 15,0 0 1-15,7 30-7 0,-7-30-4 0,0 0 5 16,0 0-12-16,0 0 3 0,0 0 12 0,0 0 1 15,0 0 6-15,0 0 7 0,0 0 6 0,0 0 3 16,0 0-4-16,0 0-3 0,0 0-8 0,0 0-4 16,0 0-5-16,0 0-5 0,0 0-6 0,0 0 2 0,0 0-7 15,0 0-6-15,65-58 7 0,-65 58-12 0,0 0-3 16,27-30 1-16,-27 30-3 0,0 0 0 0,25-18-5 16,-25 18 0-16,0 0-1 0,0 0-1 15,0 0-1-15,32-16 0 0,-32 16 0 0,0 0 0 16,0 0 3-16,0 0-8 0,0 0 2 0,0 0 2 0,0 0-1 15,0 0 1-15,0 0-1 0,0 0 0 0,68 36 4 16,-68-36 0-16,0 0-1 0,0 0-1 16,19 27 2-16,-19-27 2 0,0 0-4 0,0 0-21 15,18 35-26-15,-18-35-36 0,0 0-44 0,5 27-53 16,-5-27-119-16,0 0-324 0,0 0 144 0</inkml:trace>
  <inkml:trace contextRef="#ctx0" brushRef="#br0" timeOffset="23045.49">30900 5114 105 0,'0'0'139'0,"0"0"-18"0,0 0-13 0,0 0-16 16,0 0 0-16,0 0-7 0,0 0-2 0,0 0-8 0,-66 81-4 15,44-42-2-15,4 5-7 0,-1 3-4 0,5-3 4 16,-4 5-10-16,7 0-4 0,0 1-3 16,1 2-2-16,4 0-1 0,2-2-1 0,-3-2-4 15,5 4-1-15,3-6-2 0,2 0-4 0,3-1-5 16,1-17-2-16,2 0-5 0,6 18 6 0,5-5-3 0,-2 0-7 15,-1-18 4-15,-3 2-4 0,6-2 1 16,-2 0-1-16,-18-23-4 0,45 39 2 0,-21-22-6 16,1 0-8-16,-25-17 1 0,49 24-9 0,-49-24-11 15,35 17-13-15,-35-17-9 0,37 14-8 0,-37-14-18 0,0 0-28 16,0 0-26-16,0 0-110 0,0 0-251 0,0 0 112 16</inkml:trace>
  <inkml:trace contextRef="#ctx0" brushRef="#br0" timeOffset="23736.76">31355 5073 151 0,'0'0'181'0,"0"0"-26"0,0 0-15 0,0 0-25 16,0 0-3-16,0 0-18 0,0 0-3 0,0 0-14 0,0 0-2 16,0 0-5-16,0 0 0 0,14 104-5 15,-19-58-5-15,2-19-3 0,3-27-6 0,-8 71-1 16,5-45-12-16,3-26 0 0,-4 48-3 0,4-48-1 0,-5 33-1 16,5-33-4-16,0 0 0 0,-4 28-4 0,4-28-2 15,0 0 2-15,0 0-1 0,0 0 11 16,0 0 11-16,0 0 9 0,0 0 17 0,0 0 9 15,0 0 5-15,0 0-9 0,0 0-8 0,0 0-6 16,0 0-8-16,0 0-5 0,0 0-6 0,0 0-4 0,0 0 0 16,-15-104-9-16,15 104-1 0,-1-59-8 0,1 32-6 15,0 27-6-15,-3-55-3 0,6 27-5 16,-3 28-2-16,5-52 0 0,-5 52 4 0,5-42-6 16,-5 42-2-16,10-33-2 0,-10 33 1 0,12-31 0 15,-12 31-4-15,16-26-1 0,-16 26-2 0,0 0 1 0,22-29 0 16,-22 29-3-16,0 0 3 0,0 0-1 0,33-10-5 15,-33 10 0-15,0 0 2 0,0 0-1 0,0 0 0 16,0 0 4-16,57 47-5 0,-57-47 6 16,7 35-3-16,-7-35 5 0,3 43 3 0,-3-43 1 0,-12 46 3 15,12-46-4-15,-16 30 0 0,16-30 1 0,-21 40 2 16,21-40 1-16,-20 28 4 0,20-28-5 0,-21 20 5 16,21-20-2-16,0 0-1 0,-29 24 0 15,29-24 7-15,0 0-4 0,-28 16 1 0,28-16 1 0,0 0 1 16,0 0-2-16,0 0 4 0,0 0 3 0,0 0 1 15,0 0-9-15,0 0-1 0,0 0 5 0,0 0-5 16,0 0-4-16,0 0-1 0,0 0 3 0,0 0 4 16,0 0-6-16,0 0-3 0,0 0-7 0,0 0 1 15,0 0-2-15,0 0-1 0,0 0-1 0,0 0 4 16,0 0-1-16,0 0-3 0,0 0 1 0,0 0 0 16,0 0 2-16,0 0 5 0,0 0-4 0,0 0 7 15,0 0 2-15,0 0 1 0,39 52-10 0,-39-52-5 16,9 30 0-16,-9-30-19 0,11 31-10 0,-11-31-8 15,9 29-24-15,-9-29-12 0,0 0-12 0,15 32-18 16,-15-32-16-16,0 0-16 0,15 26-114 0,-15-26-288 16,0 0 128-16</inkml:trace>
  <inkml:trace contextRef="#ctx0" brushRef="#br0" timeOffset="24131.03">31545 5309 94 0,'0'0'173'0,"0"0"-7"0,0 0-19 16,0 0-18-16,0 0-8 0,0 0-10 0,0 0-6 0,30-37-13 15,-30 37-10-15,0 0-4 0,0 0-6 0,0 0-12 16,50-9-4-16,-50 9-5 0,0 0-6 15,0 0-5-15,0 0-3 0,0 0-4 0,0 0-4 0,0 0-8 16,0 0 2-16,0 0 0 0,75 33-2 16,-75-33 0-16,0 0-7 0,13 25 8 0,-13-25-7 0,0 0 0 15,1 43 10-15,-1-43-5 0,0 0 3 0,-3 37-8 16,3-37-1-16,0 0-5 0,0 0 15 0,-8 39-20 16,8-39 7-16,0 0-2 0,0 0 0 15,0 0-2-15,1 36 0 0,-1-36 2 0,0 0-3 16,0 0 2-16,0 0 4 0,18 26-5 0,-18-26 3 0,0 0 4 15,0 0-3-15,42 18-21 0,-42-18 6 0,0 0-5 16,0 0-3-16,67 4-12 0,-67-4-25 0,0 0-28 16,0 0-30-16,71-10-24 0,-71 10-24 15,0 0-107-15,0 0-285 0,0 0 126 0</inkml:trace>
  <inkml:trace contextRef="#ctx0" brushRef="#br0" timeOffset="24461.43">31185 5799 115 0,'0'0'110'0,"0"0"-14"0,0 0-4 0,0 0-5 16,0 0-3-16,0 0-4 0,0 0 1 0,0 0-1 15,0 0-13-15,0 0 1 0,118 15-2 0,-118-15-3 0,77-7-2 16,-77 7-4-16,97-6-9 0,-51-2-3 0,0 1 0 16,-46 7-8-16,74-10-2 0,-74 10-4 0,68-3-1 15,-68 3-5-15,66-4-8 0,-66 4 4 0,60-2-1 16,-60 2 3-16,0 0-8 0,63-6 3 16,-63 6-2-16,0 0-5 0,0 0 3 0,0 0 0 0,0 0-2 15,51-4-8-15,-51 4-9 0,0 0-4 0,0 0-24 16,0 0-29-16,0 0-6 0,0 0-42 0,0 0-14 15,0 0-90-15,0 0-230 0,0 0 102 0</inkml:trace>
  <inkml:trace contextRef="#ctx0" brushRef="#br0" timeOffset="25116.87">31401 6002 64 0,'0'0'116'0,"0"0"-3"0,0 0-7 16,-6 58-9-16,6-58-7 0,-4 52-18 0,0-27 5 15,4-25-3-15,-9 52-5 0,4-26-1 0,5-26-11 16,-7 40 1-16,7-40-17 0,-9 34 3 0,9-34-2 16,-11 25 4-16,11-25 3 0,0 0 1 0,0 0-2 15,0 0 8-15,0 0 8 0,0 0 10 0,-15 26-8 16,15-26-1-16,0 0-12 0,0 0-6 0,0 0 5 16,0 0-1-16,0 0-1 0,0 0-6 0,0 0-3 15,-42-93-7-15,38 67-6 0,4 26-2 16,-3-57-16-16,2 27-7 0,1 30-2 0,9-57-7 0,-2 30 3 15,-7 27-2-15,19-50-2 0,-9 29 9 0,-10 21-11 16,19-29 0-16,-19 29 6 0,26-25-6 0,-26 25 2 16,25-17 4-16,-25 17-9 0,0 0 4 15,46-19 0-15,-46 19 2 0,0 0-4 0,0 0-4 16,0 0 3-16,0 0 2 0,0 0-1 0,0 0 3 0,0 0 3 16,0 0-2-16,0 0 4 0,41 61-3 0,-41-61 1 15,0 0 0-15,-34 49 1 0,34-49 1 0,-34 35 0 16,34-35-3-16,-28 25 9 0,28-25-7 0,-23 23 3 15,23-23 0-15,0 0-2 0,-29 23 9 16,29-23-5-16,0 0 1 0,0 0 1 0,0 0-3 0,0 0 3 16,-27 16 7-16,27-16 3 0,0 0-1 0,0 0 4 15,0 0 0-15,0 0-4 0,0 0-5 0,0 0 2 16,0 0-6-16,0 0 7 0,0 0-9 0,0 0 0 16,0 0 3-16,0 0-8 0,0 0 2 0,0 0 0 15,0 0-3-15,0 0 5 0,0 0-2 0,0 0 1 16,0 0 0-16,102 16-7 0,-102-16-10 0,0 0-22 15,26 27-8-15,-26-27-11 0,0 0-34 0,20 31-10 16,-20-31-13-16,10 24-21 0,-10-24-111 16,0 0-267-16,0 0 117 0</inkml:trace>
  <inkml:trace contextRef="#ctx0" brushRef="#br0" timeOffset="25324.69">31667 6068 196 0,'0'0'209'0,"0"0"-20"0,0 0-23 0,0 0-10 15,0 0-24-15,0 0-17 0,0 0-8 0,0 0-12 16,0 0-5-16,0 0-11 0,0 0-7 0,0 0-8 16,19 82-3-16,-19-82-7 0,4 42-23 0,-4-42-12 15,0 33-34-15,0-33-29 0,9 29-32 16,-9-29-34-16,0 0-25 0,0 0-108 0,21 26-262 0,-21-26 115 15</inkml:trace>
  <inkml:trace contextRef="#ctx0" brushRef="#br0" timeOffset="25816.05">32031 4989 135 0,'0'0'155'0,"0"0"-19"0,0 0-17 0,0 0-17 0,0 0-9 16,0 0-14-16,0 0-2 0,0 0-5 0,0 0-14 16,0 0 4-16,54 93-12 0,-32-50 3 15,-6-1-8-15,2 8 0 0,2 3-5 0,-3 9 0 0,-1 2-4 16,0 4 0-16,-9 4 0 0,-5 3-13 16,1-3 4-16,-6 2-2 0,-4-4 0 0,-4-8-4 15,0 3-1-15,2-4 5 0,-6-9-2 0,3-2 11 0,-1-3 0 16,-1-5 5-16,5-16-2 0,9-26-5 0,-15 41 12 15,5-19 3-15,10-22 10 0,-17 37-1 0,17-37 10 16,-20 27-5-16,20-27 1 0,-17 23-1 16,17-23-1-16,0 0-1 0,0 0-3 0,-20 23-3 15,20-23-4-15,0 0 0 0,0 0 1 0,0 0-20 0,0 0-16 16,0 0-38-16,0 0-42 0,0 0-40 0,0 0-61 16,0 0-58-16,0 0-129 0,-94-34-383 0,94 34 170 15</inkml:trace>
  <inkml:trace contextRef="#ctx0" brushRef="#br0" timeOffset="27011.97">26195 7638 80 0,'0'0'187'0,"0"0"-2"0,0 0-9 15,0 0-11-15,0 0-19 0,0 0-16 0,0 0-17 16,0 0-13-16,0 0-12 0,0 0-6 0,0 0-13 16,0 0-3-16,0 0-6 0,0 0 0 0,0 0-2 15,0 0-11-15,0 0-2 0,0 0-6 0,162-6 0 16,-162 6-5-16,92-4 1 0,-46 5-6 0,-46-1-7 15,78-1-1-15,-78 1-19 0,57 3-24 0,-57-3-27 16,59 10-33-16,-59-10-33 0,0 0-28 0,52 13-136 16,-52-13-300-16,26 16 133 0</inkml:trace>
  <inkml:trace contextRef="#ctx0" brushRef="#br0" timeOffset="27163.81">26486 7899 151 0,'0'0'199'0,"0"0"-12"16,0 0-18-16,0 0-17 0,0 0-22 0,0 0-9 16,0 0-11-16,0 0-11 0,0 0-11 0,0 0-6 0,0 0-12 15,0 0-7-15,111 14-14 0,-111-14-19 0,0 0-38 16,110-7-30-16,-64 0-44 0,-46 7-45 16,58 0-115-16,-58 0-260 0,57-6 116 0</inkml:trace>
  <inkml:trace contextRef="#ctx0" brushRef="#br0" timeOffset="27584.28">27162 7442 51 0,'0'0'156'0,"0"0"-22"0,0 0-8 0,0 0-18 16,0 0-16-16,0 0-2 0,0 0 3 0,0 0-14 15,0 0 0-15,0 0-6 0,50 68-4 0,-37-39-12 16,3-3-2-16,4 12 0 0,-6-12-2 0,7 10 1 16,-7-11-5-16,-14-25-2 0,30 43-8 0,-13-25-5 15,-17-18-2-15,28 32 0 0,-28-32-1 0,23 20-1 16,-23-20 2-16,0 0-4 0,28 20 1 0,-28-20 2 15,0 0 7-15,0 0 11 0,0 0 5 0,0 0 7 16,0 0 9-16,0 0 2 0,0 0 4 0,0 0 1 16,0 0-5-16,79-40 0 0,-79 40-5 0,14-37 2 15,-14 37-5-15,6-53-6 0,-2 31-5 16,-4 22-10-16,0-52-3 0,0 52 0 0,-1-47-6 0,1 47-2 16,-4-31-10-16,4 31 2 0,0 0-9 0,-4-35-12 15,4 35-16-15,0 0-27 0,0 0-39 0,0 0-47 16,0 0-30-16,0 0-1 0,0 0-18 0,0 0-13 15,0 0-164-15,0 0-381 0,0 0 169 0</inkml:trace>
  <inkml:trace contextRef="#ctx0" brushRef="#br0" timeOffset="27829.94">27677 7731 80 0,'0'0'162'0,"0"0"-7"0,0 0-3 16,0 0-4-16,0 0-4 0,22 39-11 0,-22-39-10 15,5 36-10-15,-5-36-8 0,5 48-13 0,-5-48-4 16,4 41-11-16,-4-41-7 0,1 40-3 0,-1-40-5 16,3 34-23-16,-3-34-17 0,0 0-34 0,4 41-17 0,-4-41-31 15,0 0-21-15,0 0-28 0,7 25-19 16,-7-25-108-16,0 0-255 0,0 0 113 0</inkml:trace>
  <inkml:trace contextRef="#ctx0" brushRef="#br0" timeOffset="27976.42">27713 7599 185 0,'0'0'191'0,"0"0"-17"0,0 0-18 16,0 0-19-16,0 0-25 0,0 0-40 0,0 0-27 15,0 0-41-15,0 0-16 0,0 0-36 16,0 0-46-16,0 0-60 0,0 0-166 0,0 0 73 0</inkml:trace>
  <inkml:trace contextRef="#ctx0" brushRef="#br0" timeOffset="28381.43">27896 7745 76 0,'0'0'158'0,"0"0"18"0,0 0-18 0,0 0-6 0,0 0-8 15,18 55-11-15,-18-55-6 0,5 35-7 0,-5-35-12 16,2 33-8-16,-2-33-10 0,0 0-10 0,5 35-6 16,-5-35-8-16,0 0-3 0,0 0-8 0,0 0-4 15,2 32-1-15,-2-32-4 0,0 0-4 0,0 0 7 16,0 0 12-16,0 0 6 0,0 0 4 0,0 0 1 15,0 0-9-15,0 0-5 0,0 0-5 0,0 0-4 16,0 0-6-16,0 0-4 0,0 0-8 0,53-79-2 16,-53 79-4-16,32-41-3 0,-32 41 1 0,26-32-7 15,-26 32-4-15,27-35-4 0,-27 35 1 0,25-19-1 16,-25 19-2-16,0 0-1 0,32-16-2 0,-32 16-4 16,0 0 0-16,0 0-2 0,0 0 1 0,0 0 2 15,0 0-4-15,0 0 3 0,0 0 0 0,69 44 3 16,-69-44 6-16,13 38-7 0,-13-38 0 0,4 40 1 15,-4-40 2-15,0 40-9 0,0-40-14 0,-8 40-21 16,8-40-37-16,-5 31-40 0,5-31-41 0,0 0-36 16,-6 35-187-16,6-35-413 0,0 0 182 0</inkml:trace>
  <inkml:trace contextRef="#ctx0" brushRef="#br0" timeOffset="28767.35">28761 7067 169 0,'0'0'192'0,"0"0"-21"15,0 0-12-15,0 0-15 0,-22-48-18 16,22 48-17-16,0 0 0 0,0 0-22 0,0 0-7 15,0 0-16-15,0 0 2 0,0 0-8 0,-110 44-6 0,77-14-5 16,2 6-2-16,3 2-4 0,-4 4-6 0,0 5 1 16,7 3 1-16,-1 1-5 0,3 6-2 0,0 1 1 15,4 1-1-15,1 5 2 0,7-2 2 16,2 5 0-16,-3-4 1 0,12 4-3 0,0-3 5 0,7-2-1 16,3-4-1-16,3-6-4 0,4 3-1 0,4-8-4 15,3 0-1-15,3-5 0 0,3-2-8 16,-4-6 2-16,-4-11 1 0,11 9-5 0,-3-1 1 15,-11-12-1-15,-19-19 1 0,42 37-3 0,-23-19-2 0,-19-18 3 16,28 23-5-16,-28-23 3 0,23 18-1 0,-23-18-6 16,0 0-17-16,0 0-9 0,28 19-7 0,-28-19-8 15,0 0-32-15,0 0-50 0,0 0-60 0,0 0-171 16,0 0-379-16,0 0 168 0</inkml:trace>
  <inkml:trace contextRef="#ctx0" brushRef="#br0" timeOffset="29077.43">29106 7361 194 0,'0'0'187'0,"0"0"-27"0,0 0-10 0,0 0-21 16,0 0-9-16,0 0-1 0,0 0-4 0,0 0 1 16,0 0-16-16,0 0 3 0,-8 86 0 0,11-46-10 15,-3-40-6-15,4 57-8 0,-2-16-2 0,-2-12-2 16,4 12-7-16,-2-10-6 0,-2-31-7 0,10 68-3 0,-8-39-5 16,2-4-7-16,-4-25-12 0,8 52-20 0,-4-28-22 15,-4-24-30-15,7 47-21 0,-7-47-27 0,13 24-29 16,-13-24-29-16,0 0-164 0,27 25-340 15,-27-25 151-15</inkml:trace>
  <inkml:trace contextRef="#ctx0" brushRef="#br0" timeOffset="29275.3">29415 7699 14 0,'0'0'248'0,"0"0"-14"0,0 0-16 0,0 0-14 16,0 0-19-16,21-49-19 0,-21 49-18 0,0 0-14 15,38-17-14-15,-38 17-14 0,46-12-14 0,-46 12-2 16,58-7-11-16,-58 7-11 0,65-5-7 0,-18 0-7 16,-47 5-14-16,0 0-22 0,82-7-25 0,-82 7-31 15,46-4-36-15,-46 4-21 0,0 0-33 0,52-10-36 16,-52 10-132-16,0 0-320 0,0 0 142 0</inkml:trace>
  <inkml:trace contextRef="#ctx0" brushRef="#br0" timeOffset="29482.77">29737 7411 42 0,'0'0'183'0,"0"0"-14"0,0 0-16 0,0 0-8 16,0 0 1-16,0 0 11 0,0 0-9 0,0 0 8 16,-28 66-9-16,22-38-8 0,0 24-6 0,4-6-8 15,-2 1-14-15,-1-5-10 0,1-2-10 0,4-9-10 16,2 9-8-16,-2-40-15 0,2 55-32 0,0-27-26 15,-2-28-38-15,6 52-44 0,-1-30-56 0,-5-22-48 16,13 30-138-16,-13-30-350 0,0 0 155 0</inkml:trace>
  <inkml:trace contextRef="#ctx0" brushRef="#br0" timeOffset="30131.24">30686 7235 132 0,'0'0'182'0,"0"0"-15"0,0 0-13 0,0 0-8 0,0 0-10 16,0 0-6-16,0 0-6 0,-25 103-9 0,6-67-9 15,4 3-15-15,5-10-9 0,10-29-8 0,-16 40-4 16,16-40-6-16,-14 28-9 0,14-28-3 16,0 0-7-16,0 0 1 0,-7 28-3 0,7-28 0 0,0 0 15 15,0 0 11-15,0 0 11 0,0 0 2 0,0 0-12 16,0 0-6-16,0 0-5 0,0 0-2 0,0 0-5 16,0 0-6-16,0 0-3 0,-16-106-1 0,21 79-1 15,-5 27-9-15,5-59-2 0,-1 17-6 0,5 2-5 16,-5 12 0-16,6-13-5 0,-1 13-5 0,-9 28-1 15,14-55-5-15,-1 29-6 0,-3 1-1 0,-10 25-5 16,23-34 3-16,-5 16-1 0,-18 18-3 0,23-26-3 16,-23 26-3-16,0 0 2 0,39-23 0 0,-39 23-2 15,0 0 4-15,39-8-3 0,-39 8-3 0,0 0 0 16,0 0 2-16,0 0 5 0,0 0-3 0,53 55 0 16,-53-55 4-16,5 43 0 0,-5-43 1 0,-14 53 3 15,-2-13 1-15,2-13 0 0,-9 9 2 0,5-11 1 16,-10 7-3-16,28-32 5 0,-25 32 1 0,25-32-1 15,-21 20 3-15,21-20-1 0,0 0-1 0,-23 20 5 16,23-20-2-16,0 0 0 0,0 0-1 0,0 0 2 16,0 0 3-16,-34 17 4 0,34-17 5 0,0 0-1 15,0 0 3-15,0 0-5 0,0 0 0 0,0 0-4 16,0 0-3-16,0 0-4 0,0 0-3 0,0 0 3 16,0 0-2-16,0 0-1 0,-21-64-3 0,21 64-3 15,0 0-1-15,0 0-2 0,0 0 3 0,0 0-1 16,0 0-3-16,0 0 2 0,0 0 1 0,0 0 0 15,0 0-3-15,0 0-10 0,125 64-12 0,-110-45-15 16,-15-19-10-16,30 41-22 0,-21-24-28 0,-9-17-23 16,23 44-27-16,-9-24-25 0,-14-20-145 0,16 29-352 15,-16-29 156-15</inkml:trace>
  <inkml:trace contextRef="#ctx0" brushRef="#br0" timeOffset="30466.96">30923 7361 143 0,'0'0'192'0,"0"0"-22"16,0 0-18-16,0 0-18 0,0 0-13 0,28-39 3 0,-28 39-14 16,0 0-14-16,0 0-7 0,0 0-13 15,61-4-4-15,-61 4-10 0,0 0-3 0,0 0-9 16,0 0-2-16,58 34-12 0,-58-34 3 0,0 0-2 15,12 41-4-15,-12-41-1 0,-8 40 0 0,8-40-5 16,-16 37 3-16,16-37-4 0,-7 33-1 0,7-33 0 0,0 0-2 16,0 0 3-16,-11 30 1 0,11-30-6 0,0 0-2 15,0 0 1-15,0 0-5 0,0 0 1 16,0 0-1-16,0 0 6 0,0 0 5 0,11 37 0 16,-11-37-1-16,0 0-1 0,0 0-3 0,56 9 1 15,-56-9-2-15,0 0-12 0,63 0-16 0,-63 0-12 0,0 0-54 16,0 0-35-16,69-1-30 0,-69 1-37 15,0 0-140-15,0 0-340 0,0 0 151 0</inkml:trace>
  <inkml:trace contextRef="#ctx0" brushRef="#br0" timeOffset="30713.16">30493 7825 137 0,'0'0'178'0,"0"0"-18"0,0 0-10 16,0 0-10-16,0 0-14 0,0 0-7 0,0 0-6 15,160-14-3-15,-108 6 0 0,-1 1-8 16,-51 7-6-16,94-10-4 0,-44 6-9 0,0 0-6 16,-4-4-6-16,-46 8-8 0,99-6-6 0,-99 6-6 0,62-5-6 15,-62 5-8-15,50-5-15 0,-50 5-14 0,0 0-35 16,0 0-37-16,56 0-39 0,-56 0-28 0,0 0-15 15,0 0-134-15,0 0-302 0,0 0 133 16</inkml:trace>
  <inkml:trace contextRef="#ctx0" brushRef="#br0" timeOffset="31313.51">30735 8115 14 0,'0'0'201'0,"0"0"-9"0,-21 53-13 15,21-53-8-15,-12 40-16 0,3-20-14 16,9-20-6-16,-16 43-11 0,8-18-10 0,8-25-9 0,-16 30-11 16,16-30-8-16,-15 28-6 0,15-28-10 0,0 0-3 15,-15 24 0-15,15-24 1 0,0 0 13 0,0 0 10 16,0 0 12-16,0 0 12 0,0 0-8 0,0 0-7 15,0 0-11-15,0 0-1 0,0 0-8 0,0 0-9 16,0 0-7-16,0 0-8 0,-33-83-3 0,33 83 4 16,5-53-20-16,-5 53-5 0,10-51-12 0,-3 23-2 15,2 1-6-15,-9 27-5 0,13-48-3 16,3 27-3-16,-16 21 0 0,22-42-2 0,-22 42-6 16,20-28-4-16,-20 28 1 0,26-26 0 0,-26 26-1 0,30-20 0 15,-30 20 1-15,0 0-6 0,37-16 2 0,-37 16 0 16,0 0 2-16,0 0-3 0,0 0 1 0,0 0 3 15,0 0-1-15,0 0 3 0,83 39 2 0,-83-39 0 16,9 30-2-16,-9-30 3 0,0 39 1 16,0-39-1-16,-14 47 2 0,14-47 2 0,-14 32-3 0,14-32 7 15,-20 31 1-15,20-31-5 0,-22 26 0 0,22-26 2 16,-22 20 2-16,22-20-1 0,0 0 0 0,0 0 5 16,-32 21-1-16,32-21 1 0,0 0 6 0,0 0-3 15,0 0 0-15,0 0 0 0,0 0 1 0,0 0-5 16,0 0 4-16,0 0-4 0,0 0 1 0,0 0-1 15,0 0-2-15,-56-50-1 0,56 50-3 0,0 0 0 16,0 0-2-16,0 0 0 0,0 0-5 0,0 0 4 16,0 0-6-16,0 0 4 0,0 0-2 0,0 0-1 15,0 0 1-15,0 0 2 0,0 0-12 0,0 0-5 16,0 0-17-16,0 0-17 0,0 0-10 0,0 0-25 16,0 0-22-16,0 0-18 0,110 59-21 0,-110-59-20 15,24 22-22-15,-24-22-153 0,0 0-377 0,28 17 167 16</inkml:trace>
  <inkml:trace contextRef="#ctx0" brushRef="#br0" timeOffset="31490.74">31115 8040 202 0,'0'0'229'16,"0"0"-17"-16,0 0-20 0,0 0-22 0,0 0-17 15,0 0-16-15,0 0-13 0,0 0-1 0,0 0-5 16,0 0-10-16,0 0-3 0,0 0-7 0,28 70-12 15,-28-70-5-15,2 54-6 0,-4-26-23 0,2-28-23 16,-2 55-36-16,3-29-50 0,-1-26-53 0,4 41-44 16,-4-41-174-16,0 0-355 0,16 24 157 0</inkml:trace>
  <inkml:trace contextRef="#ctx0" brushRef="#br0" timeOffset="31929.15">31479 7014 150 0,'0'0'223'16,"0"0"-15"-16,0 0-11 0,-13-53-13 0,13 53-17 15,0 0-17-15,0 0-18 0,0 0-12 0,0 0-19 16,0 0-13-16,0 0-12 0,0 0-11 0,0 0-2 16,0 0-8-16,0 0-4 0,0 0-6 0,0 0-3 15,67 112-3-15,-47-63-8 0,-2 6 0 0,4 5-2 16,-4 3-4-16,1 7-5 0,-9 2 0 0,2 6 3 16,-8 2-3-16,-3 2-1 0,-4 1 0 0,1-7-7 0,-1-2 1 15,3-10 1-15,-4-5 0 0,-2-9-2 0,1-1 5 16,1-3 3-16,-4-4-1 0,3-13 8 15,-1-2 10-15,-3 3-5 0,9-30 1 0,-20 66 0 16,9-42-1-16,1-2-1 0,10-22 3 0,-13 33-2 0,13-33-1 16,-18 35 0-16,18-35 5 0,-15 24-11 15,15-24-1-15,0 0 0 0,0 0-1 0,-20 26 2 0,20-26-6 16,0 0-9-16,0 0-19 0,0 0-26 16,0 0-30-16,0 0-24 0,0 0-36 0,0 0-31 0,0 0-42 15,0 0-198-15,0 0-429 0,-86-50 189 0</inkml:trace>
  <inkml:trace contextRef="#ctx0" brushRef="#br0" timeOffset="33496.36">24577 7557 43 0,'0'0'159'0,"0"0"-8"0,0 0-23 15,0 0-17-15,0 0-12 0,0 0-11 16,0 0-4-16,0 0-7 0,0 0-4 0,0 0 3 16,0 0 0-16,36 116-1 0,-20-71-6 0,-4-3-3 15,3 1-4-15,-1-2-2 0,-1 1-8 0,-3-18-2 16,-1 5-1-16,3-4 0 0,-12-25-12 0,24 46 2 15,-24-46-1-15,27 35 0 0,-27-35-1 0,24 22-4 16,-24-22 5-16,24 14 1 0,-24-14 6 0,0 0 8 16,0 0 3-16,0 0 6 0,0 0 4 0,0 0 4 0,95-27-3 15,-95 27-2-15,34-39-3 0,-21 16 2 0,0-1-4 16,-13 24-7-16,20-52-5 0,-11 25-5 16,-1-2-4-16,-8 29-2 0,10-71-4 0,-6 47-2 15,-4 24-9-15,-1-53 5 0,1 53-19 0,-4-45-7 0,4 45-5 16,-4-23-5-16,4 23-16 0,0 0-25 15,0 0-25-15,0 0-36 0,0 0-39 0,0 0-13 16,0 0-12-16,0 0 11 0,0 0-12 0,0 0-142 16,0 0-344-16,-64 74 152 0</inkml:trace>
  <inkml:trace contextRef="#ctx0" brushRef="#br0" timeOffset="33829.75">25220 7875 123 0,'0'0'128'16,"0"0"1"-16,-49 74-2 0,39-52-7 0,10-22-9 15,-23 51-2-15,15-25-8 0,0 0-13 0,8-26-9 16,-6 52-5-16,6-52-6 0,0 34-2 0,0-34-6 16,8 30-5-16,-8-30-3 0,0 0 1 0,19 30-2 15,-19-30-6-15,0 0-3 0,33 21 5 0,-33-21-7 16,0 0 5-16,0 0-4 0,0 0-5 0,78-10-2 15,-78 10 0-15,0 0-4 0,56-35 1 0,-56 35-1 16,23-22 4-16,-23 22-6 0,17-26 0 0,-17 26-1 16,8-30-2-16,-8 30-2 0,0 0-1 0,-5-47 0 15,5 47-5-15,-12-35-3 0,12 35-3 0,-22-27-3 16,22 27-2-16,-26-21-12 0,26 21-10 0,0 0-14 16,-44-14-11-16,44 14-19 0,0 0-19 0,0 0-12 15,0 0-22-15,-78 32-17 0,78-32-14 0,0 0-124 16,-19 30-289-16,19-30 127 0</inkml:trace>
  <inkml:trace contextRef="#ctx0" brushRef="#br0" timeOffset="34364.58">25482 8113 53 0,'0'0'143'0,"0"0"-13"15,0 0-15-15,0 0-5 0,5 55-10 0,-5-55-5 16,0 0-2-16,0 0-8 0,15 27-3 0,-15-27-4 16,0 0-4-16,0 0-5 0,33 14-6 0,-33-14-8 15,0 0-2-15,0 0-3 0,0 0-6 0,0 0-3 16,0 0-9-16,94-28 4 0,-94 28-6 0,0 0-1 16,30-25 0-16,-30 25-5 0,0 0-7 0,23-27-2 15,-23 27 6-15,0 0-6 0,0 0-3 0,16-23-5 16,-16 23 5-16,0 0-4 0,0 0-4 0,0 0-1 15,0 0-1-15,0 0 4 0,0 0-6 0,0 0-16 16,0 0 14-16,0 0 3 0,0 0 7 0,0 0-6 16,0 0-3-16,0 0 1 0,49 57 1 0,-49-57-2 0,0 0 2 15,0 0 8-15,0 0 3 0,0 0 8 0,0 0 4 16,0 0 7-16,0 0 4 0,0 0 4 16,0 0-2-16,82-32 1 0,-82 32-5 0,16-26 2 15,-16 26 2-15,12-31-1 0,-12 31 1 0,9-36-1 0,-9 36-3 16,2-41-5-16,-2 41-3 0,-6-43-1 0,6 43-5 15,-10-45-1-15,10 45-3 0,-14-34 2 0,14 34-2 16,-13-30 10-16,13 30-3 0,0 0 5 16,-16-27-1-16,16 27-3 0,0 0-5 0,0 0-5 0,0 0-2 15,0 0-2-15,0 0-1 0,0 0-5 0,0 0 0 16,0 0 2-16,0 0 0 0,-39 71-6 16,39-71 3-16,6 53 2 0,-6-53-8 0,11 44-10 15,-11-44-12-15,15 39-11 0,-2-19-15 0,-13-20-16 0,23 28-8 16,-23-28-20-16,23 20-13 0,-23-20-22 0,0 0-7 15,28 19-12-15,-28-19-6 0,0 0-116 0,0 0-294 16,0 0 131-16</inkml:trace>
  <inkml:trace contextRef="#ctx0" brushRef="#br0" timeOffset="34506.04">25730 8011 149 0,'0'0'155'0,"0"0"-13"0,0 0-15 0,0 0-13 15,0 0-5-15,0 0-4 0,0 0-7 0,0 0-14 16,0 0-10-16,121-15-14 0,-121 15 10 0,79-3-17 16,-79 3-27-16,62 3-38 0,-62-3-48 0,60-3-41 15,-60 3-99-15,0 0-214 0,0 0 94 0</inkml:trace>
  <inkml:trace contextRef="#ctx0" brushRef="#br0" timeOffset="42664.04">9858 8036 64 0,'0'0'143'16,"0"0"-6"-16,0 0-3 0,0 0-11 0,0 0-11 15,0 0 3-15,0 0-17 0,0 0-4 0,0 0-11 16,0 0-10-16,0 0-5 0,0 0-5 0,0 0-4 0,0 0-6 15,0 0-1-15,0 0-3 0,0 0-1 0,0 0-7 16,0 0-1-16,0 0 5 0,137-13-1 16,-93 12 9-16,10-5-4 0,0 1-5 0,3-1-2 0,11 3-4 15,4-6-2-15,6 1 1 0,2 1-3 0,3 0-2 16,2 0-4-16,4-2 0 0,3 4-2 0,0-4-1 16,-4 3-4-16,7 2-3 0,-7 0 1 15,-1-5-5-15,-4 2 1 0,-6-1-4 0,-1 1-2 16,-9 1-1-16,-6 2 5 0,-5-1-2 0,-4-1-2 0,-3 1 1 15,-49 5-1-15,64-10-1 0,-64 10-2 0,59-4-4 16,-59 4 0-16,0 0 1 0,55-3-1 16,-55 3-3-16,0 0 3 0,0 0 0 0,0 0-5 0,0 0-9 15,0 0-9-15,0 0-14 0,0 0-20 0,0 0-36 16,0 0-23-16,0 0-23 0,0 0-4 0,0 0-19 16,0 0-113-16,0 0-295 0,-143 27 131 0</inkml:trace>
  <inkml:trace contextRef="#ctx0" brushRef="#br0" timeOffset="44385.86">9908 8103 61 0,'0'0'72'0,"0"0"1"0,0 0-7 0,0 0-3 16,0 0-8-16,0 0-17 0,0 0 13 16,0 0-3-16,0 0-4 0,0 0 2 0,0 0 5 0,0 0-1 15,0 0 1-15,0 0 5 0,0 0 10 0,0 0-7 16,0 0 12-16,0 0 3 0,0 0-2 0,0 0 2 16,0 0 2-16,0 0 0 0,0 0-3 0,0 0 2 15,0 0 0-15,0 0 1 0,0 0 3 0,0 0-3 16,0 0 0-16,0 0-1 0,0 0-5 0,0 0-1 15,0 0-2-15,0 0-2 0,-21-70-11 0,21 70-2 16,0 0-8-16,-12-43-1 0,12 43-5 0,-8-40-5 16,4 15-2-16,4 25 1 0,-6-39-4 0,6 39-7 15,-8-44 0-15,8 44-3 0,-1-41 0 0,1 41-3 16,-3-38-4-16,3 38-2 0,3-41 1 0,-3 41 0 16,0-34 1-16,0 34-6 0,4-34-1 0,-4 34 2 15,9-32-4-15,-9 32 1 0,11-33-1 0,-11 33 1 16,13-42-5-16,-13 42 4 0,14-29-1 0,-14 29-2 15,14-28-8-15,-14 28 8 0,18-25-1 0,-18 25 0 16,19-28-3-16,-19 28 4 0,23-23-2 0,-23 23 0 16,22-21-3-16,-22 21 7 0,0 0-1 0,34-30-4 15,-34 30 3-15,23-17-2 0,-23 17 0 0,0 0-1 16,37-21-1-16,-37 21 2 0,0 0-2 0,31-15 2 16,-31 15-1-16,0 0 2 0,0 0-1 0,42-13 4 15,-42 13-2-15,0 0 0 0,0 0-6 0,55-8 5 16,-55 8 0-16,0 0 0 0,0 0 2 0,64-7-3 15,-64 7 2-15,0 0 0 0,66-1-1 0,-66 1 2 16,0 0-1-16,71 4 2 0,-71-4-1 0,0 0-1 16,65 6 1-16,-65-6-1 0,0 0 2 0,66 5-3 0,-66-5-2 15,0 0 7-15,64 13-6 0,-64-13 5 16,36 6-1-16,-36-6-2 0,0 0 0 0,50 16 1 16,-50-16 2-16,32 14-2 0,-32-14-1 0,0 0 3 0,51 23-2 15,-51-23-2-15,27 19 3 0,-27-19-1 0,28 19 0 16,-28-19 0-16,27 22 0 0,-27-22 0 0,22 20 1 15,-22-20 4-15,20 24-4 0,-20-24-2 0,19 24 1 16,-19-24-1-16,0 0 0 0,22 40 3 0,-22-40-2 16,16 27-1-16,-16-27 2 0,17 26 2 0,-17-26-1 15,18 27 0-15,-18-27 5 0,17 28-8 0,-17-28 2 16,15 30-2-16,-15-30 1 0,16 29 3 0,-16-29-2 16,17 25-1-16,-17-25 0 0,17 27-1 15,-17-27 2-15,15 28-3 0,-15-28 4 0,17 27-3 0,-17-27 2 16,15 28-4-16,-15-28 8 0,15 23-5 0,-15-23-1 15,13 29-1-15,-13-29 3 0,18 28 0 0,-18-28 0 16,14 26-1-16,-14-26 0 0,0 0 0 0,21 38 2 16,-21-38 2-16,14 27-4 0,-14-27 0 0,15 20 1 15,-15-20 2-15,0 0-7 0,23 31 3 0,-23-31 4 16,0 0-3-16,19 24-3 0,-19-24 3 0,0 0 0 16,22 21-1-16,-22-21 3 0,0 0-4 0,0 0 2 15,28 24 0-15,-28-24 0 0,0 0-3 0,32 20 5 16,-32-20-2-16,0 0 0 0,28 21 1 0,-28-21-1 15,0 0 2-15,35 20 3 0,-35-20-6 0,29 15 3 16,-29-15 1-16,0 0 0 0,40 18-3 0,-40-18 2 16,0 0-2-16,38 16-1 0,-38-16 0 0,0 0 3 15,42 15 2-15,-42-15-1 0,0 0-1 0,38 13 1 16,-38-13-1-16,0 0 0 0,0 0-2 0,48 13-2 16,-48-13 5-16,0 0-1 0,0 0-1 0,35 12 2 15,-35-12-1-15,0 0-2 0,0 0-1 0,47 12 0 16,-47-12 3-16,0 0 0 0,0 0 2 0,0 0-1 15,53 5 0-15,-53-5-3 0,0 0 5 0,0 0-4 16,0 0 1-16,0 0 0 0,0 0 1 0,0 0 3 16,73-9-3-16,-73 9 3 0,0 0-4 0,0 0 0 0,0 0 5 15,45-18-1-15,-45 18-6 0,0 0 4 16,0 0-1-16,27-21 1 0,-27 21 0 0,0 0 2 16,0 0-3-16,28-24-2 0,-28 24 5 0,0 0-1 15,19-23-2-15,-19 23 0 0,0 0 2 0,0 0-1 0,19-35-2 16,-19 35 1-16,0 0-1 0,10-28-5 0,-10 28 10 15,0 0-7-15,9-36 1 0,-9 36 0 16,0 0 0-16,5-31-4 0,-5 31 1 0,0 0-2 16,2-36 0-16,-2 36-3 0,0 0-1 0,-2-43 0 0,2 43-2 15,-1-32-1-15,1 32-2 0,0 0 6 0,-4-48 0 16,4 48 0-16,-4-30 3 0,4 30-3 0,0 0 2 16,-5-37 4-16,5 37 1 0,0 0 3 15,-6-31 2-15,6 31-1 0,0 0-1 0,0 0 0 0,-8-30 7 16,8 30-3-16,0 0 4 0,0 0 2 0,0 0-1 15,0 0-3-15,0 0 0 0,-14-29 0 0,14 29-1 16,0 0-9-16,0 0-5 0,0 0-10 0,0 0-13 16,0 0-19-16,0 0-25 0,0 0-37 15,0 0-28-15,0 0-38 0,0 0-206 0,0 0-413 0,0 0 182 16</inkml:trace>
  <inkml:trace contextRef="#ctx0" brushRef="#br0" timeOffset="45636.24">21138 5731 130 0,'0'0'177'0,"0"0"-6"16,0 0-7-16,0 0-14 0,0 0-11 0,0 0-15 16,0 0-16-16,0 0-10 0,0 0-8 0,0 0-8 15,0 0-9-15,0 0-3 0,0 0-8 0,0 0-2 16,0 0 0-16,140-35-2 0,-85 24-8 0,9 4 6 15,9-3-4-15,5-1-5 0,0 4-3 0,1 0 0 0,4-2-6 16,-4 0 0-16,10 2-7 0,-6 2 2 16,-3 0-4-16,-5 4-1 0,-3-4-1 0,1 4-6 15,-2-3-4-15,-3 3 3 0,-3 0-1 0,-6 1-4 16,-59 0-3-16,108 0 3 0,-60-2 0 0,-48 2-4 0,64 2 0 16,-64-2-2-16,60-2-3 0,-60 2 2 0,0 0-1 15,69 0-1-15,-69 0-3 0,0 0-1 16,0 0 3-16,0 0 1 0,0 0-1 0,0 0 2 15,0 0 1-15,60-1 0 0,-60 1 0 0,0 0 2 0,0 0-15 16,0 0 0-16,0 0-19 0,0 0-13 0,0 0-33 16,0 0-27-16,0 0-25 0,0 0-26 15,0 0-26-15,0 0-144 0,0 0-344 0,0 0 153 16</inkml:trace>
  <inkml:trace contextRef="#ctx0" brushRef="#br0" timeOffset="48612.04">21214 5788 33 0,'0'0'113'0,"0"0"-13"15,0 0 2-15,0 0-6 0,0 0-8 0,0 0 5 16,0 0-6-16,0 0-1 0,0 0-5 0,0 0-2 16,0 0-4-16,0 0-9 0,0 0 6 0,0 0-5 15,0 0-5-15,0 0 3 0,0 0 6 0,0 0 0 16,0 0 8-16,0 0 5 0,0 0 0 0,0 0 2 16,0 0 5-16,0 0-1 0,0 0-1 0,0 0 3 0,0 0 1 15,0 0-7-15,0 0-8 0,0 0-5 16,0 0-11-16,0 0-4 0,0 0-2 0,0 0-5 15,0 0-3-15,-23-47 0 0,23 47-11 0,-10-29 1 16,10 29-8-16,-18-29-1 0,18 29-3 0,-14-39-3 16,14 39 2-16,-14-38-1 0,8 14 0 0,6 24 0 0,-11-31-5 15,11 31 3-15,-11-37-5 0,11 37 2 0,-9-31-7 16,9 31 4-16,-9-33-1 0,9 33-1 16,-6-35-4-16,6 35-1 0,-14-46 0 0,14 46 1 0,-7-32 3 15,7 32-3-15,-9-31-3 0,9 31 1 0,-5-36-3 16,5 36-1-16,-5-34 3 0,5 34-4 0,-2-34 0 15,2 34 14-15,-4-33-14 0,4 33 0 16,-3-33-3-16,3 33 9 0,-2-34-7 0,2 34-3 0,-3-42-4 16,3 42 5-16,0-42 0 0,0 42 2 0,1-33-1 15,-1 33 1-15,0-34-1 0,0 34-1 16,-1-37-3-16,1 37 0 0,1-33 6 0,-1 33-3 16,0 0 4-16,0-50 4 0,0 50-1 0,3-31-1 0,-3 31 0 15,2-34-6-15,-2 34 2 0,4-33-1 0,-4 33-1 16,4-32 0-16,-4 32 1 0,5-35 7 0,-5 35-10 15,5-32 5-15,-5 32 1 0,0 0-2 0,9-45 2 16,-9 45-4-16,7-30 1 0,-7 30 0 16,6-30 3-16,-6 30 2 0,0 0 1 0,11-45-7 0,-11 45 1 15,8-28 1-15,-8 28-2 0,0 0 3 0,12-41-5 16,-12 41-3-16,6-30 4 0,-6 30 11 0,14-28-3 16,-14 28-8-16,0 0-3 0,5-37-3 0,-5 37 4 15,8-29 0-15,-8 29 3 0,0 0-2 0,9-45 1 16,-9 45-2-16,8-29 0 0,-8 29 1 0,11-29 1 15,-11 29 2-15,9-28-3 0,-9 28 3 0,0 0-3 16,5-43-1-16,-5 43-1 0,0 0 3 0,9-41-1 16,-9 41-2-16,9-27 1 0,-9 27 1 0,0 0 3 15,10-38-4-15,-10 38 0 0,0 0 2 0,9-34 0 16,-9 34-1-16,0 0 1 0,13-31-1 0,-13 31-3 16,0 0 2-16,15-31-1 0,-15 31 2 0,0 0 2 15,13-26-4-15,-13 26 2 0,0 0-2 0,0 0 2 16,19-37 0-16,-19 37-1 0,13-22 1 0,-13 22-2 15,0 0 5-15,19-26-3 0,-19 26-1 0,0 0-1 16,18-28 2-16,-18 28-2 0,0 0-1 0,0 0 1 16,0 0 2-16,23-25-3 0,-23 25 2 0,0 0 0 15,0 0-2-15,0 0 2 0,0 0-6 0,0 0 1 16,23-23 0-16,-23 23 0 0,0 0 1 0,0 0-2 16,0 0 2-16,0 0-3 0,0 0 8 0,0 0-6 15,0 0-2-15,32-19-3 0,-32 19 2 0,0 0 0 16,0 0 7-16,46-17-8 0,-46 17-1 0,0 0 19 15,38-10-2-15,-38 10 2 0,0 0-7 0,0 0-2 0,59-8-3 16,-59 8 1-16,0 0-1 0,0 0-3 0,49-5-2 16,-49 5 1-16,0 0 2 0,0 0-2 15,0 0 0-15,0 0-1 0,66 1 0 0,-66-1 1 16,0 0-1-16,0 0-3 0,0 0 3 0,0 0 0 16,65 12-1-16,-65-12 0 0,0 0 1 0,0 0 4 0,45 15-2 15,-45-15-2-15,0 0 4 0,28 14 2 0,-28-14-4 16,0 0 1-16,0 0 0 0,37 23-1 15,-37-23 1-15,0 0 1 0,35 22 0 0,-35-22 1 16,0 0-1-16,29 22 2 0,-29-22-2 0,0 0 3 0,30 27-1 16,-30-27 5-16,21 23-4 0,-21-23-1 0,22 22 3 15,-22-22 0-15,19 25-2 0,-19-25 1 16,18 27-1-16,-18-27-1 0,14 25 3 0,-14-25 5 16,0 0-4-16,21 39-1 0,-21-39-1 0,12 27 0 15,-12-27 2-15,13 25-2 0,-13-25 1 0,0 0 0 16,9 35 7-16,-9-35-7 0,9 29 1 0,-9-29 1 0,13 28 0 15,-13-28 2-15,8 32-1 0,-8-32-1 0,0 0 0 16,5 43 2-16,-5-43 1 0,2 35-1 16,-2-35-4-16,10 40 6 0,-10-40-3 0,4 33-1 0,-4-33-1 15,9 28 1-15,-9-28 0 0,4 32 1 0,-4-32 3 16,0 0-5-16,9 44-1 0,-9-44 4 0,8 28-1 16,-8-28 2-16,0 0-3 0,10 42 1 15,-10-42 1-15,0 0 0 0,8 35-3 0,-8-35 1 16,11 27 1-16,-11-27 0 0,6 32 3 0,-6-32-3 0,7 34 9 15,-7-34-7-15,6 32-1 0,-6-32 0 0,7 42-3 16,-7-42 1-16,3 51 1 0,-3-28 1 16,0-23-1-16,5 50-1 0,-5-50-3 0,2 35 1 0,-2-35-7 15,2 36-2-15,-2-36 4 0,4 32-2 0,-4-32 5 16,5 32-3-16,-5-32 2 0,8 33 0 0,-8-33-1 16,10 30 2-16,-10-30-6 0,5 30 3 0,-5-30-2 15,8 33 3-15,-8-33-1 0,10 35 0 0,-10-35 2 16,8 35 0-16,-8-35-3 0,8 43 1 0,-8-43-3 15,1 42 0-15,-1-42 0 0,2 42 0 0,-2-15 9 16,0-27-6-16,3 43 0 0,-3-43 2 0,0 48 2 16,-4-22-1-16,4-26-2 0,-1 42 1 0,1-42 3 15,-3 40 6-15,3-40-7 0,-5 34 0 0,5-34-1 16,-4 40-1-16,4-40 3 0,-5 42 2 0,5-42-3 16,-1 41-2-16,1-41 7 0,-3 48-2 0,3-48-1 15,-3 32 2-15,3-32-3 0,-3 34 2 0,3-34 0 16,0 47-3-16,0-47 3 0,3 41 2 0,-3-41-1 15,2 42 1-15,-2-42-2 0,4 49 1 0,-3-26 0 16,-1-23 0-16,7 43-1 0,-2-15 3 0,-5-28-1 16,7 70-2-16,-4-47 3 0,2 4 0 0,-5-27 1 15,10 54 0-15,-7-28-2 0,-3-26 2 0,6 53-5 16,-6-30 2-16,0-23 2 0,9 53 0 0,-9-28-3 16,0-25 2-16,5 43-1 0,0-14 1 0,-5-29-2 15,4 53 1-15,-4-53 2 0,7 42-1 0,-2-17 1 16,-5-25-3-16,1 42 1 0,-1-42 4 0,6 48-3 15,-6-48 1-15,9 42-3 0,-2-20 1 0,-7-22 2 16,7 40 0-16,-7-40-2 0,13 50 2 0,-4-26-2 16,-9-24 0-16,18 43 2 0,-18-43-2 0,15 40 2 15,-3-16 0-15,-12-24 2 0,16 37-2 0,-16-37 3 16,17 40-1-16,-17-40-1 0,19 38-1 0,-19-38 0 16,22 36 1-16,-9-14 1 0,-13-22-4 0,20 38 2 15,-7-18 0-15,-13-20-1 0,22 45 4 0,-22-45-6 16,20 37 3-16,-10-14 3 0,-10-23-6 0,22 25 2 15,-22-25 4-15,19 28 1 0,-19-28-3 0,21 26-1 16,-21-26 0-16,20 25 1 0,-20-25 0 0,21 24 2 16,-21-24 1-16,24 21-2 0,-24-21 0 0,0 0-4 15,29 27 4-15,-29-27 0 0,0 0-2 0,23 18 2 16,-23-18 4-16,0 0-3 0,0 0 1 0,33 15 1 16,-33-15-2-16,0 0-2 0,0 0 1 0,0 0-2 15,47 12 1-15,-47-12 1 0,0 0-1 0,0 0 5 16,0 0-6-16,0 0 2 0,0 0 1 0,0 0-1 0,0 0-1 15,83-22 1-15,-83 22 1 0,0 0-2 16,39-24-2-16,-39 24 2 0,23-20 1 0,-23 20-2 16,24-19-2-16,-24 19 2 0,27-21-4 0,-27 21 4 15,25-20-1-15,-25 20-1 0,23-23 1 0,-23 23-1 16,0 0 1-16,30-31-2 0,-30 31 0 0,23-19 0 16,-23 19 2-16,0 0-1 0,30-28-1 0,-30 28 2 15,0 0 1-15,23-31 3 0,-23 31-2 0,15-23 1 16,-15 23 0-16,19-29-1 0,-19 29 0 0,19-26 3 15,-19 26 0-15,18-28 1 0,-18 28-1 0,16-30 0 16,-16 30-1-16,14-31-3 0,-14 31 2 0,13-32 0 0,-13 32-1 16,12-28 2-16,-12 28 0 0,13-32 1 0,-13 32 2 15,10-28 0-15,-10 28 2 0,13-34 1 16,-13 34-1-16,0 0 5 0,13-38-2 0,-13 38 1 16,6-29 5-16,-6 29-1 0,9-28-1 0,-9 28 4 0,0 0-5 15,7-46 2-15,-7 46-5 0,7-27 2 0,-7 27-3 16,7-34 1-16,-7 34-3 0,7-32-3 15,-7 32 2-15,5-32-4 0,-5 32 3 0,5-43-3 0,-5 43 3 16,3-34-3-16,-3 34 6 0,-3-35 2 16,3 35 0-16,0-36 2 0,0 36 1 0,0 0 3 0,-1-49 6 15,1 49 1-15,-4-33-8 0,4 33 2 0,-5-39-4 16,5 39 2-16,-4-31-2 0,4 31 0 0,-8-35-2 16,8 35 2-16,-7-30-3 0,7 30 0 0,-9-34-1 15,9 34 1-15,-9-34 0 0,9 34-5 0,-7-33 2 16,7 33-6-16,-12-38 4 0,12 38-5 0,-11-40-1 15,11 40 1-15,-11-33 2 0,11 33-3 0,-14-36 2 16,14 36 1-16,-11-31-2 0,11 31 0 0,-9-28 2 16,9 28-1-16,0 0 3 0,-14-39-1 15,14 39 3-15,-12-22-2 0,12 22 0 0,0 0 3 0,-13-38 12 16,13 38-14-16,0 0-2 0,-12-36-2 0,12 36-1 16,0 0 5-16,-14-29-1 0,14 29 0 0,0 0 0 15,-14-37-8-15,14 37 5 0,-11-25 5 0,11 25-8 16,0 0-2-16,-14-40 0 0,14 40 0 0,-10-25 3 15,10 25-4-15,0 0-1 0,-13-44 8 0,13 44-4 16,0 0 0-16,-9-23 8 0,9 23-6 0,0 0 1 16,0 0 0-16,0 0-1 0,-10-33-4 0,10 33 3 15,0 0-3-15,0 0 7 0,0 0 1 0,0 0-2 16,0 0 1-16,0 0 5 0,0 0-9 0,-13-26 0 16,13 26-3-16,0 0 1 0,0 0 1 0,0 0-4 15,0 0 3-15,0 0 0 0,0 0-5 0,0 0-3 16,0 0-19-16,0 0-16 0,0 0-11 0,0 0-17 15,0 0-16-15,0 0-19 0,0 0-26 0,0 0-30 16,0 0-31-16,0 0-38 0,0 0-45 0,0 0-184 16,0 0-498-16,0 0 220 0</inkml:trace>
  <inkml:trace contextRef="#ctx0" brushRef="#br0" timeOffset="49302.13">22914 5624 90 0,'0'0'89'0,"0"0"-7"0,0 0 0 15,0 0-6-15,0 0-5 0,0 0 2 0,0 0-3 16,0 0-4-16,0 0-2 0,0 0 4 0,0 0-1 16,0 0 9-16,0 0-3 0,0 0-1 0,0 0-9 15,0 0 8-15,0 0-9 0,0 0-5 0,0 0 7 16,0 0-8-16,0 0 3 0,0 0 0 0,0 0-3 15,0 0 2-15,0 0 5 0,0 0-12 0,0 0-3 16,-45-28-6-16,45 28-5 0,0 0 1 0,0 0-2 16,0 0-4-16,0 0 1 0,0 0-2 0,0 0 2 15,0 0-2-15,0 0 1 0,0 0-5 0,0 0 1 16,0 0-1-16,0 0 3 0,0 0-4 0,-20-26-2 16,20 26 2-16,0 0 1 0,0 0-1 0,0 0 1 15,0 0-4-15,0 0-3 0,0 0-3 0,0 0-2 16,0 0-4-16,0 0 1 0,0 0 1 0,0 0-5 15,0 0 3-15,0 0-3 0,0 0-3 0,0 0-1 16,88-17-1-16,-88 17 1 0,56-10 1 0,-56 10-1 16,48-7-1-16,-48 7-2 0,57-8 4 0,-57 8-4 0,59-8 6 15,-59 8-8-15,65-5 2 0,-65 5 1 0,64-1-2 16,-64 1 6-16,60-4-8 0,-60 4 2 0,59-2 0 16,-59 2 1-16,0 0 6 0,72 4-10 15,-72-4 2-15,0 0 1 0,62 2 3 0,-62-2-3 16,0 0-1-16,0 0 1 0,64 0 0 0,-64 0-2 15,0 0 3-15,0 0 0 0,0 0-4 0,0 0 6 16,0 0 0-16,0 0 0 0,0 0 3 0,56 1 2 16,-56-1 2-16,0 0 1 0,0 0-1 0,0 0 0 15,0 0 0-15,0 0-2 0,0 0-1 0,0 0-5 16,0 0-14-16,0 0-16 0,0 0-17 0,0 0-28 0,0 0-33 16,0 0-44-16,0 0-14 0,0 0-27 15,0 0-144-15,0 0-364 0,0 0 162 0</inkml:trace>
  <inkml:trace contextRef="#ctx0" brushRef="#br0" timeOffset="49611.23">23212 5541 149 0,'0'0'143'0,"0"0"-13"0,0 0 2 0,0 0-22 15,0 0-10-15,0 0-7 0,0 0-11 0,0 0-11 0,0 0-3 16,0 0-4-16,0 0-4 0,0 0-12 0,0 0-3 16,0 0-5-16,0 0-4 0,0 0 0 15,0 0 1-15,0 0-12 0,0 0-2 0,160 4 0 16,-160-4-1-16,0 0-2 0,0 0-2 0,62 5-3 0,-62-5-3 15,0 0-14-15,0 0-16 0,0 0-30 0,0 0-25 16,0 0-12-16,0 0-19 0,36 11-108 0,-36-11-230 16,0 0 101-16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09:47:41.6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9003 4886 107 0,'0'0'126'0,"0"0"-3"0,0 0-13 16,0 0-3-16,0 0 0 0,0 0-4 0,0 0-7 16,0 0-5-16,0 0-12 0,0 0-9 0,0 0-8 15,0 0-10-15,0 0 0 0,0 0-16 0,0 0 3 16,0 0-3-16,0 0-4 0,0 0 15 0,0 0-20 16,0 0-1-16,0 0-2 0,0 0-2 0,0 0 0 15,0 0-2-15,125-30-1 0,-125 30 1 0,80-15-3 16,-36 10-1-16,-44 5-1 0,77-15-1 0,-32 12-3 15,-45 3-2-15,78-7 2 0,-78 7-7 0,79-9 3 16,-79 9-1-16,61-2-3 0,-61 2-9 0,59-4 5 16,-59 4-8-16,0 0-3 0,65-4 2 0,-65 4 3 15,0 0 1-15,50-1-2 0,-50 1-3 0,0 0 8 16,0 0-9-16,0 0 1 0,0 0 3 0,65 0-4 16,-65 0 6-16,0 0-15 0,0 0-5 0,0 0-4 15,0 0-2-15,63 0-6 0,-63 0-12 0,0 0-11 16,0 0-5-16,0 0-1 0,0 0-12 0,0 0-1 15,0 0 2-15,0 0 3 0,0 0-3 0,0 0-2 16,0 0-52-16,0 0-141 0,0 0 64 0</inkml:trace>
  <inkml:trace contextRef="#ctx0" brushRef="#br0" timeOffset="325.24">9210 4864 59 0,'0'0'68'16,"0"0"-8"-16,0 0 1 0,-83 8 4 0,83-8-1 15,0 0-8-15,0 0-1 0,0 0-5 0,0 0 2 16,0 0-13-16,0 0-4 0,0 0-4 0,0 0-8 16,0 0 4-16,0 0-6 0,0 0 2 0,0 0 2 15,0 0 3-15,0 0 5 0,0 0 2 0,156-31-1 16,-109 23-1-16,-1-1 2 0,-46 9-4 0,96-10 4 15,-51 1-2-15,-45 9-5 0,65-6-2 0,-18 2-6 16,-47 4 2-16,60-7-2 0,-60 7-2 0,50-4 3 16,-50 4-5-16,0 0 2 0,0 0-7 0,68-1 1 15,-68 1 5-15,0 0-10 0,0 0-2 0,0 0-1 16,0 0-7-16,0 0-5 0,0 0-6 0,60 8-17 16,-60-8-2-16,0 0-21 0,0 0-10 0,0 0-20 15,5 38-94-15,-5-38-193 0,0 0 87 0</inkml:trace>
  <inkml:trace contextRef="#ctx0" brushRef="#br0" timeOffset="1818.11">9298 7363 121 0,'0'0'140'0,"0"0"0"16,0 0-5-16,0 0-5 0,0 0-5 0,0 0-1 15,0 0-3-15,0 0 0 0,0 0-11 0,0 0 1 0,0 0-11 16,0 0 2-16,0 0-4 0,0 0-4 0,0 0-4 15,0 0-5-15,0 0-4 0,0 0-4 0,0 0-3 16,0 0-5-16,0 0-6 0,0 0-5 16,0 0-3-16,0 0-7 0,0 0-3 0,0 0-4 0,0 0-1 15,0 0-1-15,0 0-4 0,0 0-1 0,0 0-2 16,0 0-4-16,0 0-1 0,0 0-2 16,0 0-3-16,0 0-5 0,0 0 1 0,0 0-5 15,0 0-1-15,0 0-3 0,0 0 1 0,0 0-5 0,0 0 2 16,0 0-7-16,0 0 4 0,0 0-4 0,0 0 1 15,0 0 3-15,0 0-1 0,0 0 1 0,0 0-7 16,0 0-1-16,0 0-5 0,0 0-9 16,0 0-7-16,0 0 0 0,0 0-5 0,0 0 4 0,0 0 0 15,0 0 1-15,0 0 3 0,0 0 3 0,0 0-1 16,0 0 4-16,0 0-3 0,0 0-1 0,0 0 1 16,0 0 1-16,0 0-1 0,0 0-2 0,0 0-2 15,0 0 1-15,-33-45 2 0,33 45-1 0,0 0 5 16,0 0-2-16,0 0 3 0,-67-3-6 0,67 3 9 15,0 0-4-15,0 0 0 0,-61 1 7 0,61-1-4 16,0 0 2-16,0 0 1 0,0 0 1 0,0 0 2 16,-61-1 4-16,61 1 1 0,0 0 6 0,0 0 0 15,0 0 3-15,0 0 4 0,0 0 3 0,0 0-5 16,0 0 5-16,0 0-6 0,0 0-1 0,0 0-8 16,0 0-1-16,0 0 2 0,0 0 0 0,0 0-2 15,0 0 2-15,0 0-3 0,0 0 2 0,0 0-1 0,0 0 3 16,0 0-1-16,0 0-2 0,198-16 7 15,-166 12-5-15,-32 4 1 0,93-12 11 0,-93 12 0 16,67-4-4-16,-20 2 0 0,-47 2-2 0,57-7-3 16,-57 7 4-16,53-5-2 0,-53 5 1 0,0 0 0 0,0 0-4 15,70-2 1-15,-70 2 3 0,0 0-5 0,0 0 1 16,0 0 0-16,0 0 0 0,0 0-2 16,53-2 0-16,-53 2 1 0,0 0-6 0,0 0 0 15,0 0-1-15,0 0-5 0,0 0-4 0,0 0-12 16,0 0-10-16,0 0 2 0,0 0-4 0,0 0-2 15,0 0-24-15,0 0 0 0,0 0-10 0,-123 42 7 0,123-42 5 16,0 0-9-16,-65 8 3 0,65-8 10 16,-45 5 1-16,45-5-1 0,0 0 10 0,-65 0 0 15,65 0 2-15,0 0 8 0,-63 2-1 0,63-2 10 0,0 0 1 16,0 0 5-16,-76-2 10 0,76 2-7 0,0 0 10 16,-58-3 5-16,58 3 3 0,0 0 10 0,0 0-4 15,-74-2 11-15,74 2-1 0,0 0 2 16,0 0 1-16,-60-1 6 0,60 1 4 0,0 0 1 15,0 0 2-15,0 0-2 0,0 0 6 0,0 0 8 0,0 0 4 16,-59 3-5-16,59-3-4 0,0 0-8 0,0 0-2 16,0 0-6-16,0 0-4 0,0 0-1 0,0 0-4 15,0 0 3-15,0 0-1 0,0 0-1 16,0 0 4-16,0 0-1 0,0 0 1 0,170 6-4 0,-170-6 3 16,78-4 11-16,-78 4 0 0,65-5 6 0,-65 5-4 15,64-4-1-15,-64 4-5 0,60-9 3 0,-60 9-1 16,58-5-5-16,-58 5-1 0,0 0-6 0,0 0 2 15,58-6 0-15,-58 6-2 0,0 0 1 0,0 0-2 16,0 0 0-16,0 0-3 0,0 0 1 0,0 0 0 16,0 0 2-16,51-3 0 0,-51 3 1 0,0 0-4 15,0 0-1-15,0 0-10 0,0 0-8 0,0 0-16 16,0 0-23-16,0 0-23 0,0 0-15 0,0 0-15 16,0 0-19-16,0 0-27 0,-28 62-124 0,28-62-294 15,-29 48 130-15</inkml:trace>
  <inkml:trace contextRef="#ctx0" brushRef="#br0" timeOffset="5586.01">11852 3632 34 0,'0'0'101'0,"0"0"-3"0,0 0 3 0,0 0-13 16,0 0-2-16,0 0-14 0,0 0-5 0,0 0 1 15,0 0-8-15,0 0-6 0,0 0-8 0,0 0-1 16,0 0-2-16,0 0 2 0,0 0 5 0,0 0-3 16,0 0-6-16,0 0-8 0,0 0 1 0,0 0-5 15,0 0-7-15,0 0-5 0,0 0 8 0,0 0-4 16,0 0-3-16,0 0-9 0,0 0 0 0,0 0-7 15,-14-70-2-15,14 70-6 0,0 0-5 0,0 0 3 16,-14-45-14-16,14 45-1 0,0 0 0 0,-11-34-8 16,11 34 0-16,0 0 0 0,-12-35 5 0,12 35 0 15,0 0-1-15,-12-32 1 0,12 32 0 0,0 0 2 16,-11-29 2-16,11 29 10 0,0 0-7 0,-11-27 6 16,11 27-13-16,0 0-1 0,0 0 5 0,-14-36-2 15,14 36 6-15,0 0 0 0,0 0 2 0,0 0 0 16,-15-27 2-16,15 27 5 0,0 0-2 0,0 0 5 15,0 0 1-15,-14-26-4 0,14 26 5 0,0 0 8 16,0 0-1-16,0 0-1 0,-24-29-4 0,24 29 3 16,0 0 7-16,0 0 0 0,-21-28-2 0,21 28 0 15,-14-25-3-15,14 25 4 0,-22-23-4 0,22 23-1 16,0 0 15-16,-29-33-1 0,29 33-7 0,-23-26 1 16,23 26-2-16,-32-31-2 0,32 31-3 0,-24-24-5 15,24 24 4-15,-31-25-5 0,31 25 2 0,-27-23 5 16,27 23-2-16,-28-22 2 0,28 22-2 0,-36-25-2 15,36 25-3-15,-30-19 3 0,30 19 0 0,-30-21 3 16,30 21-4-16,-30-19-8 0,30 19 5 0,-40-22-11 16,40 22 8-16,-37-23-2 0,37 23-1 0,-42-19 17 15,42 19-15-15,-54-17 1 0,54 17 0 0,-43-11-2 16,43 11 1-16,0 0 3 0,-55-11-2 0,55 11-5 16,0 0 2-16,-55-11 9 0,55 11-9 0,0 0 8 15,-56 0 6-15,56 0-11 0,0 0 3 0,0 0-2 16,-67 8 2-16,67-8-7 0,0 0 18 0,0 0-13 15,-54 15 2-15,54-15-3 0,0 0 2 0,-43 14 4 16,43-14 10-16,0 0-10 0,-39 13-1 0,39-13-2 16,0 0 3-16,-34 25-8 0,34-25 4 0,0 0 4 15,-29 14 2-15,29-14-1 0,0 0-6 0,-32 29 7 16,32-29-7-16,-23 23 8 0,23-23-7 0,-26 31-5 16,12-10 12-16,14-21 22 0,-28 33-23 0,10-13-4 15,18-20 2-15,-28 32-1 0,28-32 4 0,-28 33 2 16,28-33-2-16,-23 30-4 0,10-9 4 0,13-21-2 15,-29 38 3-15,29-38 3 0,-23 37-4 0,23-37-5 16,-20 35 9-16,8-14 5 0,12-21-8 0,-17 30 6 16,17-30-1-16,-16 31-2 0,16-31 5 0,-15 32-3 15,15-32-8-15,-12 40 2 0,12-40 8 0,-12 41-4 16,7-17-1-16,5-24-4 0,-8 35 10 0,8-35-8 16,-10 53 0-16,5-28 2 0,5-25-2 0,-8 50-1 15,7-25-7-15,1-25 12 0,-4 51-2 0,4-51-3 16,-2 46 8-16,0-21-4 0,2-25 5 0,0 42-12 15,0-42 14-15,5 40-3 0,-5-40-8 0,6 41 8 16,-3-15-4-16,-3-26 2 0,13 48-5 0,-5-23 4 16,-8-25-10-16,15 52 5 0,-7-26-4 0,2 0 7 15,-10-26-2-15,17 53 1 0,-7-28-5 16,0 3-4-16,3 11 9 0,1-15-3 0,-14-24 2 0,22 52 1 16,-13-24-2-16,1-5 4 0,-10-23-2 0,24 48 3 15,-15-23-2-15,-9-25-8 0,23 42 3 0,-11-20 0 16,-12-22 6-16,24 41-1 0,-24-41-2 0,24 37 8 15,-10-15 3-15,-14-22-18 0,29 46 7 0,-13-27-6 16,-16-19 6-16,28 42-5 0,-14-20 6 0,-14-22 1 16,32 36-1-16,-17-16-10 0,-15-20 10 15,31 36-3-15,-14-18-3 0,-17-18 13 0,33 40-9 0,-33-40 1 16,27 28 8-16,-27-28-19 0,28 20 12 0,-28-20-1 16,31 22-8-16,-31-22 5 0,33 16 6 0,-33-16-1 15,0 0 1-15,46 12 7 0,-46-12 0 0,0 0 1 16,61 8 0-16,-61-8-9 0,0 0-1 0,0 0 1 15,92-14 6-15,-92 14 0 0,50-14 6 0,-50 14-4 16,51-14 0-16,-51 14 3 0,55-21-7 0,-31 10-1 16,-24 11 4-16,54-25 2 0,-21-3-8 0,-10 16 10 15,-23 12 1-15,50-28-8 0,-24 11 6 0,-2-1-1 16,-24 18-3-16,46-33-1 0,-22 14 8 0,-24 19-17 16,41-36 6-16,-14 3 5 0,-9 14-3 0,-18 19-3 15,31-40 3-15,-15 16-3 0,-16 24 8 0,26-36-6 16,-16 12-5-16,-10 24 9 0,19-43-14 0,-7 21 12 15,-12 22-9-15,16-43 1 0,-7 19 1 0,-9 24-6 16,9-46-2-16,-2 22 10 0,-7 24-5 16,7-35-3-16,-7 35 6 0,5-49-3 0,-1 24 1 15,-4 25 2-15,0-45-9 0,0 45 6 0,1-52-1 0,-1 26-3 16,0 26-8-16,-6-50 14 0,6 50 2 0,-5-48-15 16,4 23 5-16,1 25 1 0,-9-43 3 0,9 43-9 15,-4-43 11-15,4 43-2 0,-8-43 3 0,4 19-6 16,4 24-1-16,-7-38 19 0,7 38-8 15,-13-41 3-15,13 41 7 0,-13-33 4 0,13 33 1 0,-11-30 3 16,11 30 4-16,-16-27-1 0,16 27-3 0,-15-28 14 16,15 28-8-16,-14-26 2 0,14 26 4 0,0 0 9 15,-23-25 3-15,23 25-11 0,0 0-2 0,0 0-7 16,-19-28 1-16,19 28-8 0,0 0 0 0,0 0-9 16,0 0-20-16,0 0-23 0,0 0-29 0,0 0-29 15,0 0-22-15,0 0-21 0,0 0-117 0,0 0-271 16,0 0 121-16</inkml:trace>
  <inkml:trace contextRef="#ctx0" brushRef="#br0" timeOffset="6985.22">11583 5827 51 0,'0'0'115'0,"0"0"4"16,0 0-18-16,0 0-7 0,0 0-10 0,14-66-6 15,-14 66-7-15,0 0-11 0,0 0-1 0,-6-40-16 16,6 40 12-16,0 0-8 0,-15-35-2 0,15 35-2 15,-16-23 4-15,16 23-9 0,0 0-3 0,-32-38-6 16,32 38-5-16,-26-26-7 0,26 26-3 0,-35-27 3 16,14 11-6-16,21 16 3 0,-40-31-7 0,40 31-8 0,-41-22-3 15,18 8 0-15,23 14 2 0,-44-19 3 0,44 19-1 16,-49-20-12-16,49 20 18 0,-47-19-2 16,47 19-7-16,-47-16 6 0,47 16-6 0,-45-10-7 15,45 10 5-15,0 0-4 0,-62-13 6 0,62 13 8 0,-37-6 3 16,37 6-19-16,0 0 11 0,-54-6-3 0,54 6-3 15,0 0 6-15,0 0-6 0,-74-2 4 0,74 2 0 16,0 0-4-16,0 0 4 0,0 0-8 16,-59 9 10-16,59-9-3 0,0 0-2 0,-33 15 1 0,33-15 8 15,0 0-1-15,-37 26-6 0,37-26-8 0,-27 19 9 16,27-19 3-16,-24 23-4 0,24-23-2 0,-22 25-3 16,22-25 10-16,-22 26-2 0,22-26 5 15,-29 42-4-15,16-17-4 0,-3-2 2 0,16-23 1 0,-26 46-3 16,13-21-2-16,13-25 10 0,-20 49-4 0,10-24-10 15,0 1 11-15,10-26-3 0,-16 52 3 0,11-25-4 16,1 1 3-16,4-28 3 0,-9 60-21 16,5-30 26-16,2 12-3 0,-2-11-6 0,1 12 3 0,3-43 1 15,-1 55-3-15,5-28 8 0,-4-27 4 0,1 54-15 16,2-25 4-16,-3-29 4 0,1 54-4 0,0-27 4 16,-1-27 3-16,5 54 4 0,-1-24-6 0,1-1-1 15,-5-29-1-15,9 59-2 0,-1-30 3 16,-2 1-3-16,5 9 2 0,-5-10-6 0,9 13 11 0,-6-2 1 15,4-2 0-15,-3-12-5 0,-10-26-3 0,18 50 5 16,-10-23-6-16,2-1-7 0,-10-26 11 0,17 48 4 16,-9-24-6-16,-8-24 1 0,17 53 2 0,-5-27 2 15,-1 1-1-15,-11-27-3 0,21 50 0 0,-15-26-6 16,-6-24 0-16,18 37 6 0,-18-37-1 0,19 39-1 16,-19-39 1-16,19 27-6 0,-19-27 4 0,22 28 1 15,-22-28 5-15,24 27-2 0,-24-27-2 0,34 28-5 16,-13-13 10-16,-21-15 1 0,45 28-7 0,-45-28 3 15,36 16-1-15,-36-16-1 0,42 14-5 0,-42-14 8 16,37 9-2-16,-37-9 1 0,0 0-5 0,61 12 4 16,-61-12-1-16,0 0 4 0,55 2-13 0,-55-2 4 15,0 0 3-15,58 1-2 0,-58-1 3 0,0 0 5 16,0 0-5-16,73-11 2 0,-73 11 1 0,34-10 2 0,-34 10-2 16,0 0 3-16,58-27-3 0,-34 15 5 15,-24 12-3-15,37-26 6 0,-15 10-3 0,-22 16 5 16,45-39-5-16,-21 20 1 0,-3-2 1 0,0 0 0 15,-21 21 3-15,46-43-6 0,-31 21 0 0,7-3 5 16,-3 5 2-16,-19 20 7 0,32-44-6 0,-23 19-2 16,-9 25-1-16,29-47 4 0,-12 24-4 0,-5-4-7 15,-12 27 6-15,22-50-5 0,-10 26 2 0,0-4 0 16,-12 28-2-16,16-51-1 0,-12 25 3 0,-4 26-3 16,8-55-4-16,-7 30 3 0,-1 25 0 0,-3-56-1 15,3 25-7-15,-1-9 1 0,-9 0-8 0,5 11-1 16,-3-12-2-16,-5 2 0 0,7 10 2 0,-11-11-8 15,2 2 4-15,2 14 0 0,-1-14-5 0,1 13 6 16,-2-1 8-16,-8-11-4 0,12 10-2 0,-5 2 4 0,16 25 3 16,-27-48 1-16,11 23 0 0,16 25 4 0,-30-40-4 15,15 21 4-15,15 19 0 0,-29-31-7 16,29 31 5-16,-29-24-4 0,29 24 8 0,-34-24-7 16,34 24 4-16,-31-19 1 0,31 19-4 0,0 0-2 0,-42-17 7 15,42 17-3-15,0 0-15 0,-41-10-27 0,41 10-9 16,0 0-10-16,0 0-12 0,0 0-17 0,-79 22-23 15,79-22-113-15,-37 25-244 0,37-25 107 16</inkml:trace>
  <inkml:trace contextRef="#ctx0" brushRef="#br0" timeOffset="9725.34">13746 5402 40 0,'0'0'32'0,"0"0"-3"0,0 0-7 0,0 0-3 0,0 0-9 16,0 0-6-16,0 0-11 0,0 0-19 0,0 0-26 15,0 0 12-15</inkml:trace>
  <inkml:trace contextRef="#ctx0" brushRef="#br0" timeOffset="11125.95">13816 5542 117 0,'0'0'95'0,"0"0"-14"15,0 0-3-15,0 0-2 0,0 0-3 0,0 0-12 16,0 0-6-16,0 0 6 0,0 0-4 0,0 0-12 16,0 0-1-16,0 0-7 0,0 0 9 0,0 0-7 15,0 0 2-15,0 0 6 0,0 0-8 0,0 0 0 16,0 0-5-16,0 0-3 0,0 0 3 0,0 0-10 15,0 0-1-15,0 0-3 0,0 0-2 0,0 0-2 16,0 0-3-16,0 0-15 0,0 0 15 0,0 0-4 0,0 0 4 16,0 0-8-16,0 0-8 0,0 0 3 15,0 0 3-15,0 0 0 0,0 0-3 0,0 0 0 16,0 0 2-16,0 0-1 0,0 0-9 0,0 0 13 16,0 0-6-16,0 0 0 0,0 0 3 0,0 0-3 0,0 0-3 15,0 0 3-15,0 0 1 0,0 0 2 16,0 0-2-16,0 0 2 0,14 46-2 0,-14-46 0 15,0 0 6-15,0 0 8 0,-28 35 2 0,28-35-1 16,0 0-4-16,0 0 9 0,-35 20 1 0,35-20 5 16,0 0 9-16,0 0 4 0,0 0 0 0,0 0-5 0,0 0 6 15,0 0 0-15,0 0-4 0,0 0-4 0,0 0-1 16,0 0-3-16,0 0-1 0,-89-35-3 0,89 35-2 16,0 0-5-16,0 0-5 0,-6-38 2 0,6 38-3 15,0 0-4-15,0 0 0 0,11-39 2 0,-11 39-4 16,0 0 4-16,23-36-3 0,-23 36 2 0,0 0-3 15,27-29-6-15,-27 29-3 0,0 0 6 0,0 0-3 16,31-20 0-16,-31 20 1 0,0 0-6 16,0 0 5-16,0 0-10 0,0 0 8 0,0 0 0 0,0 0-4 15,0 0 2-15,0 0 4 0,0 0-7 0,0 0 5 16,67 43-3-16,-67-43 7 0,0 0-5 0,6 36 2 16,-6-36 0-16,0 0 0 0,0 0 0 0,-7 38 1 15,7-38 8-15,0 0-7 0,0 0 3 0,-23 36-3 16,23-36 3-16,0 0-2 0,-34 25-2 0,34-25 3 15,0 0 3-15,-31 15-4 0,31-15 5 0,0 0-1 16,0 0 8-16,0 0-3 0,0 0 2 0,-56 6 4 16,56-6 3-16,0 0-3 0,0 0-4 0,0 0 0 15,0 0 3-15,0 0-2 0,0 0-1 0,0 0-3 16,0 0 1-16,-44-43-4 0,44 43-3 0,0 0 0 16,0 0-4-16,0 0 1 0,4-39-3 0,-4 39 1 15,0 0-1-15,0 0 6 0,0 0-4 0,41-46-2 16,-41 46 0-16,26-15-2 0,-26 15 1 0,0 0-1 15,0 0 2-15,43-14-2 0,-43 14 0 0,0 0 0 16,0 0-5-16,0 0 1 0,0 0 4 0,0 0-3 16,0 0-3-16,0 0-2 0,78 29 6 0,-78-29-3 15,0 0-5-15,0 0 8 0,13 33-1 0,-13-33 2 16,0 0 1-16,0 0 3 0,0 0 2 0,-22 46 1 16,22-46-2-16,0 0-5 0,-31 28 15 0,31-28-10 15,0 0 5-15,-36 19 1 0,36-19-2 0,0 0 0 16,0 0 8-16,-37 11-1 0,37-11 6 0,0 0-4 15,0 0 2-15,0 0 2 0,0 0 1 0,0 0 3 16,0 0 0-16,0 0-7 0,0 0 4 0,0 0-2 16,0 0-5-16,-71-33-2 0,71 33 1 0,0 0-4 15,0 0 1-15,-3-35-4 0,3 35 0 0,0 0 2 16,0 0 0-16,0 0-5 0,31-57-1 0,-31 57 2 16,0 0 2-16,26-24-6 0,-26 24 1 0,0 0-2 15,25-17-1-15,-25 17-2 0,0 0 1 0,0 0 1 16,0 0 0-16,0 0-2 0,0 0 1 0,0 0-2 15,0 0 2-15,0 0 2 0,0 0-1 0,0 0 2 16,81 50 1-16,-81-50-1 0,1 29 0 0,-1-29 4 16,0 0-1-16,0 0-4 0,-6 43 6 0,6-43 0 0,0 0 0 15,0 0 2-15,0 0 4 0,-18 35-1 16,18-35 5-16,0 0 2 0,0 0 5 0,0 0 1 16,0 0 7-16,-34 18 2 0,34-18-3 0,0 0 3 15,0 0 0-15,0 0-4 0,0 0 0 0,0 0-1 16,0 0-1-16,0 0-1 0,0 0-4 0,0 0-4 0,-67-53 1 15,67 53-3-15,0 0-5 0,-8-30 2 0,8 30-5 16,0 0 0-16,0 0-3 0,9-44-1 16,-9 44 0-16,0 0-4 0,0 0 1 0,27-31 2 15,-27 31-3-15,0 0-5 0,0 0 2 0,0 0 3 0,32-16-2 16,-32 16-3-16,0 0 1 0,0 0 0 0,0 0-2 16,0 0 0-16,0 0 6 0,0 0-5 15,0 0-1-15,0 0-3 0,0 0 0 0,0 0-7 16,0 0-11-16,52 61 5 0,-52-61-8 0,0 0-27 15,-14 39-24-15,14-39-23 0,-22 36-31 0,22-36-29 0,-23 27-121 16,23-27-315-16,-24 30 140 0</inkml:trace>
  <inkml:trace contextRef="#ctx0" brushRef="#br0" timeOffset="15018.25">16794 11803 56 0,'0'0'135'0,"0"0"-7"0,-10-3-6 0,10 3-9 15,0 0-6-15,-10-5-11 0,10 5-4 0,0 0-7 16,0 0-13-16,0 0-4 0,0 0-2 0,0 0-11 16,-10-3-6-16,10 3-10 0,0 0 0 0,0 0-11 15,0 0 1-15,0 0-3 0,0 0-4 0,0 0-1 16,0 0 0-16,0 0-1 0,0 0 3 0,0 0 3 16,0 0-2-16,0 0-2 0,0 0 0 0,46 6 0 15,-29-6 0-15,2 2 1 0,13-4 1 0,-1 4-1 16,17-5-5-16,-3 1 3 0,-13 2-1 0,16 0-4 0,1 2 2 15,4 2-8-15,0-1-1 0,8 1-7 16,1 2 6-16,-2 2 5 0,5-3-1 0,0 3-6 16,6-6 1-16,-2-2-1 0,11-1 0 0,4-5 5 15,2-5 0-15,5 1 0 0,8-2-3 0,1-6 6 16,-4 1-3-16,0 4 4 0,0-1-4 0,-4-4-3 0,5 2 3 16,-5 2-4-16,-4 3-6 0,-1 0 11 0,-1 4-4 15,-8 0-2-15,-6-1 3 0,3 2-3 16,-8-1-2-16,2 3 1 0,-5-3-3 0,-9 1 1 0,-1-2 4 15,-4 2-1-15,-5 2-9 0,-15 0 10 0,1 2-6 16,-6 1 1-16,-3-2-1 0,-4 0 0 16,-3 3 3-16,2 0-5 0,-17 0 3 0,18 0-3 0,-18 0 2 15,16 0 0-15,-16 0 3 0,0 0 1 16,0 0 2-16,13 1-1 0,-13-1-1 0,0 0-1 0,0 0 2 16,0 0 3-16,0 0 1 0,0 0-5 0,0 0 9 15,0 0 0-15,0 0 6 0,0 0-2 16,0 0 2-16,0 0-8 0,0 0 4 0,0 0-1 0,0 0-5 15,0 0-1-15,0 0-15 0,0 0-11 0,0 0-20 16,0 0-27-16,0 0-21 0,0 0-27 0,0 0-33 16,-28 24-162-16,15-17-331 0,-3 5 147 0</inkml:trace>
  <inkml:trace contextRef="#ctx0" brushRef="#br0" timeOffset="22932.03">22993 3120 5 0,'0'0'208'0,"0"0"-8"0,0 0-6 0,-14-44-8 15,14 44-12-15,0 0-12 0,0 0-10 0,0 0-14 16,0 0-12-16,0 0-9 0,0-35-8 0,0 35-9 0,0 0-12 16,0 0-6-16,0 0-4 0,0 0-10 0,0 0-11 15,0 0-5-15,0 0-8 0,0 0-6 0,0 0-4 16,0 0-8-16,0 0-4 0,0 0-5 16,0 0-2-16,0 0-2 0,0 0-5 0,0 0 1 0,0 0 3 15,0 0-7-15,0 0 21 0,0 0 2 0,0 0-6 16,62 102-1-16,-50-75-2 0,5 13-1 0,-3-13-2 15,3 11 0-15,-7-10 1 0,4-1-5 16,-2 0 1-16,-12-27-3 0,25 48 0 0,-10-26 2 16,-15-22-7-16,22 36-2 0,-22-36 3 0,19 26-3 0,-19-26-2 15,18 22-1-15,-18-22 3 0,0 0-4 0,0 0 1 16,0 0-1-16,0 0 2 0,25 22 3 0,-25-22 0 16,0 0 2-16,0 0 6 0,0 0 0 15,0 0 3-15,0 0 2 0,0 0 6 0,0 0 3 0,0 0 1 16,53-74 0-16,-53 74 3 0,14-43 4 0,-8 16-5 15,0-1 0-15,-6 28-8 0,9-54-1 0,-8 24-4 16,-1 30 2-16,4-49 1 0,-4 49-5 0,1-35-4 16,-1 35-2-16,0 0-3 0,-1-37-8 0,1 37-13 15,0 0-20-15,0 0-29 0,0 0-39 0,0 0-50 16,0 0-43-16,0 0-10 0,0 0-6 0,0 0-159 16,0 0-403-16,0 0 178 0</inkml:trace>
  <inkml:trace contextRef="#ctx0" brushRef="#br0" timeOffset="23403.02">23549 3637 91 0,'0'0'145'0,"0"0"-4"16,0 0-18-16,0 0-14 0,0 0-9 0,0 0-13 15,0 0-7-15,-42 32-2 0,42-32-15 0,0 0-3 16,0 0-4-16,-5 35-6 0,5-35-6 16,0 0-4-16,0 0-8 0,5 39-2 0,-5-39-1 0,0 0 0 15,0 0-4-15,0 0 4 0,0 0 0 0,0 0 0 16,26 28 0-16,-26-28 2 0,0 0-1 0,0 0 4 15,0 0-2-15,0 0-1 0,0 0 3 0,0 0 5 16,0 0 1-16,0 0-1 0,0 0-2 16,0 0 2-16,89-51 1 0,-89 51 10 0,0 0-5 0,8-27-5 15,-8 27-1-15,0 0-5 0,2-41-4 0,-2 41 3 16,0 0 0-16,0 0-5 0,-23-43-3 0,23 43-2 16,0 0-2-16,-23-22-5 0,23 22 4 0,0 0-6 15,0 0-2-15,-37-22-5 0,37 22-3 16,0 0-4-16,0 0-5 0,0 0-8 0,0 0-13 15,0 0-7-15,0 0-15 0,0 0-20 0,0 0-5 0,-94 43-25 16,94-43-7-16,-8 25-10 0,8-25-5 16,0 0-9-16,0 0-2 0,10 41-5 0,-10-41-86 0,0 0-240 15,0 0 107-15</inkml:trace>
  <inkml:trace contextRef="#ctx0" brushRef="#br0" timeOffset="23958.03">23724 3641 60 0,'0'0'166'0,"0"0"-22"0,0 0-17 0,0 0-11 15,0 0-18-15,0 0-10 0,0 0-9 0,0 0-3 0,0 0-8 16,0 0-11-16,0 0 5 0,0 0-13 0,0 0-9 16,0 0-1-16,22 65-3 0,-22-65-5 0,0 0-4 15,0 0 5-15,0 0 3 0,17 28-4 16,-17-28 7-16,0 0 0 0,0 0 4 0,0 0-5 15,0 0-4-15,0 0 1 0,57 3-4 0,-57-3 3 0,0 0-2 16,0 0-6-16,0 0-3 0,62-36-2 0,-62 36 2 16,0 0-2-16,29-24-3 0,-29 24-5 0,0 0 4 15,24-22-5-15,-24 22 3 0,0 0-4 16,0 0-3-16,0 0-4 0,0 0-7 0,23-19 0 16,-23 19 3-16,0 0-3 0,0 0 2 0,0 0-1 0,0 0-2 15,0 0 0-15,0 0 5 0,0 0-6 0,0 0 15 16,51 59-12-16,-51-59 0 0,16 22 1 0,-16-22 2 15,0 0-4-15,19 26-1 0,-19-26 5 16,0 0-2-16,0 0 7 0,27 20 1 0,-27-20 5 16,0 0 3-16,0 0 3 0,0 0-4 0,0 0 5 0,0 0-2 15,0 0 4-15,90-28 1 0,-90 28-6 0,21-21 1 16,-21 21-2-16,19-26-1 0,-19 26 3 0,15-28-7 16,-15 28 4-16,13-30-3 0,-13 30 1 0,7-37 6 15,-7 37-6-15,0 0-1 0,0-43 5 16,0 43 8-16,0 0 3 0,-4-31 1 0,4 31 0 0,0 0-2 15,0 0 3-15,0 0-6 0,0 0-2 0,0 0-5 16,0 0 1-16,0 0-11 0,0 0-1 16,0 0-2-16,0 0-2 0,0 0 2 0,0 0-6 0,0 0 3 15,0 0 1-15,0 0 0 0,0 0-3 0,0 0-6 16,0 0-13-16,0 0-10 0,0 0-24 0,0 0-10 16,-4 113-14-16,4-113-34 0,8 27-19 0,-8-27-14 15,0 0-14-15,11 29-116 0,-11-29-298 16,0 0 132-16</inkml:trace>
  <inkml:trace contextRef="#ctx0" brushRef="#br0" timeOffset="24175.22">24123 3583 84 0,'0'0'203'0,"0"0"-21"15,0 0-21-15,0 0-15 0,0 0-13 0,0 0-15 0,0 0-11 16,0 0-7-16,0 0-11 0,0 0-11 0,74-33-11 16,-74 33-4-16,0 0-6 0,61-16-9 0,-61 16-15 15,0 0-16-15,49-13-34 0,-49 13-32 16,0 0-38-16,37-7-34 0,-37 7-115 0,0 0-254 16,0 0 112-16</inkml:trace>
  <inkml:trace contextRef="#ctx0" brushRef="#br0" timeOffset="24532.34">24696 3366 134 0,'0'0'232'0,"0"0"-16"0,0 0-18 16,0 0-16-16,0 0-17 0,0 0-20 16,0 0-13-16,0 0-17 0,0 0-15 0,0 0-8 15,0 0-10-15,0 0-6 0,0 0-8 0,0 0-10 16,0 0-3-16,0 0-8 0,0 0-4 0,0 0-1 0,120-15-8 15,-120 15 1-15,52-5-9 0,-52 5-11 16,0 0-13-16,55-8-16 0,-55 8-18 0,0 0-26 16,0 0-28-16,53-4-33 0,-53 4-30 0,0 0-28 15,0 0-100-15,0 0-300 0,0 0 134 0</inkml:trace>
  <inkml:trace contextRef="#ctx0" brushRef="#br0" timeOffset="24754.71">24769 3479 36 0,'0'0'161'0,"0"0"-11"16,0 0-5-16,0 0-6 0,0 0-7 16,0 0-9-16,0 0-7 0,0 0 2 0,0 0-7 15,0 0-5-15,108 13-13 0,-108-13-4 0,0 0-9 16,64-4-10-16,-64 4-10 0,0 0-4 0,0 0-16 0,0 0-17 15,65-1-30-15,-65 1-41 0,0 0-34 16,0 0-36-16,0 0-19 0,0 0-106 0,0 0-263 0,0 0 116 16</inkml:trace>
  <inkml:trace contextRef="#ctx0" brushRef="#br0" timeOffset="25437.29">24232 3487 18 0,'0'0'55'0,"0"0"2"0,0 0-10 0,0 0-8 0,0 0-3 15,0 0-4-15,0 0 9 0,0 0-3 0,0 0-4 16,0 0-4-16,0 0 1 0,0 0 4 0,0 0 9 16,-35-36 21-16,35 36-3 0,0 0 8 0,0 0 4 15,0 0 1-15,0 0 8 0,0 0-2 0,0 0-5 16,0 0-3-16,0 0-5 0,0 0-6 0,0 0-10 16,0 0-5-16,0 0-11 0,0 0-5 0,0 0-3 15,0 0 0-15,0 0-11 0,0 0 1 0,0 0 0 16,0 0-3-16,0 0-1 0,0 0-1 0,0 0-6 15,0 0 5-15,0 80 1 0,0-80-2 0,3 43-5 16,-3-43 5-16,4 47-5 0,-4-47-1 0,2 34 1 16,-2-34 0-16,5 38 2 0,-5-38-5 0,4 30-27 15,-4-30-21-15,5 30-21 0,-5-30-28 0,9 30-38 16,-9-30-98-16,0 0-248 0,13 36 110 0</inkml:trace>
  <inkml:trace contextRef="#ctx0" brushRef="#br0" timeOffset="29136.26">25623 3247 31 0,'0'0'145'0,"0"0"-17"15,0 0-7-15,0 0-6 0,0 0-11 16,0 0-2-16,0 0-15 0,0 0-8 0,0 0-5 15,-41-28-10-15,41 28-1 0,0 0 1 0,0 0-16 16,0 0-4-16,0 0-12 0,0 0-3 0,0 0 1 16,0 0-5-16,-84 31-3 0,84-31-1 0,-20 23-5 0,20-23-1 15,-17 30 1-15,17-30-5 0,-13 34-3 0,13-34 4 16,-5 48-5-16,5-48 1 0,2 35 3 0,-2-35-3 16,7 39-3-16,-7-39 3 0,13 29 1 15,-13-29-5-15,19 26 1 0,-19-26 2 0,27 20-2 0,-27-20 4 16,33 25 4-16,-33-25 6 0,0 0-2 15,53 12 2-15,-53-12-1 0,0 0-1 0,0 0 4 16,74-8-3-16,-74 8 1 0,0 0 3 0,48-18-1 16,-48 18 0-16,0 0 11 0,34-25 2 0,-34 25 3 15,17-22 2-15,-17 22 15 0,0 0 6 0,12-29 12 0,-12 29-9 16,0 0-5-16,0-37-10 0,0 37-3 16,0 0-4-16,-15-44-4 0,15 44-4 0,-18-28-1 15,18 28-10-15,-23-28-5 0,23 28 1 0,-22-24-3 16,22 24-1-16,0 0-4 0,-32-20-7 0,32 20-15 15,0 0-17-15,0 0-22 0,0 0-20 0,-37-14-17 0,37 14-35 16,0 0-23-16,0 0-24 0,0 0-14 0,0 0-105 16,0 0-311-16,0 0 138 0</inkml:trace>
  <inkml:trace contextRef="#ctx0" brushRef="#br0" timeOffset="29585.43">26273 3399 123 0,'0'0'146'15,"0"0"4"-15,0 0-4 0,0 0 4 0,0 0-1 16,0 0-4-16,0 0 1 0,0 0-9 0,0 0-5 0,0 0-8 16,0 0-8-16,0 0-9 0,0 0-8 0,0 0-8 15,0 0-4-15,0 0-14 0,0 0-5 0,0 0-9 16,0 0-6-16,0 0-4 0,0 0 3 16,0 0 3-16,0 0 1 0,79 12-4 0,-79-12 1 15,0 0-7-15,91-7-1 0,-91 7-4 0,55-8-3 16,-55 8 1-16,48-5-9 0,-48 5 0 0,0 0-2 15,72-12-6-15,-72 12-1 0,0 0-6 0,48-9-18 16,-48 9 1-16,0 0 1 0,0 0 1 0,0 0 0 16,0 0-1-16,0 0 2 0,0 0 0 0,41-5 1 15,-41 5-5-15,0 0-7 0,0 0-16 0,0 0-25 16,0 0-42-16,0 0-62 0,0 0-53 0,0 0-196 0,0 0-438 16,0 0 193-16</inkml:trace>
  <inkml:trace contextRef="#ctx0" brushRef="#br0" timeOffset="36547.75">27599 2452 121 0,'0'0'177'15,"0"0"-17"-15,0 0-14 0,0 0-23 0,0 0-14 16,0 0-6-16,0 0-9 0,0 0-12 0,0 0-9 16,-145-3-11-16,145 3-1 0,0 0-8 0,-72 3-6 15,72-3 3-15,0 0-4 0,-57 1-15 0,57-1 5 16,0 0 0-16,0 0-8 0,-50-10 9 0,50 10-6 15,0 0-4-15,0 0-1 0,0 0 0 0,-40-14-1 16,40 14-8-16,0 0 5 0,0 0-5 0,0 0-1 16,0 0-4-16,0 0 0 0,0 0-1 0,-23-22 0 15,23 22-4-15,0 0 2 0,0 0-7 16,0 0-1-16,0 0-12 0,0 0-3 0,0 0-2 16,0 0 2-16,0 0-1 0,0 0-3 0,0 0 11 0,0 0-7 15,19 82 5-15,-19-38 0 0,8 0 9 0,-4 3-7 16,-2-3 10-16,-1 1-5 0,-1 1 2 0,4 0-3 15,1 6 3-15,-5-6 7 0,0-3-1 16,-1 6-6-16,1 0 5 0,5-1-5 0,-5 0 1 16,-2 1 3-16,-3-5 3 0,1 5-8 0,5-4 5 15,0 5 4-15,-6-7-12 0,5 1 11 0,-1-1-1 0,-4 6 2 16,1-4 3-16,-2 0-5 0,6 1-2 0,-5-1 5 16,2 0-1-16,0 1-4 0,1 0 3 15,-1-1 3-15,-2-3-4 0,3-14-6 0,2-28 8 16,1 70-5-16,-2-46-3 0,1-24-1 0,-7 59 9 15,7-31-6-15,0-28 0 0,-1 51 8 0,1-51-8 16,1 34 3-16,-1-34-3 0,5 41 3 0,-5-41-3 0,12 31-4 16,-12-31 7-16,14 24 0 0,-14-24-2 15,24 22-2-15,-24-22 1 0,33 15 1 0,-33-15-4 16,59 17 1-16,-59-17 4 0,78 5-6 0,-78-5 0 16,68-3-4-16,-68 3-3 0,94-12-1 0,-60 6-1 15,-34 6 3-15,76-16-1 0,-76 16 4 0,73-16-2 16,-52 9-1-16,-21 7 2 0,0 0-7 0,44-11 10 15,-44 11-3-15,0 0 6 0,0 0 3 0,0 0 11 0,0 0 11 16,0 0 9-16,0 0 14 0,0 0-3 16,0 0-8-16,0 0-5 0,0 0-11 0,0 0-9 15,0 0-12-15,0 0-27 0,0 0-35 0,0 0-46 16,0 0-41-16,0 0-155 0,0 0-329 0,0 0 146 16</inkml:trace>
  <inkml:trace contextRef="#ctx0" brushRef="#br0" timeOffset="37626.67">11123 3862 66 0,'0'0'59'0,"0"0"-21"15,0 0-15-15,0 0-3 0,0 0-10 0,0 0-10 16,0 0-17-16,0 0-17 0,0 0-35 0,0 0 16 16</inkml:trace>
  <inkml:trace contextRef="#ctx0" brushRef="#br0" timeOffset="38143.35">15033 3889 33 0,'0'0'75'16,"0"0"-57"-16,0 0-39 0,0 0-23 0,0 0 10 15</inkml:trace>
  <inkml:trace contextRef="#ctx0" brushRef="#br0" timeOffset="39485.01">9003 4972 115 0,'0'0'162'0,"0"0"-17"0,0 0-7 16,0 0-7-16,0 0-15 0,0 0-14 0,0 0-10 15,0 0-9-15,0 0-11 0,0 0-8 0,0 0-6 16,0 0-10-16,0 0-2 0,0 0-5 16,0 0-10-16,0 0 4 0,77-48-5 0,-32 42 4 0,-45 6-9 15,85-10-5-15,-35 9 8 0,-50 1-6 0,98-5 1 16,-49 5-1-16,-49 0-3 0,101 0 0 0,-50-1-7 15,-51 1 8-15,92 0-4 0,-92 0-1 16,64-2-2-16,-64 2-1 0,65-4-3 0,-65 4 5 0,56-3-4 16,-56 3 1-16,0 0-4 0,60-7-1 0,-60 7 6 15,0 0-5-15,0 0-4 0,0 0 3 16,0 0-2-16,53-2 7 0,-53 2 0 0,0 0 6 0,0 0 5 16,0 0-4-16,0 0 0 0,0 0-17 15,0 0-10-15,0 0-5 0,0 0-5 0,0 0-5 0,0 0-2 16,0 0 0-16,-160-13-10 0,160 13 4 0,-82-3-2 15,82 3-1-15,-92-3 1 0,49 3 4 0,43 0 12 16,-82-4-6-16,82 4 7 0,-79-3 4 0,79 3-1 16,-65 4 11-16,65-4 8 0,-75 0 1 0,75 0 1 15,-58 3 5-15,58-3-1 0,0 0 15 0,-67 0-3 16,67 0-8-16,0 0 5 0,0 0-1 0,0 0 8 16,-60 0-5-16,60 0-1 0,0 0 1 0,0 0-3 15,0 0-9-15,0 0-2 0,0 0-5 0,0 0-6 16,0 0-5-16,0 0 7 0,0 0-2 0,0 0 6 15,0 0 0-15,0 0-3 0,0 0-1 0,0 0 3 16,0 0-6-16,0 0 3 0,211-9 8 0,-211 9-4 16,78-7 0-16,-78 7-3 0,63-10-1 0,-63 10 0 15,62-5 5-15,-62 5-4 0,64-8 0 0,-64 8 1 16,42-2 2-16,-42 2-6 0,0 0 11 0,0 0-14 16,59-8-10-16,-59 8-2 0,0 0-13 0,0 0 6 15,0 0-3-15,0 0 5 0,0 0 3 0,0 0-3 16,0 0 5-16,0 0 1 0,0 0-15 0,0 0 15 15,-88 62 12-15,44-48-9 0,44-14 1 0,-61 11 1 16,15 1 4-16,1-5 7 0,45-7 1 0,-74 11 9 16,74-11-4-16,-58 4 9 0,58-4 6 0,0 0 11 15,-62 1-8-15,62-1 2 0,0 0 10 0,0 0-5 16,0 0-5-16,0 0-5 0,0 0-5 0,0 0 0 16,0 0-6-16,0 0 5 0,0 0-11 0,0 0 1 15,0 0 1-15,0 0-5 0,0 0-11 0,0 0-26 16,0 0-25-16,110-65-22 0,-110 65-32 0,44-2-141 15,-44 2-279-15,0 0 124 0</inkml:trace>
  <inkml:trace contextRef="#ctx0" brushRef="#br0" timeOffset="40992.64">27631 2874 68 0,'0'0'171'0,"0"0"-3"0,0 0 5 0,0 0-5 16,0 0-11-16,0 0-1 0,-13-43-14 0,13 43-9 15,0 0-11-15,0 0-4 0,0 0-8 0,0 0-5 16,0 0-13-16,0 0-7 0,0 0-9 0,0 0-6 16,0 0-19-16,0 0 3 0,0 0-14 0,0 0-3 15,0 0-4-15,0 0-10 0,0 0-5 0,0 0-4 16,0 0 0-16,0 0-2 0,0 0-1 0,0 0-2 15,0 0 3-15,0 0-2 0,0 0-7 0,0 0 0 16,0 0-1-16,0 0 1 0,89 83 2 0,-74-63 1 16,-15-20 2-16,29 45-4 0,-17-22 2 0,3-1-1 15,-15-22 1-15,24 49-1 0,-13-34 0 0,-11-15-3 16,21 36-2-16,-21-36 2 0,17 31 0 0,-17-31 0 16,18 23 0-16,-18-23-2 0,0 0-1 15,0 0 4-15,22 24 0 0,-22-24-5 0,0 0 2 0,0 0 5 16,0 0 4-16,0 0-1 0,0 0 16 0,0 0 11 15,0 0 1-15,0 0-5 0,0 0-4 0,0 0 1 16,0 0-1-16,0 0 2 0,44-60 4 0,-44 60 0 16,9-45 2-16,-9 45-4 0,9-51-6 0,-8 25 0 15,-1 26-2-15,4-48-4 0,0 20-4 16,-4 28-1-16,-1-38-4 0,1 38 5 0,0 0-6 16,-3-47 3-16,3 47-3 0,0 0 0 0,0-36-4 0,0 36-1 15,0 0-14-15,0 0-16 0,-4-31-25 0,4 31-17 16,0 0-22-16,0 0-25 0,0 0-33 0,0 0-44 15,0 0-15-15,0 0-4 0,0 0-122 0,0 0-359 16,0 0 159-16</inkml:trace>
  <inkml:trace contextRef="#ctx0" brushRef="#br0" timeOffset="41429.11">28178 3171 145 0,'0'0'201'0,"0"0"7"0,0 0-7 15,0 0-3-15,0 0-11 0,0 0-7 0,0 0-11 16,0 0-12-16,0 0-15 0,0 0-14 0,0 0-7 16,0 0-21-16,0 0-15 0,0 0-7 0,0 0-11 15,0 0-13-15,0 0-3 0,0 0-9 0,0 0-5 16,0 0-5-16,0 0-1 0,0 0-4 0,0 0-1 16,0 0-3-16,0 0-2 0,0 0-2 0,0 0-1 15,0 0 1-15,3 60-7 0,-3-60 2 0,0 0-3 16,1 43 0-16,-1-43-3 0,0 0 1 0,0 0 0 15,1 28-1-15,-1-28-1 0,0 0 1 0,0 0-3 16,0 0 1-16,0 0-3 0,0 0 5 0,0 0-2 16,0 0-1-16,0 0 3 0,0 0-4 0,0 0-10 15,0 0-17-15,0 0-16 0,0 0-23 0,0 0-37 16,0 0-56-16,0 0-57 0,0 0-174 0,0 0-418 16,0 0 185-16</inkml:trace>
  <inkml:trace contextRef="#ctx0" brushRef="#br0" timeOffset="42734.71">28818 2443 29 0,'0'0'128'16,"0"0"1"-16,0 0 6 0,0 0-9 0,0 0-12 15,0 0-10-15,0 0-12 0,0 0-9 0,0 0-13 16,0 0-10-16,0 0-7 0,0 0-9 0,0 0 2 15,0 0-4-15,0 0-2 0,0 0-12 0,0 0 2 16,0 0-7-16,0 0-7 0,0 0 7 0,6 95 6 16,-6-95-9-16,-2 40-2 0,2-40-1 0,-1 32-8 15,1-32 6-15,0 0-7 0,-4 37 9 0,4-37 0 16,0 0-11-16,0 0-2 0,-4 34 3 0,4-34 0 16,0 0 3-16,0 0-3 0,0 0 3 0,0 0 0 15,0 0 9-15,0 0 17 0,0 0 14 0,0 0 18 16,0 0 11-16,0 0 1 0,0 0-8 0,0 0-4 15,0 0-10-15,0 0-8 0,0 0-2 0,0 0-5 16,0 0-3-16,0 0-7 0,0 0-2 0,-10-108-8 16,10 108-1-16,2-49-1 0,-2 49-9 0,1-51-2 15,1 24-6-15,7-2-4 0,-9 29 0 0,10-51 1 16,-1 29-9-16,-9 22-3 0,20-50 0 0,-9 30 2 16,-11 20-5-16,30-31-4 0,-13 8-5 0,-17 23 5 15,34-28-1-15,-34 28-4 0,33-21 1 0,-33 21 5 16,30-14-1-16,-30 14-5 0,0 0 0 0,0 0-5 15,0 0-5-15,54-5-6 0,-54 5-4 0,0 0 1 16,0 0 0-16,0 0 2 0,31 46 7 0,-31-46-2 16,-3 39 17-16,3-39-14 0,-18 46 13 0,18-46 4 15,-26 44-1-15,26-44-8 0,-25 29 11 0,25-29 3 16,-23 28 6-16,23-28-8 0,-27 21 4 0,27-21 0 16,0 0 0-16,-29 19-1 0,29-19 7 0,0 0 1 15,0 0 0-15,0 0 4 0,0 0 3 0,0 0 5 16,0 0-5-16,0 0 6 0,0 0-4 0,-40 10 4 15,40-10-5-15,0 0 4 0,0 0-4 0,0 0-4 16,0 0-1-16,0 0 0 0,0 0-1 16,0 0-5-16,0 0 0 0,0 0 2 0,0 0-4 15,0 0-6-15,0 0 9 0,0 0-2 0,0 0-1 0,0 0 0 16,0 0-2-16,0 0 7 0,0 0-4 0,0 0 4 16,0 0-6-16,0 0 1 0,0 0-2 0,54 51-9 15,-54-51-23-15,17 39-15 0,-17-39-18 0,11 31-13 16,-11-31-21-16,10 32-26 0,-10-32-67 15,7 27-217-15,-7-27 97 0</inkml:trace>
  <inkml:trace contextRef="#ctx0" brushRef="#br0" timeOffset="43135.64">29284 2517 85 0,'0'0'83'0,"0"0"5"15,0 0-6-15,0 0 1 0,0 0 3 0,0 0-7 16,0 0-9-16,0 0-12 0,0 0 8 16,0 0-10-16,0 0-6 0,0 0-12 0,74-15 4 15,-74 15-3-15,0 0-7 0,20-24-1 0,-20 24-15 16,0 0 8-16,0 0-1 0,9-36-12 0,-9 36 3 15,0 0 4-15,0 0 1 0,-1-38-4 0,1 38 8 0,0 0 7 16,0 0 0-16,0 0 2 0,0 0-6 16,0 0 1-16,0 0 2 0,0 0-12 0,0 0-2 15,0 0-8-15,0 0 1 0,0 0-1 0,0 0 5 16,0 0-7-16,0 0 0 0,0 0-2 0,0 0 8 16,0 0-7-16,0 0-3 0,-72 67 0 0,72-67 12 15,-9 43-8-15,9-43-4 0,-8 39 5 0,8-39-3 0,-4 35 11 16,4-35-9-16,0 36 1 0,0-36-8 15,0 0 0-15,2 42-21 0,-2-42-20 0,0 0-18 16,4 35-25-16,-4-35-24 0,0 0-95 0,0 0-222 16,0 0 99-16</inkml:trace>
  <inkml:trace contextRef="#ctx0" brushRef="#br0" timeOffset="43313.57">29262 2681 76 0,'0'0'206'0,"0"0"-14"0,0 0-17 16,0 0-8-16,0 0-15 0,0 0-18 0,0 0-20 16,0 0-13-16,0 0-9 0,0 0-9 0,0 0-10 15,0 0-8-15,0 0-20 0,0 0-17 0,0 0-49 16,0 0-32-16,0 0-28 0,111-6-34 0,-111 6-125 16,0 0-258-16,0 0 115 0</inkml:trace>
  <inkml:trace contextRef="#ctx0" brushRef="#br0" timeOffset="43611.15">28835 2907 49 0,'0'0'176'0,"0"0"-14"16,0 0-7-16,0 0-15 0,0 0-14 0,0 0-18 15,0 0-14-15,0 0-12 0,0 0-6 0,0 0-11 16,0 0 0-16,0 0-11 0,0 0-9 16,0 0-5-16,0 0 3 0,148-12-7 0,-148 12-4 15,92-6-1-15,-44 1-6 0,-2-3 0 0,-46 8-6 0,92-6 2 16,-44 6-1-16,-48 0-6 0,78-8 2 0,-78 8-4 16,55-2-2-16,-55 2 0 0,0 0 8 0,0 0-22 15,69 2-18-15,-69-2-18 0,0 0-13 16,0 0-22-16,0 0-22 0,0 0-3 0,0 0-2 15,0 0-6-15,0 0-87 0,0 0-211 0,0 0 93 16</inkml:trace>
  <inkml:trace contextRef="#ctx0" brushRef="#br0" timeOffset="44252.23">29023 3223 91 0,'0'0'125'0,"0"0"-3"0,-13 43-7 16,13-43-1-16,-9 44-9 0,5-16-12 0,4-28 0 15,-10 57-11-15,4-29 0 0,1-2-10 0,5-26-4 16,-9 52-1-16,1-26-7 0,8-26-3 0,-6 40-5 15,6-40-9-15,-4 29-3 0,4-29-4 0,0 0 1 16,0 0 5-16,0 0 10 0,-7 31 7 0,7-31 10 16,0 0 16-16,0 0 13 0,0 0 9 0,0 0-9 15,0 0-10-15,0 0-10 0,0 0-8 0,0 0-13 16,0 0-3-16,0 0-10 0,7-103 3 0,-7 103-21 16,6-73-14-16,-3 28-10 0,1 16-7 0,-2-2-1 15,-2 31-1-15,12-57 0 0,-7 30-2 0,3 1-3 16,-8 26 0-16,19-38 1 0,-19 38-2 0,16-36 4 15,-16 36-3-15,22-29-1 0,-22 29 4 0,28-22 4 16,-28 22-6-16,29-14 1 0,-29 14-3 0,0 0 4 16,0 0-7-16,0 0-4 0,0 0 0 0,0 0-3 15,0 0 0-15,0 0 4 0,0 0-2 0,87 41 6 16,-87-41 4-16,0 41-1 0,0-41 2 0,-17 49-5 16,17-49 3-16,-26 43 6 0,26-43 1 0,-24 36 3 15,24-36 1-15,-21 21 5 0,21-21 0 0,-24 21 3 16,24-21 5-16,0 0-2 0,-28 19 8 0,28-19 2 15,0 0 4-15,0 0-1 0,0 0 7 0,0 0 1 16,0 0 9-16,-35 17-2 0,35-17 2 0,0 0-5 16,0 0-2-16,0 0 1 0,0 0-9 0,0 0-8 15,0 0-1-15,0 0-5 0,0 0 1 0,0 0-7 16,0 0-3-16,0 0-1 0,0 0 1 0,0 0-6 16,0 0 1-16,0 0-1 0,0 0-3 0,0 0-2 15,0 0-3-15,0 0-15 0,0 0-4 0,0 0-13 16,0 0-11-16,0 0-6 0,0 0 0 0,0 0-23 15,0 0-30-15,115 13-7 0,-115-13-28 16,13 23-7-16,-13-23-10 0,0 0-105 0,18 28-293 0,-18-28 129 16</inkml:trace>
  <inkml:trace contextRef="#ctx0" brushRef="#br0" timeOffset="44545.6">29355 3301 163 0,'0'0'232'0,"0"0"-14"0,0 0-10 16,0 0-21-16,0 0-17 0,0 0-25 0,0 0-13 15,0 0-18-15,0 0-11 0,0 0-17 16,0 0-3-16,0 0-10 0,0 0-4 0,0 0-7 16,0 0-3-16,0 0 3 0,0 0 2 0,31 90-8 15,-31-90-3-15,1 30-6 0,-1-30-6 0,0 0-5 16,0 38-1-16,0-38-3 0,0 0-3 0,0 34-4 0,0-34 1 15,0 0-4-15,0 0-3 0,0 38-16 16,0-38-5-16,0 0-8 0,0 0-6 0,0 0-12 16,0 0-11-16,0 0-12 0,0 0-5 0,0 0-6 15,-4 33-18-15,4-33-15 0,0 0-40 0,0 0-37 16,0 0-146-16,0 0-345 0,0 0 152 0</inkml:trace>
  <inkml:trace contextRef="#ctx0" brushRef="#br0" timeOffset="45313.97">29814 2870 171 0,'0'0'178'0,"0"0"-8"15,0 0-8-15,0 0 0 0,0 0-9 0,0 0 0 16,0 0-5-16,0 0-1 0,0 0-4 0,0 0 1 16,0 0-17-16,0 0-4 0,0 0-7 0,0 0-11 15,0 0-7-15,0 0-5 0,0 0-14 0,0 0-6 16,0 0-7-16,0 0-11 0,0 0-10 16,0 0-6-16,0 0-4 0,0 0-2 0,0 0 1 0,0 0-5 15,0 0-5-15,0 0-3 0,0 0-3 0,153 0-1 16,-153 0-1-16,64-1-2 0,-64 1-4 0,59-4 4 15,-59 4-4-15,0 0 0 0,74 0-4 16,-74 0-2-16,0 0-3 0,0 0-1 0,65-1-9 16,-65 1-9-16,0 0-8 0,0 0-11 0,0 0-8 15,0 0-13-15,0 0-7 0,0 0-13 0,0 0-11 0,0 0-14 16,0 0-16-16,0 0-11 0,0 0-20 0,0 0-25 16,0 0-149-16,0 0-351 0,0 0 155 15</inkml:trace>
  <inkml:trace contextRef="#ctx0" brushRef="#br0" timeOffset="47703.25">30065 2673 188 0,'0'0'194'0,"0"0"-6"0,0 0-4 0,0 0-15 16,0 0-11-16,0 0-21 0,0 0-5 0,0 0-15 15,0 0-10-15,0 0-10 0,0 0-9 16,0 0-13-16,0 0-9 0,0 0-9 0,0 0-8 0,0 0-7 15,0 0-8-15,0 0-10 0,0 0 4 0,0 0-2 16,0 0-1-16,0 0-7 0,0 0 2 0,-17 74 0 16,17-74 0-16,-3 41-6 0,3-41-5 0,-1 35-12 15,1-35-11-15,0 0-16 0,1 50-16 0,-1-50-40 16,0 0-40-16,8 32-28 0,-8-32-151 0,0 0-330 16,0 0 146-16</inkml:trace>
  <inkml:trace contextRef="#ctx0" brushRef="#br0" timeOffset="48359">30714 2527 234 0,'0'0'234'16,"0"0"-10"-16,0 0-11 0,0 0-18 0,0 0-20 15,0 0-24-15,0 0-18 0,0 0-20 0,0 0-8 16,0 0-18-16,0 0-6 0,0 0-10 0,0 0-5 16,0 0-9-16,0 0-3 0,38 65-6 0,-29-37-3 15,-9-28-7-15,14 57 0 0,-4-29-7 0,-3 1-1 16,3-4-2-16,-10-25-6 0,22 50 2 0,-15-34-3 16,-7-16-2-16,14 28-4 0,-14-28 3 0,0 0-2 15,14 30-3-15,-14-30-3 0,0 0 2 0,0 0 3 16,0 0-2-16,0 0 7 0,20 24 11 0,-20-24 22 15,0 0-1-15,0 0-5 0,0 0-4 0,0 0-1 16,0 0 3-16,0 0-7 0,44-66 0 16,-44 66-4-16,14-48 28 0,-10 21-9 0,-4 27 0 15,12-56-9-15,-10 30-4 0,-2 26-4 0,8-52-7 0,-5 28-3 16,-3 24 1-16,3-38-6 0,-3 38-2 0,0 0-16 16,5-37-6-16,-5 37-13 0,0 0-12 15,0 0-26-15,0 0-35 0,0 0-33 0,0 0-48 16,0 0-13-16,0 0-2 0,0 0-12 0,0 0-32 15,0 0-143-15,0 0-402 0,0 0 177 0</inkml:trace>
  <inkml:trace contextRef="#ctx0" brushRef="#br0" timeOffset="48844.09">31114 2847 238 0,'0'0'242'0,"0"0"-10"0,0 0-21 0,0 0-18 16,0 0-23-16,0 0-17 0,0 0-18 0,0 0-13 16,0 0-14-16,0 0-13 0,0 0-14 0,0 0-6 15,0 0-10-15,0 0-6 0,0 0-7 0,0 0-7 16,0 0-5-16,102-33-3 0,-102 33-6 0,0 0 6 15,0 0-12-15,0 0-6 0,0 0-7 0,47 35 14 16,-47-35-15-16,0 0 2 0,3 33-2 0,-3-33 2 16,-18 45-5-16,-4-9 6 0,4-11-5 15,2 0-2-15,-14 8 0 0,7-16 3 0,-11 9-2 0,12-8-1 16,22-18 3-16,-45 30-4 0,45-30-1 0,-28 16 2 16,28-16 2-16,0 0 2 0,-30 14-2 0,30-14-3 15,0 0 4-15,0 0-3 0,0 0 3 16,0 0-4-16,0 0 0 0,0 0-4 0,0 0-9 15,0 0 2-15,0 0-3 0,0 0 3 0,-55-39-3 0,55 39-1 16,0 0 0-16,0 0 1 0,0 0-2 16,0 0 3-16,0 0-1 0,0 0-2 0,0 0-1 15,80-46 4-15,-80 46-8 0,0 0 7 0,0 0 1 0,0 0 3 16,78 9-1-16,-78-9-2 0,0 0 5 0,0 0-6 16,0 0 5-16,81 16 0 0,-81-16-3 0,0 0-27 15,37 9-27-15,-37-9-50 0,0 0-56 16,0 0-197-16,0 0-393 0,0 0 174 0</inkml:trace>
  <inkml:trace contextRef="#ctx0" brushRef="#br0" timeOffset="49735.18">31603 2164 22 0,'0'0'228'0,"0"0"-15"0,0 0-18 0,0 0-23 16,0 0-13-16,0 0-27 0,0 0-15 0,0 0-11 15,0 0-13-15,0 0-9 0,0 0-6 0,0 0-8 16,0 106-2-16,-4-77-11 0,-1 14 0 0,0-17-10 16,5-26 3-16,-10 55-10 0,6-31-1 0,4-24-3 0,-6 31-7 15,6-31-1-15,0 0 0 0,-7 31-6 0,7-31 5 16,0 0-2-16,0 0 4 0,0 0 6 15,0 0 19-15,0 0 17 0,0 0 22 0,0 0-11 16,0 0-5-16,0 0-11 0,0 0-5 0,0 0-8 16,0 0-3-16,0 0-6 0,0 0-3 0,-9-103-6 15,9 103-6-15,2-49-2 0,1 22-5 16,0-14-9-16,-3 41 3 0,12-66-9 0,-1 41 4 0,-1 3-8 16,-10 22-1-16,28-41-3 0,-28 41 0 0,30-31-7 15,-30 31 3-15,34-28-5 0,-34 28-26 0,40-19 1 16,-40 19 3-16,28-11-4 0,-28 11 1 0,0 0-7 15,0 0-2-15,0 0 3 0,0 0-7 0,0 0 11 16,74 33-5-16,-74-33 7 0,10 25 4 0,-10-25-3 16,0 0 9-16,-5 42-3 0,5-42 5 0,0 0 7 15,-21 52 0-15,21-52 7 0,-22 27-3 0,22-27 3 16,-26 31-2-16,26-31 1 0,-23 23 5 16,23-23 3-16,0 0 1 0,-33 22-4 0,33-22 3 15,0 0-1-15,0 0 6 0,0 0 5 0,-32 12 2 0,32-12 2 16,0 0 4-16,0 0 2 0,0 0 1 0,0 0 4 15,0 0 0-15,0 0-1 0,0 0 2 0,0 0-7 16,0 0 1-16,0 0-1 0,0 0-3 16,0 0-12-16,0 0-2 0,0 0-4 0,0 0-5 15,0 0 6-15,0 0-1 0,0 0-3 0,0 0-1 0,0 0 1 16,0 0 1-16,6 42-2 0,-6-42 3 16,0 0-6-16,25 46-15 0,-25-46-14 0,15 32-16 15,-15-32-17-15,19 36-18 0,-19-36-9 0,14 31-32 16,-14-31-25-16,18 29-17 0,-18-29-116 0,18 20-314 0,-18-20 139 15</inkml:trace>
  <inkml:trace contextRef="#ctx0" brushRef="#br0" timeOffset="50097.34">32005 2465 129 0,'0'0'170'0,"0"0"-13"0,0 0-14 0,0 0-13 16,0 0-14-16,0 0-10 0,0 0 2 0,0 0-5 16,0 0-6-16,0 0-12 0,66-23-10 0,-66 23-1 15,28-15-8-15,-28 15-9 0,0 0-4 0,37-26-9 16,-37 26-5-16,19-22-8 0,-19 22-6 0,0 0-7 16,22-33-9-16,-22 33-6 0,1-29-5 0,-1 29 4 15,0 0-1-15,0 0 2 0,-7-50 2 0,7 50-4 16,0 0 5-16,-19-30-1 0,19 30 2 0,0 0-1 15,-21-21 0-15,21 21-1 0,0 0-5 16,0 0-3-16,0 0 6 0,0 0-2 0,0 0-1 16,0 0-4-16,0 0 3 0,0 0-3 0,0 0 9 15,-81 72-9-15,81-72 5 0,-13 39-5 0,13-39 7 16,-6 39-5-16,6-39 0 0,-1 49-1 0,1-49 4 16,3 32 2-16,-3-32-1 0,6 34-6 0,-6-34-16 0,10 40-20 15,-10-40-26-15,7 31-30 0,-7-31-25 16,0 0-27-16,11 32-82 0,-11-32-250 0,0 0 111 15</inkml:trace>
  <inkml:trace contextRef="#ctx0" brushRef="#br0" timeOffset="50289.49">31924 2591 140 0,'0'0'200'0,"0"0"-22"0,0 0-20 0,0 0-21 15,0 0-9-15,0 0-18 0,0 0-5 0,0 0-13 16,0 0-7-16,0 0-9 0,0 0-4 0,0 0-10 16,0 0-20-16,0 0-26 0,166 1-29 0,-166-1-34 15,55 3-37-15,-55-3-39 0,0 0-100 0,0 0-241 16,64 0 107-16</inkml:trace>
  <inkml:trace contextRef="#ctx0" brushRef="#br0" timeOffset="50689.09">31661 2843 170 0,'0'0'207'15,"0"0"-24"-15,0 0-16 0,0 0-16 0,0 0-19 16,0 0-11-16,0 0-12 0,0 0-9 0,0 0-18 16,0 0 3-16,0 0-9 0,0 0-9 0,173-9-8 15,-124 8-1-15,-49 1-9 0,92-3 0 16,-45 2-9-16,-47 1-5 0,82 2-2 0,-82-2-2 0,77-2 0 15,-77 2-11-15,0 0 7 0,61 0-3 0,-61 0-10 16,0 0 7-16,0 0-8 0,0 0 1 0,53-2-12 16,-53 2-3-16,0 0-21 0,0 0-13 0,0 0-32 15,0 0-41-15,0 0-29 0,0 0-25 16,0 0-111-16,0 0-296 0,0 0 131 0</inkml:trace>
  <inkml:trace contextRef="#ctx0" brushRef="#br0" timeOffset="51688.03">31796 3193 73 0,'0'0'148'0,"0"0"-12"0,0 0-15 16,0 0-13-16,0 0-7 0,0 0-9 0,0 0-13 15,0 0-12-15,0 0-3 0,0 0-8 0,0 0-12 16,0 0-3-16,0 0-11 0,0 0-6 0,0 0-1 16,0 0-8-16,0 0-2 0,0 0-6 0,0 0-1 15,0 0 7-15,0 0-8 0,0 0 8 0,0 0-6 16,0 0 1-16,0 0-2 0,0 0-4 0,0 0 2 15,0 0-2-15,0 0-1 0,0 0-4 0,0 0 20 16,0 0-9-16,0 0 10 0,0 0-4 0,0 0 10 16,0 0 12-16,0 0 2 0,0 0-7 0,0 0-7 15,0 0 8-15,0 0 7 0,0 0 1 0,0 0 4 16,0 0 7-16,0 0-4 0,0 0-2 0,0 0-6 16,0 0-13-16,0 0-2 0,0 0-9 0,0 0 3 15,0 0-6-15,0 0-4 0,0 0 3 0,0 0-6 16,0 0 5-16,-42 28 1 0,42-28-5 0,-4 32 2 15,4-32-5-15,0 49 5 0,0-49-4 0,-6 42 9 16,6-42-5-16,-8 43-2 0,3-19 3 16,5-24-4-16,-8 40 3 0,8-40-8 0,-9 31 4 15,9-31 1-15,0 0 4 0,-11 35-8 0,11-35 4 0,0 0-7 16,0 0 6-16,0 0 0 0,0 0 8 0,0 0 12 16,-8 25 19-16,8-25 17 0,0 0 5 15,0 0 4-15,0 0-10 0,0 0-6 0,0 0-9 16,0 0-6-16,0 0 0 0,0 0-12 0,0 0-2 15,25-118-6-15,-18 92-8 0,5-2-1 0,-12 28-12 16,19-54-1-16,-8 26-4 0,1 2-1 0,-12 26 0 16,24-48-4-16,-10 26 0 0,1-1-3 0,-15 23 2 15,24-27 0-15,-24 27 0 0,24-23 2 0,-24 23-1 16,0 0 4-16,38-24-7 0,-38 24 7 0,0 0-4 16,0 0-5-16,42-7 1 0,-42 7-2 0,0 0 7 15,0 0-4-15,0 0 4 0,0 0-6 0,39 43 8 16,-39-43-2-16,0 0 1 0,1 40 5 0,-1-40-3 15,-12 41 7-15,12-41-1 0,-23 41 0 0,9-20-4 16,14-21 0-16,-27 39 7 0,27-39-2 0,-26 25-1 16,26-25 2-16,-23 21 0 0,23-21-3 0,0 0 7 15,-26 18-3-15,26-18 3 0,0 0 2 0,0 0 3 16,0 0 4-16,0 0 8 0,0 0 2 0,0 0-2 16,0 0 3-16,0 0-11 0,0 0 2 0,0 0-4 15,0 0 4-15,0 0-4 0,0 0-4 0,0 0-1 16,0 0-2-16,0 0 0 0,0 0-3 0,0 0-1 15,0 0-2-15,0 0-1 0,0 0 2 0,0 0-1 16,0 0-3-16,0 0 3 0,0 0-4 0,0 0 7 16,0 0-6-16,0 0 2 0,0 0 3 0,0 0-5 15,87 21-7-15,-87-21-17 0,15 26-18 16,-15-26-15-16,13 28-28 0,-13-28-29 0,0 0-21 16,13 33-23-16,-13-33-134 0,0 0-324 0,0 0 144 15</inkml:trace>
  <inkml:trace contextRef="#ctx0" brushRef="#br0" timeOffset="52568.18">32150 3369 21 0,'0'0'173'0,"0"0"0"0,0 0-11 0,0 0-6 16,0 0-2-16,0 0-8 0,0 0-5 0,0 0-8 15,0 0-8-15,0 0-12 0,0 0-11 0,0 0-6 16,0 0-14-16,0 0-6 0,0 0-10 0,0 0-2 15,0 0-11-15,0 0 0 0,0 0-11 0,0 0-1 16,0 0-7-16,0 0-4 0,0 0-3 0,0 0-3 16,0 0 0-16,0 0-7 0,0 0 8 0,0 0-14 15,0 0 3-15,0 0 0 0,0 0-5 0,0 0 3 16,0 0-5-16,0 0 0 0,0 0 1 0,0 0-2 16,0 0-2-16,0 0-1 0,0 0 1 0,0 0-1 15,0 0 1-15,0 0-2 0,0 0 0 0,0 0 1 16,0 0-1-16,0 0-1 0,0 0-2 0,0 0 7 15,0 0-3-15,0 0 4 0,0 0-1 16,0 0 6-16,0 0-5 0,0 0-4 0,0 0 1 0,0 0-3 16,0 0 4-16,0 0 0 0,0 0-5 0,0 0-8 15,0 0 10-15,0 0-2 0,0 0 0 0,67-46 0 16,-67 46-4-16,0 0-2 0,0 0 0 0,0 0-2 16,0 0 5-16,0 0-1 0,0 0 2 15,89 43-5-15,-89-43-2 0,12 25 9 0,-12-25-5 16,0 0 1-16,6 44 2 0,-6-44 7 0,-13 40-2 15,13-40-2-15,-18 40 2 0,6-19-1 0,12-21 2 16,-25 29-3-16,11-7 5 0,14-22-6 0,-33 28 5 16,33-28-1-16,0 0-2 0,-28 23 1 0,28-23 0 15,0 0 2-15,0 0-2 0,0 0 2 0,0 0 3 16,0 0 2-16,0 0 4 0,-24 18 4 0,24-18 5 16,0 0-14-16,0 0-6 0,0 0-5 0,0 0 0 15,0 0 0-15,0 0-2 0,0 0-1 0,0 0-5 16,0 0 1-16,0 0 5 0,0 0-4 0,0 0-2 15,0 0 1-15,0 0 2 0,0 0-3 0,0 0 1 16,0 0 2-16,94-54 1 0,-94 54-1 0,0 0 4 16,0 0 0-16,0 0 5 0,0 0-5 0,90 19-1 15,-90-19 2-15,0 0-17 0,44 7-14 0,-44-7-27 16,0 0-33-16,0 0-44 0,64-11-57 0,-64 11-130 16,46-28-350-16,-23 8 154 0</inkml:trace>
  <inkml:trace contextRef="#ctx0" brushRef="#br0" timeOffset="53211.58">32573 2068 50 0,'0'0'157'0,"0"0"-24"16,0 0-15-16,0 0-12 0,0 0-14 0,0 0-13 16,0 0-1-16,0 0-9 0,51-35-3 0,-51 35-12 15,0 0-8-15,86 8-4 0,-55-7 2 0,-3-1-24 16,5 4 19-16,-6-4-11 0,4 5-1 0,-2-1-3 15,0-3 2-15,-29-1-8 0,40 4-4 0,-22-2-4 16,-18-2 1-16,0 0 8 0,30 1-13 0,-30-1 10 16,0 0-6-16,0 0-2 0,0 0 4 0,0 0-1 15,25 3 2-15,-25-3-4 0,0 0-2 0,0 0-11 16,0 0 13-16,0 0-13 0,0 0 4 0,0 0-2 16,15 9 2-16,-15-9 6 0,5 18-8 0,-2-1 0 15,-1 8 8-15,7 18-6 0,-9-14 5 0,4 19-4 16,-5 4 10-16,-3-3-14 0,-2 8 12 0,-2 4-7 15,7-1 1-15,-7 1-2 0,5 0 9 0,-3 0-4 16,-3-2-1-16,4 4 2 0,1-7 1 0,4 6 3 16,0-4 7-16,-2-2-8 0,0-2 10 15,1-1-9-15,0-7 4 0,5 4-9 0,-3 1 10 0,-2-6 1 16,1 0-2-16,-2-1-4 0,4 0 9 0,-4-2-6 16,0-15 8-16,-5 2-3 0,2 12-1 0,0-14 4 15,-4 15 5-15,7-19-6 0,-7 2-1 16,1-2 3-16,0-1-2 0,2-7-1 0,0 2 6 15,-6-3 1-15,6 2 1 0,-2-3 4 0,0 0 2 16,-2 1 1-16,10-14 0 0,-14 13 4 0,14-13 1 16,0 0-1-16,0 0 5 0,-55 23-5 0,55-23-3 15,0 0 0-15,-57 4 2 0,57-4 0 0,0 0-6 16,-81-5-2-16,81 5-5 0,0 0 0 0,-69-8-5 16,69 8-10-16,0 0-17 0,-47-8-24 0,47 8-36 15,0 0-29-15,0 0-34 0,-58-4-50 0,58 4-175 16,0 0-384-16,0 0 169 0</inkml:trace>
  <inkml:trace contextRef="#ctx0" brushRef="#br0" timeOffset="54266.66">24729 4828 139 0,'0'0'194'0,"0"0"-18"0,0 0-16 0,0 0-19 16,0 0-14-16,0 0-19 0,0 0-13 0,0 0-5 16,0 0-4-16,0 0-3 0,0 0-3 0,0 0-8 15,0 0-4-15,172-14-5 0,-127 10-8 0,-45 4-5 16,78-7-2-16,-32 3-7 0,-46 4 1 0,64-7-7 15,-19 2-4-15,-45 5-7 0,56-4-18 0,-56 4-20 16,0 0-33-16,58-2-44 0,-58 2-25 0,0 0-29 16,0 0-123-16,0 0-288 0,0 0 128 0</inkml:trace>
  <inkml:trace contextRef="#ctx0" brushRef="#br0" timeOffset="54460.12">25056 5069 80 0,'0'0'238'0,"0"0"-15"0,0 0-18 0,0 0-21 16,0 0-21-16,0 0-18 0,0 0-13 0,0 0-11 15,0 0-7-15,0 0-11 0,0 0-12 0,0 0-10 16,0 0-6-16,158-12-9 0,-158 12-7 0,60-8-17 16,-60 8-25-16,59-6-31 0,-59 6-44 0,0 0-50 15,52-1-48-15,-52 1-145 0,0 0-326 0,0 0 145 16</inkml:trace>
  <inkml:trace contextRef="#ctx0" brushRef="#br0" timeOffset="55272.77">26214 4983 92 0,'0'0'131'0,"0"0"-16"0,0 0 5 16,0 0-13-16,0 0-13 0,0 0-7 0,0 0-16 15,0 0 21-15,0 0-8 0,0 0 6 0,0 0 2 16,0 0-3-16,0 0 3 0,0 0-1 0,0 0-3 16,0 0-8-16,0 0-1 0,0 0-10 0,0 0 0 15,0 0-6-15,0 0 7 0,0 0-4 0,0 0 5 16,0 0-2-16,0 0-4 0,0 0-3 0,0 0-2 16,0 0 6-16,0 0 1 0,0 0 4 0,0 0 8 15,0 0-11-15,0 0-4 0,0 0 1 0,0 0-10 16,-127-17-4-16,127 17-3 0,0 0-9 0,0 0-9 15,0 0-8-15,0 0-3 0,0 0-2 0,0 0 10 16,0 0-9-16,0 0-3 0,0 0-1 0,0 0 0 16,0 0-6-16,0 0 4 0,183 13-3 0,-183-13 1 0,64 0-3 15,-64 0 0-15,78-4-1 0,-78 4 0 16,60-3-1-16,-60 3 1 0,54-8 0 0,-54 8-1 16,0 0-1-16,51-4 0 0,-51 4 0 0,0 0 10 15,0 0-6-15,0 0-3 0,0 0 0 0,0 0 4 16,0 0 7-16,0 0 2 0,0 0 2 0,0 0 1 0,0 0 0 15,0 0-4-15,0 0-12 0,0 0-19 16,0 0-26-16,0 0-33 0,0 0-42 0,0 0-48 16,0 0-54-16,0 0-59 0,0 0-153 0,0 0-463 15,0 0 206-15</inkml:trace>
  <inkml:trace contextRef="#ctx0" brushRef="#br0" timeOffset="56719.48">27287 4850 183 0,'0'0'212'0,"0"0"-11"0,0 0-14 16,0 0-22-16,0 0-16 0,0 0-18 0,0 0-12 15,0 0-17-15,0 0-19 0,0 0-5 0,0 0-10 0,0 0-8 16,0 0-4-16,0 0-6 0,0 0 1 0,-28 64-6 15,21-21-10-15,3-15 2 0,4-28-3 0,-14 74-5 16,6-48-3-16,3 0 1 0,5-26-5 16,-13 39-2-16,13-39 1 0,-6 31-3 0,6-31-1 0,0 0-4 15,-10 28 6-15,10-28 1 0,0 0 8 0,0 0 11 16,0 0 12-16,0 0 13 0,0 0 18 16,0 0 0-16,0 0-7 0,0 0-10 0,0 0-5 15,0 0-15-15,0 0 0 0,0 0-1 0,0 0-7 0,-7-95-8 16,7 95-2-16,7-69-1 0,-4 39-3 0,10-12-8 15,-8 12-2-15,11-13 0 0,-10 16-7 0,7 1-1 16,-13 26-2-16,20-52-4 0,-2 28-3 16,-5 0 1-16,-13 24-3 0,29-32 1 0,-11 14 0 15,-18 18-1-15,32-20-5 0,-32 20 2 0,0 0-3 0,41-21 2 16,-41 21-3-16,0 0-1 0,0 0-2 0,0 0 0 16,0 0-1-16,0 0-5 0,0 0 12 0,75 45-6 15,-75-45 4-15,6 39 0 0,-6-39 1 0,-3 52-1 16,3-52 5-16,-18 54 2 0,7-28-3 0,-6 0 4 15,17-26 4-15,-32 47-3 0,15-26-2 0,17-21 5 16,-28 33-3-16,28-33 3 0,-37 28-1 0,17-14-1 16,20-14-2-16,-30 16 6 0,30-16 3 0,0 0 1 15,0 0 6-15,-37 19 1 0,37-19 9 0,0 0 0 16,0 0 5-16,0 0-1 0,0 0-1 0,0 0 0 16,0 0-5-16,0 0-1 0,0 0-6 0,0 0-1 15,0 0-3-15,0 0-4 0,0 0 6 0,-49-44-10 16,49 44-1-16,0 0-3 0,0 0-1 0,0 0-3 15,0 0 1-15,0 0 0 0,0 0 2 0,0 0-3 16,0 0 0-16,0 0 0 0,0 0 1 0,0 0-1 16,0 0 3-16,0 0-7 0,0 0 3 0,0 0 2 15,144 24 1-15,-144-24-3 0,20 31-10 0,-20-31-6 16,21 37-9-16,-21-37-13 0,15 33-3 0,-15-33-20 16,13 38-11-16,-7-16-18 0,-6-22-22 0,13 30-17 15,-13-30-23-15,14 27-18 0,-14-27-161 0,0 0-365 16,22 30 162-16</inkml:trace>
  <inkml:trace contextRef="#ctx0" brushRef="#br0" timeOffset="57203.18">27801 5177 66 0,'0'0'224'0,"0"0"-16"0,0 0-19 0,0 0-24 0,0 0-18 15,0 0-20-15,0 0-10 0,0 0-15 0,0 0-9 16,0 0-8-16,0 0-8 0,0 0-5 16,0 0-10-16,0 0-2 0,-36 86-9 0,29-60-4 15,7-26-2-15,-7 56-8 0,7-28 1 0,0-28-6 0,-9 54-1 16,5-31-6-16,4-23 0 0,-10 32 1 0,10-32-4 15,0 0-2-15,-5 32-3 0,5-32 3 0,0 0 0 16,0 0 13-16,0 0 12 0,0 0 14 0,0 0 14 16,0 0 9-16,0 0-6 0,0 0-8 0,0 0-6 15,0 0-7-15,0 0 4 0,0 0-13 0,0 0-1 16,0 0-5-16,-18-91-2 0,18 91-3 0,0-55-7 16,0 28 0-16,0 27-5 0,0-52-2 15,0 52-4-15,4-48 1 0,1 24-2 0,-5 24-2 0,9-31-2 16,-9 31-5-16,15-33-2 0,-15 33 0 0,20-26-2 15,-20 26 0-15,23-25-3 0,-23 25 6 0,23-19-4 16,-23 19-7-16,0 0-5 0,34-19-6 0,-34 19-14 16,0 0-13-16,0 0-9 0,0 0-20 0,0 0-10 15,0 0-19-15,0 0-26 0,0 0-11 0,0 0-20 16,0 0-24-16,0 0-7 0,0 0-157 0,85 31-373 16,-85-31 166-16</inkml:trace>
  <inkml:trace contextRef="#ctx0" brushRef="#br0" timeOffset="57373.71">27819 5263 157 0,'0'0'200'0,"0"0"-7"0,0 0-22 0,0 0-16 0,0 0-15 16,0 0-16-16,0 0-11 0,0 0-12 0,0 0-8 15,0 0-10-15,0 0-6 0,0 0-12 0,0 0-6 16,0 0-4-16,0 0-8 0,0 0-14 0,92 15-21 15,-92-15-33-15,0 0-33 0,0 0-42 0,0 0-35 16,0 0-132-16,91-17-285 0,-91 17 127 0</inkml:trace>
  <inkml:trace contextRef="#ctx0" brushRef="#br0" timeOffset="58163.13">28936 4471 79 0,'0'0'193'16,"0"0"-8"-16,0 0-6 0,0 0-6 0,0 0-17 16,0 0-16-16,0 0-12 0,0 0-7 0,0 0-21 15,0 0-3-15,0 0-6 0,0 0-9 0,0 0-5 16,-153 18-3-16,153-18-12 0,-54 9 6 0,54-9-2 15,-54 0-1-15,54 0 0 0,0 0-4 0,0 0-6 16,-73-9 1-16,73 9-9 0,0 0-4 0,-43-8-3 16,43 8-3-16,0 0-3 0,0 0 0 0,0 0-4 15,0 0-4-15,0 0-1 0,-36-17 0 0,36 17-4 16,0 0-8-16,0 0-5 0,0 0-2 0,0 0-4 16,0 0-4-16,0 0-7 0,0 0-3 0,0 0-4 0,0 0 0 15,0 0 1-15,0 0 2 0,0 0 1 16,0 0-5-16,0 0 1 0,0 0 2 0,19 70 2 15,-15-29 4-15,-2 3-1 0,-1-2 0 0,-1-1 5 16,-4 2-3-16,-1 4 5 0,1-1-2 0,0 1 1 0,2 1 3 16,-2-1-5-16,-3 0 3 0,2 1 1 0,-1 1 1 15,-2-3-1-15,2 7 2 0,-1 1 1 0,1-4 2 16,-2 3 1-16,2-2-7 0,5-1 5 16,-6 0 0-16,2-2-2 0,3 0 4 0,0-6-5 15,-2-10 2-15,4 9 3 0,-1 1-3 0,-1 1 0 0,2-15 1 16,2 16-1-16,-3-2 1 0,-3-14 0 0,8 13 2 15,-4-41-1-15,4 67 6 0,0-37-2 16,-2 0-2-16,-2-30 3 0,12 52 1 0,-7-24 2 16,-5-28-1-16,15 39 1 0,-4-13 0 0,-11-26-5 15,22 34 7-15,-22-34 1 0,25 26 1 0,-25-26 1 0,30 22-3 16,-30-22 1-16,28 13 4 0,-28-13-5 0,0 0-2 16,64 5-4-16,-64-5 2 0,0 0-1 15,0 0 3-15,99-19-4 0,-99 19 1 0,37-9-1 16,-37 9 0-16,33-16 6 0,-33 16-7 0,0 0-2 0,0 0 1 15,42-17 0-15,-42 17 1 0,0 0-3 0,0 0-4 16,0 0-6-16,0 0-4 0,32-16-9 16,-32 16-6-16,0 0-17 0,0 0-18 0,0 0-35 0,0 0-28 15,19-31-43-15,-19 31-66 0,0 0-132 0,0 0-395 16,0 0 175-16</inkml:trace>
  <inkml:trace contextRef="#ctx0" brushRef="#br0" timeOffset="59654.25">29484 4839 53 0,'0'0'203'0,"0"0"-6"15,0 0-13-15,0 0-12 0,0 0-19 16,0 0 5-16,0 0-26 0,0 0-14 0,0 0-8 15,0 0-11-15,0 0-11 0,0 0-11 0,0 0-3 16,0 0-9-16,0 0-8 0,0 0-7 0,0 0-4 0,0 0-4 16,0 0-4-16,0 0-6 0,0 0-1 0,0 0-2 15,0 0-7-15,0 0 3 0,0 0-5 0,0 0-3 16,0 0-1-16,0 0-4 0,0 0 2 16,0 0-3-16,0 0 1 0,0 0-1 0,0 0-6 15,0 0 1-15,0 0-3 0,0 0-5 0,0 0 1 0,0 0-6 16,0 0-1-16,0 0 0 0,0 0 8 0,0 0-11 15,0 0-3-15,0 0 4 0,0 0-5 16,0 0 0-16,0 0 1 0,0 0-4 0,0 0 3 16,0 0 3-16,0 0-4 0,0 0 1 0,0 0 4 15,0 0 0-15,0 0 2 0,0 0 1 0,0 0-2 0,0 0 3 16,0 0 2-16,0 0 0 0,0 0 3 16,0 0 0-16,0 0 3 0,0 0 6 0,0 0 7 15,0 0-7-15,0 0 0 0,0 0 1 0,0 0 4 16,0 0 2-16,0 0-2 0,0 0 2 0,0 0 6 15,0 0 10-15,0 0 1 0,0 0 2 0,0 0 5 0,0 0 11 16,12-60 14-16,-12 60 4 0,0 0 4 0,0 0 2 16,0 0-3-16,0 0-2 0,0 0-5 0,0 0-7 15,0 0-9-15,0 0-8 0,0 0-4 16,0 0-11-16,0 0-3 0,0 0-5 0,0 0-9 0,0 0 4 16,0 0-3-16,0 0 1 0,0 0-1 0,0 0-2 15,0 0 0-15,59 74 4 0,-59-74-4 0,15 48 0 16,-9-25 0-16,-6-23-3 0,14 39 2 15,-14-39-2-15,12 29 3 0,-12-29-3 0,11 26-2 0,-11-26 4 16,0 0-3-16,0 0 1 0,16 29 4 0,-16-29-6 16,0 0 2-16,0 0 0 0,0 0 2 0,0 0-2 15,0 0 3-15,0 0-1 0,0 0 7 0,0 0-2 16,0 0 8-16,0 0 10 0,0 0-1 16,0 0 0-16,0 0-5 0,0 0 3 0,0 0 0 15,0 0-6-15,0 0 3 0,57-65 0 0,-57 65-4 0,9-33-5 16,-9 33-2-16,5-35-1 0,-5 35-1 0,9-33-6 15,-9 33-7-15,5-31 0 0,-5 31-13 0,0 0-20 16,0 0-15-16,0 0-25 0,0-36-29 0,0 36-34 16,0 0-47-16,0 0-19 0,0 0-6 0,0 0-3 15,0 0-177-15,0 0-425 0,0 0 187 0</inkml:trace>
  <inkml:trace contextRef="#ctx0" brushRef="#br0" timeOffset="59859.71">29884 4917 177 0,'0'0'222'0,"0"0"-16"15,0 0-18-15,0 0-20 0,0 0-20 0,0 0-17 16,0 0-14-16,0 0-9 0,0 0-11 0,0 0-10 16,0 0-6-16,14 56-11 0,-14-56-8 0,-4 32-1 15,4-32-8-15,0 0-16 0,-3 51-23 0,3-51-21 16,-5 40-38-16,5-40-32 0,-7 35-39 0,7-35-25 15,-5 33-133-15,5-33-297 0,0 0 133 0</inkml:trace>
  <inkml:trace contextRef="#ctx0" brushRef="#br0" timeOffset="60167.18">29415 5321 66 0,'0'0'236'0,"0"0"-10"0,0 0-25 15,0 0-18-15,0 0-20 0,0 0-19 0,0 0-16 16,0 0-23-16,0 0-7 0,0 0-8 0,0 0-11 16,0 0-6-16,0 0-5 0,0 0-9 0,0 0-5 15,0 0-6-15,132 12-2 0,-132-12-6 0,93 5-6 16,-45-6 0-16,-48 1-2 0,95-3-6 0,-95 3-1 15,64 0-4-15,-64 0 0 0,62 3 1 0,-62-3-13 16,0 0-6-16,56 1-13 0,-56-1-11 0,0 0-16 16,0 0-14-16,0 0-19 0,0 0-7 0,0 0-29 15,0 0-7-15,0 0-21 0,0 0-9 0,0 0-119 16,0 0-285-16,0 0 126 0</inkml:trace>
  <inkml:trace contextRef="#ctx0" brushRef="#br0" timeOffset="60858.34">29658 5653 159 0,'0'0'166'0,"0"0"-15"16,0 0-11-16,-27 43-18 0,27-43-7 0,-10 39-13 15,2-15-11-15,8-24-11 0,-10 50 1 0,9-25-13 16,1-25-3-16,-8 45-6 0,8-45-8 0,-8 35-4 16,8-35 1-16,-6 32-10 0,6-32-3 0,-6 29-1 15,6-29-5-15,0 0 1 0,0 0-1 0,0 0 2 16,-9 32 3-16,9-32 7 0,0 0 9 0,0 0 8 16,0 0 7-16,0 0 10 0,0 0 5 0,0 0-1 15,0 0-4-15,0 0-7 0,0 0-6 0,0 0-1 16,0 0-4-16,0 0-6 0,0 0-4 0,0 0-7 15,0 0-2-15,0 0-8 0,0 0-3 0,-22-108-3 16,22 81 0-16,0 27-6 0,1-50-2 0,-1 50-4 16,3-49 0-16,1 23 0 0,-4 26-3 0,5-48 0 15,-5 48-5-15,11-40 0 0,1 19-2 0,-12 21-1 16,27-41 0-16,-27 41-1 0,33-30 2 0,-15 13-6 16,-18 17 2-16,41-25 0 0,-41 25-1 0,43-15 0 15,-43 15-1-15,0 0-2 0,46-8 3 0,-46 8-5 16,0 0 3-16,0 0-3 0,0 0 2 0,0 0-1 15,60 32 1-15,-60-32 2 0,0 0 2 0,4 45 9 16,-4-45-7-16,-14 48-2 0,14-48-1 0,-27 47 3 16,14-26 0-16,13-21 2 0,-30 39-1 0,30-39 5 15,-22 25-9-15,22-25 6 0,-24 20 0 0,24-20-1 16,0 0 1-16,0 0 3 0,-27 17 2 0,27-17-2 16,0 0 6-16,0 0 7 0,0 0-3 0,0 0-4 15,0 0 2-15,0 0-5 0,0 0-6 0,0 0-1 16,0 0-1-16,0 0-5 0,0 0 1 0,0 0 1 15,0 0-4-15,0 0 1 0,5-81-2 0,-5 81 0 16,0 0-2-16,0 0 1 0,0 0 0 0,0 0 0 16,0 0-2-16,0 0 2 0,0 0-1 0,0 0-2 15,0 0 4-15,0 0 3 0,0 0-3 0,0 0 4 16,103 58-1-16,-103-58 5 0,16 37-7 0,-16-37-6 16,10 33-18-16,-10-33-15 0,8 34-21 0,-8-34-18 15,9 32-12-15,-9-32-33 0,15 25-14 0,-15-25-26 16,0 0-20-16,0 0-131 0,15 26-346 0,-15-26 154 15</inkml:trace>
  <inkml:trace contextRef="#ctx0" brushRef="#br0" timeOffset="61078.68">30123 5718 212 0,'0'0'238'0,"0"0"-16"0,0 0-18 15,0 0-19-15,0 0-22 0,0 0-18 0,0 0-12 16,0 0-9-16,0 0-3 0,0 0-2 0,0 0-8 16,0 0-9-16,26 73-9 0,-26-73-4 0,5 45-9 15,-5-45-7-15,-4 34-8 0,4-34-6 0,0 41-7 16,0-41-19-16,0 0-20 0,-1 39-22 0,1-39-26 16,0 0-35-16,0 0-33 0,0 0-29 0,6 32-29 0,-6-32-32 15,0 0-130-15,0 0-349 0,0 0 155 16</inkml:trace>
  <inkml:trace contextRef="#ctx0" brushRef="#br0" timeOffset="61350.18">30507 5378 185 0,'0'0'278'0,"0"0"-14"0,0 0-20 16,0 0-16-16,0 0-25 0,0 0-19 16,0 0-22-16,0 0-16 0,0 0-19 0,0 0-9 15,0 0-13-15,0 0-11 0,0 0-5 0,0 0-15 16,62-43-7-16,-62 43-7 0,49-4-4 0,-49 4-6 16,54-13-11-16,-54 13-5 0,47-9-16 0,-47 9-23 15,0 0-31-15,61-3-31 0,-61 3-37 0,0 0-34 16,46-7-43-16,-46 7-32 0,0 0-135 0,0 0-375 15,0 0 167-15</inkml:trace>
  <inkml:trace contextRef="#ctx0" brushRef="#br0" timeOffset="61578.23">30665 5165 84 0,'0'0'265'0,"0"0"-7"0,0 0-11 0,0 0-22 0,0 0-26 15,0 0-19-15,0 0-19 0,0 0-21 0,0 0-18 16,0 0-13-16,0 0-12 0,0 0-11 0,0 0-5 16,0 0-14-16,0 0-6 0,0 0-2 15,0 0-6-15,-5 77-4 0,5-77-2 0,6 57-3 16,-3-29-4-16,-3-28-5 0,5 56-8 0,-5-29-32 0,0-27-31 16,3 47-38-16,-3-47-47 0,5 32-39 0,-5-32-49 15,10 29-147-15,-10-29-385 0,0 0 171 16</inkml:trace>
  <inkml:trace contextRef="#ctx0" brushRef="#br0" timeOffset="61961.01">31249 4872 282 0,'0'0'300'0,"0"0"-23"0,0 0-47 16,0 0-21-16,0 0-28 0,0 0-19 0,0 0-21 0,0 0-18 16,0 0-12-16,0 0-14 0,0 0-9 15,0 0 0-15,0 0-15 0,0 0-10 0,0 0-3 16,46 91-8-16,-33-52-7 0,-8-14 0 0,0 4-9 0,-5-29 0 16,7 54-4-16,-7-54-7 0,10 30 0 15,-10-30-1-15,11 27-2 0,-11-27-3 0,0 0 1 16,13 24-3-16,-13-24 0 0,0 0 4 0,0 0 2 15,0 0 10-15,0 0 5 0,0 0-1 0,0 0 8 16,0 0-13-16,0 0 12 0,0 0-14 0,91-41 3 0,-91 41-6 16,24-41 1-16,-11 15-3 0,-13 26 2 0,15-50-8 15,-11 24-4-15,-4 26 4 0,9-41-2 16,-9 41-7-16,5-39-4 0,-5 39-4 0,4-31-9 16,-4 31-3-16,0 0-30 0,0 0-26 0,0 0-26 15,0 0-45-15,0 0-72 0,0 0-30 0,0 0-200 0,0 0-475 16,0 0 210-16</inkml:trace>
  <inkml:trace contextRef="#ctx0" brushRef="#br0" timeOffset="62435.53">31734 5081 101 0,'0'0'244'0,"0"0"-7"0,0 0-3 0,0 0-19 16,0 0-15-16,0 0-18 0,0 0-13 0,0 0-13 0,0 0-14 15,0 0-15-15,0 0-14 0,0 0-12 0,0 0-12 16,0 0-12-16,0 0-5 0,0 0-11 16,0 0-6-16,0 0-7 0,0 0-9 0,0 0-2 15,0 0-10-15,0 0-5 0,0 0-8 0,0 0-6 16,0 0-5-16,0 0-7 0,0 0-2 0,0 0-4 0,48 26 4 15,-48-26-2-15,0 0 4 0,0 0 2 16,-20 50-7-16,20-50 2 0,-26 35 3 0,8-13 0 16,18-22 4-16,-23 27-4 0,23-27 0 0,0 0 5 15,-32 25-1-15,32-25-1 0,0 0 5 0,-23 19 0 16,23-19 5-16,0 0-3 0,0 0 2 0,0 0 1 0,0 0 0 16,0 0 11-16,0 0-4 0,0 0 3 15,0 0-14-15,0 0-3 0,0 0 1 0,0 0-4 16,0 0 2-16,0 0-5 0,0 0 1 0,0 0-6 15,0 0 1-15,0 0 0 0,0 0-5 0,0 0 5 16,0 0-1-16,0 0 3 0,0 0-1 0,0 0 1 0,0 0-1 16,0 0-2-16,0 0-6 0,0 0-11 0,129-5-11 15,-129 5-24-15,25 17-18 0,-25-17-26 16,0 0-30-16,30 18-33 0,-30-18-32 0,0 0-116 16,0 0-341-16,0 0 150 0</inkml:trace>
  <inkml:trace contextRef="#ctx0" brushRef="#br0" timeOffset="62723.21">31212 5532 90 0,'0'0'199'0,"0"0"-17"0,0 0-17 0,0 0-25 15,0 0-5-15,0 0-15 0,0 0-11 0,0 0-11 16,0 0-7-16,0 0-11 0,147 7-6 0,-96-7-3 16,-51 0-6-16,101-3-2 0,-52 1-8 0,-49 2-5 15,98 0-1-15,-49-2-6 0,-49 2-8 0,94-1-3 16,-94 1-2-16,65 0-1 0,-65 0-4 0,57-6-3 16,-57 6-1-16,0 0-3 0,0 0-8 0,0 0-9 15,0 0-16-15,62 0-21 0,-62 0-30 0,0 0-27 16,0 0-38-16,0 0-163 0,0 0-318 0,0 0 141 15</inkml:trace>
  <inkml:trace contextRef="#ctx0" brushRef="#br0" timeOffset="63335.45">31481 5867 84 0,'-13'51'108'0,"3"-25"1"16,10-26 3-16,-13 55-5 0,6-30-12 16,7-25-2-16,-5 43 1 0,-4-21 7 0,9-22-2 15,-7 32-4-15,7-32 2 0,0 0-4 0,-11 34 2 16,11-34 8-16,0 0 3 0,0 0 3 0,0 0 10 0,0 0 8 15,0 0 3-15,0 0-13 0,0 0-10 16,0 0-10-16,0 0-12 0,0 0-6 0,0 0-11 16,0 0-4-16,0 0 0 0,0 0-19 0,0-118-9 15,8 91-16-15,-8 27-5 0,12-55-8 0,-6 25-11 16,2 5-3-16,-8 25 0 0,14-43 1 0,-14 43-7 0,14-30-6 16,-14 30-1-16,27-34-1 0,-27 34 0 15,21-20-1-15,-21 20 4 0,0 0-3 0,30-16 1 16,-30 16-3-16,0 0-6 0,0 0-4 0,0 0 4 15,0 0-3-15,0 0 0 0,0 0 2 0,0 0 2 16,0 0 0-16,0 0 9 0,44 62-3 0,-44-62 5 16,0 0 4-16,0 0-4 0,-39 56 7 0,39-56 7 0,-25 24-8 15,25-24 3-15,-26 20 0 0,26-20 0 16,0 0 5-16,-30 22 2 0,30-22 0 0,0 0 5 16,0 0 2-16,0 0 5 0,0 0 9 0,0 0 8 15,-32 16 7-15,32-16-4 0,0 0 1 0,0 0-11 0,0 0-2 16,0 0-4-16,0 0-5 0,0 0 0 0,0 0-5 15,0 0 0-15,0 0-4 0,0 0 1 0,0 0-4 16,0 0-1-16,0 0 1 0,0 0 0 16,0 0 0-16,0 0-1 0,0 0-4 0,0 0 4 0,0 0 2 15,128 12 5-15,-128-12-8 0,19 30 7 0,-19-30-4 16,16 28-9-16,-16-28-11 0,19 30-9 0,-19-30-31 16,11 34-18-16,-11-34-29 0,18 24-31 15,-18-24-29-15,0 0-148 0,18 26-341 0,-18-26 150 16</inkml:trace>
  <inkml:trace contextRef="#ctx0" brushRef="#br0" timeOffset="63769.08">31799 5963 163 0,'0'0'238'0,"0"0"-14"0,0 0-20 0,0 0-20 0,0 0-12 16,0 0-17-16,11-48-17 0,-11 48-10 0,0 0-16 15,28-16-9-15,-28 16-11 0,0 0-12 0,41-16-7 16,-41 16-11-16,0 0-5 0,0 0-8 0,62-1-2 16,-62 1-9-16,0 0-4 0,0 0-1 0,0 0-2 15,56 27-4-15,-56-27-1 0,0 0-5 0,20 22-5 16,-20-22 2-16,0 0-4 0,9 43-1 0,-9-43-4 16,0 0 4-16,-19 54-3 0,19-54-1 0,-23 37-1 15,6-16 2-15,17-21-2 0,-29 32 0 0,29-32-3 16,-27 24-2-16,27-24-4 0,-26 18-4 0,26-18 6 15,0 0 0-15,0 0 0 0,0 0 8 0,0 0-4 16,-36 14-10-16,36-14 1 0,0 0-1 0,0 0-8 16,0 0-4-16,0 0-1 0,0 0 3 0,0 0-2 15,0 0-1-15,0 0 6 0,0 0-2 0,0 0 2 16,0 0-3-16,0 0 3 0,0 0-1 0,0 0 1 16,0 0 2-16,0 0 5 0,46-81 2 0,-46 81 4 15,0 0 2-15,0 0 5 0,0 0-1 0,0 0-4 16,0 0 6-16,107 38-3 0,-107-38 1 0,0 0 2 15,42 22 0-15,-42-22-2 0,0 0-5 0,37 17-17 16,-37-17-27-16,0 0-39 0,0 0-46 0,44 9-47 16,-44-9-169-16,0 0-373 0,0 0 165 0</inkml:trace>
  <inkml:trace contextRef="#ctx0" brushRef="#br0" timeOffset="64572.16">32173 4718 77 0,'0'0'210'0,"0"0"-11"0,0 0-7 0,0 0-7 16,-32-36-9-16,32 36 2 0,0 0-14 0,0 0-14 15,0 0-6-15,0 0-13 0,0 0-13 0,0 0-12 16,0 0-15-16,0 0-10 0,0 0-8 0,0 0-9 16,52-41-10-16,-52 41-1 0,77-18-10 0,-42 13-8 0,-35 5-4 15,98-4 4-15,-48-3-12 0,-4 2-4 16,-46 5 0-16,90-10-6 0,-90 10-5 0,62-6 0 16,-62 6 0-16,60-3-3 0,-60 3 2 0,41-6-4 15,-23 3 0-15,-18 3 8 0,24 0-2 0,-24 0-1 0,0 0-11 16,0 0 2-16,0 0-1 0,31 0 1 0,-31 0-1 15,0 0-4-15,0 0 0 0,0 0-2 16,0 0-1-16,0 0 3 0,15 15-1 0,-11-2 1 16,0 3 2-16,-2 7 0 0,0 6 0 0,-2 19-1 15,-3-7 3-15,2 2 26 0,-4 5 0 0,-3 4-6 0,3 2 3 16,-3 4-4-16,-2 2 2 0,5 0-3 0,-5 1-5 16,0 3 4-16,1-2-5 0,2 4 2 0,2-5 0 15,4-2-3-15,1-1-2 0,-1 0 2 16,5 1 0-16,-1-8 0 0,1 0-3 0,1-3 2 15,-5-2-3-15,3 0 1 0,-3-1 2 0,5-3-2 0,5 3-3 16,-10-1-2-16,-2-13 6 0,8 12-1 16,-6-12-2-16,3 9 3 0,-1 1-3 0,-2-12 1 0,0-29-2 15,-1 70 1-15,2-44 1 0,-1-26-2 16,-4 43 0-16,4-43 1 0,-2 33 4 0,2-33-7 16,-5 28 5-16,5-28-1 0,0 0 1 0,0 0 2 15,-16 33 4-15,16-33 9 0,0 0-3 0,0 0 7 0,-34 24-4 16,34-24 11-16,-44 5-4 0,44-5-3 0,0 0-1 15,-106-5 0-15,106 5-1 0,-82-8-4 16,31 4 5-16,51 4 1 0,-78-10 2 0,78 10 1 0,-61-5-2 16,61 5-2-16,-58-2 0 0,58 2-6 15,0 0-4-15,-75 2-10 0,75-2-10 0,0 0-20 0,-55 6-23 16,55-6-25-16,0 0-32 0,-54 14-35 0,54-14-52 16,-33 13-59-16,33-13-194 0,-39 14-482 15,39-14 214-15</inkml:trace>
  <inkml:trace contextRef="#ctx0" brushRef="#br0" timeOffset="75083.09">25266 7272 239 0,'0'0'235'16,"0"0"-14"-16,0 0-12 0,0 0-17 0,0 0-19 15,0 0-19-15,0 0-18 0,0 0-16 0,0 0-12 16,0 0-12-16,0 0-9 0,0 0-8 0,0 0-3 16,0 0-5-16,0 0-4 0,85-43-7 0,-36 34-5 15,-49 9 0-15,78-11-6 0,-49 5-3 0,-29 6-7 16,63-11-4-16,-63 11-2 0,59-10-19 0,-59 10-28 16,53-9-30-16,-53 9-27 0,0 0-36 0,0 0-43 15,0 0-17-15,60 4-40 0,-60-4-109 0,0 0-340 16,0 0 151-16</inkml:trace>
  <inkml:trace contextRef="#ctx0" brushRef="#br0" timeOffset="75325.14">25409 7450 53 0,'0'0'203'0,"0"0"-25"0,0 0-16 16,0 0-18-16,0 0-19 0,0 0-10 0,0 0-9 15,0 0-13-15,0 0-8 0,0 0-5 0,0 0-9 16,96 17 2-16,-96-17-10 0,0 0-4 0,89-10-1 16,-89 10-9-16,60-10-5 0,-60 10-3 0,47-4-9 15,-47 4-3-15,0 0-3 0,0 0 0 0,58-7-10 16,-58 7-16-16,0 0-14 0,0 0-11 0,0 0-21 0,0 0-23 16,0 0-22-16,0 0-28 0,0 0-24 0,0 0-95 15,0 0-257-15,0 0 114 0</inkml:trace>
  <inkml:trace contextRef="#ctx0" brushRef="#br0" timeOffset="78702.32">23749 7187 86 0,'0'0'86'0,"0"0"-2"0,0 0-2 0,0 0-4 16,0 0 4-16,0 0-2 0,0 0-3 15,0 0 4-15,0 0 2 0,0 0-1 0,0 0 2 16,0 0-4-16,0 0 4 0,0 0-9 0,0 0 1 0,0 0-1 15,0 0 1-15,0 0-6 0,0 0-1 0,0 0 3 16,0 0-8-16,0 0 0 0,0 0-7 0,0 0-7 16,-101-15-8-16,101 15-4 0,0 0-5 0,-19-37-7 15,19 37-5-15,-6-26 0 0,6 26-1 0,0 0-6 16,9-42-6-16,-9 42 3 0,0 0-6 0,27-38 1 16,-27 38-1-16,28-18-7 0,-28 18 2 0,0 0-3 15,46-16-3-15,-46 16-2 0,0 0 3 0,0 0-2 16,0 0-3-16,94 37 1 0,-75-17 3 0,-19-20-2 15,33 60 2-15,-23-30 6 0,0 14-5 0,-4 1 2 16,-9 5-1-16,-3-3 2 0,-5 2 1 0,-1 3 0 16,-3-4-1-16,-6-3 4 0,-2-4-3 0,-5-1 3 15,5-3 4-15,7-13 6 0,-3-2 7 0,19-22 11 16,-30 33 6-16,12-17 3 0,18-16 9 0,-35 26 0 16,35-26 5-16,-28 15 1 0,28-15 2 0,0 0 7 15,-45 10 1-15,45-10-2 0,0 0-1 0,0 0-7 16,0 0-5-16,0 0-11 0,-79-38-5 0,63 18-8 15,16 20-4-15,-22-36-1 0,9 15-5 0,13 21-4 16,-13-33-6-16,13 33-2 0,-9-32-8 0,9 32-3 16,5-43-5-16,-5 43 3 0,13-32-3 0,-13 32-9 15,20-31 3-15,-20 31-12 0,27-19-11 0,-27 19-8 16,0 0-19-16,45-11-19 0,-45 11-14 0,0 0-20 16,0 0-16-16,78 29-15 0,-78-29-10 0,32 28-161 15,-18-10-350-15,-14-18 156 0</inkml:trace>
  <inkml:trace contextRef="#ctx0" brushRef="#br0" timeOffset="79302.32">24080 7593 95 0,'0'0'120'0,"0"0"-3"0,0 0-7 16,0 0-1-16,0 0-4 0,0 0-13 0,113 2-4 15,-113-2 0-15,54-21-4 0,-23 8-6 16,-31 13-7-16,69-33-9 0,-45 19-5 0,14-10 2 16,-15 7-9-16,-23 17 0 0,59-45-6 0,-37 24-2 0,-2 1-2 15,5-15 2-15,-7 14-6 0,-1-5-2 0,6-12-7 16,-10 12-3-16,-1-4-6 0,4-8-6 0,-12 11 0 15,9-14-5-15,-13 41-9 0,6-54-1 16,-7 25-1-16,1 29 0 0,-4-51 0 0,4 51 4 0,-5-32 3 16,5 32 3-16,0 0 4 0,-12-31 2 0,12 31-13 15,0 0 7-15,0 0 0 0,-17-22-6 16,17 22 4-16,0 0-2 0,0 0-2 0,0 0 0 16,-73 82 0-16,50-32-2 0,0 6 9 0,2 9 2 15,-2 4 2-15,-1 3 0 0,0 3 7 0,0 3 2 0,2 2 2 16,1 6 6-16,2 3 0 0,4-3-3 0,-2 1-1 15,7-3-2-15,0-3 1 0,0-4-5 0,7-6-1 16,2-7-4-16,1-12 2 0,5-2-2 0,2-7 0 16,1-20-3-16,-8-23-1 0,13 33 5 0,-13-33-3 15,22 25 8-15,-22-25 0 0,0 0 4 0,33 14 7 16,-33-14-3-16,0 0 3 0,0 0-2 0,80-41-1 16,-80 41-2-16,44-38 1 0,-20-1-5 0,-2 0-2 15,-3-1-1-15,-9 11-2 0,3-15 1 0,-3-1-3 16,-5 1-3-16,-5-1 0 0,-2 2 0 0,-2 16 0 15,4 27 4-15,-14-58-1 0,6 41 5 0,8 17 2 16,-21-39 2-16,21 39-1 0,-27-33-5 0,27 33-6 16,-35-16 0-16,35 16-4 0,0 0-14 0,-53-6-17 15,53 6-16-15,0 0-27 0,0 0-28 0,-76 32-26 16,76-32-41-16,-23 23-51 0,23-23-124 0,0 0-363 16,0 0 161-16</inkml:trace>
  <inkml:trace contextRef="#ctx0" brushRef="#br0" timeOffset="80357">25378 7111 137 0,'0'0'203'15,"0"0"-22"-15,0 0-13 0,0 0-12 0,0 0-23 16,0 0-18-16,0 0-10 0,0 0-17 0,0 0-3 16,0 0-3-16,0 0-7 0,0 0-1 0,0 0-1 15,35 111-1-15,-33-68-1 0,-2 5-1 0,2 0-7 16,-2 8-6-16,-2-5-1 0,0 6-3 0,-2 0-4 15,1-1-3-15,3-4-3 0,-4-7-8 0,-1-2 0 16,3-15-6-16,2-28-1 0,0 51-5 0,0-51-1 16,-2 32 0-16,2-32-5 0,0 0 2 0,-3 29 2 15,3-29 4-15,0 0 11 0,0 0 15 0,0 0 14 0,0 0 10 16,0 0 8-16,0 0 4 0,0 0-5 16,0 0-9-16,0 0-8 0,0 0-8 0,0 0-2 15,0 0-4-15,-7-113-13 0,7 68 0 0,4-3-7 16,2 1-6-16,-2 0-5 0,5-1-8 0,4 2 0 0,-2-2-5 15,2 1-4-15,6 3-1 0,-2-1-2 0,5 2 3 16,1 3-6-16,-4 3-2 0,7 3-1 16,-9 11 1-16,3 1-1 0,-20 22-3 0,43-38 4 15,-20 22-2-15,-23 16-1 0,42-30 0 0,-42 30 0 0,30-14-2 16,-30 14 6-16,0 0-10 0,0 0-4 16,57-2-1-16,-57 2 2 0,0 0 1 0,0 0-2 15,46 51 2-15,-46-51 3 0,13 45 8 0,-12-1-8 16,-5-16 3-16,-7 17 1 0,-5 0 0 0,-4-6 1 0,6-12 2 15,-10 10 3-15,7-14-1 0,-3-1 8 0,20-22-6 16,-41 42-2-16,23-25 2 0,18-17 2 0,-35 31 2 16,16-15 3-16,19-16-2 0,0 0-2 0,-47 24 2 15,47-24-1-15,-26 13 4 0,26-13-6 0,0 0 8 16,0 0-3-16,0 0-1 0,0 0-2 0,0 0 3 16,0 0-9-16,0 0 1 0,-88-35-4 0,88 35-6 15,-10-27-1-15,10 27 0 0,0 0-3 0,1-36-1 16,-1 36 4-16,0 0 0 0,0 0 1 0,0 0-1 15,30-42 0-15,-30 42 4 0,0 0-2 0,0 0 2 16,49-5 3-16,-49 5-4 0,0 0 4 0,0 0-4 16,0 0 1-16,86 39 5 0,-68-20-2 0,-18-19 1 15,32 33 0-15,-14-12 0 0,-18-21-1 0,28 45 3 16,-15-22 0-16,-13-23 0 0,21 48-2 0,-13-28-21 16,-8-20-12-16,17 48-20 0,-17-48-22 0,15 40-17 15,-15-40-31-15,14 29-24 0,-14-29-14 0,18 22-22 16,-18-22-149-16,0 0-367 0,29 17 163 0</inkml:trace>
  <inkml:trace contextRef="#ctx0" brushRef="#br0" timeOffset="80588.03">26096 7549 44 0,'0'0'268'0,"0"0"-23"0,0 0-16 0,0 0-23 16,0 0-22-16,0 0-21 0,0 0-22 0,0 0-17 15,0 0-8-15,0 0-12 0,0 0-8 0,0 0-3 0,0 0-6 16,0 0-1-16,30 70-2 0,-30-70-4 0,10 71 0 16,-10-46-3-16,5 2-12 0,-5-27-1 15,-1 53-10-15,1-26-5 0,0-27 0 0,-3 49-5 16,3-49-7-16,-4 39-8 0,4-39-19 0,-5 29-22 16,5-29-26-16,0 0-32 0,-1 35-27 0,1-35-38 0,0 0-30 15,0 0-27-15,0 0-175 0,0 0-397 16,0 0 176-16</inkml:trace>
  <inkml:trace contextRef="#ctx0" brushRef="#br0" timeOffset="81206.23">26992 7749 28 0,'0'0'197'0,"0"0"6"0,0 0-1 0,0 0 4 16,0 0 1-16,0 0-12 0,0 0-12 0,0 0-19 0,0 0-15 15,0 0-9-15,0 0-13 0,0 0-9 0,0 0-7 16,0 0-4-16,0 0-9 0,-50-69-5 0,50 69-6 15,-34-40-9-15,16 19-4 0,-4 1-2 0,22 20-9 16,-37-41-4-16,19 21-5 0,-1-4-4 16,19 24-7-16,-32-40-6 0,18 17-4 0,14 23-6 0,-22-34-7 15,22 34-10-15,-17-39-7 0,17 39-2 0,-8-32-5 16,8 32 5-16,-1-32-10 0,1 32-3 0,0 0-5 16,16-40-3-16,-16 40 0 0,23-22-8 0,-23 22 9 15,0 0-8-15,35-20-5 0,-35 20-6 0,0 0 1 16,0 0-9-16,0 0-1 0,0 0-2 0,0 0-1 15,0 0 10-15,0 0 3 0,72 47 1 0,-72-47 2 16,-1 42 5-16,1-42 5 0,-14 49 0 0,14-49 2 16,-27 53 4-16,13-27 3 0,-6 11 2 0,4-15 2 15,16-22 5-15,-26 34 0 0,26-34 3 0,-23 25 2 16,23-25 5-16,0 0 0 0,-18 20 5 0,18-20-3 16,0 0-1-16,0 0-3 0,0 0 6 0,0 0-6 15,0 0 1-15,0 0 2 0,0 0 0 0,0 0 2 16,0 0 1-16,0 0 0 0,0 0-2 0,62 28 2 15,-62-28 1-15,0 0-1 0,85-11-2 0,-85 11 0 16,0 0 3-16,89-19-7 0,-59 11-3 0,-30 8-3 16,57-16 5-16,-57 16-3 0,44-10 2 0,-44 10-2 15,44-10 2-15,-44 10-7 0,0 0-9 0,0 0-7 0,35-14-11 16,-35 14-19-16,0 0-18 0,0 0-16 16,0 0-28-16,0 0-14 0,0 0-14 0,0 0-21 15,0 0-127-15,0 0-316 0,0 0 140 0</inkml:trace>
  <inkml:trace contextRef="#ctx0" brushRef="#br0" timeOffset="81820.34">27571 7495 26 0,'0'0'161'0,"0"0"-7"0,0 0 4 0,0 0-6 15,0 0-7-15,0 0-6 0,21 50-7 0,-21-50-8 0,1 44-9 16,-1-44-8-16,-3 46-8 0,3-46-4 0,-4 29 1 16,4-29-4-16,0 0-2 0,0 0-3 0,-11 36-4 15,11-36 8-15,0 0 1 0,0 0 9 16,0 0 6-16,0 0 0 0,0 0-1 0,0 0-9 0,0 0-10 16,0 0-2-16,0 0-9 0,0 0 2 0,0 0-16 15,0 0-4-15,-74-82-9 0,67 59-2 0,7 23-5 16,-13-57-4-16,11 27-10 0,-2-13-1 0,3 0-7 15,1 43-5-15,9-70-9 0,-3 41 0 0,5-12-2 16,0 15-5-16,2-1-1 0,10-9-4 0,-5 16 1 16,3-2 4-16,-21 22-8 0,45-38-1 0,-22 22 2 15,-23 16-4-15,50-23 12 0,-50 23-12 0,37-5 3 16,-37 5-2-16,0 0-1 0,0 0-1 0,0 0 1 16,88 17 3-16,-88-17-5 0,23 19 0 0,-23-19-3 15,17 30-4-15,-17-30 2 0,6 47-2 0,-6-47 2 16,-13 53 5-16,1-27-1 0,-11 12 2 0,0-2 1 15,4-14 3-15,-1-2 1 0,20-20 0 0,-40 35 2 16,40-35 0-16,-30 19 2 0,30-19-2 0,-29 18 5 16,29-18 7-16,0 0-9 0,-37 14 3 0,37-14 1 15,0 0-3-15,0 0 4 0,0 0 2 0,0 0-4 16,0 0 2-16,0 0-8 0,0 0-4 0,0 0-1 16,0 0 0-16,-58-41-3 0,58 41 0 0,0 0 3 15,0 0-1-15,0 0 7 0,0 0-8 0,0 0-3 16,0 0 6-16,51-57 1 0,-51 57-5 0,0 0 2 15,0 0-1-15,0 0 2 0,0 0-1 0,0 0 3 16,0 0 1-16,0 0 2 0,116 49-1 0,-99-30 5 16,-17-19-3-16,22 30 2 0,-22-30 0 0,15 29 0 15,-15-29 2-15,18 41-3 0,-18-41-26 0,9 32-19 16,-9-32-14-16,10 39-15 0,-10-39-26 0,5 27-19 16,-5-27-19-16,0 0-24 0,0 0-28 0,0 0-129 0,13 28-347 15,-13-28 153-15</inkml:trace>
  <inkml:trace contextRef="#ctx0" brushRef="#br0" timeOffset="82485.27">28038 7642 168 0,'0'0'189'0,"0"0"-13"16,0 0-9-16,0 0-18 0,0 0-2 0,0 0-8 15,0 0-10-15,0 0-10 0,0 0-13 0,0 0-10 16,0 0-8-16,0 0-9 0,0 0-7 0,0 0-9 16,0 0-10-16,0 0-3 0,0 0-6 0,38-43-5 15,-38 43-4-15,0 0-4 0,0 0-5 0,0 0-6 16,0 0-1-16,0 0 1 0,0 0-6 0,0 0 0 15,0 0 3-15,0 0-3 0,79 46 0 0,-79-46 2 16,2 37 2-16,-2-37 2 0,-15 50 5 0,15-50-4 16,-24 54 0-16,8-28-4 0,-1-2 0 0,-1-2 3 15,18-22-3-15,-40 45 0 0,24-25-4 0,16-20 1 16,-40 31-3-16,40-31 1 0,-28 20-1 0,28-20 0 16,0 0 4-16,-29 16-1 0,29-16-3 0,0 0 1 15,0 0 2-15,0 0-6 0,0 0-2 0,0 0 0 16,0 0-7-16,0 0-4 0,0 0-1 15,-63-55-3-15,63 55-3 0,0-30-4 0,0 30 1 0,0 0-3 16,14-47 4-16,-14 47 1 0,0 0-3 0,28-36 2 16,-28 36 0-16,0 0 2 0,36-17 2 0,-36 17 0 15,0 0 1-15,51-2-2 0,-51 2 4 0,0 0 1 16,63 28 9-16,-63-28 3 0,39 22 2 0,-39-22 2 16,39 22-1-16,-16-7 0 0,-23-15 5 0,34 26-5 15,-34-26-2-15,31 23 3 0,-31-23-10 0,31 26-14 16,-31-26-29-16,26 23-27 0,-26-23-39 0,23 17-49 15,-23-17-54-15,0 0-110 0,0 0-347 0,0 0 154 0</inkml:trace>
  <inkml:trace contextRef="#ctx0" brushRef="#br0" timeOffset="83552.92">29289 7447 79 0,'0'0'186'0,"0"0"-9"0,0 0-10 15,-33-51-16-15,33 51-7 0,-25-20-14 0,25 20-7 16,-30-21-11-16,30 21-5 0,-34-17-5 0,34 17-11 16,-42-15-13-16,42 15-8 0,0 0-8 0,-64-4-6 0,64 4-9 15,0 0-2-15,0 0-6 0,-76 23-4 0,76-23-9 16,-39 23-3-16,39-23 8 0,-23 31-10 16,9-10-6-16,14-21-1 0,-18 38 3 0,18-38-4 15,-7 32-2-15,7-32-7 0,0 0 4 0,3 37-2 0,-3-37 0 16,0 0 1-16,0 0 0 0,25 27 0 0,-25-27-5 15,0 0 4-15,0 0 4 0,52 9-4 16,-52-9 5-16,0 0-2 0,0 0-4 0,0 0 2 16,85-32-1-16,-85 32 0 0,30-22 2 0,-30 22-2 15,28-20 3-15,-28 20-8 0,22-21 8 0,-22 21 1 0,0 0 2 16,19-27 7-16,-19 27 5 0,0 0-3 0,0 0 1 16,0 0-2-16,0 0-2 0,0 0-5 0,0 0 0 15,17-25-6-15,-17 25 1 0,0 0-6 0,0 0-3 16,0 0 1-16,0 0 0 0,0 0-2 0,0 0 2 15,0 0 3-15,0 0-2 0,0 0 1 0,32 73-5 16,-32-73 3-16,20 20 1 0,-20-20-2 16,0 0 2-16,33 21 2 0,-33-21 2 0,0 0 0 0,40 10-1 15,-40-10 2-15,0 0 2 0,0 0-1 0,0 0 1 16,0 0-1-16,0 0-1 0,93-23 4 0,-93 23-1 16,0 0 1-16,25-22-2 0,-25 22 0 0,0 0-3 15,16-28-4-15,-16 28 4 0,0 0 2 0,12-33-2 16,-12 33 1-16,0 0-2 0,6-32-1 0,-6 32-2 15,0 0-3-15,0 0 2 0,0 0-4 0,9-28-6 16,-9 28-7-16,0 0-6 0,0 0-2 0,0 0 4 16,0 0-4-16,33-19 1 0,-33 19-2 0,0 0 1 15,0 0-1-15,0 0-2 0,60-6-2 16,-60 6 2-16,0 0 1 0,0 0-1 0,0 0 5 0,0 0-6 16,0 0 5-16,0 0 0 0,87 21 0 0,-87-21-2 15,0 0 7-15,18 23 1 0,-18-23-1 0,0 0 6 16,8 37-3-16,-8-37 7 0,0 0-3 0,2 36 4 15,-2-36-3-15,0 0 5 0,0 40-1 0,0-40 2 16,0 0-3-16,0 0 2 0,6 36 4 0,-6-36 4 16,0 0-1-16,20 24 4 0,-20-24 2 0,0 0-1 15,0 0 0-15,0 0-1 0,0 0 5 0,66 0 8 16,-66 0-9-16,0 0-2 0,64-27 1 0,-64 27 3 16,30-23 1-16,-30 23-12 0,29-23 11 0,-29 23 2 15,23-27-1-15,-23 27-2 0,14-27 5 0,-14 27 8 16,0 0 5-16,14-25 8 0,-14 25 8 0,0 0 3 15,0 0-4-15,0 0 1 0,0 0-10 0,0 0-5 0,0 0-5 16,0 0-4-16,0 0-8 0,0 0 1 16,0 0-7-16,0 0-2 0,0 0-5 0,0 0-12 15,0 0-29-15,0 0-27 0,0 0-23 0,1 98-23 16,-1-98-34-16,20 45-30 0,-20-45-136 0,20 27-341 16,2-9 152-16</inkml:trace>
  <inkml:trace contextRef="#ctx0" brushRef="#br0" timeOffset="84403.71">31184 7431 230 0,'0'0'251'16,"0"0"-16"-16,0 0-20 0,0 0-21 0,0 0-20 0,0 0-17 15,0 0-16-15,0 0-15 0,0 0-16 0,0 0-12 16,0 0-10-16,0 0-10 0,0 0-5 16,0 0-7-16,0 0-5 0,0 0-5 0,0 0-5 15,0 0-3-15,0 0-5 0,0 0-3 0,0 0 0 0,0 0-6 16,45-31-3-16,-45 31-2 0,0 0-1 0,0 0-5 16,20-26-1-16,-20 26-5 0,0 0-3 15,0 0-4-15,0 0-1 0,-4-37-3 0,4 37-3 16,0 0-2-16,0 0 1 0,0 0-2 0,-52-26 0 15,52 26 0-15,0 0 0 0,-65 5-2 0,65-5-2 0,0 0 2 16,0 0 0-16,-79 25 1 0,79-25-2 0,-35 26-1 16,35-26 3-16,-27 23-4 0,27-23-1 0,-26 33 5 15,26-33-6-15,-11 30 2 0,11-30 3 0,0 31-4 16,0-31 3-16,0 0 2 0,18 41 0 16,-18-41-1-16,33 31 3 0,-11-19 0 0,-22-12 4 0,58 21-2 15,-58-21-2-15,81 15 1 0,-35-9 1 16,-46-6-5-16,78-6-5 0,-78 6-1 0,78-15-7 15,-32 1-9-15,-46 14-2 0,73-22-6 0,-47 8-3 0,-26 14-2 16,51-24 4-16,-31 10 1 0,-20 14 11 0,35-29-3 16,-35 29 1-16,24-25 1 0,-24 25 2 0,15-26 6 15,-15 26 0-15,0 0 9 0,12-39 7 16,-12 39 6-16,0 0 1 0,0 0 3 0,-9-36 3 16,9 36-3-16,0 0-7 0,0 0-3 0,0 0 1 0,-49-18-1 15,49 18 1-15,0 0-1 0,0 0-1 0,0 0-4 16,-85 36 1-16,85-36 3 0,-41 36-3 0,24-17 3 15,17-19-2-15,-25 34 0 0,25-34-3 0,-17 29 0 16,17-29 0-16,0 0 0 0,-6 29 1 16,6-29-1-16,0 0 3 0,0 0 1 0,0 0-3 0,0 0 0 15,0 0 1-15,41 30-2 0,-41-30 3 0,0 0-3 16,0 0-5-16,0 0 4 0,0 0-2 0,0 0 2 16,115-41-3-16,-115 41 2 0,0 0 3 0,26-19-2 15,-26 19-1-15,0 0 6 0,0 0 0 0,0 0 0 16,0 0 1-16,0 0-4 0,0 0-1 0,0 0-2 15,0 0 4-15,0 0-2 0,0 0 2 0,0 0 0 16,0 0 7-16,0 0 0 0,-9 79 4 0,9-79 4 16,-19 71 3-16,13-45 1 0,-1 17 0 0,-3-2-1 15,5-14 0-15,5-27 8 0,-2 57-8 0,0-29-4 16,2-28 2-16,2 39-3 0,-2-39-4 0,0 0 3 16,12 43-2-16,-12-43 0 0,0 0 0 0,0 0 5 15,13 25 0-15,-13-25-2 0,0 0 7 0,0 0-4 0,0 0-3 16,0 0-1-16,0 0-5 0,0 0-14 15,0 0-14-15,97-47-29 0,-97 47-34 0,27-34-45 16,-14 13-36-16,-13 21-44 0,23-44-117 0,-17 23-356 16,-6 21 158-16</inkml:trace>
  <inkml:trace contextRef="#ctx0" brushRef="#br0" timeOffset="85308.21">31856 7453 132 0,'0'0'251'15,"0"0"-16"-15,0 0-17 0,0 0-20 0,0 0-21 0,0 0-23 16,0 0-18-16,0 0-13 0,0 0-14 16,0 0-12-16,0 0-10 0,0 0-9 0,0 0-9 15,0 0-5-15,0 0-3 0,0 0-10 0,0 0-4 16,-39 82-6-16,39-82-4 0,0 0-3 0,0 32-4 0,0-32-5 16,0 0 0-16,0 0 2 0,0 0-5 0,0 0-1 15,16 36-3-15,-16-36 0 0,0 0 2 16,0 0-5-16,0 0 0 0,0 0 2 0,0 0 2 15,65-4-7-15,-65 4-2 0,0 0-6 0,0 0-7 0,0 0-7 16,63-43-1-16,-63 43-7 0,24-18-3 0,-24 18 6 16,0 0 0-16,18-24 4 0,-18 24 0 15,0 0 1-15,0 0-3 0,0 0-1 0,0 0 2 0,0 0-1 16,0 0-6-16,0 0 2 0,0 0 4 0,0 0 3 16,0 0 3-16,0 0-6 0,0 0 4 0,0 0-2 15,0 0 4-15,0 0 0 0,37 56-2 0,-37-56 4 16,0 0 4-16,23 33-2 0,-23-33 1 15,22 20 0-15,-22-20 4 0,0 0-1 0,42 19 1 0,-42-19 0 16,0 0-1-16,51 2 2 0,-51-2-2 0,0 0 3 16,0 0 1-16,0 0-4 0,83-19-3 0,-83 19-8 15,31-21 6-15,-31 21-1 0,33-23 1 0,-33 23-1 16,22-21-2-16,-22 21 9 0,15-24-9 0,-15 24-3 16,0 0 0-16,9-33 7 0,-9 33-8 0,0 0 0 15,0 0-3-15,0 0 0 0,-14-42 0 0,14 42 4 16,0 0 0-16,0 0-5 0,0 0 7 0,-46-16 0 15,46 16-9-15,0 0 11 0,0 0-2 0,0 0-1 16,0 0 1-16,0 0 5 0,0 0-2 0,-78 51-1 16,78-51 5-16,0 0-2 0,-15 29-3 0,15-29-1 15,0 0 5-15,0 0-2 0,-1 31 4 0,1-31 3 16,0 0-3-16,0 0 0 0,0 0 2 0,0 0 4 16,0 0-5-16,0 0 4 0,70 17-4 0,-70-17 0 15,0 0-5-15,0 0 0 0,0 0-4 0,0 0 5 16,88-44-3-16,-88 44-2 0,24-20 3 0,-24 20 3 15,0 0 0-15,27-25-2 0,-27 25 7 0,0 0 7 0,0 0 7 16,0 0-15-16,0 0 5 0,0 0-4 16,21-19-4-16,-21 19-3 0,0 0 4 0,0 0 1 15,0 0-1-15,0 0 2 0,0 0 1 0,0 0 1 16,0 0 10-16,0 0 2 0,0 0 4 0,0 0 1 16,0 0 10-16,53 46 2 0,-53-46 1 0,0 0 4 0,61 2-20 15,-61-2-4-15,0 0 2 0,0 0-1 16,84-22-1-16,-84 22 0 0,40-19-1 0,-40 19-2 15,38-24-2-15,-38 24 1 0,24-27-2 0,-14 5 0 16,-10 22-7-16,18-47-5 0,-14 22-9 0,-4 25 2 0,8-55-5 16,-10 25-4-16,2-11-2 0,0-3 1 0,0 44-1 15,-11-51 5-15,6 27-2 0,5 24 3 16,-9-34-3-16,9 34 5 0,-17-29 10 0,17 29 4 16,0 0 6-16,-23-23-6 0,23 23 0 0,0 0-2 15,0 0 5-15,0 0 4 0,0 0 1 0,0 0 2 0,-93 44 4 16,75-20 3-16,-4 15 8 0,12-14 4 0,-1 3 0 15,11-28 7-15,-5 61-3 0,-1-21 6 16,10-14-2-16,-4-26-7 0,12 52 1 0,-5-27-2 16,-7-25-4-16,20 49 0 0,-5-26-2 0,-1-2-5 0,-14-21-8 15,33 38-18-15,-33-38-28 0,35 31-17 0,-16-14-35 16,-19-17-44-16,0 0-52 0,42 17-197 0,-42-17-412 16,24 5 182-16</inkml:trace>
  <inkml:trace contextRef="#ctx0" brushRef="#br0" timeOffset="85476.09">33123 7519 63 0,'0'0'321'0,"0"0"-16"0,0 0-12 0,0 0-14 16,0 0-31-16,-5-23-22 0,5 23-23 0,0 0-35 15,0 0-36-15,0 0-45 0,0 0-62 0,0 0-76 16,0 0-78-16,0 0-71 0,-25-13-129 0,25 13-355 15,-37 3 157-15</inkml:trace>
  <inkml:trace contextRef="#ctx0" brushRef="#br0" timeOffset="87818.05">28192 8721 64 0,'0'0'251'0,"0"0"-14"0,0 0-13 0,-14-48-15 16,14 48-16-16,0 0-5 0,0 0-21 0,0 0-12 16,0 0-14-16,0 0-16 0,-9-29-16 15,9 29-6-15,0 0-11 0,0 0-13 0,0 0-9 0,0 0-11 16,0 0-8-16,0 0-6 0,0 0-9 0,0 0-1 16,0 0-5-16,0 0-3 0,0 0 0 0,0 0-5 15,0 0 0-15,0 0-2 0,50 98-5 16,-45-69 1-16,9 10 0 0,-3 1-5 0,-1-12 2 0,1 13-2 15,-2 1-2-15,0-2 1 0,-4-15 0 0,3 6-1 16,-8-31 1-16,15 52-2 0,-5-29-2 0,-10-23 0 16,15 33 0-16,-15-33 2 0,15 29-5 0,-15-29 1 15,0 0 0-15,15 24 0 0,-15-24 4 0,0 0 0 16,0 0 5-16,0 0 5 0,0 0 7 0,0 0 8 16,0 0 2-16,0 0 17 0,0 0-15 0,0 0 0 15,0 0-2-15,90-63 4 0,-76 43-3 0,-14 20-6 16,19-50 2-16,-13 25-1 0,-6 25-6 0,8-50-2 15,-6 23 9-15,-2 27-13 0,-1-51-2 0,1 51 0 16,-4-52-6-16,4 28 1 0,0 24 3 0,0 0-6 16,-7-46 0-16,7 46-10 0,0 0-13 0,0 0-19 15,-5-27-30-15,5 27-32 0,0 0-38 0,0 0-15 16,0 0-9-16,0 0-3 0,0 0-20 0,0 0-19 16,0 0-23-16,0 0-148 0,0 0-399 0,-8 117 177 15</inkml:trace>
  <inkml:trace contextRef="#ctx0" brushRef="#br0" timeOffset="88220.24">28706 9139 152 0,'0'0'184'0,"0"0"-18"0,0 0-12 0,0 0-24 16,0 0-2-16,0 0-14 0,0 0-12 0,0 0-8 0,-100 22-2 16,100-22-12-16,-17 29 0 0,17-29-12 15,-11 33 1-15,11-33-6 0,-9 41-9 0,9-41 1 16,-1 42-3-16,1-42-7 0,2 32-7 0,-2-32 3 16,0 0-6-16,16 41 1 0,-16-41-5 0,16 24 1 0,-16-24 1 15,0 0 1-15,35 16-2 0,-35-16 0 16,0 0 0-16,0 0 3 0,59 1-6 0,-59-1-6 15,0 0 2-15,0 0-3 0,0 0-1 0,64-33 5 16,-64 33 3-16,0 0 6 0,15-33 3 0,-15 33 0 16,8-26-7-16,-8 26-3 0,0 0-1 0,-7-46-3 0,7 46-2 15,-14-37 3-15,14 37-9 0,-23-35-1 16,23 35-1-16,-23-24-3 0,23 24-5 0,-23-19-19 16,23 19-16-16,0 0-17 0,-37-14-31 0,37 14-25 0,0 0-17 15,0 0-13-15,0 0-22 0,0 0-16 0,0 0-156 16,-59 56-354-16,59-56 157 0</inkml:trace>
  <inkml:trace contextRef="#ctx0" brushRef="#br0" timeOffset="88801.3">28910 9228 157 0,'0'0'177'0,"0"0"-6"0,0 0-25 0,0 0-14 15,0 0-14-15,0 0-6 0,0 0-8 0,0 0-7 16,0 0-8-16,0 0-8 0,27 66-11 0,-27-66 0 16,0 0-12-16,12 28-6 0,-12-28-8 0,0 0 1 15,0 0-6-15,0 0-2 0,19 28-4 0,-19-28 5 16,0 0-12-16,0 0 3 0,0 0 0 0,0 0-1 16,0 0-1-16,0 0-1 0,0 0-4 0,0 0-2 15,100-41-1-15,-100 41 8 0,0 0-13 16,25-34 0-16,-25 34-3 0,20-23-8 0,-20 23 8 0,0 0-1 15,17-21-3-15,-17 21-1 0,0 0-1 0,0 0-3 16,0 0-4-16,0 0-2 0,0 0 3 0,0 0 0 16,0 0-4-16,0 0 2 0,0 0 0 0,0 0 3 15,0 0-3-15,0 0-1 0,0 0 1 0,54 54-1 16,-54-54 4-16,11 25 1 0,-11-25-3 0,0 0 5 16,26 30-2-16,-26-30-3 0,0 0 7 0,33 15-2 15,-33-15-3-15,0 0 5 0,0 0 1 0,0 0-1 16,74-9-2-16,-74 9 2 0,0 0 3 0,45-25-7 15,-45 25 7-15,24-24-2 0,-24 24-8 0,16-26 5 16,-16 26 4-16,11-32-2 0,-11 32-1 0,9-35-1 16,-9 35-1-16,0-48 3 0,0 48 0 0,-2-34 3 15,2 34-2-15,-12-39 0 0,12 39 15 0,-10-26-1 16,10 26 5-16,0 0 6 0,0 0 1 0,-12-31-4 16,12 31 3-16,0 0-3 0,0 0-5 0,0 0 0 15,0 0-9-15,0 0-5 0,0 0 0 0,0 0-2 16,0 0-2-16,0 0 1 0,0 0-3 0,0 0 2 0,0 0-2 15,0 0 2-15,0 0-1 0,0 0 2 16,0 0-1-16,-2 100 6 0,2-100-14 0,6 41-18 16,-6-41-21-16,9 34-13 0,-9-34-27 0,7 28-22 15,-7-28-23-15,0 0-19 0,11 36-21 0,-11-36-148 16,0 0-341-16,0 0 151 0</inkml:trace>
  <inkml:trace contextRef="#ctx0" brushRef="#br0" timeOffset="88973.29">29332 9136 59 0,'0'0'273'0,"0"0"-15"0,0 0-10 0,0 0-28 16,0 0-25-16,0 0-21 0,0 0-17 0,0 0-14 16,0 0-17-16,0 0-14 0,0 0-13 0,62-36-26 0,-62 36-30 15,0 0-33-15,53-5-32 0,-53 5-48 0,0 0-55 16,0 0-32-16,0 0-146 0,64 1-328 0,-64-1 145 15</inkml:trace>
  <inkml:trace contextRef="#ctx0" brushRef="#br0" timeOffset="89225.52">29819 9110 101 0,'0'0'260'0,"0"0"-16"0,0 0-21 0,0 0-22 0,0 0-21 15,0 0-22-15,0 0-11 0,0 0-17 0,0 0-15 16,0 0-10-16,0 0-13 0,0 0-12 0,0 0-12 16,0 0-15-16,65-26-16 0,-65 26-29 0,0 0-27 15,50-10-27-15,-50 10-30 0,0 0-26 0,0 0-32 16,0 0-8-16,0 0-20 0,0 0-92 0,0 0-275 15,0 0 122-15</inkml:trace>
  <inkml:trace contextRef="#ctx0" brushRef="#br0" timeOffset="89403.01">29677 9258 88 0,'0'0'206'0,"0"0"-9"16,0 0-18-16,0 0-16 0,0 0-13 0,0 0-11 15,0 0-14-15,0 0-15 0,132-30-9 0,-132 30-13 16,57-6-5-16,-57 6-21 0,63-4-29 0,-63 4-46 16,0 0-43-16,63 4-68 0,-63-4-132 0,0 0-276 15,0 0 122-15</inkml:trace>
  <inkml:trace contextRef="#ctx0" brushRef="#br0" timeOffset="91159.55">30488 9064 33 0,'0'0'112'0,"0"0"-13"16,0 0-1-16,0 0-10 0,0 0 0 0,0 0 2 15,0 0-2-15,0 0-17 0,0 0 9 0,0 0-15 16,0 0-3-16,0 0 0 0,0 0-9 0,0 0 1 16,0 0-2-16,0 0 0 0,0 0 7 0,0 0-8 15,0 0-1-15,0 0 0 0,0 0-1 0,0 0 0 16,0 0 3-16,0 0-5 0,0 0 5 0,0 0-9 16,0 0 3-16,0 0-2 0,0 0 0 0,0 0 2 15,0 0 2-15,0 0 2 0,0 0-1 0,0 0-1 16,0 0-2-16,0 0-1 0,0 0 3 0,0 0 6 15,0 0-5-15,0 0-1 0,0 0-1 0,0 0-2 16,0 0-6-16,0 0-5 0,0 0-3 0,0 0-7 16,0 0-4-16,0 0-5 0,0 0-4 0,0 0-1 15,0 0 2-15,0 0-3 0,0 0 2 0,0 0-4 16,0 0 1-16,0 0 3 0,158 3-5 0,-158-3-3 16,61 1 5-16,-61-1-3 0,66-3 0 0,-66 3-1 15,62-4-2-15,-62 4-2 0,56-3 6 0,-56 3-2 16,0 0-1-16,0 0-2 0,66-1 1 0,-66 1-1 0,0 0 2 15,0 0 0-15,0 0 3 0,0 0-4 16,0 0 0-16,0 0-9 0,0 0-18 0,0 0-23 16,0 0-8-16,0 0-27 0,0 0-20 0,0 0-30 15,0 0-33-15,0 0-46 0,0 0-119 0,0 0-357 16,0 0 158-16</inkml:trace>
  <inkml:trace contextRef="#ctx0" brushRef="#br0" timeOffset="91818.56">31484 8851 81 0,'0'0'141'0,"0"0"-17"0,0 0-10 0,0 0-5 16,0 0-9-16,-23 74-8 0,23-74-9 0,-21 49-7 16,9-26-12-16,12-23-4 0,-20 39-4 0,20-39-1 0,-18 31-3 15,18-31 3-15,-14 19 2 0,14-19 4 16,0 0 9-16,0 0 8 0,-22 26 6 0,22-26-3 16,0 0 8-16,0 0 1 0,0 0 0 0,0 0 0 15,0 0-4-15,0 0 0 0,0 0-4 0,-54-64 10 0,54 64-10 16,-9-49-6-16,9 21-5 0,0 28-11 0,3-71-6 15,-2 43-5-15,3-17-8 0,1 3-7 0,5 2-2 16,-3 16-4-16,-7 24-2 0,19-54-2 16,-9 28-6-16,6 2-2 0,-16 24-4 0,29-42-1 15,-29 42-1-15,32-30 0 0,-32 30-4 0,31-17-3 0,-31 17-2 16,30-13-2-16,-30 13 3 0,0 0-4 0,0 0-6 16,0 0 0-16,0 0-2 0,0 0-1 0,83 32 2 15,-83-32 0-15,9 30-1 0,-9-30 1 16,-7 48 1-16,7-48 3 0,-25 66-2 0,11-39 2 0,-10 9 0 15,7-12-2-15,-2-2 2 0,19-22-3 0,-37 39 4 16,17-23-3-16,20-16 2 0,-26 20 3 0,26-20 0 16,0 0-3-16,-38 26 3 0,38-26 0 15,0 0 2-15,0 0 3 0,0 0 0 0,-35 12 2 16,35-12 2-16,0 0 1 0,0 0-2 0,0 0-1 0,0 0 2 16,0 0-1-16,0 0-2 0,0 0-4 0,0 0 3 15,-10-68-4-15,10 68 1 0,0 0 0 0,0 0-2 16,0 0-2-16,0 0-1 0,0 0 4 15,0 0-6-15,40-39-2 0,-40 39 3 0,0 0 4 0,0 0-5 16,0 0 2-16,0 0-3 0,0 0 3 0,0 0 2 16,75 55-5-16,-75-55 4 0,24 30 9 0,-24-30-7 15,18 27-2-15,-18-27 3 0,19 31-13 0,-19-31-26 16,18 28-28-16,-18-28-20 0,18 28-30 0,-18-28-22 16,0 0-28-16,28 23-23 0,-28-23-153 0,0 0-372 15,0 0 165-15</inkml:trace>
  <inkml:trace contextRef="#ctx0" brushRef="#br0" timeOffset="92206.89">31734 8897 152 0,'0'0'188'0,"0"0"-17"0,0 0-10 0,0 0-15 15,0 0-13-15,0 0-3 0,0 0-4 0,0 0-2 16,0 0-6-16,0 0-4 0,0 0-5 0,0 0-9 15,0 0-25-15,0 0-6 0,71-24-6 0,-71 24-7 16,0 0-3-16,26-15-7 0,-26 15-4 0,0 0-2 16,27-27-4-16,-27 27-5 0,0 0 0 0,17-32-6 15,-17 32-4-15,0 0 4 0,7-27-1 0,-7 27 1 16,0 0-3-16,0 0 1 0,0 0-12 0,-12-47 7 16,12 47-6-16,0 0 0 0,0 0-2 0,0 0-3 15,0 0-3-15,-26-20 2 0,26 20-3 0,0 0 0 16,0 0-1-16,0 0-2 0,0 0-2 0,0 0 1 15,0 0 0-15,-75 68 1 0,65-46 4 0,10-22-4 16,-23 44-2-16,16-23 4 0,7-21-2 0,-9 43 3 16,9-43 0-16,-7 39 0 0,7-39-4 0,-9 40 3 15,9-40 0-15,0 31-2 0,0-31 3 0,0 0 0 16,9 48-4-16,-9-48-15 0,3 26-18 0,-3-26-25 16,0 0-10-16,6 35-26 0,-6-35-20 0,0 0-22 15,0 0-23-15,0 0-24 0,0 0-103 0,0 0-308 16,0 0 136-16</inkml:trace>
  <inkml:trace contextRef="#ctx0" brushRef="#br0" timeOffset="92387.11">31650 9054 154 0,'0'0'205'0,"0"0"-4"16,0 0-18-16,0 0-20 0,0 0-17 0,0 0-18 15,0 0-8-15,0 0-5 0,0 0-15 0,0 0-10 16,0 0-4-16,0 0-9 0,89-23-8 0,-89 23-6 15,62-2-9-15,-62 2-5 0,64 0-11 0,-64 0-23 16,63 0-41-16,-63 0-39 0,0 0-39 0,61 6-37 0,-61-6-146 16,0 0-311-16,0 0 138 0</inkml:trace>
  <inkml:trace contextRef="#ctx0" brushRef="#br0" timeOffset="92717.64">31257 9364 251 0,'0'0'243'0,"0"0"-19"15,0 0-22-15,0 0-24 0,0 0-15 16,0 0-22-16,0 0-12 0,0 0-11 0,0 0-9 15,0 0-8-15,0 0-11 0,0 0-7 0,0 0-6 16,171-5-4-16,-116 3-12 0,-55 2-5 0,107-2-7 0,-55 1 1 16,-52 1-10-16,99-6-3 0,-53 6-2 0,-46 0-6 15,66-1 0-15,-66 1-7 0,62 0-8 16,-62 0-10-16,0 0-17 0,0 0-23 0,0 0-20 16,0 0-19-16,60 3-18 0,-60-3-10 0,0 0-14 0,0 0-11 15,0 0-31-15,0 0-21 0,0 0-95 0,0 0-298 16,-85 62 133-16</inkml:trace>
  <inkml:trace contextRef="#ctx0" brushRef="#br0" timeOffset="93334.79">31454 9652 14 0,'0'0'173'0,"0"0"-12"0,-27 51-6 15,27-51-19-15,-9 42-14 0,5-15-3 0,4-27-11 16,-8 70-4-16,11-41-16 0,-9-3-2 0,6-26-7 16,-8 56-6-16,2-15 0 0,-1-14-13 0,7-27-4 15,-6 41-5-15,6-41-4 0,-7 34-1 16,7-34 3-16,0 0 6 0,-8 31 4 0,8-31 6 0,0 0 13 16,0 0 10-16,0 0 7 0,0 0-1 0,0 0-7 15,0 0-5-15,0 0-6 0,0 0-6 0,0 0-7 16,0 0-8-16,0 0-1 0,0 0-4 0,-43-84 2 15,39 55-18-15,4 29-10 0,3-57 1 0,-2 10-6 16,4 18-5-16,4-13-5 0,-4 14 0 16,-5 28 2-16,22-50-5 0,-9 26-5 0,1 2 1 0,-14 22-1 15,36-38-2-15,-20 18-1 0,-16 20 1 0,43-33 1 16,-20 20-4-16,-23 13 6 0,35-12-7 0,-35 12 2 16,0 0-6-16,51-11 5 0,-51 11-5 0,0 0 0 15,0 0 2-15,0 0 7 0,0 0-8 16,63 25 1-16,-63-25 1 0,0 0-3 0,13 37 7 0,-13-37-5 15,0 0 0-15,-17 57-3 0,17-57 5 0,-31 44 2 16,14-23-2-16,-2-2 7 0,19-19-5 0,-37 35 1 16,37-35-2-16,-29 19 0 0,29-19 3 0,-25 16 2 15,25-16 1-15,0 0 4 0,0 0-1 0,0 0 0 16,-44 11 2-16,44-11 0 0,0 0-1 0,0 0 1 16,0 0-3-16,0 0-1 0,0 0-1 0,0 0-1 15,0 0 1-15,-39-49-7 0,39 49 2 0,0 0-2 16,0 0 4-16,0 0 6 0,0 0-9 0,0 0 1 15,0 0-3-15,0 0-4 0,42-51-2 0,-42 51 3 16,0 0-1-16,0 0 1 0,0 0 2 0,0 0-1 16,0 0 0-16,0 0 2 0,0 0 4 0,112 45 5 15,-112-45-5-15,26 23 0 0,-26-23-5 0,22 25-9 16,-22-25-17-16,15 26-23 0,-15-26-19 0,9 28-25 16,-9-28-28-16,0 0-24 0,11 34-29 0,-11-34-178 15,0 0-388-15,0 0 172 0</inkml:trace>
  <inkml:trace contextRef="#ctx0" brushRef="#br0" timeOffset="94563.77">31634 9831 37 0,'0'0'44'0,"0"0"4"0,0 0 17 0,0 0-5 16,0 0 8-16,0 0 15 0,0 0 20 0,0 0 5 15,0 0-15-15,0 0-6 0,0 0 6 16,0 0-6-16,0 0-11 0,0 0-1 0,0 0-6 15,0 0-9-15,0 0-7 0,0 0-7 0,0 0-9 16,0 0-13-16,0 0 12 0,0 0-5 0,0 0-8 0,0 0 5 16,0 0 0-16,0 0-2 0,0 0 8 0,24 78 2 15,-19-54 1-15,-5-24-2 0,14 48 3 0,-7-22 2 16,-7-26 1-16,9 48 0 0,-9-48 0 16,7 36 1-16,-7-36-5 0,9 35 1 0,-9-35-3 0,7 28-5 15,-7-28 5-15,0 0-4 0,10 31-6 0,-10-31 1 16,0 0-2-16,0 0 2 0,0 0-3 0,0 0 2 15,0 0 6-15,0 0 6 0,6 29 3 16,-6-29 3-16,0 0 3 0,0 0 2 0,0 0 0 0,0 0 0 16,0 0-3-16,0 0 2 0,0 0-10 0,0 0-6 15,0 0-15-15,0 0-15 0,0 0-26 0,0 0-24 16,0 0-23-16,0 0-36 0,0 0-43 0,0 0-19 16,0 0-35-16,0 0-140 0,0 0-373 0,0 0 165 15</inkml:trace>
  <inkml:trace contextRef="#ctx0" brushRef="#br0" timeOffset="99603.71">25999 8378 163 0,'0'0'200'0,"0"0"5"0,0 0-11 16,0 0-18-16,0 0-16 0,0 0-17 0,-13-38-22 16,13 38-19-16,0 0-7 0,0 0-8 0,0 0-8 15,0 0-11-15,0 0-9 0,0 0-6 0,0 0-2 16,0 0-3-16,25 130-5 0,-24-103-3 0,0 3-3 16,3 11-6-16,-4-41-4 0,4 55-7 0,-4-28-18 15,0-27-15-15,-1 53-23 0,-3-28-19 0,4-25-26 16,-7 42-24-16,7-42-18 0,-7 31-36 0,7-31-113 15,-16 24-295-15,16-24 130 0</inkml:trace>
  <inkml:trace contextRef="#ctx0" brushRef="#br0" timeOffset="100070.24">25681 8609 44 0,'0'0'173'16,"0"0"-8"-16,0 0-18 0,0 0-12 0,0 0-24 15,0 0-8-15,0 0-10 0,0 0-11 0,0 0-12 16,0 0-5-16,0 0-6 0,0 0-1 0,0 0-12 16,0 0 5-16,0 0 5 0,0 0 0 0,0 0-9 15,0 0-1-15,97-29-6 0,-97 29-3 0,56-8-3 16,-56 8-7-16,59-11 1 0,-59 11-2 0,55-11 6 16,-55 11-13-16,44-12 0 0,-44 12-1 0,0 0-2 0,44-13-7 15,-44 13 1-15,0 0 0 0,0 0-3 16,0 0-4-16,0 0 0 0,0 0-2 0,0 0 8 15,0 0-5-15,0 0 3 0,0 0 3 0,0 0-6 16,49 30 5-16,-49-30-2 0,6 34 4 0,-6-34-4 16,4 46 0-16,-4-46-3 0,10 30 4 0,-10-30-3 15,9 28-1-15,-9-28 3 0,0 0 2 0,18 32-2 16,-18-32 3-16,0 0 2 0,0 0 1 0,26 21-2 16,-26-21-1-16,0 0 3 0,0 0 3 0,0 0-1 15,0 0-1-15,0 0-3 0,0 0 3 0,0 0-2 16,99-40-1-16,-99 40-4 0,18-21 5 0,-18 21 3 15,0 0-3-15,19-36 2 0,-19 36 2 0,0 0-2 0,-1-35 1 16,1 35-6-16,0 0 1 0,0 0 1 16,-27-46-6-16,27 46 1 0,-23-21-5 0,23 21-4 15,0 0-3-15,-35-18-10 0,35 18-7 0,0 0-14 0,0 0-8 16,0 0-17-16,0 0-10 0,0 0-22 0,0 0-12 16,0 0-22-16,0 0-10 0,0 0-136 0,0 0-298 15,-55 53 132-15</inkml:trace>
  <inkml:trace contextRef="#ctx0" brushRef="#br0" timeOffset="100758.24">26985 8387 119 0,'0'0'200'0,"0"0"-18"0,0 0-27 15,0 0-10-15,0 0-19 0,0 0-15 0,0 0-15 16,0 0-8-16,0 0-7 0,0 0-8 16,0 0-2-16,20 72-9 0,-20-72-6 0,1 58-2 0,1-30-7 15,-2-28-7-15,-4 51-2 0,4-51-1 0,-2 32-1 16,2-32 0-16,0 0-4 0,0 0 7 0,-3 32 5 16,3-32 14-16,0 0 5 0,0 0 14 0,0 0 5 15,0 0-3-15,0 0-6 0,0 0-3 16,0 0-9-16,0 0-2 0,0 0 0 0,0 0-5 0,0 0-7 15,0 0 5-15,0 0-13 0,0 0-8 0,-40-111-3 16,40 84-1-16,0 27-5 0,8-59-4 0,-1 16-4 16,1 16 0-16,2 2-2 0,-10 25-1 0,27-52-2 15,-13 29-6-15,4 1-3 0,-18 22 2 0,41-36-2 16,-41 36-3-16,29-22-3 0,-29 22 4 0,32-14-4 16,-32 14 3-16,0 0-5 0,0 0-3 0,0 0-1 15,0 0 4-15,0 0-6 0,0 0 4 0,76 43 1 16,-76-43 2-16,0 33 1 0,0-33 0 0,-17 50 2 15,17-50 1-15,-22 49 0 0,22-49 2 0,-17 33 0 16,17-33 0-16,-22 29 0 0,22-29 2 0,-21 20-1 16,21-20 0-16,0 0 4 0,-38 23-2 0,38-23-2 15,0 0 4-15,0 0 0 0,0 0 2 0,0 0-2 16,-45 5 1-16,45-5 0 0,0 0 2 0,0 0-2 16,0 0-3-16,0 0-4 0,0 0 1 0,0 0-2 15,0 0-1-15,-37-48-5 0,37 48-3 0,0 0 4 16,0 0-5-16,0 0-3 0,0 0 0 0,0 0 4 15,0 0-1-15,0 0-2 0,0 0 3 0,0 0 2 16,0 0 4-16,0 0-2 0,0 0-2 0,157 29 0 16,-157-29 3-16,41 30 0 0,-22-16 4 0,-19-14 0 15,28 23-1-15,-28-23-4 0,27 21 1 0,-27-21 4 16,0 0-3-16,0 0 3 0,31 18 1 0,-31-18 3 16,0 0 0-16,0 0 2 0,0 0 10 0,0 0 7 15,0 0 4-15,0 0 6 0,0 0 5 0,0 0 0 16,0 0-2-16,0 0-4 0,0 0-3 0,0 0-6 15,0 0-12-15,0 0-17 0,0 0-23 0,0 0-27 16,0 0-41-16,0 0-35 0,0 0-59 0,0 0-218 16,0 0-447-16,0 0 198 0</inkml:trace>
  <inkml:trace contextRef="#ctx0" brushRef="#br0" timeOffset="103152.16">32728 8719 73 0,'0'0'166'0,"0"0"-13"16,0 0-10-16,0 0-1 0,0 0-17 0,0 0-7 16,0 0-12-16,0 0-12 0,0 0-9 0,0 0-8 15,0 0-8-15,0 0-5 0,0 0-7 0,0 0-6 16,0 0 0-16,0 0-6 0,-142 17-3 0,142-17 0 15,0 0-6-15,0 0-6 0,0 0 0 0,-59 0-2 16,59 0 0-16,0 0 0 0,0 0 0 0,0 0-2 16,0 0 2-16,0 0-1 0,0 0-3 0,0 0-2 15,0 0 1-15,-39-17-4 0,39 17-5 0,0 0-8 16,0 0-4-16,0 0-2 0,0 0-5 0,0 0 7 16,0 0-4-16,0 0-4 0,0 0 0 0,0 0 2 15,6 70 3-15,-12-42 1 0,2 13 1 16,-6 0 1-16,-4 7 0 0,1-2 2 0,-4 4 3 0,-6 0 2 15,4 3 3-15,1 0-5 0,-2 0 11 0,2-5 2 16,1-3 0-16,-1-6 1 0,4-1-4 0,3-12 1 16,11-26-1-16,-11 41-1 0,11-41 1 15,-10 30 1-15,10-30-3 0,0 0-1 0,-6 39 2 0,6-39 1 16,0 0 1-16,0 0-3 0,0 0 1 0,0 0 3 16,5 33 0-16,-5-33 6 0,0 0 1 0,0 0-6 15,0 0 5-15,0 0-5 0,61 6 2 0,-61-6-5 16,0 0 1-16,0 0-3 0,0 0-1 0,105-26-6 15,-105 26-17-15,0 0-9 0,44-12-19 0,-44 12-20 16,0 0-27-16,0 0-23 0,0 0-21 0,0 0-17 16,0 0-7-16,0 0-10 0,39-10-11 15,-39 10-93-15,0 0-288 0,0 0 128 0</inkml:trace>
  <inkml:trace contextRef="#ctx0" brushRef="#br0" timeOffset="103473.34">32563 9174 194 0,'0'0'218'0,"0"0"-7"16,0 0-18-16,0 0-18 0,0 0-18 0,0 0-18 15,0 0-17-15,0 0-17 0,0 0-11 0,0 0-13 16,0 0-5-16,0 0-8 0,0 0-8 0,0 0-5 16,0 0-7-16,0 0-3 0,0 0-3 15,0 0-7-15,33 90-3 0,-33-90-4 0,9 35 0 0,-9-35-1 16,9 33 1-16,-9-33-7 0,9 25-3 15,-9-25 4-15,0 0 0 0,0 0 1 0,17 24 0 0,-17-24 11 16,0 0 5-16,0 0 8 0,0 0 9 0,0 0 5 16,0 0 1-16,0 0-4 0,0 0 5 0,0 0-5 15,0 0-4-15,0 0-4 0,0 0-5 0,67-55-4 16,-67 55-4-16,0 0-7 0,8-36-19 16,-8 36-10-16,0 0-14 0,3-30-24 0,-3 30-20 15,0 0-27-15,0 0-35 0,0 0-30 0,0 0-39 0,0 0-16 16,0 0-2-16,0 0-141 0,0 0-376 0,0 0 167 15</inkml:trace>
  <inkml:trace contextRef="#ctx0" brushRef="#br0" timeOffset="103702.03">32812 9335 83 0,'0'0'198'0,"0"0"-16"0,0 0-9 0,0 0-23 15,0 0-8-15,0 0-19 0,0 0-9 0,0 0-7 16,0 0-6-16,0 0-7 0,0 0-8 0,0 0-6 16,0 62-10-16,0-62-2 0,0 0-9 0,0 35-6 15,0-35-4-15,0 0-10 0,0 0-11 0,-1 40-18 0,1-40-23 16,0 0-24-16,0 0-11 0,6 22-25 16,-6-16-11-16,0-6-14 0,0 0-21 0,0 0-22 15,18 8-92-15,-18-8-253 0,0 0 113 0</inkml:trace>
  <inkml:trace contextRef="#ctx0" brushRef="#br0" timeOffset="103876.65">32930 9371 18 0,'0'0'182'0,"0"0"-13"0,0 0-18 0,6-16-13 16,-6 16-15-16,0 0-10 0,0 0-10 0,22-9-12 15,-22 9-6-15,16-6-11 0,-16 6-7 0,0 0-7 16,36-5-10-16,-36 5-5 0,25-3-8 0,-25 3-12 15,24-6-18-15,-24 6-24 0,0 0-38 0,29-2-26 16,-29 2-23-16,16-7-110 0,-16 7-232 0,0 0 104 16</inkml:trace>
  <inkml:trace contextRef="#ctx0" brushRef="#br0" timeOffset="104085.11">33031 9222 20 0,'0'0'183'0,"0"0"-20"16,0 0-17-16,0 0-14 0,0 0-13 0,0 0-13 16,0 0-7-16,0 0-6 0,0 0-4 0,1 39-8 15,-1-39-11-15,6 27-3 0,-4-12-11 0,3-1-1 16,-5-14-8-16,4 29 6 0,1-15-24 16,-1 0-15-16,-4-14-28 0,7 21-37 0,-7-21-30 0,5 18-27 15,-5-18-16-15,7 16-84 0,-7-16-224 0,0 0 99 16</inkml:trace>
  <inkml:trace contextRef="#ctx0" brushRef="#br0" timeOffset="104400.05">33203 9178 216 0,'0'0'222'0,"0"0"-26"0,0 0-21 0,0 0-19 16,0 0-18-16,0 0-17 0,0 0-15 0,0 0-9 15,0 0-10-15,0 0-3 0,0 0-11 16,0 0-5-16,21 47-8 0,-19-33-2 0,-2-14-5 16,2 26-8-16,5-11 2 0,-7-15 3 0,9 19-1 15,-2-9-2-15,-7-10-2 0,0 0 1 0,7 17 4 0,-7-17 5 16,0 0 0-16,0 0 6 0,0 0-4 0,13 9 1 16,-13-9 5-16,0 0-12 0,0 0-1 0,0 0-2 15,0 0-3-15,38-25-5 0,-38 25-2 16,9-14-5-16,-9 14-3 0,9-18-9 0,-5 3-4 15,-4 15-15-15,5-24-10 0,-2 13-16 0,-3 11-11 0,0 0-16 16,1-19-20-16,-1 19-31 0,0 0-32 0,0 0-48 16,0 0-11-16,0 0-9 0,0 0-134 0,0 0-363 15,0 0 162-15</inkml:trace>
  <inkml:trace contextRef="#ctx0" brushRef="#br0" timeOffset="104851.15">33343 9374 62 0,'0'0'228'0,"0"0"-17"16,0 0-23-16,0 0-18 0,0 0-19 0,0 0-12 15,0 0-19-15,0 0-4 0,30-26-13 0,-30 26 15 16,0 0-11-16,0 0-10 0,37 10-10 0,-37-10-8 15,16 10-9-15,-16-10-5 0,16 14-3 0,-16-14-9 16,9 17 2-16,-9-17-2 0,3 25-2 0,-4-10 2 16,-1 0-2-16,-2 3-2 0,-1-1-3 0,-2-3-1 15,-5 9-5-15,-6-3-4 0,2 1-4 0,3-10-2 16,0 2-3-16,0-1 0 0,2-4-4 0,11-8-1 16,-25 17-3-16,25-17-5 0,-15 8 0 0,15-8-2 15,0 0 5-15,-14 9-4 0,14-9 1 0,0 0-3 16,0 0-3-16,0 0-10 0,0 0-5 0,0 0-5 15,-25-28 7-15,25 28-4 0,-2-16 3 0,2 16-6 16,0 0 1-16,11-23 1 0,-11 23 2 0,12-14-1 16,-12 14 2-16,14-8-2 0,-14 8 0 0,0 0-2 15,27-2 1-15,-27 2 1 0,0 0-1 0,0 0 2 16,52 14-1-16,-37-8 6 0,-15-6 1 0,25 14-1 16,-12-6 2-16,-13-8 0 0,20 11-6 0,-20-11-23 15,18 4-21-15,-18-4-31 0,0 0-36 0,26 3-60 16,-26-3-213-16,0 0-421 0,33-21 187 0</inkml:trace>
  <inkml:trace contextRef="#ctx0" brushRef="#br0" timeOffset="105469.99">33387 8887 211 0,'0'0'210'0,"0"0"-23"0,-2-19-19 15,2 19-18-15,0 0-15 0,10-14-10 0,-10 14-19 16,15-10-9-16,-15 10-11 0,0 0-7 0,35-9-11 16,-35 9-3-16,32 0-8 0,-32 0-9 0,29 1-6 15,-29-1-4-15,30 3-2 0,-30-3-3 0,32 5-3 16,-32-5-1-16,30 2-1 0,-30-2-7 0,23 4 2 15,-23-4-9-15,0 0 3 0,0 0-4 0,28 3-1 16,-28-3-5-16,0 0 2 0,0 0 1 0,0 0-5 16,0 0-1-16,23 5 1 0,-23-5 1 0,0 0-1 15,0 0-5-15,13 9 1 0,-13-9 8 0,0 0-11 16,5 18 5-16,-5-18 3 0,8 24 2 0,-7-15-2 16,-1-9-3-16,5 32 5 0,-3-8-1 0,1-1-3 15,-3 4 8-15,3-1 2 0,-3 1 2 0,0 0-4 16,0 16 6-16,0-13 4 0,-1 10 5 0,2-11-1 15,-2 13-1-15,-1-12 0 0,2-1 4 0,0 12-4 16,0-11 1-16,-2 12-2 0,1-16-1 0,-1 3 0 16,2-3-3-16,-1 4 2 0,-1-2-1 0,-1 0 0 15,0-4-4-15,2 4-1 0,-3 0-1 0,0-3-2 16,0 1 1-16,3 0 0 0,-5-7-3 0,2 3 1 16,0-7-5-16,3 3 6 0,-2-3-7 0,3-15 5 15,-3 24-8-15,3-24 3 0,-2 16-3 0,2-16 2 16,0 0-3-16,-4 15 6 0,4-15 0 0,0 0-2 15,0 0 5-15,0 0 1 0,-5 14 7 0,5-14 4 16,0 0 3-16,0 0-6 0,0 0-1 0,0 0-1 16,0 0-1-16,-51-9-9 0,51 9 7 0,-42-4-5 15,42 4 2-15,-54 0-4 0,10-1 2 0,12 4-3 16,-12-1-1-16,-4 1 0 0,18 2-16 0,6 0-19 16,-7 2-26-16,3-1-35 0,1 4-40 0,10-2-59 15,-4 5-63-15,-5-2-140 0,11-5-422 0,15-6 186 16</inkml:trace>
  <inkml:trace contextRef="#ctx0" brushRef="#br0" timeOffset="107126.85">28279 9947 86 0,'0'0'182'15,"-68"-15"-8"-15,68 15-3 0,0 0-2 0,0 0-12 16,-49-10-7-16,49 10-4 0,0 0-13 0,0 0-7 16,0 0-7-16,0 0-12 0,0 0-7 0,-46-8-11 15,46 8-14-15,0 0-4 0,0 0-15 0,0 0-7 16,0 0-5-16,0 0-4 0,0 0-1 0,0 0-5 16,0 0-3-16,0 0 0 0,0 0 0 0,0 0 5 15,189 19-2-15,-132-19 1 0,3-1-2 0,4-2 1 0,-2 1-3 16,0 1-4-16,1 2 0 0,-3-2-2 0,-1 0 5 15,-59 1-7-15,110 1-6 0,-54-2 3 0,-4-3-4 16,-52 4 0-16,101-3-1 0,-54-1-1 16,-47 4-2-16,66-1-12 0,-66 1 0 0,62-4-1 0,-62 4 4 15,60-3 0-15,-60 3-3 0,0 0-2 0,0 0 4 16,54-2 0-16,-54 2-1 0,0 0-4 16,0 0 7-16,0 0 2 0,0 0 1 0,0 0 2 0,0 0 2 15,0 0 1-15,0 0-2 0,0 0-4 0,0 0 3 16,0 0-1-16,0 0-8 0,0 0-20 0,0 0-21 15,0 0-32-15,0 0-27 0,0 0-28 0,0 0-31 16,0 0-30-16,0 0-183 0,0 0-403 0,-77 70 178 16</inkml:trace>
  <inkml:trace contextRef="#ctx0" brushRef="#br0" timeOffset="107511.43">28056 10178 66 0,'0'0'190'16,"0"0"-24"-16,0 0-26 0,0 0-7 0,0 0-14 16,0 0-7-16,0 0-4 0,0 0-2 0,0 0-2 15,0 0-4-15,164 4 1 0,-83-5-3 0,10-5-1 16,3-1-4-16,3 0-5 0,1-1-6 0,-4 0-11 15,-2 0-1-15,0 4-8 0,-4-2-9 0,-5-1-2 16,0 5-8-16,-6-2-7 0,-8 0-2 0,-5 1-2 16,-6-9-1-16,-10 10-7 0,-48 2 0 0,64-2-3 0,-64 2-1 15,0 0-1-15,61-2 1 0,-61 2 9 16,0 0 8-16,0 0 18 0,0 0 10 0,0 0 3 16,0 0 10-16,0 0 0 0,0 0 2 0,0 0-3 15,0 0-3-15,0 0-6 0,54-4-10 0,-54 4-3 16,0 0-6-16,0 0-7 0,0 0-12 0,0 0-20 0,0 0-23 15,0 0-34-15,0 0-28 0,0 0-43 0,0 0-33 16,0 0-29-16,0 0-14 0,0 0-42 16,0 0-174-16,0 0-442 0,0 0 196 0</inkml:trace>
  <inkml:trace contextRef="#ctx0" brushRef="#br0" timeOffset="111867.8">33717 8995 22 0,'0'0'123'0,"0"0"-10"16,0 0-8-16,0 0-15 0,0 0 10 0,0 0-31 15,0 0-2-15,0 0-10 0,0 0-4 16,0 0-10-16,0 0 1 0,0 0-3 0,0 0 0 16,0 0-7-16,0 0-8 0,0 0 1 0,0 0 1 15,0 0-9-15,0 0-5 0,0 0-4 0,0 0 4 16,0 0-7-16,0 0 4 0,0 0-1 0,0 0 0 16,0 0 0-16,0 0-2 0,0 0 1 0,0 0 2 0,0 0-2 15,0 0-7-15,0 0 6 0,0 0-1 16,0 0 3-16,0 0 7 0,0 0-7 0,0 0-4 15,0 0 7-15,0 0-4 0,0 0 7 0,0 0-4 16,0 0 7-16,0 0-3 0,0 0-1 0,0 0 1 16,0 0-1-16,0 0-4 0,0 0 3 0,0 0-3 15,0 0 4-15,0 0-2 0,0 0-4 0,0 0 2 16,0 0 3-16,0 0 4 0,0 0-6 0,0 0 3 16,-15-41-2-16,15 41 6 0,0 0-3 0,0 0-2 15,0 0 1-15,0 0 0 0,0 0 1 0,0 0 1 16,0 0-2-16,0 0-3 0,0 0 3 0,-8-14 0 15,8 14 0-15,0 0-4 0,0 0-2 0,0 0 4 16,0 0 0-16,0 0-3 0,0 0-1 0,0 0 3 16,0 0-1-16,0 0-2 0,0 0-1 0,0 0 15 15,0 0-8-15,0 0-1 0,0 0-2 0,0 0 8 16,0 0-2-16,0 0 0 0,0 0 0 0,0 0 1 16,0 0 3-16,0 0 1 0,0 0 0 0,0 0 5 15,0 0 0-15,0 0-1 0,0 0-2 0,0 0 5 16,0 0-5-16,0 0 1 0,0 0-4 0,0 0 1 15,0 0-6-15,0 0 1 0,0 0-3 0,0 0-3 16,0 0 0-16,0 0 4 0,0 0-4 0,0 0-4 16,0 0 0-16,0 0 2 0,0 0-3 0,3-21 4 15,-3 21-5-15,0 0 2 0,0 0-2 0,0 0-3 16,0 0 4-16,2-19-3 0,-2 19 0 0,0 0-2 16,0 0-2-16,3-19 3 0,-3 19-1 0,0 0-1 15,1-14 1-15,-1 14-1 0,0 0 1 0,4-17 0 16,-4 17-2-16,0 0 1 0,0-22-5 0,0 22 6 15,0 0-1-15,0-22 1 0,0 22-3 16,0-17-1-16,0 17-1 0,2-17-3 0,-2 17 6 0,0-17 1 16,0 17 0-16,0-17 1 0,0 17-1 0,0-20-1 15,0 20 0-15,-2-22 4 0,2 22-5 0,-3-15 4 16,3 15-2-16,-3-20 4 0,3 20 0 0,-3-16-2 16,3 16 0-16,-4-16 1 0,4 16-3 0,-6-18 1 15,6 18 0-15,-7-20 0 0,7 20 0 0,-7-19-3 16,3 7 3-16,4 12-5 0,-7-16-2 15,7 16 7-15,-3-17-3 0,3 17 3 0,0 0 3 0,-6-17-5 16,6 17-2-16,0 0 1 0,-7-15 0 0,7 15 2 16,0 0-4-16,-7-14 2 0,7 14 2 0,0 0-3 15,-5-14-4-15,5 14 3 0,-9-14 3 0,9 14-3 16,0 0 3-16,-7-14-3 0,7 14 3 16,0 0-3-16,-14-17 3 0,14 17 0 0,-9-12 0 15,9 12-1-15,-14-10-1 0,14 10-3 0,-11-10-7 16,11 10 2-16,0 0 1 0,-15-17-2 0,15 17 4 0,-15-12-4 15,15 12 4-15,-11-10 1 0,11 10-2 0,0 0 2 16,-19-10 0-16,19 10 3 0,-14-10-3 16,14 10 0-16,0 0 1 0,-16-13 5 0,16 13-3 15,0 0-9-15,-13-9 2 0,13 9-5 0,0 0-2 16,-15-10-5-16,15 10 5 0,-15-9 2 0,15 9-2 16,0 0 3-16,-21-11 2 0,21 11-2 0,-16-8-1 15,16 8 0-15,-19-11 4 0,19 11 1 0,-18-6-2 16,18 6-2-16,0 0 2 0,-19-10 8 0,19 10-8 15,0 0-2-15,-23-5-1 0,23 5-2 0,0 0 4 16,-27-4 3-16,27 4 0 0,0 0-1 0,0 0 4 16,-29-4-7-16,29 4 3 0,0 0-2 0,0 0-3 15,-23-6 6-15,23 6-9 0,0 0-2 0,0 0-1 16,-38-2 7-16,38 2 1 0,0 0-4 0,-30 0 9 16,30 0-5-16,0 0 3 0,0 0 1 0,-30-1-2 15,30 1 10-15,0 0-5 0,0 0-1 0,-39 0 3 16,39 0-3-16,0 0 4 0,-29 0 2 0,29 0 0 15,0 0 0-15,-32 0 1 0,32 0 3 0,0 0-3 16,-30 0 0-16,30 0-5 0,0 0 5 0,0 0 0 16,-32 3-3-16,32-3 4 0,0 0 0 0,-28 0-2 15,28 0 3-15,0 0 1 0,-32 7-6 0,32-7 4 16,-24 3 2-16,24-3-4 0,0 0 4 16,-27 3-3-16,27-3-2 0,0 0 3 0,0 0-1 0,0 0 0 15,0 0-2-15,0 0 1 0,-74 13 2 0,74-13-9 16,0 0 10-16,0 0-3 0,0 0 5 0,-51 12-2 15,51-12 4-15,0 0-7 0,0 0 4 0,-41 12 0 16,41-12-4-16,0 0 3 0,0 0 3 16,-42 17-6-16,42-17-5 0,0 0 7 0,0 0-1 0,-41 17 1 15,41-17 1-15,0 0-2 0,-32 19 4 16,32-19-1-16,0 0-6 0,-29 18 6 0,29-18-1 0,0 0 1 16,-31 19-2-16,31-19 3 0,0 0-2 0,-29 20 3 15,29-20-4-15,0 0 5 0,-30 22-10 16,30-22 11-16,0 0-3 0,-29 24 2 0,29-24 1 0,-21 18 3 15,21-18-9-15,0 0 7 0,-29 24-6 16,29-24 6-16,0 0 0 0,-23 27-1 0,23-27-3 16,0 0 3-16,-27 25-2 0,27-25 2 0,0 0-2 15,-23 28 3-15,23-28 0 0,0 0 1 0,-23 25-3 16,23-25 4-16,-16 22-4 0,16-22 1 0,0 0-1 16,-20 27 1-16,20-27 8 0,0 0-12 0,-15 28 7 15,15-28-3-15,0 0 0 0,-18 35-1 0,18-35 0 16,-11 23 3-16,11-23-1 0,0 0-1 0,-17 36 2 15,17-36-2-15,-13 23 0 0,13-23 0 0,0 0-2 16,-14 34-1-16,14-34 3 0,0 0 1 0,-10 31-1 16,10-31-4-16,0 0 3 0,-13 28-1 0,13-28 1 15,0 0 0-15,-9 31 0 0,9-31-3 0,0 0 2 0,0 0 0 16,-12 36 2-16,12-36-5 0,0 0 4 16,-8 32 1-16,8-32-1 0,0 0 1 0,-8 31-2 15,8-31 1-15,0 0 0 0,0 0 3 0,-14 41-3 16,14-41 3-16,0 0-10 0,-8 33 4 0,8-33 4 15,0 0-7-15,-5 34 10 0,5-34-4 0,0 0-1 16,-10 39-1-16,10-39 4 0,0 0-4 0,-9 38 3 16,9-38-3-16,-4 30 2 0,4-30 7 0,0 0-6 15,-1 44-3-15,1-44 2 0,-3 31-3 0,3-31 1 16,-5 31-2-16,5-31 1 0,0 0 0 0,-1 58 0 16,1-58-3-16,-3 39 4 0,3-39 1 0,-3 40-3 15,3-40 1-15,2 36-1 0,-2-36 1 0,4 33-1 16,-4-33-1-16,9 34 1 0,-9-34 1 0,10 30-2 15,-10-30 0-15,13 32-2 0,-13-32 3 0,14 28-3 16,-14-28 5-16,19 28-4 0,-19-28-1 0,17 22 7 16,-17-22-3-16,0 0-1 0,17 30 6 0,-17-30-9 15,0 0 17-15,20 33-16 0,-20-33 1 0,0 0-1 16,15 28-2-16,-15-28 2 0,0 0 0 0,19 33-6 16,-19-33 14-16,0 0-10 0,12 29 5 0,-12-29 0 15,16 23-4-15,-16-23 0 0,0 0 4 0,13 34 2 16,-13-34-6-16,16 25 2 0,-16-25 1 0,15 23-1 15,-15-23 3-15,0 0-4 0,22 36 2 0,-22-36-2 16,15 24 4-16,-15-24 5 0,0 0-5 0,27 29-3 16,-27-29 2-16,0 0-2 0,29 28 1 0,-29-28-1 15,22 19 2-15,-22-19 0 0,0 0 0 0,29 29-5 16,-29-29 6-16,0 0-5 0,32 25 3 0,-32-25 1 16,23 17-4-16,-23-17 3 0,0 0-1 0,27 28 1 15,-27-28-2-15,0 0 5 0,32 22-2 0,-32-22-2 16,0 0-1-16,28 22 2 0,-28-22-1 15,0 0 0-15,27 21 2 0,-27-21 1 0,0 0-3 0,24 21 3 16,-24-21-5-16,0 0 3 0,27 19-3 0,-27-19 2 16,0 0 1-16,0 0 1 0,35 21-2 0,-35-21 2 15,0 0-3-15,28 18 0 0,-28-18 1 16,0 0-1-16,0 0 1 0,42 20-1 0,-42-20 3 16,0 0-4-16,28 14-1 0,-18-10 11 0,-10-4-8 15,17 7 5-15,-17-7-7 0,19 8 4 0,-19-8-2 16,18 5 0-16,-18-5-2 0,23 6 1 0,-23-6 0 15,0 0 1-15,33 7 0 0,-33-7 4 0,0 0-3 16,27 6-1-16,-27-6 5 0,24 0 2 0,-24 0-4 16,25 5 0-16,-25-5 2 0,0 0-1 0,29 3 0 15,-29-3 7-15,0 0-9 0,0 0 0 0,38-3 0 16,-38 3 0-16,0 0-2 0,32-1 0 0,-32 1 3 16,0 0-3-16,36-4 0 0,-36 4 0 0,0 0 5 15,28 0-7-15,-28 0 5 0,0 0-4 0,31-1 4 16,-31 1-2-16,0 0 0 0,0 0 0 0,33-4-2 15,-33 4 2-15,0 0 1 0,0 0 0 0,26-5 3 16,-26 5 0-16,0 0 1 0,20-5-4 0,-20 5 4 16,0 0-1-16,25-4 2 0,-25 4-5 0,0 0 1 15,0 0 0-15,21-8-3 0,-21 8 2 0,0 0 0 16,0 0 1-16,26-8-1 0,-26 8 0 0,0 0 0 16,16-4-4-16,-16 4 5 0,0 0-3 0,0 0 1 15,23-9 2-15,-23 9-1 0,0 0-1 0,0 0 0 16,22-8 2-16,-22 8-3 0,0 0-1 0,0 0 4 15,19-8-4-15,-19 8 3 0,16-9-2 0,-16 9 0 16,0 0 1-16,20-10 1 0,-20 10-1 0,0 0 1 16,14-10 2-16,-14 10-5 0,14-8 2 0,-14 8-1 15,16-10-1-15,-16 10 1 0,0 0 0 0,15-9 0 16,-15 9 1-16,0 0-3 0,16-10 0 0,-16 10 5 16,13-9-2-16,-13 9 0 0,0 0-1 15,18-16 1-15,-18 16 2 0,10-11-3 0,-10 11-2 0,0 0 2 16,16-15 1-16,-16 15-4 0,11-10 5 0,-11 10-4 15,14-12 3-15,-14 12-2 0,8-13 6 0,-8 13-5 16,9-16 0-16,-9 16 1 0,11-14-2 0,-11 14 0 16,13-16 0-16,-13 16 2 0,10-19-2 15,-10 19 0-15,11-14-1 0,-11 14 3 0,10-12-1 0,-10 12-1 16,8-17-2-16,-8 17 2 0,7-15 0 16,-7 15 1-16,10-16-3 0,-4 2 2 0,-6 14 1 0,10-13 0 15,-10 13 0-15,7-14 1 0,-7 14-2 0,5-17 2 16,-5 17 2-16,4-17 0 0,-4 17-3 15,7-16 4-15,-7 16 2 0,2-17-2 0,-2 17 3 16,0 0 0-16,7-20-1 0,-7 20 5 0,2-18-5 16,-2 18 4-16,0-22-4 0,0 22 3 0,-2-19-4 15,2 19 1-15,-2-28-1 0,5 16 0 0,-3 12 0 16,-3-29 4-16,2 15-5 0,0-2-1 0,1 16-3 16,-5-29 0-16,2 13-2 0,-1 2-1 0,0-1 2 0,4 15-1 15,-7-24 3-15,7 24-1 0,-6-20-4 16,6 20 4-16,-2-14-3 0,2 14 3 0,0 0-3 15,-5-18 0-15,5 18 1 0,0 0 1 0,0 0-4 16,0 0 3-16,-4-16 1 0,4 16-5 0,0 0-1 16,0 0-6-16,0 0-1 0,0 0-6 0,0 0-4 15,0 0-2-15,0 0-3 0,0 0-3 0,0 0-3 16,0 0-1-16,-1-16 1 0,1 16-8 0,0 0 0 16,0 0-2-16,0 0-3 0,0 0 13 0,0 0-3 15,0 0 7-15,-3-18-17 0,3 18 22 0,0 0 3 16,0 0 1-16,3-18 1 0,-3 18 0 0,0 0 1 15,1-20 17-15,-1 20-1 0,0 0 14 0,2-17 5 16,-2 17 2-16,0-18 0 0,0 18 7 0,0-18 9 16,0 18 10-16,2-18 0 0,-2 18 2 0,-2-21 9 15,2 21 1-15,-2-17 8 0,2 17 0 0,0 0 0 16,0-19-4-16,0 19 4 0,0 0-1 0,-1-18-2 16,1 18-5-16,0 0-5 0,1-25 3 0,-1 25-5 15,0 0 0-15,0-13-12 0,0 13 4 0,0 0 0 16,0 0-3-16,2-16-4 0,-2 16 0 0,0 0-5 15,5-15-3-15,-5 15-2 0,0 0-1 0,6-20-3 16,-6 20-1-16,4-18-3 0,-4 18-2 16,7-20-1-16,-1 6-14 0,-1-1 11 0,0 1-3 15,0 0 1-15,-5 14 0 0,10-29-1 0,-5 15-2 0,0-2 2 16,-1-1-3-16,1 1 5 0,4-8-2 0,-6 8-3 16,1 1-4-16,0-1 2 0,-1-1-1 0,0-1 1 15,-2 0-5-15,1 0 6 0,1 0-5 0,-3 1 4 16,3 1-4-16,-1-1 3 0,-2 17 0 0,2-32 1 15,-4 16 1-15,0 0-1 0,2 16 1 16,-3-31-4-16,0 14 1 0,-1 2 1 0,1 0-1 16,-1-2 1-16,4 17-1 0,-9-27-1 0,4 14 0 0,1 0-3 15,4 13 5-15,-10-26-1 0,6 19 5 0,4 7-6 16,-6-18 5-16,6 18-6 0,-8-15 2 0,8 15-2 16,0 0 6-16,-6-12-3 0,6 12-6 0,0 0-21 15,0 0-23-15,0 0-34 0,0 0-37 0,0 0-17 16,0 0-14-16,0 0-31 0,0 0-28 15,0 0-169-15,0 0-412 0,-31 38 182 0</inkml:trace>
  <inkml:trace contextRef="#ctx0" brushRef="#br0" timeOffset="112893.09">32460 9929 36 0,'0'0'187'0,"0"0"1"0,0 0-4 0,0 0-11 15,0 0-7-15,0 0-15 0,0 0-13 0,0 0-16 16,0 0-12-16,0 0-16 0,0 0-7 0,0 0-8 16,0 0-8-16,0 0-6 0,0 0-5 0,0 0-6 15,0 0-2-15,0 0-3 0,0 0-5 0,122-4-1 16,-122 4-7-16,0 0-1 0,111 8 0 0,-65-6-25 15,-11-1 1-15,12 4-5 0,-14-2 2 0,14 4 0 16,-16-4-2-16,0 2-3 0,-3 1 5 0,2 0-2 16,-4-3 0-16,3 3-6 0,-9-3 0 0,-20-3 3 15,36 8 1-15,-21-4-1 0,-15-4 1 0,31 8-2 16,-31-8-1-16,25 2 2 0,-25-2-2 0,0 0 3 16,0 0-4-16,21 5 2 0,-21-5 3 0,0 0-1 15,0 0 2-15,0 0-1 0,0 0-3 0,0 0-1 16,0 0 0-16,0 0-4 0,0 0-10 0,0 0-18 15,0 0-18-15,0 0-10 0,0 0-22 0,0 0-14 16,0 0 14-16,0 0-40 0,0 0-4 0,0 0-14 16,-86-16 0-16,67 12-102 0,19 4-262 0,-37-7 116 15</inkml:trace>
  <inkml:trace contextRef="#ctx0" brushRef="#br0" timeOffset="113218.76">32688 9886 87 0,'0'0'144'0,"0"0"-7"16,0 0-1-16,0 0-3 0,0 0-8 0,0 0-6 0,0 0-14 15,0 0-8-15,0 0-9 0,0 0-12 16,0 0-11-16,0 0-5 0,0 0-5 0,0 0-5 16,0 0-2-16,0 0-10 0,0 0 1 0,0 0 0 15,0 0-8-15,78 0 0 0,-78 0-3 0,56 8 0 16,-25-6-2-16,-3-1-1 0,4 5 0 0,-1-2 4 15,1 0-1-15,0-1 1 0,1 0-3 0,-4 1-3 16,1-2-4-16,-30-2 0 0,45 2-6 0,-19-1 4 16,-26-1 0-16,36 2-6 0,-36-2 3 0,32-1-8 15,-32 1 4-15,0 0-5 0,32 1-7 0,-32-1-14 16,0 0-12-16,0 0-10 0,0 0-7 0,0 0-13 16,22 5-1-16,-22-5-21 0,0 0-24 0,0 0 4 15,0 0-7-15,0 0-5 0,0 0-11 0,0 0 4 16,-84 0-66-16,84 0-201 0,-47-4 88 0</inkml:trace>
  <inkml:trace contextRef="#ctx0" brushRef="#br0" timeOffset="114036.3">32843 9878 14 0,'0'0'87'0,"0"0"7"16,-74-20 3-16,74 20-10 0,0 0 9 0,0 0 6 16,-45-11 0-16,45 11-4 0,0 0-2 0,0 0 3 15,0 0-4-15,0 0-5 0,0 0-11 0,0 0-7 16,0 0-9-16,0 0-7 0,0 0-3 0,0 0-9 15,0 0-10-15,0 0 2 0,0 0-6 0,0 0-4 16,0 0-2-16,0 0 5 0,0 0 3 0,0 0 6 16,0 0-7-16,97 35 1 0,-53-23-6 0,0-7 10 15,-17-5 1-15,1 7 0 0,-1-2-3 0,3 0-3 16,-1 1 1-16,-3-1-7 0,0 3 1 0,-1-4-3 16,-7-1 0-16,-18-3-5 0,35 8 0 0,-35-8-5 15,30 7 3-15,-16-4-3 0,-14-3-2 0,0 0 1 16,20 9-1-16,-20-9 0 0,0 0-3 0,0 0 4 15,0 0-4-15,22 7 2 0,-22-7 4 0,0 0-1 16,0 0 1-16,0 0 0 0,0 0 1 0,0 0 1 16,0 0-2-16,0 0 0 0,0 0-1 0,0 0 2 15,0 0-6-15,0 0 3 0,19 5-1 0,-19-5-3 16,0 0 0-16,0 0-3 0,0 0-1 0,0 0-4 16,0 0 5-16,0 0 1 0,0 0 0 0,0 0-4 15,0 0 1-15,0 0 2 0,0 0 3 0,0 0-3 16,0 0-1-16,0 0-1 0,0 0 1 0,0 0 1 15,0 0 6-15,0 0-1 0,0 0-1 0,0 0 6 16,0 0 8-16,0 0-4 0,0 0 6 0,0 0 0 16,0 0 3-16,0 0 4 0,0 0-6 0,0 0-1 15,0 0 0-15,0 0-3 0,0 0 1 0,0 0 2 16,0 0 1-16,0 0-6 0,0 0 2 0,0 0-5 16,0 0-1-16,0 0-2 0,0 0-2 0,0 0 3 15,0 0-5-15,0 0-1 0,0 0-2 0,0 0-2 16,0 0 2-16,0 0-4 0,0 0 4 0,0 0 0 15,0 0-4-15,0 0 4 0,0 0 0 0,0 0-2 16,0 0-4-16,0 0 4 0,0 0 0 0,0 0-6 16,0 0 6-16,0 0-2 0,0 0-2 0,0 0 2 15,0 0-2-15,0 0 1 0,0 0 2 0,0 0-3 16,0 0 3-16,0 0-1 0,0 0-3 0,0 0 3 16,0 0 0-16,0 0 0 0,0 0-2 0,0 0 0 15,0 0-2-15,0 0 2 0,0 0 0 0,0 0 0 16,0 0 2-16,0 0-2 0,0 0-2 0,0 0 1 15,0 0 0-15,0 0 4 0,0 0-7 0,0 0 5 16,0 0-5-16,0 0-1 0,0 0 1 0,0 0-6 16,0 0-3-16,0 0 3 0,0 0-5 0,0 0 2 15,0 0-2-15,0 0 2 0,0 0-4 0,0 0 2 16,0 0-6-16,0 0 0 0,0 0 3 0,0 0 0 16,0 0 1-16,0 0 1 0,0 0 1 0,0 0 0 15,0 0-1-15,0 0-1 0,0 0 2 0,0 0-3 16,0 0 0-16,0 0-5 0,0 0-1 0,0 0 0 15,0 0-1-15,0 0-4 0,0 0 0 0,0 0-10 16,0 0-15-16,0 0-20 0,0 0-13 0,0 0-9 16,0 0-5-16,0 0-22 0,0 0-11 0,0 0-16 15,0 0-9-15,0 0-10 0,0 0-90 0,0 0-278 16,0 0 123-16</inkml:trace>
  <inkml:trace contextRef="#ctx0" brushRef="#br0" timeOffset="117015.31">32210 8577 155 0,'0'0'138'0,"0"0"-10"0,0 0-2 0,0 0-6 16,0 0-4-16,0 0-2 0,0 0 1 16,0 0-3-16,0 0-16 0,0 0 1 0,0 0-16 15,0 0-9-15,0 0-4 0,0 0-8 0,0 0-3 0,0 0-2 16,0 0-13-16,0 0-5 0,0 0-1 0,0 0-5 15,0 0-3-15,3-71-5 0,-3 71-4 16,0 0 1-16,-19-36-5 0,19 36 3 0,-13-29-7 16,13 29 0-16,-18-31-5 0,18 31 3 0,-21-36-4 15,21 36-2-15,-19-29-6 0,19 29-3 0,-25-30 4 0,25 30-4 16,-18-28-2-16,18 28 2 0,-22-26-13 0,22 26 8 16,-23-22-6-16,23 22 0 0,-23-23 2 15,23 23-2-15,0 0 3 0,-33-27-1 0,33 27-2 16,-22-16-1-16,22 16 1 0,0 0 5 0,-34-24 7 15,34 24-6-15,0 0-5 0,-31-16 1 0,31 16 3 0,0 0 0 16,0 0-2-16,-41-20-3 0,41 20 3 0,0 0-6 16,0 0 15-16,0 0-6 0,-43-12-5 15,43 12 8-15,0 0 2 0,0 0-6 0,-57-1 4 16,57 1-1-16,0 0 6 0,0 0 0 0,0 0-6 16,-79 10 4-16,79-10 0 0,0 0 5 0,0 0-6 0,-60 12-8 15,60-12 13-15,0 0-3 0,-42 10 2 0,42-10 12 16,0 0-7-16,0 0-9 0,-51 11 6 15,51-11 3-15,0 0 0 0,0 0-11 0,-36 13 3 0,36-13 2 16,0 0-1-16,0 0 0 0,-36 17 6 0,36-17-7 16,0 0 3-16,0 0-2 0,-29 19 5 0,29-19-3 15,0 0 1-15,0 0 0 0,-29 21-5 0,29-21 3 16,0 0 2-16,-30 24 2 0,30-24 2 16,0 0-14-16,-29 30 13 0,29-30 7 0,-22 21-5 15,22-21-6-15,-22 21 2 0,22-21 0 0,0 0-5 0,-30 27 9 16,30-27-3-16,0 0-2 0,-21 21 3 0,21-21-1 15,0 0 2-15,0 0 1 0,-24 21-5 0,24-21-11 16,0 0 25-16,0 0-11 0,-17 25-7 0,17-25 7 16,0 0-8-16,0 0 8 0,-19 29 0 0,19-29-12 15,0 0 12-15,0 0-2 0,-13 32-3 0,13-32 2 16,0 0 6-16,0 0-10 0,-16 28 8 0,16-28-2 16,0 0-1-16,0 0 1 0,-16 35 0 0,16-35 2 15,0 0 3-15,-14 23 5 0,14-23-5 0,0 0 3 16,-14 25-7-16,14-25 6 0,0 0-3 0,0 0 0 15,-14 33 2-15,14-33 1 0,0 0 3 0,-9 27-8 16,9-27-7-16,0 0 12 0,0 0-6 0,-9 36-2 16,9-36 1-16,0 0-2 0,0 0 4 0,-9 33 0 15,9-33 3-15,0 0 0 0,0 0-3 0,0 0 5 16,-10 29 0-16,10-29-5 0,0 0-4 16,0 0 8-16,0 0 2 0,0 0-2 0,-9 30-3 0,9-30 7 15,0 0-4-15,0 0-3 0,0 0 0 0,0 0-1 16,-5 32 6-16,5-32-8 0,0 0 5 0,0 0-5 15,0 0 6-15,0 0-2 0,-11 33 3 0,11-33 0 16,0 0-5-16,0 0-1 0,0 0 6 0,0 0-7 16,-8 33 0-16,8-33 2 0,0 0 2 0,0 0-4 15,0 0 2-15,0 0 3 0,-3 36-1 0,3-36-4 16,0 0 1-16,0 0 1 0,-2 38 3 0,2-38-4 16,0 0-3-16,-3 30 3 0,3-30 2 0,0 0-3 15,-4 32-3-15,4-32 4 0,0 0 4 0,-5 43-5 16,5-43-3-16,0 0 5 0,-2 39 6 0,2-39-7 15,-7 27-1-15,7-27 1 0,0 0 3 0,-3 45-5 16,3-45 2-16,-2 30 0 0,2-30-3 0,0 0 3 16,2 48-1-16,-2-48 0 0,-7 34 4 0,7-34-8 15,0 31-1-15,0-31 5 0,-8 30-1 0,8-30 0 16,0 0 4-16,-1 50 2 0,1-50-2 0,0 29 5 16,0-29-11-16,-4 34 7 0,4-34-2 0,0 0 1 15,-5 45-3-15,5-45-1 0,-5 31-1 0,5-31-1 16,-4 32 5-16,4-32-2 0,-7 32 1 0,7-32 1 15,-2 32-3-15,2-32 1 0,0 0-4 0,-6 49 5 16,6-49 3-16,-3 32-5 0,3-32 6 0,-3 32-6 16,3-32 0-16,-4 33-2 0,4-33 5 0,-4 35-2 15,4-35 5-15,-8 38-5 0,8-38 0 0,-4 31 4 16,4-31-1-16,-6 35-4 0,6-35 0 0,-4 31 1 16,4-31-3-16,-5 34 1 0,5-34 0 0,-2 36 8 15,2-36-12-15,-8 47 8 0,8-47-7 0,-7 35 5 16,7-35-4-16,-5 49 4 0,0-26-3 0,5-23 2 15,-5 42-3-15,5-42 3 0,-5 42-3 0,-1-16-5 16,6-26 6-16,-4 41 6 0,4-41-6 0,-5 39 4 16,5-39-7-16,-2 33-1 0,2-33 3 0,0 32 1 15,0-32 2-15,0 0-3 0,2 45 2 0,-2-45-1 16,3 29-5-16,-3-29 11 0,0 0-8 0,9 41 6 16,-9-41-5-16,9 27 6 0,-9-27-9 0,0 0 4 15,20 34 1-15,-13-20 0 0,5-4-1 0,-2 2 3 16,0-2 1-16,3 0-2 0,-3 1 9 0,2-1-13 15,2 0 10-15,0-5-1 0,1 4-8 0,-2-2-3 16,3-1 6-16,1 0-1 0,-2 1 4 0,2-4-5 16,1 0 0-16,-4 2 3 0,3 3-6 0,-1-8 8 0,2 3 3 15,-1-3 1-15,-2 3-10 0,3-2 4 0,-3 2-1 16,1-4-1-16,0 1-4 0,-2 2 5 16,0-4 5-16,3-1-6 0,-7 2-4 0,-10 1 6 15,27-2 1-15,-17 2-1 0,4-3-3 0,0 3-2 16,-1-2 10-16,-13 2-6 0,22-5-2 0,-8 5 2 15,-4-2-1-15,4-1 1 0,4 1 3 0,-5-3 6 0,-3-1-5 16,4 5 2-16,0-4-5 0,-1 0 4 16,-4 1-2-16,6 0 0 0,-6 0 3 0,0 0 2 15,5-1 3-15,-1 0-2 0,-3 1-2 0,-10 4 4 16,0 0 2-16,0 0-7 0,0 0 5 0,60-28-1 16,-60 28-2-16,0 0-2 0,35-22 6 0,-35 22-2 15,0 0-12-15,34-16 13 0,-34 16-5 0,0 0 3 16,30-22 2-16,-30 22-3 0,0 0 6 0,25-22 8 15,-25 22-1-15,0 0 1 0,27-27 1 0,-27 27-4 0,0 0 0 16,19-26-3-16,-19 26 6 0,17-22-5 0,-17 22-3 16,0 0 3-16,14-32-1 0,-14 32-3 0,0 0-3 15,15-36 5-15,-15 36-3 0,9-25 0 16,-9 25-6-16,0 0 3 0,9-37 1 0,-9 37-6 0,0 0 1 16,12-35-1-16,-12 35 2 0,0 0-1 0,11-33 2 15,-11 33 1-15,8-26-4 0,-8 26 1 0,0 0-3 16,6-33 0-16,-6 33 5 0,0 0-4 15,14-37-2-15,-14 37 6 0,0 0-2 0,8-28-9 0,-8 28 10 16,0 0 2-16,9-31-11 0,-9 31 10 0,0 0 1 16,9-32-3-16,-9 32-2 0,0 0 4 0,9-39 2 15,-9 39-3-15,0 0 4 0,8-39-3 0,-8 39 0 16,7-30-1-16,-7 30-2 0,0 0 1 0,10-28 0 16,-10 28 2-16,0 0-5 0,11-29 1 0,-11 29 0 15,0 0 3-15,16-38-1 0,-16 38-3 0,8-24 2 16,-8 24 1-16,0 0-4 0,10-38 0 0,-10 38 3 15,9-30-2-15,-9 30 3 0,0 0-3 0,10-41 0 16,-10 41 3-16,8-28-1 0,-8 28-3 0,0 0 4 16,8-39 6-16,-8 39-4 0,0 0 6 0,7-34 6 15,-7 34 3-15,0 0-5 0,3-32 3 0,-3 32-2 16,0 0 0-16,4-36-2 0,-4 36-2 0,0 0 3 16,0-35-4-16,0 35 0 0,0 0-2 0,2-36-2 15,-2 36-2-15,0 0-1 0,0-35 3 0,0 35 0 16,0 0 0-16,0-36-5 0,0 36-1 0,0 0-1 15,0 0-9-15,0 0-8 0,0 0-16 0,0 0-16 16,-4-34-25-16,4 34-33 0,0 0-40 0,0 0-40 16,0 0-33-16,0 0-132 0,0 0-379 0,0 0 168 15</inkml:trace>
  <inkml:trace contextRef="#ctx0" brushRef="#br0" timeOffset="134883.1">32573 9995 22 0,'0'0'28'0,"0"0"-3"0,0 0-8 15,0 0 0-15,0 0-7 0,0 0-2 16,0 0 0-16,0 0-4 0,0 0-2 0,0 0 5 16,0 0-2-16,0 0 1 0,0 0 2 0,0 0-1 15,0 0 7-15,0 0 8 0,0 0-2 0,0 0 8 16,0 0 9-16,0 0 3 0,0 0 10 0,-85-7-5 15,85 7 4-15,0 0 3 0,0 0-2 0,0 0 6 16,0 0 8-16,0 0 10 0,-66-1-3 0,66 1 6 16,0 0-4-16,0 0 6 0,0 0 1 0,0 0-6 15,0 0-4-15,0 0-7 0,0 0-9 0,0 0-5 16,0 0-8-16,0 0 0 0,0 0-7 0,0 0-8 0,0 0 4 16,0 0-4-16,0 0 0 0,0 0-1 0,0 0-5 15,0 0-3-15,140 37 4 0,-96-25-1 16,5 1 4-16,1-4-4 0,-3 1 5 0,3-4-7 15,2 4 0-15,-2 0 9 0,1-3-7 0,-1 2 5 16,-1-2-2-16,-2-1-8 0,-2 0 6 0,-17 0 0 16,3 4 2-16,-1-6-1 0,1 2 1 0,-2 0-1 15,-2 0 4-15,-8-4 24 0,-19-2-4 0,37 6 0 16,-37-6-2-16,35 5-1 0,-35-5-5 0,20 4-5 16,-20-4-1-16,0 0-2 0,0 0-3 0,26 3-2 15,-26-3-1-15,0 0 0 0,0 0-4 0,0 0 1 16,0 0-1-16,0 0 1 0,0 0-3 0,0 0-6 15,0 0-15-15,0 0-13 0,0 0-21 0,0 0-31 16,0 0-39-16,0 0-42 0,0 0-33 0,0 0-182 16,0 0-392-16,0 0 174 0</inkml:trace>
  <inkml:trace contextRef="#ctx0" brushRef="#br0" timeOffset="135286.15">32384 9990 87 0,'0'0'154'0,"0"0"-14"15,0 0-17-15,0 0-6 0,0 0-7 0,0 0-5 16,0 0-11-16,0 0-5 0,0 0-10 15,137 22 4-15,-86-16 0 0,4-1 1 0,1 1-2 0,4 1-8 16,2 0-5-16,-1 0-2 0,0 1-7 0,3-2-3 16,-6-2-6-16,3 0 0 0,-6-2 7 0,-1 0-12 15,-8 0-2-15,1-3 2 0,2 3 0 0,-17-2-4 16,1 3-5-16,-1-1-2 0,-2-4-3 16,0 1 0-16,-30 1-2 0,52 1-1 0,-52-1-2 15,33-3 0-15,-33 3-4 0,30-1 2 0,-30 1 0 0,0 0-1 16,0 0 0-16,29 0 5 0,-29 0-4 15,0 0 4-15,0 0-3 0,0 0 3 0,0 0-6 16,0 0-6-16,0 0-3 0,0 0-17 0,0 0-21 16,19-6-40-16,-19 6-28 0,0 0-38 0,0 0-34 15,0 0-32-15,0 0-143 0,-79-12-367 0,52 10 164 16</inkml:trace>
  <inkml:trace contextRef="#ctx0" brushRef="#br0" timeOffset="135668.91">32388 9986 130 0,'0'0'189'0,"0"0"-19"16,0 0-22-16,0 0-17 0,0 0-13 0,0 0-4 15,0 0-22-15,0 0 0 0,0 0-8 0,0 0-4 16,0 0-9-16,0 0 2 0,171 31-7 0,-108-29 1 16,1 7 3-16,2-8-8 0,1 2-3 0,0 0 0 15,-3 1 3-15,1 0-11 0,-4-1 0 0,0-1-5 16,-6 0 3-16,-3 2-1 0,-3 2-3 16,-3-4-5-16,-18 0 3 0,1-1-10 0,-2-1-3 0,-1 3-4 15,-26-3 0-15,36 3-1 0,-36-3 1 0,33 1-2 16,-33-1 2-16,0 0-2 0,29 2-2 0,-29-2 5 15,0 0 3-15,0 0 2 0,0 0-1 0,0 0-1 16,0 0-4-16,0 0-3 0,0 0-10 0,0 0-14 16,0 0-20-16,0 0-30 0,0 0-30 0,0 0-22 15,0 0-42-15,0 0-36 0,0 0-32 16,0 0-119-16,-92-12-358 0,68 9 158 0</inkml:trace>
  <inkml:trace contextRef="#ctx0" brushRef="#br0" timeOffset="136062.79">32407 10039 139 0,'0'0'142'0,"0"0"-5"0,0 0-8 15,0 0-5-15,0 0-7 0,0 0-4 0,166-16-9 16,-107 11-6-16,1 2-4 0,0 1-3 0,5 1-14 16,0 2-1-16,2 0-8 0,-2-2-3 0,-2 3-4 15,-1 0-10-15,-7 0 8 0,0 2-11 0,-6-1-6 16,-3-3-5-16,-13 0-1 0,0 0-3 0,-3 2-1 16,-1 2-4-16,-5-3-3 0,-24-1-3 0,37 7-1 15,-37-7-1-15,31 2-1 0,-31-2-1 0,19 4 1 16,-19-4 3-16,0 0 5 0,0 0 6 0,0 0 4 15,31 0 5-15,-31 0-1 0,0 0-1 0,0 0 1 16,0 0 2-16,0 0-5 0,0 0-3 0,0 0-1 16,0 0-5-16,0 0-1 0,0 0-8 0,0 0-3 15,0 0-12-15,0 0-17 0,0 0-18 0,0 0-23 16,0 0-28-16,0 0-35 0,0 0-39 0,0 0-35 16,0 0-150-16,0 0-369 0,0 0 163 0</inkml:trace>
  <inkml:trace contextRef="#ctx0" brushRef="#br0" timeOffset="140389.54">9106 4911 123 0,'0'0'168'0,"0"0"-4"0,0 0-4 15,0 0-7-15,0 0 10 0,-86-27 0 16,86 27-19-16,0 0-11 0,0 0-5 0,0 0 5 16,-35-14-5-16,35 14-5 0,0 0-7 0,0 0-3 15,0 0-11-15,0 0-12 0,0 0-8 0,0 0-4 0,0 0 1 16,0 0-15-16,0 0-8 0,0 0-4 16,0 0-11-16,0 0-4 0,0 0 0 0,0 0-5 15,0 0-6-15,0 0-5 0,0 0-2 0,0 0 0 16,120-25 0-16,-120 25-4 0,78 0-2 0,-78 0-1 15,79-6 2-15,-79 6-2 0,80-1-2 0,-80 1-2 0,79-5-1 16,-79 5-1-16,60-2 0 0,-60 2 8 16,77-8-9-16,-77 8-1 0,47-3 4 0,-47 3-6 15,0 0 1-15,63-8 1 0,-63 8 1 0,0 0-3 16,0 0 0-16,53-7 1 0,-53 7-1 0,0 0 1 0,0 0-1 16,0 0-1-16,0 0 1 0,0 0 0 15,0 0 12-15,0 0-8 0,0 0-1 0,0 0 5 16,0 0 0-16,0 0-4 0,0 0 0 0,0 0 2 15,0 0-8-15,0 0-8 0,0 0-13 0,0 0-23 0,0 0-26 16,0 0-31-16,0 0-35 0,0 0-39 0,0 0-32 16,0 0-199-16,0 0-441 0,0 0 195 0</inkml:trace>
  <inkml:trace contextRef="#ctx0" brushRef="#br0" timeOffset="141425.17">9077 7273 42 0,'0'0'147'0,"0"0"-8"0,0 0-2 0,0 0-6 0,0 0-9 15,0 0-3-15,0 0-12 0,0 0-9 16,0 0-14-16,0 0-5 0,0 0-9 0,0 0-15 15,0 0 3-15,0 0-10 0,0 0-6 0,0 0-3 16,0 0-11-16,0 0-12 0,0 0-8 0,-74 18-21 0,74-18-15 16,0 0 5-16,0 0-12 0,0 0-2 0,0 0-10 15,0 0-3-15,-2 31-7 0,2-31-24 16,0 0-8-16,0 0-11 0,0 0-69 0,0 0-181 16,0 0 80-16</inkml:trace>
  <inkml:trace contextRef="#ctx0" brushRef="#br0" timeOffset="141774.37">9106 7374 11 0,'0'0'183'0,"0"0"15"0,0 0 2 16,0 0-2-16,0 0-9 0,0 0-13 0,0 0-9 16,0 0-16-16,0 0 2 0,0 0-16 0,0 0-12 15,0 0-12-15,0 0-15 0,0 0-12 0,0 0-13 16,0 0-4-16,0 0-8 0,0 0-9 0,0 0-1 15,0 0-4-15,0 0-7 0,0 0-5 0,0 0-1 16,109-3-4-16,-109 3-3 0,82-6-1 0,-82 6-2 16,75-8-3-16,-75 8-2 0,63-8 2 0,-63 8-6 15,65-8-4-15,-65 8 2 0,57-4-2 0,-57 4-1 16,45-5-1-16,-45 5-2 0,0 0 1 0,58-5-2 16,-58 5 0-16,0 0-2 0,0 0 0 0,60-6 1 15,-60 6-3-15,0 0 3 0,0 0 0 0,0 0 1 16,0 0 0-16,0 0-4 0,0 0 3 0,49-6-4 15,-49 6 3-15,0 0-1 0,0 0-2 0,0 0-12 16,0 0-9-16,0 0-20 0,0 0-29 0,0 0-30 16,0 0-40-16,0 0-32 0,0 0-49 0,0 0-147 15,0 0-395-15,0 0 175 0</inkml:trace>
  <inkml:trace contextRef="#ctx0" brushRef="#br0" timeOffset="142141.53">9093 7424 23 0,'0'0'232'0,"0"0"-8"0,0 0-11 16,0 0-15-16,0 0-16 0,0 0-21 15,0 0-18-15,0 0-15 0,0 0-13 0,0 0-11 16,0 0-15-16,0 0-9 0,0 0-3 0,0 0-11 0,0 0-1 15,0 0-8-15,139-15-4 0,-139 15-5 0,79-6-2 16,-32 0-6-16,-2-1-3 0,-45 7-3 16,78-4-3-16,-78 4-2 0,74-3 0 0,-74 3-6 15,58-9-2-15,-58 9-1 0,0 0-2 0,57-1-1 16,-57 1 1-16,0 0-2 0,0 0-6 0,58-4 2 0,-58 4 1 16,0 0 1-16,0 0 0 0,0 0 2 0,0 0 4 15,0 0 3-15,0 0 4 0,0 0 3 16,0 0 0-16,0 0-4 0,0 0 4 0,0 0-3 15,0 0-4-15,0 0-13 0,0 0-12 0,0 0-16 16,0 0-28-16,0 0-34 0,0 0-39 0,0 0-53 0,0 0-46 16,0 0-167-16,0 0-417 0,0 0 186 15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09:50:27.9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10213 7113 106 0,'0'0'147'0,"0"0"2"0,0 0 1 16,0 0-7-16,0 0-13 0,0 0-15 0,0 0 0 15,0 0-10-15,0 0 2 0,0 0-7 0,0 0-11 16,0 0-2-16,0 0-9 0,0 0-9 0,0 0-2 0,0 0-8 15,0 0-1-15,0 0-4 0,0 0-9 0,0 0-6 16,0 0-6-16,0 0-4 0,0 0-5 16,0 0 0-16,0 0-3 0,0 0 2 0,0 0-4 0,0 0-8 15,0 0 3-15,0 0-1 0,0 0-1 0,125-20-3 16,-125 20 5-16,80 0-9 0,-80 0 1 0,79 3 3 16,-79-3-3-16,78 3 2 0,-31-1-1 15,-47-2-2-15,65 2 2 0,-65-2-4 0,66 0 2 0,-66 0-3 16,79 8 1-16,-79-8 1 0,60 2-4 0,-60-2 2 15,51 6 1-15,-51-6-3 0,0 0 1 0,55 6 0 16,-55-6 1-16,0 0-5 0,0 0 6 0,61 6-6 16,-61-6 1-16,0 0 4 0,0 0-3 0,0 0-1 15,0 0 5-15,0 0-2 0,0 0 1 0,0 0-2 16,0 0 3-16,0 0 0 0,51 1 3 0,-51-1 0 16,0 0 5-16,0 0 5 0,0 0 2 0,0 0 3 15,0 0 3-15,0 0 2 0,0 0 1 0,0 0-5 16,0 0-2-16,0 0-1 0,0 0 0 0,0 0-3 15,0 0 0-15,0 0-2 0,0 0-3 0,0 0 0 16,0 0-2-16,0 0-3 0,0 0 1 0,0 0-10 16,0 0-8-16,0 0-9 0,0 0-15 0,0 0-11 15,0 0-18-15,0 0-26 0,0 0-26 0,0 0-33 16,0 0-45-16,0 0-130 0,0 0-350 0,0 0 155 0</inkml:trace>
  <inkml:trace contextRef="#ctx0" brushRef="#br0" timeOffset="1048.37">14109 6979 98 0,'0'0'160'15,"0"0"-12"-15,0 0 2 0,0 0-5 0,0 0-10 16,0 0-11-16,0 0-12 0,0 0-2 0,0 0-6 16,0 0-8-16,0 0-5 0,0 0-7 0,0 0-8 15,0 0-11-15,0 0-7 0,0 0-8 0,0 0-10 16,0 0 4-16,0 0-8 0,0 0-6 0,0 0-3 16,0 0 1-16,0 0-4 0,0 0-3 0,0 0 3 15,147-8-6-15,-147 8-2 0,78 2 4 0,-78-2-13 16,61-2 6-16,-61 2-3 0,60 6-1 0,-60-6 1 15,0 0-3-15,73 1 1 0,-73-1-2 0,0 0-2 16,51 1-2-16,-51-1 3 0,0 0-1 0,0 0 0 16,54 7 0-16,-54-7 0 0,0 0-3 0,0 0-1 15,0 0 2-15,0 0-1 0,0 0 7 0,0 0-7 16,0 0 4-16,0 0 3 0,0 0-6 0,0 0 4 0,0 0-2 16,0 0-1-16,0 0-1 0,0 0-4 15,0 0-15-15,0 0-18 0,0 0-29 0,0 0-40 16,0 0-28-16,0 0-46 0,0 0-113 0,0 0-315 0,0 0 141 15</inkml:trace>
  <inkml:trace contextRef="#ctx0" brushRef="#br0" timeOffset="3958.92">10239 5464 88 0,'0'0'120'0,"0"0"4"0,0 0-15 0,0 0 1 0,0 0-6 15,0 0-5-15,0 0 2 0,0 0-7 16,0 0-9-16,0 0-9 0,0 0 3 0,0 0-8 16,0 0-5-16,0 0-3 0,0 0-13 0,0 0-6 0,0 0-7 15,0 0-3-15,0 0-9 0,0 0-2 16,0 0 2-16,0 0-6 0,0 0-4 0,0 0 3 15,0 0-3-15,0 0-4 0,0 0 1 0,112-33-3 16,-61 31 2-16,-51 2 0 0,96-1-2 0,-96 1 2 0,82 3-3 16,-38 0-4-16,-44-3 2 0,62-3-1 0,-62 3-3 15,65 7 4-15,-65-7 0 0,64 4-2 16,-64-4-6-16,62 4 2 0,-62-4 4 0,53 4-5 16,-53-4 2-16,0 0 2 0,45 9 1 0,-45-9 3 15,0 0-8-15,0 0 1 0,0 0 1 0,0 0 3 0,0 0-3 16,0 0 2-16,0 0-5 0,0 0-5 15,51 5-10-15,-51-5-8 0,0 0-12 0,0 0-24 16,0 0-10-16,0 0-24 0,0 0-22 0,0 0-117 16,0 0-253-16,0 0 113 0</inkml:trace>
  <inkml:trace contextRef="#ctx0" brushRef="#br0" timeOffset="4876.72">14272 5399 81 0,'0'0'132'0,"0"0"0"16,0 0-2-16,0 0-2 0,0 0-2 0,0 0-4 15,0 0-5-15,0 0-13 0,0 0-12 0,-67-16-3 16,67 16-11-16,0 0-12 0,0 0-8 0,0 0-8 15,0 0-7-15,0 0-3 0,0 0-6 0,0 0-4 0,0 0-1 16,0 0-4-16,0 0-4 0,0 0 0 16,0 0 2-16,0 0-4 0,154 19 0 0,-154-19 0 15,79 8-3-15,-79-8-3 0,62 5-4 0,-62-5 2 16,57 5 0-16,-57-5 4 0,0 0-10 0,64 1 0 0,-64-1-8 16,0 0 11-16,53 0-1 0,-53 0-2 15,0 0-4-15,0 0 3 0,0 0-2 0,0 0 3 16,0 0-3-16,60 4 4 0,-60-4 4 0,0 0-3 0,0 0 1 15,0 0-7-15,0 0-2 0,0 0 5 0,0 0 6 16,0 0-2-16,0 0-2 0,0 0 3 0,0 0-10 16,0 0-8-16,0 0-17 0,0 0-19 15,0 0-22-15,0 0-17 0,0 0-4 0,0 0-17 16,0 0-1-16,0 0-10 0,0 0-112 0,0 0-246 0,0 0 108 16</inkml:trace>
  <inkml:trace contextRef="#ctx0" brushRef="#br0" timeOffset="5123.72">14238 5470 21 0,'0'0'92'0,"0"0"-7"16,0 0-13-16,0 0-7 0,0 0 0 0,0 0-10 15,0 0-10-15,0 0 14 0,0 0-10 0,0 0-7 16,0 0 5-16,0 0-7 0,0 0-8 0,172 0-2 15,-172 0-2-15,62 0-16 0,-62 0 12 0,61-6-7 16,-61 6 4-16,60-7-7 0,-60 7-3 0,0 0 6 16,59-4-5-16,-59 4-1 0,0 0 0 0,0 0-11 15,47-3-26-15,-47 3-5 0,0 0-20 0,0 0-33 16,0 0-48-16,0 0-141 0,0 0 64 0</inkml:trace>
  <inkml:trace contextRef="#ctx0" brushRef="#br0" timeOffset="9224.85">10321 7069 67 0,'0'0'99'15,"0"0"-3"-15,0 0-15 0,0 0-4 0,0 0-4 16,0 0-16-16,0 0 24 0,0 0-9 0,0 0 4 0,0 0-14 16,0 0 4-16,0 0-14 0,0 0 1 15,0 0-4-15,0 0-4 0,-101-5-4 0,101 5 11 16,0 0-16-16,0 0 9 0,0 0-11 0,-63 0 0 15,63 0-1-15,0 0-2 0,0 0 0 0,-51-18 1 16,51 18-2-16,0 0-1 0,-45-25 8 0,45 25-18 0,-38-24-2 16,16 10 0-16,22 14 5 0,-46-29-1 15,28 13 0-15,18 16 2 0,-47-32 2 0,27 12-2 16,20 20-8-16,-37-40 1 0,21 22-4 0,16 18 3 0,-28-38-5 16,14 18-3-16,14 20-5 0,-32-45 1 15,18 26 0-15,14 19-4 0,-29-43 1 0,16 22 3 16,13 21-2-16,-23-43 2 0,23 43 4 0,-15-36-5 15,5 12 1-15,10 24-3 0,-14-48-5 0,7 24 4 0,7 24-1 16,-8-49-4-16,4 24 0 0,4 25-3 0,-8-47 4 16,6 22 0-16,2 25 2 0,-4-39-5 15,4 39 0-15,-5-40 6 0,5 40 3 0,0-33-6 16,0 33 0-16,0 0-4 0,4-49-1 0,-4 49 3 0,6-29 3 16,-6 29 2-16,5-30 1 0,-5 30-4 0,0 0-3 15,16-41 0-15,-16 41-3 0,15-26 5 0,-15 26-2 16,14-29 2-16,-14 29-3 0,18-25 7 0,-18 25-4 15,23-26 0-15,-23 26-2 0,24-27 5 16,-24 27-10-16,26-24 4 0,-26 24 6 0,36-28-3 0,-36 28 0 16,30-22-4-16,-30 22 1 0,44-28-8 0,-44 28-6 15,38-22 24-15,-16 10-11 0,-22 12 5 0,30-18-1 16,-30 18-2-16,32-21 1 0,-32 21 4 16,44-14 0-16,-44 14-4 0,0 0 2 0,52-15-6 0,-52 15-1 15,0 0 4-15,53-8-8 0,-53 8 3 0,0 0 3 16,48-9-5-16,-48 9 6 0,0 0-6 0,55-4 9 15,-55 4-11-15,0 0 7 0,58 0-2 0,-58 0 4 16,0 0 1-16,0 0 0 0,84 0 0 0,-84 0 0 16,0 0 5-16,63 7-8 0,-63-7 1 0,42 9-1 15,-42-9-4-15,0 0 4 0,52 19 0 0,-52-19-8 16,41 14-5-16,-41-14 6 0,35 13 0 0,-35-13-5 16,33 17 5-16,-33-17 3 0,0 0-2 0,47 21 3 15,-47-21 0-15,28 16 1 0,-28-16 4 0,0 0 2 16,35 16 3-16,-35-16-1 0,0 0 6 0,33 19-9 15,-33-19 0-15,0 0 0 0,32 21 0 0,-32-21 2 16,0 0 1-16,31 28-1 0,-31-28 2 0,0 0-3 16,21 27 0-16,-21-27 3 0,17 27-2 0,-17-27-1 15,23 27 0-15,-23-27 10 0,14 30-5 0,-14-30-1 16,21 39 7-16,-21-39 3 0,17 39-9 0,-6-19-1 16,-11-20 0-16,15 25 3 0,-15-25 1 0,17 27 0 15,-17-27-3-15,12 26-3 0,-12-26 4 0,21 24 10 16,-21-24-9-16,20 25 2 0,-20-25-3 0,16 29 8 15,-16-29-2-15,16 25-5 0,-16-25-5 0,13 26 5 16,-13-26 5-16,14 31-4 0,-14-31-4 0,10 33 6 16,-10-33 2-16,12 49-2 0,-8-24 1 0,-4-25 0 15,11 47-5-15,-11-47 9 0,9 33-8 0,-9-33 2 16,5 33 0-16,-5-33 4 0,7 27-7 0,-7-27 3 16,0 0-2-16,10 31-5 0,-10-31 18 0,0 0-6 15,6 34-5-15,-6-34 8 0,0 0 8 0,0 0-4 16,4 38-3-16,-4-38 1 0,0 0 5 0,0 30-4 15,0-30 2-15,0 0-1 0,0 0-6 0,-4 48 3 16,4-48-11-16,-8 28 8 0,8-28 6 0,-11 32-8 16,11-32 5-16,-9 33-1 0,9-33 0 0,-13 32-3 15,13-32 1-15,-16 39-4 0,16-39-3 0,-16 38 9 16,16-38-14-16,-15 27 17 0,15-27-15 0,-14 29 7 0,14-29 1 16,-18 28-11-16,18-28 9 0,-15 26-2 15,15-26 2-15,-18 28-2 0,18-28-6 0,-22 28 11 16,22-28-7-16,-22 23-1 0,22-23 6 0,0 0-3 15,-32 28 8-15,32-28-3 0,0 0-17 0,-34 21 21 16,34-21 1-16,-27 12 1 0,27-12 0 0,0 0 1 0,0 0 10 16,-46 13-8-16,46-13 3 0,0 0-4 0,0 0 1 15,0 0 5-15,0 0-6 0,0 0-5 0,-56 3 10 16,56-3 3-16,0 0-2 0,0 0-1 16,0 0 9-16,0 0 1 0,0 0 2 0,0 0 0 0,0 0 0 15,0 0-2-15,0 0 4 0,0 0-2 16,0 0-3-16,0 0 3 0,0 0-3 0,0 0-1 15,0 0-5-15,0 0-3 0,0 0-6 0,0 0 2 0,0 0-9 16,0 0-10-16,0 0-23 0,0 0-27 16,0 0-39-16,0 0-40 0,0 0-41 0,0 0-114 0,0 0-308 15,0 0 136-15</inkml:trace>
  <inkml:trace contextRef="#ctx0" brushRef="#br0" timeOffset="10118.84">15021 6856 117 0,'0'0'133'0,"0"0"2"0,0 0-9 16,0 0-18-16,0 0 4 0,0 0-2 15,0 0-8-15,0 0-10 0,0 0-14 0,0 0-3 16,0 0-11-16,0 0-1 0,0 0-13 0,0 0 1 0,0 0-12 15,0 0 6-15,0 0-5 0,0 0 2 0,0 0-1 16,0 0-8-16,159-2-3 0,-159 2-2 16,79-1-2-16,-79 1 2 0,54 0-2 0,-54 0 4 15,0 0 1-15,85 0 1 0,-85 0 1 0,0 0 1 0,73-2 2 16,-73 2-2-16,0 0 0 0,59-1-3 0,-59 1-3 16,0 0 0-16,0 0 0 0,60 3-2 15,-60-3-1-15,0 0-4 0,0 0 5 0,0 0 3 0,0 0 5 16,0 0 8-16,0 0 2 0,0 0 2 0,0 0-4 15,0 0 3-15,0 0-7 0,0 0 0 0,0 0-1 16,0 0-7-16,0 0-4 0,0 0-1 0,0 0-13 16,0 0-9-16,0 0-27 0,0 0-28 0,0 0-25 15,0 0-31-15,0 0-33 0,0 0-61 0,0 0-158 16,0 0-390-16,0 0 173 0</inkml:trace>
  <inkml:trace contextRef="#ctx0" brushRef="#br0" timeOffset="12311.97">10520 5420 33 0,'0'0'49'0,"0"0"-2"0,0 0-6 0,0 0 2 0,0 0 0 15,0 0-7-15,0 0 0 0,0 0-1 0,-98 1 5 16,98-1-2-16,0 0 3 0,0 0 0 0,0 0-6 16,0 0 4-16,0 0 0 0,-53 6 9 0,53-6-7 15,0 0 4-15,0 0-3 0,0 0 10 0,0 0-1 16,0 0-15-16,0 0 4 0,0 0 2 0,0 0-3 15,0 0-9-15,0 0-2 0,0 0-9 0,0 0 3 16,0 0-2-16,0 0-4 0,0 0 3 0,0 0-7 16,0 0 0-16,0 0-6 0,145-35 0 15,-145 35-2-15,62-10 3 0,-8 2 4 0,-54 8-3 0,60-6-1 16,-60 6 3-16,60-2-2 0,-60 2-10 0,59-7 6 16,-59 7 0-16,52-3 2 0,-52 3-4 0,0 0 3 15,63-2 2-15,-63 2-13 0,0 0 6 0,0 0-2 16,0 0 7-16,0 0 0 0,65 3-8 0,-65-3-3 15,0 0 14-15,0 0-3 0,0 0 3 0,0 0-3 16,0 0 12-16,0 0 5 0,0 0-6 0,0 0 6 16,0 0-10-16,0 0-2 0,0 0-6 0,0 0 20 15,0 0-14-15,0 0 5 0,0 0-7 0,0 0-2 16,0 0-8-16,0 0 1 0,0 0-1 0,0 0-9 16,-135 38-1-16,135-38 5 0,-48 11-5 0,48-11-6 15,-57 9 11-15,57-9-1 0,-63 9-7 0,18-1 6 16,45-8-5-16,-63 10 6 0,18-4 2 0,45-6-2 15,-59 6 10-15,59-6 4 0,-59 3-3 0,59-3 6 16,-51 6-9-16,51-6 12 0,0 0 6 0,-61 4 2 16,61-4-2-16,0 0 3 0,0 0 5 0,0 0-6 15,0 0-1-15,0 0-3 0,0 0-1 0,0 0-5 0,-64-2-4 16,64 2-2-16,0 0 1 0,0 0-3 16,0 0 5-16,0 0-7 0,0 0 0 0,0 0 0 15,0 0-1-15,0 0-1 0,185-22 4 0,-139 21 2 16,-46 1-5-16,0 0 5 0,90 1-7 0,-90-1 8 15,56-1-7-15,-56 1 0 0,0 0-3 0,60 4-4 0,-60-4 13 16,0 0-1-16,0 0-1 0,0 0-1 16,68 1 3-16,-68-1-1 0,0 0-2 0,0 0 0 15,0 0-1-15,0 0-3 0,0 0 6 0,0 0 2 0,0 0 4 16,0 0-1-16,0 0 7 0,0 0-9 0,0 0-7 16,0 0 9-16,0 0-1 0,0 0-11 15,0 0 8-15,0 0-4 0,0 0-4 0,0 0-13 16,0 0-6-16,0 0-13 0,0 0-21 0,0 0-25 15,0 0-39-15,0 0-105 0,0 0-245 0,0 0 110 0</inkml:trace>
  <inkml:trace contextRef="#ctx0" brushRef="#br0" timeOffset="13208.66">14938 5450 101 0,'0'0'106'0,"0"0"-14"0,0 0 5 15,0 0-11-15,0 0-11 0,0 0-9 0,0 0 2 16,0 0-3-16,0 0-10 0,0 0-5 0,0 0-3 16,0 0-2-16,0 0-10 0,110-32-10 15,-110 32-4-15,55-6-1 0,-55 6 10 0,63-10-16 0,-63 10 4 16,57-7 0-16,-57 7-2 0,55-9-5 0,-55 9 2 16,0 0-5-16,0 0 3 0,51-4 1 15,-51 4-9-15,0 0-3 0,0 0-2 0,0 0-4 16,0 0 4-16,0 0 3 0,0 0-4 0,0 0 2 0,0 0 1 15,0 0-8-15,0 0 1 0,0 0-3 0,0 0 11 16,0 0-2-16,-129 56-1 0,129-56 5 0,-59 12-1 16,59-12 3-16,-47 9 11 0,47-9-2 0,0 0 3 15,-49 5 5-15,49-5-8 0,0 0-6 0,0 0 12 16,0 0-3-16,0 0 6 0,-43 10-7 0,43-10 3 16,0 0-1-16,0 0-12 0,0 0 15 0,0 0-16 15,0 0 3-15,0 0-3 0,0 0-7 0,0 0 4 16,0 0-3-16,0 0-12 0,0 0-10 0,120-45-6 15,-120 45-12-15,52-15-14 0,-52 15-14 0,53-19-12 16,-53 19-106-16,32-13-200 0,-32 13 89 0</inkml:trace>
  <inkml:trace contextRef="#ctx0" brushRef="#br0" timeOffset="21038.57">16893 14863 78 0,'0'0'113'0,"0"0"-8"15,0 0 13-15,0 0-20 0,0 0 1 16,0 0-3-16,12-1-7 0,-12 1-2 0,0 0-8 16,0 0 2-16,0 0-7 0,0 0-1 0,0 0-3 0,0 0 2 15,0 0-5-15,0 0 1 0,0 0-6 0,0 0-1 16,0 0-7-16,0 0-1 0,0 0-2 0,0 0-4 16,0 0 0-16,0 0-6 0,0 0 2 0,0 0-1 15,0 0-10-15,0 0 0 0,5-7-6 0,-5 7 1 16,0 0-4-16,-9-19-8 0,5 8-6 0,0 2 7 15,-1 1-6-15,0-6-1 0,-1 3-5 0,2-3-2 16,0 2-5-16,-2 0 5 0,2 4-2 0,-4-6 3 16,2 3-6-16,-2-2 2 0,-2 4 0 15,1-2 1-15,0-1-5 0,1 6 2 0,-2-6 2 0,-3 3 2 16,3-1-3-16,0 1 3 0,0 0 5 0,-3-4 0 16,3 4 4-16,-3-2-7 0,-1-1 2 0,1 2 5 15,-2 0 3-15,2-2 1 0,-1 0-4 0,1 4 4 16,-1-5-2-16,0 5 3 0,1 1-1 0,-1-1-1 15,4-2 6-15,-4 0-5 0,1 2-2 0,0 1 2 16,-1 0-3-16,4 0-4 0,-4-1 3 16,4 1-2-16,-2-1-2 0,0 2 1 0,-1-2 3 0,5 5-6 15,-2-2 3-15,-4-1-1 0,-1 0-1 0,2 1 3 16,-3 2-2-16,4-1-4 0,-5-1 0 0,2 3 1 16,-2-1-1-16,2 0-5 0,-2 0 10 0,0 2-4 15,-2 0-1-15,3-2-1 0,-4 0-4 0,3 0 1 16,-1 1-3-16,-1 0-1 0,1 1 1 0,-3-3 3 15,-7 2-7-15,3-3 4 0,-2 4 1 0,6-1 1 16,-4-1 0-16,7 3 3 0,-10 0-5 0,3 0-2 16,-2 0 5-16,10-1-4 0,-9 2-1 0,7-1 0 15,-8 1 2-15,8 1-4 0,-8-2 2 0,3 0-5 16,-3 0 5-16,0 0 2 0,0 2-2 0,2-2 5 16,4 1 0-16,-8-1-5 0,3 0 4 0,1 3-4 15,-2-2-4-15,8-1 5 0,-8-1 1 0,3-2-3 16,-2 3 3-16,6-1 1 0,-6 1-2 0,-1-4 5 0,11 4-2 15,-2 0 2-15,-2-1 1 0,-5 0-5 0,-6-1 3 16,3 1 3-16,9-2-8 0,-4 3 8 16,6-1-3-16,-11-4 0 0,10 4-2 0,-2-1 1 15,-9-1-1-15,2 0 0 0,5 1 1 0,-1-1-3 0,-4 0 1 16,2 1-2-16,-1 1 0 0,6-3 2 16,0 2 1-16,-6 0 1 0,-4-2-2 0,2 3 4 0,1-3-7 15,0 1 6-15,9 1-1 0,-7-2 3 16,5 1-1-16,-7-4 0 0,1 3 0 0,6 1-2 0,-10-2-2 15,6 0 3-15,-3 2 3 0,-1-3 1 0,5 1-1 16,-4-2-6-16,-1 0 2 0,1 1 3 0,-1 0-4 16,0 0-1-16,3 1 2 0,-2 2 3 0,2-3-1 15,-3 3-3-15,0-1 2 0,1 2-2 16,-2 1 4-16,-1 0-2 0,2-4-2 0,0 5 3 0,-2 0 2 16,-1-3-6-16,0 3-1 0,-1 2 1 0,3-1 0 15,-2 1 4-15,-2 2-4 0,1-2-1 0,0-1 1 16,0 2 1-16,0 2-5 0,0 0 2 0,0 2-1 15,2-3-2-15,-1 1-1 0,-2 0 6 0,1 2-4 16,-2-2 7-16,1 2-11 0,-11-1 2 0,14 0 1 16,2 0-2-16,-4 0 0 0,0-1 10 0,3 1-6 15,-3 1-4-15,-1-2 4 0,1 2 0 0,0-4 0 16,1 3-1-16,-1-2 0 0,-13 3 1 0,17-2 5 16,-1 0 0-16,-5-2-3 0,5 3-3 0,-3 1-7 15,-15-1 23-15,16-1-14 0,3-1 2 0,-2 0-3 16,-1 2 2-16,0-3-3 0,-1 0 1 0,-13 2 6 15,17 0-2-15,-2-2 5 0,0 0-8 0,2 0 2 16,-3 0 1-16,0 0-6 0,-3-1 3 0,-12 5 3 16,16-2 0-16,-2-3-12 0,-1-1 15 0,2 1 0 15,-1 0-8-15,1 0 6 0,-2-1 10 0,0 2-12 16,-1-2 0-16,4-1-1 0,-1 0 3 0,2 0-2 16,-2 2 6-16,-1-1-6 0,0-1 2 0,4-1 4 15,-3 1-1-15,3 0-2 0,0 0-7 0,-1 0 11 16,1 0-5-16,1 1 5 0,-4-1-3 0,5 2 1 15,1-2 0-15,-2 3-7 0,-1-2 9 0,1 2-7 16,0-2 6-16,-2 3 1 0,1 0-1 0,2-4-9 16,-1 3 5-16,-2 0-2 0,1 0-4 0,-3-2 4 15,3 2-2-15,1 1 2 0,-1-2-5 0,0-2 9 16,4 1-4-16,-3 2-5 0,-4-2-1 0,4 3 1 0,-2-2 9 16,2 1-6-16,-1 0 4 0,0-2 1 15,1 2-3-15,7-1-3 0,-1 1 5 0,-7-2-1 16,0 2-6-16,3-2 4 0,-2 2 3 0,7 0 0 15,-5-1 1-15,-2 0-4 0,8 1 1 0,1-3 3 0,-9 0-2 16,7 1 0-16,-7-2-4 0,10 0 4 0,-3-1 6 16,-7 2-5-16,8 0-3 0,-2-1 8 0,1 0-4 15,1-1 2-15,-7 2 1 0,7 0 0 0,1-3-3 16,-2 0-1-16,-1 2 4 0,3-2-2 0,-6 3 6 16,4 0-10-16,2-2 8 0,1 0 0 0,-1 1-10 15,-1 1 11-15,0-1-5 0,2 0-3 0,-2 1 1 16,0 0-1-16,1-2 2 0,0 2 8 0,0-1-9 15,2 1-2-15,2 1-8 0,-3-1 13 16,0-1 1-16,2-1-2 0,15 2 2 0,-31 3-4 0,16-3-2 16,-2 0 4-16,3 0-7 0,0 0-11 0,14 0 12 15,-23 0 2-15,7 3-1 0,3-3-2 16,-1 2 5-16,-2-2-7 0,1 3 3 0,0-2 5 0,-3 2-10 16,0 0-10-16,-2-2 16 0,0-1 3 0,4 0 1 15,-2 0-15-15,1 2 14 0,-1-1 6 0,2-1 0 16,-5 0 0-16,4 0 2 0,-3 0 1 0,1 2-3 15,0-2 2-15,0 0 6 0,0 1-14 0,2-2 13 16,-1 1-10-16,0 0 7 0,2 0-1 0,-1 0 4 16,2 0 2-16,-2-2 1 0,4 2-5 0,13 0 2 15,-25 0-3-15,9-1-6 0,1 2 8 0,15-1 0 16,-22 0-2-16,22 0-2 0,-19 0 3 0,19 0-3 16,-19 0-1-16,19 0-3 0,-17 0 9 0,17 0-5 15,-15 0 0-15,15 0-4 0,0 0 0 0,-17 0 2 16,17 0-5-16,0 0 1 0,-12 2-6 0,12-2 14 15,0 0-7-15,0 0-4 0,-15 0 2 0,15 0 1 16,0 0 5-16,0 0-5 0,0 0 3 0,-11 2 4 16,11-2-9-16,0 0-2 0,0 0 7 0,0 0-4 15,0 0 0-15,0 0-2 0,0 0 0 0,0 0-3 16,0 0 6-16,-6 5 0 0,6-5-3 0,0 10 0 16,0-10 3-16,1 16 0 0,-1-3-3 0,3 2 2 0,-1 1-1 15,1-1 4-15,5 9-4 0,-5 0 3 16,1 1 1-16,0-3 2 0,2 6-16 0,3-1 11 15,-4 1 2-15,4-3-3 0,0 3-1 0,1-1 3 16,2-2-2-16,-3 4-3 0,5-4 6 0,-4-2 11 0,2 2-7 16,-4 0-3-16,3-3-7 0,-4 2 11 15,7-2-5-15,-2 0-6 0,-4-6-1 0,2 0 8 16,0 3-18-16,-2-2 16 0,1 7 0 0,-3-7 4 16,4 5-3-16,-5-5-4 0,6 6 11 0,-4-1-11 0,2 1 1 15,0 3 6-15,0 0 0 0,-1 2-2 0,-3-2 3 16,3 1 2-16,-1 4-10 0,1-9-3 0,-3 3 3 15,0-1 5-15,0-1-1 0,2-7 0 16,-5-1-3-16,2-1-3 0,1-2 6 0,-4-5-4 16,2 3 0-16,1-3 10 0,-2 0-1 0,-2-7 0 0,3 6 3 15,-3-6-1-15,4 8-3 0,-4-8-2 0,5 5-3 16,-5-5 3-16,8 5 0 0,-8-5-2 16,11 5-1-16,-11-5 2 0,22 2 0 0,-7-2-2 0,2 0-1 15,2-1 2-15,-1-1-5 0,9-1 6 0,-2 0-13 16,1-1 1-16,2 0 1 0,0-2-5 0,0 0 4 15,4 1 5-15,-3 0-6 0,2-1 3 0,0-1-1 16,16-1 10-16,-18 5 0 0,3-1-5 0,3 1 1 16,-3 1 0-16,16-1 7 0,-1-3-3 15,-17 3 0-15,2 2-4 0,15-2-1 0,-15 2 1 0,13 1 18 16,-14-1-11-16,17 0-11 0,-17 1 6 0,1 0 1 16,14 2 3-16,-13-1 2 0,16 0 2 0,-17-1 5 15,12 0 2-15,4-1 1 0,-2 2-3 0,1-2 0 16,0 1 5-16,-2-2 3 0,5 1-2 0,0 1 3 15,-2-3 2-15,3 1-2 0,2 1-2 0,-1-1-2 16,3-1 1-16,1 0-3 0,-6-1-4 0,1-2-1 16,0 2 0-16,3 1-3 0,1 1 5 0,-1-5 0 15,-1 4 0-15,2-1-5 0,-2-2 2 0,2-1-2 16,-2 0 0-16,0-1 2 0,3 5 1 0,-1-2 8 16,0 0-10-16,-3-3 4 0,1 4-6 0,-1-4 4 15,-1 4-8-15,-5-3 2 0,-13 2 0 0,20-1 0 16,-5 2-4-16,4 0 6 0,-4 1 0 0,-2 0 0 15,3-1-1-15,-3 1 0 0,-13 0 0 0,15-1 5 16,-3 2-8-16,1 2 1 0,-14 0-1 0,17-5 5 16,-2-1 2-16,-15 7-4 0,14-7 4 0,-13 7-5 15,17-5 1-15,-17 4-2 0,17 0 5 0,-19 0-4 16,17 0-1-16,1-1 0 0,-16 1 2 0,18-4 2 16,-3 1-3-16,-18 1 0 0,20 1 1 0,-5-5-2 15,2 3-1-15,3-1 4 0,-5-1-3 0,1 4 1 16,1-3-3-16,-4-3 4 0,-11 7 0 0,2-2-8 15,15-1 6-15,-15 2 1 0,14-5-2 0,0 4 1 16,0-3-2-16,-16 4 1 0,19-4 2 0,-7-1-3 16,-16 6-2-16,19 0 5 0,0 0 1 0,-15 0-5 15,14 0 1-15,3 0-1 0,-16-2 2 0,14 1 2 16,-1-2-5-16,-14 4 2 0,0-2-1 0,18-3-1 16,-17 4 5-16,15-7-4 0,-1 7 3 0,-14-3-2 15,16-6 0-15,-5 9 10 0,4-3-10 0,-15 0 0 16,13-4-1-16,0 2 0 0,0 1-1 0,0-1 2 15,-16 4 0-15,18-2 2 0,-16 2 3 0,15-1-5 16,-15 1 2-16,1-3 0 0,12 1-2 0,-13 0-2 16,0 4 2-16,2-3-4 0,11 3 5 0,-13-4-3 15,-4 3 0-15,4-5 1 0,13 5 2 0,-14-6 2 16,-3 3-3-16,4 2-2 0,-2 0 5 0,5-2 0 16,-3 3-1-16,-4 0-2 0,5-1 0 0,-6-2 0 15,4 2 2-15,-1 0-1 0,-2-2-1 0,-1 3-1 16,0 2-1-16,1-4 2 0,-1 1 4 0,-9 2-4 15,9-2-5-15,-2 1 6 0,-7 1-2 0,1-1-1 16,2 0 4-16,-2 3-3 0,-1-3 0 0,1 2 8 0,-1-1-5 16,1 1-5-16,0-2 1 0,-3 3 0 15,-2-2 4-15,1 1-5 0,-1 1-2 0,0 0 5 16,-1-2-1-16,-2 0 4 0,-11-1-6 0,25 5 3 16,-15-4-3-16,-10-1 3 0,19 2 3 0,-11-1-4 0,-8-1-4 15,13 3 5-15,0 0 0 0,-13-3 1 16,16 2 2-16,-16-2-7 0,18-2 7 0,-18 2-2 15,15-2-3-15,-15 2 2 0,19-1-2 0,-2-3-3 16,-7 2 4-16,-1-1-3 0,4 0 1 0,-2 1 1 16,2-4 2-16,0 1-2 0,-4 2 1 0,1-5-5 0,0 2 3 15,-2 3-1-15,-2-4 4 0,2 2-1 16,0-2 5-16,3-3-4 0,-3-1 0 0,0 1 3 16,2-5-4-16,-8 4 2 0,5-2-4 0,-5-3 6 15,0 2 7-15,0-2-3 0,-2-1-2 0,-1-7 6 0,0 7-2 16,-3-7 2-16,0 0 1 0,0 1 0 0,-1 7 5 15,-3-8 7-15,-2 1-2 0,5 1 1 0,-5 0 11 16,3 6 8-16,-2 0 6 0,4 0-3 16,-1 1 3-16,1 1 3 0,-3 0-9 0,0 4-1 15,6 2-6-15,-2 3-4 0,4 5-10 0,-1-9-15 0,1 9-18 16,0 0-20-16,0 0-30 0,-12-9-45 16,12 9-32-16,0 0-47 0,-33 6-143 0,9 10-357 0,-3-5 159 15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3:42.4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59 260 0 0,'-5'-10'9771'0'0,"68"29"-8883"0"0,-10-2-132 0 0,91 15-1 0 0,-77-26-361 0 0,0-2-1 0 0,99-7 1 0 0,134-28 556 0 0,-106 8-364 0 0,90-12 310 0 0,-264 34-386 0 0,2-4-3400 0 0,-23 4 2657 0 0,1 0 0 0 0,0 0 0 0 0,-1 0 0 0 0,1 0-1 0 0,-1 0 1 0 0,1 0 0 0 0,-1 0 0 0 0,0 0 0 0 0,1 1 0 0 0,-1-1 0 0 0,0 0 0 0 0,0 0 0 0 0,1 0-1 0 0,-1 1 1 0 0,0-1 0 0 0,0 0 0 0 0,0 1 0 0 0,0-1 0 0 0,0 1 0 0 0,0-1 0 0 0,0 1 0 0 0,-2-1-1 0 0,-7-4-2909 0 0,1-1 241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3:42.7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200 1 364 0 0,'0'0'2520'0'0,"4"2"-1888"0"0,7 6-32 0 0,81 66 3390 0 0,-83-66-3692 0 0,1 2 1 0 0,-1-1-1 0 0,-1 1 0 0 0,0 1 1 0 0,0 0-1 0 0,-1 0 1 0 0,6 13-1 0 0,-11-20-253 0 0,0 0 0 0 0,-1 0 0 0 0,0 0 0 0 0,0 0 0 0 0,0 0 0 0 0,-1 0 0 0 0,1 0 0 0 0,-1 0 0 0 0,0 1 0 0 0,0-1 0 0 0,0 0 0 0 0,-1 0 0 0 0,0 0 0 0 0,0 0 0 0 0,-1 6 0 0 0,-1-3-52 0 0,0 0 1 0 0,-1 0-1 0 0,0 0 1 0 0,0 0-1 0 0,0 0 1 0 0,-1-1-1 0 0,-8 10 1 0 0,-3 0-261 0 0,-1-1 1 0 0,-1-1 0 0 0,0 0-1 0 0,-35 19 1 0 0,22-15-1129 0 0,-2-1 1 0 0,0-2-1 0 0,-44 14 0 0 0,30-16-999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3:43.1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 1140 0 0,'-1'-2'11001'0'0,"11"13"-8737"0"0,14 26-2147 0 0,-9 4 213 0 0,-2 0 0 0 0,-2 1 0 0 0,-1 0 1 0 0,-3 1-1 0 0,4 67 0 0 0,-3 14-4283 0 0,-6-121 3044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3:43.5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34 531 304 0 0,'0'0'71'0'0,"-1"0"-1"0"0,1 0 1 0 0,0 0-1 0 0,0 0 1 0 0,0 0-1 0 0,-1 0 1 0 0,1 0-1 0 0,-2 2 1059 0 0,1-2-1058 0 0,1 0-1 0 0,0 0 1 0 0,0 1-1 0 0,0-1 1 0 0,0 0-1 0 0,0 0 1 0 0,0 0-1 0 0,0 0 1 0 0,0 1-1 0 0,0-1 1 0 0,0 0 0 0 0,0 0-1 0 0,0 0 1 0 0,0 1-1 0 0,0-1 1 0 0,0 0-1 0 0,0 0 1 0 0,0 0-1 0 0,0 1 1 0 0,0-1-1 0 0,0 0 1 0 0,0 0 0 0 0,0 0-1 0 0,0 1 1 0 0,0-1-1 0 0,13 3 1891 0 0,17-12-1250 0 0,112-38 911 0 0,-125 40-1971 0 0,1-1 0 0 0,-2 0 0 0 0,1-2 0 0 0,-1 0 0 0 0,27-22 0 0 0,-26 12-2632 0 0,-11 12 1263 0 0</inkml:trace>
  <inkml:trace contextRef="#ctx0" brushRef="#br0" timeOffset="1">1 122 116 0 0,'0'-2'144'0'0,"-1"0"0"0"0,1 0 0 0 0,0-1 0 0 0,0 1 0 0 0,0 0 0 0 0,0 0-1 0 0,1 0 1 0 0,-1 0 0 0 0,1-1 0 0 0,-1 1 0 0 0,1 0 0 0 0,0 0 0 0 0,-1 0 0 0 0,1 0 0 0 0,0 0 0 0 0,0 0 0 0 0,1 1 0 0 0,-1-1-1 0 0,0 0 1 0 0,1 1 0 0 0,-1-1 0 0 0,1 0 0 0 0,-1 1 0 0 0,1 0 0 0 0,0-1 0 0 0,-1 1 0 0 0,1 0 0 0 0,0 0 0 0 0,0 0 0 0 0,3-2-1 0 0,10-4 136 0 0,-1 0 0 0 0,29-10 0 0 0,-40 16-196 0 0,20-6-47 0 0,1 0 0 0 0,0 2-1 0 0,29-4 1 0 0,35 5-3304 0 0,-68 4 1932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3:43.8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 1 716 0 0,'-9'9'1350'0'0,"-1"0"1"0"0,2 1-1 0 0,-1 0 0 0 0,-12 22 1 0 0,16-23-798 0 0,-1 1 0 0 0,2 1 0 0 0,-1-1 0 0 0,2 1 0 0 0,-6 22 1 0 0,7-27-477 0 0,1 0 0 0 0,1 1 0 0 0,-1-1 0 0 0,1 1 0 0 0,0-1 1 0 0,0 1-1 0 0,1-1 0 0 0,0 1 0 0 0,0-1 0 0 0,0 1 1 0 0,1-1-1 0 0,0 0 0 0 0,0 0 0 0 0,1 0 0 0 0,0 0 0 0 0,0 0 1 0 0,0 0-1 0 0,1-1 0 0 0,0 1 0 0 0,0-1 0 0 0,0 0 0 0 0,0-1 1 0 0,1 1-1 0 0,0-1 0 0 0,8 6 0 0 0,-11-8-180 0 0,1-1-1 0 0,-1 1 1 0 0,1-1-1 0 0,0 0 1 0 0,-1 1-1 0 0,1-1 1 0 0,0-1-1 0 0,0 1 1 0 0,0 0-1 0 0,0-1 1 0 0,0 1-1 0 0,0-1 1 0 0,0 0-1 0 0,0 0 1 0 0,0 0-1 0 0,0-1 1 0 0,0 1 0 0 0,0-1-1 0 0,0 1 1 0 0,0-1-1 0 0,0 0 1 0 0,0 0-1 0 0,-1 0 1 0 0,5-3-1 0 0,-3 2-388 0 0,-1 0 0 0 0,0-1 0 0 0,1 1 0 0 0,-1-1 1 0 0,0 1-1 0 0,-1-1 0 0 0,1 0 0 0 0,0 0 0 0 0,-1 0 0 0 0,0-1 0 0 0,3-3 0 0 0,3-8-1931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3:44.2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71 52 612 0 0,'0'0'3383'0'0,"4"1"-2962"0"0,71 30 2154 0 0,-75-30-2566 0 0,0-1 1 0 0,0 0-1 0 0,1 0 1 0 0,-1 1-1 0 0,0-1 1 0 0,0 0-1 0 0,1 0 1 0 0,-1 1-1 0 0,0-1 0 0 0,0 0 1 0 0,0 0-1 0 0,1 1 1 0 0,-1-1-1 0 0,0 0 1 0 0,0 1-1 0 0,0-1 1 0 0,0 0-1 0 0,0 1 1 0 0,0-1-1 0 0,0 0 1 0 0,0 1-1 0 0,0-1 1 0 0,0 0-1 0 0,0 1 1 0 0,0-1-1 0 0,0 1 1 0 0,0-1-1 0 0,0 0 1 0 0,0 1-1 0 0,0-1 1 0 0,0 0-1 0 0,0 0 1 0 0,0 1-1 0 0,-1-1 1 0 0,1 0-1 0 0,0 1 1 0 0,0-1-1 0 0,0 0 1 0 0,-1 1-1 0 0,1-1 0 0 0,0 0 1 0 0,0 0-1 0 0,-1 0 1 0 0,1 1-1 0 0,0-1 1 0 0,-1 0-1 0 0,1 0 1 0 0,0 0-1 0 0,0 1 1 0 0,-1-1-1 0 0,1 0 1 0 0,-1 0-1 0 0,-14 10 159 0 0,5-7-26 0 0,0 0-1 0 0,0-1 0 0 0,0 0 0 0 0,0-1 1 0 0,-11 1-1 0 0,18-2-126 0 0,1 0-1 0 0,-1 0 1 0 0,1 0 0 0 0,-1 0-1 0 0,1 0 1 0 0,-1-1 0 0 0,1 1-1 0 0,-1-1 1 0 0,1 1 0 0 0,0-1-1 0 0,-1 0 1 0 0,1 0 0 0 0,0 0 0 0 0,-1 0-1 0 0,1-1 1 0 0,0 1 0 0 0,0-1-1 0 0,0 1 1 0 0,0-1 0 0 0,0 0-1 0 0,1 1 1 0 0,-1-1 0 0 0,1 0-1 0 0,-1 0 1 0 0,-1-4 0 0 0,2 4-83 0 0,1 0 0 0 0,-1 0 1 0 0,1 0-1 0 0,0 0 0 0 0,0 0 0 0 0,0 0 1 0 0,0 0-1 0 0,0 0 0 0 0,0 0 0 0 0,1 0 1 0 0,-1 0-1 0 0,1 0 0 0 0,-1 0 1 0 0,1 0-1 0 0,0 0 0 0 0,0 0 0 0 0,0 0 1 0 0,0 0-1 0 0,0 1 0 0 0,2-4 0 0 0,29-30-3878 0 0,-17 22 1964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3:45.0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155 1558 404 0 0,'-14'-31'4408'0'0,"13"14"-3588"0"0,1 1 1 0 0,0-1-1 0 0,2 1 1 0 0,0 0-1 0 0,6-25 1 0 0,4-33 450 0 0,-9-15-618 0 0,-4-1 1 0 0,-3 1-1 0 0,-27-146 1 0 0,8 110-401 0 0,-35-143 156 0 0,14 68-82 0 0,41 186-318 0 0,2 0 0 0 0,0 0 0 0 0,0 0 0 0 0,1 0 0 0 0,3-16 0 0 0,-2 28-10 0 0,0 0-1 0 0,0 1 1 0 0,0-1-1 0 0,0 1 0 0 0,0-1 1 0 0,0 1-1 0 0,0-1 1 0 0,1 1-1 0 0,-1 0 1 0 0,1 0-1 0 0,-1-1 0 0 0,1 1 1 0 0,-1 0-1 0 0,1 0 1 0 0,0 1-1 0 0,-1-1 1 0 0,1 0-1 0 0,0 0 0 0 0,0 1 1 0 0,0-1-1 0 0,-1 1 1 0 0,5-1-1 0 0,42-5-31 0 0,124 7 15 0 0,419-38 41 0 0,-494 30-21 0 0,-80 6-26 0 0,191-21-491 0 0,-206 22 390 0 0,3-3-474 0 0,-8-13-5305 0 0,-7 7 3090 0 0,1 2 214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3:45.4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0 588 0 0,'27'10'2000'0'0,"10"1"-991"0"0,0 1 0 0 0,-1 2 1 0 0,-1 2-1 0 0,0 1 1 0 0,52 35-1 0 0,-84-49-982 0 0,0-1-1 0 0,0 0 1 0 0,-1 1 0 0 0,1-1-1 0 0,0 1 1 0 0,-1 0-1 0 0,0 0 1 0 0,0 0 0 0 0,0 0-1 0 0,0 0 1 0 0,0 1-1 0 0,0-1 1 0 0,-1 1 0 0 0,0-1-1 0 0,0 1 1 0 0,0-1 0 0 0,0 1-1 0 0,0 0 1 0 0,0 4-1 0 0,-2-3-49 0 0,1-1-1 0 0,-1 1 0 0 0,0 0 0 0 0,0 0 0 0 0,0-1 0 0 0,-1 1 0 0 0,0 0 0 0 0,0-1 0 0 0,0 0 0 0 0,0 1 1 0 0,-1-1-1 0 0,-5 7 0 0 0,-2 1-628 0 0,-1 0 1 0 0,0-2-1 0 0,-1 1 1 0 0,0-1-1 0 0,0-1 1 0 0,-1 0-1 0 0,-27 13 1 0 0,9-7-1407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3:45.7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1 844 0 0,'0'0'961'0'0,"7"9"874"0"0,9 13-282 0 0,-6-7-764 0 0,63 91 3010 0 0,-50-71-3310 0 0,-2 1-1 0 0,28 66 0 0 0,-41-81-834 0 0,-1-7-485 0 0,-2 1 1 0 0,1 0-1 0 0,-2 0 1 0 0,3 18-1 0 0,-7-24-1723 0 0,-2 1 197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3:46.1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168 696 276 0 0,'0'0'1858'0'0,"16"-1"-28"0"0,27-6-765 0 0,0-2-1 0 0,-1-3 1 0 0,42-16-1 0 0,15-5-344 0 0,-86 30-766 0 0,2-1-356 0 0,0 0 1 0 0,-1-1 0 0 0,1 0 0 0 0,-1-1 0 0 0,-1-1 0 0 0,1 0 0 0 0,14-10 0 0 0,-20 8-1755 0 0,-7 1 165 0 0</inkml:trace>
  <inkml:trace contextRef="#ctx0" brushRef="#br0" timeOffset="1">13 197 244 0 0,'-1'-1'144'0'0,"0"1"0"0"0,0-1 1 0 0,0 0-1 0 0,0 0 0 0 0,0 0 0 0 0,1 0 0 0 0,-1-1 1 0 0,0 1-1 0 0,0 0 0 0 0,1 0 0 0 0,-1 0 0 0 0,1 0 1 0 0,-1-1-1 0 0,1 1 0 0 0,0 0 0 0 0,-1-1 0 0 0,1 1 1 0 0,0 0-1 0 0,0-1 0 0 0,0 1 0 0 0,0 0 0 0 0,0-1 0 0 0,0 1 1 0 0,0 0-1 0 0,1-3 0 0 0,1 1 48 0 0,-1-1 0 0 0,1 1 0 0 0,0 0 0 0 0,0 0 0 0 0,0 0 0 0 0,0 0 0 0 0,0 1 0 0 0,0-1-1 0 0,6-4 1 0 0,3-2 244 0 0,0 0 0 0 0,1 1-1 0 0,24-12 1 0 0,-5 5-52 0 0,0 1 0 0 0,1 2-1 0 0,1 2 1 0 0,0 0 0 0 0,58-7 0 0 0,-68 14-643 0 0,0 1-1 0 0,0 2 1 0 0,0 0-1 0 0,0 2 1 0 0,-1 0 0 0 0,1 1-1 0 0,0 2 1 0 0,-1 0-1 0 0,30 12 1 0 0,-12-3-3381 0 0,-24-7 1544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3:46.4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178 31 264 0 0,'-1'-2'275'0'0,"-1"0"1"0"0,1-1-1 0 0,-1 1 0 0 0,0 0 1 0 0,0 0-1 0 0,0 0 0 0 0,0 1 0 0 0,0-1 1 0 0,0 0-1 0 0,0 1 0 0 0,-1-1 1 0 0,1 1-1 0 0,-1 0 0 0 0,1 0 1 0 0,-1 0-1 0 0,1 0 0 0 0,-1 0 0 0 0,1 1 1 0 0,-1-1-1 0 0,0 1 0 0 0,1-1 1 0 0,-1 1-1 0 0,0 0 0 0 0,0 0 0 0 0,1 0 1 0 0,-1 1-1 0 0,0-1 0 0 0,-3 2 1 0 0,3-1-169 0 0,0 1 0 0 0,0-1 1 0 0,0 1-1 0 0,0 0 0 0 0,0 0 1 0 0,0 1-1 0 0,1-1 0 0 0,-1 0 0 0 0,1 1 1 0 0,-1 0-1 0 0,1-1 0 0 0,0 1 1 0 0,0 0-1 0 0,1 0 0 0 0,-1 0 1 0 0,0 1-1 0 0,1-1 0 0 0,0 0 0 0 0,0 1 1 0 0,0-1-1 0 0,0 0 0 0 0,0 5 1 0 0,0-1 1 0 0,1 1 0 0 0,0-1 0 0 0,0 0 0 0 0,1 1 0 0 0,0-1 0 0 0,0 0 0 0 0,0 0 0 0 0,1 0 0 0 0,4 11 0 0 0,31 62 499 0 0,-28-61-466 0 0,6 10 3 0 0,0-2-59 0 0,-2 2 0 0 0,0 0 1 0 0,-2 1-1 0 0,9 38 0 0 0,-12-32-264 0 0,-4-22-207 0 0,-1 1-1 0 0,0 1 1 0 0,-1-1 0 0 0,-1 0-1 0 0,0 0 1 0 0,-2 24 0 0 0,0-28-296 0 0,1-9 356 0 0,0 0 0 0 0,-1 0 1 0 0,1 0-1 0 0,0 0 0 0 0,-1 0 1 0 0,1-1-1 0 0,-1 1 0 0 0,1 0 1 0 0,-1 0-1 0 0,0 0 0 0 0,1-1 1 0 0,-1 1-1 0 0,0 0 0 0 0,-1-1 1 0 0,-1 3-1 0 0,-5 2-2140 0 0</inkml:trace>
  <inkml:trace contextRef="#ctx0" brushRef="#br0" timeOffset="1">1 503 524 0 0,'5'-25'4834'0'0,"-2"20"-4505"0"0,0 1 1 0 0,1-1-1 0 0,0 1 1 0 0,0 0-1 0 0,0 0 1 0 0,0 0-1 0 0,0 1 1 0 0,1-1-1 0 0,-1 1 1 0 0,11-5-1 0 0,57-25 1005 0 0,-55 27-998 0 0,54-20-522 0 0,1 4 0 0 0,115-20 1 0 0,-71 18-4961 0 0,-66 13 2361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7:03:47.3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 1032,'7'-1'7843,"-7"1"-7701,4 27 2078,-1 37-1019,-1-30-529,2 0 0,1-1 0,2 0 1,16 49-1,2 13 77,5-1-1297,-14-53-2133,-1-1-4546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7:03:47.7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1 170 704,'114'-29'9592,"83"-24"-8877,-90 24-705,-86 23-654,1 0-1,23-12 1,-11-3-4136,-26 14 2356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7:03:48.097"/>
    </inkml:context>
    <inkml:brush xml:id="br0">
      <inkml:brushProperty name="width" value="0.1" units="cm"/>
      <inkml:brushProperty name="height" value="0.1" units="cm"/>
      <inkml:brushProperty name="color" value="#004F8B"/>
    </inkml:brush>
    <inkml:context xml:id="ctx1">
      <inkml:inkSource xml:id="inkSrc1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1" timeString="2022-03-03T07:03:48.098"/>
    </inkml:context>
  </inkml:definitions>
  <inkml:trace contextRef="#ctx0" brushRef="#br0">23 118 1188,'-1'0'96,"0"0"0,0 0 0,0 0 0,1 0 0,-1 0 0,0 0-1,0 0 1,0-1 0,0 1 0,1 0 0,-1 0 0,0 0 0,0-1 0,1 1 0,-1-1-1,0 1 1,1 0 0,-1-1 0,0 1 0,1-1 0,-1 0 0,0 1 0,1-1 0,-1 1 0,1-1-1,-1 0 1,1 1 0,-1-1 0,1 0 0,0 0 0,-1 1 0,1-1 0,0 0 0,0 0 0,0 0-1,-1 1 1,1-1 0,0 0 0,0 0 0,0 0 0,0 1 0,0-1 0,1 0 0,-1 0 0,0 0-1,0 1 1,0-1 0,1 0 0,-1 0 0,0 0 0,1 0 0,1-2 61,0 0 0,0 1 0,0-1 0,0 1 0,1-1 0,-1 1 0,1 0 0,-1 0 0,1 0 0,0 1 0,-1-1 0,5-1 0,30-10 229,1 1 0,0 3 0,0 1 0,1 1 0,40 0 0,-42 5-883,0 2 1,0 1-1,0 2 0,-1 2 0,53 13 0,-34 1-3248,-27-7 1603</inkml:trace>
  <inkml:trace contextRef="#ctx1" brushRef="#br0">1085 596 9973 0 0,'-2'2'159'0'0,"-1"0"1"0"0,1-1 0 0 0,-1 1-1 0 0,1-1 1 0 0,-1 0-1 0 0,0 1 1 0 0,1-1-1 0 0,-1 0 1 0 0,-4 0 0 0 0,6-1-87 0 0,-1 1 1 0 0,0-1 0 0 0,1 0-1 0 0,-1 1 1 0 0,0 0 0 0 0,1-1-1 0 0,-1 1 1 0 0,0 0 0 0 0,1 0-1 0 0,-1 0 1 0 0,1 0 0 0 0,0 0 0 0 0,-1 0-1 0 0,1 0 1 0 0,0 0 0 0 0,0 0-1 0 0,-1 1 1 0 0,1-1 0 0 0,0 1-1 0 0,0-1 1 0 0,0 1 0 0 0,1-1-1 0 0,-1 1 1 0 0,0-1 0 0 0,1 1 0 0 0,-1 0-1 0 0,1-1 1 0 0,-1 1 0 0 0,1 2-1 0 0,-3 14 77 0 0,1 0 1 0 0,0 1-1 0 0,2-1 0 0 0,0 0 0 0 0,5 32 0 0 0,-4-41-294 0 0,0 0-1 0 0,1 0 0 0 0,0 0 1 0 0,1 0-1 0 0,0-1 1 0 0,1 1-1 0 0,-1-1 0 0 0,2 1 1 0 0,-1-1-1 0 0,1 0 1 0 0,0-1-1 0 0,1 1 0 0 0,6 6 1 0 0,-10-13-143 0 0,0 1 1 0 0,-1-1 0 0 0,1 0-1 0 0,0 0 1 0 0,0 1-1 0 0,0-2 1 0 0,0 1 0 0 0,1 0-1 0 0,-1 0 1 0 0,0-1-1 0 0,0 1 1 0 0,0-1 0 0 0,1 1-1 0 0,-1-1 1 0 0,0 0-1 0 0,0 0 1 0 0,1 0-1 0 0,-1 0 1 0 0,0-1 0 0 0,0 1-1 0 0,1-1 1 0 0,-1 1-1 0 0,0-1 1 0 0,0 0 0 0 0,0 0-1 0 0,0 0 1 0 0,3-1-1 0 0,5-4-2321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3:48.4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30 114 492 0 0,'-1'0'134'0'0,"1"-1"-1"0"0,0 1 1 0 0,-1 0 0 0 0,1-1 0 0 0,0 1-1 0 0,-1 0 1 0 0,1-1 0 0 0,0 1-1 0 0,0-1 1 0 0,-1 1 0 0 0,1-1-1 0 0,0 1 1 0 0,0-1 0 0 0,0 1-1 0 0,0-1 1 0 0,0 1 0 0 0,0 0 0 0 0,-1-1-1 0 0,1 1 1 0 0,0-1 0 0 0,0 1-1 0 0,1-1 1 0 0,-1 1 0 0 0,0-1-1 0 0,0 1 1 0 0,0-1 0 0 0,0 1-1 0 0,0-1 1 0 0,0 1 0 0 0,1-1 0 0 0,-1 1-1 0 0,0-1 1 0 0,0 1 0 0 0,1 0-1 0 0,-1-1 1 0 0,0 1 0 0 0,1 0-1 0 0,-1-1 1 0 0,0 1 0 0 0,1-1-1 0 0,24 2 1536 0 0,27 19-1104 0 0,-25 5-530 0 0,-26-24-36 0 0,-1 0 1 0 0,1-1-1 0 0,0 1 1 0 0,0 0-1 0 0,-1 0 1 0 0,1 0-1 0 0,-1 0 1 0 0,1 0 0 0 0,-1 0-1 0 0,1 0 1 0 0,-1 0-1 0 0,0 0 1 0 0,1 0-1 0 0,-1 0 1 0 0,0 0-1 0 0,0 0 1 0 0,0 1-1 0 0,0-1 1 0 0,0 0 0 0 0,0 0-1 0 0,0 0 1 0 0,0 0-1 0 0,0 0 1 0 0,0 0-1 0 0,-1 0 1 0 0,1 0-1 0 0,0 0 1 0 0,-1 0 0 0 0,1 0-1 0 0,-1 0 1 0 0,1 0-1 0 0,-1 0 1 0 0,0 0-1 0 0,1 0 1 0 0,-2 1-1 0 0,0-1 9 0 0,0-1 0 0 0,1 0 0 0 0,-1 0-1 0 0,0 0 1 0 0,0 0 0 0 0,1 0 0 0 0,-1 0-1 0 0,0 0 1 0 0,1-1 0 0 0,-1 1 0 0 0,0 0 0 0 0,-2-2-1 0 0,3 2-4 0 0,-6-3 88 0 0,0 0 0 0 0,0-1 0 0 0,1 1 0 0 0,-1-1 0 0 0,1-1 0 0 0,0 1 1 0 0,0-1-1 0 0,1 0 0 0 0,-1 0 0 0 0,1-1 0 0 0,0 0 0 0 0,1 0 0 0 0,-1 0 0 0 0,1 0 1 0 0,0-1-1 0 0,1 1 0 0 0,0-1 0 0 0,0 0 0 0 0,0 0 0 0 0,-3-13 0 0 0,6 18-86 0 0,0 0-1 0 0,0 1 0 0 0,0-1 1 0 0,0 1-1 0 0,0-1 1 0 0,0 0-1 0 0,0 1 0 0 0,1-1 1 0 0,-1 0-1 0 0,1 1 0 0 0,-1-1 1 0 0,1 1-1 0 0,-1-1 0 0 0,1 1 1 0 0,0-1-1 0 0,0 1 1 0 0,0 0-1 0 0,0-1 0 0 0,0 1 1 0 0,0 0-1 0 0,0-1 0 0 0,2 0 1 0 0,0 0-19 0 0,0 0 0 0 0,0 0 1 0 0,0 1-1 0 0,1-1 0 0 0,-1 1 1 0 0,0 0-1 0 0,1 0 0 0 0,-1 0 1 0 0,0 0-1 0 0,5 0 0 0 0,2 0-747 0 0,-1 1 1 0 0,1 0-1 0 0,0 1 0 0 0,-1-1 1 0 0,1 2-1 0 0,-1-1 0 0 0,10 4 0 0 0,-6-1-1553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3:48.8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32 28 0 0,'-12'-7'8781'0'0,"35"0"-6654"0"0,42-3-1467 0 0,73 3 245 0 0,-46 7-4153 0 0,-50 0-933 0 0,-29 0 1325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7:03:49.170"/>
    </inkml:context>
    <inkml:brush xml:id="br0">
      <inkml:brushProperty name="width" value="0.1" units="cm"/>
      <inkml:brushProperty name="height" value="0.1" units="cm"/>
      <inkml:brushProperty name="color" value="#004F8B"/>
    </inkml:brush>
    <inkml:context xml:id="ctx1">
      <inkml:inkSource xml:id="inkSrc1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1" timeString="2022-03-03T07:03:49.171"/>
    </inkml:context>
  </inkml:definitions>
  <inkml:trace contextRef="#ctx0" brushRef="#br0">0 699 684,'0'0'2688,"27"-9"-1964,-1-4-68,5 4-104,10-4-131,4 2-125,3-2-140,10-1-200,21-10-268,-2 5-213,-21 1-359,-1 0-960,24-6 428</inkml:trace>
  <inkml:trace contextRef="#ctx1" brushRef="#br0">1554 0 10693 0 0,'0'0'2264'0'0,"-1"4"-2024"0"0,0 6-76 0 0,0 0 1 0 0,1 0-1 0 0,0 0 1 0 0,0 0-1 0 0,1-1 1 0 0,1 1-1 0 0,-1 0 1 0 0,2 0-1 0 0,4 14 1 0 0,-2-8-58 0 0,-1 0 1 0 0,-1 1-1 0 0,2 19 0 0 0,-6-1-533 0 0,-2 0 0 0 0,-1-1 0 0 0,-1 1 0 0 0,-17 54 0 0 0,8-20-1611 0 0,6-23-3457 0 0,2-28 2340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3:49.5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216 630 292 0 0,'-8'5'10462'0'0,"71"-11"-9134"0"0,15-1-1042 0 0,112-24 0 0 0,-156 23-944 0 0,34-9-1560 0 0,-26-1-2331 0 0,-21 4 1608 0 0</inkml:trace>
  <inkml:trace contextRef="#ctx0" brushRef="#br0" timeOffset="1">31 98 568 0 0,'-2'-1'195'0'0,"0"1"0"0"0,1-1 0 0 0,-1 1 0 0 0,0-1 0 0 0,0 0 0 0 0,1 0 0 0 0,-1 0 0 0 0,1 0 0 0 0,-1 0 0 0 0,1-1 0 0 0,0 1 0 0 0,-1 0 0 0 0,1 0 0 0 0,0-1 0 0 0,0 1 0 0 0,0-1 0 0 0,0 1 0 0 0,0-1 0 0 0,0 0 0 0 0,0 1 0 0 0,0-1 0 0 0,0-2 0 0 0,1 2-63 0 0,1 0 0 0 0,-1 1-1 0 0,1-1 1 0 0,0 1 0 0 0,-1-1-1 0 0,1 1 1 0 0,0-1 0 0 0,0 1-1 0 0,0-1 1 0 0,0 1 0 0 0,0 0-1 0 0,0-1 1 0 0,1 1 0 0 0,-1 0 0 0 0,0 0-1 0 0,1 0 1 0 0,-1 0 0 0 0,0 0-1 0 0,1 0 1 0 0,0 0 0 0 0,-1 0-1 0 0,1 1 1 0 0,-1-1 0 0 0,3 0-1 0 0,17-7 183 0 0,0 1 0 0 0,0 1-1 0 0,1 1 1 0 0,0 1 0 0 0,0 1-1 0 0,25-1 1 0 0,136 5 73 0 0,-177-1-395 0 0,26 2-395 0 0,0 1 1 0 0,0 2-1 0 0,40 10 1 0 0,-4 10-4638 0 0,-48-17 2634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3:49.9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284 137 692 0 0,'5'-4'479'0'0,"0"0"0"0"0,-1-1 0 0 0,1 1 0 0 0,-1-1 0 0 0,0 0 0 0 0,0 0 0 0 0,-1-1 0 0 0,1 1 0 0 0,-1-1 0 0 0,0 0 0 0 0,-1 0 0 0 0,0 0 0 0 0,0 0 0 0 0,0 0 0 0 0,0 0 0 0 0,-1-1 1 0 0,0 1-1 0 0,0-8 0 0 0,-1 12-418 0 0,0 1 1 0 0,-1 0-1 0 0,1 0 1 0 0,0 0-1 0 0,-1 0 1 0 0,1 0-1 0 0,-1 0 1 0 0,1 0-1 0 0,-1 0 1 0 0,1 0-1 0 0,-1 0 1 0 0,0 0-1 0 0,1 0 1 0 0,-1 0 0 0 0,0 0-1 0 0,0 0 1 0 0,0 1-1 0 0,0-1 1 0 0,0 0-1 0 0,0 1 1 0 0,0-1-1 0 0,0 1 1 0 0,0-1-1 0 0,0 1 1 0 0,0-1-1 0 0,0 1 1 0 0,0 0-1 0 0,0-1 1 0 0,-1 1 0 0 0,1 0-1 0 0,0 0 1 0 0,0 0-1 0 0,0 0 1 0 0,0 0-1 0 0,-3 0 1 0 0,-39 6 622 0 0,33-3-605 0 0,0 1 1 0 0,0 0-1 0 0,0 1 0 0 0,0 0 1 0 0,1 1-1 0 0,0 0 0 0 0,0 0 1 0 0,1 1-1 0 0,-1 0 0 0 0,2 1 0 0 0,-1-1 1 0 0,1 2-1 0 0,0-1 0 0 0,0 1 1 0 0,1 0-1 0 0,1 0 0 0 0,-1 0 1 0 0,2 1-1 0 0,-1 0 0 0 0,1 0 0 0 0,1 0 1 0 0,-5 19-1 0 0,0 15 127 0 0,3 0 0 0 0,1 0 0 0 0,2 0 0 0 0,4 58 1 0 0,0-21-39 0 0,-2-54-249 0 0,-2 1 0 0 0,-1 0-1 0 0,-1 0 1 0 0,-12 46 0 0 0,10-58-920 0 0,0 0-1 0 0,0 0 0 0 0,-2 0 1 0 0,1-1-1 0 0,-14 18 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3:50.2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0 149 612 0 0,'9'-13'1412'0'0,"-3"4"-52"0"0,4-2-88 0 0,2-2-63 0 0,4 2-113 0 0,7-4-112 0 0,3 2-124 0 0,11-1-224 0 0,6-1-336 0 0,0 4-552 0 0,4 2-1332 0 0,6 1-1713 0 0,0 1 761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7:03:51.1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0 1100,'-57'11'8548,"60"-10"-7996,29 7-156,-1-1-1,1-2 0,0-2 0,1 0 1,36-3-1,19 2-752,41 3-1978,-69-4-2555,-31 1 2080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7:03:51.5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56 178 188,'-15'6'948,"1"-1"-80,2 3-20,4-7-16,1 3 1761,42-26-2281,-6 11-164,14-9-200,10-6-216,14-7-204,-16 4-521,2-2-1075,-6 1 480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3:51.8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470 0 976 0 0,'-2'2'962'0'0,"-4"3"-154"0"0,-10 13 759 0 0,14-11-1327 0 0,1-1 0 0 0,1 1-1 0 0,-1 0 1 0 0,1 0 0 0 0,0 0-1 0 0,1-1 1 0 0,0 1 0 0 0,0 0 0 0 0,0-1-1 0 0,1 1 1 0 0,0-1 0 0 0,0 1 0 0 0,1-1-1 0 0,-1 0 1 0 0,2 0 0 0 0,-1 0 0 0 0,0 0-1 0 0,1 0 1 0 0,6 6 0 0 0,11 13 244 0 0,0 0 0 0 0,42 35 0 0 0,-47-45-192 0 0,57 42 438 0 0,8 5-75 0 0,-74-55-581 0 0,0-1 0 0 0,-1 1 1 0 0,0 0-1 0 0,0 1 0 0 0,0 0 1 0 0,-1-1-1 0 0,0 2 0 0 0,4 9 1 0 0,-7-13-43 0 0,-1 0 1 0 0,1 0-1 0 0,-1 1 1 0 0,0-1-1 0 0,0 0 1 0 0,-1 0-1 0 0,0 1 1 0 0,0-1-1 0 0,0 0 1 0 0,0 0-1 0 0,-1 1 1 0 0,0-1-1 0 0,0 0 1 0 0,-2 7-1 0 0,-1-3 0 0 0,0 1 1 0 0,-1-1-1 0 0,1-1 0 0 0,-2 1 0 0 0,1-1 0 0 0,-1 1 0 0 0,-7 6 0 0 0,-12 10-11 0 0,0-2-1 0 0,-1 0 1 0 0,-38 24 0 0 0,58-43-25 0 0,-91 57-640 0 0,-138 66 0 0 0,166-92-69 0 0,-43 14-1461 0 0,37-25-2333 0 0,42-17 1668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3:53.8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397 36 1048 0 0,'1'-1'213'0'0,"-1"0"-1"0"0,0-1 1 0 0,0 1 0 0 0,0-1-1 0 0,-1 1 1 0 0,1 0-1 0 0,0-1 1 0 0,0 1 0 0 0,-1 0-1 0 0,1-1 1 0 0,-1 1 0 0 0,1 0-1 0 0,-1 0 1 0 0,1-1-1 0 0,-1 1 1 0 0,0 0 0 0 0,0 0-1 0 0,0 0 1 0 0,1 0 0 0 0,-1 0-1 0 0,0 0 1 0 0,0 0-1 0 0,0 0 1 0 0,-1 0 0 0 0,1 0-1 0 0,-1 0 1 0 0,-1 0-35 0 0,0 0 1 0 0,0 1 0 0 0,1-1-1 0 0,-1 1 1 0 0,0 0-1 0 0,0 0 1 0 0,1 0 0 0 0,-1 0-1 0 0,0 0 1 0 0,0 0-1 0 0,1 1 1 0 0,-5 1 0 0 0,-6 2 91 0 0,1 0 0 0 0,0 1 0 0 0,0 1 0 0 0,-18 10 1 0 0,1 3 161 0 0,0 2 1 0 0,1 0 0 0 0,2 2 0 0 0,-33 36-1 0 0,49-49-279 0 0,1 0-1 0 0,1 1 1 0 0,0 0-1 0 0,0 0 1 0 0,1 1-1 0 0,1 0 1 0 0,0 0-1 0 0,0 1 0 0 0,1-1 1 0 0,1 1-1 0 0,0 0 1 0 0,1 1-1 0 0,0-1 1 0 0,0 19-1 0 0,3-26-97 0 0,0-1 0 0 0,1 0-1 0 0,0 1 1 0 0,0-1 0 0 0,0 0 0 0 0,0 0 0 0 0,1 0-1 0 0,0 0 1 0 0,0 0 0 0 0,1 0 0 0 0,-1 0 0 0 0,1-1-1 0 0,0 1 1 0 0,1-1 0 0 0,-1 0 0 0 0,0 0 0 0 0,1 0-1 0 0,0 0 1 0 0,0-1 0 0 0,0 1 0 0 0,1-1 0 0 0,-1 0-1 0 0,1 0 1 0 0,0-1 0 0 0,0 1 0 0 0,-1-1 0 0 0,2 0-1 0 0,-1-1 1 0 0,7 3 0 0 0,16 2 68 0 0,1 0-1 0 0,0-1 1 0 0,0-2 0 0 0,35-1 0 0 0,-32 0-30 0 0,45-2-379 0 0,1-2 1 0 0,-1-5-1 0 0,0-2 1 0 0,-1-4-1 0 0,98-29 0 0 0,-138 28-1137 0 0,-21 2-961 0 0,-14 9 1043 0 0,-1 2 1150 0 0,0 1-1 0 0,1-1 0 0 0,-1 1 1 0 0,0-1-1 0 0,0 1 1 0 0,0-1-1 0 0,0 1 1 0 0,0-1-1 0 0,0 1 1 0 0,-1-1-1 0 0,1 1 1 0 0,0-1-1 0 0,0 1 1 0 0,0-1-1 0 0,0 1 1 0 0,0-1-1 0 0,-1 1 1 0 0,0-2-767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3:54.9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478 233 12 0 0,'-4'-105'10894'0'0,"6"110"-10591"0"0,40 131 1149 0 0,-21-78-943 0 0,-3 1 1 0 0,-3 1-1 0 0,13 104 1 0 0,-27-151-337 0 0,0-4 123 0 0,0 1 1 0 0,-1-1-1 0 0,0 1 1 0 0,-2 15-1 0 0,-3-29-151 0 0,-72-71 325 0 0,58 54-424 0 0,-1 1 1 0 0,-1 1-1 0 0,-1 0 1 0 0,-1 2 0 0 0,-32-19-1 0 0,44 30-42 0 0,-1 1-1 0 0,1 1 1 0 0,-2 0 0 0 0,1 0-1 0 0,0 1 1 0 0,-1 1 0 0 0,1 0-1 0 0,-1 1 1 0 0,1 0-1 0 0,-1 1 1 0 0,0 0 0 0 0,1 1-1 0 0,-17 3 1 0 0,20-2-11 0 0,-1 0 0 0 0,1 1 0 0 0,0 0-1 0 0,0 0 1 0 0,0 1 0 0 0,0 0 0 0 0,1 1 0 0 0,0 0 0 0 0,-1 0 0 0 0,2 1 0 0 0,-1 0-1 0 0,1 0 1 0 0,0 1 0 0 0,0 0 0 0 0,1 0 0 0 0,0 1 0 0 0,0-1 0 0 0,-5 11 0 0 0,8-14 0 0 0,1 0 1 0 0,0 0 0 0 0,0 1 0 0 0,1-1 0 0 0,-1 0 0 0 0,1 1-1 0 0,0-1 1 0 0,0 1 0 0 0,0-1 0 0 0,1 1 0 0 0,0 0 0 0 0,0-1 0 0 0,0 1-1 0 0,0 0 1 0 0,1-1 0 0 0,-1 1 0 0 0,1-1 0 0 0,0 1 0 0 0,1-1-1 0 0,-1 1 1 0 0,1-1 0 0 0,0 0 0 0 0,0 0 0 0 0,0 0 0 0 0,1 0 0 0 0,-1 0-1 0 0,1 0 1 0 0,5 5 0 0 0,0-1-23 0 0,0-1 0 0 0,0 0 0 0 0,1 0-1 0 0,0-1 1 0 0,0 0 0 0 0,1-1 0 0 0,-1 0 0 0 0,1 0 0 0 0,0-1-1 0 0,22 6 1 0 0,-4-4-71 0 0,0-2-1 0 0,1 0 1 0 0,0-2 0 0 0,0-1-1 0 0,0-2 1 0 0,0 0-1 0 0,-1-2 1 0 0,31-7 0 0 0,-20 1-101 0 0,0-1-1 0 0,-1-2 1 0 0,0-2 0 0 0,-1-2 0 0 0,43-24 0 0 0,-61 29 120 0 0,-1-1-1 0 0,-1-1 1 0 0,0 0-1 0 0,-1-1 1 0 0,0-1-1 0 0,-1-1 1 0 0,-1 0-1 0 0,-1-1 1 0 0,0 0-1 0 0,-1-1 1 0 0,-1 0-1 0 0,15-32 1 0 0,-14 20 85 0 0,-1-1 1 0 0,-2 0 0 0 0,0 0 0 0 0,-2-1-1 0 0,-2 0 1 0 0,-1 0 0 0 0,0-55 0 0 0,2 1 1269 0 0,-6 85-1084 0 0,2 3-178 0 0,0 0 0 0 0,0 1-1 0 0,0-1 1 0 0,-1 1 0 0 0,1-1 0 0 0,-1 1-1 0 0,0 0 1 0 0,1 0 0 0 0,0 5-1 0 0,0-4 6 0 0,163 351 261 0 0,-116-256-120 0 0,-18-49-71 0 0,-24-41 139 0 0,-1 0-1 0 0,0 1 0 0 0,8 18 1 0 0,-14-28-186 0 0,0 0 0 0 0,0 1 1 0 0,0-1-1 0 0,0 0 1 0 0,0 0-1 0 0,0 1 0 0 0,0-1 1 0 0,1 0-1 0 0,-1 0 1 0 0,0 0-1 0 0,0 1 1 0 0,0-1-1 0 0,0 0 0 0 0,0 0 1 0 0,0 0-1 0 0,1 1 1 0 0,-1-1-1 0 0,0 0 0 0 0,0 0 1 0 0,0 0-1 0 0,1 0 1 0 0,-1 0-1 0 0,0 1 1 0 0,0-1-1 0 0,0 0 0 0 0,1 0 1 0 0,-1 0-1 0 0,0 0 1 0 0,0 0-1 0 0,1 0 1 0 0,-1 0-1 0 0,0 0 0 0 0,0 0 1 0 0,1 0-1 0 0,-1 0 1 0 0,0 0-1 0 0,0 0 0 0 0,0 0 1 0 0,1 0-1 0 0,-1 0 1 0 0,0 0-1 0 0,0 0 1 0 0,1 0-1 0 0,-1 0 0 0 0,0 0 1 0 0,0-1-1 0 0,0 1 1 0 0,1 0-1 0 0,-1 0 0 0 0,0 0 1 0 0,13-16 677 0 0,5-20-229 0 0,-6 4-300 0 0,-1-1 1 0 0,-2 1 0 0 0,-1-2-1 0 0,-2 1 1 0 0,4-51 0 0 0,-8 24-307 0 0,-2 0 0 0 0,-11-76 0 0 0,10 108-196 0 0,1 21-116 0 0,0 1 0 0 0,0 0 0 0 0,-1-1-1 0 0,0 1 1 0 0,-2-11 0 0 0,-3 24-2559 0 0,5-5 2700 0 0,0 1 1 0 0,0 0-1 0 0,0 0 1 0 0,0 0-1 0 0,-1 6 0 0 0,1 5-707 0 0,0-4-654 0 0,0 0-1 0 0,1 1 1 0 0,2 19-1 0 0,3-6-1398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3:55.6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26 239 292 0 0,'-25'-8'9172'0'0,"671"-87"-5882"0"0,-178 23-2205 0 0,-179 25-895 0 0,-276 43-1441 0 0,-13 1 291 0 0,-23-2-415 0 0,-37 0-1510 0 0,26 6 24 0 0,1 0 216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3:56.3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369 1 808 0 0,'-2'12'687'0'0,"1"0"0"0"0,-1 0 0 0 0,2 0 1 0 0,0 0-1 0 0,0 1 0 0 0,1-1 0 0 0,5 23 0 0 0,5 4 156 0 0,15 40-1 0 0,4 12 173 0 0,-9-31-524 0 0,-15-47-300 0 0,-1 1-1 0 0,-1 0 0 0 0,0-1 0 0 0,-1 1 0 0 0,0 1 0 0 0,1 16 0 0 0,-4-31-170 0 0,0 1 1 0 0,0-1-1 0 0,0 1 0 0 0,0-1 1 0 0,0 1-1 0 0,-1-1 0 0 0,1 1 0 0 0,0-1 1 0 0,0 1-1 0 0,0-1 0 0 0,0 1 1 0 0,0-1-1 0 0,-1 1 0 0 0,1-1 1 0 0,0 0-1 0 0,0 1 0 0 0,-1-1 1 0 0,1 1-1 0 0,0-1 0 0 0,-1 0 1 0 0,1 1-1 0 0,0-1 0 0 0,-1 0 1 0 0,1 1-1 0 0,0-1 0 0 0,-1 0 0 0 0,1 0 1 0 0,-1 1-1 0 0,1-1 0 0 0,-1 0 1 0 0,1 0-1 0 0,-1 0 0 0 0,1 0 1 0 0,-1 1-1 0 0,1-1 0 0 0,0 0 1 0 0,-1 0-1 0 0,1 0 0 0 0,-1 0 1 0 0,1 0-1 0 0,-1 0 0 0 0,1 0 0 0 0,-1 0 1 0 0,1-1-1 0 0,-1 1 0 0 0,1 0 1 0 0,-1 0-1 0 0,1 0 0 0 0,-1 0 1 0 0,1-1-1 0 0,-1 1 0 0 0,1 0 1 0 0,0 0-1 0 0,-1-1 0 0 0,1 1 1 0 0,0 0-1 0 0,-1-1 0 0 0,1 1 0 0 0,-1-1 1 0 0,-25-19 225 0 0,-14-25 32 0 0,20 21-124 0 0,-1 1 0 0 0,-43-34 0 0 0,56 51-125 0 0,0 0 0 0 0,0 1 0 0 0,0 0 0 0 0,-1 1 0 0 0,0 0 0 0 0,0 0 1 0 0,0 1-1 0 0,0 0 0 0 0,0 0 0 0 0,-1 1 0 0 0,1 0 0 0 0,-1 1 0 0 0,-11 0 0 0 0,15 2-25 0 0,0-1 0 0 0,0 1 0 0 0,0 1 0 0 0,0-1 0 0 0,1 1 0 0 0,-1 0 0 0 0,1 1 0 0 0,-1-1 0 0 0,1 1 0 0 0,0 0 0 0 0,0 0 0 0 0,0 1 0 0 0,1-1 0 0 0,-1 1 0 0 0,1 0 0 0 0,0 0 0 0 0,0 1 0 0 0,0-1 0 0 0,0 1 0 0 0,1 0 0 0 0,0 0 0 0 0,0 0 0 0 0,0 1 0 0 0,1-1 0 0 0,-3 6 0 0 0,-2 9 1 0 0,0-1 0 0 0,0 1 0 0 0,2 0-1 0 0,1 0 1 0 0,-4 39 0 0 0,7-48 0 0 0,1-1-1 0 0,0 1 1 0 0,0 0-1 0 0,1-1 1 0 0,1 1 0 0 0,-1-1-1 0 0,2 1 1 0 0,-1-1 0 0 0,2 0-1 0 0,-1 0 1 0 0,10 17-1 0 0,-10-21 3 0 0,1-1-1 0 0,-1 0 0 0 0,1-1 0 0 0,1 1 0 0 0,-1 0 1 0 0,1-1-1 0 0,0 0 0 0 0,-1 0 0 0 0,2-1 0 0 0,-1 0 1 0 0,0 1-1 0 0,1-2 0 0 0,-1 1 0 0 0,1-1 0 0 0,0 1 1 0 0,0-2-1 0 0,0 1 0 0 0,0-1 0 0 0,0 1 1 0 0,1-2-1 0 0,7 1 0 0 0,9 0-18 0 0,0-2 0 0 0,-1 0 0 0 0,0-1 0 0 0,1-1 0 0 0,-1-2-1 0 0,0 0 1 0 0,-1-1 0 0 0,1-1 0 0 0,-1-1 0 0 0,-1-1 0 0 0,1-1 0 0 0,-1-1 0 0 0,-1 0 0 0 0,0-2 0 0 0,-1 0 0 0 0,22-20 0 0 0,-21 15-4 0 0,-1-1 0 0 0,0-1 0 0 0,-2 0 0 0 0,0-1 1 0 0,-2-1-1 0 0,0 0 0 0 0,-1-1 0 0 0,-2 0 0 0 0,0-1 0 0 0,-1-1 1 0 0,-2 1-1 0 0,0-1 0 0 0,6-45 0 0 0,-11 50 40 0 0,1 2 85 0 0,-1-1-1 0 0,-1 1 1 0 0,-1-1-1 0 0,-1 0 1 0 0,0 0-1 0 0,-5-30 1 0 0,0 27 330 0 0,9 29-107 0 0,9 35-69 0 0,-3-11-132 0 0,1-1 0 0 0,1-1 0 0 0,2 0 0 0 0,1-1 0 0 0,1-1 0 0 0,2 0 0 0 0,24 29 1 0 0,-15-20-302 0 0,-2 1 0 0 0,32 63 1 0 0,-50-83-125 0 0,-3-7-440 0 0,0 0-1 0 0,0-1 0 0 0,1 0 0 0 0,1 0 0 0 0,-1 0 0 0 0,10 10 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3:56.6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0 210 732 0 0,'29'-33'6170'0'0,"-14"21"-5208"0"0,0 0-1 0 0,1 1 1 0 0,0 1-1 0 0,35-16 1 0 0,78-24-1525 0 0,-20 9-5558 0 0,-77 27 3291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3:57.2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192 50 420 0 0,'0'-21'2913'0'0,"0"-8"6718"0"0,-21 43-8952 0 0,2 0-330 0 0,1 0 0 0 0,0 2 0 0 0,1 0 0 0 0,-16 18 0 0 0,25-25-190 0 0,1 1 1 0 0,0 0 0 0 0,0 0-1 0 0,1 0 1 0 0,0 1 0 0 0,1 0-1 0 0,0 0 1 0 0,1 0 0 0 0,-4 17-1 0 0,7-24-126 0 0,1-1 0 0 0,-1 0 0 0 0,1 1-1 0 0,0-1 1 0 0,0 1 0 0 0,0-1 0 0 0,0 1-1 0 0,1-1 1 0 0,-1 0 0 0 0,1 1 0 0 0,0-1 0 0 0,0 0-1 0 0,0 0 1 0 0,1 1 0 0 0,-1-1 0 0 0,1 0-1 0 0,-1 0 1 0 0,1 0 0 0 0,0-1 0 0 0,0 1-1 0 0,1 0 1 0 0,-1-1 0 0 0,0 1 0 0 0,1-1 0 0 0,0 0-1 0 0,-1 0 1 0 0,1 0 0 0 0,0 0 0 0 0,0 0-1 0 0,0-1 1 0 0,0 1 0 0 0,0-1 0 0 0,1 0 0 0 0,-1 0-1 0 0,6 1 1 0 0,12 3-145 0 0,1-1 0 0 0,0-1 0 0 0,-1 0 0 0 0,32-2 0 0 0,-34-1-220 0 0,77-5-2850 0 0,-35-6-3889 0 0,-39 4 3124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00.4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17 120 288 0 0,'-15'-14'9292'0'0,"13"10"-8518"0"0,12-2-230 0 0,0 0-1 0 0,0 1 1 0 0,0 0-1 0 0,0 0 1 0 0,1 1-1 0 0,17-4 1 0 0,75-12-201 0 0,-44 9-496 0 0,113-11-2761 0 0,-110 16-2697 0 0,-35 3 2335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00.8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7 206 44 0 0,'-7'3'5713'0'0,"22"-12"-4869"0"0,1-2-88 0 0,11-2-80 0 0,13-7-88 0 0,3 2-176 0 0,2-1-156 0 0,8 1-160 0 0,4 0-224 0 0,-6 3-160 0 0,4-5-292 0 0,-6 2-820 0 0,0 3-1517 0 0,-4 0 673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08.5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1 241 180 0 0,'20'-63'7781'0'0,"-7"64"-6374"0"0,0 12-1047 0 0,-1 1-1 0 0,0 0 1 0 0,0 1-1 0 0,-2 0 0 0 0,14 25 1 0 0,40 95 785 0 0,-32-65-449 0 0,29 48 4395 0 0,-37-141-3724 0 0,-14 10-1112 0 0,0 0-1 0 0,-2-1 1 0 0,1 0-1 0 0,-2 0 1 0 0,12-30-1 0 0,19-84 296 0 0,-26 83-370 0 0,17-86 37 0 0,4-15-1062 0 0,-31 131 442 0 0,1 3-2833 0 0,6 22 1329 0 0,-4 3 779 0 0,0-1-1 0 0,-1 1 1 0 0,0 0 0 0 0,-1 1 0 0 0,-1-1-1 0 0,0 1 1 0 0,0 20 0 0 0,-2-26-168 0 0,2 20-1849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09.0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82 21 436 0 0,'-3'-21'8844'0'0,"-6"32"-6022"0"0,-9 43-3565 0 0,14-42 1780 0 0,-7 16-853 0 0,2 0-1 0 0,1 1 1 0 0,2 1 0 0 0,0-1 0 0 0,2 1-1 0 0,1 0 1 0 0,2 59 0 0 0,2-88-185 0 0,-2 1 3 0 0,1-1 0 0 0,0 0 1 0 0,0 0-1 0 0,1 0 0 0 0,-1 0 1 0 0,0 0-1 0 0,0 0 0 0 0,0 0 1 0 0,1 0-1 0 0,-1 1 0 0 0,1-1 1 0 0,-1 0-1 0 0,1 0 0 0 0,-1 0 0 0 0,1 0 1 0 0,-1-1-1 0 0,1 1 0 0 0,0 0 1 0 0,-1 0-1 0 0,1 0 0 0 0,0 0 1 0 0,0-1-1 0 0,0 1 0 0 0,2 1 1 0 0,-2-2 9 0 0,1-3 1 0 0,19-23 27 0 0,29-52 0 0 0,-13 19-29 0 0,-31 49-7 0 0,1 1 0 0 0,0 0 0 0 0,0 0 0 0 0,1 1 0 0 0,9-8 0 0 0,-15 14 6 0 0,0 0 1 0 0,0 1 0 0 0,1-1-1 0 0,-1 1 1 0 0,0-1-1 0 0,1 1 1 0 0,-1 0 0 0 0,1 0-1 0 0,0 0 1 0 0,-1 0-1 0 0,1 1 1 0 0,0-1 0 0 0,-1 1-1 0 0,1-1 1 0 0,0 1 0 0 0,-1 0-1 0 0,1 0 1 0 0,0 0-1 0 0,0 0 1 0 0,-1 1 0 0 0,1-1-1 0 0,0 1 1 0 0,0 0-1 0 0,-1 0 1 0 0,1 0 0 0 0,3 2-1 0 0,4 3 55 0 0,0 1 0 0 0,-1 1 0 0 0,0-1-1 0 0,0 2 1 0 0,-1-1 0 0 0,0 1-1 0 0,0 0 1 0 0,-1 1 0 0 0,0 0 0 0 0,-1 0-1 0 0,0 1 1 0 0,-1-1 0 0 0,7 20 0 0 0,-4-9-464 0 0,-1 0 0 0 0,5 31 0 0 0,-8-30-1677 0 0,-1-1 0 0 0,-1 27 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09.3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62 468 0 0,'0'-1'284'0'0,"0"0"-1"0"0,0 0 1 0 0,0 0 0 0 0,0 0-1 0 0,1 0 1 0 0,-1 0-1 0 0,0 0 1 0 0,1-1 0 0 0,-1 1-1 0 0,1 0 1 0 0,-1 0 0 0 0,1 0-1 0 0,-1 0 1 0 0,1 1 0 0 0,0-1-1 0 0,-1 0 1 0 0,1 0 0 0 0,0 0-1 0 0,1 0 1 0 0,23-11 1992 0 0,38 7-2328 0 0,-43 4 190 0 0,94-18-4766 0 0,-111 18 4256 0 0,19-3-1599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09.7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5 125 208 0 0,'-5'1'6588'0'0,"17"23"-3911"0"0,30 48-2179 0 0,-26-44 505 0 0,67 122 989 0 0,-63-113-1554 0 0,-17-29-214 0 0,1-1-1 0 0,0 0 1 0 0,0 1-1 0 0,1-1 1 0 0,0-1-1 0 0,7 8 1 0 0,-11-13 89 0 0,0-1-239 0 0,1-1 0 0 0,0 0 1 0 0,-1 0-1 0 0,1 0 0 0 0,0-1 0 0 0,-1 1 0 0 0,1 0 0 0 0,-1 0 0 0 0,0-1 1 0 0,0 1-1 0 0,1-1 0 0 0,-1 1 0 0 0,0-1 0 0 0,0 0 0 0 0,0 1 1 0 0,0-1-1 0 0,-1 0 0 0 0,2-3 0 0 0,16-43 201 0 0,-15 41-169 0 0,8-33-158 0 0,-3-1 0 0 0,0 1-1 0 0,-3-1 1 0 0,1-76 0 0 0,-3 44-573 0 0,-5 15-2389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10.5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2 180 584 0 0,'0'0'3904'0'0,"2"45"-1158"0"0,-4-2-1645 0 0,0 35 145 0 0,3-73-1169 0 0,-1 1 0 0 0,1-1 0 0 0,0 1 0 0 0,0-1 0 0 0,1 1 0 0 0,-1-1 0 0 0,1 0 0 0 0,0 0 0 0 0,1 1 0 0 0,4 7 0 0 0,-6-12-65 0 0,0 0-1 0 0,0 0 1 0 0,0 0-1 0 0,0 0 1 0 0,0 0 0 0 0,0 0-1 0 0,0-1 1 0 0,0 1-1 0 0,0 0 1 0 0,1-1-1 0 0,-1 1 1 0 0,0 0-1 0 0,0-1 1 0 0,1 0 0 0 0,-1 1-1 0 0,0-1 1 0 0,1 0-1 0 0,-1 0 1 0 0,0 1-1 0 0,1-1 1 0 0,-1 0-1 0 0,0-1 1 0 0,1 1-1 0 0,-1 0 1 0 0,0 0 0 0 0,0 0-1 0 0,1-1 1 0 0,-1 1-1 0 0,0-1 1 0 0,1 1-1 0 0,-1-1 1 0 0,0 1-1 0 0,0-1 1 0 0,0 0 0 0 0,0 1-1 0 0,0-1 1 0 0,0 0-1 0 0,0 0 1 0 0,0 0-1 0 0,0 0 1 0 0,2-2-1 0 0,0-1-10 0 0,1 1 0 0 0,-1-1 0 0 0,0 0 0 0 0,0 0 0 0 0,0-1 0 0 0,-1 1 0 0 0,1 0 0 0 0,-1-1 0 0 0,0 0 0 0 0,2-7 0 0 0,-1-11-125 0 0,-1 0 0 0 0,-2 0 0 0 0,0 0-1 0 0,-1-1 1 0 0,-1 1 0 0 0,-2 0 0 0 0,-8-33-1 0 0,12 56 125 0 0,-3-19-519 0 0,3 18 510 0 0,0 1-1 0 0,0-1 1 0 0,0 1-1 0 0,0 0 0 0 0,0-1 1 0 0,0 1-1 0 0,0 0 1 0 0,0-1-1 0 0,1 1 1 0 0,-1 0-1 0 0,0-1 1 0 0,0 1-1 0 0,0 0 1 0 0,0 0-1 0 0,1-1 0 0 0,-1 1 1 0 0,0 0-1 0 0,0-1 1 0 0,1 1-1 0 0,-1 0 1 0 0,0 0-1 0 0,1 0 1 0 0,-1-1-1 0 0,0 1 1 0 0,1 0-1 0 0,-1 0 0 0 0,0 0 1 0 0,1 0-1 0 0,-1 0 1 0 0,0-1-1 0 0,1 1 1 0 0,-1 0-1 0 0,0 0 1 0 0,1 0-1 0 0,-1 0 0 0 0,0 0 1 0 0,1 0-1 0 0,-1 0 1 0 0,2 0-53 0 0,2 3 36 0 0,0 0 0 0 0,0 0 0 0 0,0 0 0 0 0,0-1-1 0 0,1 0 1 0 0,-1 0 0 0 0,1 0 0 0 0,4 1-1 0 0,-5-2 1 0 0,5 4 2 0 0,0 0-1 0 0,0 1 1 0 0,0 0-1 0 0,-1 0 0 0 0,13 12 1 0 0,7 6 161 0 0,-25-22-106 0 0,-1 0-1 0 0,0 1 1 0 0,0 0-1 0 0,0 0 0 0 0,0-1 1 0 0,-1 1-1 0 0,1 0 0 0 0,-1 0 1 0 0,1 0-1 0 0,-1 1 0 0 0,0-1 1 0 0,0 0-1 0 0,-1 0 0 0 0,1 4 1 0 0,6 58 401 0 0,-4-27-191 0 0,-3-37-224 0 0,0 1-1 0 0,0-1 1 0 0,0 0 0 0 0,1 0-1 0 0,-1 0 1 0 0,0 1 0 0 0,1-1-1 0 0,-1 0 1 0 0,0 0 0 0 0,1 0-1 0 0,0 0 1 0 0,-1 0-1 0 0,1 1 1 0 0,0-1 0 0 0,-1 0-1 0 0,1 0 1 0 0,0-1 0 0 0,0 1-1 0 0,0 0 1 0 0,0 0-1 0 0,0 0 1 0 0,0-1 0 0 0,0 1-1 0 0,0 0 1 0 0,0-1 0 0 0,0 1-1 0 0,0-1 1 0 0,2 1-1 0 0,0-1 1 0 0,-1 0-1 0 0,0 0 0 0 0,1 0 0 0 0,-1 0 1 0 0,1-1-1 0 0,-1 1 0 0 0,1-1 1 0 0,-1 0-1 0 0,0 0 0 0 0,0 0 0 0 0,1 0 1 0 0,-1 0-1 0 0,3-2 0 0 0,4-3 7 0 0,-1 0 0 0 0,0-1 0 0 0,-1 1 0 0 0,1-2 0 0 0,-1 1 0 0 0,8-11 0 0 0,-1-8 29 0 0,0 0-1 0 0,18-51 1 0 0,-14 31 242 0 0,-14 91-175 0 0,2 0 1 0 0,16 58 0 0 0,-21-99-113 0 0,0 0 0 0 0,0-1 0 0 0,1 1 0 0 0,-1-1 0 0 0,1 1 0 0 0,0-1 0 0 0,0 0 0 0 0,0 0 0 0 0,0 0 0 0 0,0 0 0 0 0,1 0 0 0 0,-1 0 0 0 0,1-1 0 0 0,0 1 0 0 0,0-1-1 0 0,0 1 1 0 0,4 1 0 0 0,-5-3 0 0 0,-1-1 0 0 0,1 1-1 0 0,-1-1 1 0 0,0 0 0 0 0,1 1-1 0 0,-1-1 1 0 0,1 0 0 0 0,-1 0 0 0 0,1 0-1 0 0,-1 0 1 0 0,1 0 0 0 0,-1 0-1 0 0,1 0 1 0 0,-1-1 0 0 0,0 1-1 0 0,1-1 1 0 0,-1 1 0 0 0,3-2-1 0 0,-2 1 3 0 0,1-1 0 0 0,-1 0 0 0 0,1 0 0 0 0,-1 0-1 0 0,0 0 1 0 0,0 0 0 0 0,0 0 0 0 0,0-1 0 0 0,0 1-1 0 0,0-1 1 0 0,-1 0 0 0 0,2-3 0 0 0,3-8 9 0 0,0-1 1 0 0,-1 0 0 0 0,-1-1-1 0 0,0 1 1 0 0,-1-1 0 0 0,-1 0-1 0 0,1-26 1 0 0,-3 4 65 0 0,-1 1 1 0 0,-7-44-1 0 0,0 29 701 0 0,3 87-557 0 0,1 12-54 0 0,37 147-552 0 0,-32-180 14 0 0,-1 1 1 0 0,-1-1 0 0 0,0 1 0 0 0,-4 17 0 0 0,-3 6-2828 0 0,4-19-47 0 0,2-8 508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10.9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35 92 0 0,'0'0'952'0'0,"4"-7"672"0"0,5-1-912 0 0,-3 5-104 0 0,2-1-72 0 0,-2 0-120 0 0,6 2-144 0 0,-2 1-192 0 0,3-1-136 0 0,1-2-196 0 0,6 6-580 0 0,-3-2-900 0 0,-1 2 400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11.3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1 439 864 0 0,'3'-1'980'0'0,"231"-53"4469"0"0,128-8-2552 0 0,-55 10-1055 0 0,138-19 416 0 0,29-5 232 0 0,-385 59-1897 0 0,155-35 1468 0 0,-188 34-1074 0 0,24-6 1654 0 0,-57 13-3174 0 0,-30 20-3186 0 0,-7 2 2243 0 0,1-1 1 0 0,-2 0 0 0 0,1-1-1 0 0,-1-1 1 0 0,-26 11 0 0 0,16-8-1594 0 0,-12 6-804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11.9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23 216 340 0 0,'-15'40'6380'0'0,"8"86"-1998"0"0,20 167-808 0 0,-11-273-2869 0 0,-2-26 341 0 0,-1-41-253 0 0,3-59-340 0 0,-2 61-334 0 0,1 0-1 0 0,3 0 0 0 0,1 1 1 0 0,18-71-1 0 0,-17 96-55 0 0,1-1 1 0 0,1 1-1 0 0,1 0 0 0 0,1 0 1 0 0,0 1-1 0 0,26-33 0 0 0,-31 45-55 0 0,0-1-1 0 0,1 1 0 0 0,0 1 1 0 0,0-1-1 0 0,0 1 0 0 0,0 0 1 0 0,1 0-1 0 0,0 1 1 0 0,0 0-1 0 0,0 0 0 0 0,1 0 1 0 0,-1 1-1 0 0,1 0 0 0 0,0 1 1 0 0,-1 0-1 0 0,1 0 1 0 0,0 0-1 0 0,1 1 0 0 0,-1 1 1 0 0,0-1-1 0 0,10 2 0 0 0,-13-1-40 0 0,0 1 0 0 0,0 0 0 0 0,0 0 0 0 0,0 0-1 0 0,0 1 1 0 0,0 0 0 0 0,0 0 0 0 0,-1 0-1 0 0,1 0 1 0 0,-1 1 0 0 0,1 0 0 0 0,-1 0 0 0 0,0 0-1 0 0,0 0 1 0 0,0 1 0 0 0,0-1 0 0 0,-1 1-1 0 0,0 0 1 0 0,1 0 0 0 0,-1 1 0 0 0,-1-1 0 0 0,1 0-1 0 0,-1 1 1 0 0,0 0 0 0 0,0 0 0 0 0,0-1-1 0 0,0 1 1 0 0,-1 0 0 0 0,0 1 0 0 0,0-1 0 0 0,0 0-1 0 0,-1 0 1 0 0,0 0 0 0 0,0 7 0 0 0,0-1-26 0 0,-1 0 1 0 0,0-1-1 0 0,-1 1 1 0 0,0 0-1 0 0,0 0 1 0 0,-1-1-1 0 0,-1 0 1 0 0,0 1-1 0 0,0-1 1 0 0,-1 0-1 0 0,0-1 1 0 0,0 1-1 0 0,-1-1 1 0 0,-1-1-1 0 0,-12 15 1 0 0,8-14 13 0 0,0 0 1 0 0,0 0 0 0 0,-1-1 0 0 0,0 0 0 0 0,-1-1 0 0 0,0-1-1 0 0,-20 8 1 0 0,-6-2 212 0 0,-51 10 1 0 0,51-14 444 0 0,38-8-574 0 0,1 0-1 0 0,0 0 0 0 0,-1 0 0 0 0,1 0 1 0 0,0-1-1 0 0,-1 1 0 0 0,1 0 1 0 0,0 0-1 0 0,-1 0 0 0 0,1 0 0 0 0,0 1 1 0 0,-1-1-1 0 0,1 0 0 0 0,0 0 1 0 0,-1 0-1 0 0,1 0 0 0 0,0 0 0 0 0,-1 0 1 0 0,1 0-1 0 0,0 1 0 0 0,0-1 1 0 0,-1 0-1 0 0,1 0 0 0 0,0 0 0 0 0,-1 1 1 0 0,1-1-1 0 0,0 0 0 0 0,0 0 1 0 0,0 1-1 0 0,-1-1 0 0 0,1 0 0 0 0,0 0 1 0 0,0 1-1 0 0,0-1 0 0 0,0 0 1 0 0,-1 1-1 0 0,1-1 0 0 0,0 0 0 0 0,0 1 1 0 0,0-1-1 0 0,0 0 0 0 0,0 1 1 0 0,17 7 613 0 0,43 5-422 0 0,-49-11-2 0 0,70 18-413 0 0,-1 4 0 0 0,-1 3 0 0 0,-2 4 0 0 0,84 45 0 0 0,26 26-2998 0 0,-65-24-4906 0 0,-60-37 3629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14.7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4 133 948 0 0,'-3'15'10363'0'0,"26"-25"-10378"0"0,299-77 2066 0 0,-109 44-6819 0 0,-196 39 1520 0 0,-4 1 249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15.1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1 211 112 0 0,'9'7'6790'0'0,"-9"-7"-6660"0"0,30-8 2637 0 0,50-26-2725 0 0,-48 20 568 0 0,-4 3-696 0 0,131-56-1023 0 0,-60 12-3535 0 0,-61 26 2048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16.2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29 130 172 0 0,'-29'-1'13091'0'0,"66"-1"-12526"0"0,0-1 0 0 0,0-2 0 0 0,71-20 0 0 0,-56 13-655 0 0,-24 7-718 0 0,0-2-1 0 0,0-1 0 0 0,-1-1 0 0 0,0-2 1 0 0,32-16-1 0 0,-47 12-4417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16.6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3 189 144 0 0,'-3'-21'6627'0'0,"14"31"-4366"0"0,22 44-1942 0 0,-28-46 444 0 0,105 148 1870 0 0,-28-42-1201 0 0,22 23 843 0 0,-103-136-2203 0 0,0 0 1 0 0,-1 0-1 0 0,1 0 1 0 0,0 0-1 0 0,0-1 1 0 0,0 1 0 0 0,0 0-1 0 0,0 0 1 0 0,0-1-1 0 0,0 1 1 0 0,0 0 0 0 0,0-1-1 0 0,1 0 1 0 0,-1 1-1 0 0,0-1 1 0 0,0 1 0 0 0,0-1-1 0 0,1 0 1 0 0,-1 0-1 0 0,0 0 1 0 0,0 0 0 0 0,1 0-1 0 0,-1 0 1 0 0,0 0-1 0 0,0 0 1 0 0,1 0-1 0 0,-1-1 1 0 0,0 1 0 0 0,0 0-1 0 0,0-1 1 0 0,0 1-1 0 0,1-1 1 0 0,-1 1 0 0 0,0-1-1 0 0,0 0 1 0 0,0 1-1 0 0,0-1 1 0 0,0 0 0 0 0,0 0-1 0 0,-1 0 1 0 0,1 0-1 0 0,0 0 1 0 0,0 0 0 0 0,-1 0-1 0 0,1 0 1 0 0,0 0-1 0 0,0-1 1 0 0,6-9 91 0 0,0-1 1 0 0,0 1-1 0 0,7-20 1 0 0,-10 23 7 0 0,13-33 81 0 0,-2-1 0 0 0,-2 0 0 0 0,10-55 0 0 0,11-134-899 0 0,-19 116-1727 0 0,-19 187-11008 0 0,4-57 10353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17.5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51 247 900 0 0,'-7'-15'8199'0'0,"7"15"-8126"0"0,-9 24 582 0 0,1-1 1 0 0,1 1-1 0 0,-5 37 0 0 0,11-55-609 0 0,-2 19 227 0 0,1 1 1 0 0,0 0 0 0 0,4 32-1 0 0,-1-45-231 0 0,-1-3-50 0 0,1 0 0 0 0,0-1 0 0 0,1 1 0 0 0,0 0 0 0 0,0 0 1 0 0,1-1-1 0 0,8 18 0 0 0,-10-26 6 0 0,-1-1 0 0 0,0 1 1 0 0,0-1-1 0 0,0 1 0 0 0,1-1 1 0 0,-1 1-1 0 0,0-1 0 0 0,1 1 1 0 0,-1-1-1 0 0,1 0 0 0 0,-1 1 1 0 0,0-1-1 0 0,1 1 0 0 0,-1-1 1 0 0,1 0-1 0 0,-1 1 0 0 0,1-1 1 0 0,-1 0-1 0 0,1 0 0 0 0,-1 1 1 0 0,1-1-1 0 0,-1 0 0 0 0,1 0 1 0 0,-1 0-1 0 0,1 0 0 0 0,0 0 1 0 0,-1 0-1 0 0,1 0 0 0 0,-1 0 1 0 0,1 0-1 0 0,-1 0 0 0 0,1 0 0 0 0,0 0 1 0 0,-1 0-1 0 0,1 0 0 0 0,0-1 1 0 0,18-18-32 0 0,7-30-16 0 0,-18 21 11 0 0,-2 0 0 0 0,0 0 1 0 0,1-33-1 0 0,-3 25-12 0 0,11-45-1 0 0,-11 63 24 0 0,-4 15 22 0 0,1 0-1 0 0,-1 1 0 0 0,0-1 0 0 0,1 0 1 0 0,-1 1-1 0 0,1-1 0 0 0,0 1 0 0 0,0-1 1 0 0,0 1-1 0 0,0 0 0 0 0,0-1 0 0 0,1 1 1 0 0,-1 0-1 0 0,1 0 0 0 0,-1-1 1 0 0,1 1-1 0 0,0 1 0 0 0,0-1 0 0 0,0 0 1 0 0,0 0-1 0 0,0 1 0 0 0,0-1 0 0 0,0 1 1 0 0,1-1-1 0 0,-1 1 0 0 0,5-1 0 0 0,-3 3 11 0 0,0 0-1 0 0,0 0 0 0 0,0 1 0 0 0,0 0 0 0 0,0 0 0 0 0,0 0 0 0 0,0 0 0 0 0,-1 1 0 0 0,1-1 0 0 0,-1 1 0 0 0,0 0 0 0 0,0 0 0 0 0,5 6 0 0 0,4 8 19 0 0,0 0 0 0 0,-2 1 0 0 0,0 1 0 0 0,-1-1 0 0 0,9 30 0 0 0,-10-26 12 0 0,1-1-1 0 0,1 0 1 0 0,0-1-1 0 0,16 23 1 0 0,-26-43-25 0 0,1 1 1 0 0,-1 0-1 0 0,1-1 1 0 0,-1 1-1 0 0,1-1 1 0 0,-1 1-1 0 0,1-1 0 0 0,0 1 1 0 0,-1-1-1 0 0,1 1 1 0 0,0-1-1 0 0,-1 0 1 0 0,1 1-1 0 0,0-1 1 0 0,0 0-1 0 0,-1 0 0 0 0,1 0 1 0 0,0 1-1 0 0,0-1 1 0 0,-1 0-1 0 0,1 0 1 0 0,0 0-1 0 0,0 0 1 0 0,-1 0-1 0 0,1 0 1 0 0,0 0-1 0 0,0-1 0 0 0,-1 1 1 0 0,1 0-1 0 0,0 0 1 0 0,0 0-1 0 0,1-1 1 0 0,25-23 144 0 0,-18 12-124 0 0,-1 1 0 0 0,0-2-1 0 0,8-16 1 0 0,77-173 794 0 0,-91 198-724 0 0,0-1 0 0 0,1 1 1 0 0,-1 0-1 0 0,1 0 0 0 0,0 0 1 0 0,0 0-1 0 0,0 0 0 0 0,7-6 0 0 0,-9 9-45 0 0,16 26 96 0 0,-13-15-120 0 0,7 19 23 0 0,1 0 0 0 0,1-2 1 0 0,1 1-1 0 0,1-2 0 0 0,24 31 1 0 0,-36-53-53 0 0,1 0 1 0 0,0 1 0 0 0,1-1 0 0 0,-1-1-1 0 0,1 1 1 0 0,0-1 0 0 0,-1 0-1 0 0,2 0 1 0 0,-1 0 0 0 0,0 0-1 0 0,0-1 1 0 0,1 0 0 0 0,-1 0-1 0 0,1-1 1 0 0,0 1 0 0 0,-1-1-1 0 0,1-1 1 0 0,0 1 0 0 0,0-1 0 0 0,0 0-1 0 0,0 0 1 0 0,-1 0 0 0 0,1-1-1 0 0,0 0 1 0 0,0 0 0 0 0,-1-1-1 0 0,1 1 1 0 0,-1-1 0 0 0,1-1-1 0 0,-1 1 1 0 0,0-1 0 0 0,0 0-1 0 0,0 0 1 0 0,0 0 0 0 0,0-1 0 0 0,-1 1-1 0 0,1-1 1 0 0,-1 0 0 0 0,0-1-1 0 0,0 1 1 0 0,-1-1 0 0 0,1 1-1 0 0,-1-1 1 0 0,0 0 0 0 0,-1-1-1 0 0,4-6 1 0 0,2-10-18 0 0,-1 1-1 0 0,-1-1 0 0 0,-1 1 1 0 0,0-2-1 0 0,-2 1 1 0 0,-1 0-1 0 0,-1-1 1 0 0,0 1-1 0 0,-2-1 0 0 0,-1 1 1 0 0,0 0-1 0 0,-2-1 1 0 0,-12-42-1 0 0,15 64 10 0 0,1-1 0 0 0,0 0 0 0 0,-1 0 0 0 0,1 1 0 0 0,-1-1-1 0 0,0 1 1 0 0,0-1 0 0 0,1 0 0 0 0,-1 1 0 0 0,0-1 0 0 0,0 1 0 0 0,0 0 0 0 0,-1-1 0 0 0,1 1-1 0 0,0 0 1 0 0,0 0 0 0 0,-3-2 0 0 0,-4 9-51 0 0,1 17 73 0 0,6 0-160 0 0,1 1-1 0 0,0-1 0 0 0,2 0 0 0 0,1 0 0 0 0,0 0 0 0 0,2-1 1 0 0,1 1-1 0 0,14 36 0 0 0,-8-19-1278 0 0,-1-9-1237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17.9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0 120 788 0 0,'3'-6'535'0'0,"0"0"-1"0"0,1 1 1 0 0,0-1 0 0 0,0 1 0 0 0,0 0-1 0 0,0 0 1 0 0,1 0 0 0 0,0 1-1 0 0,0 0 1 0 0,0 0 0 0 0,0 0-1 0 0,1 0 1 0 0,9-4 0 0 0,5-2-292 0 0,1 0 1 0 0,33-10 0 0 0,-46 18-500 0 0,1 0-1 0 0,0 0 1 0 0,-1 1 0 0 0,1 0-1 0 0,12 0 1 0 0,5 3-3627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18.3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18 403 1316 0 0,'-1'0'141'0'0,"1"0"0"0"0,-1 1 1 0 0,1-1-1 0 0,0 0 0 0 0,-1 0 0 0 0,1 0 0 0 0,-1 0 0 0 0,1 1 1 0 0,-1-1-1 0 0,1 0 0 0 0,-1 0 0 0 0,1 0 0 0 0,-1 0 0 0 0,1 0 1 0 0,-1 0-1 0 0,1 0 0 0 0,-1 0 0 0 0,1-1 0 0 0,-1 1 0 0 0,1 0 1 0 0,-1 0-1 0 0,1 0 0 0 0,0 0 0 0 0,-1-1 0 0 0,1 1 0 0 0,-1 0 1 0 0,1 0-1 0 0,-1-1 0 0 0,1 1 0 0 0,0 0 0 0 0,-1-1 0 0 0,1 1 1 0 0,0 0-1 0 0,-1-1 0 0 0,1 1 0 0 0,0-1 0 0 0,0 1 0 0 0,-1 0 1 0 0,1-1-1 0 0,0 0 0 0 0,3-10 3676 0 0,4 3-4060 0 0,13-4 888 0 0,1 0-1 0 0,1 1 0 0 0,0 2 1 0 0,0 0-1 0 0,39-10 1 0 0,-24 8-171 0 0,624-179 3563 0 0,-602 174-3759 0 0,-27 8-258 0 0,-13 5-78 0 0,-1-2 0 0 0,0 0 0 0 0,0-1 0 0 0,-1-1 0 0 0,0 0 1 0 0,0-1-1 0 0,0-1 0 0 0,25-18 0 0 0,-55 23-4611 0 0,-11 9 2730 0 0,-8 10-4113 0 0,14-6 2579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18.7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71 169 164 0 0,'-3'3'389'0'0,"1"0"0"0"0,0 0 0 0 0,-1 1 0 0 0,1-1 0 0 0,1 1 0 0 0,-1-1 0 0 0,1 1 0 0 0,-1 0 0 0 0,1-1 0 0 0,0 1 0 0 0,0 0 1 0 0,1 0-1 0 0,-1 0 0 0 0,1 0 0 0 0,0 4 0 0 0,3 70 1256 0 0,-1-56-1072 0 0,10 265 2606 0 0,-14-254-2509 0 0,2-33-650 0 0,0 0 1 0 0,-1 0-1 0 0,1 1 1 0 0,0-1 0 0 0,0 0-1 0 0,0 0 1 0 0,-1 0-1 0 0,1 0 1 0 0,0 0-1 0 0,0 1 1 0 0,-1-1-1 0 0,1 0 1 0 0,0 0 0 0 0,-1 0-1 0 0,1 0 1 0 0,0 0-1 0 0,0 0 1 0 0,-1 0-1 0 0,1 0 1 0 0,0 0-1 0 0,-1 0 1 0 0,1 0 0 0 0,0 0-1 0 0,0 0 1 0 0,-1 0-1 0 0,1-1 1 0 0,0 1-1 0 0,0 0 1 0 0,-1 0-1 0 0,1 0 1 0 0,0 0 0 0 0,0 0-1 0 0,-1-1 1 0 0,1 1-1 0 0,0 0 1 0 0,0 0-1 0 0,0 0 1 0 0,-1-1-1 0 0,1 1 1 0 0,0 0 0 0 0,0 0-1 0 0,0-1 1 0 0,0 1-1 0 0,0 0 1 0 0,-1 0-1 0 0,1-1 1 0 0,0 1-1 0 0,0 0 1 0 0,-4-6 81 0 0,1 0 0 0 0,0-1-1 0 0,0 1 1 0 0,0-1 0 0 0,1 1 0 0 0,-4-14-1 0 0,0-11 44 0 0,-1 3-30 0 0,2-1-1 0 0,0 0 0 0 0,2 1 0 0 0,1-1 1 0 0,1 0-1 0 0,5-38 0 0 0,-2 46-30 0 0,2 0 0 0 0,0 0 0 0 0,1 1 1 0 0,1 0-1 0 0,1 0 0 0 0,1 0 0 0 0,1 1 0 0 0,0 0 0 0 0,2 1 0 0 0,22-31 0 0 0,-26 42-56 0 0,1 0-1 0 0,-1 0 1 0 0,2 1-1 0 0,-1 0 0 0 0,1 0 1 0 0,0 1-1 0 0,0 0 0 0 0,0 1 1 0 0,1 0-1 0 0,0 1 0 0 0,0 0 1 0 0,14-3-1 0 0,-19 5-31 0 0,0 0 0 0 0,0 1 0 0 0,0-1 1 0 0,0 1-1 0 0,0 0 0 0 0,0 1 0 0 0,0-1 0 0 0,0 1 1 0 0,0 0-1 0 0,-1 0 0 0 0,1 1 0 0 0,6 2 0 0 0,-8-2-9 0 0,0-1-1 0 0,0 1 1 0 0,-1 0-1 0 0,1 0 1 0 0,-1 1-1 0 0,1-1 1 0 0,-1 1-1 0 0,0-1 1 0 0,0 1-1 0 0,0 0 1 0 0,0-1-1 0 0,0 1 1 0 0,0 0-1 0 0,-1 0 1 0 0,0 0-1 0 0,1 1 1 0 0,-1-1-1 0 0,0 0 1 0 0,0 6-1 0 0,0-3 0 0 0,0-1 0 0 0,-1 0 0 0 0,0 0 0 0 0,0 1 0 0 0,-1-1 0 0 0,0 0 0 0 0,1 0 0 0 0,-2 0 0 0 0,1 0 0 0 0,0 0 0 0 0,-1 0 0 0 0,0 0 0 0 0,0 0 0 0 0,-1-1-1 0 0,1 1 1 0 0,-1-1 0 0 0,0 1 0 0 0,0-1 0 0 0,-1 0 0 0 0,-7 7 0 0 0,-7 6 44 0 0,-2-1 0 0 0,1-1-1 0 0,-29 16 1 0 0,-1 1 620 0 0,49-31-622 0 0,-1-1 0 0 0,1 1 0 0 0,-1-1 0 0 0,1 0 0 0 0,-1 1 0 0 0,1-1 0 0 0,0 1 0 0 0,-1-1 0 0 0,1 1 0 0 0,0-1 0 0 0,-1 1 0 0 0,1-1 0 0 0,0 1-1 0 0,0 0 1 0 0,-1-1 0 0 0,1 1 0 0 0,0-1 0 0 0,0 1 0 0 0,0 0 0 0 0,0-1 0 0 0,0 1 0 0 0,0-1 0 0 0,0 1 0 0 0,0 0 0 0 0,0-1 0 0 0,0 1 0 0 0,0-1 0 0 0,0 1 0 0 0,1 0 0 0 0,-1 0 0 0 0,15 19 606 0 0,25 10 152 0 0,43 13 65 0 0,0-4 1 0 0,166 52-1 0 0,-83-33-673 0 0,-121-42-503 0 0,52 21-878 0 0,-89-33 684 0 0,-1 0 0 0 0,1 0 0 0 0,-1 1 0 0 0,0 0 0 0 0,-1 0 0 0 0,1 0 0 0 0,-1 1-1 0 0,0 0 1 0 0,8 11 0 0 0,-7 9-6819 0 0,-9-12 3109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19.5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53 1156 0 0,'1'6'7424'0'0,"5"0"-5872"0"0,16-5-882 0 0,0-1 1 0 0,1 0 0 0 0,-1-2-1 0 0,0-1 1 0 0,33-8 0 0 0,21-3-67 0 0,24 1-493 0 0,79-9-3168 0 0,-139 23-2780 0 0,-29 0 2472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19.9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0 162 680 0 0,'0'6'1864'0'0,"13"-4"-1036"0"0,3-4-80 0 0,4-2-128 0 0,13-7-100 0 0,12-4-171 0 0,0-5-177 0 0,4 2-256 0 0,-2-6-181 0 0,-3 0-643 0 0,-5 0-980 0 0,0-3 432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20.3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869 0 48 0 0,'48'90'4218'0'0,"30"53"-617"0"0,-52-103-2463 0 0,-1 1 1 0 0,-3 1 0 0 0,30 76-1 0 0,-47-104-932 0 0,-1 1-1 0 0,-1 0 0 0 0,0 1 0 0 0,0-1 0 0 0,-2 0 0 0 0,0 1 1 0 0,-1-1-1 0 0,0 1 0 0 0,-1-1 0 0 0,-1 1 0 0 0,-1-1 0 0 0,0 0 1 0 0,-1 0-1 0 0,0 0 0 0 0,-10 20 0 0 0,-10 13 42 0 0,-2-2-1 0 0,-2-1 1 0 0,-3-1-1 0 0,-1-1 1 0 0,-2-2-1 0 0,-53 50 1 0 0,-251 199-570 0 0,297-258 172 0 0,-225 192-2313 0 0,104-69-5341 0 0,123-115 4042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40.6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1 596 0 0,'0'0'15604'0'0,"37"7"-29508"0"0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05.6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266 131 956 0 0,'-19'-34'14694'0'0,"20"34"-14635"0"0,-3 21 162 0 0,1-15-229 0 0,1-1 0 0 0,-1 1 0 0 0,-1 0 0 0 0,1-1 0 0 0,-1 1 1 0 0,0-1-1 0 0,-4 8 0 0 0,0-5 55 0 0,-1 1 0 0 0,0-1 0 0 0,0-1-1 0 0,-1 1 1 0 0,0-1 0 0 0,-1-1 0 0 0,1 0 0 0 0,-1 0 0 0 0,-14 7 0 0 0,20-12-9 0 0,0 1 0 0 0,-1-1 0 0 0,1 0 0 0 0,-1 0 0 0 0,1 0 0 0 0,-1-1-1 0 0,1 1 1 0 0,-1-1 0 0 0,1 0 0 0 0,-1 0 0 0 0,1 0 0 0 0,-1 0 0 0 0,0-1 0 0 0,1 1 0 0 0,-1-1 0 0 0,1 0 0 0 0,0 0 0 0 0,-1 0 0 0 0,1-1 0 0 0,0 1-1 0 0,-1-1 1 0 0,1 1 0 0 0,0-1 0 0 0,0 0 0 0 0,1-1 0 0 0,-1 1 0 0 0,0 0 0 0 0,1-1 0 0 0,-1 0 0 0 0,1 1 0 0 0,0-1 0 0 0,-3-5 0 0 0,3 6-26 0 0,0-1-1 0 0,0 0 1 0 0,0 0 0 0 0,1 0 0 0 0,-1 0 0 0 0,1 0 0 0 0,0 0 0 0 0,0 0 0 0 0,0 0 0 0 0,0 0 0 0 0,0-1-1 0 0,1 1 1 0 0,-1 0 0 0 0,1 0 0 0 0,0-1 0 0 0,0 1 0 0 0,1 0 0 0 0,-1-1 0 0 0,1 1 0 0 0,-1 0 0 0 0,1 0 0 0 0,0-1-1 0 0,0 1 1 0 0,0 0 0 0 0,1 0 0 0 0,-1 0 0 0 0,1 0 0 0 0,-1 0 0 0 0,1 1 0 0 0,0-1 0 0 0,0 1 0 0 0,1-1-1 0 0,-1 1 1 0 0,0-1 0 0 0,1 1 0 0 0,-1 0 0 0 0,1 0 0 0 0,0 0 0 0 0,0 1 0 0 0,4-3 0 0 0,1-1-24 0 0,0 1 1 0 0,0 0 0 0 0,1 0-1 0 0,0 1 1 0 0,-1 0-1 0 0,1 1 1 0 0,0 0 0 0 0,1 0-1 0 0,-1 1 1 0 0,0 0-1 0 0,0 0 1 0 0,1 1 0 0 0,16 2-1 0 0,-23-1 7 0 0,0-1-1 0 0,0 1 0 0 0,0-1 1 0 0,0 1-1 0 0,0 0 1 0 0,0 0-1 0 0,-1 0 0 0 0,1 1 1 0 0,0-1-1 0 0,-1 1 0 0 0,1-1 1 0 0,0 1-1 0 0,-1 0 1 0 0,0 0-1 0 0,0 0 0 0 0,1 0 1 0 0,-1 0-1 0 0,0 1 1 0 0,-1-1-1 0 0,1 1 0 0 0,0-1 1 0 0,-1 1-1 0 0,1 0 0 0 0,-1-1 1 0 0,0 1-1 0 0,0 0 1 0 0,0 0-1 0 0,0 0 0 0 0,-1 0 1 0 0,1 0-1 0 0,-1 0 0 0 0,0 0 1 0 0,1 0-1 0 0,-2 0 1 0 0,1 0-1 0 0,0 0 0 0 0,0 0 1 0 0,-1 0-1 0 0,0 0 0 0 0,1 0 1 0 0,-1 0-1 0 0,-1 0 1 0 0,1 0-1 0 0,0 0 0 0 0,0-1 1 0 0,-1 1-1 0 0,0-1 1 0 0,1 1-1 0 0,-1-1 0 0 0,0 1 1 0 0,0-1-1 0 0,-1 0 0 0 0,1 0 1 0 0,0 0-1 0 0,-1 0 1 0 0,1 0-1 0 0,-5 2 0 0 0,-6 3 16 0 0,1 1-1 0 0,-1-2 0 0 0,0 0 1 0 0,-1 0-1 0 0,1-1 1 0 0,-24 5-1 0 0,31-9 12 0 0,0 0 1 0 0,0 0-1 0 0,0-1 0 0 0,0 0 1 0 0,0 0-1 0 0,0 0 0 0 0,0-1 0 0 0,-8-1 1 0 0,11 1 2 0 0,0 0 1 0 0,0 0 0 0 0,0 0-1 0 0,1-1 1 0 0,-1 1-1 0 0,1 0 1 0 0,-1-1-1 0 0,1 0 1 0 0,-1 0 0 0 0,1 0-1 0 0,0 0 1 0 0,0 0-1 0 0,0 0 1 0 0,0 0 0 0 0,0-1-1 0 0,0 1 1 0 0,-2-5-1 0 0,3 4-18 0 0,1 1 0 0 0,-1 0 0 0 0,0-1 0 0 0,1 1 0 0 0,-1-1 0 0 0,1 1 0 0 0,0-1 0 0 0,0 1 0 0 0,0 0 0 0 0,0-1 0 0 0,1 1 0 0 0,-1-1 0 0 0,0 1 0 0 0,1-1 0 0 0,0 1 0 0 0,-1 0 0 0 0,1 0 0 0 0,0-1 0 0 0,0 1 0 0 0,1 0 0 0 0,-1 0 0 0 0,0 0 0 0 0,1 0 0 0 0,-1 0 0 0 0,1 0 0 0 0,0 0 0 0 0,-1 1 0 0 0,1-1 0 0 0,4-2 0 0 0,6-6 17 0 0,1 1 1 0 0,0 1 0 0 0,20-11 0 0 0,-27 16-10 0 0,7-3-20 0 0,1 1 1 0 0,-1 0-1 0 0,1 0 0 0 0,0 1 1 0 0,29-3-1 0 0,-37 6-18 0 0,1 1 0 0 0,0 0-1 0 0,-1 0 1 0 0,1 0 0 0 0,0 1 0 0 0,12 3 0 0 0,-16-3 5 0 0,-1-1 0 0 0,1 1 0 0 0,-1 0 1 0 0,1 1-1 0 0,-1-1 0 0 0,0 0 0 0 0,1 1 0 0 0,-1-1 1 0 0,0 1-1 0 0,0 0 0 0 0,0-1 0 0 0,0 1 1 0 0,-1 0-1 0 0,1 0 0 0 0,0 1 0 0 0,-1-1 0 0 0,3 4 1 0 0,-3-3 14 0 0,0 1 0 0 0,0-1 0 0 0,-1 0 0 0 0,1 1 0 0 0,-1 0 0 0 0,1-1 0 0 0,-1 1 0 0 0,0-1 0 0 0,0 1 0 0 0,-1-1 0 0 0,1 1 0 0 0,-1-1 0 0 0,0 1 0 0 0,0-1 1 0 0,0 0-1 0 0,0 1 0 0 0,-1-1 0 0 0,1 0 0 0 0,-1 0 0 0 0,0 0 0 0 0,0 0 0 0 0,0 0 0 0 0,0 0 0 0 0,0 0 0 0 0,-1-1 0 0 0,1 1 0 0 0,-1-1 0 0 0,0 0 0 0 0,1 1 0 0 0,-1-1 0 0 0,0-1 0 0 0,0 1 1 0 0,-4 1-1 0 0,3 0 12 0 0,1-1 1 0 0,-1 0-1 0 0,0 0 0 0 0,0 0 1 0 0,0 0-1 0 0,0-1 1 0 0,-1 0-1 0 0,1 0 1 0 0,0 0-1 0 0,0 0 1 0 0,-1-1-1 0 0,1 1 1 0 0,-1-1-1 0 0,1 0 1 0 0,0-1-1 0 0,-1 1 1 0 0,1-1-1 0 0,0 0 1 0 0,-1 0-1 0 0,1 0 1 0 0,0 0-1 0 0,0-1 1 0 0,0 0-1 0 0,0 1 1 0 0,0-2-1 0 0,1 1 1 0 0,-5-3-1 0 0,4 0-8 0 0,0 1 1 0 0,1-1-1 0 0,0 0 0 0 0,0 1 0 0 0,1-2 1 0 0,-1 1-1 0 0,1 0 0 0 0,0 0 0 0 0,0-1 1 0 0,1 1-1 0 0,-1-1 0 0 0,1 1 0 0 0,1-1 1 0 0,-1 0-1 0 0,1 1 0 0 0,0-1 0 0 0,1-10 1 0 0,-1 11-44 0 0,1 1 0 0 0,0-1 0 0 0,0 0 0 0 0,0 1 0 0 0,0-1 0 0 0,1 1 0 0 0,-1-1 0 0 0,1 1 0 0 0,0 0 0 0 0,1 0 0 0 0,-1 0 0 0 0,1 0 0 0 0,0 0 0 0 0,0 0 0 0 0,0 1 0 0 0,0-1 0 0 0,0 1 0 0 0,1 0 0 0 0,0 0 0 0 0,0 0 0 0 0,7-4 0 0 0,-8 6-75 0 0,-1 1 0 0 0,1-1 0 0 0,-1 1 0 0 0,1 0-1 0 0,0-1 1 0 0,-1 1 0 0 0,1 1 0 0 0,0-1 0 0 0,-1 0 0 0 0,1 0 0 0 0,-1 1-1 0 0,1 0 1 0 0,0-1 0 0 0,-1 1 0 0 0,1 0 0 0 0,-1 0 0 0 0,0 1 0 0 0,1-1-1 0 0,-1 0 1 0 0,0 1 0 0 0,0-1 0 0 0,0 1 0 0 0,0 0 0 0 0,0 0-1 0 0,0 0 1 0 0,0 0 0 0 0,-1 0 0 0 0,1 0 0 0 0,-1 0 0 0 0,1 0 0 0 0,0 4-1 0 0,3 1-824 0 0,-1 1-1 0 0,0-1 1 0 0,0 1-1 0 0,-1 0 1 0 0,0 0-1 0 0,0 0 1 0 0,-1 0-1 0 0,3 15 1 0 0,-5-7-1833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06.1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2 137 456 0 0,'-1'-39'6014'0'0,"2"19"-475"0"0,21 29-4657 0 0,-14-3-667 0 0,0 0 0 0 0,0 1 0 0 0,-1-1-1 0 0,1 2 1 0 0,-2-1 0 0 0,1 1 0 0 0,-1 0 0 0 0,9 14 0 0 0,6 7 238 0 0,25 34 273 0 0,-25-34-188 0 0,33 37 0 0 0,-54-65-495 0 0,0-1-1 0 0,1 1 0 0 0,-1 0 0 0 0,1 0 1 0 0,-1-1-1 0 0,1 1 0 0 0,0 0 1 0 0,-1-1-1 0 0,1 1 0 0 0,0 0 1 0 0,-1-1-1 0 0,1 1 0 0 0,0-1 1 0 0,0 0-1 0 0,-1 1 0 0 0,1-1 0 0 0,0 1 1 0 0,0-1-1 0 0,0 0 0 0 0,0 0 1 0 0,0 1-1 0 0,0-1 0 0 0,-1 0 1 0 0,1 0-1 0 0,0 0 0 0 0,0 0 1 0 0,0 0-1 0 0,0 0 0 0 0,0 0 0 0 0,0-1 1 0 0,0 1-1 0 0,-1 0 0 0 0,1 0 1 0 0,0-1-1 0 0,2 0 0 0 0,16-32 824 0 0,-18 30-901 0 0,12-34-91 0 0,-1-1-1 0 0,14-77 1 0 0,0-3-3890 0 0,-17 101 1605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06.5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0 420 0 0,'0'0'7297'0'0,"-1"37"-4907"0"0,-14 38-1062 0 0,9-50-1100 0 0,1 1 0 0 0,1 1 1 0 0,1-1-1 0 0,1 1 1 0 0,3 45-1 0 0,-1-71-233 0 0,0 1-1 0 0,0-1 0 0 0,1 1 1 0 0,-1-1-1 0 0,0 0 0 0 0,1 1 1 0 0,-1-1-1 0 0,0 0 0 0 0,1 1 1 0 0,0-1-1 0 0,-1 0 0 0 0,1 0 1 0 0,0 1-1 0 0,0-1 0 0 0,-1 0 1 0 0,1 0-1 0 0,0 0 1 0 0,2 1-1 0 0,-3-1-3 0 0,1-1-1 0 0,0 0 1 0 0,0 0 0 0 0,0 1 0 0 0,-1-1 0 0 0,1 0-1 0 0,0 0 1 0 0,0 0 0 0 0,0 0 0 0 0,-1 0-1 0 0,1 0 1 0 0,0 0 0 0 0,0 0 0 0 0,0 0-1 0 0,-1-1 1 0 0,1 1 0 0 0,0 0 0 0 0,0-1 0 0 0,0 1-1 0 0,-1 0 1 0 0,1-1 0 0 0,1 0 0 0 0,1-2-26 0 0,1 1 0 0 0,-1-1 0 0 0,1 0 0 0 0,-1-1 0 0 0,0 1 0 0 0,0-1 0 0 0,0 1 0 0 0,-1-1 0 0 0,5-7 0 0 0,-4 1-11 0 0,0 0 1 0 0,0 1-1 0 0,0-1 1 0 0,-1 0-1 0 0,0-12 1 0 0,11-37-76 0 0,-12 54 161 0 0,1 1 0 0 0,0 0 0 0 0,0 0 0 0 0,0 0-1 0 0,1 0 1 0 0,-1 0 0 0 0,1 1 0 0 0,0-1 0 0 0,0 1 0 0 0,0-1 0 0 0,1 1 0 0 0,-1 0 0 0 0,1 1 0 0 0,0-1 0 0 0,-1 0 0 0 0,7-2 0 0 0,-7 4 16 0 0,-1 0 1 0 0,1 1-1 0 0,0-1 0 0 0,0 0 1 0 0,0 1-1 0 0,0 0 0 0 0,0-1 1 0 0,0 1-1 0 0,0 1 0 0 0,0-1 1 0 0,0 0-1 0 0,0 1 1 0 0,0-1-1 0 0,0 1 0 0 0,0 0 1 0 0,0 0-1 0 0,-1 0 0 0 0,1 0 1 0 0,0 1-1 0 0,-1-1 0 0 0,1 1 1 0 0,-1 0-1 0 0,1-1 1 0 0,-1 1-1 0 0,0 0 0 0 0,4 4 1 0 0,0 1-9 0 0,0 0 1 0 0,0 0 0 0 0,-1 1 0 0 0,0 0 0 0 0,0 0 0 0 0,0 0 0 0 0,-1 1-1 0 0,4 12 1 0 0,18 78-614 0 0,-22-74-1460 0 0,2-1 0 0 0,1 0 0 0 0,11 25 0 0 0,-7-26-1192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42.5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52 512 0 0,'0'-1'5883'0'0,"0"-15"-6430"0"0,-6-6-2345 0 0,2 10 1224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42.1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20 56 0 0,'-4'-3'1698'0'0,"0"0"0"0"0,0 0 0 0 0,0 1-1 0 0,0 0 1 0 0,-1 0 0 0 0,-7-2 0 0 0,8 19-2719 0 0,-3 17-5431 0 0,9-24 3936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43.7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 60 0 0,'-3'33'24338'0'0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24.8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14 976 0 0,'8'11'4417'0'0,"29"39"-2005"0"0,198 376 4175 0 0,-193-346-5872 0 0,59 83 1414 0 0,-101-162-2073 0 0,0-1 0 0 0,0 1 0 0 0,1-1 0 0 0,-1 1 1 0 0,0-1-1 0 0,1 1 0 0 0,-1-1 0 0 0,1 1 0 0 0,-1-1 0 0 0,1 1 0 0 0,-1-1 0 0 0,1 0 0 0 0,-1 1 0 0 0,1-1 0 0 0,-1 0 0 0 0,1 1 0 0 0,-1-1 0 0 0,1 0 0 0 0,-1 0 1 0 0,1 0-1 0 0,0 1 0 0 0,-1-1 0 0 0,1 0 0 0 0,-1 0 0 0 0,1 0 0 0 0,0 0 0 0 0,-1 0 0 0 0,1 0 0 0 0,0 0 0 0 0,13-15 651 0 0,8-38-419 0 0,-18 40-40 0 0,16-47 260 0 0,24-126 1 0 0,-7-69-23 0 0,-32 212-413 0 0,-2 6-66 0 0,-3 28-220 0 0,0-1 0 0 0,1 1 0 0 0,0-1 0 0 0,1 1 0 0 0,0 0 0 0 0,1 0 0 0 0,4-12 0 0 0,-7 20 151 0 0,0 1-1 0 0,1 0 0 0 0,-1-1 1 0 0,0 1-1 0 0,0 0 0 0 0,0 0 1 0 0,1-1-1 0 0,-1 1 0 0 0,0 0 1 0 0,0 0-1 0 0,1-1 0 0 0,-1 1 1 0 0,0 0-1 0 0,1 0 0 0 0,-1 0 1 0 0,0 0-1 0 0,1 0 0 0 0,-1-1 1 0 0,0 1-1 0 0,1 0 0 0 0,-1 0 1 0 0,0 0-1 0 0,1 0 0 0 0,-1 0 1 0 0,0 0-1 0 0,1 0 0 0 0,-1 0 1 0 0,1 0-1 0 0,-1 0 0 0 0,0 0 0 0 0,1 0 1 0 0,-1 1-1 0 0,0-1 0 0 0,1 0 1 0 0,-1 0-1 0 0,16 12-939 0 0,7 16-438 0 0,12 37-1679 0 0,-6-8-3251 0 0,-14-35 3077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25.7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77 289 24 0 0,'-12'-33'10649'0'0,"4"50"-9641"0"0,-7 31-415 0 0,2 1 1 0 0,3 0-1 0 0,-7 77 0 0 0,17-125-591 0 0,-2 24-4 0 0,3 45 1 0 0,-1-64-54 0 0,1 0 0 0 0,-1 1 0 0 0,2-1 0 0 0,-1 0-1 0 0,1 0 1 0 0,0 0 0 0 0,0 0 0 0 0,0-1 0 0 0,1 1 0 0 0,0 0 0 0 0,0-1 0 0 0,8 9 0 0 0,-10-13 43 0 0,0 0 1 0 0,0 0 0 0 0,0-1-1 0 0,0 1 1 0 0,1-1 0 0 0,-1 1 0 0 0,0-1-1 0 0,1 0 1 0 0,-1 1 0 0 0,0-1-1 0 0,1 0 1 0 0,-1 0 0 0 0,0 0 0 0 0,1 0-1 0 0,-1 0 1 0 0,0 0 0 0 0,1 0-1 0 0,-1-1 1 0 0,0 1 0 0 0,1 0 0 0 0,-1-1-1 0 0,0 1 1 0 0,0-1 0 0 0,1 1-1 0 0,-1-1 1 0 0,0 0 0 0 0,0 1 0 0 0,0-1-1 0 0,0 0 1 0 0,0 0 0 0 0,0 0 0 0 0,0 0-1 0 0,0 0 1 0 0,0 0 0 0 0,1-2-1 0 0,3-1-6 0 0,0-1 0 0 0,-1-1-1 0 0,0 1 1 0 0,1-1 0 0 0,3-8 0 0 0,3-14 11 0 0,-1-2 1 0 0,-1 1 0 0 0,-2-1 0 0 0,5-41 0 0 0,-6 31 210 0 0,19-63 1 0 0,-25 102-200 0 0,0-1 0 0 0,1 0 1 0 0,-1 1-1 0 0,0-1 1 0 0,1 1-1 0 0,-1-1 1 0 0,1 1-1 0 0,0 0 1 0 0,-1-1-1 0 0,1 1 0 0 0,0-1 1 0 0,0 1-1 0 0,0 0 1 0 0,0 0-1 0 0,0 0 1 0 0,0-1-1 0 0,0 1 1 0 0,0 0-1 0 0,0 0 0 0 0,1 0 1 0 0,-1 1-1 0 0,0-1 1 0 0,1 0-1 0 0,-1 0 1 0 0,1 1-1 0 0,-1-1 1 0 0,1 1-1 0 0,-1-1 0 0 0,1 1 1 0 0,-1 0-1 0 0,1-1 1 0 0,-1 1-1 0 0,1 0 1 0 0,-1 0-1 0 0,1 0 1 0 0,2 1-1 0 0,2 1 11 0 0,0 1 0 0 0,0 0 0 0 0,0 0 0 0 0,0 0 0 0 0,-1 1-1 0 0,0 0 1 0 0,8 7 0 0 0,6 7 27 0 0,-1 0 0 0 0,17 22-1 0 0,9 9 21 0 0,-41-45-44 0 0,0-2 1 0 0,0 1-1 0 0,0 0 1 0 0,1-1-1 0 0,0 1 0 0 0,-1-1 1 0 0,1 0-1 0 0,0 0 1 0 0,5 1-1 0 0,-8-2 22 0 0,21-20 66 0 0,-11 0 22 0 0,-1 0 0 0 0,-1-1 0 0 0,-1 0 0 0 0,0-1 0 0 0,5-24 0 0 0,10-29 433 0 0,-23 74-553 0 0,0-1-1 0 0,0 0 1 0 0,0 0-1 0 0,0 0 1 0 0,0 0-1 0 0,0 0 1 0 0,1 0-1 0 0,-1 0 1 0 0,0 0-1 0 0,1 1 1 0 0,-1-1-1 0 0,1 0 1 0 0,-1 0-1 0 0,1 0 1 0 0,-1 1-1 0 0,1-1 1 0 0,-1 0-1 0 0,1 0 1 0 0,0 1 0 0 0,-1-1-1 0 0,1 1 1 0 0,0-1-1 0 0,0 1 1 0 0,-1-1-1 0 0,1 1 1 0 0,0-1-1 0 0,0 1 1 0 0,0 0-1 0 0,0-1 1 0 0,0 1-1 0 0,0 0 1 0 0,-1 0-1 0 0,1-1 1 0 0,2 1-1 0 0,-1 2 2 0 0,0 0-1 0 0,1 0 0 0 0,-1 0 0 0 0,0 0 0 0 0,0 0 0 0 0,0 0 1 0 0,-1 0-1 0 0,1 1 0 0 0,0-1 0 0 0,1 6 0 0 0,117 201 169 0 0,-81-161-136 0 0,-36-45-31 0 0,-1-1 0 0 0,1 1 1 0 0,0 0-1 0 0,0-1 1 0 0,0 0-1 0 0,1 0 0 0 0,-1 0 1 0 0,0 0-1 0 0,1 0 1 0 0,-1-1-1 0 0,1 1 0 0 0,0-1 1 0 0,6 2-1 0 0,-7-4-5 0 0,0 0 0 0 0,0 0 0 0 0,0-1 0 0 0,0 1 0 0 0,0-1 0 0 0,0 1 0 0 0,-1-1-1 0 0,1 0 1 0 0,0 0 0 0 0,-1 0 0 0 0,1 0 0 0 0,-1 0 0 0 0,0-1 0 0 0,0 1 0 0 0,0-1 0 0 0,0 0 0 0 0,2-4 0 0 0,29-50 70 0 0,-26 41-61 0 0,-1-1 1 0 0,-1 1-1 0 0,-1-1 0 0 0,0 0 1 0 0,-1 0-1 0 0,-1-1 1 0 0,1-19-1 0 0,-10-126 108 0 0,2 94 38 0 0,-2-1 505 0 0,7 69-507 0 0,2 26-106 0 0,6 13-33 0 0,2-1 0 0 0,1 0-1 0 0,3-1 1 0 0,22 46-1 0 0,9 24-468 0 0,-38-87-11 0 0,33 80-930 0 0,-5-40-4438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26.0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15 107 672 0 0,'-1'-1'380'0'0,"0"0"1"0"0,0 1-1 0 0,0-1 0 0 0,0 0 1 0 0,0 0-1 0 0,0-1 1 0 0,0 1-1 0 0,0 0 0 0 0,0 0 1 0 0,1 0-1 0 0,-1 0 0 0 0,0-1 1 0 0,1 1-1 0 0,-1 0 0 0 0,1-1 1 0 0,-1 1-1 0 0,1-1 0 0 0,0 1 1 0 0,-1 0-1 0 0,1-1 0 0 0,0-1 1 0 0,1 2-230 0 0,-1-1 0 0 0,1 1 0 0 0,-1 0 0 0 0,1 0 0 0 0,0 0 0 0 0,-1 0 0 0 0,1 0 0 0 0,0 0 0 0 0,0 0 0 0 0,0 0 0 0 0,0 0 0 0 0,0 0 0 0 0,0 1 0 0 0,0-1 0 0 0,0 0 0 0 0,0 1 0 0 0,0-1 0 0 0,0 0 1 0 0,2 0-1 0 0,9-3-359 0 0,0 1 1 0 0,0-1-1 0 0,25-2 0 0 0,-22 4 272 0 0,101-28-6439 0 0,-85 20 3608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26.4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92 964 0 0,'-4'1'718'0'0,"1"0"-1"0"0,-1-1 1 0 0,0 0-1 0 0,0 0 0 0 0,0 0 1 0 0,0 0-1 0 0,0-1 1 0 0,-8-1 3556 0 0,17-1-3624 0 0,27-9-433 0 0,0 1 1 0 0,1 1-1 0 0,58-8 1 0 0,40-12-7574 0 0,-110 24 4462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26.7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39 608 0 0,'-8'6'1232'0'0,"-2"-2"-124"0"0,8 1-72 0 0,-2-3 733 0 0,-1 3 283 0 0,24-3-1592 0 0,-3-5-180 0 0,13-3-224 0 0,-1-1-304 0 0,13-8-284 0 0,-12 8-776 0 0,17-4-1409 0 0,3-2 625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28.2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21 223 652 0 0,'-1'-9'1244'0'0,"2"1"0"0"0,-1 0-1 0 0,1 0 1 0 0,0 0 0 0 0,5-14 981 0 0,4 52-1295 0 0,65 302 2307 0 0,-69-288-1885 0 0,-7-48-1232 0 0,-75-229 370 0 0,49 141-491 0 0,23 78-9 0 0,0 0 1 0 0,1 0-1 0 0,1 0 0 0 0,1-1 1 0 0,0 1-1 0 0,0-1 0 0 0,2 1 1 0 0,0 0-1 0 0,5-26 0 0 0,-5 36-1 0 0,0 1-1 0 0,0-1 1 0 0,0 1-1 0 0,1-1 1 0 0,0 1-1 0 0,0 0 1 0 0,0 0-1 0 0,0 0 1 0 0,0 0 0 0 0,0 0-1 0 0,1 1 1 0 0,-1-1-1 0 0,1 1 1 0 0,0-1-1 0 0,0 1 1 0 0,0 0-1 0 0,5-2 1 0 0,-2 1-19 0 0,-1 1 1 0 0,1 0 0 0 0,1 0 0 0 0,-1 0 0 0 0,0 1 0 0 0,0 0 0 0 0,0 0 0 0 0,1 1-1 0 0,9 0 1 0 0,-4 0-42 0 0,-1 1-1 0 0,1 1 0 0 0,-1 0 1 0 0,1 1-1 0 0,-1 0 0 0 0,0 1 1 0 0,0 0-1 0 0,0 0 1 0 0,-1 1-1 0 0,16 10 0 0 0,-23-13 56 0 0,0 0-1 0 0,0 1 1 0 0,0-1-1 0 0,-1 0 0 0 0,1 1 1 0 0,-1 0-1 0 0,1-1 1 0 0,-1 1-1 0 0,0 0 1 0 0,0 0-1 0 0,0 1 0 0 0,-1-1 1 0 0,1 0-1 0 0,-1 0 1 0 0,0 1-1 0 0,0-1 1 0 0,0 1-1 0 0,0-1 0 0 0,0 1 1 0 0,-1-1-1 0 0,1 1 1 0 0,-1 0-1 0 0,0-1 1 0 0,-1 1-1 0 0,1-1 1 0 0,0 1-1 0 0,-1 0 0 0 0,0-1 1 0 0,0 1-1 0 0,0-1 1 0 0,0 0-1 0 0,0 1 1 0 0,-1-1-1 0 0,0 0 0 0 0,0 0 1 0 0,1 0-1 0 0,-2 0 1 0 0,1 0-1 0 0,-3 3 1 0 0,-62 53 236 0 0,22-23 125 0 0,44-35-327 0 0,0 0 0 0 0,1-1 1 0 0,-1 1-1 0 0,0-1 0 0 0,1 1 0 0 0,-1 0 1 0 0,0 0-1 0 0,1-1 0 0 0,-1 1 1 0 0,1 0-1 0 0,0 0 0 0 0,-1 0 0 0 0,1 0 1 0 0,-1-1-1 0 0,1 1 0 0 0,0 0 0 0 0,0 0 1 0 0,0 0-1 0 0,-1 0 0 0 0,1 0 0 0 0,0 0 1 0 0,0 0-1 0 0,0 0 0 0 0,0 0 0 0 0,0 0 1 0 0,1 0-1 0 0,-1-1 0 0 0,0 1 0 0 0,0 0 1 0 0,1 1-1 0 0,1 0 11 0 0,-1 1 0 0 0,1-1 1 0 0,-1 0-1 0 0,1 0 0 0 0,0 0 0 0 0,0 0 0 0 0,0 0 1 0 0,0-1-1 0 0,1 1 0 0 0,3 1 0 0 0,5 4 35 0 0,0-2 0 0 0,1 0-1 0 0,17 5 1 0 0,70 19 138 0 0,198 52-2529 0 0,-288-79 1963 0 0,-1-1-1 0 0,1 0 0 0 0,0 0 1 0 0,0-1-1 0 0,-1 0 0 0 0,14-3 1 0 0,25-11-5271 0 0,-33 6 3061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28.6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118 15 436 0 0,'-1'-1'216'0'0,"0"-1"0"0"0,-1 1 0 0 0,1 0 0 0 0,-1 0 0 0 0,1 0 1 0 0,-1 0-1 0 0,1 0 0 0 0,-1 0 0 0 0,1 0 0 0 0,-1 0 0 0 0,0 1 0 0 0,1-1 0 0 0,-1 1 0 0 0,0-1 0 0 0,0 1 0 0 0,0 0 1 0 0,1-1-1 0 0,-1 1 0 0 0,0 0 0 0 0,0 0 0 0 0,0 0 0 0 0,1 1 0 0 0,-1-1 0 0 0,0 0 0 0 0,0 1 0 0 0,0-1 0 0 0,-1 1 0 0 0,0 1 0 0 0,0 1-1 0 0,0-1 0 0 0,0 0 1 0 0,0 1-1 0 0,0 0 0 0 0,0 0 1 0 0,1 0-1 0 0,0 0 0 0 0,-1 0 1 0 0,1 0-1 0 0,0 0 0 0 0,-1 5 1 0 0,-4 6 180 0 0,2 1 0 0 0,0-1 1 0 0,0 1-1 0 0,1 0 0 0 0,-3 26 1 0 0,6-25-137 0 0,1-1 0 0 0,0 1 0 0 0,1 0 0 0 0,0-1-1 0 0,2 1 1 0 0,0-1 0 0 0,0 1 0 0 0,1-1 0 0 0,12 27 0 0 0,-13-36-261 0 0,0 0-1 0 0,0-1 1 0 0,0 0-1 0 0,1 0 1 0 0,0 0-1 0 0,0 0 1 0 0,0-1-1 0 0,0 1 1 0 0,1-1-1 0 0,-1 0 1 0 0,1 0-1 0 0,0-1 1 0 0,1 1-1 0 0,-1-1 1 0 0,1 0-1 0 0,-1-1 1 0 0,1 1-1 0 0,0-1 1 0 0,0-1-1 0 0,0 1 1 0 0,0-1-1 0 0,0 0 1 0 0,0 0-1 0 0,0 0 1 0 0,0-1-1 0 0,0 0 1 0 0,11-1-1 0 0,-6 0-288 0 0,0-1-1 0 0,1 0 1 0 0,-1-1-1 0 0,0 0 1 0 0,0 0 0 0 0,0-1-1 0 0,18-10 1 0 0,-17 7-1316 0 0,-1-1 0 0 0,0 0 1 0 0,16-15-1 0 0,-8 6-1473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30.9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 46 388 0 0,'-49'-2'9865'0'0,"98"-1"-9316"0"0,0-3-1 0 0,71-17 1 0 0,-83 14-88 0 0,-36 8-295 0 0,-22-1 362 0 0,-1 6-487 0 0,1 1 0 0 0,0 0 0 0 0,0 2 0 0 0,0 1 0 0 0,-33 16 0 0 0,31-13 102 0 0,187-52-55 0 0,-154 39-300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32.9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143 144 540 0 0,'0'-33'2382'0'0,"2"-1"0"0"0,6-36-1 0 0,-8 69-2343 0 0,0 1 0 0 0,0 0 0 0 0,0 0-1 0 0,0 0 1 0 0,0-1 0 0 0,0 1 0 0 0,0 0 0 0 0,0 0-1 0 0,0-1 1 0 0,0 1 0 0 0,0 0 0 0 0,0 0-1 0 0,0-1 1 0 0,0 1 0 0 0,1 0 0 0 0,-1 0-1 0 0,0 0 1 0 0,0-1 0 0 0,0 1 0 0 0,0 0 0 0 0,0 0-1 0 0,1 0 1 0 0,-1 0 0 0 0,0-1 0 0 0,0 1-1 0 0,0 0 1 0 0,0 0 0 0 0,1 0 0 0 0,-1 0-1 0 0,0 0 1 0 0,0 0 0 0 0,1-1 0 0 0,-1 1 0 0 0,0 0-1 0 0,0 0 1 0 0,0 0 0 0 0,1 0 0 0 0,-1 0-1 0 0,0 0 1 0 0,0 0 0 0 0,1 0 0 0 0,-1 0-1 0 0,0 0 1 0 0,0 0 0 0 0,1 0 0 0 0,-1 0 0 0 0,0 0-1 0 0,0 1 1 0 0,0-1 0 0 0,1 0 0 0 0,-1 0-1 0 0,0 0 1 0 0,0 0 0 0 0,1 0 0 0 0,-1 0-1 0 0,0 1 1 0 0,0-1 0 0 0,1 0 0 0 0,15 20 673 0 0,14 32-134 0 0,-4 0-56 0 0,2 0-50 0 0,-3 1 0 0 0,-2 1-1 0 0,-2 2 1 0 0,21 87 0 0 0,-35-104-132 0 0,-2 0-1 0 0,1 48 1 0 0,-6-86 9 0 0,-5-3-276 0 0,-8-5-42 0 0,0-1-1 0 0,0-1 1 0 0,1 0 0 0 0,0 0 0 0 0,1-2 0 0 0,0 1-1 0 0,-15-19 1 0 0,15 16-28 0 0,0 1 0 0 0,-1 0 0 0 0,-1 0 0 0 0,0 1 0 0 0,-1 1 0 0 0,0 0 0 0 0,-15-8 0 0 0,23 16-2 0 0,-5-4-9 0 0,0 2-1 0 0,0-1 0 0 0,-1 1 0 0 0,1 1 1 0 0,-25-4-1 0 0,34 6 7 0 0,0 1 0 0 0,-1 0 0 0 0,1 0 0 0 0,0 1 0 0 0,-1-1 0 0 0,1 0 0 0 0,0 1 0 0 0,0 0 0 0 0,-1-1 0 0 0,1 1 0 0 0,0 0 0 0 0,0 0 0 0 0,0 0 0 0 0,0 0 0 0 0,0 1 0 0 0,0-1 0 0 0,0 1 0 0 0,0-1 0 0 0,0 1 0 0 0,1-1 0 0 0,-1 1 0 0 0,1 0 0 0 0,-1 0 0 0 0,1 0 0 0 0,0 0 0 0 0,0 0 0 0 0,0 0 0 0 0,0 0 0 0 0,0 0 0 0 0,0 0 0 0 0,0 1 0 0 0,1-1 0 0 0,-1 0 0 0 0,1 1-1 0 0,0-1 1 0 0,-1 0 0 0 0,1 1 0 0 0,0 1 0 0 0,0 4-15 0 0,-1 0 0 0 0,1 0 0 0 0,0-1 0 0 0,0 1 0 0 0,1 0 0 0 0,0-1 0 0 0,1 1 0 0 0,0-1 0 0 0,0 1 0 0 0,0-1 0 0 0,1 0 0 0 0,0 1 0 0 0,1-2 0 0 0,-1 1 0 0 0,1 0-1 0 0,1-1 1 0 0,-1 1 0 0 0,1-1 0 0 0,0-1 0 0 0,0 1 0 0 0,1-1 0 0 0,0 1 0 0 0,0-2 0 0 0,0 1 0 0 0,0-1 0 0 0,1 0 0 0 0,8 4 0 0 0,-5-3-46 0 0,0-1 1 0 0,0 0-1 0 0,1-1 1 0 0,-1 0-1 0 0,1 0 1 0 0,0-1-1 0 0,0-1 1 0 0,0 0-1 0 0,0 0 1 0 0,0-1-1 0 0,-1-1 1 0 0,1 0-1 0 0,0 0 1 0 0,0-1-1 0 0,0 0 1 0 0,-1-1-1 0 0,1 0 1 0 0,17-8-1 0 0,-15 4-24 0 0,0 0-1 0 0,0-1 1 0 0,-1 0 0 0 0,0-1-1 0 0,-1 0 1 0 0,0-1-1 0 0,0 0 1 0 0,-1-1 0 0 0,0 0-1 0 0,-1 0 1 0 0,10-17-1 0 0,-11 13 41 0 0,-1 0 0 0 0,0-1 0 0 0,-1 1 0 0 0,-1-1 0 0 0,0-1 0 0 0,-1 1 0 0 0,-1 0 0 0 0,-1-1 0 0 0,1-30 0 0 0,11-193 203 0 0,-14 239-152 0 0,0 0 0 0 0,0 0 0 0 0,0 0 1 0 0,0 1-1 0 0,0-1 0 0 0,0 0 0 0 0,0 0 0 0 0,1 0 0 0 0,-1 0 0 0 0,0 1 0 0 0,0-1 0 0 0,1 0 0 0 0,-1 0 0 0 0,1 1 1 0 0,-1-1-1 0 0,0 0 0 0 0,1 1 0 0 0,-1-1 0 0 0,1 0 0 0 0,0 1 0 0 0,-1-1 0 0 0,1 0 0 0 0,-1 1 0 0 0,1-1 1 0 0,0 1-1 0 0,0 0 0 0 0,-1-1 0 0 0,1 1 0 0 0,0-1 0 0 0,0 1 0 0 0,1 0 3 0 0,-1 0-1 0 0,1 0 1 0 0,0 1 0 0 0,-1-1-1 0 0,1 1 1 0 0,-1-1-1 0 0,0 1 1 0 0,1 0-1 0 0,-1-1 1 0 0,1 1 0 0 0,-1 0-1 0 0,0 0 1 0 0,0 0-1 0 0,3 2 1 0 0,38 44 146 0 0,-7 6 97 0 0,44 87-1 0 0,-37-61 100 0 0,-42-78-304 0 0,0 0 0 0 0,1-1 0 0 0,-1 1 0 0 0,0 0 0 0 0,1 0 0 0 0,-1 0 0 0 0,0 0 0 0 0,1-1 0 0 0,-1 1 0 0 0,1 0 0 0 0,-1 0 0 0 0,1-1 0 0 0,0 1 0 0 0,-1 0 0 0 0,1-1 0 0 0,0 1 0 0 0,-1-1 0 0 0,1 1 0 0 0,0-1 0 0 0,0 1 0 0 0,-1-1 0 0 0,1 1 0 0 0,0-1 0 0 0,0 0 0 0 0,0 1 0 0 0,0-1 0 0 0,-1 0 0 0 0,1 0 0 0 0,0 0 0 0 0,0 0 0 0 0,2 0 0 0 0,-2-1-12 0 0,0 0 0 0 0,1 0 0 0 0,-1-1 0 0 0,0 1 1 0 0,0-1-1 0 0,0 1 0 0 0,0-1 0 0 0,0 1 0 0 0,-1-1 1 0 0,1 1-1 0 0,0-1 0 0 0,-1 0 0 0 0,1 1 0 0 0,-1-4 0 0 0,10-70 181 0 0,-14-30-379 0 0,1 78-588 0 0,1-1-1 0 0,2 1 1 0 0,3-31 0 0 0,3 46-616 0 0,22 15-7822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33.2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139 9 684 0 0,'0'-1'135'0'0,"-1"1"0"0"0,1 0 0 0 0,0-1 0 0 0,0 1 0 0 0,0-1 0 0 0,0 1 0 0 0,-1 0-1 0 0,1-1 1 0 0,0 1 0 0 0,-1-2 540 0 0,0 2-540 0 0,1 0 0 0 0,0 0 0 0 0,-1-1 0 0 0,1 1-1 0 0,0 0 1 0 0,-1 0 0 0 0,1 0 0 0 0,-1 0 0 0 0,1-1 0 0 0,0 1 0 0 0,-1 0 0 0 0,1 0 0 0 0,-1 0 0 0 0,1 0 0 0 0,0 0 0 0 0,-1 0 0 0 0,1 0-1 0 0,-1 0 1 0 0,1 0 0 0 0,0 0 0 0 0,-1 0 0 0 0,1 0 0 0 0,-1 0 0 0 0,1 1 0 0 0,0-1 0 0 0,-1 0 0 0 0,1 0 0 0 0,0 0 0 0 0,-1 0-1 0 0,1 1 1 0 0,-1-1 0 0 0,1 0 0 0 0,0 0 0 0 0,-1 1 0 0 0,-23 26 1923 0 0,-22 48-1636 0 0,43-70 72 0 0,-5 11-227 0 0,0 1 1 0 0,1-1 0 0 0,1 1-1 0 0,-7 29 1 0 0,11-37-203 0 0,0-1 0 0 0,1 1 1 0 0,0 0-1 0 0,1-1 0 0 0,0 1 0 0 0,0-1 0 0 0,1 1 0 0 0,0 0 0 0 0,0-1 1 0 0,1 1-1 0 0,5 13 0 0 0,-6-19-115 0 0,0 0 1 0 0,0-1-1 0 0,1 1 1 0 0,0-1-1 0 0,-1 1 0 0 0,1-1 1 0 0,0 0-1 0 0,0 0 1 0 0,0 0-1 0 0,0 0 0 0 0,1 0 1 0 0,-1 0-1 0 0,1-1 1 0 0,-1 1-1 0 0,1-1 1 0 0,-1 0-1 0 0,1 1 0 0 0,0-1 1 0 0,0 0-1 0 0,-1-1 1 0 0,1 1-1 0 0,4 0 1 0 0,-5-1-369 0 0,1 1 0 0 0,0-1 1 0 0,-1-1-1 0 0,1 1 1 0 0,-1 0-1 0 0,1-1 1 0 0,0 1-1 0 0,-1-1 0 0 0,1 0 1 0 0,-1 1-1 0 0,0-1 1 0 0,1-1-1 0 0,-1 1 1 0 0,0 0-1 0 0,5-3 0 0 0,2-2-2228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33.6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22 250 696 0 0,'-21'18'3521'0'0,"21"-18"-3466"0"0,0 0 0 0 0,0 1 0 0 0,0-1-1 0 0,0 0 1 0 0,0 0 0 0 0,0 1 0 0 0,1-1 0 0 0,-1 0 0 0 0,0 0 0 0 0,0 1 0 0 0,0-1 0 0 0,0 0 0 0 0,0 0 0 0 0,1 0 0 0 0,-1 0 0 0 0,0 1-1 0 0,0-1 1 0 0,0 0 0 0 0,1 0 0 0 0,-1 0 0 0 0,0 0 0 0 0,0 1 0 0 0,1-1 0 0 0,-1 0 0 0 0,0 0 0 0 0,0 0 0 0 0,0 0 0 0 0,1 0 0 0 0,-1 0-1 0 0,0 0 1 0 0,1 0 0 0 0,-1 0 0 0 0,0 0 0 0 0,0 0 0 0 0,1 0 0 0 0,-1 0 0 0 0,0 0 0 0 0,0 0 0 0 0,1 0 0 0 0,-1 0 0 0 0,0 0-1 0 0,0 0 1 0 0,1 0 0 0 0,-1-1 0 0 0,56-10 2239 0 0,-40 7-2242 0 0,79-21 1224 0 0,103-42 0 0 0,89-58 32 0 0,-227 86-2421 0 0,-59 38 708 0 0,-21 17-3243 0 0,2-8-52 0 0,3-2 1436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35.6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 5 148 0 0,'0'-5'7250'0'0,"90"242"-2473"0"0,-84-222-4580 0 0,-1 1 0 0 0,-1 0 0 0 0,0-1 0 0 0,-1 1 0 0 0,2 23 0 0 0,-5-38-186 0 0,0-1 0 0 0,-1 1 0 0 0,1 0 1 0 0,0 0-1 0 0,0 0 0 0 0,0 0 0 0 0,0 0 0 0 0,-1-1 0 0 0,1 1 0 0 0,0 0 0 0 0,-1 0 0 0 0,1 0 0 0 0,-1-1 0 0 0,1 1 1 0 0,-1 0-1 0 0,1-1 0 0 0,-1 1 0 0 0,0 0 0 0 0,1-1 0 0 0,-1 1 0 0 0,0-1 0 0 0,1 1 0 0 0,-1-1 0 0 0,0 1 0 0 0,0-1 0 0 0,0 1 1 0 0,1-1-1 0 0,-1 0 0 0 0,0 1 0 0 0,0-1 0 0 0,0 0 0 0 0,0 0 0 0 0,1 0 0 0 0,-1 0 0 0 0,0 0 0 0 0,0 0 0 0 0,0 0 0 0 0,0 0 1 0 0,0 0-1 0 0,0 0 0 0 0,0 0 0 0 0,1 0 0 0 0,-1-1 0 0 0,0 1 0 0 0,0 0 0 0 0,0-1 0 0 0,1 1 0 0 0,-2-1 0 0 0,-49-22 118 0 0,44 19-96 0 0,-6-3 43 0 0,0 1 0 0 0,0 0 0 0 0,-1 1-1 0 0,0 1 1 0 0,0 0 0 0 0,-16-2 0 0 0,26 6-59 0 0,1 0 1 0 0,-1 0-1 0 0,0 0 0 0 0,1 0 0 0 0,-1 1 1 0 0,0-1-1 0 0,1 1 0 0 0,-1 0 0 0 0,1 0 1 0 0,-1 1-1 0 0,1-1 0 0 0,0 1 0 0 0,0-1 1 0 0,-1 1-1 0 0,1 0 0 0 0,0 0 0 0 0,0 1 1 0 0,1-1-1 0 0,-1 0 0 0 0,0 1 0 0 0,1 0 1 0 0,0 0-1 0 0,0-1 0 0 0,-1 1 0 0 0,2 1 1 0 0,-1-1-1 0 0,0 0 0 0 0,1 0 0 0 0,-3 7 1 0 0,2-5-6 0 0,0 1 0 0 0,0 0 1 0 0,1 0-1 0 0,-1-1 1 0 0,1 1-1 0 0,0 0 0 0 0,1 0 1 0 0,0 0-1 0 0,0 0 0 0 0,0 0 1 0 0,1 0-1 0 0,-1 0 1 0 0,1 0-1 0 0,1 0 0 0 0,-1-1 1 0 0,1 1-1 0 0,0 0 0 0 0,1-1 1 0 0,-1 1-1 0 0,1-1 1 0 0,0 0-1 0 0,0 0 0 0 0,7 8 1 0 0,-7-10-15 0 0,1 1 1 0 0,0 0-1 0 0,-1-1 1 0 0,2 0 0 0 0,-1 0-1 0 0,0 0 1 0 0,1-1-1 0 0,-1 1 1 0 0,1-1 0 0 0,-1 0-1 0 0,1-1 1 0 0,0 1-1 0 0,0-1 1 0 0,0 0-1 0 0,0 0 1 0 0,0 0 0 0 0,0-1-1 0 0,1 1 1 0 0,-1-1-1 0 0,0-1 1 0 0,0 1 0 0 0,0-1-1 0 0,0 0 1 0 0,0 0-1 0 0,0 0 1 0 0,0-1-1 0 0,9-3 1 0 0,0-3-12 0 0,1 0 0 0 0,-2-1 0 0 0,1 0 0 0 0,-1-1 0 0 0,0 0 1 0 0,-1-1-1 0 0,0-1 0 0 0,-1 0 0 0 0,0 0 0 0 0,-1-1 0 0 0,-1-1 0 0 0,0 0 0 0 0,0 0 0 0 0,-1 0 0 0 0,-1-1 0 0 0,-1 0 0 0 0,7-25 0 0 0,3-25 388 0 0,12-115 0 0 0,-28 178-343 0 0,3-5 269 0 0,0 8-110 0 0,6 20-35 0 0,5 31-55 0 0,-8-27-22 0 0,1-1 0 0 0,20 46 0 0 0,-5-14-37 0 0,-18-46-112 0 0,1-1 1 0 0,0 0 0 0 0,0 0-1 0 0,10 12 1 0 0,14 27-1159 0 0,-9-15-211 0 0,-5-17-981 0 0,0-10-3546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36.0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31 200 32 0 0,'-2'0'380'0'0,"0"-1"0"0"0,0 0 0 0 0,1 0 0 0 0,-1 0 0 0 0,0 0 1 0 0,0 0-1 0 0,0 0 0 0 0,1 0 0 0 0,-1-1 0 0 0,1 1 0 0 0,-1-1 0 0 0,1 1 0 0 0,-1-1 0 0 0,1 1 0 0 0,0-1 0 0 0,0 0 0 0 0,-2-3 1 0 0,3 3-253 0 0,0 0 1 0 0,0 1-1 0 0,0-1 1 0 0,0 0-1 0 0,0 1 1 0 0,0-1 0 0 0,1 1-1 0 0,-1-1 1 0 0,1 0-1 0 0,-1 1 1 0 0,1-1-1 0 0,0 1 1 0 0,-1-1 0 0 0,1 1-1 0 0,0-1 1 0 0,0 1-1 0 0,0 0 1 0 0,0 0-1 0 0,0-1 1 0 0,0 1 0 0 0,2-1-1 0 0,75-68-1151 0 0,-19 21-3637 0 0,-37 28 2397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37.5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12 840 0 0,'4'4'8722'0'0,"13"-5"-5455"0"0,35-4-3712 0 0,-30 3 1568 0 0,93-6-746 0 0,154 10-1 0 0,-205 6-2849 0 0,-37 0-3531 0 0,-16-3 2749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37.8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188 37 10353 0 0,'-43'31'843'0'0,"-53"29"1"0"0,60-39 0 0 0,35-21-805 0 0,1 0 0 0 0,-1 0 0 0 0,1 1 0 0 0,-1-1 0 0 0,0 0 0 0 0,1 0 0 0 0,-1 1 0 0 0,1-1-1 0 0,-1 0 1 0 0,1 1 0 0 0,-1-1 0 0 0,1 0 0 0 0,-1 1 0 0 0,1-1 0 0 0,-1 1 0 0 0,1-1 0 0 0,0 1 0 0 0,-1-1 0 0 0,1 1 0 0 0,-1-1 0 0 0,1 1 0 0 0,0 0 0 0 0,0-1 0 0 0,-1 1 0 0 0,1-1 0 0 0,0 1 0 0 0,0 0 0 0 0,0-1 0 0 0,0 1 0 0 0,0 0 0 0 0,18 4 318 0 0,35-8-164 0 0,3-8-464 0 0,91-28 0 0 0,-70 16-628 0 0,39-15-1605 0 0,-40 6-2534 0 0,-34 10 1855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38.2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37 114 376 0 0,'-36'-5'8185'0'0,"41"4"-7532"0"0,75-10 206 0 0,82-16-716 0 0,-138 22-1342 0 0,0-2 0 0 0,0-1 0 0 0,-1-1 0 0 0,36-18 0 0 0,-36 14-1178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38.5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 55 312 0 0,'2'12'7247'0'0,"5"42"-5298"0"0,1 7-555 0 0,-3 1 0 0 0,-2-1 1 0 0,-8 94-1 0 0,-3-117-300 0 0,8-37-1076 0 0,0-1 0 0 0,0 0 0 0 0,0 0 0 0 0,0 0 1 0 0,0 0-1 0 0,-1 1 0 0 0,1-1 0 0 0,0 0 1 0 0,0 0-1 0 0,0 0 0 0 0,0 0 0 0 0,0 1 0 0 0,-1-1 1 0 0,1 0-1 0 0,0 0 0 0 0,0 0 0 0 0,0 0 0 0 0,0 0 1 0 0,-1 0-1 0 0,1 0 0 0 0,0 0 0 0 0,0 0 1 0 0,0 1-1 0 0,-1-1 0 0 0,1 0 0 0 0,0 0 0 0 0,0 0 1 0 0,0 0-1 0 0,-1 0 0 0 0,1 0 0 0 0,0 0 0 0 0,0 0 1 0 0,0 0-1 0 0,-1 0 0 0 0,1-1 0 0 0,0 1 1 0 0,0 0-1 0 0,0 0 0 0 0,-1 0 0 0 0,1 0 0 0 0,0 0 1 0 0,0 0-1 0 0,0 0 0 0 0,0 0 0 0 0,-1-1 1 0 0,-9-19 280 0 0,1-9-253 0 0,1 0 0 0 0,1 0 0 0 0,2 0 1 0 0,0-1-1 0 0,3 0 0 0 0,0 0 0 0 0,2 0 0 0 0,1 0 0 0 0,10-58 0 0 0,-9 81-62 0 0,0 0 1 0 0,1-1-1 0 0,-1 1 0 0 0,2 1 1 0 0,-1-1-1 0 0,1 0 0 0 0,0 1 1 0 0,0 0-1 0 0,1 0 0 0 0,-1 0 1 0 0,2 0-1 0 0,-1 1 0 0 0,11-9 1 0 0,-11 10-11 0 0,-1 1 0 0 0,1 0 1 0 0,0 0-1 0 0,0 1 1 0 0,0 0-1 0 0,0 0 1 0 0,0 0-1 0 0,1 0 1 0 0,-1 1-1 0 0,0-1 1 0 0,1 2-1 0 0,-1-1 1 0 0,1 0-1 0 0,0 1 0 0 0,-1 0 1 0 0,1 1-1 0 0,-1-1 1 0 0,11 3-1 0 0,-13-2 19 0 0,-1 0 0 0 0,0 0 0 0 0,0 1-1 0 0,0-1 1 0 0,0 0 0 0 0,0 1 0 0 0,0 0-1 0 0,0-1 1 0 0,0 1 0 0 0,-1 0 0 0 0,1 0-1 0 0,-1 0 1 0 0,1 0 0 0 0,-1 0 0 0 0,0 0 0 0 0,0 0-1 0 0,0 1 1 0 0,0-1 0 0 0,0 0 0 0 0,0 1-1 0 0,-1-1 1 0 0,1 0 0 0 0,-1 1 0 0 0,1-1-1 0 0,-1 1 1 0 0,0-1 0 0 0,0 1 0 0 0,0-1 0 0 0,-1 1-1 0 0,1-1 1 0 0,0 1 0 0 0,-2 2 0 0 0,0 8-8 0 0,0-1-1 0 0,-1 1 1 0 0,-1 0 0 0 0,-8 20 0 0 0,-30 37 6 0 0,35-61 42 0 0,0 2 0 0 0,0-1 0 0 0,1 1 0 0 0,0 0 0 0 0,1 0 0 0 0,0 1 0 0 0,1-1 1 0 0,0 1-1 0 0,-2 12 0 0 0,6-21-26 0 0,1-1 1 0 0,-1 1 0 0 0,1-1-1 0 0,-1 0 1 0 0,1 0 0 0 0,0 1 0 0 0,0-1-1 0 0,0 0 1 0 0,0 0 0 0 0,0 0 0 0 0,1 0-1 0 0,-1 0 1 0 0,1 0 0 0 0,-1 0-1 0 0,1 0 1 0 0,0-1 0 0 0,-1 1 0 0 0,1-1-1 0 0,0 1 1 0 0,0-1 0 0 0,0 0 0 0 0,0 1-1 0 0,0-1 1 0 0,1 0 0 0 0,-1 0 0 0 0,0-1-1 0 0,1 1 1 0 0,2 0 0 0 0,9 4-66 0 0,0-1 1 0 0,0-1 0 0 0,19 3-1 0 0,-5-4-555 0 0,1 0-1 0 0,-1-2 0 0 0,1 0 1 0 0,48-9-1 0 0,-51 4-2079 0 0,-1-1 0 0 0,45-17 0 0 0,-44 11-642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38.9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205 41 1092 0 0,'-1'-2'232'0'0,"0"-1"-1"0"0,0 1 1 0 0,0 0 0 0 0,0-1-1 0 0,0 1 1 0 0,-1 0 0 0 0,1 0-1 0 0,-1 0 1 0 0,1 0 0 0 0,-1 0-1 0 0,0 1 1 0 0,0-1 0 0 0,0 0-1 0 0,0 1 1 0 0,0-1 0 0 0,0 1-1 0 0,-1 0 1 0 0,1 0 0 0 0,0 0-1 0 0,-1 0 1 0 0,1 0 0 0 0,0 0-1 0 0,-1 1 1 0 0,1-1 0 0 0,-1 1-1 0 0,1-1 1 0 0,-1 1 0 0 0,0 0-1 0 0,1 0 1 0 0,-1 0 0 0 0,1 1-1 0 0,-1-1 1 0 0,1 1 0 0 0,-1-1-1 0 0,1 1 1 0 0,-1 0 0 0 0,1 0-1 0 0,0 0 1 0 0,-1 0 0 0 0,1 0-1 0 0,0 0 1 0 0,0 1 0 0 0,0-1-1 0 0,-3 3 1 0 0,-4 4-21 0 0,0-1-1 0 0,0 1 1 0 0,1 1-1 0 0,0-1 1 0 0,1 1-1 0 0,-1 1 1 0 0,2 0-1 0 0,-1 0 1 0 0,2 0-1 0 0,-1 0 1 0 0,1 1-1 0 0,1 0 1 0 0,0 0-1 0 0,1 0 1 0 0,0 1-1 0 0,0-1 1 0 0,1 1-1 0 0,1-1 1 0 0,0 1-1 0 0,1 0 1 0 0,0 0-1 0 0,0 0 1 0 0,1-1-1 0 0,1 1 1 0 0,0 0-1 0 0,1-1 1 0 0,0 0-1 0 0,6 16 1 0 0,-2-17-198 0 0,-1 0 0 0 0,1 0 0 0 0,1-1 1 0 0,0 0-1 0 0,0 0 0 0 0,1 0 1 0 0,0-1-1 0 0,0-1 0 0 0,1 0 1 0 0,0 0-1 0 0,0-1 0 0 0,1 0 0 0 0,-1 0 1 0 0,1-1-1 0 0,1-1 0 0 0,-1 0 1 0 0,1-1-1 0 0,16 4 0 0 0,-12-4-445 0 0,1-1 0 0 0,-1 0 0 0 0,1-1 0 0 0,-1-1 0 0 0,30-3 0 0 0,-34 1-610 0 0,1 0-1 0 0,-1-1 1 0 0,1-1-1 0 0,-1 0 1 0 0,0 0-1 0 0,0-1 1 0 0,16-10-1 0 0,-7 0-2863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7:04:45.5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361 1 600,'7'18'5052,"24"68"-2871,-5-12-833,-12-37-782,0 1 1,-3 0-1,-1 1 0,-2 0 1,4 52-1,-14 113 1600,-3-172-1073,5-32-1074,0 0 1,0 1-1,0-1 1,-1 0-1,1 0 1,0 1-1,0-1 1,-1 0-1,1 0 1,0 0-1,0 0 1,-1 0-1,1 1 1,0-1-1,0 0 1,-1 0-1,1 0 1,0 0-1,-1 0 1,1 0-1,0 0 1,-1 0-1,1 0 0,0 0 1,0 0-1,-1 0 1,1 0-1,0 0 1,-1 0-1,1 0 1,0-1-1,0 1 1,-1 0-1,1 0 1,0 0-1,0 0 1,-1 0-1,1-1 1,0 1-1,0 0 1,-1 0-1,1-1 1,0 1-1,0 0 1,-32-48 944,18 24-956,5 11 20,0 1 0,-1 0 0,-1 1 0,0 0 0,0 0 0,-1 1 0,-1 0 0,0 1 0,0 1-1,-19-9 1,24 13-29,0 1 1,0 0-1,0 1 0,0 0 0,0 0 0,-1 1 0,1 0 0,-1 0 0,1 1 0,-1 0 0,1 1 0,-1 0 0,1 0 0,0 1 0,-1 0 0,1 0 0,0 1 0,0 0 0,0 0 0,-12 9 0,12-7 18,0 0-1,0 1 1,1 0-1,0 1 1,0-1 0,1 1-1,0 1 1,0-1-1,0 1 1,1 0-1,0 0 1,1 1-1,-7 16 1,10-21-9,0 1 1,-1-1-1,1 1 1,1 0-1,-1-1 1,1 1-1,0 0 1,0 0-1,0-1 1,1 1-1,-1 0 1,1-1-1,0 1 1,1-1-1,-1 1 1,1-1-1,0 1 1,0-1-1,0 0 1,1 0-1,-1 0 1,1 0-1,0 0 1,0-1-1,0 1 1,1-1-1,-1 0 1,1 0-1,8 5 1,1-1-44,1 0 0,1 0 1,0-1-1,-1-1 0,2-1 0,-1 0 1,0-1-1,1 0 0,-1-1 0,1-1 1,0-1-1,0 0 0,-1-1 0,27-5 1,-11 1-511,0-2 1,-1-2 0,0 0 0,0-2 0,-1-1 0,43-25 0,-53 24-428,0 0 1,21-19-1,4-13-4238,-27 22 1832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7:04:45.9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68 920,'3'-6'5433,"28"46"-3924,-2 2 0,-1 1-1,39 85 1,-14-28 64,-35-60-849,-15-32-369,0 0 1,1 0 0,0 0 0,1 0 0,8 12 0,-13-20-296,1 0 0,-1 1 1,0-1-1,1 0 0,-1 1 1,0-1-1,1 0 0,-1 1 1,0-1-1,1 0 0,-1 0 1,1 0-1,-1 1 1,0-1-1,1 0 0,-1 0 1,1 0-1,-1 0 0,0 0 1,1 0-1,-1 0 0,1 0 1,-1 0-1,1 0 0,-1 0 1,1 0-1,-1 0 0,0 0 1,1 0-1,-1 0 1,1 0-1,-1-1 0,0 1 1,1 0-1,-1 0 0,1 0 1,-1-1-1,0 1 0,1 0 1,-1-1-1,0 1 0,1 0 1,-1-1-1,15-26 863,1-35-402,-7 10-230,1-102-1,1-4-1459,-10 147 775,-1 7-19,0 0 0,0 0 0,1 0 0,-1 0 0,1 1 0,0-1 0,0 0 1,1 0-1,-1 1 0,1-1 0,3-5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7:04:46.2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1404,'0'4'7217,"1"13"-5277,5-1-1397,0 1 1,-1 0-1,0 0 1,-1 0-1,-1 0 1,0 23-1,0 10-2929,-3-1-4559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7:04:46.6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8 104,'-2'-8'4564,"14"27"-4696,-8-14-224,2 6-344,-2-5-752,2 1 332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7:04:46.9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55 60 20,'-1'6'4458,"0"21"-2809,4 41 653,-1-46-1871,-1 0-1,-1 1 1,-4 30 0,4-33-150,0-18-253,0 0 0,1-1 0,-1 1 0,0 0 0,0 0 0,0-1 0,-1 1 0,1 0 0,0-1 0,0 1 0,-1 0 0,1-1 0,-1 1 0,0 0 0,1-1 1,-1 1-1,0-1 0,-2 3 0,2-4 316,-19-22-90,15 8-174,0 0 1,1-1-1,0 1 1,1-1-1,1 0 1,1 0-1,0 0 1,0 0-1,3-18 0,-1 25-3,0 0 0,0 0-1,1 0 1,0 1 0,1-1-1,0 1 1,0-1 0,0 1-1,1 0 1,0 0 0,1 0-1,-1 1 1,1-1 0,1 1-1,-1 0 1,9-7 0,-11 11-56,0 0 0,0 0-1,0 0 1,0 0 0,0 1 0,0-1 0,1 1 0,-1 0 0,0 0 0,1 0 0,-1 0 0,1 1 0,-1-1 0,1 1 0,-1 0 0,1 0 0,0 0 0,-1 0 0,1 1 0,-1-1 0,1 1 0,-1 0-1,0 0 1,1 1 0,-1-1 0,0 1 0,0-1 0,1 1 0,-1 0 0,-1 0 0,1 0 0,0 1 0,0-1 0,-1 1 0,0-1 0,1 1 0,-1 0 0,3 4 0,2 3-37,-1-1 1,1 1-1,-2 1 1,1-1-1,-1 1 0,-1 0 1,0 0-1,0 1 1,-2-1-1,1 1 1,-1-1-1,-1 1 1,1 23-1,-3-19-593,-1 0-1,0 0 1,-7 28 0,3-23-1660,-1-1 0,-14 28-1,9-26-560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7:04:47.3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1 264 920,'0'0'2648,"8"-3"-1435,86-34 1153,1 5-1,103-21 1,210-24 681,73 17-58,-477 60-3126,0-1-1,-1 1 1,1-1-1,0 1 1,0 0-1,0 1 1,0-1-1,0 0 1,0 1 0,-1 0-1,1 0 1,0 0-1,-1 1 1,5 1-1,-10 0-158,-1-1 0,1 0 0,0 0 0,-1 0 0,1 0 0,-1 0-1,0-1 1,0 1 0,-5 2 0,-47 19-6717,35-16 3707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47.7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217 1 1124 0 0,'-4'24'4459'0'0,"58"95"895"0"0,-4-8-3280 0 0,-38-74-1355 0 0,-1-1 0 0 0,7 55 0 0 0,-10-48-226 0 0,-4-25-89 0 0,-1 0 0 0 0,0 31 354 0 0,-6-52-667 0 0,-50-56-8 0 0,41 43-96 0 0,0 1 0 0 0,-1 1 0 0 0,-1 0-1 0 0,-1 1 1 0 0,0 0 0 0 0,0 1-1 0 0,-1 1 1 0 0,-23-13 0 0 0,35 22 32 0 0,-1 1 1 0 0,1-1-1 0 0,-1 1 1 0 0,0 0 0 0 0,1 0-1 0 0,-1 1 1 0 0,0-1 0 0 0,1 1-1 0 0,-1 0 1 0 0,0 0-1 0 0,1 1 1 0 0,-1-1 0 0 0,0 1-1 0 0,1 0 1 0 0,-1 1-1 0 0,1-1 1 0 0,-1 1 0 0 0,1-1-1 0 0,0 1 1 0 0,0 1 0 0 0,0-1-1 0 0,0 0 1 0 0,0 1-1 0 0,0 0 1 0 0,0 0 0 0 0,1 0-1 0 0,0 1 1 0 0,0-1 0 0 0,0 1-1 0 0,0-1 1 0 0,0 1-1 0 0,0 0 1 0 0,-1 5 0 0 0,0-2 14 0 0,0-1 0 0 0,1 1 1 0 0,0-1-1 0 0,0 1 0 0 0,0 0 0 0 0,1 0 1 0 0,0 0-1 0 0,1 1 0 0 0,0-1 1 0 0,0 0-1 0 0,0 1 0 0 0,1-1 1 0 0,0 0-1 0 0,0 1 0 0 0,1-1 1 0 0,0 0-1 0 0,0 1 0 0 0,1-1 0 0 0,0 0 1 0 0,6 13-1 0 0,-5-14-13 0 0,0-1 0 0 0,0 1-1 0 0,1-1 1 0 0,0 0 0 0 0,0 0 0 0 0,0-1 0 0 0,1 1-1 0 0,-1-1 1 0 0,1 0 0 0 0,0 0 0 0 0,1 0 0 0 0,-1-1 0 0 0,0 0-1 0 0,8 3 1 0 0,-4-3-4 0 0,-1-1 1 0 0,1 0-1 0 0,-1 0 0 0 0,1-1 0 0 0,0 0 1 0 0,-1-1-1 0 0,1 0 0 0 0,0 0 1 0 0,0-1-1 0 0,8-2 0 0 0,3-1-4 0 0,0-1 0 0 0,-1-1 0 0 0,0-1-1 0 0,-1-1 1 0 0,1 0 0 0 0,-1-1 0 0 0,-1-1 0 0 0,0-1-1 0 0,28-23 1 0 0,-18 11-55 0 0,-1-1-1 0 0,-1-1 0 0 0,-1-1 0 0 0,36-52 1 0 0,-50 61 25 0 0,0-1 1 0 0,-1 0 0 0 0,-1 0 0 0 0,-1-1-1 0 0,8-32 1 0 0,12-101 310 0 0,-23 132 169 0 0,-2 34-42 0 0,1 9-252 0 0,16 96 782 0 0,19 61-815 0 0,-23-137-1291 0 0,-14-41 722 0 0,0 0-1 0 0,0 0 0 0 0,0 0 0 0 0,1 0 0 0 0,-1 0 0 0 0,0-1 1 0 0,1 1-1 0 0,-1-1 0 0 0,1 1 0 0 0,0-1 0 0 0,2 3 0 0 0,14-13-6970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48.0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25 131 13873 0 0,'-19'5'3866'0'0,"14"-12"-2221"0"0,5 5-1577 0 0,1-1 1 0 0,0 1 0 0 0,0 0 0 0 0,-1 0 0 0 0,1 1-1 0 0,1-1 1 0 0,-1 0 0 0 0,0 0 0 0 0,0 0 0 0 0,1 1-1 0 0,-1-1 1 0 0,3-2 0 0 0,11-8-319 0 0,1 1 0 0 0,0 0 1 0 0,1 1-1 0 0,19-9 0 0 0,1 2-3199 0 0,-2 4-3484 0 0,-8 5 2070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51.2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2 424 716 0 0,'-1'8'10137'0'0,"1"-8"-10038"0"0,613-136 3337 0 0,-511 110-3109 0 0,-59 15-188 0 0,521-122 1298 0 0,-29 8 528 0 0,-638 170-2497 0 0,-153 77-5801 0 0,196-90 1013 0 0,26-12 1905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51.5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16 517 76 0 0,'-15'6'6845'0'0,"39"-12"-4674"0"0,456-164 4128 0 0,11 33-2555 0 0,-312 88-2025 0 0,-46 17-440 0 0,-57 15 1013 0 0,93-35 1 0 0,-136 40-437 0 0,-31 12-1968 0 0,-6-15-6170 0 0,2 12 5080 0 0,0 0 1 0 0,-12-9-4807 0 0,11 10 4806 0 0,0 0 0 0 0,-6-3 1 0 0,-5-1-4515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4:58.7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41 48 0 0,'-6'-3'1588'0'0,"0"-5"-324"0"0,-1 6-288 0 0,3-7-156 0 0,4 4-164 0 0,-4-1-640 0 0,2-1-3060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41.1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0 115 10609 0 0,'11'-12'300'0'0,"-1"-1"0"0"0,-1-1 1 0 0,0 0-1 0 0,10-21 0 0 0,-6 10 1195 0 0,-6 23-357 0 0,-1 12-544 0 0,6 22-186 0 0,-8-22-162 0 0,3 9-210 0 0,-1 0 0 0 0,-1 0 0 0 0,0 0-1 0 0,-2 1 1 0 0,0-1 0 0 0,-1 1 0 0 0,-1 0 0 0 0,-1 0 0 0 0,-2 22 0 0 0,-5 18-3216 0 0,-24 99 0 0 0,21-128-603 0 0,0-2 292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41.4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30 252 688 0 0,'-3'-2'515'0'0,"1"0"1"0"0,-1 0-1 0 0,1 0 1 0 0,-1 0-1 0 0,1 0 0 0 0,0-1 1 0 0,0 1-1 0 0,0-1 1 0 0,0 1-1 0 0,1-1 0 0 0,-3-4 1 0 0,4 6-346 0 0,-1 0 0 0 0,1 0 0 0 0,0-1 0 0 0,0 1 1 0 0,-1 0-1 0 0,1-1 0 0 0,0 1 0 0 0,0 0 0 0 0,0-1 0 0 0,0 1 1 0 0,1 0-1 0 0,-1-1 0 0 0,0 1 0 0 0,1 0 0 0 0,-1-1 0 0 0,0 1 0 0 0,1 0 1 0 0,0 0-1 0 0,0-2 0 0 0,3-1-9 0 0,0-1 0 0 0,0 1 0 0 0,0 0 1 0 0,0 0-1 0 0,1 1 0 0 0,0 0 0 0 0,0-1 0 0 0,0 1 1 0 0,0 1-1 0 0,9-5 0 0 0,85-31-120 0 0,30-15-1894 0 0,-112 44-54 0 0,0 0 0 0 0,25-19 0 0 0,-28 15-637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41.8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75 752 0 0,'2'-7'936'0'0,"6"0"-60"0"0,0-1-56 0 0,6-3-68 0 0,7 4-76 0 0,5-2-60 0 0,3 0-83 0 0,18 1-113 0 0,2 3-64 0 0,-4 1-120 0 0,1 4-172 0 0,-1 0-140 0 0,-2 4-136 0 0,-2-2-124 0 0,-6 1-128 0 0,-7 5-533 0 0,1 1-1071 0 0,-7 2 480 0 0</inkml:trace>
  <inkml:trace contextRef="#ctx0" brushRef="#br0" timeOffset="1">1010 341 452 0 0,'0'0'2308'0'0,"-16"18"2663"0"0,11-13-4670 0 0,1 0 1 0 0,-1 0 0 0 0,1 1-1 0 0,1 0 1 0 0,-1 0-1 0 0,1 0 1 0 0,0 0 0 0 0,0 0-1 0 0,0 1 1 0 0,1 0-1 0 0,0-1 1 0 0,1 1 0 0 0,-1 0-1 0 0,1 0 1 0 0,1 0-1 0 0,-1-1 1 0 0,1 1 0 0 0,0 0-1 0 0,2 11 1 0 0,-1-10-393 0 0,0 1-1 0 0,1 0 1 0 0,0-1-1 0 0,1 1 1 0 0,0-1 0 0 0,0 1-1 0 0,0-1 1 0 0,1 0-1 0 0,1-1 1 0 0,-1 1-1 0 0,1-1 1 0 0,0 0 0 0 0,1 0-1 0 0,0 0 1 0 0,8 7-1 0 0,13 2-2037 0 0,-6-13-2720 0 0,-9-5 1855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42.1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23 140 1100 0 0,'-8'-11'1208'0'0,"4"0"-8"0"0,0 1-64 0 0,0 3-67 0 0,1-4-65 0 0,3 2-112 0 0,3 3-80 0 0,1-6-124 0 0,8 1-156 0 0,0-2-128 0 0,4 4-196 0 0,5 1-204 0 0,5 1-244 0 0,1 1-232 0 0,7 1-200 0 0,-5 3-808 0 0,6 2-1601 0 0,-7-2 705 0 0</inkml:trace>
  <inkml:trace contextRef="#ctx0" brushRef="#br0" timeOffset="1">926 70 624 0 0,'0'0'1408'0'0,"20"-5"5792"0"0,-7-2-6869 0 0,0 1 1 0 0,1 1 0 0 0,-1 0 0 0 0,1 1-1 0 0,0 0 1 0 0,20-2 0 0 0,93-7-1604 0 0,-92 11 860 0 0,-6 1-2279 0 0,52 4 0 0 0,-52-1 167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42.5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42 499 332 0 0,'-11'4'-75'0'0,"-20"5"7417"0"0,43-17-6633 0 0,12-4-610 0 0,1 1-1 0 0,0 1 1 0 0,1 1-1 0 0,32-7 1 0 0,18-6-563 0 0,-13 0-1928 0 0,85-42-1 0 0,-102 35 393 0 0</inkml:trace>
  <inkml:trace contextRef="#ctx0" brushRef="#br0" timeOffset="1">951 4 304 0 0,'2'0'360'0'0,"-1"-1"0"0"0,0 1 1 0 0,0-1-1 0 0,1 1 0 0 0,-1 0 0 0 0,0-1 0 0 0,1 1 0 0 0,-1 0 1 0 0,0 0-1 0 0,1 0 0 0 0,-1 0 0 0 0,0 0 0 0 0,1 0 0 0 0,-1 0 1 0 0,0 0-1 0 0,1 1 0 0 0,-1-1 0 0 0,0 1 0 0 0,0-1 0 0 0,2 1 1 0 0,-1 1-32 0 0,0-1 1 0 0,0 1 0 0 0,0-1-1 0 0,0 1 1 0 0,-1 0 0 0 0,1 0-1 0 0,0 0 1 0 0,-1 0-1 0 0,0 0 1 0 0,3 3 0 0 0,2 8 81 0 0,-1 0 0 0 0,0 0 0 0 0,4 20 0 0 0,-2-6 352 0 0,-2-11-939 0 0,-1-1-1 0 0,-1 2 1 0 0,-1-1-1 0 0,0 0 1 0 0,-2 0 0 0 0,1 0-1 0 0,-2 1 1 0 0,0-1-1 0 0,-5 21 1 0 0,3-18-1202 0 0,-2 1 1 0 0,0-2-1 0 0,-1 1 1 0 0,-11 21-1 0 0,3-12-1575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42.9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35 634 8 0 0,'0'0'2459'0'0,"4"-2"-1280"0"0,15-7 357 0 0,1 0 0 0 0,1 1-1 0 0,22-6 1 0 0,68-12 806 0 0,-1 1-4074 0 0,-87 18-284 0 0,-1 0 0 0 0,37-18 1 0 0,-46 18-437 0 0</inkml:trace>
  <inkml:trace contextRef="#ctx0" brushRef="#br0" timeOffset="1">1 80 44 0 0,'0'-2'251'0'0,"0"-1"0"0"0,1 1 0 0 0,0-1-1 0 0,0 1 1 0 0,-1 0 0 0 0,1-1 0 0 0,1 1 0 0 0,-1 0 0 0 0,0 0 0 0 0,1-1 0 0 0,-1 1-1 0 0,1 0 1 0 0,-1 1 0 0 0,1-1 0 0 0,0 0 0 0 0,0 0 0 0 0,0 1 0 0 0,0-1 0 0 0,0 1-1 0 0,0-1 1 0 0,0 1 0 0 0,1 0 0 0 0,-1 0 0 0 0,0 0 0 0 0,1 0 0 0 0,-1 1 0 0 0,5-2-1 0 0,10-3-61 0 0,2 1-1 0 0,31-3 1 0 0,-31 5 318 0 0,27-4-347 0 0,0 2 0 0 0,52 2-1 0 0,-76 3-899 0 0,0 2 0 0 0,0 0 0 0 0,36 10 1 0 0,-41-7-1404 0 0,1 2 165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43.2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198 98 180 0 0,'-1'-6'566'0'0,"0"0"0"0"0,0 0 0 0 0,1 1 1 0 0,-1-1-1 0 0,1 0 0 0 0,1 0 0 0 0,-1 1 0 0 0,1-1 0 0 0,1-6 0 0 0,2-20 3575 0 0,-5 32-4021 0 0,0-1 0 0 0,0 1 0 0 0,-1 0 0 0 0,1-1 0 0 0,0 1 0 0 0,-1 0 0 0 0,1 0-1 0 0,-1 0 1 0 0,1 0 0 0 0,0 0 0 0 0,-1 0 0 0 0,1 1 0 0 0,0-1 0 0 0,-1 0 0 0 0,1 1 0 0 0,0-1 0 0 0,-3 2 0 0 0,4-2-159 0 0,-7 3 195 0 0,1 1 1 0 0,0-1 0 0 0,0 1-1 0 0,0 1 1 0 0,1-1 0 0 0,-1 1-1 0 0,1 0 1 0 0,0 0 0 0 0,0 1-1 0 0,1-1 1 0 0,0 1 0 0 0,0 0-1 0 0,0 0 1 0 0,1 1 0 0 0,-1-1-1 0 0,-1 9 1 0 0,-3 4 89 0 0,2 0 0 0 0,0 1 1 0 0,1 0-1 0 0,-2 27 0 0 0,6-22-173 0 0,1 1-1 0 0,1-1 1 0 0,1 0 0 0 0,2 0-1 0 0,9 38 1 0 0,5 32-1769 0 0,-18-91 1512 0 0,0-1 0 0 0,1 1-1 0 0,-1 0 1 0 0,-1-1 0 0 0,1 1 0 0 0,0-1-1 0 0,-1 1 1 0 0,0-1 0 0 0,0 1 0 0 0,0-1-1 0 0,0 0 1 0 0,0 1 0 0 0,-1-1 0 0 0,1 0-1 0 0,-1 0 1 0 0,0 0 0 0 0,0 0 0 0 0,0 0-1 0 0,-3 3 1 0 0,2-4-317 0 0,0 1-1 0 0,0-1 1 0 0,0 0 0 0 0,0 0-1 0 0,-1 0 1 0 0,1 0-1 0 0,0 0 1 0 0,-1-1 0 0 0,1 0-1 0 0,-1 1 1 0 0,-6 0-1 0 0,-17 1-2328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43.6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22 195 268 0 0,'-1'-1'229'0'0,"-1"1"0"0"0,1-1-1 0 0,0 0 1 0 0,-1 0 0 0 0,1 0 0 0 0,0 0 0 0 0,0 0 0 0 0,0 0-1 0 0,0 0 1 0 0,0 0 0 0 0,0-1 0 0 0,0 1 0 0 0,0 0 0 0 0,0-1-1 0 0,0 1 1 0 0,1 0 0 0 0,-1-1 0 0 0,1 1 0 0 0,-1-1 0 0 0,1 1-1 0 0,-1-1 1 0 0,1 1 0 0 0,0-1 0 0 0,0 0 0 0 0,0-2-1 0 0,1 2-24 0 0,0 0 0 0 0,0-1 0 0 0,0 1 0 0 0,0 0-1 0 0,0 0 1 0 0,0 0 0 0 0,1 0 0 0 0,-1 0 0 0 0,1 0-1 0 0,0 0 1 0 0,0 0 0 0 0,-1 1 0 0 0,1-1 0 0 0,4-2-1 0 0,9-5 305 0 0,1 0-1 0 0,0 1 0 0 0,26-10 0 0 0,-35 16-342 0 0,39-14-116 0 0,1 1 1 0 0,81-13-1 0 0,23 10-6153 0 0,-99 14 3004 0 0</inkml:trace>
  <inkml:trace contextRef="#ctx0" brushRef="#br0" timeOffset="1">1311 116 13897 0 0,'12'0'284'0'0,"4"-4"-156"0"0,-6-1-72 0 0,0 1 232 0 0,1-1-28 0 0,-3-1-60 0 0,-2-1-64 0 0,2 0-40 0 0,0-1-76 0 0,-4-1-132 0 0,4 4-184 0 0,-8-3-356 0 0,5-1-420 0 0,-10 4-1136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44.3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172 1 12037 0 0,'-156'27'1303'0'0,"141"-21"-544"0"0,29 0-403 0 0,30 2-160 0 0,214 4-1207 0 0,-146-12-2049 0 0,-34-1-1659 0 0,-46 1 1422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44.7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78 74 188 0 0,'-20'13'1124'0'0,"4"-5"-120"0"0,1-1-92 0 0,7-3-64 0 0,2-1-72 0 0,-4 1 573 0 0,8 0-113 0 0,36-14-1156 0 0,-7 1-216 0 0,10-7-244 0 0,9-3-208 0 0,-7-1-485 0 0,4 2-1155 0 0,-4-6 512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45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149 1 680 0 0,'-2'4'268'0'0,"0"-1"0"0"0,0 1 0 0 0,1 0 1 0 0,0 0-1 0 0,-1 0 0 0 0,1 0 0 0 0,0 0 0 0 0,1 1 0 0 0,-1-1 0 0 0,1 0 0 0 0,0 0 1 0 0,0 1-1 0 0,0-1 0 0 0,1 0 0 0 0,-1 0 0 0 0,1 0 0 0 0,0 0 0 0 0,0 1 0 0 0,3 4 1 0 0,2 7 216 0 0,0 0 1 0 0,2 0-1 0 0,10 19 1 0 0,-2-11 3 0 0,2-1 0 0 0,0-1 0 0 0,36 35 0 0 0,-28-31 56 0 0,34 44 0 0 0,-56-65-516 0 0,-1-1 0 0 0,0 1 0 0 0,0-1 0 0 0,-1 1 0 0 0,1 0 0 0 0,-1 0 0 0 0,0 0 0 0 0,0 0 0 0 0,-1 0 1 0 0,0 1-1 0 0,0-1 0 0 0,0 1 0 0 0,0-1 0 0 0,-1 0 0 0 0,0 1 0 0 0,0-1 0 0 0,-1 9 0 0 0,-1-7-21 0 0,0-1-1 0 0,-1 1 1 0 0,1-1 0 0 0,-1 0 0 0 0,0 0 0 0 0,-1 0-1 0 0,0 0 1 0 0,0 0 0 0 0,0-1 0 0 0,0 1 0 0 0,-1-1-1 0 0,-5 5 1 0 0,-10 6-157 0 0,0-1-1 0 0,-1-1 1 0 0,-1-1-1 0 0,0 0 0 0 0,0-2 1 0 0,-33 11-1 0 0,21-8-350 0 0,-38 13-890 0 0,23-20-2943 0 0,34-7 1864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51.9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54 8 0 0,'6'-53'10367'0'0,"17"72"-8885"0"0,3 26-596 0 0,-2 2-1 0 0,-3 0 1 0 0,17 52 0 0 0,22 49 999 0 0,-55-137-1372 0 0,0 0 0 0 0,1 0 0 0 0,0-1 0 0 0,1 0 0 0 0,15 18 399 0 0,15-58 337 0 0,-17-9-1180 0 0,-1-1 1 0 0,-2-1-1 0 0,-2 0 1 0 0,-2-1 0 0 0,10-52-1 0 0,1-1-1526 0 0,-20 76 1300 0 0,0 0-7347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52.3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1 113 712 0 0,'4'5'2202'0'0,"-3"-4"-1469"0"0,0 1 1 0 0,0 0 0 0 0,0 0 0 0 0,0 0 0 0 0,0 0 0 0 0,0 0-1 0 0,-1 0 1 0 0,1 2 0 0 0,5 49 1471 0 0,-4-22-1218 0 0,0-16-958 0 0,-1 1 0 0 0,0-1 1 0 0,-2 1-1 0 0,0-1 0 0 0,-3 21 1 0 0,-11 38-4742 0 0,12-66 1618 0 0</inkml:trace>
  <inkml:trace contextRef="#ctx0" brushRef="#br0" timeOffset="1">50 12 268 0 0,'0'0'968'0'0,"0"-6"656"0"0,4 1 232 0 0,18 16-2992 0 0,-10-6-360 0 0,-6 3 348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52.7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1 628 0 0,'0'0'1862'0'0,"4"24"1740"0"0,13 28-1419 0 0,20 106 0 0 0,-36-150-2098 0 0,-1 0-1 0 0,0-1 1 0 0,-1 1-1 0 0,1 0 1 0 0,-2 0-1 0 0,-2 9 1 0 0,-1 13 439 0 0,-11-71-360 0 0,15 22-81 0 0,0-1 1 0 0,2 0 0 0 0,1 0 0 0 0,0 1-1 0 0,1-1 1 0 0,6-19 0 0 0,-7 32-11 0 0,0 0-1 0 0,0 0 1 0 0,1 0 0 0 0,0 1 0 0 0,1-1-1 0 0,-1 1 1 0 0,1-1 0 0 0,0 1 0 0 0,1 0-1 0 0,0 1 1 0 0,-1-1 0 0 0,2 1-1 0 0,-1 0 1 0 0,1 0 0 0 0,-1 1 0 0 0,1-1-1 0 0,1 1 1 0 0,-1 1 0 0 0,11-6 0 0 0,-15 9-47 0 0,0-1 1 0 0,1 0 0 0 0,-1 0 0 0 0,1 1-1 0 0,-1 0 1 0 0,1-1 0 0 0,-1 1-1 0 0,0 0 1 0 0,1 0 0 0 0,-1 0 0 0 0,1 0-1 0 0,-1 1 1 0 0,1-1 0 0 0,-1 1 0 0 0,1 0-1 0 0,-1-1 1 0 0,0 1 0 0 0,1 0 0 0 0,-1 0-1 0 0,3 3 1 0 0,-1-1 3 0 0,0 0 0 0 0,0 1 0 0 0,0-1 1 0 0,0 1-1 0 0,-1 0 0 0 0,0 1 0 0 0,1-1 0 0 0,-2 0 0 0 0,4 7 0 0 0,2 5-34 0 0,-1 0-1 0 0,-1 1 0 0 0,-1-1 0 0 0,6 35 0 0 0,-8-33-271 0 0,-2 1 0 0 0,0 0 1 0 0,-1 0-1 0 0,0-1 1 0 0,-2 1-1 0 0,0 0 0 0 0,-9 30 1 0 0,7-33-984 0 0,-2-1 1 0 0,1 0-1 0 0,-2 0 1 0 0,0 0 0 0 0,-14 20-1 0 0,6-15-1478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53.0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1 208 168 0 0,'0'0'1129'0'0,"4"0"-51"0"0,28-3 206 0 0,0 0 1 0 0,51-14 0 0 0,-20 3-606 0 0,1016-143 5313 0 0,-1024 153-5901 0 0,135-6-955 0 0,-231 21-6882 0 0,22-8 5281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53.6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 74 912 0 0,'-7'12'706'0'0,"1"0"1"0"0,1 0-1 0 0,0 0 1 0 0,0 0-1 0 0,1 1 1 0 0,1 0-1 0 0,-4 26 0 0 0,3 5 399 0 0,2 48-1 0 0,-2 17 250 0 0,-1 36 33 0 0,5-84-350 0 0,0-48 1119 0 0,-1-193-1351 0 0,3 129-675 0 0,-2 28-79 0 0,1 1 0 0 0,5-23 0 0 0,0 13-2 0 0,1 0 0 0 0,1 0 1 0 0,2 1-1 0 0,15-32 0 0 0,-20 51-61 0 0,2 0 0 0 0,0 1 1 0 0,0 0-1 0 0,1 0 0 0 0,0 0 0 0 0,1 1 1 0 0,0 1-1 0 0,0-1 0 0 0,1 1 0 0 0,1 1 0 0 0,-1 0 1 0 0,21-11-1 0 0,-30 18-9 0 0,1-1 0 0 0,0 1 0 0 0,-1 0 0 0 0,1 1 0 0 0,-1-1-1 0 0,1 0 1 0 0,0 0 0 0 0,-1 1 0 0 0,1-1 0 0 0,0 1 0 0 0,0 0 0 0 0,0-1 0 0 0,-1 1 0 0 0,1 0 0 0 0,0 0 0 0 0,0 0 0 0 0,0 0 0 0 0,0 0 0 0 0,-1 1 0 0 0,1-1 0 0 0,0 0 0 0 0,0 1 0 0 0,-1-1 0 0 0,1 1-1 0 0,0 0 1 0 0,-1 0 0 0 0,1 0 0 0 0,0 0 0 0 0,2 2 0 0 0,-3-2 1 0 0,-1 1 0 0 0,1 0 1 0 0,0 0-1 0 0,-1-1 0 0 0,1 1 0 0 0,-1 0 0 0 0,1 0 0 0 0,-1 0 0 0 0,0 0 1 0 0,0-1-1 0 0,0 1 0 0 0,0 0 0 0 0,0 0 0 0 0,0 0 0 0 0,-1 0 0 0 0,1 0 1 0 0,-1-1-1 0 0,1 1 0 0 0,-1 0 0 0 0,0 0 0 0 0,1-1 0 0 0,-1 1 0 0 0,0 0 1 0 0,0-1-1 0 0,0 1 0 0 0,0-1 0 0 0,-1 1 0 0 0,-1 1 0 0 0,-3 4-13 0 0,0-1 0 0 0,-1 1 0 0 0,0-1 1 0 0,0 0-1 0 0,0-1 0 0 0,-1 0 0 0 0,0 0 0 0 0,-15 7 0 0 0,-76 24-74 0 0,56-22 69 0 0,2-2 37 0 0,28-9 77 0 0,1 1 0 0 0,-1 0 0 0 0,1 0 1 0 0,-1 1-1 0 0,1 1 0 0 0,-11 7 1 0 0,23-13-62 0 0,-1 1 1 0 0,1-1 0 0 0,-1 1-1 0 0,1-1 1 0 0,-1 1 0 0 0,1-1 0 0 0,-1 1-1 0 0,1-1 1 0 0,-1 1 0 0 0,1-1-1 0 0,0 1 1 0 0,-1-1 0 0 0,1 1-1 0 0,0 0 1 0 0,0-1 0 0 0,-1 1-1 0 0,1 0 1 0 0,0-1 0 0 0,0 1 0 0 0,0 0-1 0 0,0-1 1 0 0,0 1 0 0 0,0 0-1 0 0,0-1 1 0 0,0 1 0 0 0,0 0-1 0 0,0-1 1 0 0,0 1 0 0 0,0 0-1 0 0,0-1 1 0 0,1 2 0 0 0,17 19 364 0 0,28 7 36 0 0,-45-28-411 0 0,133 64 734 0 0,-44-23-375 0 0,85 54 1 0 0,-81-31-196 0 0,162 147 0 0 0,-249-204-364 0 0,3 2-35 0 0,0 0 0 0 0,1 0 0 0 0,0-1 0 0 0,0-1 0 0 0,14 8 0 0 0,-23-14-25 0 0,1 0 0 0 0,0 0-1 0 0,-1 0 1 0 0,1-1 0 0 0,0 1 0 0 0,0-1-1 0 0,-1 1 1 0 0,1-1 0 0 0,0 0 0 0 0,0 0-1 0 0,0 0 1 0 0,4-1 0 0 0,-4 0-208 0 0,-1 0 0 0 0,1 0 0 0 0,-1 0 1 0 0,1 0-1 0 0,-1 0 0 0 0,0-1 0 0 0,1 1 0 0 0,-1-1 1 0 0,0 0-1 0 0,0 0 0 0 0,0 1 0 0 0,0-1 0 0 0,-1 0 0 0 0,1-1 1 0 0,2-3-1 0 0,4-8-2679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54.0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79 120 0 0,'-6'6'7177'0'0,"35"-17"-6501"0"0,-5 5-156 0 0,5 3-172 0 0,14-12-192 0 0,2 9-232 0 0,-3-5-240 0 0,5 2-216 0 0,-6 2-816 0 0,-10-2-1457 0 0,-3 1 649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54.4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22 169 236 0 0,'-1'1'245'0'0,"-1"0"0"0"0,1 0 0 0 0,-1-1 0 0 0,1 1 0 0 0,0 0 0 0 0,-1 0 0 0 0,1 0 0 0 0,0 0 0 0 0,0 1 0 0 0,0-1 0 0 0,0 0 0 0 0,0 0 0 0 0,0 1 0 0 0,0-1 0 0 0,0 1 0 0 0,1-1 0 0 0,-1 1 0 0 0,0 1 0 0 0,1-2-94 0 0,1 0 0 0 0,0-1 0 0 0,-1 1 0 0 0,1-1 0 0 0,0 1 0 0 0,0-1 0 0 0,-1 0 0 0 0,1 1 0 0 0,0-1 1 0 0,0 0-1 0 0,0 1 0 0 0,0-1 0 0 0,0 0 0 0 0,-1 0 0 0 0,1 0 0 0 0,0 0 0 0 0,0 0 0 0 0,0 0 0 0 0,0 0 0 0 0,0 0 0 0 0,0 0 0 0 0,1-1 1 0 0,70-11 2092 0 0,-70 11-2368 0 0,62-14 336 0 0,72-29 0 0 0,-108 33-1471 0 0,0-1 0 0 0,-1-1 0 0 0,0-2 0 0 0,46-33 0 0 0,-42 22-1340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03.3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438 37 380 0 0,'-1'-3'240'0'0,"1"1"0"0"0,-1 0 1 0 0,-1 0-1 0 0,1 0 0 0 0,0 0 0 0 0,0 0 1 0 0,-1 1-1 0 0,1-1 0 0 0,-1 0 0 0 0,1 0 0 0 0,-1 1 1 0 0,0-1-1 0 0,0 1 0 0 0,0 0 0 0 0,0-1 1 0 0,0 1-1 0 0,0 0 0 0 0,0 0 0 0 0,0 0 1 0 0,0 1-1 0 0,0-1 0 0 0,-1 0 0 0 0,1 1 0 0 0,0-1 1 0 0,0 1-1 0 0,-1 0 0 0 0,1 0 0 0 0,0 0 1 0 0,-1 0-1 0 0,1 0 0 0 0,-5 1 0 0 0,-7 0 316 0 0,0 1 0 0 0,-1 0 0 0 0,-25 9-1 0 0,15-3-117 0 0,1 1-1 0 0,0 2 0 0 0,1 0 1 0 0,0 2-1 0 0,-23 16 1 0 0,35-22-211 0 0,0 2-1 0 0,0-1 1 0 0,1 1 0 0 0,1 1 0 0 0,-1 0-1 0 0,1 0 1 0 0,1 1 0 0 0,0 0 0 0 0,1 0 0 0 0,0 1-1 0 0,-8 18 1 0 0,13-24-125 0 0,0 0-1 0 0,0 0 1 0 0,1 1 0 0 0,-1-1-1 0 0,2 0 1 0 0,-1 1 0 0 0,1-1-1 0 0,-1 1 1 0 0,2-1 0 0 0,-1 0-1 0 0,1 1 1 0 0,0-1-1 0 0,0 1 1 0 0,1-1 0 0 0,0 0-1 0 0,3 8 1 0 0,0-5 18 0 0,0 0 0 0 0,1 0 0 0 0,0 0 0 0 0,0-1 0 0 0,0 0 0 0 0,1-1 0 0 0,1 1 0 0 0,-1-1 0 0 0,13 8 0 0 0,2 0-92 0 0,0-1 1 0 0,1-1-1 0 0,1-2 1 0 0,0 0-1 0 0,0-1 1 0 0,1-1-1 0 0,28 5 1 0 0,-34-10-312 0 0,-1-1 0 0 0,0 0 1 0 0,1-2-1 0 0,-1 0 1 0 0,1-1-1 0 0,-1-1 0 0 0,26-5 1 0 0,-31 4-370 0 0,-1-2 0 0 0,0 1 0 0 0,0-2 0 0 0,19-8 0 0 0,-21 7-536 0 0,-1 1-1 0 0,0-1 1 0 0,0-1-1 0 0,0 0 0 0 0,14-15 1 0 0,-3-1-2268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04.2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538 11 496 0 0,'3'-11'5152'0'0,"-2"11"-5030"0"0,8 13 1384 0 0,6 24-547 0 0,11 87 1707 0 0,-6-34-909 0 0,9 101 0 0 0,-23-150-1331 0 0,-2 0-1 0 0,-2 0 0 0 0,-4 55 0 0 0,2-8 339 0 0,-58-188-979 0 0,32 58 96 0 0,16 27 91 0 0,-1 1 0 0 0,0 0 0 0 0,-1 1 0 0 0,-1 0 0 0 0,0 1 0 0 0,0 0 0 0 0,-1 1 0 0 0,-1 1 0 0 0,0 0 0 0 0,0 1 0 0 0,-1 0 0 0 0,0 2 0 0 0,-32-12 0 0 0,35 15 28 0 0,1 0-1 0 0,-1 1 0 0 0,1 0 0 0 0,-1 1 1 0 0,0 0-1 0 0,0 1 0 0 0,0 1 1 0 0,0 0-1 0 0,0 1 0 0 0,0 0 1 0 0,0 1-1 0 0,0 0 0 0 0,0 1 0 0 0,1 1 1 0 0,-1 0-1 0 0,1 0 0 0 0,0 1 1 0 0,0 1-1 0 0,-18 12 0 0 0,24-14 15 0 0,0 1-1 0 0,0-1 1 0 0,1 2-1 0 0,0-1 1 0 0,0 0 0 0 0,0 1-1 0 0,1 0 1 0 0,0 0-1 0 0,0 0 1 0 0,0 1-1 0 0,1-1 1 0 0,0 1 0 0 0,0 0-1 0 0,1 0 1 0 0,0 0-1 0 0,0 0 1 0 0,0 0-1 0 0,1 1 1 0 0,0-1 0 0 0,1 0-1 0 0,-1 1 1 0 0,2-1-1 0 0,-1 1 1 0 0,1-1 0 0 0,0 0-1 0 0,0 0 1 0 0,1 1-1 0 0,0-1 1 0 0,0 0-1 0 0,1 0 1 0 0,0-1 0 0 0,0 1-1 0 0,0 0 1 0 0,1-1-1 0 0,8 11 1 0 0,1-3-14 0 0,1-1 0 0 0,0 0 0 0 0,1-1 0 0 0,0-1 0 0 0,1 0 0 0 0,0-1 0 0 0,0 0 0 0 0,1-2 0 0 0,1 0 0 0 0,-1-1 0 0 0,1 0-1 0 0,1-2 1 0 0,-1 0 0 0 0,1-1 0 0 0,-1-1 0 0 0,1-1 0 0 0,0 0 0 0 0,0-1 0 0 0,0-2 0 0 0,0 0 0 0 0,0 0 0 0 0,23-6 0 0 0,-22 3-48 0 0,1-1 1 0 0,-1 0-1 0 0,0-2 0 0 0,0 0 0 0 0,-1-1 1 0 0,0-1-1 0 0,0-1 0 0 0,-1 0 0 0 0,0-2 0 0 0,-1 0 1 0 0,0-1-1 0 0,-1 0 0 0 0,-1-2 0 0 0,0 0 1 0 0,-1 0-1 0 0,0-1 0 0 0,-1-1 0 0 0,-1-1 1 0 0,19-36-1 0 0,-6-9 163 0 0,-3-1 1 0 0,23-114-1 0 0,-45 177-101 0 0,0 0-1 0 0,0 1 0 0 0,0-1 0 0 0,0 0 0 0 0,1 0 1 0 0,-1 0-1 0 0,0 1 0 0 0,0-1 0 0 0,0 0 1 0 0,1 0-1 0 0,-1 1 0 0 0,0-1 0 0 0,1 0 0 0 0,-1 1 1 0 0,0-1-1 0 0,1 0 0 0 0,-1 1 0 0 0,1-1 0 0 0,-1 0 1 0 0,1 1-1 0 0,-1-1 0 0 0,1 1 0 0 0,0-1 0 0 0,0 0 1 0 0,8 18 104 0 0,4 54-93 0 0,-11-54 40 0 0,7 28 67 0 0,2 0 0 0 0,23 60 1 0 0,-26-82-8 0 0,11 28-42 0 0,-18-48 14 0 0,0-1 1 0 0,0 0-1 0 0,0-1 1 0 0,1 1-1 0 0,-1 0 1 0 0,1 0-1 0 0,-1 0 1 0 0,1-1-1 0 0,-1 1 1 0 0,1-1-1 0 0,0 1 1 0 0,0-1 0 0 0,0 0-1 0 0,0 1 1 0 0,0-1-1 0 0,0 0 1 0 0,0 0-1 0 0,4 1 1 0 0,-4-3-53 0 0,-1 1-1 0 0,1 0 1 0 0,0-1 0 0 0,-1 1 0 0 0,1-1-1 0 0,-1 1 1 0 0,1-1 0 0 0,-1 0 0 0 0,1 1 0 0 0,-1-1-1 0 0,1 0 1 0 0,-1 0 0 0 0,0 0 0 0 0,0 0-1 0 0,1-1 1 0 0,-1 1 0 0 0,0 0 0 0 0,0 0-1 0 0,1-3 1 0 0,22-30 383 0 0,-20 28-328 0 0,10-17 33 0 0,-1 0 1 0 0,-1-1 0 0 0,-2-1-1 0 0,0 0 1 0 0,9-36 0 0 0,-9 16-397 0 0,-1 0 0 0 0,3-61 0 0 0,-7 35-3786 0 0,-2 76 1924 0 0,0 2 1310 0 0,-1 0-1 0 0,0 0 1 0 0,0-1 0 0 0,1 9 0 0 0,3 12-4779 0 0,-5-18 3002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05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0 157 520 0 0,'5'5'9614'0'0,"26"-5"-7547"0"0,40-8-1896 0 0,64-17 975 0 0,352-78 1700 0 0,-394 78-2322 0 0,-92 25-569 0 0,-1 0 1 0 0,1-1 0 0 0,0 1-1 0 0,-1 0 1 0 0,1 0 0 0 0,-1 0-1 0 0,1 0 1 0 0,0 0 0 0 0,-1 0-1 0 0,1 0 1 0 0,0 0 0 0 0,-1 0-1 0 0,1 1 1 0 0,0-1 0 0 0,-1 0 0 0 0,1 0-1 0 0,0 0 1 0 0,-1 1 0 0 0,1-1-1 0 0,-1 0 1 0 0,1 1 0 0 0,-1-1-1 0 0,1 0 1 0 0,-1 1 0 0 0,1-1-1 0 0,-1 1 1 0 0,1-1 0 0 0,-1 1-1 0 0,1-1 1 0 0,-1 1 0 0 0,0-1 0 0 0,1 1-1 0 0,-1-1 1 0 0,0 1 0 0 0,0 0-1 0 0,1-1 1 0 0,-1 1 0 0 0,0 0-1 0 0,0-1 1 0 0,0 1 0 0 0,0 0-1 0 0,0-1 1 0 0,0 1 0 0 0,0-1-1 0 0,0 1 1 0 0,0 0 0 0 0,0-1 0 0 0,0 1-1 0 0,0 0 1 0 0,0-1 0 0 0,0 1-1 0 0,-1 0 1 0 0,1-1 0 0 0,0 1-1 0 0,0-1 1 0 0,-1 1 0 0 0,1-1-1 0 0,-1 1 1 0 0,1 0 0 0 0,0-1-1 0 0,-1 0 1 0 0,1 1 0 0 0,-1-1 0 0 0,1 1-1 0 0,-1-1 1 0 0,1 1 0 0 0,-1-1-1 0 0,0 1 1 0 0,-9 7-1385 0 0,0 1 0 0 0,0-1 1 0 0,-1-1-1 0 0,0 0 0 0 0,-19 9 0 0 0,8-4-1532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06.0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425 1 744 0 0,'9'36'8554'0'0,"8"113"-5948"0"0,-17-99-1616 0 0,-14 98 0 0 0,9-106-560 0 0,3-31-472 0 0,-2 10 961 0 0,4-21-900 0 0,-1 0 0 0 0,0 0-1 0 0,1 0 1 0 0,-1-1 0 0 0,1 1 0 0 0,-1 0 0 0 0,0 0 0 0 0,1 0 0 0 0,-1-1 0 0 0,1 1 0 0 0,-1 0-1 0 0,1 0 1 0 0,-1-1 0 0 0,1 1 0 0 0,-1-1 0 0 0,1 1 0 0 0,-1 0 0 0 0,1-1 0 0 0,0 1 0 0 0,-1-1-1 0 0,1 1 1 0 0,0-1 0 0 0,-1 1 0 0 0,1-1 0 0 0,0 1 0 0 0,0-1 0 0 0,-1 1 0 0 0,1-1 0 0 0,0 0-1 0 0,0 1 1 0 0,0-1 0 0 0,0 0 0 0 0,-8-14 40 0 0,-1 1 0 0 0,0 0 0 0 0,-1 1 0 0 0,0 0 0 0 0,-1 1 0 0 0,-25-22 0 0 0,30 30-57 0 0,0 0 0 0 0,0 0 0 0 0,-1 1 0 0 0,1-1 0 0 0,-1 2 0 0 0,0-1 1 0 0,0 1-1 0 0,0 0 0 0 0,0 0 0 0 0,0 1 0 0 0,0 0 0 0 0,0 0 1 0 0,0 1-1 0 0,-1 0 0 0 0,1 0 0 0 0,0 1 0 0 0,0 0 0 0 0,-8 2 0 0 0,2 0 20 0 0,0 0-1 0 0,0 1 0 0 0,1 1 0 0 0,0 0 0 0 0,0 1 1 0 0,0 0-1 0 0,1 0 0 0 0,0 2 0 0 0,-12 9 0 0 0,18-14 1 0 0,1 0-1 0 0,1 1 1 0 0,-1 0-1 0 0,0-1 1 0 0,1 1-1 0 0,0 0 1 0 0,0 0-1 0 0,0 1 1 0 0,1-1-1 0 0,-1 1 1 0 0,1-1 0 0 0,0 1-1 0 0,0 0 1 0 0,1 0-1 0 0,-1 0 1 0 0,1 0-1 0 0,0 0 1 0 0,0 0-1 0 0,1 0 1 0 0,0 0-1 0 0,0 0 1 0 0,0 0-1 0 0,0 0 1 0 0,1 0-1 0 0,0 1 1 0 0,2 8-1 0 0,-1-10 2 0 0,1 1 0 0 0,-1-1 0 0 0,1 0 0 0 0,0 0 0 0 0,0-1 0 0 0,0 1 0 0 0,0-1 0 0 0,1 1 0 0 0,0-1 0 0 0,-1 0 0 0 0,1 0 0 0 0,0-1 0 0 0,0 1 0 0 0,1-1 0 0 0,-1 0 0 0 0,0 0 0 0 0,1 0 0 0 0,-1-1 0 0 0,1 1 0 0 0,0-1 0 0 0,7 1 0 0 0,6 1 10 0 0,0-1-1 0 0,0 0 0 0 0,0-2 1 0 0,23-1-1 0 0,-15-2-58 0 0,0 0 0 0 0,0-2 0 0 0,-1 0 0 0 0,0-2 0 0 0,0-1 0 0 0,0-1 0 0 0,-1-1 0 0 0,-1-1 0 0 0,0-2 1 0 0,34-22-1 0 0,-42 24-1 0 0,-1-1 1 0 0,0 0 0 0 0,0 0 0 0 0,-2-2 0 0 0,1 0-1 0 0,-2 0 1 0 0,0-1 0 0 0,-1 0 0 0 0,0-1 0 0 0,-1 0-1 0 0,-1 0 1 0 0,0-1 0 0 0,-2 0 0 0 0,0-1 0 0 0,6-28 0 0 0,-9 28 16 0 0,9-38 682 0 0,-10 51-451 0 0,-1 8-23 0 0,-2 31 41 0 0,2 9-249 0 0,2 0 0 0 0,1 0 0 0 0,3 0 0 0 0,21 75 0 0 0,-21-88-1071 0 0,5-13-1040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06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89 1124 0 0,'-18'-4'10657'0'0,"32"-11"-9925"0"0,2 8-272 0 0,3 0-348 0 0,5-2-336 0 0,-1-4-420 0 0,5 5-1392 0 0,3-3-2208 0 0,-3-3 975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09.9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1 448 0 0,'-11'2'1321'0'0,"-13"12"8402"0"0,38-6-9248 0 0,35 8-79 0 0,2-2 0 0 0,0-2 0 0 0,0-3 1 0 0,93 6-1 0 0,-82-9-1197 0 0,5-2-1624 0 0,-37-5-3097 0 0,-21-1 2598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10.3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63 107 864 0 0,'-62'56'6089'0'0,"61"-56"-6058"0"0,1 0 0 0 0,0 1-1 0 0,0-1 1 0 0,0 0 0 0 0,0 0 0 0 0,0 1 0 0 0,0-1 0 0 0,0 0 0 0 0,0 0 0 0 0,0 0 0 0 0,0 1 0 0 0,0-1 0 0 0,0 0 0 0 0,0 0 0 0 0,0 1 0 0 0,1-1 0 0 0,-1 0-1 0 0,0 0 1 0 0,0 1 0 0 0,0-1 0 0 0,0 0 0 0 0,0 0 0 0 0,0 0 0 0 0,1 1 0 0 0,-1-1 0 0 0,0 0 0 0 0,0 0 0 0 0,0 0 0 0 0,0 0 0 0 0,1 0 0 0 0,-1 1-1 0 0,0-1 1 0 0,0 0 0 0 0,0 0 0 0 0,1 0 0 0 0,-1 0 0 0 0,0 0 0 0 0,0 0 0 0 0,1 0 0 0 0,-1 0 0 0 0,0 0 0 0 0,0 0 0 0 0,1 0 0 0 0,-1 0 0 0 0,0 0 0 0 0,0 0-1 0 0,1 0 1 0 0,-1 0 0 0 0,0 0 0 0 0,0 0 0 0 0,0 0 0 0 0,1 0 0 0 0,-1 0 0 0 0,17 2 355 0 0,-17-2-351 0 0,15 0-68 0 0,-1-2 0 0 0,0 1 0 0 0,0-2 0 0 0,0 0 0 0 0,-1 0 0 0 0,1-1 0 0 0,-1-1 0 0 0,0-1 0 0 0,0 1 0 0 0,0-2 0 0 0,21-14 0 0 0,-18 9-959 0 0,0 0 1 0 0,-1-1-1 0 0,-1-1 1 0 0,19-21-1 0 0,-12 9-1086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10.7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56 0 668 0 0,'3'3'750'0'0,"10"7"-169"0"0,-1 2 0 0 0,0 0 0 0 0,-1 0 0 0 0,-1 1 0 0 0,0 0 0 0 0,13 23 0 0 0,14 18 508 0 0,-18-32-442 0 0,-1 2 0 0 0,-1 1 0 0 0,-2 0 1 0 0,0 1-1 0 0,-2 0 0 0 0,0 1 0 0 0,15 52 0 0 0,-27-71-534 0 0,0 0 0 0 0,0 0 0 0 0,0 0 0 0 0,-1 0 0 0 0,-1 0 0 0 0,1 0 0 0 0,-1 0 0 0 0,-1 0 0 0 0,1 0 0 0 0,-1-1 0 0 0,-1 1 0 0 0,1 0 0 0 0,-1-1 0 0 0,-1 0 0 0 0,1 0 0 0 0,-1 0 0 0 0,-1 0 0 0 0,1 0 0 0 0,-1-1 0 0 0,-9 11 0 0 0,-11 6-29 0 0,0 0-1 0 0,-1-1 0 0 0,-50 31 1 0 0,3-2-919 0 0,64-43 297 0 0,-16 12-900 0 0,9-14-4533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23.1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 68 0 0,'5'9'15121'0'0,"13"-18"-16965"0"0,-3 2-4502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11.0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72 14533 0 0,'2'-8'85'0'0,"-3"-13"161"0"0,0 20 62 0 0,4 6-96 0 0,191 387 3010 0 0,-162-325-2738 0 0,-26-52-101 0 0,0 0 0 0 0,1 0 0 0 0,1-1-1 0 0,0 0 1 0 0,1 0 0 0 0,1-1 0 0 0,15 18 416 0 0,-22-34-427 0 0,1-3-260 0 0,0 0 0 0 0,0 0 0 0 0,0 0 0 0 0,0-1-1 0 0,-1 1 1 0 0,0-1 0 0 0,-1 0 0 0 0,1 0-1 0 0,-2 0 1 0 0,3-9 0 0 0,8-82 137 0 0,-10 86-243 0 0,20-375-3539 0 0,-22 375 2604 0 0,2-19-257 0 0,3 18-2367 0 0</inkml:trace>
  <inkml:trace contextRef="#ctx0" brushRef="#br0" timeOffset="1">706 160 13169 0 0,'0'0'2054'0'0,"-3"-4"-1496"0"0,-6-10-51 0 0,6 10 288 0 0,4 4-775 0 0,-1 0-1 0 0,0-1 1 0 0,0 1 0 0 0,0 0 0 0 0,0 0-1 0 0,0 0 1 0 0,0 0 0 0 0,0 0 0 0 0,0-1 0 0 0,0 1-1 0 0,0 0 1 0 0,0 0 0 0 0,0 0 0 0 0,0 0-1 0 0,0 0 1 0 0,0-1 0 0 0,-1 1 0 0 0,1 0-1 0 0,0 0 1 0 0,0 0 0 0 0,0 0 0 0 0,0 0-1 0 0,0-1 1 0 0,0 1 0 0 0,0 0 0 0 0,0 0 0 0 0,0 0-1 0 0,0 0 1 0 0,-1 0 0 0 0,1 0 0 0 0,0 0-1 0 0,0 0 1 0 0,0 0 0 0 0,0-1 0 0 0,0 1-1 0 0,0 0 1 0 0,-1 0 0 0 0,1 0 0 0 0,0 0-1 0 0,0 0 1 0 0,0 0 0 0 0,0 0 0 0 0,0 0-1 0 0,-1 0 1 0 0,1 0 0 0 0,0 0 0 0 0,0 0 0 0 0,0 0-1 0 0,0 0 1 0 0,-1 0 0 0 0,1 0 0 0 0,0 0-1 0 0,0 0 1 0 0,0 0 0 0 0,0 1 0 0 0,0-1-1 0 0,0 0 1 0 0,-1 0 0 0 0,1 0 0 0 0,0 0-1 0 0,0 0 1 0 0,0 0 0 0 0,0 0 0 0 0,15 89 713 0 0,-9-62-1149 0 0,-1-1-1 0 0,3 53 1 0 0,-7-56-685 0 0,1 33-966 0 0,-3-53 1303 0 0,1-1-1 0 0,0 0 0 0 0,0 0 0 0 0,-1 1 0 0 0,0-1 0 0 0,1 0 1 0 0,-1 0-1 0 0,0 0 0 0 0,0 1 0 0 0,-2 2 0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11.4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70 132 0 0,'-10'-26'1986'0'0,"8"22"-1326"0"0,0-1 0 0 0,0 1 0 0 0,1-1 1 0 0,-1 0-1 0 0,1 0 0 0 0,-1-9 0 0 0,3 14-605 0 0,0-1 0 0 0,0 1-1 0 0,-1 0 1 0 0,1 0 0 0 0,0 0-1 0 0,0 0 1 0 0,0 0-1 0 0,0 0 1 0 0,0 0 0 0 0,0 0-1 0 0,0 0 1 0 0,0 0 0 0 0,0 0-1 0 0,0 1 1 0 0,-1-1 0 0 0,1 0-1 0 0,0 1 1 0 0,0-1 0 0 0,0 0-1 0 0,0 1 1 0 0,-1-1-1 0 0,1 1 1 0 0,1 0 0 0 0,-2-1-54 0 0,47 35-1412 0 0,-22-14-1888 0 0,-11-11 1417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11.7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1 106 68 0 0,'8'39'5961'0'0,"18"38"-3095"0"0,-13-39-1929 0 0,0 2 0 0 0,6 43 0 0 0,-18-83-920 0 0,-1 0 0 0 0,0 0 0 0 0,0 1 0 0 0,0-1 0 0 0,1 0 0 0 0,-1 0 0 0 0,0 1 0 0 0,0-1 0 0 0,0 0 0 0 0,0 0 0 0 0,0 1 0 0 0,0-1 0 0 0,0 0 0 0 0,1 0 0 0 0,-1 1 0 0 0,0-1 0 0 0,0 0 0 0 0,0 0 0 0 0,0 1 0 0 0,0-1 0 0 0,0 0 0 0 0,0 0 0 0 0,0 1 0 0 0,0-1 0 0 0,0 0 0 0 0,-1 0 0 0 0,1 1 0 0 0,0-1 0 0 0,0 0 0 0 0,0 0 0 0 0,0 1 0 0 0,0-1 0 0 0,0 0 0 0 0,0 0 0 0 0,-1 1 0 0 0,1-1 0 0 0,0 0 0 0 0,0 0 0 0 0,0 0 0 0 0,-1 1 0 0 0,1-1 0 0 0,0 0 0 0 0,0 0 0 0 0,0 0 0 0 0,-1 0 0 0 0,1 0 0 0 0,-1 1 0 0 0,-9-15 277 0 0,-11-32 44 0 0,18 30-238 0 0,0-1 0 0 0,1 1 0 0 0,1-1 0 0 0,0 0 0 0 0,1 0 0 0 0,1 1 0 0 0,1-1 1 0 0,0 0-1 0 0,1 1 0 0 0,1-1 0 0 0,7-18 0 0 0,-8 27-33 0 0,0 0-1 0 0,1 0 1 0 0,0 0 0 0 0,0 1 0 0 0,1 0 0 0 0,0 0 0 0 0,0 0-1 0 0,0 0 1 0 0,1 1 0 0 0,10-9 0 0 0,-12 12-34 0 0,1-1 0 0 0,0 1 0 0 0,0 1 0 0 0,0-1 1 0 0,1 1-1 0 0,-1 0 0 0 0,0 0 0 0 0,1 0 0 0 0,-1 1 0 0 0,1-1 0 0 0,0 2 1 0 0,0-1-1 0 0,-1 0 0 0 0,1 1 0 0 0,0 0 0 0 0,11 2 0 0 0,-10 0-22 0 0,-1 0 0 0 0,1 0 0 0 0,-1 1 0 0 0,1-1 0 0 0,-1 1-1 0 0,0 1 1 0 0,0-1 0 0 0,0 1 0 0 0,0 0 0 0 0,-1 1-1 0 0,1 0 1 0 0,-1-1 0 0 0,-1 1 0 0 0,1 1 0 0 0,-1-1-1 0 0,1 1 1 0 0,-1 0 0 0 0,-1 0 0 0 0,5 9 0 0 0,-1-1-100 0 0,-1 0 0 0 0,0 0 0 0 0,-1 0 0 0 0,0 1 0 0 0,-2 0 1 0 0,0 0-1 0 0,0 0 0 0 0,0 17 0 0 0,-2 8-775 0 0,-2 1-1 0 0,-9 55 1 0 0,3-62-2623 0 0,-15 50-1 0 0,12-47 390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12.1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31 446 1168 0 0,'-2'0'313'0'0,"0"0"0"0"0,0 0 0 0 0,0-1 0 0 0,0 1-1 0 0,-1-1 1 0 0,1 1 0 0 0,0-1 0 0 0,0 0 0 0 0,0 0 0 0 0,0 0 0 0 0,-3-2-1 0 0,5 3-208 0 0,0 0 0 0 0,0-1 0 0 0,-1 1 0 0 0,1 0 0 0 0,0-1 0 0 0,0 1 0 0 0,-1-1 0 0 0,1 1 0 0 0,0 0-1 0 0,0-1 1 0 0,0 1 0 0 0,-1-1 0 0 0,1 1 0 0 0,0-1 0 0 0,0 1 0 0 0,0 0 0 0 0,0-1 0 0 0,0 1 0 0 0,0-1 0 0 0,0 1 0 0 0,0-1-1 0 0,0 1 1 0 0,0-1 0 0 0,1 1 0 0 0,-1-1 0 0 0,0 1 0 0 0,0 0 0 0 0,0-1 0 0 0,0 1 0 0 0,1-1 0 0 0,-1 1 0 0 0,1-1-1 0 0,2-2 144 0 0,0-1 0 0 0,0 1-1 0 0,0 0 1 0 0,1 1 0 0 0,-1-1-1 0 0,1 1 1 0 0,0-1-1 0 0,0 1 1 0 0,0 0 0 0 0,5-1-1 0 0,193-70 2103 0 0,277-62-1 0 0,-376 108-1852 0 0,451-99 1326 0 0,-521 119-1858 0 0,-8 2-484 0 0,-1 0 0 0 0,24-10 0 0 0,-137 65-10431 0 0,64-35 7839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12.5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22 131 684 0 0,'-7'16'2582'0'0,"5"-11"-2083"0"0,0 1 0 0 0,0-1-1 0 0,0 1 1 0 0,0 0 0 0 0,1-1 0 0 0,0 1-1 0 0,0 0 1 0 0,0 0 0 0 0,1 0-1 0 0,0 0 1 0 0,1 7 0 0 0,17 102 2536 0 0,10 68 58 0 0,-26-154-1929 0 0,-7-50-170 0 0,-7-47-356 0 0,2 4-419 0 0,2 23-72 0 0,3 0 0 0 0,-2-63 1 0 0,7 93-133 0 0,0 1 1 0 0,1 0 0 0 0,1-1 0 0 0,-1 1-1 0 0,2 0 1 0 0,-1 0 0 0 0,1 0-1 0 0,1 0 1 0 0,0 1 0 0 0,0-1 0 0 0,1 1-1 0 0,0 0 1 0 0,0 0 0 0 0,1 1-1 0 0,9-10 1 0 0,-10 13-45 0 0,1 0 0 0 0,0 1 0 0 0,0 0 0 0 0,0 0 0 0 0,0 0 0 0 0,1 1 0 0 0,-1 0 0 0 0,1 0 0 0 0,0 0 0 0 0,0 1 0 0 0,0 0 0 0 0,0 1 0 0 0,0-1 0 0 0,1 1 0 0 0,-1 1 0 0 0,0-1 0 0 0,0 1 0 0 0,1 1 0 0 0,-1-1 0 0 0,0 1 0 0 0,0 1 0 0 0,9 1 0 0 0,-11-1 10 0 0,1-1 0 0 0,-1 1 0 0 0,0 0-1 0 0,0 1 1 0 0,1-1 0 0 0,-1 1 0 0 0,-1 0-1 0 0,1 0 1 0 0,0 0 0 0 0,-1 1 0 0 0,0 0 0 0 0,0 0-1 0 0,0 0 1 0 0,0 0 0 0 0,0 0 0 0 0,-1 1-1 0 0,0 0 1 0 0,0 0 0 0 0,0 0 0 0 0,-1 0 0 0 0,0 0-1 0 0,0 0 1 0 0,0 1 0 0 0,0-1 0 0 0,-1 0 0 0 0,0 1-1 0 0,0 0 1 0 0,0-1 0 0 0,-1 7 0 0 0,0-8 12 0 0,-1 1 1 0 0,1-1 0 0 0,-1 0 0 0 0,0 1-1 0 0,-1-1 1 0 0,1 0 0 0 0,-1 0 0 0 0,0 0 0 0 0,0 0-1 0 0,0 0 1 0 0,0 0 0 0 0,-1 0 0 0 0,0-1-1 0 0,1 1 1 0 0,-1-1 0 0 0,-1 0 0 0 0,1 0 0 0 0,0 0-1 0 0,-1 0 1 0 0,1-1 0 0 0,-1 1 0 0 0,0-1-1 0 0,0 0 1 0 0,-7 3 0 0 0,-9 4 125 0 0,-1-2 0 0 0,0 0 0 0 0,-35 6 0 0 0,42-10 85 0 0,-5 5 372 0 0,19 2-69 0 0,28 9 64 0 0,438 230 1009 0 0,-335-172-1686 0 0,76 41-277 0 0,-162-95-358 0 0,2-2-1 0 0,80 24 0 0 0,-113-41 347 0 0,-1-1 0 0 0,1 0 0 0 0,0-1 0 0 0,0 0 0 0 0,14-1 0 0 0,-22-1-31 0 0,-1-1 1 0 0,1 0-1 0 0,-1 0 0 0 0,0 0 0 0 0,1 0 1 0 0,8-4-1 0 0,-11 3-211 0 0,1 0 0 0 0,0 0 0 0 0,-1 0 0 0 0,0-1 0 0 0,0 1 0 0 0,1-1 0 0 0,-1 0 0 0 0,-1 0 0 0 0,1 0 0 0 0,2-3 0 0 0,8-16-3038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12.9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83 580 0 0,'0'0'10805'0'0,"31"-7"-8269"0"0,-5 0-1888 0 0,-1 1 0 0 0,1 1-1 0 0,30-1 1 0 0,43-9-911 0 0,-42 6-635 0 0,0-1-1368 0 0,-19-2-4186 0 0,-25 7 2719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13.3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28 1224 0 0,'-6'5'530'0'0,"2"-2"39"0"0,-1 0 1 0 0,1 1-1 0 0,1 0 0 0 0,-1 0 0 0 0,0 0 0 0 0,1 0 0 0 0,0 0 0 0 0,0 1 0 0 0,0 0 1 0 0,-4 8-1 0 0,7-12-486 0 0,1 0 1 0 0,-1 0 0 0 0,1 0-1 0 0,-1 0 1 0 0,0-1 0 0 0,1 1-1 0 0,0 0 1 0 0,-1 0 0 0 0,1 0-1 0 0,-1-1 1 0 0,1 1 0 0 0,0 0-1 0 0,-1-1 1 0 0,1 1 0 0 0,0-1-1 0 0,0 1 1 0 0,0-1 0 0 0,-1 1-1 0 0,1-1 1 0 0,0 1 0 0 0,0-1-1 0 0,0 0 1 0 0,0 1 0 0 0,0-1-1 0 0,0 0 1 0 0,0 0 0 0 0,0 0-1 0 0,0 0 1 0 0,0 0 0 0 0,0 0-1 0 0,1 0 1 0 0,35 2 677 0 0,-36-2-711 0 0,21 0-77 0 0,0-1-1 0 0,0-2 1 0 0,0 0 0 0 0,0-1-1 0 0,31-11 1 0 0,-38 10-1020 0 0,0-1 0 0 0,-1-1-1 0 0,0 0 1 0 0,0-1 0 0 0,13-10 0 0 0,5-9-1797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14.8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356 64 628 0 0,'1'-2'248'0'0,"0"0"0"0"0,-1 0 0 0 0,1 0 0 0 0,-1 0 0 0 0,0 0 0 0 0,0 0 0 0 0,0-1 0 0 0,0 1 0 0 0,0 0 0 0 0,0 0 0 0 0,0 0 0 0 0,-1 0 0 0 0,1 0 0 0 0,-1 0 0 0 0,1 0 0 0 0,-1 0 0 0 0,0 1 0 0 0,0-1 0 0 0,0 0 0 0 0,0 0 0 0 0,0 0 0 0 0,0 1 0 0 0,-1-1 0 0 0,1 1 0 0 0,0-1 0 0 0,-1 1 0 0 0,1-1 0 0 0,-1 1 0 0 0,0 0 0 0 0,1 0 0 0 0,-1 0 0 0 0,0 0 0 0 0,0 0 0 0 0,0 0 0 0 0,0 0 0 0 0,0 0 0 0 0,0 1 0 0 0,0-1 0 0 0,0 1 0 0 0,0 0 0 0 0,0-1 0 0 0,0 1 0 0 0,0 0 0 0 0,0 0 0 0 0,0 0 0 0 0,0 1 0 0 0,0-1 0 0 0,-2 1 0 0 0,-9 4 72 0 0,1 1 0 0 0,-1 1 0 0 0,1 0 0 0 0,1 0 0 0 0,0 1 1 0 0,0 1-1 0 0,0 0 0 0 0,1 0 0 0 0,1 1 0 0 0,-1 0 0 0 0,-7 13 0 0 0,0 0 149 0 0,1 2 0 0 0,1 0-1 0 0,1 0 1 0 0,-13 34-1 0 0,19-39-175 0 0,-6 12 332 0 0,2 1 0 0 0,1 1 1 0 0,-11 55-1 0 0,21-80-512 0 0,0 0 0 0 0,0 0 0 0 0,0 0 0 0 0,1 1 0 0 0,1-1 0 0 0,-1 0-1 0 0,2 0 1 0 0,-1 0 0 0 0,1-1 0 0 0,0 1 0 0 0,1 0 0 0 0,0-1 0 0 0,1 1 0 0 0,-1-1 0 0 0,1 0 0 0 0,1 0 0 0 0,0 0 0 0 0,0-1 0 0 0,10 11 0 0 0,-2-6 11 0 0,0-1 0 0 0,1 0-1 0 0,0-1 1 0 0,1 0 0 0 0,0-1 0 0 0,1-1 0 0 0,0 0 0 0 0,0-1 0 0 0,1-1-1 0 0,-1-1 1 0 0,1 0 0 0 0,0-1 0 0 0,25 2 0 0 0,-12-3-135 0 0,-1-1 0 0 0,1-2 0 0 0,-1-1 0 0 0,1-1 0 0 0,-1-1 0 0 0,0-2 1 0 0,39-11-1 0 0,-53 12-283 0 0,0-1 0 0 0,0-1 1 0 0,0 0-1 0 0,-1-1 1 0 0,0 0-1 0 0,0-1 0 0 0,0-1 1 0 0,-1 0-1 0 0,-1-1 1 0 0,22-21-1 0 0,-31 27-7 0 0,-1 0 0 0 0,1 0 0 0 0,-1-1-1 0 0,0 1 1 0 0,-1 0 0 0 0,1-1 0 0 0,-1 0 0 0 0,0 1 0 0 0,0-1 0 0 0,0 0 0 0 0,0 1-1 0 0,-1-1 1 0 0,0-9 0 0 0,-2 2-1858 0 0,1 1 0 0 0,-1-1 0 0 0,-1 0 0 0 0,-5-14 0 0 0,1 8-2016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15.8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226 88 10097 0 0,'-6'-88'2869'0'0,"16"112"-2338"0"0,23 74 579 0 0,26 86 356 0 0,-54-163-1338 0 0,23 109 623 0 0,-26-114-634 0 0,-1 0 0 0 0,0 0 0 0 0,-1 1 0 0 0,-1-1 0 0 0,-1 0 1 0 0,-3 18-1 0 0,5-33-104 0 0,0 1 0 0 0,0-1 0 0 0,-1 1 1 0 0,1-1-1 0 0,0 0 0 0 0,-1 1 0 0 0,1-1 1 0 0,-1 0-1 0 0,1 1 0 0 0,-1-1 0 0 0,0 0 1 0 0,1 0-1 0 0,-1 0 0 0 0,0 0 0 0 0,0 0 1 0 0,0 1-1 0 0,0-1 0 0 0,0-1 0 0 0,0 1 1 0 0,0 0-1 0 0,0 0 0 0 0,0 0 0 0 0,0 0 1 0 0,-1-1-1 0 0,1 1 0 0 0,0-1 0 0 0,0 1 1 0 0,-1-1-1 0 0,1 1 0 0 0,0-1 0 0 0,-1 0 0 0 0,1 0 1 0 0,-3 1-1 0 0,0-2 17 0 0,-1 0 0 0 0,0 0 0 0 0,1-1 0 0 0,-1 1 1 0 0,1-1-1 0 0,-1 0 0 0 0,1 0 0 0 0,0-1 0 0 0,-5-3 0 0 0,-1 0-19 0 0,-1-1-1 0 0,1 2 1 0 0,-1-1 0 0 0,0 2-1 0 0,-17-6 1 0 0,22 9-17 0 0,-1 0 1 0 0,1 0-1 0 0,-1 0 0 0 0,1 1 1 0 0,-1 0-1 0 0,1 1 1 0 0,-1-1-1 0 0,1 1 0 0 0,-1 0 1 0 0,1 1-1 0 0,0 0 0 0 0,-7 2 1 0 0,6-1 26 0 0,1 0 1 0 0,-1 1-1 0 0,1-1 1 0 0,-1 1-1 0 0,1 0 1 0 0,0 1-1 0 0,1 0 1 0 0,-1 0-1 0 0,1 0 1 0 0,0 0 0 0 0,0 1-1 0 0,1 0 1 0 0,0 0-1 0 0,0 0 1 0 0,-5 10-1 0 0,8-13-7 0 0,0 0-1 0 0,0 0 1 0 0,0 0-1 0 0,0 0 0 0 0,0 0 1 0 0,1 1-1 0 0,-1-1 1 0 0,1 0-1 0 0,0 0 1 0 0,0 1-1 0 0,0-1 1 0 0,1 0-1 0 0,-1 0 1 0 0,1 1-1 0 0,0-1 1 0 0,0 0-1 0 0,0 0 0 0 0,0 0 1 0 0,0 0-1 0 0,1 0 1 0 0,-1 0-1 0 0,1 0 1 0 0,0-1-1 0 0,0 1 1 0 0,0-1-1 0 0,0 1 1 0 0,0-1-1 0 0,1 1 1 0 0,-1-1-1 0 0,1 0 1 0 0,-1 0-1 0 0,1-1 0 0 0,0 1 1 0 0,0 0-1 0 0,-1-1 1 0 0,1 0-1 0 0,5 2 1 0 0,9 4-47 0 0,0-1 0 0 0,1-1 0 0 0,-1 0 0 0 0,1-2 0 0 0,0 0 0 0 0,0 0 1 0 0,0-2-1 0 0,33-1 0 0 0,15-6-960 0 0,68-13 0 0 0,-77 10-80 0 0,12-5-1369 0 0,-26 0-4226 0 0,-27 7 2787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16.1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17 206 528 0 0,'-16'8'6850'0'0,"35"-11"-4212"0"0,62-16-2441 0 0,-51 11 938 0 0,241-59 1768 0 0,141-32-281 0 0,-318 82-5043 0 0,-90 16 670 0 0,-3 1 1679 0 0,-1 0 0 0 0,0 0 1 0 0,0 0-1 0 0,0 0 1 0 0,1 0-1 0 0,-1 1 0 0 0,0-1 1 0 0,0 0-1 0 0,0 0 1 0 0,1 0-1 0 0,-1 0 0 0 0,2 3-1288 0 0,-2-3 1288 0 0,0 1 1 0 0,0-1-1 0 0,0 0 0 0 0,0 0 1 0 0,0 0-1 0 0,0 1 0 0 0,0-1 1 0 0,0 0-1 0 0,-1 0 1 0 0,1 0-1 0 0,0 1 0 0 0,-12 5-4310 0 0,6-3 4178 0 0,-9 4-2627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16.7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358 1 1124 0 0,'-3'8'758'0'0,"-1"0"0"0"0,1 1 0 0 0,0-1 0 0 0,0 1 0 0 0,1 0 0 0 0,1-1 0 0 0,-1 1 0 0 0,1 0 0 0 0,1 14 0 0 0,10 86 1967 0 0,-2-27-1342 0 0,-1 15-33 0 0,-3-62-715 0 0,-2 0-1 0 0,-1-1 1 0 0,-4 37 0 0 0,3-70-596 0 0,0 0 0 0 0,0 0 0 0 0,0-1 1 0 0,0 1-1 0 0,0 0 0 0 0,0 0 0 0 0,0 0 0 0 0,0-1 1 0 0,0 1-1 0 0,-1 0 0 0 0,1 0 0 0 0,0-1 0 0 0,0 1 1 0 0,-1 0-1 0 0,1 0 0 0 0,0-1 0 0 0,-1 1 0 0 0,1 0 1 0 0,-1-1-1 0 0,1 1 0 0 0,-1-1 0 0 0,1 1 0 0 0,-1-1 1 0 0,0 1-1 0 0,1-1 0 0 0,-1 1 0 0 0,0-1 0 0 0,1 1 1 0 0,-1-1-1 0 0,0 0 0 0 0,1 1 0 0 0,-1-1 0 0 0,0 0 1 0 0,0 0-1 0 0,0 1 0 0 0,1-1 0 0 0,-1 0 0 0 0,0 0 1 0 0,0 0-1 0 0,0 0 0 0 0,1 0 0 0 0,-1 0 0 0 0,0 0 0 0 0,0 0 1 0 0,1-1-1 0 0,-1 1 0 0 0,0 0 0 0 0,-1-1 0 0 0,-44-28 189 0 0,9 5 55 0 0,28 21-245 0 0,0 0-1 0 0,0 1 1 0 0,0 0 0 0 0,0 1 0 0 0,0 0-1 0 0,0 1 1 0 0,-1-1 0 0 0,1 2 0 0 0,0-1-1 0 0,0 1 1 0 0,-1 1 0 0 0,1 0 0 0 0,0 0 0 0 0,0 0-1 0 0,1 1 1 0 0,-1 1 0 0 0,0 0 0 0 0,1 0-1 0 0,-12 8 1 0 0,15-9-13 0 0,0 0 0 0 0,1 0 0 0 0,-1 1 0 0 0,1-1 0 0 0,0 1 0 0 0,0 0 0 0 0,1 0 0 0 0,-1 1-1 0 0,1-1 1 0 0,0 1 0 0 0,0 0 0 0 0,0 0 0 0 0,1 0 0 0 0,0 0 0 0 0,0 0 0 0 0,0 0 0 0 0,0 0 0 0 0,1 1 0 0 0,0-1 0 0 0,0 1 0 0 0,0-1-1 0 0,1 1 1 0 0,0 0 0 0 0,0-1 0 0 0,0 1 0 0 0,1-1 0 0 0,0 1 0 0 0,0-1 0 0 0,0 1 0 0 0,1-1 0 0 0,-1 0 0 0 0,2 0 0 0 0,2 8 0 0 0,-2-8-7 0 0,1 1 1 0 0,-1-1-1 0 0,1 0 1 0 0,0 0 0 0 0,0 0-1 0 0,1 0 1 0 0,-1-1-1 0 0,1 0 1 0 0,0 0-1 0 0,0 0 1 0 0,1 0 0 0 0,-1-1-1 0 0,1 0 1 0 0,0 0-1 0 0,0 0 1 0 0,0-1 0 0 0,0 0-1 0 0,0 0 1 0 0,0 0-1 0 0,0-1 1 0 0,1 0 0 0 0,-1-1-1 0 0,1 1 1 0 0,10-1-1 0 0,-2-1-24 0 0,0 0-1 0 0,0-1 0 0 0,0-1 1 0 0,0 0-1 0 0,0-1 0 0 0,-1 0 1 0 0,0-1-1 0 0,0-1 0 0 0,21-11 1 0 0,-12 3-74 0 0,-1 0 1 0 0,-1-1 0 0 0,0-1 0 0 0,-1-1-1 0 0,-1-1 1 0 0,0 0 0 0 0,28-38-1 0 0,-35 38 29 0 0,-1 0-1 0 0,-1-1 0 0 0,-1 0 0 0 0,0 0 0 0 0,-2-1 0 0 0,0 0 0 0 0,-1 0 0 0 0,-1 0 1 0 0,-1-1-1 0 0,2-22 0 0 0,-2 17 82 0 0,-2-1 0 0 0,-1 0 0 0 0,-1 0 0 0 0,-2 0 0 0 0,-8-49 1 0 0,48 312 1008 0 0,-29-179-919 0 0,-6-39-92 0 0,0 0 0 0 0,0 0 0 0 0,2-1-1 0 0,6 18 1 0 0,-2-13-1351 0 0,11 46 0 0 0,-20-58-751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17.0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4 285 272 0 0,'-3'-28'8735'0'0,"8"22"-8310"0"0,0 0 0 0 0,0 1-1 0 0,1-1 1 0 0,0 1 0 0 0,0 0 0 0 0,0 1 0 0 0,1 0 0 0 0,-1 0 0 0 0,1 0 0 0 0,0 1 0 0 0,0 0-1 0 0,9-3 1 0 0,22-12 228 0 0,-5 0-622 0 0,-18 10-264 0 0,1-1 1 0 0,-2 0 0 0 0,21-17-1 0 0,-31 22-356 0 0,0 0-1 0 0,0 0 0 0 0,0-1 0 0 0,0 1 0 0 0,-1-1 1 0 0,0 0-1 0 0,0 0 0 0 0,0 0 0 0 0,-1 0 1 0 0,1-1-1 0 0,-1 1 0 0 0,-1 0 0 0 0,1-1 1 0 0,1-9-1 0 0,0-10-2472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17.4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81 1 1188 0 0,'-12'23'1034'0'0,"0"0"0"0"0,2 0-1 0 0,1 1 1 0 0,0 1 0 0 0,2 0-1 0 0,1 0 1 0 0,1 0 0 0 0,-3 40 0 0 0,6-19-145 0 0,1-1 1 0 0,3 1 0 0 0,12 83 0 0 0,-3-82-516 0 0,1-1 0 0 0,2 0 0 0 0,2-2 0 0 0,2 1 0 0 0,2-2 0 0 0,2-1 0 0 0,2 0 0 0 0,2-2 0 0 0,1-1 0 0 0,2-1-1 0 0,60 60 1 0 0,-79-88-586 0 0,0 0 0 0 0,0-1 0 0 0,1 0 0 0 0,0-1-1 0 0,0-1 1 0 0,1 1 0 0 0,0-2 0 0 0,0 0 0 0 0,1 0-1 0 0,17 5 1 0 0,-28-11-3 0 0,0 0-1 0 0,0 0 0 0 0,0 0 1 0 0,0 0-1 0 0,0 0 0 0 0,0-1 1 0 0,0 1-1 0 0,0-1 0 0 0,0 1 1 0 0,0-1-1 0 0,0 0 0 0 0,-1 0 1 0 0,1 0-1 0 0,0 0 1 0 0,-1 0-1 0 0,1 0 0 0 0,2-2 1 0 0,13-17-5685 0 0,-8 3 2285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24.5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45 596 0 0,'2'-12'3439'0'0,"7"-14"6867"0"0,24 28-9395 0 0,10-1-890 0 0,137-10 391 0 0,-168 9-545 0 0,1-1-2233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24.9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0 572 0 0,'0'0'4468'0'0,"2"4"-3870"0"0,74 186 3953 0 0,-46-119-3338 0 0,0 16 772 0 0,-30-86-1935 0 0,1-1 1 0 0,-1 1 0 0 0,0-1 0 0 0,0 1 0 0 0,0-1 0 0 0,0 0 0 0 0,0 1 0 0 0,0-1-1 0 0,1 1 1 0 0,-1-1 0 0 0,0 1 0 0 0,0-1 0 0 0,1 0 0 0 0,-1 1 0 0 0,0-1 0 0 0,1 0-1 0 0,-1 1 1 0 0,0-1 0 0 0,1 0 0 0 0,-1 1 0 0 0,0-1 0 0 0,1 0 0 0 0,-1 0 0 0 0,1 1-1 0 0,-1-1 1 0 0,1 0 0 0 0,-1 0 0 0 0,0 0 0 0 0,1 0 0 0 0,-1 0 0 0 0,1 0 0 0 0,-1 0 0 0 0,1 0-1 0 0,-1 0 1 0 0,1 0 0 0 0,-1 0 0 0 0,1 0 0 0 0,-1 0 0 0 0,1 0 0 0 0,13-18 577 0 0,3-31-409 0 0,-11 16-409 0 0,3-65 0 0 0,-3 26-1184 0 0,-4 58 722 0 0,0-13-4532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25.3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 0 304 0 0,'0'0'881'0'0,"-18"43"4184"0"0,-8 66-1433 0 0,26-95-3291 0 0,0 0 0 0 0,2 0 0 0 0,-1 0 0 0 0,2-1 0 0 0,0 1 0 0 0,7 22-1 0 0,-9-36-329 0 0,-1 0-1 0 0,0 1 0 0 0,1-1 0 0 0,-1 0 0 0 0,0 1 0 0 0,1-1 1 0 0,-1 0-1 0 0,0 1 0 0 0,1-1 0 0 0,-1 0 0 0 0,1 0 0 0 0,-1 0 0 0 0,0 1 1 0 0,1-1-1 0 0,-1 0 0 0 0,1 0 0 0 0,-1 0 0 0 0,1 0 0 0 0,-1 0 1 0 0,1 0-1 0 0,-1 0 0 0 0,1 0 0 0 0,-1 0 0 0 0,1 0 0 0 0,-1 0 1 0 0,1 0-1 0 0,-1 0 0 0 0,0 0 0 0 0,1 0 0 0 0,-1-1 0 0 0,1 1 0 0 0,-1 0 1 0 0,1 0-1 0 0,-1 0 0 0 0,0-1 0 0 0,1 1 0 0 0,0-1 0 0 0,16-10 39 0 0,-12 4-63 0 0,1 0-1 0 0,-1 0 1 0 0,0 0-1 0 0,0 0 1 0 0,-1-1-1 0 0,0 0 1 0 0,-1 1-1 0 0,0-2 0 0 0,0 1 1 0 0,0 0-1 0 0,-1-1 1 0 0,2-12-1 0 0,-3 14-57 0 0,-1 0 1 0 0,0 1-1 0 0,0-1 0 0 0,0 0 0 0 0,0 1 0 0 0,-1-1 0 0 0,0 0 0 0 0,-1 1 0 0 0,0 0 0 0 0,0-1 0 0 0,0 1 0 0 0,0 0 0 0 0,-1 0 0 0 0,0 0 0 0 0,-1 0 1 0 0,1 0-1 0 0,-6-5 0 0 0,6 8-125 0 0,0 1 1 0 0,0-1 0 0 0,0 1 0 0 0,-1 0-1 0 0,1 0 1 0 0,-1 0 0 0 0,1 0 0 0 0,-8-2-1 0 0,-8 3-5100 0 0,0 5 2957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25.7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175 0 944 0 0,'27'10'1233'0'0,"-1"2"0"0"0,0 0 0 0 0,-1 1 0 0 0,43 31 0 0 0,-41-23-621 0 0,0 0-1 0 0,-2 3 1 0 0,0 0-1 0 0,-2 1 1 0 0,-1 1-1 0 0,30 45 1 0 0,-43-57-455 0 0,-1 0 0 0 0,-1 1 0 0 0,0 0 1 0 0,-1 0-1 0 0,-1 0 0 0 0,0 1 0 0 0,-1-1 1 0 0,-1 1-1 0 0,-1 0 0 0 0,0 0 0 0 0,0 1 0 0 0,-2-1 1 0 0,0 0-1 0 0,-1 0 0 0 0,-3 19 0 0 0,-2-11-113 0 0,0-1 0 0 0,-1 1 0 0 0,-2-1 0 0 0,0-1 0 0 0,-1 1 0 0 0,-1-2-1 0 0,-1 1 1 0 0,-2-2 0 0 0,-20 27 0 0 0,-30 29-1262 0 0,-109 102-1 0 0,-1-25-5097 0 0,100-95 3173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7:01:27.7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95 0 776,'-14'5'559,"3"-1"474,0-1-1,1 1 0,0 1 1,0 0-1,-19 12 0,30-15-913,0-1 0,-1 0-1,1 0 1,0 0-1,0 0 1,0 0-1,0 0 1,0 0 0,0 0-1,0 0 1,0 0-1,1 0 1,-1-1-1,0 1 1,0 0 0,1-1-1,-1 1 1,0-1-1,3 1 1,27 4 485,-1-1 1,1-1-1,44-2 0,-18-1-133,272-2 1217,-217-1-3974,-2 2-4545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7:01:28.1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49 117 548,'-16'8'916,"6"-5"-16,0 3-40,-3 3 2109,30-7-2393,1-6-60,11-1-88,11-10-144,3 8-172,0-10-188,-2 3-176,6-3-284,-9-3-676,-1-2-1305,-6-2 577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7:01:28.4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755 1 640,'1'9'497,"0"0"0,1 1-1,0-1 1,0 0 0,1 0 0,0 0 0,1-1-1,0 1 1,0-1 0,1 0 0,0 0 0,1 0-1,7 9 1,12 11 596,54 48 1,-66-65-744,23 21 271,-17-16-291,0 0 0,-1 1 0,-1 0 0,-1 2 0,-1 0 0,25 38 0,-38-52-265,0 0-1,0 0 0,0 0 1,-1 0-1,1 0 1,-1 0-1,0 1 0,-1-1 1,1 0-1,-1 1 1,0-1-1,0 0 1,-1 1-1,0-1 0,0 0 1,-2 6-1,0-2 22,-1 0 0,0 1 0,-1-2-1,0 1 1,0 0 0,-1-1 0,0 0 0,-7 7-1,-11 9 121,-2-1 1,0-2-1,-57 36 0,-12 0 112,-145 62 0,-115 22-2144,247-109-687,36-20-3172,38-9 2102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31.6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82 15 676 0 0,'-81'-14'10722'0'0,"87"15"-10100"0"0,62 8 582 0 0,0-4-1 0 0,130-6 1 0 0,-77-1-467 0 0,150 12-954 0 0,-250-5-2469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31.9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528 84 8625 0 0,'20'-73'1983'0'0,"-20"72"-1959"0"0,0 1 0 0 0,0-1 0 0 0,0 1 0 0 0,0 0 0 0 0,0-1 0 0 0,0 1-1 0 0,0 0 1 0 0,0-1 0 0 0,0 1 0 0 0,-1-1 0 0 0,1 1 0 0 0,0 0 0 0 0,0-1 0 0 0,0 1 0 0 0,0 0-1 0 0,-1-1 1 0 0,1 1 0 0 0,0 0 0 0 0,0-1 0 0 0,-1 1 0 0 0,1 0 0 0 0,0 0 0 0 0,-1-1 0 0 0,1 1-1 0 0,0 0 1 0 0,-1 0 0 0 0,1 0 0 0 0,0-1 0 0 0,-1 1 0 0 0,1 0 0 0 0,0 0 0 0 0,-1 0-1 0 0,1 0 1 0 0,-1 0 0 0 0,1 0 0 0 0,0 0 0 0 0,-1 0 0 0 0,1 0 0 0 0,-1 0 0 0 0,1 0 0 0 0,0 0-1 0 0,-1 0 1 0 0,1 0 0 0 0,0 0 0 0 0,-1 0 0 0 0,0 0 0 0 0,-18 1 361 0 0,19-1-383 0 0,-25 7 293 0 0,1 2 0 0 0,0 0 1 0 0,0 1-1 0 0,1 1 1 0 0,-28 19-1 0 0,10-7 104 0 0,15-9-158 0 0,-121 72 969 0 0,132-76-994 0 0,1 1 0 0 0,0 0 0 0 0,0 1 0 0 0,2 0 0 0 0,-1 1 0 0 0,2 1 0 0 0,-14 19 0 0 0,24-31-168 0 0,-1 0 0 0 0,1 0 0 0 0,-1 1-1 0 0,1-1 1 0 0,0 1 0 0 0,0-1 0 0 0,0 1 0 0 0,1-1-1 0 0,-1 1 1 0 0,1 0 0 0 0,-1-1 0 0 0,1 1 0 0 0,0 0-1 0 0,0-1 1 0 0,0 1 0 0 0,0 0 0 0 0,1-1 0 0 0,-1 1-1 0 0,1 0 1 0 0,1 4 0 0 0,0-3-4 0 0,0-1 0 0 0,0 1 0 0 0,1-1-1 0 0,-1 1 1 0 0,1-1 0 0 0,0 0 0 0 0,0 0 0 0 0,0 0 0 0 0,0-1 0 0 0,1 1 0 0 0,-1-1-1 0 0,5 3 1 0 0,9 3 23 0 0,1 0 0 0 0,0-1 0 0 0,0 0 0 0 0,31 5 0 0 0,14 0-906 0 0,0-3 1 0 0,1-2-1 0 0,0-4 0 0 0,0-2 0 0 0,75-9 1 0 0,-105 4-3098 0 0,64-19 0 0 0,-66 11 295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32.8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481 0 616 0 0,'18'3'4650'0'0,"-14"1"-4274"0"0,0 0-1 0 0,0 0 1 0 0,-1 1-1 0 0,1-1 1 0 0,-1 1-1 0 0,0 0 0 0 0,-1 0 1 0 0,1 0-1 0 0,-1 0 1 0 0,2 6-1 0 0,14 56 1339 0 0,-16-58-1385 0 0,4 19 76 0 0,-3 1-1 0 0,0-1 0 0 0,-2 1 1 0 0,-1 0-1 0 0,-1 0 1 0 0,-1 0-1 0 0,-2-1 1 0 0,-1 1-1 0 0,-1-1 1 0 0,-2-1-1 0 0,-11 30 1 0 0,14-45-248 0 0,-1-1 1 0 0,0 0 0 0 0,-1-1-1 0 0,-8 11 1 0 0,14-21-148 0 0,0 0 0 0 0,0 0 1 0 0,1 0-1 0 0,-1 0 0 0 0,0 0 0 0 0,0 0 1 0 0,0 0-1 0 0,0 0 0 0 0,0-1 0 0 0,1 1 1 0 0,-1 0-1 0 0,0-1 0 0 0,0 1 0 0 0,0 0 1 0 0,1-1-1 0 0,-1 1 0 0 0,0-1 0 0 0,1 1 1 0 0,-1-1-1 0 0,0 0 0 0 0,1 1 0 0 0,-1-1 1 0 0,1 1-1 0 0,-1-1 0 0 0,1 0 0 0 0,-2-1 0 0 0,-15-19 69 0 0,-20-54-153 0 0,31 59 54 0 0,-2 0 0 0 0,1 0 0 0 0,-2 1 0 0 0,0-1 0 0 0,-1 2 0 0 0,0 0 0 0 0,-16-17 0 0 0,22 28 16 0 0,1 0 0 0 0,-1 1 0 0 0,0-1 1 0 0,0 1-1 0 0,0-1 0 0 0,0 1 0 0 0,-1 0 1 0 0,1 1-1 0 0,-1-1 0 0 0,1 1 0 0 0,-1 0 1 0 0,1 0-1 0 0,-1 0 0 0 0,1 1 0 0 0,-10 0 1 0 0,6 0 9 0 0,-1 1 0 0 0,1 1 0 0 0,-1 0 0 0 0,1 0 0 0 0,0 0 0 0 0,0 1 0 0 0,0 0 0 0 0,-10 6 0 0 0,4-1 13 0 0,0 1 0 0 0,0 0-1 0 0,0 1 1 0 0,2 1 0 0 0,-1 0 0 0 0,1 0-1 0 0,1 1 1 0 0,-17 23 0 0 0,24-30-10 0 0,1 1-1 0 0,-1-1 1 0 0,1 0 0 0 0,0 1 0 0 0,1 0-1 0 0,0 0 1 0 0,-1-1 0 0 0,2 2 0 0 0,-1-1 0 0 0,1 0-1 0 0,0 0 1 0 0,0 0 0 0 0,1 0 0 0 0,0 1-1 0 0,0-1 1 0 0,0 0 0 0 0,1 0 0 0 0,0 1-1 0 0,0-1 1 0 0,0 0 0 0 0,1 0 0 0 0,0 0-1 0 0,0 0 1 0 0,1 0 0 0 0,-1-1 0 0 0,1 1-1 0 0,1-1 1 0 0,-1 0 0 0 0,1 0 0 0 0,0 0 0 0 0,0 0-1 0 0,0 0 1 0 0,0-1 0 0 0,1 0 0 0 0,0 0-1 0 0,0 0 1 0 0,0-1 0 0 0,1 1 0 0 0,-1-1-1 0 0,1-1 1 0 0,-1 1 0 0 0,11 3 0 0 0,10 2-72 0 0,1 0 1 0 0,-1-2-1 0 0,1-1 0 0 0,1-1 1 0 0,-1-1-1 0 0,1-1 1 0 0,-1-2-1 0 0,1 0 1 0 0,-1-2-1 0 0,1-2 1 0 0,36-8-1 0 0,-28 4-129 0 0,0-3 0 0 0,0-1 0 0 0,-1-1 0 0 0,0-2 0 0 0,-1-1 0 0 0,-1-2 0 0 0,58-42 0 0 0,-71 44 107 0 0,-2-2 1 0 0,0 0-1 0 0,-1 0 1 0 0,0-2-1 0 0,-2 0 1 0 0,20-34-1 0 0,-10 8 213 0 0,-2 0-1 0 0,21-59 0 0 0,-44 105-120 0 0,0 0-1 0 0,0 0 1 0 0,0 0-1 0 0,0 1 0 0 0,0-1 1 0 0,0 0-1 0 0,0 0 1 0 0,1 0-1 0 0,-1 0 0 0 0,0 1 1 0 0,0-1-1 0 0,0 0 1 0 0,0 0-1 0 0,0 0 0 0 0,0 0 1 0 0,0 1-1 0 0,0-1 1 0 0,1 0-1 0 0,-1 0 0 0 0,0 0 1 0 0,0 0-1 0 0,0 0 1 0 0,0 0-1 0 0,0 0 0 0 0,1 0 1 0 0,-1 1-1 0 0,0-1 1 0 0,0 0-1 0 0,0 0 0 0 0,0 0 1 0 0,1 0-1 0 0,-1 0 1 0 0,0 0-1 0 0,0 0 1 0 0,0 0-1 0 0,0 0 0 0 0,1 0 1 0 0,-1 0-1 0 0,0 0 1 0 0,0 0-1 0 0,0 0 0 0 0,1 0 1 0 0,-1 0-1 0 0,0-1 1 0 0,0 1-1 0 0,0 0 0 0 0,0 0 1 0 0,0 0-1 0 0,1 0 1 0 0,-1 0-1 0 0,0 0 0 0 0,0 0 1 0 0,0 0-1 0 0,0-1 1 0 0,0 1-1 0 0,1 0 0 0 0,-1 0 1 0 0,0 0-1 0 0,0 0 1 0 0,0 0-1 0 0,0-1 0 0 0,0 1 1 0 0,0 0-1 0 0,0 0 1 0 0,0 0-1 0 0,0 0 0 0 0,0-1 1 0 0,10 28 224 0 0,6 43 25 0 0,-15-65-214 0 0,0-2-22 0 0,7 42 255 0 0,1 0 0 0 0,3-1 0 0 0,2 0-1 0 0,33 71 1 0 0,-46-114-220 0 0,-1 0-1 0 0,0-1 0 0 0,1 1 1 0 0,-1 0-1 0 0,1 0 0 0 0,0-1 1 0 0,-1 1-1 0 0,1 0 0 0 0,-1-1 0 0 0,1 1 1 0 0,0-1-1 0 0,-1 1 0 0 0,1-1 1 0 0,0 1-1 0 0,0-1 0 0 0,0 1 1 0 0,-1-1-1 0 0,1 0 0 0 0,0 1 1 0 0,0-1-1 0 0,0 0 0 0 0,0 0 1 0 0,-1 0-1 0 0,1 0 0 0 0,0 0 1 0 0,0 0-1 0 0,1 0 0 0 0,25-13 538 0 0,17-35-192 0 0,-43 46-337 0 0,17-25-153 0 0,-1-1 0 0 0,-2 0 0 0 0,0-2 1 0 0,-2 1-1 0 0,14-52 0 0 0,10-19-3668 0 0,-31 88 2042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33.2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178 0 188 0 0,'-6'2'513'0'0,"0"0"-1"0"0,1 0 1 0 0,-1 0 0 0 0,1 1-1 0 0,0 0 1 0 0,0 0-1 0 0,0 0 1 0 0,0 1 0 0 0,0 0-1 0 0,1-1 1 0 0,-1 2 0 0 0,1-1-1 0 0,0 0 1 0 0,0 1-1 0 0,1 0 1 0 0,-1 0 0 0 0,-3 7-1 0 0,3-4-164 0 0,-1 1-1 0 0,2-1 1 0 0,-1 0 0 0 0,1 1-1 0 0,0 0 1 0 0,1 0-1 0 0,0-1 1 0 0,0 1-1 0 0,1 1 1 0 0,0 15 0 0 0,1-18-192 0 0,1 0 0 0 0,0 0 0 0 0,0-1 1 0 0,1 1-1 0 0,0 0 0 0 0,0-1 0 0 0,1 1 1 0 0,-1-1-1 0 0,1 0 0 0 0,1 0 0 0 0,-1 0 0 0 0,1 0 1 0 0,0 0-1 0 0,0-1 0 0 0,7 7 0 0 0,-8-10-115 0 0,0 1-1 0 0,0-1 0 0 0,0 0 1 0 0,0 0-1 0 0,0-1 0 0 0,0 1 0 0 0,1-1 1 0 0,-1 1-1 0 0,1-1 0 0 0,-1 0 0 0 0,1-1 1 0 0,-1 1-1 0 0,1 0 0 0 0,-1-1 1 0 0,1 0-1 0 0,-1 0 0 0 0,1 0 0 0 0,0 0 1 0 0,-1 0-1 0 0,1-1 0 0 0,-1 0 0 0 0,1 0 1 0 0,-1 0-1 0 0,1 0 0 0 0,-1 0 1 0 0,0-1-1 0 0,1 1 0 0 0,-1-1 0 0 0,0 0 1 0 0,3-2-1 0 0,0-1-93 0 0,1 0 0 0 0,-1 0 0 0 0,0 0 0 0 0,-1 0 1 0 0,1-1-1 0 0,-1 0 0 0 0,0 0 0 0 0,-1-1 0 0 0,1 1 0 0 0,-1-1 0 0 0,0 0 1 0 0,-1 0-1 0 0,0-1 0 0 0,0 1 0 0 0,-1-1 0 0 0,0 1 0 0 0,0-1 1 0 0,0 0-1 0 0,-1 0 0 0 0,-1 1 0 0 0,1-12 0 0 0,-1 14-118 0 0,-1-1 1 0 0,1 1-1 0 0,-1 0 0 0 0,-1-1 1 0 0,1 1-1 0 0,-1 0 0 0 0,1 0 0 0 0,-1 0 1 0 0,-1 0-1 0 0,1 0 0 0 0,-1 1 1 0 0,0-1-1 0 0,0 1 0 0 0,0-1 1 0 0,-1 1-1 0 0,1 0 0 0 0,-1 1 0 0 0,0-1 1 0 0,0 0-1 0 0,0 1 0 0 0,-1 0 1 0 0,1 0-1 0 0,-1 0 0 0 0,0 1 1 0 0,0 0-1 0 0,0 0 0 0 0,0 0 0 0 0,0 0 1 0 0,0 1-1 0 0,0 0 0 0 0,-11-2 1 0 0,-14 1-1719 0 0,1 1 1 0 0,-43 3 0 0 0,23 3-757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33.5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1 348 0 0,'-1'7'6228'0'0,"0"-7"-6101"0"0,32 7 1521 0 0,46 4-857 0 0,847 31 5050 0 0,-920-41-5824 0 0,532-11 2109 0 0,-518 9-2028 0 0,-5 1-7 0 0,0-1 0 0 0,0 0-1 0 0,0-1 1 0 0,0-1 0 0 0,15-5-1 0 0,-27 8-108 0 0,-1 0 0 0 0,1 0 0 0 0,-1 0-1 0 0,1 0 1 0 0,-1 0 0 0 0,0-1 0 0 0,1 1 0 0 0,-1 0-1 0 0,1 0 1 0 0,-1 0 0 0 0,0-1 0 0 0,1 1 0 0 0,-1 0-1 0 0,0-1 1 0 0,1 1 0 0 0,-1 0 0 0 0,0-1-1 0 0,1 1 1 0 0,-1 0 0 0 0,0-1 0 0 0,0 1 0 0 0,1 0-1 0 0,-1-1 1 0 0,0 1 0 0 0,0-1 0 0 0,0 1 0 0 0,0 0-1 0 0,1-1 1 0 0,-1 1 0 0 0,0-1 0 0 0,0 1-1 0 0,0-2 1 0 0,-12-7-543 0 0,-22-1-496 0 0,-52 3-2338 0 0,28 10-3116 0 0,37 2 3336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34.2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303 0 360 0 0,'-19'24'5770'0'0,"19"-8"-5089"0"0,0 0 0 0 0,2 0 1 0 0,-1 0-1 0 0,2 0 0 0 0,0-1 1 0 0,1 1-1 0 0,9 21 0 0 0,9 47 615 0 0,-16-26-571 0 0,-2 0 0 0 0,-5 83 0 0 0,0-41 11 0 0,-3-72-307 0 0,1-27-177 0 0,2-15-219 0 0,1-24-49 0 0,-7-54 0 0 0,5 78-4 0 0,-1-1 0 0 0,-1 1 0 0 0,0 0 0 0 0,0 1 0 0 0,-2-1 0 0 0,-12-23 1 0 0,15 32 22 0 0,1 1 0 0 0,-1 0 1 0 0,0 0-1 0 0,0 0 1 0 0,-1 1-1 0 0,1-1 1 0 0,-1 1-1 0 0,0-1 1 0 0,0 1-1 0 0,0 0 1 0 0,0 1-1 0 0,0-1 1 0 0,-1 1-1 0 0,1 0 0 0 0,-1 0 1 0 0,1 0-1 0 0,-1 1 1 0 0,0-1-1 0 0,0 1 1 0 0,0 0-1 0 0,0 1 1 0 0,0-1-1 0 0,0 1 1 0 0,0 0-1 0 0,0 0 1 0 0,0 1-1 0 0,1-1 0 0 0,-1 1 1 0 0,0 0-1 0 0,0 1 1 0 0,0-1-1 0 0,0 1 1 0 0,1 0-1 0 0,-1 0 1 0 0,-3 2-1 0 0,-1 1 31 0 0,1-1-1 0 0,-1 1 1 0 0,2 1 0 0 0,-1-1-1 0 0,0 1 1 0 0,1 1-1 0 0,0-1 1 0 0,1 1 0 0 0,-1 1-1 0 0,1-1 1 0 0,1 1-1 0 0,0 0 1 0 0,0 0 0 0 0,0 0-1 0 0,1 1 1 0 0,0 0-1 0 0,-5 16 1 0 0,7-17-2 0 0,1 1-1 0 0,0-1 1 0 0,0 0 0 0 0,1 0 0 0 0,0 1 0 0 0,0-1-1 0 0,1 0 1 0 0,0 0 0 0 0,0 0 0 0 0,1 0-1 0 0,0 0 1 0 0,1 0 0 0 0,-1 0 0 0 0,2 0-1 0 0,-1-1 1 0 0,1 1 0 0 0,0-1 0 0 0,0 0 0 0 0,1-1-1 0 0,0 1 1 0 0,0-1 0 0 0,1 0 0 0 0,0 0-1 0 0,0 0 1 0 0,0-1 0 0 0,1 0 0 0 0,0 0-1 0 0,0-1 1 0 0,0 1 0 0 0,0-2 0 0 0,1 1-1 0 0,-1-1 1 0 0,11 3 0 0 0,0-1-17 0 0,1-1-1 0 0,0 0 1 0 0,0-2 0 0 0,0 0-1 0 0,0-1 1 0 0,0-1 0 0 0,0-1-1 0 0,0 0 1 0 0,0-2 0 0 0,-1 0-1 0 0,1-1 1 0 0,-1-1 0 0 0,1-1-1 0 0,25-11 1 0 0,-10 2-73 0 0,-2-2 0 0 0,0-1-1 0 0,0-1 1 0 0,-2-2 0 0 0,-1 0 0 0 0,44-43 0 0 0,-49 38 72 0 0,-1-1 1 0 0,-1-1-1 0 0,-2-1 1 0 0,-1 0 0 0 0,-1-2-1 0 0,-1 0 1 0 0,-2-1-1 0 0,-1-1 1 0 0,18-68 0 0 0,-38 153 818 0 0,1-1 0 0 0,2 0 0 0 0,8 82 1 0 0,-4-121-785 0 0,2 18 351 0 0,11 45 0 0 0,-13-67-495 0 0,1 0-1 0 0,1-1 1 0 0,0 0 0 0 0,0 1-1 0 0,0-1 1 0 0,1 0 0 0 0,0 0-1 0 0,0-1 1 0 0,1 1 0 0 0,0-1-1 0 0,7 6 1 0 0,-11-10-118 0 0,1-1 0 0 0,0 1 0 0 0,0-1 1 0 0,0 0-1 0 0,0 0 0 0 0,0 0 0 0 0,0 0 0 0 0,0 0 0 0 0,0 0 1 0 0,0 0-1 0 0,1-1 0 0 0,-1 1 0 0 0,0-1 0 0 0,0 0 0 0 0,1 0 1 0 0,-1 1-1 0 0,0-2 0 0 0,1 1 0 0 0,2 0 0 0 0,-3-1-534 0 0,0 1 0 0 0,1-1 0 0 0,-1 0 1 0 0,0 0-1 0 0,0 0 0 0 0,0 0 0 0 0,1 0 0 0 0,-1 0 0 0 0,0-1 0 0 0,-1 1 0 0 0,4-3 0 0 0,7-9-3705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34.5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57 1044 0 0,'-30'-5'10580'0'0,"123"-14"-6142"0"0,46 3-5100 0 0,-48 3-7976 0 0,-68 9 4836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34.9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83 59 172 0 0,'-7'0'1027'0'0,"0"-2"1"0"0,0 1-1 0 0,0-1 0 0 0,0 0 0 0 0,0 0 0 0 0,1-1 1 0 0,-1 0-1 0 0,1 0 0 0 0,0-1 0 0 0,-9-6 1 0 0,15 10-941 0 0,0-1 1 0 0,0 1 0 0 0,0 0-1 0 0,1-1 1 0 0,-1 1-1 0 0,0-1 1 0 0,1 1 0 0 0,-1 0-1 0 0,0-1 1 0 0,1 1-1 0 0,-1 0 1 0 0,0-1 0 0 0,1 1-1 0 0,-1 0 1 0 0,0-1-1 0 0,1 1 1 0 0,-1 0 0 0 0,1 0-1 0 0,-1-1 1 0 0,1 1-1 0 0,-1 0 1 0 0,1 0 0 0 0,-1 0-1 0 0,1 0 1 0 0,-1 0-1 0 0,1 0 1 0 0,-1 0 0 0 0,1 0-1 0 0,-1 0 1 0 0,1 0-1 0 0,-1 0 1 0 0,1 0 0 0 0,-1 0-1 0 0,1 0 1 0 0,24-2 329 0 0,102-4 236 0 0,91-2-6159 0 0,-186 7 1684 0 0,-3-1 290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35.3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12 109 976 0 0,'-12'7'4396'0'0,"41"-8"-3747"0"0,3-7-109 0 0,9 3-92 0 0,8-4-188 0 0,4 3-108 0 0,4-1-152 0 0,20-4-156 0 0,5-4-228 0 0,-4 4-296 0 0,-23 0-357 0 0,0 0-1119 0 0,4-9 500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35.6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0 206 1024 0 0,'1'-1'246'0'0,"-1"0"0"0"0,1 0 1 0 0,-1 1-1 0 0,1-1 0 0 0,-1 0 0 0 0,1 0 0 0 0,-1 1 0 0 0,1-1 1 0 0,0 0-1 0 0,-1 1 0 0 0,1-1 0 0 0,0 1 0 0 0,0-1 0 0 0,-1 1 1 0 0,1-1-1 0 0,0 1 0 0 0,0 0 0 0 0,0-1 0 0 0,-1 1 1 0 0,1 0-1 0 0,0-1 0 0 0,0 1 0 0 0,0 0 0 0 0,0 0 0 0 0,0 0 1 0 0,0 0-1 0 0,0 0 0 0 0,1 0 0 0 0,0 2-62 0 0,0 0 0 0 0,0 0-1 0 0,-1 0 1 0 0,1 0 0 0 0,-1 0 0 0 0,1 0 0 0 0,-1 0-1 0 0,0 0 1 0 0,0 0 0 0 0,0 1 0 0 0,0-1 0 0 0,1 3-1 0 0,110 286 5074 0 0,-106-276-5016 0 0,-6-12-106 0 0,1 1 0 0 0,0 0-1 0 0,1-1 1 0 0,-1 1 0 0 0,1-1-1 0 0,0 1 1 0 0,0-1 0 0 0,0 0 0 0 0,0 1-1 0 0,0-1 1 0 0,1 0 0 0 0,-1-1 0 0 0,1 1-1 0 0,0 0 1 0 0,0-1 0 0 0,3 3-1 0 0,-5-5-90 0 0,1 0-1 0 0,-1 0 0 0 0,0 0 0 0 0,1 0 0 0 0,-1 0 0 0 0,1 0 1 0 0,-1 0-1 0 0,0 0 0 0 0,1 0 0 0 0,-1-1 0 0 0,0 1 0 0 0,1-1 1 0 0,-1 1-1 0 0,0-1 0 0 0,0 1 0 0 0,1-1 0 0 0,-1 0 0 0 0,0 1 1 0 0,0-1-1 0 0,0 0 0 0 0,1-1 0 0 0,24-21 437 0 0,-9 3-264 0 0,-1-1-1 0 0,-1-1 0 0 0,0 0 0 0 0,-2-1 0 0 0,21-49 1 0 0,33-130-52 0 0,-25 66-1249 0 0,-26 101-1834 0 0,-1 61-4574 0 0,-11-15 3810 0 0,-2 0 281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36.0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7 272 288 0 0,'-7'-7'11627'0'0,"13"19"-10988"0"0,0 0 0 0 0,-1 0 0 0 0,6 23 0 0 0,5 43-1412 0 0,-16-75 672 0 0,4 36-3756 0 0</inkml:trace>
  <inkml:trace contextRef="#ctx0" brushRef="#br0" timeOffset="1">82 39 672 0 0,'-4'-8'1040'0'0,"4"-1"-84"0"0,0 4-88 0 0,4-3 596 0 0,-10 1 57 0 0,14 5-1093 0 0,7 15-632 0 0,-9-7-164 0 0,4-1-152 0 0,-6 2-457 0 0,6 1-1059 0 0,-2 3 468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36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1 848 0 0,'-1'4'602'0'0,"0"0"-1"0"0,0 0 1 0 0,1 0-1 0 0,-1 0 1 0 0,1 0 0 0 0,0 1-1 0 0,0-1 1 0 0,2 8-1 0 0,17 62 1387 0 0,-13-54-1348 0 0,27 142 1738 0 0,-29-146-1820 0 0,-7-26-111 0 0,-6-34-166 0 0,9 34-284 0 0,-2-15 163 0 0,1 0-1 0 0,1 0 1 0 0,1 0 0 0 0,6-30 0 0 0,-7 50-106 0 0,1 1 1 0 0,0-1-1 0 0,0 1 1 0 0,0-1-1 0 0,1 1 1 0 0,-1-1-1 0 0,1 1 1 0 0,0 0-1 0 0,0 0 1 0 0,1 0-1 0 0,-1 0 1 0 0,1 0 0 0 0,0 0-1 0 0,0 1 1 0 0,0-1-1 0 0,1 1 1 0 0,-1 0-1 0 0,1 0 1 0 0,0 0-1 0 0,0 1 1 0 0,0-1-1 0 0,0 1 1 0 0,0 0-1 0 0,0 0 1 0 0,0 0-1 0 0,1 1 1 0 0,-1 0-1 0 0,1 0 1 0 0,-1 0 0 0 0,7-1-1 0 0,-2 3 6 0 0,0-1 0 0 0,0 1 1 0 0,0 1-1 0 0,1 0 0 0 0,-2 0 0 0 0,1 0 1 0 0,0 1-1 0 0,0 1 0 0 0,-1 0 0 0 0,0 0 0 0 0,0 0 1 0 0,0 1-1 0 0,0 0 0 0 0,-1 1 0 0 0,1 0 0 0 0,11 13 1 0 0,-8-8-72 0 0,-1 0 0 0 0,0 0 0 0 0,-1 1 0 0 0,-1 0 0 0 0,0 1 0 0 0,0 0 0 0 0,-2 0 0 0 0,1 1 0 0 0,6 23 0 0 0,-11-28-209 0 0,0 0-1 0 0,-1 1 0 0 0,0-1 1 0 0,-1 0-1 0 0,0 0 0 0 0,0 1 1 0 0,-1-1-1 0 0,0 0 1 0 0,-1 0-1 0 0,-4 14 0 0 0,-23 48-7482 0 0,21-54 4427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36.8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1 126 820 0 0,'31'-11'3061'0'0,"56"-5"-1131"0"0,0 4 0 0 0,138-1 1 0 0,-68 6-801 0 0,812-47 3200 0 0,-627 42-2892 0 0,-338 12-1404 0 0,29-1 209 0 0,-59 11-865 0 0,-64 23-3744 0 0,32-5-2051 0 0,36-15 3355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37.4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10 306 936 0 0,'0'0'1120'0'0,"-10"11"3174"0"0,21 65-852 0 0,2 125 967 0 0,-12-205-4259 0 0,39-180 533 0 0,-31 128-635 0 0,3 0-1 0 0,2 0 1 0 0,3 2 0 0 0,28-65 0 0 0,-43 115-38 0 0,0-1 0 0 0,0 1 0 0 0,1 0 0 0 0,0 0 0 0 0,0 0-1 0 0,0 0 1 0 0,0 0 0 0 0,0 1 0 0 0,1-1 0 0 0,0 1 0 0 0,0 0-1 0 0,0 0 1 0 0,0 0 0 0 0,0 1 0 0 0,1 0 0 0 0,8-4 0 0 0,-10 5-8 0 0,0 1 1 0 0,1-1 0 0 0,-1 1-1 0 0,1 0 1 0 0,-1 0-1 0 0,0 0 1 0 0,1 0 0 0 0,-1 1-1 0 0,1-1 1 0 0,-1 1 0 0 0,0 0-1 0 0,0 0 1 0 0,1 0 0 0 0,-1 1-1 0 0,0-1 1 0 0,0 1 0 0 0,0 0-1 0 0,0-1 1 0 0,-1 1 0 0 0,1 0-1 0 0,0 1 1 0 0,-1-1-1 0 0,0 0 1 0 0,1 1 0 0 0,2 3-1 0 0,-1 0 25 0 0,-1-1-1 0 0,1 0 0 0 0,-1 1 0 0 0,0-1 0 0 0,0 1 0 0 0,-1 0 0 0 0,0 0 0 0 0,0 0 1 0 0,0 0-1 0 0,0 1 0 0 0,-1-1 0 0 0,0 0 0 0 0,-1 1 0 0 0,0-1 0 0 0,0 1 0 0 0,0-1 1 0 0,0 0-1 0 0,-1 1 0 0 0,-2 8 0 0 0,2-11-8 0 0,-1 1 0 0 0,1 0 1 0 0,-1-1-1 0 0,0 1 0 0 0,0-1 0 0 0,0 0 0 0 0,0 1 0 0 0,-1-1 1 0 0,0 0-1 0 0,0-1 0 0 0,0 1 0 0 0,0 0 0 0 0,-1-1 1 0 0,1 0-1 0 0,-1 0 0 0 0,0 0 0 0 0,0 0 0 0 0,0 0 0 0 0,0-1 1 0 0,-1 0-1 0 0,1 0 0 0 0,-1 0 0 0 0,1 0 0 0 0,-1-1 0 0 0,0 0 1 0 0,-5 1-1 0 0,-53 13 969 0 0,72 3-251 0 0,1-10-631 0 0,-1-1 0 0 0,1 1 1 0 0,0-2-1 0 0,1 1 1 0 0,0-1-1 0 0,15 5 0 0 0,8 6 54 0 0,214 93 357 0 0,-116-55-2037 0 0,-4 6-3834 0 0,-90-44 518 0 0,2-3 368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40.1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17 944 0 0,'10'-17'10452'0'0,"10"19"-9552"0"0,-1 0 0 0 0,33 8-1 0 0,30 4-237 0 0,-63-13-727 0 0,116 7-806 0 0,-46-6-4109 0 0,-77-3 1634 0 0,-4-2 255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40.5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8 936 0 0,'-33'12'1789'0'0,"12"-4"-280"0"0,6-4-54 0 0,14-3-1229 0 0,-2 0 96 0 0,0 1 804 0 0,3-1-1041 0 0,1-1 1 0 0,-1 1-1 0 0,0 0 0 0 0,1-1 0 0 0,-1 1 0 0 0,1-1 0 0 0,-1 1 0 0 0,1-1 0 0 0,0 1 1 0 0,-1-1-1 0 0,1 0 0 0 0,-1 1 0 0 0,1-1 0 0 0,0 0 0 0 0,-1 1 0 0 0,1-1 0 0 0,0 0 1 0 0,0 0-1 0 0,-1 0 0 0 0,1 0 0 0 0,0 0 0 0 0,-1 0 0 0 0,1 0 0 0 0,0 0 0 0 0,0 0 1 0 0,-1 0-1 0 0,1 0 0 0 0,0 0 0 0 0,0 0 0 0 0,38 2 301 0 0,-15-3-364 0 0,176-9-170 0 0,-165 5-2649 0 0,61-15 0 0 0,-62 10 218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40.8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513 0 748 0 0,'0'0'2296'0'0,"1"22"2089"0"0,15-7-3385 0 0,0 0 1 0 0,1-1-1 0 0,0-1 1 0 0,35 20-1 0 0,-28-18-262 0 0,37 28 0 0 0,-47-31-481 0 0,0 0 1 0 0,-1 1-1 0 0,0 1 1 0 0,-1 0-1 0 0,0 0 1 0 0,12 22-1 0 0,-22-31-220 0 0,1 0 0 0 0,-1 0 0 0 0,0 1 0 0 0,0-1 0 0 0,-1 1 0 0 0,1-1 0 0 0,-1 1 0 0 0,-1-1 0 0 0,1 1 0 0 0,-1 0 1 0 0,0 0-1 0 0,0-1 0 0 0,0 1 0 0 0,-1 0 0 0 0,0-1 0 0 0,0 1 0 0 0,-1 0 0 0 0,1-1 0 0 0,-1 1 0 0 0,0-1 0 0 0,-1 0 0 0 0,1 0 0 0 0,-1 0 0 0 0,-6 8 0 0 0,-4 4-105 0 0,-1 0-1 0 0,0-1 1 0 0,-2-1 0 0 0,0 0 0 0 0,0-1-1 0 0,-1-1 1 0 0,-1-1 0 0 0,0 0 0 0 0,-36 16 0 0 0,-16 4-867 0 0,-102 29 0 0 0,136-49 585 0 0,-210 58-7004 0 0,159-53 3767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22.4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51 178 336 0 0,'0'0'443'0'0,"-24"-23"6540"0"0,27 19-6913 0 0,0 1 1 0 0,0-1-1 0 0,0 1 0 0 0,0 0 0 0 0,0 0 1 0 0,1 0-1 0 0,-1 1 0 0 0,1-1 0 0 0,0 1 0 0 0,0 0 1 0 0,0 0-1 0 0,0 0 0 0 0,4-1 0 0 0,-7 3-45 0 0,1-1-23 0 0,0 0 1 0 0,-1 1-1 0 0,1-1 0 0 0,0 1 0 0 0,0-1 0 0 0,-1 1 1 0 0,1 0-1 0 0,0 0 0 0 0,0 0 0 0 0,0 0 0 0 0,-1 0 0 0 0,1 0 1 0 0,0 0-1 0 0,0 1 0 0 0,-1-1 0 0 0,3 1 0 0 0,-2 1 2 0 0,-1-1 0 0 0,0 1-1 0 0,1-1 1 0 0,-1 1-1 0 0,0 0 1 0 0,0-1-1 0 0,0 1 1 0 0,0 0 0 0 0,0 0-1 0 0,-1 0 1 0 0,1-1-1 0 0,0 1 1 0 0,-1 0-1 0 0,1 0 1 0 0,-1 0 0 0 0,0 0-1 0 0,0 0 1 0 0,0 0-1 0 0,0 0 1 0 0,0 0-1 0 0,0 0 1 0 0,0 0 0 0 0,-1 0-1 0 0,1 0 1 0 0,-1 3-1 0 0,-15 45 125 0 0,15-48-75 0 0,0 0-1 0 0,0-1 1 0 0,0 1 0 0 0,0-1-1 0 0,0 1 1 0 0,0-1 0 0 0,0 1-1 0 0,-1-1 1 0 0,1 1 0 0 0,-1-1-1 0 0,1 0 1 0 0,-1 0 0 0 0,1 0-1 0 0,-1 0 1 0 0,1 0-1 0 0,-1 0 1 0 0,0 0 0 0 0,0-1-1 0 0,1 1 1 0 0,-1-1 0 0 0,0 1-1 0 0,-3 0 1 0 0,4-1-13 0 0,0 0 0 0 0,0 0-1 0 0,0 0 1 0 0,0-1 0 0 0,0 1 0 0 0,0 0 0 0 0,0 0-1 0 0,0 0 1 0 0,0-1 0 0 0,0 1 0 0 0,0-1 0 0 0,0 1-1 0 0,0-1 1 0 0,1 1 0 0 0,-1-1 0 0 0,0 1 0 0 0,0-1-1 0 0,0 0 1 0 0,0 1 0 0 0,1-1 0 0 0,-1 0 0 0 0,0 0-1 0 0,1 0 1 0 0,-1 1 0 0 0,1-1 0 0 0,-1 0 0 0 0,1 0-1 0 0,-1 0 1 0 0,1 0 0 0 0,0 0 0 0 0,-1 0 0 0 0,1 0-1 0 0,0 0 1 0 0,0 0 0 0 0,0 0 0 0 0,0 0 0 0 0,-1 0-1 0 0,2 0 1 0 0,-1-2 0 0 0,0-14 129 0 0,-1 12-153 0 0,1 1 0 0 0,0-1 0 0 0,0 1-1 0 0,0-1 1 0 0,0 0 0 0 0,1 1 0 0 0,0-1-1 0 0,0 0 1 0 0,0 1 0 0 0,0 0 0 0 0,1-1-1 0 0,0 1 1 0 0,0 0 0 0 0,0 0 0 0 0,0 0-1 0 0,1 0 1 0 0,-1 0 0 0 0,1 0 0 0 0,0 1-1 0 0,0-1 1 0 0,1 1 0 0 0,-1 0 0 0 0,8-5-1 0 0,-10 7-17 0 0,0 0 0 0 0,0 1 0 0 0,0-1-1 0 0,0 0 1 0 0,0 1 0 0 0,0-1 0 0 0,0 1-1 0 0,0 0 1 0 0,1-1 0 0 0,-1 1-1 0 0,0 0 1 0 0,0 0 0 0 0,1 0 0 0 0,-1-1-1 0 0,0 1 1 0 0,0 1 0 0 0,0-1-1 0 0,1 0 1 0 0,-1 0 0 0 0,0 0 0 0 0,0 1-1 0 0,0-1 1 0 0,1 0 0 0 0,-1 1 0 0 0,0-1-1 0 0,0 1 1 0 0,0 0 0 0 0,0-1-1 0 0,0 1 1 0 0,0 0 0 0 0,0-1 0 0 0,0 1-1 0 0,0 0 1 0 0,0 0 0 0 0,-1 0-1 0 0,1 0 1 0 0,0 0 0 0 0,0 0 0 0 0,-1 0-1 0 0,1 0 1 0 0,-1 0 0 0 0,1 2-1 0 0,2 1 1 0 0,-1 0 0 0 0,0 0 0 0 0,0 0-1 0 0,0 0 1 0 0,-1 0 0 0 0,0 1 0 0 0,1-1-1 0 0,-1 0 1 0 0,-1 1 0 0 0,1-1-1 0 0,0 8 1 0 0,-3-5 9 0 0,0 1 1 0 0,-1 0-1 0 0,0 0 1 0 0,0-1-1 0 0,0 0 0 0 0,-1 1 1 0 0,0-1-1 0 0,-1-1 0 0 0,1 1 1 0 0,-1-1-1 0 0,-1 1 1 0 0,1-1-1 0 0,-1-1 0 0 0,0 1 1 0 0,0-1-1 0 0,-13 8 0 0 0,17-12 15 0 0,0-1 0 0 0,0 1 0 0 0,1-1-1 0 0,-1 1 1 0 0,0-1 0 0 0,0 0 0 0 0,0 0-1 0 0,1 0 1 0 0,-1 0 0 0 0,0 0 0 0 0,0 0-1 0 0,0-1 1 0 0,1 1 0 0 0,-1 0 0 0 0,0-1-1 0 0,0 0 1 0 0,1 1 0 0 0,-1-1 0 0 0,0 0-1 0 0,1 0 1 0 0,-1 0 0 0 0,-2-2 0 0 0,-9-3 208 0 0,12 5-213 0 0,0 0-1 0 0,0 0 1 0 0,0 0 0 0 0,0 0-1 0 0,0 0 1 0 0,0 0 0 0 0,0 0-1 0 0,0 0 1 0 0,0-1-1 0 0,1 1 1 0 0,-1 0 0 0 0,0-1-1 0 0,1 1 1 0 0,-1 0 0 0 0,1-1-1 0 0,0 1 1 0 0,-1-1-1 0 0,1 1 1 0 0,0 0 0 0 0,0-3-1 0 0,0-28 154 0 0,4 25-169 0 0,0-1 0 0 0,1 1 0 0 0,-1 0 1 0 0,2 0-1 0 0,-1 0 0 0 0,1 1 0 0 0,0 0 0 0 0,0 0 1 0 0,1 0-1 0 0,-1 1 0 0 0,1 0 0 0 0,1 0 0 0 0,-1 1 1 0 0,1-1-1 0 0,0 2 0 0 0,-1-1 0 0 0,2 1 0 0 0,11-3 1 0 0,-18 6-6 0 0,-1-1 1 0 0,1 1 0 0 0,-1 0 0 0 0,1 0-1 0 0,-1 0 1 0 0,1 0 0 0 0,-1 0 0 0 0,1 0 0 0 0,-1 0-1 0 0,1 1 1 0 0,-1-1 0 0 0,1 0 0 0 0,-1 1-1 0 0,1-1 1 0 0,-1 1 0 0 0,0-1 0 0 0,1 1-1 0 0,-1 0 1 0 0,0 0 0 0 0,0 0 0 0 0,1-1 0 0 0,-1 1-1 0 0,0 0 1 0 0,0 1 0 0 0,0-1 0 0 0,0 0-1 0 0,0 0 1 0 0,0 0 0 0 0,-1 0 0 0 0,1 1 0 0 0,0-1-1 0 0,-1 0 1 0 0,1 1 0 0 0,0-1 0 0 0,-1 1-1 0 0,0-1 1 0 0,1 1 0 0 0,-1-1 0 0 0,0 1-1 0 0,0 1 1 0 0,1 3 0 0 0,0 0 0 0 0,0-1-1 0 0,-1 1 1 0 0,1 0 0 0 0,-2 0-1 0 0,1-1 1 0 0,-1 1 0 0 0,1 0 0 0 0,-3 5-1 0 0,-1-3 9 0 0,1 0 0 0 0,-1 0 0 0 0,-1-1 0 0 0,0 0 0 0 0,0 0 0 0 0,0 0 0 0 0,-1-1 0 0 0,-7 7 0 0 0,12-12 5 0 0,0 0-1 0 0,0-1 1 0 0,-1 1-1 0 0,1-1 1 0 0,0 1 0 0 0,-1-1-1 0 0,1 0 1 0 0,0 0-1 0 0,-1 1 1 0 0,1-1 0 0 0,0 0-1 0 0,-1 0 1 0 0,1 0 0 0 0,-1 0-1 0 0,1-1 1 0 0,0 1-1 0 0,-1 0 1 0 0,1-1 0 0 0,0 1-1 0 0,-1 0 1 0 0,1-1-1 0 0,0 0 1 0 0,0 1 0 0 0,-1-1-1 0 0,1 0 1 0 0,0 0 0 0 0,-1 0-1 0 0,-28-26 341 0 0,28 23-323 0 0,0-1 1 0 0,0 1 0 0 0,1-1 0 0 0,-1 0-1 0 0,1 1 1 0 0,0-1 0 0 0,1 0 0 0 0,-1 1-1 0 0,1-1 1 0 0,-1 0 0 0 0,2 0 0 0 0,-1 0-1 0 0,0 1 1 0 0,1-1 0 0 0,0 0 0 0 0,0 0-1 0 0,0 1 1 0 0,3-7 0 0 0,0 1-16 0 0,0 1 1 0 0,0 0-1 0 0,1 0 1 0 0,0 0-1 0 0,0 0 0 0 0,1 1 1 0 0,13-14-1 0 0,-16 19-19 0 0,0 0 0 0 0,1 0 0 0 0,-1 0 0 0 0,1 0 0 0 0,0 1 0 0 0,0 0 0 0 0,0-1 0 0 0,0 1 0 0 0,0 1 0 0 0,0-1 0 0 0,0 1 0 0 0,1-1 0 0 0,4 0 0 0 0,-7 2 2 0 0,0 0 0 0 0,0 0 1 0 0,0 0-1 0 0,0 1 0 0 0,0-1 0 0 0,0 0 0 0 0,0 1 0 0 0,0 0 0 0 0,-1-1 0 0 0,1 1 0 0 0,0 0 0 0 0,0 0 0 0 0,-1 0 0 0 0,1 0 0 0 0,0 0 0 0 0,-1 0 0 0 0,1 0 1 0 0,-1 1-1 0 0,0-1 0 0 0,1 0 0 0 0,-1 1 0 0 0,0-1 0 0 0,0 1 0 0 0,0 0 0 0 0,0-1 0 0 0,0 1 0 0 0,0 0 0 0 0,0 0 0 0 0,-1-1 0 0 0,1 1 0 0 0,-1 0 0 0 0,1 0 1 0 0,-1 0-1 0 0,1 2 0 0 0,0 5-12 0 0,1 1 1 0 0,-1-1 0 0 0,0 1 0 0 0,-1-1 0 0 0,-1 1-1 0 0,1-1 1 0 0,-1 1 0 0 0,-4 16 0 0 0,4-21 33 0 0,-1 0 0 0 0,1 0 0 0 0,-1 0 1 0 0,0-1-1 0 0,0 1 0 0 0,0-1 0 0 0,-1 1 0 0 0,1-1 1 0 0,-1 0-1 0 0,0 0 0 0 0,0 0 0 0 0,-1 0 1 0 0,1-1-1 0 0,-1 1 0 0 0,0-1 0 0 0,0 0 1 0 0,0 0-1 0 0,-6 3 0 0 0,9-5-4 0 0,0-1 1 0 0,-1 0-1 0 0,1 0 0 0 0,0 1 0 0 0,-1-1 1 0 0,1 0-1 0 0,0 0 0 0 0,0 0 0 0 0,-1 0 1 0 0,1-1-1 0 0,0 1 0 0 0,-1 0 0 0 0,1-1 1 0 0,0 1-1 0 0,0 0 0 0 0,-1-1 0 0 0,1 0 1 0 0,0 1-1 0 0,0-1 0 0 0,0 0 0 0 0,0 1 1 0 0,0-1-1 0 0,0 0 0 0 0,0 0 0 0 0,0 0 1 0 0,0 0-1 0 0,0 0 0 0 0,1 0 0 0 0,-1 0 1 0 0,0 0-1 0 0,0 0 0 0 0,1 0 1 0 0,-1-1-1 0 0,0-1 0 0 0,-2-2 16 0 0,1-1-1 0 0,0 0 1 0 0,0 1-1 0 0,0-1 1 0 0,-1-11-1 0 0,2 10-21 0 0,0 0-1 0 0,1-1 1 0 0,0 1 0 0 0,0 0-1 0 0,1 0 1 0 0,0 0-1 0 0,0 0 1 0 0,0 0-1 0 0,1 1 1 0 0,0-1-1 0 0,1 0 1 0 0,0 1-1 0 0,0-1 1 0 0,0 1 0 0 0,5-7-1 0 0,-8 12-27 0 0,1-1-1 0 0,0 1 1 0 0,0 0-1 0 0,0-1 1 0 0,0 1-1 0 0,0 0 1 0 0,1 0-1 0 0,-1 0 1 0 0,0-1-1 0 0,1 1 1 0 0,-1 0-1 0 0,0 1 1 0 0,1-1-1 0 0,-1 0 1 0 0,1 0-1 0 0,-1 1 1 0 0,1-1-1 0 0,0 1 1 0 0,-1-1-1 0 0,1 1 1 0 0,0 0-1 0 0,-1-1 1 0 0,4 1-1 0 0,-2 1 5 0 0,-1 0-1 0 0,1 0 1 0 0,-1 1 0 0 0,0-1 0 0 0,0 0-1 0 0,0 1 1 0 0,1 0 0 0 0,-1-1-1 0 0,-1 1 1 0 0,1 0 0 0 0,0 0-1 0 0,0 0 1 0 0,-1 0 0 0 0,1 0 0 0 0,-1 1-1 0 0,2 2 1 0 0,0 1 2 0 0,-1-1 0 0 0,1 1 0 0 0,-1 0 0 0 0,-1 0 0 0 0,1 0 0 0 0,-1 1 0 0 0,0-1 0 0 0,0 0 0 0 0,-1 0 0 0 0,0 10 0 0 0,0-13 15 0 0,0 0 0 0 0,0 0 0 0 0,0 0 0 0 0,-1 0 1 0 0,1 0-1 0 0,-1 0 0 0 0,0 0 0 0 0,0 0 0 0 0,0 0 1 0 0,0 0-1 0 0,0 0 0 0 0,-1 0 0 0 0,1-1 0 0 0,-1 1 1 0 0,1-1-1 0 0,-1 1 0 0 0,0-1 0 0 0,0 1 0 0 0,-1-1 1 0 0,1 0-1 0 0,0 0 0 0 0,-1 0 0 0 0,-2 1 0 0 0,4-2 10 0 0,-16-4 60 0 0,14 2-49 0 0,-1 0 0 0 0,1-1 0 0 0,-1 0 0 0 0,1 1 0 0 0,0-1 0 0 0,-1 0 0 0 0,1-1 0 0 0,0 1 0 0 0,0 0 0 0 0,1-1 0 0 0,-1 0 0 0 0,1 0 0 0 0,-1 1 0 0 0,1-2 0 0 0,0 1 0 0 0,0 0 0 0 0,0 0 0 0 0,0-1 0 0 0,1 1 0 0 0,-1-1 0 0 0,1 1 0 0 0,0-1 0 0 0,0 0 0 0 0,0 1 0 0 0,0-1 0 0 0,1 0 0 0 0,0 0 0 0 0,0 1 0 0 0,0-1 0 0 0,0 0 0 0 0,1-5 1 0 0,-1 3-23 0 0,1 1 0 0 0,-1-1 1 0 0,1 0-1 0 0,0 0 1 0 0,1 1-1 0 0,0-1 0 0 0,-1 1 1 0 0,2-1-1 0 0,-1 1 1 0 0,1 0-1 0 0,-1 0 1 0 0,1 0-1 0 0,1 0 0 0 0,-1 0 1 0 0,1 1-1 0 0,0 0 1 0 0,0-1-1 0 0,0 1 1 0 0,0 1-1 0 0,9-7 0 0 0,-7 8-25 0 0,-1 0 0 0 0,1 0 0 0 0,0 0 0 0 0,0 1-1 0 0,0 0 1 0 0,-1 0 0 0 0,1 0 0 0 0,0 1-1 0 0,0 0 1 0 0,0 0 0 0 0,0 0 0 0 0,0 1 0 0 0,0 0-1 0 0,0 0 1 0 0,0 1 0 0 0,-1-1 0 0 0,12 6-1 0 0,-14-6 19 0 0,0 0 0 0 0,0 1 0 0 0,0 0 1 0 0,-1 0-1 0 0,1 0 0 0 0,0 0 0 0 0,-1 0 0 0 0,1 0 0 0 0,-1 1 0 0 0,0-1 0 0 0,0 1 0 0 0,0 0 0 0 0,0-1 0 0 0,0 1 0 0 0,-1 0 0 0 0,1 0 0 0 0,-1 0 0 0 0,0 0 0 0 0,0 1 0 0 0,0-1 0 0 0,0 0 0 0 0,0 0 0 0 0,-1 1 0 0 0,1-1 0 0 0,-1 0 0 0 0,0 1 0 0 0,0-1 0 0 0,0 0 0 0 0,-1 1 1 0 0,1-1-1 0 0,-1 0 0 0 0,0 0 0 0 0,-1 5 0 0 0,-1-3 8 0 0,1 1 1 0 0,-1 0-1 0 0,-1-1 1 0 0,1 1 0 0 0,-1-1-1 0 0,0 0 1 0 0,0 0-1 0 0,-1-1 1 0 0,1 1 0 0 0,-1-1-1 0 0,0 0 1 0 0,0 0 0 0 0,-1-1-1 0 0,1 1 1 0 0,-1-1-1 0 0,0-1 1 0 0,-10 5 0 0 0,13-6 12 0 0,0 1 0 0 0,-1-1 0 0 0,1 0 1 0 0,0 0-1 0 0,0-1 0 0 0,0 1 1 0 0,-1 0-1 0 0,1-1 0 0 0,0 0 1 0 0,-1 0-1 0 0,1 0 0 0 0,0 0 1 0 0,0-1-1 0 0,-1 1 0 0 0,1-1 0 0 0,0 0 1 0 0,0 0-1 0 0,0 0 0 0 0,0 0 1 0 0,0-1-1 0 0,0 1 0 0 0,0-1 1 0 0,0 0-1 0 0,0 1 0 0 0,1-1 1 0 0,-1-1-1 0 0,1 1 0 0 0,-1 0 1 0 0,1-1-1 0 0,0 1 0 0 0,0-1 0 0 0,0 1 1 0 0,0-1-1 0 0,1 0 0 0 0,-3-5 1 0 0,2 4-4 0 0,1 1 1 0 0,0-1 0 0 0,0 0-1 0 0,0 0 1 0 0,1 0 0 0 0,-1 1 0 0 0,1-1-1 0 0,0 0 1 0 0,0 0 0 0 0,0 0-1 0 0,1 0 1 0 0,-1 0 0 0 0,1 1-1 0 0,0-1 1 0 0,0 0 0 0 0,1 0-1 0 0,-1 1 1 0 0,1-1 0 0 0,-1 1-1 0 0,1-1 1 0 0,0 1 0 0 0,0 0 0 0 0,1 0-1 0 0,2-3 1 0 0,-4 4-24 0 0,1 0 1 0 0,0 0-1 0 0,0 1 1 0 0,0-1 0 0 0,0 1-1 0 0,1-1 1 0 0,-1 1-1 0 0,0 0 1 0 0,0 0-1 0 0,1 0 1 0 0,-1 0-1 0 0,1 1 1 0 0,-1-1-1 0 0,1 0 1 0 0,-1 1-1 0 0,1 0 1 0 0,-1 0 0 0 0,1 0-1 0 0,-1 0 1 0 0,1 0-1 0 0,0 0 1 0 0,-1 0-1 0 0,1 1 1 0 0,-1 0-1 0 0,1-1 1 0 0,-1 1-1 0 0,0 0 1 0 0,1 0-1 0 0,-1 0 1 0 0,0 0-1 0 0,0 1 1 0 0,1-1 0 0 0,-1 1-1 0 0,0-1 1 0 0,0 1-1 0 0,2 2 1 0 0,5 4-86 0 0,-1 1 0 0 0,0-1 0 0 0,0 1 0 0 0,8 13 0 0 0,-14-19 82 0 0,0-1-1 0 0,-1 1 0 0 0,1 0 0 0 0,-1 0 0 0 0,1-1 0 0 0,-1 1 0 0 0,0 0 1 0 0,0 0-1 0 0,-1 1 0 0 0,1-1 0 0 0,-1 0 0 0 0,1 0 0 0 0,-1 0 0 0 0,0 0 1 0 0,0 0-1 0 0,0 1 0 0 0,-1-1 0 0 0,1 0 0 0 0,-1 0 0 0 0,0 0 0 0 0,-1 5 1 0 0,0-6 43 0 0,1 0 0 0 0,0 0 0 0 0,-1 0 1 0 0,0 0-1 0 0,1 0 0 0 0,-1 0 0 0 0,0 0 1 0 0,0 0-1 0 0,0-1 0 0 0,0 1 0 0 0,-1-1 0 0 0,1 1 1 0 0,0-1-1 0 0,-1 0 0 0 0,1 0 0 0 0,-1 0 1 0 0,1 0-1 0 0,-1 0 0 0 0,1-1 0 0 0,-1 1 1 0 0,1-1-1 0 0,-1 0 0 0 0,0 0 0 0 0,1 0 1 0 0,-1 0-1 0 0,0 0 0 0 0,1 0 0 0 0,-4-1 1 0 0,0 0-11 0 0,0-1 0 0 0,-1 1 0 0 0,1-1 0 0 0,0 0 0 0 0,0-1 0 0 0,0 1 0 0 0,0-1 0 0 0,0 0 0 0 0,1-1 0 0 0,-1 1 0 0 0,-5-6 0 0 0,47 3-12116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25.4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1 180 0 0,'0'0'6627'0'0,"3"3"-6241"0"0,6 2-154 0 0,0 1-1 0 0,0-1 1 0 0,0-1-1 0 0,0 1 1 0 0,1-2-1 0 0,0 1 1 0 0,0-1-1 0 0,0-1 1 0 0,0 0-1 0 0,13 1 1 0 0,111 7 1014 0 0,186 12 234 0 0,-244-16-1242 0 0,86 17 81 0 0,-105-13 6 0 0,114 6 0 0 0,334-48 744 0 0,-312 14-694 0 0,-148 11-123 0 0,-20 0-964 0 0,-23 7 384 0 0,-16-26-5332 0 0,7 11-713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26.8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0 120 0 0,'0'1'8676'0'0,"6"11"-8442"0"0,5 0 337 0 0,1 0 0 0 0,-1-1 0 0 0,23 16 0 0 0,-21-17-315 0 0,1 1 0 0 0,19 21 0 0 0,-24-22-170 0 0,-1-1-1 0 0,-1 2 0 0 0,0-1 1 0 0,0 1-1 0 0,-1 0 0 0 0,7 16 1 0 0,-11-22-68 0 0,-1 0 1 0 0,1 0 0 0 0,-1 1-1 0 0,-1-1 1 0 0,1 1 0 0 0,-1-1 0 0 0,0 1-1 0 0,0-1 1 0 0,0 0 0 0 0,-1 1 0 0 0,0-1-1 0 0,0 1 1 0 0,0-1 0 0 0,-1 0-1 0 0,0 0 1 0 0,0 0 0 0 0,-3 6 0 0 0,-5 6-136 0 0,-1-1 1 0 0,0 0-1 0 0,-1 0 1 0 0,-28 26 0 0 0,8-7-2177 0 0,24-30 702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28.7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3261 328 0 0,'39'5'3600'0'0,"25"-7"-600"0"0,-54 1-2700 0 0,-1-1-1 0 0,0 0 0 0 0,0-1 0 0 0,15-6 0 0 0,9-12 549 0 0,-21 10-646 0 0,0 0 0 0 0,-1 0-1 0 0,-1-1 1 0 0,0-1 0 0 0,0 0 0 0 0,-1 0-1 0 0,-1 0 1 0 0,0-1 0 0 0,-1-1 0 0 0,-1 1-1 0 0,0-1 1 0 0,-1 0 0 0 0,6-30-1 0 0,-3-10 2 0 0,-3 1 0 0 0,-2-1 0 0 0,-3 0 0 0 0,-7-66 0 0 0,0-10 116 0 0,-16-208 368 0 0,6 133-402 0 0,5-155 45 0 0,1-136-73 0 0,7 401-253 0 0,-1-11-42 0 0,5-1 0 0 0,18-150 0 0 0,-16 237 29 0 0,1 1 1 0 0,2-1 0 0 0,0 1-1 0 0,1 0 1 0 0,0 0-1 0 0,2 1 1 0 0,0 0 0 0 0,2 0-1 0 0,0 1 1 0 0,1 0 0 0 0,0 1-1 0 0,2 0 1 0 0,0 1-1 0 0,0 0 1 0 0,29-24 0 0 0,-11 17-17 0 0,0 1-1 0 0,2 2 1 0 0,1 1 0 0 0,0 1 0 0 0,1 2 0 0 0,56-18-1 0 0,3 7-41 0 0,134-23-1 0 0,-178 43-68 0 0,0 1 0 0 0,1 3 0 0 0,-1 2 0 0 0,0 2 1 0 0,69 10-1 0 0,-72-5-166 0 0,42 9-2084 0 0,-66-32-4335 0 0,-23 9 4352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29.1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1 900 0 0,'38'13'1126'0'0,"1"-1"-1"0"0,0-1 0 0 0,1-3 1 0 0,0-1-1 0 0,52 2 1 0 0,26 5 290 0 0,-75-9-988 0 0,-31-5-287 0 0,-1 0 1 0 0,1 2-1 0 0,0-1 1 0 0,-1 1-1 0 0,1 1 1 0 0,-1 0-1 0 0,0 1 1 0 0,0 0-1 0 0,0 0 1 0 0,17 11-1 0 0,-27-14-141 0 0,1 1 0 0 0,0 0 1 0 0,-1 0-1 0 0,1-1 0 0 0,-1 1 0 0 0,0 0 0 0 0,1 1 1 0 0,-1-1-1 0 0,0 0 0 0 0,0 0 0 0 0,0 0 0 0 0,-1 1 0 0 0,1-1 1 0 0,-1 0-1 0 0,1 1 0 0 0,-1-1 0 0 0,0 0 0 0 0,1 1 1 0 0,-1-1-1 0 0,-1 1 0 0 0,1-1 0 0 0,0 0 0 0 0,0 1 1 0 0,-1-1-1 0 0,0 1 0 0 0,1-1 0 0 0,-1 0 0 0 0,0 0 0 0 0,-2 3 1 0 0,-1 5-127 0 0,-1-1 1 0 0,-1 0-1 0 0,0 0 1 0 0,0 0-1 0 0,-13 13 1 0 0,-18 14-924 0 0,-1-2 0 0 0,-2-2 0 0 0,-82 51 0 0 0,71-49-273 0 0,-76 49-1370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33.7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0 280 0 0,'0'0'1039'0'0,"-2"3"-27"0"0,-1 3-599 0 0,0 1 0 0 0,0 0 0 0 0,1-1 0 0 0,0 1 0 0 0,0 0 0 0 0,1 0 0 0 0,0 0 0 0 0,0 0 0 0 0,1 1 0 0 0,0 6 0 0 0,6 79 1726 0 0,19 197 306 0 0,-20-207-3885 0 0,-5-28-4234 0 0,0-44 3230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34.0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17 231 672 0 0,'-17'1'9886'0'0,"61"-26"-8122"0"0,74-32 0 0 0,-2 2-1513 0 0,-61 20-1168 0 0,-34 9-1439 0 0,-20 25 2094 0 0,-1 0 0 0 0,0 0 0 0 0,1 0 0 0 0,-1 0 0 0 0,0 0 0 0 0,1 0 0 0 0,-1 0 0 0 0,0 0 0 0 0,0 0 0 0 0,0 0 0 0 0,0-1 0 0 0,0 1 0 0 0,0 0 0 0 0,0 0 0 0 0,0 0 0 0 0,-1 0 0 0 0,1 0 0 0 0,0 0 0 0 0,-1 0 0 0 0,1 0 0 0 0,-1 0 0 0 0,1 0 0 0 0,-2-1 0 0 0,-5-6-2426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34.4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11 171 752 0 0,'-1'-1'204'0'0,"0"-1"-1"0"0,0 1 1 0 0,0 0 0 0 0,0-1-1 0 0,0 1 1 0 0,1 0 0 0 0,-1-1-1 0 0,0 1 1 0 0,1-1 0 0 0,-1 1-1 0 0,1-1 1 0 0,0 1 0 0 0,-1-1-1 0 0,1 0 1 0 0,0 1 0 0 0,0-1-1 0 0,0 1 1 0 0,0-1 0 0 0,0 0-1 0 0,0 1 1 0 0,1-1 0 0 0,-1 1-1 0 0,1-3 1 0 0,1 0 38 0 0,0 1 1 0 0,0-1 0 0 0,0 1-1 0 0,0-1 1 0 0,1 1 0 0 0,-1 0-1 0 0,1 0 1 0 0,0 0-1 0 0,4-3 1 0 0,8-5 221 0 0,0 1 0 0 0,1 0 1 0 0,19-8-1 0 0,-32 16-338 0 0,14-6-54 0 0,0 1 1 0 0,1 0-1 0 0,0 1 0 0 0,0 1 1 0 0,1 1-1 0 0,-1 0 0 0 0,20 0 1 0 0,-23 3-1157 0 0,-1 1-1 0 0,0 1 1 0 0,1 0 0 0 0,-1 0 0 0 0,25 8-1 0 0,-24-4-1237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35.8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 1028 0 0,'0'0'6753'0'0,"-6"38"-4676"0"0,3-26-1643 0 0,0 1-1 0 0,1-1 0 0 0,1 0 1 0 0,0 1-1 0 0,0-1 1 0 0,1 1-1 0 0,4 23 0 0 0,-4-32-370 0 0,1 1-1 0 0,1-1 1 0 0,-1 1 0 0 0,0-1-1 0 0,1 0 1 0 0,0 1-1 0 0,0-1 1 0 0,0 0-1 0 0,1 0 1 0 0,-1-1-1 0 0,1 1 1 0 0,0 0 0 0 0,0-1-1 0 0,0 1 1 0 0,1-1-1 0 0,-1 0 1 0 0,1 0-1 0 0,0-1 1 0 0,0 1 0 0 0,0-1-1 0 0,0 0 1 0 0,0 0-1 0 0,0 0 1 0 0,7 2-1 0 0,-9-3-231 0 0,0-1 0 0 0,0 0 0 0 0,0 1 0 0 0,1-1 0 0 0,-1 0 0 0 0,0 0 0 0 0,0 0 0 0 0,0 0 0 0 0,0 0 0 0 0,1 0-1 0 0,-1-1 1 0 0,0 1 0 0 0,0-1 0 0 0,0 0 0 0 0,0 1 0 0 0,0-1 0 0 0,0 0 0 0 0,3-2 0 0 0,10-10-5573 0 0,-5 6 2403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36.2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 47 1472 0 0,'-9'-6'1516'0'0,"1"-1"56"0"0,0-1 17 0 0,2 3-89 0 0,4-1-128 0 0,-4 3-144 0 0,4-3 872 0 0,-2 1-884 0 0,22 5-5040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36.7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2 860 0 0,'7'-2'6991'0'0,"-1"9"-6659"0"0,0-1 0 0 0,0 1-1 0 0,-1 0 1 0 0,0 1-1 0 0,0-1 1 0 0,0 1 0 0 0,-1 0-1 0 0,-1 0 1 0 0,1 0-1 0 0,-1 1 1 0 0,3 11-1 0 0,0 5-295 0 0,0-1 0 0 0,3 49-1 0 0,-13-1-3352 0 0,2-48-725 0 0,2-13 1464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37.1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127 398 736 0 0,'9'0'5966'0'0,"47"-14"-4037"0"0,5-8-859 0 0,10-3-1210 0 0,-64 21-378 0 0,1 1 1 0 0,-1-1-1 0 0,0-1 1 0 0,0 1-1 0 0,0-1 0 0 0,10-10 1 0 0,-12 8-1731 0 0,-2 0 170 0 0</inkml:trace>
  <inkml:trace contextRef="#ctx0" brushRef="#br0" timeOffset="1">1 108 768 0 0,'0'-5'1676'0'0,"2"-10"-924"0"0,2 8-84 0 0,4-2-64 0 0,4-1-68 0 0,5 3-43 0 0,7-6-89 0 0,-6 4-124 0 0,9 0-108 0 0,1 2-88 0 0,1 3-180 0 0,-3-3-112 0 0,3 5-104 0 0,-7 0-213 0 0,5 0-359 0 0,-5 2-960 0 0,-3 2 428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37.5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1 244 0 0,'0'0'1751'0'0,"-25"21"1526"0"0,24-16-3055 0 0,0 0 1 0 0,0 0-1 0 0,0 0 0 0 0,0 0 1 0 0,1 1-1 0 0,0-1 0 0 0,0 0 1 0 0,0 0-1 0 0,1 1 1 0 0,0-1-1 0 0,0 0 0 0 0,0 0 1 0 0,4 10-1 0 0,33 71 1153 0 0,-20-50-879 0 0,-9-15-403 0 0,-1 0-1 0 0,0 1 0 0 0,-2-1 0 0 0,-1 1 0 0 0,6 44 1 0 0,-10-51-535 0 0,-1-1 1 0 0,-1 0-1 0 0,0 0 1 0 0,0 0-1 0 0,-2 0 1 0 0,-5 20-1 0 0,7-32 100 0 0,-1 0 0 0 0,1 0 0 0 0,-1 0 0 0 0,0 0 0 0 0,1 0 0 0 0,-1 0 0 0 0,0-1 0 0 0,0 1 0 0 0,0 0 0 0 0,0-1 0 0 0,-1 0 0 0 0,-3 3 0 0 0,-4-2-1499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37.8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0 263 500 0 0,'2'-7'952'0'0,"4"-1"-28"0"0,0-1-32 0 0,7-2-20 0 0,-5-2-68 0 0,0 2-19 0 0,6-3-73 0 0,7-1-72 0 0,5-3-64 0 0,3 5-84 0 0,9-5-92 0 0,3-4-140 0 0,4 3-196 0 0,2 1-224 0 0,2-2-292 0 0,0 3-928 0 0,2 3-1489 0 0,-2-1 657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47.8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80 584 0 0,'0'0'1778'0'0,"4"-33"2948"0"0,19-13 884 0 0,24 86-4940 0 0,-45-36-661 0 0,0-1 0 0 0,0 1 1 0 0,0 0-1 0 0,-1 0 0 0 0,1-1 0 0 0,-1 1 1 0 0,0 0-1 0 0,0 0 0 0 0,0 1 0 0 0,-1-1 1 0 0,0 0-1 0 0,1 0 0 0 0,-1 0 0 0 0,-1 0 1 0 0,1 0-1 0 0,-1 1 0 0 0,1-1 0 0 0,-1 0 1 0 0,0 0-1 0 0,-1 0 0 0 0,1-1 0 0 0,-1 1 1 0 0,0 0-1 0 0,0 0 0 0 0,0-1 0 0 0,0 1 1 0 0,0-1-1 0 0,-1 0 0 0 0,-3 4 0 0 0,5-6-4 0 0,-1 0-1 0 0,0 0 1 0 0,0 0-1 0 0,0 0 1 0 0,1-1 0 0 0,-1 1-1 0 0,0-1 1 0 0,0 1-1 0 0,0-1 1 0 0,0 0-1 0 0,0 1 1 0 0,0-1-1 0 0,0 0 1 0 0,0 0 0 0 0,0 0-1 0 0,0-1 1 0 0,0 1-1 0 0,0 0 1 0 0,0-1-1 0 0,1 0 1 0 0,-1 1-1 0 0,0-1 1 0 0,0 0 0 0 0,0 0-1 0 0,1 0 1 0 0,-1 0-1 0 0,0 0 1 0 0,1 0-1 0 0,-1 0 1 0 0,-2-3-1 0 0,0 1 9 0 0,0 0-1 0 0,0 0 0 0 0,0-1 0 0 0,0 1 0 0 0,1-1 0 0 0,-1 0 0 0 0,1 0 0 0 0,0 0 0 0 0,0 0 0 0 0,1-1 0 0 0,-3-5 0 0 0,3 7-9 0 0,2 0 1 0 0,-1 0 0 0 0,0-1-1 0 0,1 1 1 0 0,-1 0 0 0 0,1 0-1 0 0,0-1 1 0 0,0 1 0 0 0,0 0-1 0 0,1 0 1 0 0,-1 0 0 0 0,1-1-1 0 0,-1 1 1 0 0,1 0 0 0 0,0 0-1 0 0,1 0 1 0 0,-1 0 0 0 0,0 0-1 0 0,1 0 1 0 0,0 0-1 0 0,-1 1 1 0 0,1-1 0 0 0,0 1-1 0 0,0-1 1 0 0,1 1 0 0 0,-1 0-1 0 0,0-1 1 0 0,1 1 0 0 0,4-2-1 0 0,-3 2-15 0 0,0 0 0 0 0,1 0 0 0 0,-1 1 0 0 0,1 0 0 0 0,-1 0-1 0 0,1 0 1 0 0,-1 0 0 0 0,1 1 0 0 0,0 0 0 0 0,-1 0-1 0 0,1 0 1 0 0,0 0 0 0 0,-1 1 0 0 0,1 0 0 0 0,0 0 0 0 0,-1 0-1 0 0,1 0 1 0 0,-1 1 0 0 0,0 0 0 0 0,5 2 0 0 0,-6-3 5 0 0,0 0 0 0 0,-1 1 0 0 0,1-1 1 0 0,0 1-1 0 0,-1-1 0 0 0,0 1 0 0 0,1 0 1 0 0,-1 0-1 0 0,0 0 0 0 0,0 0 0 0 0,0 0 1 0 0,0 0-1 0 0,-1 1 0 0 0,1-1 0 0 0,0 1 0 0 0,-1-1 1 0 0,0 1-1 0 0,1-1 0 0 0,-1 1 0 0 0,0 0 1 0 0,-1 0-1 0 0,1 0 0 0 0,0-1 0 0 0,-1 1 1 0 0,0 0-1 0 0,1 0 0 0 0,-1 0 0 0 0,0 0 1 0 0,0 0-1 0 0,-1 0 0 0 0,1 0 0 0 0,-1 0 1 0 0,1-1-1 0 0,-1 1 0 0 0,0 0 0 0 0,0 0 1 0 0,0-1-1 0 0,-1 1 0 0 0,-2 4 0 0 0,1-2 9 0 0,0 0-1 0 0,-1-1 1 0 0,1 1-1 0 0,-1-1 1 0 0,0 0-1 0 0,0 0 0 0 0,0 0 1 0 0,-1-1-1 0 0,1 1 1 0 0,-1-1-1 0 0,0 0 1 0 0,0-1-1 0 0,0 1 0 0 0,0-1 1 0 0,-1 0-1 0 0,1 0 1 0 0,0-1-1 0 0,-1 1 1 0 0,0-1-1 0 0,-9 0 1 0 0,12 0 2 0 0,0-2 1 0 0,0 1 0 0 0,0 0 0 0 0,1 0 0 0 0,-1-1 0 0 0,0 0 0 0 0,0 0 0 0 0,1 1 0 0 0,-1-1 0 0 0,1-1-1 0 0,-1 1 1 0 0,1 0 0 0 0,-1-1 0 0 0,1 1 0 0 0,0-1 0 0 0,-1 0 0 0 0,1 0 0 0 0,0 1 0 0 0,0-2 0 0 0,1 1-1 0 0,-1 0 1 0 0,0 0 0 0 0,1 0 0 0 0,-1-1 0 0 0,1 1 0 0 0,0-1 0 0 0,-1 1 0 0 0,1-1 0 0 0,1 0 0 0 0,-1 1-1 0 0,0-1 1 0 0,1 0 0 0 0,-1 0 0 0 0,1 1 0 0 0,0-1 0 0 0,0-5 0 0 0,0 5-1 0 0,0 0 0 0 0,0 0 0 0 0,1 0 0 0 0,-1 0 0 0 0,1 0 0 0 0,0 0 0 0 0,0 0 0 0 0,0 0 0 0 0,0 1 0 0 0,0-1 0 0 0,1 0 0 0 0,-1 1 0 0 0,1-1 0 0 0,0 1 0 0 0,-1-1 0 0 0,1 1 0 0 0,1 0 0 0 0,-1 0 0 0 0,0 0 0 0 0,0 0 0 0 0,1 0 0 0 0,-1 0 0 0 0,1 1 0 0 0,-1-1 0 0 0,1 1 0 0 0,0 0 0 0 0,0-1 0 0 0,-1 1 0 0 0,1 1 1 0 0,0-1-1 0 0,0 0 0 0 0,0 1 0 0 0,0-1 0 0 0,6 1 0 0 0,-3 0-15 0 0,0 1 1 0 0,0-1 0 0 0,-1 1 0 0 0,1 0 0 0 0,0 1 0 0 0,-1-1-1 0 0,1 1 1 0 0,6 3 0 0 0,-10-4 7 0 0,1 1-1 0 0,-1-1 1 0 0,0 0-1 0 0,1 1 1 0 0,-1-1 0 0 0,0 1-1 0 0,0 0 1 0 0,0 0 0 0 0,-1 0-1 0 0,1 0 1 0 0,0 0-1 0 0,-1 0 1 0 0,1 0 0 0 0,-1 0-1 0 0,0 1 1 0 0,1-1-1 0 0,-1 0 1 0 0,0 1 0 0 0,-1-1-1 0 0,2 4 1 0 0,0 5-137 0 0,2 9 708 0 0,-8-19-230 0 0,-6-10-183 0 0,0-8 629 0 0,10 17-872 0 0,0-1-1 0 0,0 0 0 0 0,-1 0 0 0 0,1 0 0 0 0,0 0 0 0 0,0 1 1 0 0,-1-1-1 0 0,1 0 0 0 0,-1 0 0 0 0,1 1 0 0 0,-1-1 0 0 0,1 0 1 0 0,-1 1-1 0 0,1-1 0 0 0,-1 0 0 0 0,0 1 0 0 0,1-1 0 0 0,-1 1 1 0 0,0-1-1 0 0,1 1 0 0 0,-1-1 0 0 0,0 1 0 0 0,0 0 0 0 0,0-1 1 0 0,1 1-1 0 0,-1 0 0 0 0,0 0 0 0 0,0-1 0 0 0,0 1 0 0 0,0 0 1 0 0,1 0-1 0 0,-1 0 0 0 0,0 0 0 0 0,0 0 0 0 0,0 0 0 0 0,0 0 1 0 0,0 0-1 0 0,1 1 0 0 0,-1-1 0 0 0,0 0 0 0 0,-1 1 0 0 0,-1 1-528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48.2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33 816 0 0,'9'-13'3606'0'0,"1"0"-1010"0"0,0 6-4274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48.5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9 392 0 0,'0'0'5385'0'0,"8"-9"-6206"0"0</inkml:trace>
  <inkml:trace contextRef="#ctx0" brushRef="#br0" timeOffset="1">8 30 8 0 0,'0'0'2968'0'0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48.9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2 616 0 0,'0'0'3200'0'0</inkml:trace>
  <inkml:trace contextRef="#ctx0" brushRef="#br0" timeOffset="1">11 13 368 0 0,'-10'2'1264'0'0,"12"-17"-2552"0"0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49.2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0 344 0 0,'0'0'712'0'0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0:50.7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1 468 0 0,'0'0'7570'0'0,"-3"0"-7569"0"0,-12 1 3 0 0,11 0 64 0 0,4-1-68 0 0,-1-1 35 0 0,1 1 0 0 0,0 0 1 0 0,0 0-1 0 0,-1 0 0 0 0,1 0 0 0 0,0 0 1 0 0,0 0-1 0 0,-1 0 0 0 0,1 0 1 0 0,0 0-1 0 0,0 0 0 0 0,-1 0 0 0 0,1 0 1 0 0,0 1-1 0 0,0-1 0 0 0,-1 0 1 0 0,1 0-1 0 0,0 0 0 0 0,0 0 1 0 0,0 0-1 0 0,-1 0 0 0 0,1 1 0 0 0,0-1 1 0 0,0 0-1 0 0,0 0 0 0 0,-1 0 1 0 0,1 0-1 0 0,0 1 0 0 0,0-1 0 0 0,0 0 1 0 0,0 0-1 0 0,0 1 0 0 0,-1-1 1 0 0,1 0-1 0 0,0 0 0 0 0,0 1 1 0 0,0-1-1 0 0,0 0 0 0 0,0 0 0 0 0,0 1 1 0 0,0-1-1 0 0,0 0 0 0 0,0 0 1 0 0,0 1-1 0 0,0-1 0 0 0,0 0 0 0 0,0 0 1 0 0,0 1-1 0 0,0-1 0 0 0,0 0 1 0 0,0 0-1 0 0,0 1 0 0 0,1-1 0 0 0,-1 0 1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19.0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72 294 484 0 0,'0'0'10019'0'0,"-2"-3"-9725"0"0,-8-8-26 0 0,8 9-25 0 0,-15-44 421 0 0,10 22-1777 0 0,1-1-1 0 0,0 0 1 0 0,-2-37 0 0 0,2 11-2157 0 0,-1 7 877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21.6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1 608 0 0,'0'0'17127'0'0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22.1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0 100 0 0,'0'0'16297'0'0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47.2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17 138 1168 0 0,'-1'1'236'0'0,"0"-1"1"0"0,0 0-1 0 0,0 0 0 0 0,0 1 0 0 0,1-1 1 0 0,-1 0-1 0 0,0 1 0 0 0,0-1 1 0 0,0 1-1 0 0,0-1 0 0 0,0 1 0 0 0,1-1 1 0 0,-1 1-1 0 0,0 0 0 0 0,0-1 1 0 0,1 1-1 0 0,-1 0 0 0 0,0 0 0 0 0,1 7 3404 0 0,13-6-2267 0 0,169-39 694 0 0,-129 24-1703 0 0,45-8 153 0 0,107-30-2480 0 0,-199 49 1589 0 0,17-7-1334 0 0,-10-3-2485 0 0,-7 0 1165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47.6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38 180 0 0,'2'-11'912'0'0,"5"-15"4428"0"0,1 26-2897 0 0,4 14-1534 0 0,29 51 1031 0 0,62 131 0 0 0,-84-152-2652 0 0,-2 1 0 0 0,-1 0 0 0 0,-3 1 0 0 0,9 58 0 0 0,-21-50-4284 0 0,-1-28 2120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47.9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84 339 9713 0 0,'-84'86'2486'0'0,"113"-106"-1954"0"0,0 2 0 0 0,1 1 0 0 0,1 1-1 0 0,42-15 1 0 0,-14 5-268 0 0,525-219 854 0 0,-429 194-3581 0 0,-155 64-3186 0 0,-14 0 2572 0 0,-1-1 234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48.3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35 182 388 0 0,'-1'3'341'0'0,"0"0"0"0"0,0 1 0 0 0,0-1 0 0 0,0 0 0 0 0,1 1 0 0 0,-1-1-1 0 0,1 1 1 0 0,0-1 0 0 0,0 1 0 0 0,0-1 0 0 0,0 1 0 0 0,1-1 0 0 0,-1 0 0 0 0,2 5 0 0 0,18 54 1745 0 0,-8-29-1127 0 0,31 81 879 0 0,-27-75-1160 0 0,15 53 1 0 0,-23-61 57 0 0,-2 1 0 0 0,-2 0 0 0 0,2 57 774 0 0,-27-123-679 0 0,-81-210 346 0 0,89 207-1099 0 0,2-1 0 0 0,1-1-1 0 0,3 1 1 0 0,-6-68-1 0 0,13 94-59 0 0,0 0 1 0 0,0 0-1 0 0,1 0 0 0 0,1 0 0 0 0,0 1 0 0 0,1-1 1 0 0,0 1-1 0 0,0-1 0 0 0,1 1 0 0 0,1 0 0 0 0,11-20 1 0 0,-12 26-26 0 0,0 0 0 0 0,-1 0 0 0 0,2 0 0 0 0,-1 1 0 0 0,1 0 0 0 0,-1 0 0 0 0,1 0 0 0 0,0 0 0 0 0,0 1 0 0 0,1-1 0 0 0,-1 2 1 0 0,1-1-1 0 0,0 0 0 0 0,0 1 0 0 0,-1 0 0 0 0,2 0 0 0 0,-1 1 0 0 0,0 0 0 0 0,0 0 0 0 0,0 0 0 0 0,0 1 0 0 0,1 0 0 0 0,-1 0 1 0 0,9 2-1 0 0,-9-2-39 0 0,0 1 1 0 0,1 1-1 0 0,-1-1 1 0 0,0 1 0 0 0,0 0-1 0 0,0 1 1 0 0,0-1 0 0 0,-1 1-1 0 0,1 0 1 0 0,0 1-1 0 0,-1-1 1 0 0,0 1 0 0 0,0 0-1 0 0,0 1 1 0 0,-1-1-1 0 0,1 1 1 0 0,-1 0 0 0 0,6 9-1 0 0,-5-6 8 0 0,0 0 1 0 0,-1 1-1 0 0,-1-1 0 0 0,1 1 0 0 0,-1 0 1 0 0,-1 0-1 0 0,1 0 0 0 0,-2 0 0 0 0,1 1 0 0 0,-1-1 1 0 0,-1 0-1 0 0,0 11 0 0 0,-2 7-67 0 0,-2-1-1 0 0,-11 43 0 0 0,9-46 70 0 0,0 1-1 0 0,2 0 1 0 0,-2 38-1 0 0,6-60 39 0 0,0 0-1 0 0,0-1 1 0 0,1 1-1 0 0,-1 0 1 0 0,0-1-1 0 0,1 1 0 0 0,-1 0 1 0 0,1-1-1 0 0,0 1 1 0 0,-1-1-1 0 0,1 1 1 0 0,0-1-1 0 0,0 1 0 0 0,0-1 1 0 0,0 0-1 0 0,0 1 1 0 0,0-1-1 0 0,0 0 1 0 0,1 0-1 0 0,-1 0 0 0 0,3 2 1 0 0,0-1 7 0 0,0 0 0 0 0,1 0 0 0 0,-1 0 0 0 0,1 0 0 0 0,-1-1 0 0 0,1 0 0 0 0,7 2 0 0 0,6-2-8 0 0,-1 0-1 0 0,0 0 1 0 0,21-3-1 0 0,-9-2-356 0 0,0 0-1 0 0,-1-2 0 0 0,0-1 1 0 0,29-11-1 0 0,-32 8-2334 0 0,-1-1-1 0 0,31-19 1 0 0,-31 15-871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48.8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427 48 216 0 0,'-13'-12'1561'0'0,"9"7"-829"0"0,-1 1 0 0 0,1 0 0 0 0,-1 0 0 0 0,0 0 0 0 0,0 1 0 0 0,-9-5 0 0 0,11 7-542 0 0,0 0 0 0 0,0 1 0 0 0,-1-1 0 0 0,1 1 0 0 0,0 0 0 0 0,0-1 0 0 0,0 1 0 0 0,0 1 0 0 0,-1-1 0 0 0,1 0 0 0 0,0 1-1 0 0,0-1 1 0 0,0 1 0 0 0,0 0 0 0 0,0 0 0 0 0,-4 2 0 0 0,-12 7 155 0 0,1 0 0 0 0,0 1 0 0 0,0 1 0 0 0,1 0 0 0 0,1 1 0 0 0,0 1 0 0 0,1 1 0 0 0,0 0 0 0 0,1 1 0 0 0,-21 32 0 0 0,19-25-86 0 0,1 1 0 0 0,2 0 1 0 0,1 1-1 0 0,0 1 0 0 0,2 0 0 0 0,1 0 1 0 0,-10 50-1 0 0,16-62-170 0 0,1-1-1 0 0,1 1 1 0 0,0-1 0 0 0,1 1 0 0 0,0 0-1 0 0,1-1 1 0 0,1 1 0 0 0,0-1 0 0 0,1 0 0 0 0,0 1-1 0 0,1-1 1 0 0,0-1 0 0 0,1 1 0 0 0,1 0 0 0 0,0-1-1 0 0,1 0 1 0 0,0-1 0 0 0,0 0 0 0 0,1 0-1 0 0,1 0 1 0 0,0-1 0 0 0,1 0 0 0 0,-1-1 0 0 0,2 0-1 0 0,-1-1 1 0 0,1 0 0 0 0,1 0 0 0 0,-1-1-1 0 0,1-1 1 0 0,19 8 0 0 0,12 0 121 0 0,0-2 0 0 0,0-2 1 0 0,1-2-1 0 0,87 5 0 0 0,-85-9-54 0 0,-6-1-1199 0 0,-39-3 912 0 0,-1 1 0 0 0,1 0 0 0 0,-1-1 0 0 0,0 1-1 0 0,0-1 1 0 0,1 1 0 0 0,-1 0 0 0 0,0-1 0 0 0,0 1 0 0 0,0 0 0 0 0,0 0 0 0 0,0-1-1 0 0,1 1 1 0 0,-2 0 0 0 0,1-1 0 0 0,0 1 0 0 0,0 0 0 0 0,0 0 0 0 0,0-1 0 0 0,0 1-1 0 0,0 0 1 0 0,-1-1 0 0 0,1 1 0 0 0,0 0 0 0 0,-1-1 0 0 0,1 1 0 0 0,0-1 0 0 0,-1 1-1 0 0,1 0 1 0 0,-1 0 0 0 0,-12 20-7457 0 0,0-12 3502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50.9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458 109 368 0 0,'-4'-11'967'0'0,"0"0"-1"0"0,-1 1 1 0 0,-1-1 0 0 0,-11-18-1 0 0,14 26-778 0 0,1 0-1 0 0,-1 1 1 0 0,1-1-1 0 0,-1 0 1 0 0,0 1-1 0 0,0-1 0 0 0,0 1 1 0 0,-1 0-1 0 0,1 0 1 0 0,0 0-1 0 0,-1 0 1 0 0,1 1-1 0 0,-1-1 1 0 0,0 1-1 0 0,1 0 0 0 0,-1 0 1 0 0,0 1-1 0 0,-5-2 1 0 0,-2 3 9 0 0,0 0 1 0 0,0 0-1 0 0,1 1 1 0 0,-1 0-1 0 0,1 0 0 0 0,0 1 1 0 0,0 1-1 0 0,0 0 1 0 0,0 0-1 0 0,0 1 0 0 0,1 0 1 0 0,0 1-1 0 0,0 0 1 0 0,0 1-1 0 0,1-1 1 0 0,0 1-1 0 0,-13 15 0 0 0,2 0-5 0 0,1 0 0 0 0,1 1 0 0 0,1 1 0 0 0,1 0 0 0 0,-17 40 0 0 0,21-36-63 0 0,2 0 0 0 0,1 1 0 0 0,1-1 1 0 0,1 2-1 0 0,2-1 0 0 0,0 0 0 0 0,3 1 0 0 0,0 0 1 0 0,2-1-1 0 0,1 1 0 0 0,7 35 0 0 0,7 18 150 0 0,4-1-1 0 0,50 132 1 0 0,-34-126-2 0 0,78 139 1 0 0,67 69 162 0 0,-58-100-244 0 0,-89-137-4 0 0,-1 1 1 0 0,-4 2-1 0 0,-2 0 0 0 0,18 69 1 0 0,-35-100-34 0 0,-3 0-1 0 0,0 0 1 0 0,-2 1 0 0 0,-2-1 0 0 0,0 1 0 0 0,-3 0 0 0 0,0 0 0 0 0,-2 0 0 0 0,-1 0 0 0 0,-14 56 0 0 0,13-75 12 0 0,0 0 0 0 0,-1 0 0 0 0,0 0 0 0 0,-1-1 0 0 0,0 0 0 0 0,-1 0 0 0 0,-1-1 0 0 0,0 1 0 0 0,-11 11 0 0 0,16-20-162 0 0,0 0 0 0 0,0-1 0 0 0,0 1-1 0 0,-1-1 1 0 0,1 0 0 0 0,-1 0 0 0 0,1 0 0 0 0,-1 0 0 0 0,0 0 0 0 0,0-1-1 0 0,0 0 1 0 0,0 0 0 0 0,0 0 0 0 0,0 0 0 0 0,0-1 0 0 0,0 1 0 0 0,0-1-1 0 0,0 0 1 0 0,0 0 0 0 0,0-1 0 0 0,0 1 0 0 0,0-1 0 0 0,0 0-1 0 0,0 0 1 0 0,0 0 0 0 0,0-1 0 0 0,0 1 0 0 0,0-1 0 0 0,1 0 0 0 0,-1 0-1 0 0,1 0 1 0 0,-1-1 0 0 0,-5-4 0 0 0,-2-2-345 0 0,1 1-1 0 0,0-1 1 0 0,1-1 0 0 0,0 1-1 0 0,0-2 1 0 0,1 1 0 0 0,1-1 0 0 0,-1-1-1 0 0,2 1 1 0 0,-10-24 0 0 0,9 17-844 0 0,0-1 0 0 0,-4-25 0 0 0,0-42-6039 0 0,7 46 3107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51.2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0 189 216 0 0,'0'-1'180'0'0,"0"0"0"0"0,0 0 0 0 0,1 1 0 0 0,-1-1 0 0 0,0 0-1 0 0,0 0 1 0 0,0 1 0 0 0,1-1 0 0 0,-1 0 0 0 0,0 1 0 0 0,1-1 0 0 0,-1 0 0 0 0,1 1 0 0 0,-1-1 0 0 0,1 1 0 0 0,-1-1-1 0 0,1 0 1 0 0,-1 1 0 0 0,1-1 0 0 0,0 1 0 0 0,-1-1 0 0 0,1 1 0 0 0,0 0 0 0 0,-1-1 0 0 0,1 1 0 0 0,0 0 0 0 0,-1-1-1 0 0,1 1 1 0 0,0 0 0 0 0,0 0 0 0 0,1 0 0 0 0,23 17 1993 0 0,-24-15-2246 0 0,169 176 4352 0 0,0-2-1397 0 0,-150-156-2358 0 0,35 25 2343 0 0,-54-45-2787 0 0,-1 0 0 0 0,1 0 0 0 0,0 0 0 0 0,0 0 0 0 0,-1 0 0 0 0,1 0 0 0 0,0 0 0 0 0,0 0 0 0 0,-1 0 1 0 0,1-1-1 0 0,0 1 0 0 0,0 0 0 0 0,-1 0 0 0 0,1-1 0 0 0,0 1 0 0 0,-1-1 0 0 0,1 1 0 0 0,-1 0 0 0 0,1-1 0 0 0,0 1 0 0 0,-1-1 0 0 0,1 1 0 0 0,-1-1 0 0 0,1 0 0 0 0,-1 1 0 0 0,0-1 0 0 0,1 0 0 0 0,-1 1 0 0 0,0-1 0 0 0,1 0 0 0 0,-1 1 1 0 0,1-2-1 0 0,10-24 516 0 0,-4 5-361 0 0,-1-1 1 0 0,0 0 0 0 0,-2 0 0 0 0,-1 0-1 0 0,-1-1 1 0 0,-1-42 0 0 0,-24-134-1048 0 0,3 50-3083 0 0,17 133 2669 0 0,1 6-1884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51.6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0 884 0 0,'11'18'6579'0'0,"25"70"-2967"0"0,10 50-3411 0 0,-46-137-509 0 0,10 27-58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51.9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 1004 0 0,'6'-6'4761'0'0,"-5"6"-4663"0"0,17 10 1584 0 0,29 28-2770 0 0,-29-22 916 0 0,23 21-3244 0 0,-21-22 1799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52.3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0 259 428 0 0,'0'0'6565'0'0,"24"28"-2776"0"0,-15-19-3521 0 0,-1 2 0 0 0,0-1 0 0 0,-1 1 0 0 0,0 0 0 0 0,9 22-1 0 0,-8-16-98 0 0,-3-10-87 0 0,-1 1 0 0 0,0 0 0 0 0,-1 0 0 0 0,0 1 1 0 0,0-1-1 0 0,-1 1 0 0 0,0-1 0 0 0,1 14 0 0 0,-3-22-78 0 0,0 0-1 0 0,0 1 0 0 0,0-1 1 0 0,0 0-1 0 0,0 0 0 0 0,0 1 1 0 0,0-1-1 0 0,0 0 0 0 0,0 0 1 0 0,-1 1-1 0 0,1-1 0 0 0,0 0 1 0 0,0 0-1 0 0,0 1 0 0 0,0-1 1 0 0,-1 0-1 0 0,1 0 0 0 0,0 0 1 0 0,0 1-1 0 0,0-1 0 0 0,-1 0 0 0 0,1 0 1 0 0,0 0-1 0 0,0 0 0 0 0,-1 0 1 0 0,1 0-1 0 0,0 1 0 0 0,-1-1 1 0 0,1 0-1 0 0,0 0 0 0 0,0 0 1 0 0,-1 0-1 0 0,1 0 0 0 0,0 0 1 0 0,0 0-1 0 0,-1 0 0 0 0,1 0 1 0 0,0 0-1 0 0,-1 0 0 0 0,1 0 1 0 0,0-1-1 0 0,0 1 0 0 0,-1 0 1 0 0,1 0-1 0 0,0 0 0 0 0,0 0 1 0 0,-1 0-1 0 0,1 0 0 0 0,0-1 1 0 0,0 1-1 0 0,-1 0 0 0 0,1 0 1 0 0,0 0-1 0 0,0-1 0 0 0,0 1 1 0 0,0 0-1 0 0,-1 0 0 0 0,1-1 1 0 0,0 1-1 0 0,-14-11 70 0 0,14 11-79 0 0,-7-9 31 0 0,0 1 0 0 0,0-1-1 0 0,1 0 1 0 0,1-1 0 0 0,0 1 0 0 0,0-1 0 0 0,0 0 0 0 0,-5-21-1 0 0,2-2 122 0 0,-7-50 0 0 0,14 72-97 0 0,0-1 0 0 0,1 1 1 0 0,0 0-1 0 0,1 0 0 0 0,0-1 0 0 0,0 1 1 0 0,2 0-1 0 0,-1 0 0 0 0,1 0 1 0 0,1 0-1 0 0,0 1 0 0 0,0 0 0 0 0,7-11 1 0 0,-8 15-26 0 0,1 1 0 0 0,0-1-1 0 0,0 1 1 0 0,0-1 0 0 0,1 1 0 0 0,0 0 0 0 0,0 1 0 0 0,0-1 0 0 0,0 1 0 0 0,1 0-1 0 0,0 1 1 0 0,0-1 0 0 0,0 1 0 0 0,0 0 0 0 0,0 0 0 0 0,1 1 0 0 0,-1 0 0 0 0,1 0 0 0 0,0 1-1 0 0,-1 0 1 0 0,1 0 0 0 0,11 0 0 0 0,-7 1-10 0 0,-1 1 0 0 0,0 0 0 0 0,0 0 0 0 0,1 1 0 0 0,-1 1-1 0 0,0 0 1 0 0,-1 0 0 0 0,1 1 0 0 0,-1 0 0 0 0,1 0 0 0 0,8 7 0 0 0,5 5-11 0 0,0 1 1 0 0,32 32-1 0 0,-35-29-561 0 0,0-2-1 0 0,1-1 1 0 0,36 22-1 0 0,-52-36 226 0 0,0-1-1 0 0,0 0 1 0 0,1 0-1 0 0,-1 0 1 0 0,1-1 0 0 0,0 0-1 0 0,8 1 1 0 0,23-4-4795 0 0,-19-5 2054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52.7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13 361 11697 0 0,'-6'-51'820'0'0,"0"-61"1"0"0,8 112-746 0 0,1 0 0 0 0,0 1 0 0 0,-1-1 0 0 0,1 0 1 0 0,-1 1-1 0 0,1 0 0 0 0,-1 0 0 0 0,0-1 0 0 0,1 1 0 0 0,-1 1 0 0 0,0-1 1 0 0,5 3-1 0 0,-6-4-49 0 0,19 15 239 0 0,-1 0-1 0 0,-1 1 1 0 0,0 0-1 0 0,28 36 0 0 0,48 83 366 0 0,-66-89-273 0 0,36 86-1 0 0,-56-113-277 0 0,-2-1-1 0 0,0 1 1 0 0,-2 0-1 0 0,0 0 1 0 0,-1 0-1 0 0,1 32 1 0 0,-4-51-73 0 0,0 0 0 0 0,0 1 0 0 0,1-1 0 0 0,-1 0 0 0 0,0 1 0 0 0,0-1 0 0 0,0 0 0 0 0,0 1 0 0 0,0-1 0 0 0,0 1 0 0 0,0-1 0 0 0,0 0 0 0 0,0 1 0 0 0,-1-1 0 0 0,1 0 0 0 0,0 1 0 0 0,0-1 0 0 0,0 0 0 0 0,0 1 0 0 0,0-1 0 0 0,-1 0 0 0 0,1 1 0 0 0,0-1 0 0 0,0 0 0 0 0,0 0 0 0 0,-1 1 0 0 0,1-1 0 0 0,0 0 0 0 0,0 0 0 0 0,-1 1 0 0 0,1-1 0 0 0,0 0 0 0 0,-1 0 0 0 0,1 0 0 0 0,0 0 0 0 0,-1 1 0 0 0,1-1 0 0 0,0 0 0 0 0,-1 0 0 0 0,0 0 0 0 0,-14-9 52 0 0,-11-21-66 0 0,-4-11-17 0 0,-33-43 45 0 0,57 77-25 0 0,0 1 0 0 0,0 0-1 0 0,0 0 1 0 0,-1 0 0 0 0,0 1 0 0 0,0 0 0 0 0,-1 0-1 0 0,1 1 1 0 0,-10-4 0 0 0,15 7 4 0 0,0 1 0 0 0,0-1 0 0 0,0 1 1 0 0,0-1-1 0 0,0 1 0 0 0,0 0 0 0 0,0-1 0 0 0,0 1 0 0 0,0 0 0 0 0,0 1 1 0 0,0-1-1 0 0,0 0 0 0 0,0 0 0 0 0,1 1 0 0 0,-1-1 0 0 0,0 1 1 0 0,0 0-1 0 0,0 0 0 0 0,0-1 0 0 0,0 1 0 0 0,1 0 0 0 0,-4 3 0 0 0,2-1 4 0 0,0 0 0 0 0,0 1-1 0 0,0-1 1 0 0,0 1-1 0 0,1-1 1 0 0,-1 1-1 0 0,1 0 1 0 0,0 0 0 0 0,0 0-1 0 0,-1 5 1 0 0,0 1 16 0 0,0 0 1 0 0,1 0 0 0 0,0 0-1 0 0,0 0 1 0 0,1 1-1 0 0,1-1 1 0 0,0 0 0 0 0,2 18-1 0 0,0-16-2 0 0,1-1 0 0 0,0 0 0 0 0,1 0 0 0 0,0 0 0 0 0,1-1 0 0 0,0 1 0 0 0,1-1-1 0 0,0 0 1 0 0,1-1 0 0 0,0 1 0 0 0,0-1 0 0 0,1-1 0 0 0,0 1 0 0 0,11 7 0 0 0,-13-11-4 0 0,0-1 0 0 0,1 0 0 0 0,0 0 0 0 0,-1-1 0 0 0,1 1 0 0 0,1-2 0 0 0,-1 1 0 0 0,0-1 0 0 0,1 0 0 0 0,-1 0 0 0 0,1-1 0 0 0,0 0 0 0 0,-1-1 0 0 0,1 0 0 0 0,0 0 0 0 0,-1 0 0 0 0,1-1 0 0 0,0 0 0 0 0,-1-1 0 0 0,1 1 0 0 0,-1-2 0 0 0,9-2 0 0 0,1-3-7 0 0,1 0-1 0 0,-1 0 1 0 0,-1-2 0 0 0,1 0-1 0 0,-2-1 1 0 0,0-1 0 0 0,0 0-1 0 0,-1-1 1 0 0,0-1 0 0 0,-1 0-1 0 0,-1 0 1 0 0,0-1 0 0 0,-1-1-1 0 0,-1 0 1 0 0,0-1 0 0 0,-2 0 0 0 0,0 0-1 0 0,0-1 1 0 0,8-30 0 0 0,-6 7-20 0 0,-2-1 1 0 0,-1 1 0 0 0,-3-1 0 0 0,-1-1 0 0 0,-2 1-1 0 0,-1 0 1 0 0,-13-79 0 0 0,-28-90 275 0 0,37 201-62 0 0,2 12-69 0 0,0 25-7 0 0,5 43 34 0 0,1-44-74 0 0,1 0 1 0 0,2 0-1 0 0,0 0 0 0 0,2-1 1 0 0,20 42-1 0 0,73 110 212 0 0,-98-172-293 0 0,5 8-538 0 0,0-1 0 0 0,1-1 0 0 0,1 1 0 0 0,0-2 0 0 0,20 15 0 0 0,-19-20-801 0 0,-11-5 891 0 0,0 0 0 0 0,0 0 0 0 0,1-1 0 0 0,-1 1 0 0 0,0 0 0 0 0,0 0 0 0 0,0-1 0 0 0,1 1 0 0 0,-1-1 0 0 0,0 1 0 0 0,0-1 0 0 0,0 1-1 0 0,0-1 1 0 0,0 0 0 0 0,5-5-1780 0 0,0-5-1585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53.1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13 350 1496 0 0,'-12'-6'8374'0'0,"11"4"-7956"0"0,7-6 177 0 0,0 0 0 0 0,0 1 0 0 0,1-1 0 0 0,0 2 0 0 0,0-1 0 0 0,1 1 0 0 0,0 0 0 0 0,16-10 0 0 0,-3 2 92 0 0,188-120 3331 0 0,-63 44-1607 0 0,-132 81-2081 0 0,-11 8-388 0 0,0 0 1 0 0,-1-1 0 0 0,1 1-1 0 0,-1-1 1 0 0,1 0-1 0 0,-1 0 1 0 0,0 0 0 0 0,1 0-1 0 0,-1 0 1 0 0,2-4-1 0 0,-15 6-1797 0 0,-1 2 762 0 0,0 0 0 0 0,0 0 0 0 0,0 1 0 0 0,0 0 0 0 0,-19 10 0 0 0,-9 1-4694 0 0,7-6 1142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56.9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2806 628 0 0,'0'0'154'0'0,"-1"-1"0"0"0,1 0 0 0 0,-1 0 1 0 0,0 1-1 0 0,1-1 0 0 0,-1 1 0 0 0,0-1 0 0 0,0 0 0 0 0,1 1 0 0 0,-1-1 0 0 0,0 1 1 0 0,0 0-1 0 0,0-1 0 0 0,0 1 0 0 0,0 0 0 0 0,0-1 0 0 0,0 1 0 0 0,1 0 0 0 0,-1 0 1 0 0,0 0-1 0 0,0 0 0 0 0,0 0 0 0 0,0 0 0 0 0,0 0 0 0 0,-1 0 0 0 0,1 1-68 0 0,0 0 0 0 0,0 0 0 0 0,1 0-1 0 0,-1-1 1 0 0,0 1 0 0 0,1 0 0 0 0,-1 0-1 0 0,1 0 1 0 0,-1 0 0 0 0,1 0 0 0 0,-1 0-1 0 0,1 0 1 0 0,0 0 0 0 0,-1 0-1 0 0,1 0 1 0 0,0 0 0 0 0,0 0 0 0 0,0 2-1 0 0,3 58 760 0 0,-3-56-586 0 0,60 293 2787 0 0,-22-131-1946 0 0,17 58 34 0 0,-32-141-713 0 0,270 868 3312 0 0,-275-902-3586 0 0,271 823 2230 0 0,-196-605-1832 0 0,11 32 64 0 0,-35-107-302 0 0,-29-88-145 0 0,-10-24 99 0 0,51 97 1 0 0,-78-171-213 0 0,0 0 1 0 0,1-1-1 0 0,-1 0 0 0 0,1 0 1 0 0,1 0-1 0 0,-1 0 0 0 0,1-1 1 0 0,0 0-1 0 0,10 9 0 0 0,-13-14 213 0 0,24-20-100 0 0,-15 6-137 0 0,0 0 1 0 0,1 1-1 0 0,1 1 0 0 0,0 0 0 0 0,1 0 0 0 0,0 2 0 0 0,1 0 0 0 0,26-14 0 0 0,9-8-10 0 0,79-46 7 0 0,244-107 0 0 0,-290 147-15 0 0,1248-551 42 0 0,-854 401-29 0 0,-102 42-5 0 0,429-190-7 0 0,-322 141 8 0 0,-30 13 8 0 0,96-35 142 0 0,25-12 42 0 0,54-50 57 0 0,79-35 7 0 0,-407 186-144 0 0,-29 23-19 0 0,214-88 37 0 0,-370 139-37 0 0,209-138 1 0 0,-318 190-62 0 0,-1-1 1 0 0,1 0-1 0 0,-1 0 1 0 0,1 0 0 0 0,-1 0-1 0 0,0-1 1 0 0,-1 0-1 0 0,1 0 1 0 0,0 0 0 0 0,-1 0-1 0 0,0 0 1 0 0,0-1-1 0 0,0 1 1 0 0,-1-1 0 0 0,0 0-1 0 0,0 0 1 0 0,0 0-1 0 0,2-9 1 0 0,0 4-9 0 0,6-20 45 0 0,-1 0 0 0 0,9-51 0 0 0,-13 48-70 0 0,8-58 33 0 0,3-131 1 0 0,-25-5-197 0 0,-74-430 0 0 0,52 511-44 0 0,-6 1 0 0 0,-107-267 0 0 0,137 394 176 0 0,-49-123-208 0 0,-148-266 0 0 0,120 279 132 0 0,53 87-34 0 0,30 41 104 0 0,-15 3-411 0 0,-39 30 260 0 0,0-1-1 0 0,-2-3 0 0 0,-67 24 0 0 0,47-20 57 0 0,-71 25-193 0 0,-260 67 0 0 0,-168 1-186 0 0,481-107 460 0 0,-127 24-25 0 0,-372 83-145 0 0,412-81 142 0 0,-1024 271-212 0 0,800-203 218 0 0,-205 63-13 0 0,268-72 80 0 0,114-37-21 0 0,46-12 27 0 0,-222 72-59 0 0,-329 176 77 0 0,445-177-9 0 0,10 12 8 0 0,34-15-9 0 0,-420 194-5 0 0,466-225-32 0 0,-108 57 18 0 0,124-56 75 0 0,161-84-76 0 0,-94 45 43 0 0,-43 24-580 0 0,91-39-376 0 0,41-21 135 0 0,-1 1-1041 0 0,8-9-2642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42.3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66 137 244 0 0,'-8'-7'1382'0'0,"0"0"1"0"0,0-1-1 0 0,1 0 1 0 0,0 0-1 0 0,1 0 0 0 0,0-1 1 0 0,-9-17 2469 0 0,16 29-3382 0 0,169 280 3300 0 0,-131-223-3179 0 0,131 203 1611 0 0,-118-190 1696 0 0,-32-122-2418 0 0,-10 10-1122 0 0,-2 0 0 0 0,4-42 0 0 0,-9 58-248 0 0,19-338 569 0 0,-14 285-830 0 0,-3 41-1310 0 0,-3 0-3531 0 0,6 56 353 0 0,6 30-2381 0 0,-12-40 4257 0 0,2 12-1186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42.7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99 18 88 0 0,'-1'-1'508'0'0,"0"1"-255"0"0,1-1 1 0 0,-1 1 0 0 0,1 0 0 0 0,-1-1 0 0 0,0 1-1 0 0,1 0 1 0 0,-1 0 0 0 0,0-1 0 0 0,1 1 0 0 0,-1 0-1 0 0,0 0 1 0 0,0 0 0 0 0,1 0 0 0 0,-1 0 0 0 0,0 0-1 0 0,1 0 1 0 0,-1 0 0 0 0,0 1 0 0 0,1-1 0 0 0,-1 0-1 0 0,0 0 1 0 0,-5 4 2284 0 0,5-3-2284 0 0,-14 29 2540 0 0,11-17-2457 0 0,1 1 0 0 0,1-1 0 0 0,-2 17 0 0 0,4-13-107 0 0,-1 0-1 0 0,2 0 1 0 0,0 0-1 0 0,1 0 1 0 0,1 0-1 0 0,0-1 1 0 0,2 1 0 0 0,-1-1-1 0 0,2 0 1 0 0,0 0-1 0 0,1-1 1 0 0,1 0-1 0 0,0 0 1 0 0,1-1-1 0 0,1 0 1 0 0,0 0-1 0 0,19 18 1 0 0,-26-28-191 0 0,1 0 1 0 0,0-1-1 0 0,1 1 1 0 0,-1-1 0 0 0,1-1-1 0 0,-1 1 1 0 0,1 0-1 0 0,0-1 1 0 0,0 0-1 0 0,0 0 1 0 0,0-1-1 0 0,0 1 1 0 0,1-1-1 0 0,-1 0 1 0 0,0 0-1 0 0,11-1 1 0 0,-12 0-23 0 0,-1-1 0 0 0,1 1 0 0 0,-1-1 0 0 0,1 0 0 0 0,-1-1 0 0 0,1 1 0 0 0,-1 0 0 0 0,0-1 0 0 0,1 0 0 0 0,-1 0 0 0 0,0 0 0 0 0,0 0 0 0 0,0 0 0 0 0,-1 0 0 0 0,1-1 0 0 0,0 0-1 0 0,-1 1 1 0 0,0-1 0 0 0,0 0 0 0 0,0 0 0 0 0,0 0 0 0 0,0-1 0 0 0,0 1 0 0 0,-1 0 0 0 0,2-6 0 0 0,1-4 11 0 0,0-1-1 0 0,-1 1 0 0 0,-1-1 1 0 0,0 0-1 0 0,-1 0 0 0 0,0 0 0 0 0,-1 0 1 0 0,-1 1-1 0 0,0-1 0 0 0,-1 0 1 0 0,0 0-1 0 0,-1 1 0 0 0,-1-1 0 0 0,-8-20 1 0 0,7 22-59 0 0,0 1 0 0 0,0 0 1 0 0,-1 0-1 0 0,-1 1 1 0 0,0 0-1 0 0,0 0 0 0 0,-1 0 1 0 0,0 1-1 0 0,-1 0 0 0 0,0 1 1 0 0,0 0-1 0 0,-1 0 0 0 0,0 1 1 0 0,0 0-1 0 0,-1 1 1 0 0,-22-10-1 0 0,25 13-138 0 0,1 1 0 0 0,0 1 1 0 0,-1-1-1 0 0,0 1 0 0 0,1 0 0 0 0,-1 1 1 0 0,0 0-1 0 0,0 0 0 0 0,-7 2 0 0 0,10-2-249 0 0,1 1 0 0 0,0 0 0 0 0,0 0 0 0 0,-1 0 0 0 0,1 1 0 0 0,0-1 0 0 0,0 1 0 0 0,0 0 0 0 0,1 0 0 0 0,-1 0 0 0 0,0 1 0 0 0,1-1 0 0 0,0 1 0 0 0,-1 0 0 0 0,1 0 0 0 0,0 0 0 0 0,-3 5 0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43.2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99 344 0 0,'-11'5'16652'0'0,"34"-16"-16584"0"0,0 0 0 0 0,1 2 0 0 0,1 1 0 0 0,-1 0 0 0 0,28-3 0 0 0,50-17-3456 0 0,-57 14-3534 0 0,-30 10 2932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1:43.6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44 100 968 0 0,'-20'19'2338'0'0,"-4"8"4745"0"0,41-33-4420 0 0,55-27-2843 0 0,28-15-1824 0 0,-37 10-3327 0 0,-38 18 2214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2:00.7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51 523 608 0 0,'-5'2'672'0'0,"0"1"1"0"0,0-1-1 0 0,0 2 1 0 0,0-1-1 0 0,0 0 0 0 0,1 1 1 0 0,0 0-1 0 0,0 0 1 0 0,-5 5 1134 0 0,12-8-1255 0 0,8-3-329 0 0,0 0 1 0 0,0 0-1 0 0,0-1 1 0 0,0 0-1 0 0,-1 0 1 0 0,1-2-1 0 0,-1 1 1 0 0,0-1-1 0 0,17-12 0 0 0,2 1 78 0 0,187-110 1048 0 0,-109 60-758 0 0,174-123 903 0 0,-168 109-666 0 0,-99 72-621 0 0,-10 6-62 0 0,-1 0-1 0 0,1 0 1 0 0,0 0-1 0 0,-1-1 1 0 0,1 0-1 0 0,-1 1 0 0 0,0-1 1 0 0,0 0-1 0 0,3-5 1 0 0,-5 7 5 0 0,-4 4-322 0 0,-42 39-1076 0 0,20-20-1356 0 0,-31 35-1 0 0,30-28-2831 0 0,16-13 2311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2:01.0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60 470 540 0 0,'-13'12'1037'0'0,"6"-7"-140"0"0,0 1-1 0 0,1 0 1 0 0,0 0 0 0 0,0 0 0 0 0,-8 14 715 0 0,16-20-1494 0 0,-1 0 1 0 0,1 1-1 0 0,0-1 0 0 0,-1 0 1 0 0,1 0-1 0 0,0 0 1 0 0,-1 0-1 0 0,1 0 0 0 0,0-1 1 0 0,0 1-1 0 0,-1 0 1 0 0,1-1-1 0 0,0 1 1 0 0,-1-1-1 0 0,1 0 0 0 0,-1 1 1 0 0,2-2-1 0 0,142-90 2618 0 0,210-174 0 0 0,-196 121-404 0 0,-152 135-1390 0 0,2-3-1562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2:35.3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166 17 40 0 0,'0'0'3750'0'0,"-40"4"155"0"0,57 1-3135 0 0,0 0 1 0 0,1-1-1 0 0,24 2 0 0 0,-4-5-475 0 0,-10-1-33 0 0,-1 0 0 0 0,44-7 1 0 0,20-1-138 0 0,-31 7-172 0 0,-5 0 8 0 0,-53 0 46 0 0,8 5-58 0 0,-5-4 57 0 0,51-9 127 0 0,-54 9-127 0 0,45-2 68 0 0,-43 1-39 0 0,0 0 0 0 0,-1 0-1 0 0,1 0 1 0 0,0 1-1 0 0,0 0 1 0 0,0 0 0 0 0,-1 0-1 0 0,1 0 1 0 0,7 2-1 0 0,-5-8 2391 0 0,-24 5-2409 0 0,14 1-21 0 0,-52-4-10 0 0,21 1-68 0 0,0 2-1 0 0,0 2 0 0 0,0 1 1 0 0,-62 12-1 0 0,73-10 57 0 0,-48 4-68 0 0,-113-2 1 0 0,137-1 78 0 0,31-2 1 0 0,0 0 1 0 0,-35-1 0 0 0,41 1 117 0 0,10-2-231 0 0,1-1 0 0 0,-1 1 0 0 0,0-1 0 0 0,0 1 0 0 0,0-1 0 0 0,0 0-1 0 0,0 1 1 0 0,0-1 0 0 0,0 0 0 0 0,0 0 0 0 0,0 0 0 0 0,0 0 0 0 0,0 0 0 0 0,0 0 0 0 0,0 0-1 0 0,0 0 1 0 0,0 0 0 0 0,0-1 0 0 0,-2 1 0 0 0,24 15-7049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2:36.2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16 100 0 0,'0'0'961'0'0,"6"-15"5515"0"0,-8 206-4468 0 0,2-181-1886 0 0,0 2 116 0 0,0 0 0 0 0,-1 1 0 0 0,-3 20 1 0 0,4-27-1362 0 0,6-15 841 0 0,12-21-4865 0 0,-14 22 2843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2:36.9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24 472 0 0,'0'0'623'0'0,"-4"-23"7816"0"0,2 102-7247 0 0,3 90 862 0 0,6-106 105 0 0,-7-67-2024 0 0,3-27 67 0 0,-2 0-1 0 0,-1-1 1 0 0,-5-40 0 0 0,0-28 67 0 0,5 99-306 0 0,6 49-16 0 0,-3-30-24 0 0,0 11-190 0 0,-1-14-514 0 0,-1-1 0 0 0,2 1 0 0 0,0-1 0 0 0,0 0 0 0 0,1 0 0 0 0,10 21 0 0 0,-7-15-4305 0 0,-3-10 2183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2:39.7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10 168 0 0,'1'0'8786'0'0,"12"2"-8793"0"0,5 1 195 0 0,0-1-1 0 0,0-1 1 0 0,0-1-1 0 0,25-3 1 0 0,26 1-5 0 0,-5 5-26 0 0,156 1 133 0 0,-162-9-261 0 0,69-2 67 0 0,-115 6 576 0 0,-32 0-525 0 0,-39 1-140 0 0,-146 3 30 0 0,-22 2-66 0 0,129-1 11 0 0,97-3 20 0 0,-17-3-12 0 0,10 5 12 0 0,-1-1-1 0 0,3 0 1 0 0,9-2 2 0 0,30 0 5 0 0,5 2 0 0 0,1 0-1 0 0,-1-3 1 0 0,43-5 0 0 0,-60 4-16 0 0,38-6-45 0 0,-27 3 20 0 0,0 2-1 0 0,37 0 1 0 0,-90 7-883 0 0,-1 0 1 0 0,-24 8-1 0 0,-31 7-3235 0 0,29-8 1643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2:24.2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11 637 344 0 0,'0'0'2298'0'0,"-10"-38"3093"0"0,18-52-2326 0 0,-5 67-2922 0 0,1 0-1 0 0,0 0 0 0 0,2 0 1 0 0,0 1-1 0 0,2 0 0 0 0,0 0 1 0 0,1 1-1 0 0,2 0 0 0 0,0 1 1 0 0,17-24-1 0 0,-18 31-106 0 0,-7 7-30 0 0,1-1 1 0 0,1 2-1 0 0,-1-1 1 0 0,1 0 0 0 0,0 1-1 0 0,0 0 1 0 0,1 0-1 0 0,-1 0 1 0 0,1 1 0 0 0,0 0-1 0 0,0 0 1 0 0,1 0-1 0 0,12-5 1 0 0,-15 9-8 0 0,0 0 0 0 0,0 0 1 0 0,0 0-1 0 0,-1 1 0 0 0,1-1 0 0 0,0 1 1 0 0,0 0-1 0 0,0 0 0 0 0,-1 1 0 0 0,1-1 1 0 0,0 1-1 0 0,-1-1 0 0 0,1 1 0 0 0,-1 0 1 0 0,0 0-1 0 0,1 1 0 0 0,-1-1 0 0 0,0 1 1 0 0,-1-1-1 0 0,4 4 0 0 0,15 11-2 0 0,115 79 38 0 0,-51-40 579 0 0,-82-54-582 0 0,0 0 1 0 0,1-1-1 0 0,-1 1 0 0 0,1-1 1 0 0,0 1-1 0 0,-1-1 0 0 0,1-1 1 0 0,0 1-1 0 0,-1 0 0 0 0,1-1 1 0 0,0 0-1 0 0,0 1 1 0 0,0-2-1 0 0,-1 1 0 0 0,1 0 1 0 0,0-1-1 0 0,0 0 0 0 0,-1 0 1 0 0,1 0-1 0 0,0 0 0 0 0,-1 0 1 0 0,1-1-1 0 0,-1 1 0 0 0,0-1 1 0 0,1 0-1 0 0,-1 0 1 0 0,0-1-1 0 0,0 1 0 0 0,0-1 1 0 0,0 1-1 0 0,-1-1 0 0 0,1 0 1 0 0,-1 0-1 0 0,0 0 0 0 0,3-4 1 0 0,4-7-9 0 0,0 0 1 0 0,0-1-1 0 0,-2 0 0 0 0,1-1 1 0 0,-2 0-1 0 0,6-23 0 0 0,-1-12-3 0 0,-10 39-22 0 0,1 0 0 0 0,0 0 0 0 0,1 0 0 0 0,1 0 0 0 0,0 1 0 0 0,8-18 0 0 0,-6 12-1 0 0,-6 16 0 0 0,1-1 1 0 0,-1 1-1 0 0,0 0 0 0 0,0 0 0 0 0,0 0 1 0 0,1 0-1 0 0,-1 0 0 0 0,1 0 0 0 0,-1 0 1 0 0,0 1-1 0 0,1-1 0 0 0,0 0 0 0 0,-1 0 1 0 0,1 0-1 0 0,0 0 0 0 0,-1 0 1 0 0,1 1-1 0 0,1-2 0 0 0,-1 1-7 0 0,1 0 0 0 0,-1 0 1 0 0,1 0-1 0 0,-1 0 0 0 0,1 0 0 0 0,-1 0 0 0 0,1 1 0 0 0,-1-1 0 0 0,1 1 1 0 0,0-1-1 0 0,-1 1 0 0 0,1-1 0 0 0,0 1 0 0 0,-1 0 0 0 0,4 0 1 0 0,25 16-46 0 0,68 70 13 0 0,-63-51 23 0 0,-30-28 22 0 0,1-1 0 0 0,0 0 1 0 0,0 0-1 0 0,12 8 0 0 0,-11-8-6 0 0,-1 0 0 0 0,1 0 0 0 0,-1 0 0 0 0,-1 1 1 0 0,1 0-1 0 0,-1 0 0 0 0,0 0 0 0 0,4 10 0 0 0,27 34 1 0 0,-12-21 41 0 0,-22-27-31 0 0,0 1-1 0 0,1-1 1 0 0,-1 1-1 0 0,1-1 1 0 0,-1 0-1 0 0,1 0 0 0 0,0 0 1 0 0,0 0-1 0 0,1-1 1 0 0,-1 1-1 0 0,1-1 0 0 0,-1 0 1 0 0,1 0-1 0 0,-1 0 1 0 0,1 0-1 0 0,0-1 1 0 0,0 0-1 0 0,0 0 0 0 0,0 0 1 0 0,0 0-1 0 0,4 0 1 0 0,9-1 17 0 0,-1-2 0 0 0,0 1 1 0 0,0-2-1 0 0,0 0 0 0 0,-1-1 1 0 0,1-1-1 0 0,-1-1 0 0 0,0 0 0 0 0,0 0 1 0 0,17-12-1 0 0,57-36-86 0 0,-85 51 49 0 0,-3 2 8 0 0,0 0 1 0 0,-1 1 0 0 0,1-1 0 0 0,0 1-1 0 0,-1 0 1 0 0,1-1 0 0 0,0 1-1 0 0,0-1 1 0 0,0 1 0 0 0,0 0 0 0 0,-1 0-1 0 0,1-1 1 0 0,0 1 0 0 0,0 0-1 0 0,0 0 1 0 0,0 0 0 0 0,0 0 0 0 0,0 0-1 0 0,0 0 1 0 0,-1 0 0 0 0,1 1-1 0 0,0-1 1 0 0,0 0 0 0 0,0 0 0 0 0,0 1-1 0 0,1-1 1 0 0,22 20-48 0 0,8 31 28 0 0,-21-22 95 0 0,-2 1-1 0 0,-1 0 1 0 0,-1 0-1 0 0,-1 1 0 0 0,-2 0 1 0 0,-2 0-1 0 0,0 36 1 0 0,-2-64-258 0 0,-1 0 0 0 0,1 1 0 0 0,0-1 0 0 0,-1 1 0 0 0,0-1 0 0 0,1 0 0 0 0,-1 1 0 0 0,-1-1 0 0 0,1 0 0 0 0,-2 4 0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2:06.4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52 584 0 0,'6'4'5943'0'0,"58"-28"-3049"0"0,-54 19-2794 0 0,0 0 0 0 0,1 1 0 0 0,0 0 0 0 0,0 1 1 0 0,0 0-1 0 0,0 0 0 0 0,1 1 0 0 0,-1 1 0 0 0,22 0 0 0 0,29 3-5244 0 0,-21-5 2174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44:03.7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1704 8012 140,'0'0'2309,"28"-29"5360,-20 20-7278,-3 2-139,-1 0-1,-1-1 1,1 0-1,-1 1 1,2-10-1,11-22 187,-5 11-193,-1-1 0,-2 0-1,0 0 1,-2-1-1,3-45 1,3-100 512,-8 85-429,55-710 1413,-56 544-1447,-4 143-189,3-411 78,-1 295-130,-38-287 0,11 309-46,-25-151 12,33 267-13,-55-168-1,-185-519-103,248 747 93,-146-464 468,-125-349 584,-37 76 255,306 741-1282,-131-328 213,106 241-189,24 67-31,-1 2 0,-3 0 0,-2 0-1,-34-58 1,38 78-15,2 1-1,-19-53 0,25 66 21,2-3-2,-23-26-2,26 38-17,1 1-5,-1 1 0,0 0 1,1-1-1,-1 1 0,1 0 0,-1 0 1,1 0-1,-1 0 0,1 0 0,-1 0 0,0 1 1,1-1-1,-1 0 0,1 1 0,-1-1 1,1 1-1,0 0 0,-1-1 0,1 1 1,-1 0-1,1 0 0,0 0 0,0 0 0,0 0 1,-1 0-1,1 0 0,-1 3 0,-34 40-13,28-34-6,-121 185-61,80-115 44,39-52 278,12-25 37,4-17-211,27-76 165,-9 27-165,30-126 0,-44 143-53,25-75-1,-35 121-10,0-1 0,0 1 1,0 0-1,0 0 0,1 0 0,-1-1 0,0 1 0,0 0 0,0 0 0,1 0 0,-1-1 0,0 1 0,0 0 1,1 0-1,-1 0 0,0 0 0,0 0 0,1 0 0,-1 0 0,0-1 0,1 1 0,-1 0 0,0 0 0,0 0 1,1 0-1,-1 0 0,0 0 0,1 0 0,-1 0 0,0 1 0,0-1 0,1 0 0,-1 0 0,0 0 0,0 0 1,1 0-1,-1 0 0,0 1 0,0-1 0,1 0 0,17 13-21,20 25 74,-34-34-63,35 35-129,1-1 1,2-3 0,63 41 0,-19-25-3307,1-11-4670,-40-23 3159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0:33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889 1 8 0 0,'0'0'2352'0'0,"-50"14"2506"0"0,-19 19-3469 0 0,50-24-1111 0 0,0 0 1 0 0,-25 16-1 0 0,-13 14 287 0 0,-22 13 43 0 0,3 4 1 0 0,-100 94-1 0 0,147-119-462 0 0,2 1 0 0 0,1 1 0 0 0,2 1-1 0 0,1 1 1 0 0,2 1 0 0 0,1 2-1 0 0,2-1 1 0 0,2 2 0 0 0,1 0 0 0 0,-16 70-1 0 0,15-39 221 0 0,3 0 0 0 0,-6 110 0 0 0,17-133-135 0 0,3 1-1 0 0,1-1 1 0 0,3 0-1 0 0,18 84 1 0 0,-9-85-54 0 0,1 0 1 0 0,2-2-1 0 0,2 0 0 0 0,2-1 1 0 0,2-1-1 0 0,2-1 0 0 0,1-2 0 0 0,3 0 1 0 0,0-2-1 0 0,3-1 0 0 0,61 55 1 0 0,-66-70-24 0 0,0-2 0 0 0,2 0 0 0 0,0-2 1 0 0,52 22-1 0 0,131 38 385 0 0,-194-71-496 0 0,223 58 291 0 0,-229-61-318 0 0,36 7 42 0 0,1-2-1 0 0,0-3 1 0 0,68-1 0 0 0,147-23 471 0 0,-220 11-360 0 0,-1-2 1 0 0,0-2-1 0 0,78-34 1 0 0,-71 26 61 0 0,0-3 1 0 0,-2-1 0 0 0,-1-3-1 0 0,-2-1 1 0 0,66-54 0 0 0,-77 49-73 0 0,-1-2 0 0 0,-2-1 1 0 0,52-79-1 0 0,-41 47-62 0 0,50-114 0 0 0,-71 134-61 0 0,-3-1 0 0 0,-2-1 1 0 0,13-67-1 0 0,-23 85-18 0 0,-2-1-1 0 0,-1 0 1 0 0,-1 0 0 0 0,-2 0 0 0 0,-1-1 0 0 0,-8-44-1 0 0,-24-104 19 0 0,23 147-24 0 0,-2 1-1 0 0,-1 1 0 0 0,-1 0 1 0 0,-2 1-1 0 0,-2 0 0 0 0,0 1 1 0 0,-2 1-1 0 0,-1 1 0 0 0,-32-33 1 0 0,18 26 18 0 0,-2 1 1 0 0,-1 1-1 0 0,-2 3 0 0 0,-1 1 1 0 0,-1 1-1 0 0,-1 3 0 0 0,-51-22 1 0 0,39 20-28 0 0,0-2-1 0 0,-2 2-1 0 0,-1 4 1 0 0,-65-20-1 0 0,79 33 2 0 0,3-2-4 0 0,0 3 0 0 0,0 1 0 0 0,-1 3 0 0 0,0 1 1 0 0,-66 0-1 0 0,49 9-22 0 0,0 3-1 0 0,0 3 1 0 0,1 2 0 0 0,-106 36-1 0 0,140-37-653 0 0,1 1 1 0 0,0 2-1 0 0,1 0 0 0 0,1 1 1 0 0,0 2-1 0 0,1 0 0 0 0,-19 21 1 0 0,-50 40-9699 0 0,61-60 5911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0:34.6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127 24 704 0 0,'-3'-23'12182'0'0,"-2"37"-11761"0"0,0 1 0 0 0,1-1 0 0 0,1 1 0 0 0,-2 21 0 0 0,-3 11 300 0 0,-6 43 557 0 0,-4 106 0 0 0,10-86-540 0 0,-2 75 551 0 0,7-93 332 0 0,-27 160 0 0 0,20-164-436 0 0,15-112-2914 0 0,2 0 0 0 0,1 0 1 0 0,1 0-1 0 0,1 1 1 0 0,15-25-1 0 0,-2-1-5064 0 0,-10 23 2540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0:35.1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11 394 32 0 0,'-11'-17'9985'0'0,"184"-88"-5050"0"0,-33 18-3740 0 0,-60 42-730 0 0,69-41 237 0 0,-58 38-155 0 0,-89 48-544 0 0,12-6-1778 0 0,-23 51-2184 0 0,-2-14-2405 0 0,4-17 3118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0:35.7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39 180 0 0,'-1'-1'578'0'0,"0"-1"0"0"0,0 1 0 0 0,0-1 0 0 0,1 0 0 0 0,-1 0 0 0 0,1 1 0 0 0,-1-1 0 0 0,1 0 0 0 0,0 0 0 0 0,-1 0 0 0 0,1 1 0 0 0,0-1 0 0 0,0 0 0 0 0,0 0 0 0 0,1 0 0 0 0,-1-2 0 0 0,1 3-403 0 0,-1 1 0 0 0,1-1 0 0 0,-1 1 1 0 0,1-1-1 0 0,-1 1 0 0 0,1-1 0 0 0,0 1 0 0 0,-1 0 0 0 0,1-1 0 0 0,-1 1 0 0 0,1 0 0 0 0,0-1 0 0 0,-1 1 1 0 0,1 0-1 0 0,0 0 0 0 0,0 0 0 0 0,-1 0 0 0 0,1-1 0 0 0,0 1 0 0 0,0 0 0 0 0,-1 0 0 0 0,1 0 1 0 0,0 1-1 0 0,-1-1 0 0 0,1 0 0 0 0,0 0 0 0 0,1 1 0 0 0,10 2 382 0 0,-1 1 0 0 0,1 1-1 0 0,20 10 1 0 0,-9-4 15 0 0,72 26 510 0 0,-36-15-501 0 0,-1 2 0 0 0,67 39 0 0 0,162 89 766 0 0,-285-150-1310 0 0,0-1 0 0 0,1 1 0 0 0,-1-1 0 0 0,1 0 0 0 0,-1 0 1 0 0,1 0-1 0 0,-1-1 0 0 0,1 1 0 0 0,0 0 0 0 0,5 0 0 0 0,-7-1-98 0 0,0-1-1 0 0,0 1 0 0 0,-1 0 1 0 0,1 0-1 0 0,0 0 1 0 0,0-1-1 0 0,0 1 1 0 0,0 0-1 0 0,0-1 1 0 0,0 1-1 0 0,0-1 0 0 0,-1 1 1 0 0,1-1-1 0 0,0 1 1 0 0,0-1-1 0 0,-1 0 1 0 0,1 1-1 0 0,0-1 0 0 0,-1 0 1 0 0,1 1-1 0 0,0-3 1 0 0,1-2-533 0 0,0 0 1 0 0,0 0-1 0 0,-1-1 0 0 0,0 1 1 0 0,0-1-1 0 0,0 0 0 0 0,-1 1 1 0 0,0-1-1 0 0,0-6 0 0 0,0-16-2735 0 0,0 8-2010 0 0,0 5 1782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0:36.1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411 2 92 0 0,'-1'0'227'0'0,"0"0"1"0"0,1 0-1 0 0,-1-1 1 0 0,0 1-1 0 0,1 0 0 0 0,-1 0 1 0 0,1 0-1 0 0,-1-1 1 0 0,0 1-1 0 0,1 0 0 0 0,-1 0 1 0 0,0 0-1 0 0,1 0 0 0 0,-1 0 1 0 0,0 0-1 0 0,1 1 1 0 0,-1-1-1 0 0,0 0 0 0 0,1 0 1 0 0,-1 0-1 0 0,0 1 1 0 0,1-1-1 0 0,-1 0 0 0 0,-3 3 1365 0 0,3-2-1365 0 0,6 20 4593 0 0,-2-14-5599 0 0,59 179 5615 0 0,-59-181-4739 0 0,-1 0 0 0 0,0 0 0 0 0,0 0 0 0 0,0 1 0 0 0,-1-1 0 0 0,1 0 0 0 0,-1 1 0 0 0,-1-1 0 0 0,1 1-1 0 0,-1-1 1 0 0,0 0 0 0 0,0 1 0 0 0,-1-1 0 0 0,1 1 0 0 0,-3 8 0 0 0,0-9-21 0 0,1-1 1 0 0,-1 1-1 0 0,0-1 0 0 0,-1 1 1 0 0,1-1-1 0 0,-1 0 0 0 0,0 0 1 0 0,0-1-1 0 0,0 1 1 0 0,0-1-1 0 0,0 0 0 0 0,-1 0 1 0 0,0 0-1 0 0,1-1 0 0 0,-11 4 1 0 0,-41 17 55 0 0,-1-4-1 0 0,-117 25 1 0 0,64-18-3181 0 0,107-24 3459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0:36.9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47 364 0 0,'-2'-3'775'0'0,"1"1"1"0"0,0-1-1 0 0,-1 0 1 0 0,1 0-1 0 0,0 1 1 0 0,1-1-1 0 0,-1 0 1 0 0,0 0-1 0 0,1 0 1 0 0,0 0-1 0 0,-1 0 1 0 0,1 0-1 0 0,1-6 2837 0 0,3 44-3268 0 0,4 42 842 0 0,-3 139 0 0 0,-2-19 147 0 0,32 220 1589 0 0,-29-147-1172 0 0,-1-20-170 0 0,1-13-187 0 0,3 36 189 0 0,6-136-911 0 0,-15-135-854 0 0,-14-25-5029 0 0,-1 1 2511 0 0,-12-21-6817 0 0,11 12 3676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0:43.1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272 3591 572 0 0,'0'0'4602'0'0,"-31"24"4724"0"0,21-77-7830 0 0,6 6-996 0 0,2 0 1 0 0,6-78-1 0 0,-1 73-195 0 0,-7-98 0 0 0,1 101-114 0 0,6-79-1 0 0,0 37 59 0 0,12-150 620 0 0,-15 239-867 0 0,15-209 377 0 0,-17 155-395 0 0,2 55 36 0 0,0-3-347 0 0,-1 18 634 0 0,-1 0 0 0 0,0 0-1 0 0,-1 0 1 0 0,-1 0 0 0 0,0-1 0 0 0,-1 1 0 0 0,-1-1 0 0 0,0 0 0 0 0,0-1 0 0 0,-12 17-1 0 0,7-9 56 0 0,5-7 753 0 0,-8 3 3592 0 0,13-16-4591 0 0,0-4-381 0 0,0-1 122 0 0,-1 1-1 0 0,1 0 1 0 0,-1 0-1 0 0,0 0 1 0 0,0 0 0 0 0,0 0-1 0 0,0 0 1 0 0,-1 0 0 0 0,1 1-1 0 0,-7-7 1 0 0,-48-56-927 0 0,35 42 542 0 0,17 19 417 0 0,1 0 1 0 0,0-1-1 0 0,0 1 0 0 0,0-1 1 0 0,1 0-1 0 0,0 1 0 0 0,0-1 1 0 0,0-1-1 0 0,1 1 0 0 0,0 0 1 0 0,0-1-1 0 0,1 1 0 0 0,-1-1 1 0 0,1-9-1 0 0,1 11 25 0 0,0 0 0 0 0,1 0 0 0 0,0 0 0 0 0,0 0 0 0 0,1 1 0 0 0,-1-1 0 0 0,1 0 1 0 0,0 1-1 0 0,0-1 0 0 0,1 1 0 0 0,-1-1 0 0 0,1 1 0 0 0,0 0 0 0 0,0 0 0 0 0,1 0 0 0 0,-1 1 0 0 0,1-1 1 0 0,0 1-1 0 0,5-4 0 0 0,216-145-2319 0 0,-91 67 1057 0 0,-112 63 1084 0 0,-22 22 252 0 0,0-1 1 0 0,1 0-1 0 0,-1 0 1 0 0,0 1-1 0 0,0-1 1 0 0,1 0-1 0 0,-1 0 1 0 0,0 0-1 0 0,0 1 1 0 0,0-1 0 0 0,0 0-1 0 0,0 0 1 0 0,0 0-1 0 0,0 1 1 0 0,0-1-1 0 0,0 0 1 0 0,-1 0-1 0 0,1 0 1 0 0,0 1-1 0 0,0-1 1 0 0,-1-1-1 0 0,-1 0-4 0 0,0 0 1 0 0,0 0-1 0 0,0 0 0 0 0,0 0 1 0 0,-1 0-1 0 0,1 0 0 0 0,0 1 0 0 0,-1-1 1 0 0,0 1-1 0 0,1-1 0 0 0,-1 1 1 0 0,0 0-1 0 0,0 0 0 0 0,1 1 0 0 0,-5-2 1 0 0,-15-4-40 0 0,-14-3-80 0 0,0-2 0 0 0,-39-17 1 0 0,66 24 80 0 0,1 0 0 0 0,0 0 0 0 0,0-1 0 0 0,0 0-1 0 0,1 0 1 0 0,-1-1 0 0 0,1 0 0 0 0,1 0 0 0 0,-1-1 0 0 0,1 0 0 0 0,0 0 0 0 0,1 0 0 0 0,0-1 0 0 0,-6-10 0 0 0,10 13-1 0 0,-1 1-1 0 0,2-1 1 0 0,-1 1-1 0 0,0 0 1 0 0,1-1 0 0 0,0 1-1 0 0,0-1 1 0 0,0 1-1 0 0,1-1 1 0 0,-1 1-1 0 0,1-1 1 0 0,0 1-1 0 0,0 0 1 0 0,1-1 0 0 0,-1 1-1 0 0,1 0 1 0 0,0 0-1 0 0,0 0 1 0 0,1 0-1 0 0,4-6 1 0 0,7-9-255 0 0,0 0 1 0 0,29-26-1 0 0,-36 38 229 0 0,26-24-192 0 0,-24 24 183 0 0,0-1-1 0 0,0-1 0 0 0,-1 1 1 0 0,0-1-1 0 0,0-1 0 0 0,9-15 1 0 0,-16 24 80 0 0,-1 0 1 0 0,1-1-1 0 0,-1 1 1 0 0,0-1 0 0 0,1 0-1 0 0,-1 1 1 0 0,0-1 0 0 0,0 1-1 0 0,0-1 1 0 0,0 1-1 0 0,0-1 1 0 0,-1 1 0 0 0,1-1-1 0 0,0 1 1 0 0,-1-1-1 0 0,1 1 1 0 0,-1-1 0 0 0,0 1-1 0 0,1-1 1 0 0,-1 1 0 0 0,0 0-1 0 0,0-1 1 0 0,0 1-1 0 0,0 0 1 0 0,0 0 0 0 0,0 0-1 0 0,0 0 1 0 0,0 0-1 0 0,0 0 1 0 0,0 0 0 0 0,-1 0-1 0 0,1 0 1 0 0,0 0 0 0 0,-1 1-1 0 0,1-1 1 0 0,-3 0-1 0 0,-8-5-23 0 0,-1 0-1 0 0,0 2 0 0 0,-17-5 0 0 0,9 3 0 0 0,-10-5-16 0 0,11 5 30 0 0,-1-1-1 0 0,2-1 1 0 0,-26-14-1 0 0,41 20 4 0 0,1 0-1 0 0,0 0 0 0 0,0 0 0 0 0,0 0 0 0 0,0 0 1 0 0,0-1-1 0 0,0 0 0 0 0,0 1 0 0 0,1-1 0 0 0,-1 0 0 0 0,1 0 1 0 0,0 0-1 0 0,0-1 0 0 0,0 1 0 0 0,0 0 0 0 0,1-1 1 0 0,0 1-1 0 0,-1-1 0 0 0,1 0 0 0 0,0 1 0 0 0,1-1 1 0 0,-1 0-1 0 0,1 1 0 0 0,-1-9 0 0 0,3 3-24 0 0,0 1 0 0 0,1-1 0 0 0,0 1-1 0 0,1-1 1 0 0,-1 1 0 0 0,1 0 0 0 0,1 0 0 0 0,0 0 0 0 0,10-12-1 0 0,-9 13 36 0 0,0-1 0 0 0,-1 1-1 0 0,0-1 1 0 0,-1 0 0 0 0,0-1 0 0 0,0 1-1 0 0,-1-1 1 0 0,0 1 0 0 0,3-13-1 0 0,-3-16 298 0 0,-1 0 0 0 0,-3-1-1 0 0,-7-60 1 0 0,-30-114 253 0 0,22 131-393 0 0,-4-18 357 0 0,5-1-1 0 0,-5-139 1 0 0,14 95 84 0 0,9 183-6154 0 0,-4-17 821 0 0,-1-5 1524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0:44.9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2304 2 512 0 0,'-2'0'13277'0'0,"-18"0"-13363"0"0,-162-2 771 0 0,-186 23 0 0 0,184-7-384 0 0,-247 32 199 0 0,207-19-307 0 0,84-11-165 0 0,-183 17 63 0 0,229-28 12 0 0,-137-9 1 0 0,206 3-64 0 0,-6-2-13 0 0,30 3-21 0 0,-41-5 129 0 0,41 4-6 0 0,-3-16-159 0 0,4 16 12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0:48.9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1457 0 332 0 0,'0'0'1483'0'0,"-40"3"801"0"0,5 1-1697 0 0,34-4-504 0 0,-36 6 520 0 0,-148 9 524 0 0,57-2-565 0 0,-51 0 295 0 0,131-13-646 0 0,-247-6 760 0 0,211 3-829 0 0,-91 9 0 0 0,81-2-107 0 0,88-5-31 0 0,-31 4 17 0 0,33-3-16 0 0,-1 1-1 0 0,1-1 0 0 0,-1 0 1 0 0,1 0-1 0 0,-1-1 0 0 0,1 1 1 0 0,-6-2-1 0 0,-14-2 0 0 0,22 4 5 0 0,-10-2-100 0 0,-11-3 3248 0 0,22 21-3105 0 0,0 0 0 0 0,1-1 0 0 0,1 1 0 0 0,3 18-1 0 0,2 45 77 0 0,-23 285 366 0 0,15-305-154 0 0,2 0 1 0 0,15 108 0 0 0,-15-165-310 0 0,0 0 0 0 0,1 0-1 0 0,-1 0 1 0 0,1-1 0 0 0,-1 1-1 0 0,1 0 1 0 0,0-1 0 0 0,-1 1-1 0 0,1 0 1 0 0,0-1-1 0 0,0 1 1 0 0,1-1 0 0 0,-1 0-1 0 0,0 1 1 0 0,0-1 0 0 0,1 0-1 0 0,-1 0 1 0 0,0 1 0 0 0,1-1-1 0 0,2 1 1 0 0,37 7 290 0 0,-25-7-350 0 0,46 7 114 0 0,-23-5-76 0 0,-1 2 0 0 0,39 12 0 0 0,-74-18-29 0 0,-1 1 1 0 0,1-1-1 0 0,0 1 1 0 0,-1 0-1 0 0,1-1 1 0 0,-1 1-1 0 0,1 1 1 0 0,-1-1-1 0 0,0 0 1 0 0,0 1-1 0 0,1-1 0 0 0,-1 1 1 0 0,0-1-1 0 0,0 1 1 0 0,0 0-1 0 0,-1 0 1 0 0,1 0-1 0 0,0 0 1 0 0,-1 0-1 0 0,1 0 1 0 0,-1 1-1 0 0,0-1 1 0 0,0 1-1 0 0,1-1 1 0 0,-2 0-1 0 0,1 1 1 0 0,0 0-1 0 0,0-1 1 0 0,-1 1-1 0 0,0-1 0 0 0,1 1 1 0 0,-1 0-1 0 0,0-1 1 0 0,-1 5-1 0 0,-1 0 2 0 0,0 0 1 0 0,0 0-1 0 0,-1-1 0 0 0,0 1 0 0 0,0-1 0 0 0,0 0 0 0 0,-1 0 0 0 0,0 0 0 0 0,-1 0 0 0 0,1-1 1 0 0,-11 11-1 0 0,-79 63 16 0 0,68-60-19 0 0,2 0 0 0 0,1 2 0 0 0,0 1 0 0 0,-22 28 0 0 0,44-49 15 0 0,0 1 0 0 0,-1-1-1 0 0,1 1 1 0 0,0-1 0 0 0,0 1 0 0 0,0 0 0 0 0,0 0-1 0 0,0 0 1 0 0,0-1 0 0 0,0 1 0 0 0,1 0 0 0 0,-1 0-1 0 0,1 0 1 0 0,-1 0 0 0 0,1 0 0 0 0,0 0 0 0 0,0 0 0 0 0,0 0-1 0 0,0 0 1 0 0,0 0 0 0 0,0 0 0 0 0,1 0 0 0 0,-1 0-1 0 0,1 0 1 0 0,-1 0 0 0 0,1 0 0 0 0,0 0 0 0 0,-1 0-1 0 0,1-1 1 0 0,0 1 0 0 0,0 0 0 0 0,0-1 0 0 0,1 1-1 0 0,-1 0 1 0 0,0-1 0 0 0,1 1 0 0 0,-1-1 0 0 0,1 0 0 0 0,-1 1-1 0 0,1-1 1 0 0,2 1 0 0 0,9 6-74 0 0,1-1 0 0 0,0-1-1 0 0,0 0 1 0 0,28 6 0 0 0,4 4-198 0 0,-43-15 251 0 0,1 1 1 0 0,0-1-1 0 0,-1 1 1 0 0,1 0-1 0 0,-1 1 1 0 0,0-1 0 0 0,0 0-1 0 0,0 1 1 0 0,0 0-1 0 0,0 0 1 0 0,0 0 0 0 0,-1 0-1 0 0,1 0 1 0 0,-1 0-1 0 0,0 1 1 0 0,0-1 0 0 0,0 1-1 0 0,-1 0 1 0 0,1-1-1 0 0,1 8 1 0 0,-2-5 11 0 0,-1 0 0 0 0,0 0-1 0 0,0-1 1 0 0,0 1 0 0 0,-1 0 0 0 0,0 0 0 0 0,0-1 0 0 0,0 1 0 0 0,-1 0-1 0 0,0-1 1 0 0,0 1 0 0 0,0-1 0 0 0,-7 10 0 0 0,-6 9 0 0 0,-2 0 0 0 0,0-1 0 0 0,-23 23-1 0 0,19-23 5 0 0,1 1 0 0 0,-24 37 1 0 0,41-55 22 0 0,0 1 1 0 0,0-1-1 0 0,1 1 1 0 0,-1 0 0 0 0,1 0-1 0 0,1 0 1 0 0,-1 0-1 0 0,1 0 1 0 0,1 1 0 0 0,-1-1-1 0 0,1 8 1 0 0,3 11 249 0 0,9 47 1 0 0,1 5 153 0 0,11 239 935 0 0,-6-17 181 0 0,-16 57 994 0 0,-2-323-2261 0 0,1 44 570 0 0,-3 0 0 0 0,-3-1 0 0 0,-22 110 0 0 0,-37 118 1908 0 0,57-276-2505 0 0,-3 24 276 0 0,10-53-432 0 0,18-112-12017 0 0,-15 84 6466 0 0,2-8 417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0:50.9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78 206 436 0 0,'-6'-31'12933'0'0,"24"489"-11885"0"0,-18-415-548 0 0,-5-160 1442 0 0,1-86-1825 0 0,6 163-84 0 0,0-5 16 0 0,10-57-1 0 0,-9 88-56 0 0,0 1-1 0 0,0 0 1 0 0,2 1-1 0 0,-1-1 0 0 0,2 1 1 0 0,-1-1-1 0 0,2 2 1 0 0,14-21-1 0 0,-20 29-17 0 0,1 0 0 0 0,1 0-1 0 0,-1 1 1 0 0,0 0 0 0 0,1-1 0 0 0,-1 1 0 0 0,1 0-1 0 0,-1 0 1 0 0,1 0 0 0 0,0 0 0 0 0,0 1 0 0 0,0-1-1 0 0,0 1 1 0 0,0 0 0 0 0,0 0 0 0 0,1 0 0 0 0,-1 0 0 0 0,0 0-1 0 0,1 1 1 0 0,-1 0 0 0 0,0-1 0 0 0,1 1 0 0 0,-1 0-1 0 0,0 1 1 0 0,1-1 0 0 0,-1 1 0 0 0,0-1 0 0 0,1 1 0 0 0,-1 0-1 0 0,0 0 1 0 0,0 0 0 0 0,0 1 0 0 0,0-1 0 0 0,0 1-1 0 0,0 0 1 0 0,0 0 0 0 0,-1 0 0 0 0,1 0 0 0 0,0 0-1 0 0,-1 0 1 0 0,0 1 0 0 0,0-1 0 0 0,1 1 0 0 0,-2 0 0 0 0,1-1-1 0 0,0 1 1 0 0,0 0 0 0 0,-1 0 0 0 0,0 0 0 0 0,2 5-1 0 0,0 2-6 0 0,-1 1 0 0 0,-1-1-1 0 0,0 1 1 0 0,0 0-1 0 0,-1-1 1 0 0,0 1 0 0 0,-1 0-1 0 0,0-1 1 0 0,-1 1-1 0 0,0-1 1 0 0,-1 1-1 0 0,0-1 1 0 0,0 0 0 0 0,-1 0-1 0 0,-1 0 1 0 0,1-1-1 0 0,-2 0 1 0 0,1 1 0 0 0,-10 10-1 0 0,6-9 27 0 0,1 0 0 0 0,-2-1 0 0 0,1 0 0 0 0,-1-1 0 0 0,-1 0 0 0 0,1-1 0 0 0,-1 0 0 0 0,-1 0 0 0 0,0-1 1 0 0,0-1-1 0 0,0 0 0 0 0,-1-1 0 0 0,0 0 0 0 0,-24 5 0 0 0,-18-5 13 0 0,53-5-31 0 0,7 12-32 0 0,170 75 167 0 0,-159-78-106 0 0,23 11-32 0 0,-18-9-405 0 0,1 0 0 0 0,-1 1 0 0 0,-1 2 0 0 0,0 0 0 0 0,-1 0 0 0 0,24 26 0 0 0,-36-33-364 0 0,5 7-852 0 0,-6-2-2852 0 0,-6-1 1716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0:52.6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1 336 0 0,'0'0'7723'0'0,"-13"49"-5521"0"0,8-32-1590 0 0,1 0 1 0 0,0 0-1 0 0,-2 30 1 0 0,5-41-574 0 0,1 1 0 0 0,0-1-1 0 0,0 0 1 0 0,0 1 0 0 0,1-1 0 0 0,0 0 0 0 0,0 1 0 0 0,0-1 0 0 0,1 0 0 0 0,0 0 0 0 0,1 0 0 0 0,-1 0 0 0 0,5 7 0 0 0,-6-12-359 0 0,-1-1 271 0 0,0 0 0 0 0,0 0 0 0 0,0 1 0 0 0,1-1 0 0 0,-1 0 0 0 0,0 0 0 0 0,0 1 0 0 0,1-1 0 0 0,-1 0 0 0 0,0 0 1 0 0,0 0-1 0 0,1 0 0 0 0,-1 1 0 0 0,0-1 0 0 0,1 0 0 0 0,-1 0 0 0 0,0 0 0 0 0,1 0 0 0 0,-1 0 0 0 0,0 0 0 0 0,1 0 0 0 0,-1 0 0 0 0,0 0 0 0 0,1 0 0 0 0,-1 0 0 0 0,0 0 1 0 0,1 0-1 0 0,-1 0 0 0 0,0 0 0 0 0,1 0 0 0 0,-1 0 0 0 0,0-1 0 0 0,0 1 0 0 0,1 0 0 0 0,-1 0 0 0 0,0 0 0 0 0,1 0 0 0 0,-1-1 0 0 0,0 1 0 0 0,0 0 0 0 0,1 0 0 0 0,-1-1 0 0 0,0 1 1 0 0,0 0-1 0 0,1-1 0 0 0,14-9-2723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0:54.0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0 760 0 0,'-6'14'7055'0'0,"3"-8"-6946"0"0,0 0-1 0 0,0 0 1 0 0,-1-1-1 0 0,0 1 1 0 0,0-1-1 0 0,0 0 1 0 0,-6 6-1 0 0,8-11 142 0 0,-12-9 1284 0 0,17-21-1500 0 0,-3 31-98 0 0,0-1 0 0 0,1 1 0 0 0,-1-1-1 0 0,0 0 1 0 0,0 1 0 0 0,0-1 0 0 0,0 0 0 0 0,1 1 0 0 0,-1-1-1 0 0,0 0 1 0 0,0 1 0 0 0,1-1 0 0 0,-1 0 0 0 0,0 1 0 0 0,1-1-1 0 0,-1 0 1 0 0,0 0 0 0 0,1 1 0 0 0,-1-1 0 0 0,0 0 0 0 0,1 0-1 0 0,-1 0 1 0 0,1 0 0 0 0,-1 1 0 0 0,0-1 0 0 0,1 0-1 0 0,-1 0 1 0 0,1 0 0 0 0,-1 0 0 0 0,0 0 0 0 0,1 0 0 0 0,-1 0-1 0 0,1 0 1 0 0,-1 0 0 0 0,0 0 0 0 0,1 0 0 0 0,-1 0 0 0 0,1-1-1 0 0,-1 1 1 0 0,0 0 0 0 0,1 0 0 0 0,-1 0 0 0 0,1 0 0 0 0,-1-1-1 0 0,0 1 1 0 0,1 0 0 0 0,-1 0 0 0 0,0-1 0 0 0,0 1 0 0 0,1 0-1 0 0,-1-1 1 0 0,0 1 0 0 0,0 0 0 0 0,1-1 0 0 0,-1 1-1 0 0,0 0 1 0 0,0-1 0 0 0,0 1 0 0 0,1-1 0 0 0,-1 1 0 0 0,0 0-1 0 0,0-1 1 0 0,0 1 0 0 0,0-1 0 0 0,0 1 0 0 0,0 0 0 0 0,0-1-1 0 0,0 0 1 0 0,5 9-2236 0 0,-3-3 175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0:54.6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15 424 0 0,'0'0'2666'0'0,"9"46"240"0"0,-7-28-2374 0 0,-1-1 0 0 0,0 0 0 0 0,-1 1 0 0 0,-4 31 0 0 0,0 16 968 0 0,4-64-1491 0 0,0-1 1 0 0,0 0 0 0 0,0 0-1 0 0,0 0 1 0 0,0 1 0 0 0,0-1 0 0 0,0 0-1 0 0,0 0 1 0 0,0 1 0 0 0,0-1 0 0 0,0 0-1 0 0,0 0 1 0 0,0 0 0 0 0,0 1-1 0 0,0-1 1 0 0,0 0 0 0 0,0 0 0 0 0,0 1-1 0 0,0-1 1 0 0,0 0 0 0 0,0 0 0 0 0,-1 0-1 0 0,1 1 1 0 0,0-1 0 0 0,0 0-1 0 0,0 0 1 0 0,0 0 0 0 0,0 1 0 0 0,0-1-1 0 0,-1 0 1 0 0,1 0 0 0 0,0 0-1 0 0,0 0 1 0 0,0 0 0 0 0,-1 1 0 0 0,1-1-1 0 0,0 0 1 0 0,0 0 0 0 0,0 0 0 0 0,-1 0-1 0 0,1 0 1 0 0,0 0 0 0 0,0 0-1 0 0,-1 0 1 0 0,-8-8 342 0 0,-6-14-34 0 0,15 14-261 0 0,-1-1 0 0 0,2 0 1 0 0,-1 1-1 0 0,1-1 0 0 0,0 1 0 0 0,1-1 0 0 0,0 1 1 0 0,0-1-1 0 0,1 1 0 0 0,0 0 0 0 0,1 0 0 0 0,0 0 0 0 0,0 1 1 0 0,0-1-1 0 0,1 1 0 0 0,0 0 0 0 0,1 0 0 0 0,-1 1 1 0 0,1-1-1 0 0,0 1 0 0 0,8-5 0 0 0,-8 7-39 0 0,1-2 40 0 0,1 0 1 0 0,-1 0 0 0 0,2 1 0 0 0,-1 1-1 0 0,0-1 1 0 0,16-5 0 0 0,-21 10-44 0 0,-1-1 1 0 0,1 1-1 0 0,0 0 1 0 0,-1 0 0 0 0,1 0-1 0 0,0 0 1 0 0,0 0-1 0 0,-1 0 1 0 0,1 1-1 0 0,0-1 1 0 0,-1 1-1 0 0,1 0 1 0 0,-1 0-1 0 0,1 0 1 0 0,-1 0-1 0 0,1 0 1 0 0,-1 1-1 0 0,0-1 1 0 0,1 1 0 0 0,-1 0-1 0 0,0-1 1 0 0,0 1-1 0 0,0 0 1 0 0,0 0-1 0 0,-1 0 1 0 0,1 0-1 0 0,0 1 1 0 0,-1-1-1 0 0,2 3 1 0 0,3 7-69 0 0,-1 1 0 0 0,0-1 1 0 0,0 1-1 0 0,-1 0 0 0 0,-1 1 1 0 0,0-1-1 0 0,-1 0 0 0 0,-1 1 0 0 0,0 0 1 0 0,0-1-1 0 0,-3 24 0 0 0,1-35-38 0 0,1 3-321 0 0,-1 1-1 0 0,1-1 1 0 0,-1 1-1 0 0,-1-1 1 0 0,1 0-1 0 0,-3 6 1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0:54.9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 1192 0 0,'7'-11'8608'0'0,"-6"11"-8440"0"0,-1 1 31 0 0,1 0-1 0 0,0 0 0 0 0,0 0 1 0 0,-1 0-1 0 0,1 0 0 0 0,-1 0 0 0 0,1 0 1 0 0,-1 1-1 0 0,1-1 0 0 0,-1 0 1 0 0,0 0-1 0 0,1 1 0 0 0,-1-1 1 0 0,0 0-1 0 0,0 1 0 0 0,0-1 1 0 0,0 2-1 0 0,2 33 1553 0 0,10 61-1 0 0,3 19-3310 0 0,-15-102 279 0 0,0 0-1 0 0,-1 0 1 0 0,0 0 0 0 0,-1 0 0 0 0,-1 0-1 0 0,-5 18 1 0 0,0-8-2381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04.3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5 304 636 0 0,'0'0'3480'0'0,"-5"11"-1989"0"0,33 43 481 0 0,25 60 240 0 0,-45-87-1540 0 0,9 44-1 0 0,1 7 883 0 0,-57-225 3513 0 0,34 123-5025 0 0,1 0 0 0 0,1-1 0 0 0,1 0-1 0 0,2 0 1 0 0,2-32 0 0 0,0 46-24 0 0,4-38 121 0 0,19-68 0 0 0,-22 104-127 0 0,1 1-1 0 0,1-1 0 0 0,0 1 1 0 0,0 0-1 0 0,1 1 1 0 0,1-1-1 0 0,0 1 0 0 0,1 0 1 0 0,0 1-1 0 0,15-16 1 0 0,-22 25-20 0 0,0 0 0 0 0,0 0 0 0 0,0 0-1 0 0,0 0 1 0 0,0 1 0 0 0,0-1 0 0 0,1 0 0 0 0,-1 0 0 0 0,0 1 0 0 0,1-1 0 0 0,-1 1 0 0 0,1-1 0 0 0,-1 1 0 0 0,0 0 0 0 0,1-1 0 0 0,-1 1 0 0 0,1 0 0 0 0,-1 0 0 0 0,1 0 0 0 0,-1 0 0 0 0,1 0 0 0 0,-1 0 0 0 0,1 1 0 0 0,-1-1 0 0 0,0 0-1 0 0,1 1 1 0 0,-1-1 0 0 0,1 1 0 0 0,-1-1 0 0 0,0 1 0 0 0,0 0 0 0 0,1 0 0 0 0,-1-1 0 0 0,0 1 0 0 0,0 0 0 0 0,0 0 0 0 0,0 0 0 0 0,0 0 0 0 0,0 0 0 0 0,0 1 0 0 0,0-1 0 0 0,0 0 0 0 0,0 0 0 0 0,0 3 0 0 0,2 1-33 0 0,0 0 0 0 0,0 1 0 0 0,-1 0 0 0 0,1-1 1 0 0,-2 1-1 0 0,1 0 0 0 0,-1 0 0 0 0,1 0 0 0 0,-1 10 1 0 0,-1-1-10 0 0,-2 0 1 0 0,0 0 0 0 0,-1 0-1 0 0,0 0 1 0 0,-1-1 0 0 0,-1 0 0 0 0,0 0-1 0 0,-11 21 1 0 0,5-15 8 0 0,0-1-1 0 0,-2 0 1 0 0,0-1-1 0 0,-1 0 1 0 0,-17 17 0 0 0,29-33 36 0 0,0-1 0 0 0,0 1 0 0 0,0 0 0 0 0,0 1 0 0 0,0-1 0 0 0,1 0 1 0 0,-1 0-1 0 0,1 1 0 0 0,0-1 0 0 0,0 1 0 0 0,0-1 0 0 0,0 1 1 0 0,0-1-1 0 0,0 1 0 0 0,0 0 0 0 0,1 0 0 0 0,-1 2 0 0 0,2-3 8 0 0,-1 0 0 0 0,0 0-1 0 0,1 0 1 0 0,0 0-1 0 0,-1 0 1 0 0,1 0 0 0 0,0 0-1 0 0,0 0 1 0 0,0-1-1 0 0,0 1 1 0 0,0 0 0 0 0,1 0-1 0 0,-1-1 1 0 0,0 1-1 0 0,1-1 1 0 0,-1 1 0 0 0,4 1-1 0 0,7 5 28 0 0,0-1 1 0 0,1-1-1 0 0,-1 0 0 0 0,1-1 0 0 0,20 6 0 0 0,-9-3-28 0 0,191 63-1181 0 0,-139-47-1213 0 0,-41-15 348 0 0,-10-3-3666 0 0,-8-4 2455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04.7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63 23 1012 0 0,'1'-22'10451'0'0,"-10"38"-10212"0"0,0 0 0 0 0,1 0 0 0 0,1 1 0 0 0,1 0 0 0 0,0 1 0 0 0,1-1 0 0 0,1 1 0 0 0,0 0 0 0 0,2 0 0 0 0,0 1 1 0 0,1-1-1 0 0,1 0 0 0 0,0 1 0 0 0,4 21 0 0 0,-3-36-327 0 0,0 0 1 0 0,-1 0 0 0 0,1-1-1 0 0,0 1 1 0 0,1 0 0 0 0,-1-1-1 0 0,1 1 1 0 0,0-1-1 0 0,-1 1 1 0 0,2-1 0 0 0,-1 0-1 0 0,0 0 1 0 0,0 0 0 0 0,1 0-1 0 0,0 0 1 0 0,0-1 0 0 0,0 1-1 0 0,0-1 1 0 0,0 0-1 0 0,0 0 1 0 0,0 0 0 0 0,1 0-1 0 0,3 2 1 0 0,-1-3-459 0 0,0 0 0 0 0,0 0-1 0 0,0 0 1 0 0,-1-1 0 0 0,1 0 0 0 0,0 0 0 0 0,0 0-1 0 0,0-1 1 0 0,0 0 0 0 0,0 0 0 0 0,0 0 0 0 0,-1-1-1 0 0,1 0 1 0 0,8-4 0 0 0,6-4-2133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05.0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1 484 0 0,'0'0'9138'0'0,"16"28"-3247"0"0,-1 68-3980 0 0,-7-58-3555 0 0,3 63 1 0 0,-8-45-5339 0 0,-5-36 2959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07.1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19 312 212 0 0,'0'0'1329'0'0,"-3"-39"6630"0"0,-13 33-2238 0 0,235-12-5710 0 0,-76 8-9 0 0,860-48 41 0 0,-521 36-5 0 0,49-17-27 0 0,33-9 329 0 0,-285 27 37 0 0,-137 13-179 0 0,-12 2 35 0 0,8-6 967 0 0,-92 1-266 0 0,-45 10-884 0 0,34-10 214 0 0,-18 10-175 0 0,-16 1-81 0 0,5 0 1118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08.1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129 1108 684 0 0,'14'-4'12960'0'0,"-17"-19"-12027"0"0,1 1 0 0 0,1-1 0 0 0,1 0 0 0 0,1 0 0 0 0,6-38 0 0 0,2-44 29 0 0,-9 74-747 0 0,-5-229 953 0 0,-15 65-620 0 0,-15 15-160 0 0,35 178-386 0 0,0-2 0 0 0,-1 0-1 0 0,0-1 1 0 0,0 1-1 0 0,0 0 0 0 0,-1 0 1 0 0,0 0-1 0 0,1 0 1 0 0,-5-6-1 0 0,5 9 1 0 0,1 1-49 0 0,1 0 6 0 0,-1 0 0 0 0,0-1-1 0 0,0 1 1 0 0,0 0 0 0 0,0-1 0 0 0,0 1 0 0 0,0 0 0 0 0,0 0 0 0 0,0-1-1 0 0,0 1 1 0 0,-1 0 0 0 0,1-1 0 0 0,0 1 0 0 0,0 0 0 0 0,0 0-1 0 0,0-1 1 0 0,0 1 0 0 0,0 0 0 0 0,-1 0 0 0 0,1-1 0 0 0,0 1 0 0 0,0 0-1 0 0,0 0 1 0 0,-1-1 0 0 0,1 1 0 0 0,0 0 0 0 0,0 0 0 0 0,0 0 0 0 0,-1 0-1 0 0,1-1 1 0 0,0 1 0 0 0,-1 0 0 0 0,1 0 0 0 0,0 0 0 0 0,0 0-1 0 0,-1 0 1 0 0,1 0 0 0 0,0 0 0 0 0,-1 0 0 0 0,1 0 0 0 0,0 0 0 0 0,0 0-1 0 0,-1 0 1 0 0,-16 8-508 0 0,-12 23-92 0 0,25-21 497 0 0,0 0-1 0 0,0 0 1 0 0,1 1 0 0 0,0-1 0 0 0,0 1 0 0 0,0 15 0 0 0,2-21 99 0 0,2 1 0 0 0,-1 0 0 0 0,0-1 0 0 0,1 1 0 0 0,0-1 0 0 0,1 1 1 0 0,-1-1-1 0 0,1 1 0 0 0,0-1 0 0 0,0 0 0 0 0,1 0 0 0 0,-1 0 0 0 0,1 0 1 0 0,5 6-1 0 0,-7-10 43 0 0,0-1-1 0 0,0 1 1 0 0,0 0 0 0 0,0-1 0 0 0,1 1 0 0 0,-1-1 0 0 0,0 1 0 0 0,0-1 0 0 0,0 1 0 0 0,1-1 0 0 0,-1 0 0 0 0,0 0 0 0 0,0 1-1 0 0,1-1 1 0 0,-1 0 0 0 0,0 0 0 0 0,0-1 0 0 0,1 1 0 0 0,-1 0 0 0 0,0 0 0 0 0,0 0 0 0 0,1-1 0 0 0,-1 1 0 0 0,0-1-1 0 0,0 1 1 0 0,0-1 0 0 0,0 1 0 0 0,1-1 0 0 0,-1 0 0 0 0,0 0 0 0 0,0 1 0 0 0,0-1 0 0 0,-1 0 0 0 0,1 0 0 0 0,2-2 0 0 0,33-34-87 0 0,-28 24-18 0 0,0 0 1 0 0,-1 0-1 0 0,-1 0 0 0 0,0-1 0 0 0,-1 0 0 0 0,-1 0 0 0 0,0 0 1 0 0,-1-1-1 0 0,0 0 0 0 0,-1 1 0 0 0,-1-1 0 0 0,0-20 0 0 0,2 14-79 0 0,-2 19 103 0 0,0 0 0 0 0,-1-1 0 0 0,1 1 0 0 0,-1 0 0 0 0,1-1 0 0 0,-1 1 0 0 0,0-1 0 0 0,0 1 0 0 0,0-1 0 0 0,0 1 0 0 0,0-1 0 0 0,0 1 0 0 0,-1 0 0 0 0,1-1 0 0 0,-1 1 0 0 0,0-1 0 0 0,-1-2 0 0 0,0 4-13 0 0,1 0-1 0 0,-1 1 0 0 0,1-1 1 0 0,-1 1-1 0 0,0-1 0 0 0,1 1 0 0 0,-1 0 1 0 0,1 0-1 0 0,-1 0 0 0 0,0 0 1 0 0,1 0-1 0 0,-1 0 0 0 0,0 0 1 0 0,1 0-1 0 0,-1 1 0 0 0,1-1 1 0 0,-1 0-1 0 0,0 1 0 0 0,1 0 0 0 0,-1-1 1 0 0,1 1-1 0 0,-1 0 0 0 0,1 0 1 0 0,-2 1-1 0 0,-41 26-1654 0 0,34-20 882 0 0,-18 13-4278 0 0,20-15 2674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08.6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36 1256 0 0,'7'-1'8266'0'0,"15"25"-7461"0"0,-1 0-1 0 0,-2 1 0 0 0,0 1 0 0 0,17 34 1 0 0,13 15 86 0 0,28 30 1367 0 0,-77-104-2180 0 0,1-1-1 0 0,0 0 1 0 0,-1 1 0 0 0,1-1 0 0 0,-1 0 0 0 0,1 0-1 0 0,0 0 1 0 0,-1 0 0 0 0,1 0 0 0 0,0 0-1 0 0,-1 1 1 0 0,1-1 0 0 0,0-1 0 0 0,-1 1-1 0 0,1 0 1 0 0,0 0 0 0 0,-1 0 0 0 0,1 0 0 0 0,-1 0-1 0 0,1-1 1 0 0,0 1 0 0 0,-1 0 0 0 0,1 0-1 0 0,-1-1 1 0 0,1 1 0 0 0,-1 0 0 0 0,1-1 0 0 0,-1 1-1 0 0,1-1 1 0 0,-1 1 0 0 0,1-1 0 0 0,-1 1-1 0 0,1-1 1 0 0,-1 1 0 0 0,0-1 0 0 0,1 1 0 0 0,-1-1-1 0 0,0 1 1 0 0,0-1 0 0 0,1-1 0 0 0,15-25 314 0 0,-15 26-239 0 0,16-31 381 0 0,-8 18-448 0 0,-1-1 0 0 0,-1-1 1 0 0,0 1-1 0 0,-1-1 1 0 0,0 0-1 0 0,-1-1 1 0 0,2-18-1 0 0,26-110-2241 0 0,-28 129 797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09.0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1 460 0 0,'-15'30'11807'0'0,"-6"33"-9225"0"0,18-52-2653 0 0,-1 0 0 0 0,2 1 1 0 0,0 0-1 0 0,0-1 0 0 0,1 1 0 0 0,0 0 0 0 0,1 0 0 0 0,1 0 0 0 0,-1-1 0 0 0,4 14 0 0 0,-2-20-55 0 0,-1-1 0 0 0,2 1 0 0 0,-1-1 1 0 0,0 0-1 0 0,1 0 0 0 0,-1 0 0 0 0,1 0 0 0 0,0 0 0 0 0,1 0 0 0 0,-1-1 0 0 0,1 1 0 0 0,-1-1 0 0 0,1 0 0 0 0,0 0 0 0 0,0 0 0 0 0,1-1 0 0 0,-1 0 0 0 0,0 0 0 0 0,10 4 1 0 0,-7-4-621 0 0,0-1 1 0 0,0 1-1 0 0,0-1 1 0 0,0-1-1 0 0,0 1 1 0 0,0-1 0 0 0,0 0-1 0 0,12-2 1 0 0,1-1-1981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09.6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164 35 616 0 0,'1'-13'2842'0'0,"-1"12"-2538"0"0,1 0 0 0 0,-1 1-1 0 0,0-1 1 0 0,-6-18 7922 0 0,-31 48-7031 0 0,17-11-720 0 0,3-4 21 0 0,0 1 0 0 0,-24 30 0 0 0,38-42-425 0 0,0 0-1 0 0,0 1 0 0 0,1-1 0 0 0,0 1 1 0 0,-1 0-1 0 0,1 0 0 0 0,1 0 1 0 0,-1 0-1 0 0,1 0 0 0 0,-1 0 0 0 0,1 0 1 0 0,0 1-1 0 0,1-1 0 0 0,-1 0 0 0 0,1 1 1 0 0,0-1-1 0 0,0 0 0 0 0,0 1 0 0 0,0-1 1 0 0,2 5-1 0 0,0-5-147 0 0,0 0 0 0 0,0 0 0 0 0,0 0 0 0 0,1 0 1 0 0,0-1-1 0 0,0 1 0 0 0,0-1 0 0 0,0 0 0 0 0,0 0 0 0 0,1 0 0 0 0,-1 0 0 0 0,1 0 1 0 0,0-1-1 0 0,0 1 0 0 0,6 2 0 0 0,1 0-1646 0 0,1 0 1 0 0,-1-1-1 0 0,1 0 0 0 0,17 3 0 0 0,0-4-2602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0:56.4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903 230 556 0 0,'1'-1'223'0'0,"-1"-1"0"0"0,1 1 0 0 0,-1-1 0 0 0,1 1 0 0 0,-1-1 0 0 0,0 1 0 0 0,0-1 0 0 0,0 1 0 0 0,0-1 0 0 0,0 1-1 0 0,0-1 1 0 0,0 1 0 0 0,0-1 0 0 0,0 1 0 0 0,-1-1 0 0 0,1 1 0 0 0,-1-1 0 0 0,1 1 0 0 0,-1 0 0 0 0,1-1 0 0 0,-1 1 0 0 0,-1-2 0 0 0,-18-31 2713 0 0,16 30-2745 0 0,0 1 0 0 0,-1-1-1 0 0,1 1 1 0 0,-1 0 0 0 0,1 0 0 0 0,-1 1 0 0 0,0-1-1 0 0,0 1 1 0 0,-1 0 0 0 0,1 1 0 0 0,0-1 0 0 0,0 1-1 0 0,-1 0 1 0 0,1 0 0 0 0,-1 1 0 0 0,-7 0-1 0 0,-7-1 24 0 0,0 2 0 0 0,0 1-1 0 0,-23 4 1 0 0,4 2-41 0 0,1 1 0 0 0,0 3 0 0 0,0 1 1 0 0,1 1-1 0 0,1 3 0 0 0,0 0 0 0 0,1 3 1 0 0,2 1-1 0 0,-36 27 0 0 0,44-27-12 0 0,0 0 0 0 0,2 2 0 0 0,0 1-1 0 0,1 0 1 0 0,2 2 0 0 0,0 0 0 0 0,2 1 0 0 0,1 1 0 0 0,1 1-1 0 0,2 0 1 0 0,-16 46 0 0 0,22-49-22 0 0,1 0-1 0 0,1 1 1 0 0,1 0-1 0 0,2-1 1 0 0,0 1-1 0 0,2 1 1 0 0,1-1 0 0 0,2 0-1 0 0,0 0 1 0 0,2 0-1 0 0,0 0 1 0 0,2-1-1 0 0,13 36 1 0 0,-12-44-61 0 0,1 0-1 0 0,1-1 1 0 0,0 0 0 0 0,1 0 0 0 0,1-1-1 0 0,0-1 1 0 0,1 0 0 0 0,1 0 0 0 0,0-1-1 0 0,1-1 1 0 0,1 0 0 0 0,0-1 0 0 0,0-1 0 0 0,2 0-1 0 0,-1-1 1 0 0,1-1 0 0 0,0 0 0 0 0,1-1-1 0 0,28 8 1 0 0,-22-9-23 0 0,-1-1 0 0 0,1-1 0 0 0,1-1 0 0 0,-1-1 0 0 0,1-1 0 0 0,-1-1 0 0 0,1-1 0 0 0,-1-2 1 0 0,1 0-1 0 0,-1-2 0 0 0,0 0 0 0 0,0-2 0 0 0,0 0 0 0 0,-1-2 0 0 0,0-1 0 0 0,0 0 0 0 0,38-24 0 0 0,-26 11-13 0 0,-1-2-1 0 0,-1-2 1 0 0,-1 0 0 0 0,-2-3 0 0 0,0 0-1 0 0,-2-2 1 0 0,-2-1 0 0 0,26-38 0 0 0,-36 44-33 0 0,-1 0 0 0 0,-2-1 0 0 0,0 0 0 0 0,-2-1 1 0 0,-1 0-1 0 0,-1-1 0 0 0,-1 0 0 0 0,-2-1 0 0 0,-1 1 1 0 0,-1-1-1 0 0,-1-60 0 0 0,-4 46-19 0 0,-2 1-1 0 0,-2 0 1 0 0,-2 1-1 0 0,-14-45 1 0 0,16 69 2 0 0,-2 0 1 0 0,0 0-1 0 0,-1 1 1 0 0,0 0-1 0 0,-2 0 0 0 0,0 1 1 0 0,-1 0-1 0 0,0 1 1 0 0,-1 0-1 0 0,-1 1 1 0 0,-28-24-1 0 0,20 23-48 0 0,-2 0 0 0 0,0 1 0 0 0,-1 1 0 0 0,0 1 0 0 0,-1 1 0 0 0,0 1 0 0 0,-1 2 0 0 0,0 0 0 0 0,0 2 0 0 0,-1 1 0 0 0,-28-2 0 0 0,25 4-204 0 0,0 2 1 0 0,0 1-1 0 0,0 1 1 0 0,-1 2-1 0 0,1 1 1 0 0,1 1-1 0 0,-1 2 1 0 0,1 1-1 0 0,-50 20 1 0 0,65-21-94 0 0,0 0 0 0 0,0 1 0 0 0,1 0 0 0 0,0 1 0 0 0,1 0 0 0 0,0 1 0 0 0,0 1 0 0 0,1 0 0 0 0,0 1 0 0 0,-10 14 0 0 0,11-12-992 0 0,1 1-1 0 0,0 0 0 0 0,2 1 1 0 0,0 0-1 0 0,-8 24 0 0 0,7-11-2019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0:56.8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23 404 204 0 0,'-3'-5'386'0'0,"0"0"-1"0"0,0 0 1 0 0,1 0 0 0 0,-1-1-1 0 0,1 1 1 0 0,1-1 0 0 0,-1 1 0 0 0,1-1-1 0 0,0 0 1 0 0,0 1 0 0 0,1-1-1 0 0,0 0 1 0 0,0 0 0 0 0,0 0-1 0 0,0 1 1 0 0,1-1 0 0 0,0 0-1 0 0,1 1 1 0 0,-1-1 0 0 0,1 0-1 0 0,0 1 1 0 0,5-10 0 0 0,-2 3-66 0 0,1 0 1 0 0,1 0-1 0 0,0 0 0 0 0,0 1 1 0 0,1 0-1 0 0,0 1 1 0 0,1-1-1 0 0,19-16 0 0 0,-20 21-156 0 0,-1 0 0 0 0,1 1 0 0 0,0 0 0 0 0,0 1 0 0 0,0-1-1 0 0,0 2 1 0 0,1-1 0 0 0,10-2 0 0 0,-16 5-124 0 0,1 1 1 0 0,0-1-1 0 0,0 1 0 0 0,0 0 1 0 0,-1 0-1 0 0,1 0 1 0 0,0 1-1 0 0,0-1 0 0 0,-1 1 1 0 0,1 0-1 0 0,0 0 1 0 0,-1 0-1 0 0,1 1 0 0 0,-1-1 1 0 0,1 1-1 0 0,-1 0 1 0 0,0 0-1 0 0,0 0 0 0 0,0 0 1 0 0,0 0-1 0 0,0 1 1 0 0,5 5-1 0 0,17 20 183 0 0,23 35 0 0 0,17 20 14 0 0,-63-81-215 0 0,0 1 1 0 0,0-1-1 0 0,0 0 0 0 0,1 0 1 0 0,-1 0-1 0 0,1 0 1 0 0,0 0-1 0 0,0-1 1 0 0,-1 1-1 0 0,1-1 1 0 0,0 1-1 0 0,0-1 0 0 0,0 0 1 0 0,0 0-1 0 0,1-1 1 0 0,-1 1-1 0 0,0-1 1 0 0,0 1-1 0 0,6-1 1 0 0,-5-1 1 0 0,1 0 1 0 0,0 0-1 0 0,0 0 1 0 0,-1-1-1 0 0,1 0 1 0 0,-1 0-1 0 0,1 0 1 0 0,-1 0-1 0 0,0-1 1 0 0,0 1-1 0 0,7-7 1 0 0,1-2-78 0 0,-1 0 0 0 0,0-1 0 0 0,-1-1 0 0 0,0 0 1 0 0,-1 0-1 0 0,15-27 0 0 0,27-77-1605 0 0,-25 39-6960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0:58.0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113 205 996 0 0,'-11'-8'9727'0'0,"4"-7"-5144"0"0,-1-27-4450 0 0,-3-3-513 0 0,-6 11 335 0 0,-16-24-55 0 0,33 58 100 0 0,0-1-1 0 0,0 1 1 0 0,0 0-1 0 0,-1 0 1 0 0,1 0 0 0 0,0 0-1 0 0,0 0 1 0 0,0-1-1 0 0,-1 1 1 0 0,1 0-1 0 0,0 0 1 0 0,0 0 0 0 0,0 0-1 0 0,-1 0 1 0 0,1 0-1 0 0,0 0 1 0 0,0 0 0 0 0,-1 0-1 0 0,1 0 1 0 0,0 0-1 0 0,0 0 1 0 0,0 0-1 0 0,-1 0 1 0 0,1 0 0 0 0,0 0-1 0 0,0 0 1 0 0,-1 0-1 0 0,1 0 1 0 0,0 0 0 0 0,0 0-1 0 0,0 0 1 0 0,-1 0-1 0 0,1 1 1 0 0,0-1-1 0 0,0 0 1 0 0,0 0 0 0 0,0 0-1 0 0,-1 0 1 0 0,1 0-1 0 0,0 1 1 0 0,0-1 0 0 0,0 0-1 0 0,0 0 1 0 0,0 0-1 0 0,-1 1 1 0 0,1-1-1 0 0,0 0 1 0 0,0 0 0 0 0,0 0-1 0 0,0 1 1 0 0,0-1-1 0 0,0 0 1 0 0,0 0 0 0 0,0 1-1 0 0,0-1 1 0 0,0 0-1 0 0,0 0 1 0 0,0 0-1 0 0,0 1 1 0 0,0-1 0 0 0,0 0-1 0 0,0 1 1 0 0,-6 29 113 0 0,0 37 248 0 0,2 205 2180 0 0,36 332 1 0 0,-13-453-1608 0 0,6 78 378 0 0,-2 55 743 0 0,-15-201-1237 0 0,-5-59-521 0 0,0 9 129 0 0,-2-12 2826 0 0,-1-20-3237 0 0,0-1 0 0 0,0 0-1 0 0,-1 1 1 0 0,1-1-1 0 0,0 0 1 0 0,0 1-1 0 0,0-1 1 0 0,-1 0-1 0 0,1 0 1 0 0,0 1 0 0 0,-1-1-1 0 0,1 0 1 0 0,0 0-1 0 0,-1 1 1 0 0,1-1-1 0 0,0 0 1 0 0,-1 0 0 0 0,1 0-1 0 0,0 0 1 0 0,-1 0-1 0 0,1 1 1 0 0,0-1-1 0 0,-1 0 1 0 0,1 0 0 0 0,0 0-1 0 0,-1 0 1 0 0,1 0-1 0 0,-1 0 1 0 0,1 0-1 0 0,0 0 1 0 0,-1 0 0 0 0,1-1-1 0 0,0 1 1 0 0,-1 0-1 0 0,1 0 1 0 0,-1 0-1 0 0,1 0 1 0 0,0 0 0 0 0,-1-1-1 0 0,1 1 1 0 0,0 0-1 0 0,0 0 1 0 0,-1-1-1 0 0,1 1 1 0 0,0 0 0 0 0,-1 0-1 0 0,1-1 1 0 0,0 1-1 0 0,0 0 1 0 0,0-1-1 0 0,-1 1 1 0 0,1 0 0 0 0,0-1-1 0 0,-21 175-108 0 0,21-172 109 0 0,-5 9-3761 0 0,9-26 1156 0 0,6-24-3637 0 0,-6 18 3259 0 0,0 1-4835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0:59.0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1 168 188 0 0,'7'6'2510'0'0,"81"-3"-705"0"0,0-3 0 0 0,158-22 0 0 0,-45 2-581 0 0,138-19 668 0 0,-23 1-380 0 0,229-2 1208 0 0,-539 40-2689 0 0,-5 0-30 0 0,0 0-1 0 0,1 0 0 0 0,-1 0 0 0 0,0 0 1 0 0,0 0-1 0 0,0 0 0 0 0,0 0 0 0 0,0 0 1 0 0,1-1-1 0 0,-1 1 0 0 0,0 0 1 0 0,0-1-1 0 0,0 1 0 0 0,0-1 0 0 0,0 1 1 0 0,0-1-1 0 0,0 0 0 0 0,0 1 0 0 0,0-1 1 0 0,0 0-1 0 0,1-1 0 0 0,-2 1-186 0 0,-3 1-360 0 0,-10-3-268 0 0,0 1 1 0 0,0 1-1 0 0,-1 0 1 0 0,1 0-1 0 0,0 2 0 0 0,0 0 1 0 0,0 0-1 0 0,-21 5 1 0 0,15-3-1482 0 0,-10 3-602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0:59.4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55 312 0 0,'0'1'96'0'0,"0"0"-1"0"0,1 0 1 0 0,-1 0 0 0 0,1 0-1 0 0,-1 0 1 0 0,0 0 0 0 0,1 0 0 0 0,0 0-1 0 0,-1 0 1 0 0,1 0 0 0 0,-1-1-1 0 0,1 1 1 0 0,0 0 0 0 0,0 0-1 0 0,0-1 1 0 0,-1 1 0 0 0,1 0-1 0 0,0-1 1 0 0,0 1 0 0 0,0-1-1 0 0,0 1 1 0 0,0-1 0 0 0,0 0 0 0 0,0 1-1 0 0,0-1 1 0 0,0 0 0 0 0,0 0-1 0 0,0 0 1 0 0,0 1 0 0 0,0-1-1 0 0,0 0 1 0 0,0 0 0 0 0,0-1-1 0 0,0 1 1 0 0,0 0 0 0 0,0 0 0 0 0,2-1-1 0 0,54-7 477 0 0,-36 4-386 0 0,38-9-205 0 0,-47 9-137 0 0,0 1 0 0 0,0 1 0 0 0,0-1 0 0 0,1 2 0 0 0,-1 0 0 0 0,1 0 0 0 0,-1 1 1 0 0,19 3-1 0 0,-30-3 151 0 0,0 0 0 0 0,1 0 0 0 0,-1 1 0 0 0,0-1 0 0 0,0 1 1 0 0,1-1-1 0 0,-1 1 0 0 0,0 0 0 0 0,0-1 0 0 0,0 1 0 0 0,0 0 0 0 0,0 0 1 0 0,0 0-1 0 0,0 0 0 0 0,0 0 0 0 0,0 0 0 0 0,-1 0 0 0 0,1 0 0 0 0,0 0 1 0 0,-1 0-1 0 0,1 0 0 0 0,0 0 0 0 0,-1 0 0 0 0,0 1 0 0 0,1-1 0 0 0,-1 0 1 0 0,0 0-1 0 0,1 1 0 0 0,-1-1 0 0 0,0 0 0 0 0,0 1 0 0 0,0-1 0 0 0,0 0 1 0 0,0 0-1 0 0,0 1 0 0 0,-1-1 0 0 0,1 0 0 0 0,0 1 0 0 0,-1-1 1 0 0,1 0-1 0 0,-1 0 0 0 0,1 0 0 0 0,-1 1 0 0 0,0-1 0 0 0,1 0 0 0 0,-1 0 1 0 0,-1 1-1 0 0,-5 10 524 0 0,-1-1 1 0 0,0 1-1 0 0,-14 14 0 0 0,16-14 3823 0 0,18-14-2361 0 0,32-11-777 0 0,55-22-1579 0 0,28-18-1469 0 0,-41 16-3364 0 0,-47 19 2268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00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0 328 0 0,'0'18'7317'0'0,"12"17"-5437"0"0,-6-18-842 0 0,43 195 3160 0 0,-46-191-4529 0 0,0 1 1 0 0,0 23 0 0 0,-3-39-231 0 0,-1 0 0 0 0,1 0 0 0 0,-1 0 0 0 0,0 0 0 0 0,-1 0 0 0 0,1 0 0 0 0,-4 8 0 0 0,-7-2-4041 0 0,6-10 1966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00.4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75 292 0 0,'-14'-14'7189'0'0,"13"12"-6391"0"0,-1-2 1 0 0,8 0-545 0 0,0-1-1 0 0,0 2 1 0 0,1-1-1 0 0,-1 1 1 0 0,1 0-1 0 0,-1 0 1 0 0,1 1-1 0 0,11-3 1 0 0,64-10-23 0 0,-75 14-221 0 0,21-2-350 0 0,0 1 0 0 0,1 1 1 0 0,37 4-1 0 0,-38 0-2382 0 0,46 11-1 0 0,-42-6 22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00.7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97 120 0 0,'0'2'316'0'0,"0"-1"0"0"0,0 0 0 0 0,0 0-1 0 0,0 1 1 0 0,1-1 0 0 0,-1 0 0 0 0,0 0 0 0 0,1 1 0 0 0,-1-1 0 0 0,1 0-1 0 0,-1 0 1 0 0,1 0 0 0 0,-1 0 0 0 0,1 0 0 0 0,0 0 0 0 0,0 0 0 0 0,-1 0-1 0 0,1 0 1 0 0,0 0 0 0 0,0 0 0 0 0,0 0 0 0 0,0 0 0 0 0,0-1-1 0 0,0 1 1 0 0,2 1 0 0 0,1-1-6 0 0,-1 0 1 0 0,1 0-1 0 0,-1 0 0 0 0,1-1 1 0 0,-1 1-1 0 0,1-1 0 0 0,0 1 0 0 0,-1-1 1 0 0,5-1-1 0 0,6-1-18 0 0,0 0 0 0 0,0-1 0 0 0,0 0 0 0 0,13-6 0 0 0,-8 3-415 0 0,1-1-156 0 0,0-1 1 0 0,36-20-1 0 0,-50 24-565 0 0,1 0-1 0 0,-1-1 0 0 0,0 0 0 0 0,0 0 1 0 0,-1-1-1 0 0,0 1 0 0 0,5-8 0 0 0,2-3-2065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01.3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0 135 956 0 0,'8'-42'10754'0'0,"31"97"-9186"0"0,50 92 0 0 0,-54-84-689 0 0,50 66 0 0 0,-65-99-371 0 0,-17-23-246 0 0,1-1 1 0 0,0-1 0 0 0,0 1-1 0 0,0 0 1 0 0,1-1-1 0 0,0 0 1 0 0,0 0 0 0 0,11 8-1 0 0,-15-13-204 0 0,0 0-1 0 0,0 0 0 0 0,0 0 1 0 0,0 0-1 0 0,0 0 1 0 0,1 0-1 0 0,-1 0 1 0 0,0 0-1 0 0,0 0 1 0 0,0 0-1 0 0,0-1 1 0 0,0 1-1 0 0,0 0 0 0 0,1-1 1 0 0,-1 1-1 0 0,0-1 1 0 0,0 1-1 0 0,0-1 1 0 0,0 0-1 0 0,-1 1 1 0 0,1-1-1 0 0,0 0 0 0 0,0 0 1 0 0,0 1-1 0 0,0-1 1 0 0,-1 0-1 0 0,1 0 1 0 0,0 0-1 0 0,-1 0 1 0 0,1 0-1 0 0,-1 0 0 0 0,1-1 1 0 0,19-35 522 0 0,-5-5-575 0 0,-1 0 0 0 0,-1-1 0 0 0,-3 0 0 0 0,-2 0-1 0 0,-1-1 1 0 0,-3-1 0 0 0,-1 1 0 0 0,-5-63 0 0 0,6 39-4206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01.7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1 544 0 0,'2'17'1122'0'0,"0"1"-1"0"0,0-1 1 0 0,2 1 0 0 0,0-1-1 0 0,7 17 1 0 0,-4-15 154 0 0,-2 1-1 0 0,0-1 1 0 0,3 29 0 0 0,-3 25-3476 0 0,-8-70 1025 0 0,-14-11-5931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02.0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44 360 0 0,'-4'-7'1028'0'0,"2"-2"1752"0"0,0 0-2000 0 0,-2 3 549 0 0,4-3-397 0 0,8 5-496 0 0,5 4-444 0 0,15 2-544 0 0,-9 0-36 0 0,-5 3-497 0 0,4 3-1171 0 0,-2-5 516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02.3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53 368 0 0,'2'4'792'0'0,"0"0"-1"0"0,0 1 1 0 0,-1 0-1 0 0,1-1 1 0 0,-1 1-1 0 0,0 0 1 0 0,-1 0-1 0 0,1-1 1 0 0,-1 10-1 0 0,2 9 64 0 0,0-10-188 0 0,4 10 218 0 0,-1 0 1 0 0,-1 0 0 0 0,-1 0-1 0 0,0 36 1 0 0,-27-102-546 0 0,22 30-250 0 0,0 1 0 0 0,1 0 0 0 0,1 0 0 0 0,0 0 0 0 0,0-1 0 0 0,1 1 1 0 0,1 0-1 0 0,0 0 0 0 0,1 0 0 0 0,0 0 0 0 0,1 0 0 0 0,0 1 0 0 0,0 0 0 0 0,2-1 0 0 0,-1 2 1 0 0,1-1-1 0 0,15-18 0 0 0,-19 27-53 0 0,0 0-1 0 0,0 0 1 0 0,1 0 0 0 0,-1 0-1 0 0,0 1 1 0 0,1-1 0 0 0,-1 1-1 0 0,1 0 1 0 0,0 0 0 0 0,-1 0-1 0 0,1 0 1 0 0,0 0 0 0 0,0 0-1 0 0,0 1 1 0 0,-1-1 0 0 0,1 1 0 0 0,0 0-1 0 0,0 0 1 0 0,0 0 0 0 0,0 0-1 0 0,0 1 1 0 0,0-1 0 0 0,-1 1-1 0 0,1-1 1 0 0,0 1 0 0 0,0 0-1 0 0,-1 0 1 0 0,5 3 0 0 0,8 3 87 0 0,0 0 0 0 0,-1 1 1 0 0,21 15-1 0 0,-34-21-114 0 0,9 5-19 0 0,0 1 0 0 0,-1 1 0 0 0,-1 0 0 0 0,1 0-1 0 0,-1 0 1 0 0,-1 1 0 0 0,0 1 0 0 0,0-1 0 0 0,10 23-1 0 0,-11-18-1270 0 0,0 0 0 0 0,-1 0-1 0 0,-1 1 1 0 0,3 18-1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02.7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0 324 0 0,'4'5'11527'0'0,"13"20"-9706"0"0,0 2-1446 0 0,-2 0 0 0 0,-1 1 0 0 0,19 54 0 0 0,-22-49-4383 0 0,8 54 0 0 0,-12-39-16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41.8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1193 134 60 0 0,'0'0'751'0'0,"8"-47"8046"0"0,-9 45-8676 0 0,0 1-1 0 0,0-1 1 0 0,0 1-1 0 0,0-1 1 0 0,0 1 0 0 0,0-1-1 0 0,0 1 1 0 0,0 0-1 0 0,-1 0 1 0 0,1-1-1 0 0,-1 1 1 0 0,1 0-1 0 0,-1 0 1 0 0,1 0-1 0 0,-1 1 1 0 0,1-1 0 0 0,-1 0-1 0 0,0 1 1 0 0,1-1-1 0 0,-1 1 1 0 0,0-1-1 0 0,0 1 1 0 0,0 0-1 0 0,1 0 1 0 0,-1-1 0 0 0,0 1-1 0 0,0 1 1 0 0,0-1-1 0 0,1 0 1 0 0,-3 1-1 0 0,-10-1 64 0 0,0 1-120 0 0,-1 0 0 0 0,0 1 1 0 0,1 1-1 0 0,-1 0 1 0 0,-24 10-1 0 0,-73 35 91 0 0,45-18 55 0 0,24-7-83 0 0,1 1 0 0 0,1 2 0 0 0,-48 40-1 0 0,88-65-123 0 0,-74 59 177 0 0,3 3 1 0 0,-69 78-1 0 0,104-101-34 0 0,1 3 0 0 0,2 1 0 0 0,2 2 0 0 0,2 0 0 0 0,2 3 0 0 0,2 0-1 0 0,2 1 1 0 0,-19 62 0 0 0,31-77 11 0 0,1 0 0 0 0,2 1-1 0 0,2 0 1 0 0,1 1 0 0 0,1-1-1 0 0,3 1 1 0 0,1 0 0 0 0,1 0-1 0 0,2 0 1 0 0,8 39 0 0 0,-3-47 82 0 0,1-1 0 0 0,2 1 0 0 0,0-2 1 0 0,2 1-1 0 0,2-2 0 0 0,23 37 1 0 0,-10-24 179 0 0,1-2 0 0 0,3-1 0 0 0,46 44 0 0 0,-36-47-180 0 0,1-2 0 0 0,1-1 0 0 0,2-2 0 0 0,1-3 0 0 0,0-1 0 0 0,76 26-1 0 0,-52-23-156 0 0,2-3 0 0 0,0-4 0 0 0,1-2 1 0 0,1-4-1 0 0,0-3 0 0 0,1-4 0 0 0,88-1 0 0 0,-96-10-49 0 0,-1-4 1 0 0,0-2 0 0 0,93-27-1 0 0,-73 11 11 0 0,-80 24-42 0 0,191-68 33 0 0,-166 55-32 0 0,0 0 0 0 0,-1-2 0 0 0,-1-1 0 0 0,30-24 0 0 0,-28 18-9 0 0,-1-1 0 0 0,-2-2 0 0 0,0-1 0 0 0,-2-1 0 0 0,-1-1 0 0 0,34-54 0 0 0,-32 31-14 0 0,-2-2 1 0 0,-2 0 0 0 0,-3-1-1 0 0,17-75 1 0 0,-22 61 30 0 0,9-96-1 0 0,-23 121 29 0 0,-2 0-1 0 0,-2 0 1 0 0,-2 0-1 0 0,-14-60 1 0 0,19 101-36 0 0,-17-64 32 0 0,-2 0 0 0 0,-47-106 1 0 0,50 143 5 0 0,-1 2 0 0 0,-1-1 0 0 0,-2 2 0 0 0,-33-37 1 0 0,-9-6-13 0 0,-72-64 0 0 0,114 120-38 0 0,0 0 0 0 0,0 1 0 0 0,-1 1 0 0 0,-1 1 0 0 0,-44-17 0 0 0,24 13-8 0 0,0 3 0 0 0,-65-12-1 0 0,23 15-89 0 0,-1 3-1 0 0,1 4 1 0 0,-109 10-1 0 0,179-5-221 0 0,1-1 1 0 0,0 2-1 0 0,0 0 0 0 0,0 0 1 0 0,0 1-1 0 0,0 1 0 0 0,1 0 0 0 0,-19 10 1 0 0,-8 13-4466 0 0,9 6-4328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42.5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178 25 308 0 0,'-21'-25'13754'0'0,"15"46"-13047"0"0,0-1 1 0 0,2 1-1 0 0,0 0 0 0 0,-1 30 1 0 0,1-7-155 0 0,-1-1-226 0 0,-45 468 3452 0 0,51-312-1901 0 0,1-74-632 0 0,-1-64-718 0 0,0-1 221 0 0,-8 66 1 0 0,8-48-66 0 0,0-63-480 0 0,0 1-1 0 0,-1 0 1 0 0,-2 19-1 0 0,-3-20 189 0 0,0-28-544 0 0,-3-9-371 0 0,1 7-414 0 0,0 0 0 0 0,2-1 0 0 0,-1 1 0 0 0,2-1 0 0 0,-5-28 0 0 0,-4-85-6918 0 0,12 107 6023 0 0,0-7-3206 0 0,1 0 381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43.2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1097 622 124 0 0,'-7'-16'16378'0'0,"5"13"-15133"0"0,-43-34 165 0 0,-78-48 1 0 0,9 9-1147 0 0,-58-35-7 0 0,111 75-193 0 0,-9-4-12 0 0,-2 3 0 0 0,-105-37 0 0 0,107 45-41 0 0,-41-12 11 0 0,94 34-32 0 0,1 0-1 0 0,-22-15 1 0 0,37 21 4 0 0,1 5-1101 0 0,1-3 982 0 0,-1 1-1 0 0,1 0 1 0 0,0-1 0 0 0,-1 1-1 0 0,1-1 1 0 0,0 1 0 0 0,0-1 0 0 0,0 1-1 0 0,0-1 1 0 0,0 0 0 0 0,0 1-1 0 0,3 1 1 0 0,67 55-6084 0 0,-37-36 724 0 0,-9-8 1618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44.0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1310 1 304 0 0,'0'0'2233'0'0,"-46"13"2144"0"0,27-5-3409 0 0,1 1 0 0 0,0 0 1 0 0,-20 15-1 0 0,-6 3-204 0 0,-187 123 1722 0 0,-163 103-59 0 0,31-31-1089 0 0,236-153-963 0 0,116-64-547 0 0,10-10-330 0 0,20-23-1167 0 0,34-34-2041 0 0,-14 17-2899 0 0,-29 29 3506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44.4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 1 4 0 0,'0'1'8561'0'0,"-5"13"-8403"0"0,-8 19 1094 0 0,-21 37 1 0 0,20-43-463 0 0,-18 51-1 0 0,26-61-489 0 0,3-12-200 0 0,1 0 0 0 0,0 1 0 0 0,0-1 0 0 0,1 0 1 0 0,0 1-1 0 0,-1 0 0 0 0,2-1 0 0 0,-1 1 0 0 0,1-1 0 0 0,0 1 0 0 0,0 0 0 0 0,0-1 0 0 0,1 1 0 0 0,0 0 1 0 0,2 6-1 0 0,-2-10-73 0 0,1 0 1 0 0,0 0 0 0 0,0-1-1 0 0,0 1 1 0 0,0-1-1 0 0,0 1 1 0 0,1-1 0 0 0,-1 0-1 0 0,0 0 1 0 0,1 0 0 0 0,-1 0-1 0 0,1 0 1 0 0,-1-1-1 0 0,1 1 1 0 0,-1-1 0 0 0,1 1-1 0 0,-1-1 1 0 0,1 0 0 0 0,3 0-1 0 0,50-2 121 0 0,174-20-2320 0 0,-77 4-5024 0 0,-100 11 3799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48.0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162 406 11973 0 0,'-16'2'594'0'0,"0"-1"1"0"0,0-1-1 0 0,0-1 0 0 0,0 0 1 0 0,0-1-1 0 0,-28-7 0 0 0,43 9-489 0 0,0 0-1 0 0,0-1 1 0 0,0 1-1 0 0,0-1 1 0 0,-1 1-1 0 0,1-1 1 0 0,0 0-1 0 0,0 1 1 0 0,0-1-1 0 0,0 0 1 0 0,0 0-1 0 0,0 0 1 0 0,1 1-1 0 0,-1-1 1 0 0,0 0-1 0 0,0 0 1 0 0,1 0-1 0 0,-1 0 1 0 0,0-1-1 0 0,1 1 1 0 0,-1 0-1 0 0,1 0 1 0 0,0 0-1 0 0,-1 0 1 0 0,1-1-1 0 0,-1-1 1 0 0,2 1-8 0 0,-1 0-1 0 0,1-1 1 0 0,-1 1 0 0 0,1-1-1 0 0,0 1 1 0 0,-1 0 0 0 0,1 0 0 0 0,0-1-1 0 0,1 1 1 0 0,-1 0 0 0 0,0 0-1 0 0,3-3 1 0 0,6-7 2 0 0,1 1-1 0 0,0 0 1 0 0,17-12 0 0 0,-24 20-65 0 0,25-20-410 0 0,112-97-3416 0 0,-122 102 858 0 0,-1-2-1 0 0,24-34 0 0 0,-17 11-1378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49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323 3182 436 0 0,'2'-3'12194'0'0,"2"-11"-11545"0"0,-6-55 423 0 0,-3 1-1 0 0,-4 1 1 0 0,-17-70-1 0 0,-64-193-803 0 0,88 325-239 0 0,-35-172 85 0 0,29 125-107 0 0,5 36-1 0 0,0 7-3 0 0,2 0 0 0 0,-1 0 1 0 0,1 0-1 0 0,1-1 0 0 0,0 1 0 0 0,0 0 0 0 0,0 0 0 0 0,3-11 1 0 0,0-35-226 0 0,-5 55 224 0 0,-5-1-6 0 0,3-1-13 0 0,0-1 1 0 0,0 0-1 0 0,0 1 1 0 0,0-1 0 0 0,0 0-1 0 0,0-1 1 0 0,1 1-1 0 0,-1-1 1 0 0,1 1 0 0 0,0-1-1 0 0,0 0 1 0 0,1 0-1 0 0,-1-1 1 0 0,-2-6 0 0 0,5 7-23 0 0,1 0 1 0 0,0-1 0 0 0,0 1 0 0 0,1 0 0 0 0,-1 0 0 0 0,1 0-1 0 0,0 0 1 0 0,0 0 0 0 0,0 0 0 0 0,1 1 0 0 0,-1-1 0 0 0,1 1-1 0 0,0 0 1 0 0,0-1 0 0 0,0 1 0 0 0,0 0 0 0 0,1 1 0 0 0,4-4 0 0 0,15-10-270 0 0,45-24 1 0 0,-26 15 70 0 0,-8 6 105 0 0,19-15-170 0 0,-53 34 293 0 0,1-1 0 0 0,-1 1 0 0 0,1-1 0 0 0,-1 1 0 0 0,0-1 0 0 0,1 1 0 0 0,-1-1 0 0 0,0 1 0 0 0,1-1 0 0 0,-1 0 0 0 0,0 1 0 0 0,0-1 0 0 0,0 1 0 0 0,1-1 0 0 0,-1 0 0 0 0,0 1 0 0 0,0-1 0 0 0,0 0 0 0 0,0 1 0 0 0,0-1 0 0 0,0 0 0 0 0,0 1 1 0 0,0-1-1 0 0,-1 0 0 0 0,1 1 0 0 0,0-1 0 0 0,0 0 0 0 0,0 1 0 0 0,-1-1 0 0 0,1 1 0 0 0,0-1 0 0 0,-1 1 0 0 0,1-1 0 0 0,0 1 0 0 0,-1-1 0 0 0,1 1 0 0 0,-1-1 0 0 0,1 1 0 0 0,-1-1 0 0 0,1 1 0 0 0,-2-1 0 0 0,-21-14-260 0 0,-66-16-89 0 0,50 19 207 0 0,1-2 1 0 0,1-2-1 0 0,-49-27 1 0 0,84 42 126 0 0,0 0 0 0 0,0 0 0 0 0,0-1 0 0 0,0 1 0 0 0,0 0 0 0 0,0-1 1 0 0,0 0-1 0 0,0 1 0 0 0,1-1 0 0 0,-1 0 0 0 0,1 0 0 0 0,-1 0 0 0 0,1 0 1 0 0,0 0-1 0 0,0 0 0 0 0,0 0 0 0 0,0 0 0 0 0,0-1 0 0 0,0 1 0 0 0,0 0 1 0 0,1-1-1 0 0,-1 1 0 0 0,1 0 0 0 0,0-1 0 0 0,0 1 0 0 0,0-1 0 0 0,0 1 1 0 0,0 0-1 0 0,0-1 0 0 0,1-2 0 0 0,2-2-62 0 0,0 1 0 0 0,0 0 0 0 0,0 0 1 0 0,1 0-1 0 0,0 0 0 0 0,0 1 0 0 0,0-1 0 0 0,1 1 0 0 0,8-8 0 0 0,4-1-294 0 0,38-26-1 0 0,-41 31 235 0 0,-1 0 0 0 0,0 0 0 0 0,0-1 0 0 0,-1-1 0 0 0,18-21 0 0 0,-28 29 126 0 0,0 0 0 0 0,0-1 0 0 0,-1 1 0 0 0,1 0 0 0 0,-1-1 0 0 0,0 1 0 0 0,0-1 0 0 0,0 1 0 0 0,0-1 0 0 0,-1 0 0 0 0,1 1 0 0 0,-1-1 0 0 0,0 0 0 0 0,0 1 0 0 0,-1-1 0 0 0,1 0-1 0 0,-2-6 1 0 0,-2-6-29 0 0,-2 0 0 0 0,-11-28 0 0 0,-6-18-4 0 0,13-4 30 0 0,3 0 0 0 0,1-91 0 0 0,-5-59 61 0 0,0 112 14 0 0,0-4-3 0 0,-4 1 0 0 0,-35-121 0 0 0,18 87 478 0 0,30 130-1850 0 0,7 17 726 0 0,14 28-1126 0 0,-9-17-1513 0 0,-2-2 1014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50.3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41 152 584 0 0,'-7'39'2790'0'0,"6"129"61"0"0,-12-4-124 0 0,4-310-12 0 0,-2-20-2521 0 0,12 140-142 0 0,0 1 1 0 0,1 1-1 0 0,2-1 0 0 0,11-42 0 0 0,-15 65-50 0 0,0 0-1 0 0,1 0 0 0 0,0 0 0 0 0,-1-1 1 0 0,1 1-1 0 0,0 0 0 0 0,0 0 0 0 0,0 0 0 0 0,0 1 1 0 0,1-1-1 0 0,-1 0 0 0 0,0 0 0 0 0,1 1 0 0 0,-1-1 1 0 0,1 1-1 0 0,0-1 0 0 0,-1 1 0 0 0,1 0 1 0 0,0-1-1 0 0,0 1 0 0 0,0 0 0 0 0,0 0 0 0 0,0 0 1 0 0,0 1-1 0 0,0-1 0 0 0,0 0 0 0 0,0 1 1 0 0,1-1-1 0 0,-1 1 0 0 0,0 0 0 0 0,0 0 0 0 0,0 0 1 0 0,1 0-1 0 0,-1 0 0 0 0,0 0 0 0 0,0 1 0 0 0,0-1 1 0 0,1 1-1 0 0,-1-1 0 0 0,0 1 0 0 0,0 0 1 0 0,0 0-1 0 0,0 0 0 0 0,3 2 0 0 0,2 1-4 0 0,1 0-1 0 0,-1 1 1 0 0,0 0-1 0 0,0 0 1 0 0,0 1-1 0 0,-1 0 1 0 0,0 0-1 0 0,0 0 0 0 0,-1 1 1 0 0,6 8-1 0 0,-8-9 3 0 0,0-1-1 0 0,0 1 0 0 0,-1 0 0 0 0,0 0 0 0 0,0 0 0 0 0,0 0 0 0 0,-1 1 0 0 0,0-1 1 0 0,0 0-1 0 0,-1 1 0 0 0,1-1 0 0 0,-1 1 0 0 0,-1-1 0 0 0,1 0 0 0 0,-1 1 0 0 0,0-1 0 0 0,-1 0 1 0 0,0 1-1 0 0,0-1 0 0 0,0 0 0 0 0,0 0 0 0 0,-1-1 0 0 0,0 1 0 0 0,-6 7 0 0 0,-2 3 8 0 0,-1 0-1 0 0,0-2 1 0 0,-1 0-1 0 0,-1 0 1 0 0,0-1-1 0 0,-32 22 1 0 0,44-35-7 0 0,1 1 1 0 0,0 0 0 0 0,0 0 0 0 0,0 0-1 0 0,-1 0 1 0 0,1-1 0 0 0,0 1-1 0 0,0 1 1 0 0,0-1 0 0 0,0 0 0 0 0,1 0-1 0 0,-1 0 1 0 0,0 0 0 0 0,0 1-1 0 0,1-1 1 0 0,-1 0 0 0 0,1 1-1 0 0,-1-1 1 0 0,1 0 0 0 0,-1 1 0 0 0,1-1-1 0 0,0 1 1 0 0,0-1 0 0 0,0 1-1 0 0,0 2 1 0 0,1-2 4 0 0,-1 1-1 0 0,1-1 1 0 0,1 0-1 0 0,-1 0 1 0 0,0 0 0 0 0,1 0-1 0 0,-1 0 1 0 0,1 0-1 0 0,-1 0 1 0 0,1 0 0 0 0,0-1-1 0 0,0 1 1 0 0,0 0-1 0 0,2 1 1 0 0,12 6 23 0 0,1 1 0 0 0,-1-2 1 0 0,25 9-1 0 0,-28-12-32 0 0,79 38 51 0 0,-49-22-1275 0 0,1-2 0 0 0,46 14-1 0 0,-62-29-3042 0 0,-12-2 1814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50.6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248 14 116 0 0,'-2'-1'292'0'0,"0"-1"-1"0"0,0 1 1 0 0,0-1-1 0 0,0 1 1 0 0,0 0 0 0 0,0 0-1 0 0,-1 0 1 0 0,1 0-1 0 0,0 1 1 0 0,0-1-1 0 0,-1 0 1 0 0,1 1 0 0 0,-1 0-1 0 0,1-1 1 0 0,0 1-1 0 0,-1 0 1 0 0,1 0 0 0 0,-4 1-1 0 0,0 0-25 0 0,0 1 0 0 0,0-1 0 0 0,0 1 0 0 0,1 0 0 0 0,-1 1 0 0 0,1 0-1 0 0,-7 3 1 0 0,-1 3-29 0 0,1 0 0 0 0,0 0 0 0 0,0 1 0 0 0,1 1 0 0 0,-11 13 1 0 0,13-14-55 0 0,1 1 1 0 0,1 0 0 0 0,0 0 0 0 0,0 0 0 0 0,1 1 0 0 0,1 0-1 0 0,0 0 1 0 0,-5 22 0 0 0,8-29-144 0 0,2 0-1 0 0,-1 0 1 0 0,1-1 0 0 0,-1 1 0 0 0,1 0-1 0 0,1 0 1 0 0,-1 0 0 0 0,1 0-1 0 0,0-1 1 0 0,0 1 0 0 0,0 0-1 0 0,0-1 1 0 0,1 1 0 0 0,0 0 0 0 0,0-1-1 0 0,0 0 1 0 0,1 0 0 0 0,-1 1-1 0 0,1-2 1 0 0,0 1 0 0 0,0 0 0 0 0,0 0-1 0 0,1-1 1 0 0,-1 0 0 0 0,1 0-1 0 0,0 0 1 0 0,4 3 0 0 0,2-1-94 0 0,1 0 1 0 0,-1 0-1 0 0,1-1 1 0 0,0 0-1 0 0,0-1 1 0 0,0 0-1 0 0,0-1 1 0 0,0-1-1 0 0,1 1 1 0 0,-1-2-1 0 0,1 1 1 0 0,11-3-1 0 0,16-1-837 0 0,0-1 0 0 0,42-11 0 0 0,-9-7-3375 0 0,-38 11 1825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51.0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55 508 0 0,'0'0'10724'0'0,"-3"-1"-10365"0"0,3 0-323 0 0,-1 1 0 0 0,1 0 0 0 0,-1 0 0 0 0,1 0 0 0 0,-1 0 1 0 0,1-1-1 0 0,0 1 0 0 0,-1 0 0 0 0,1-1 0 0 0,-1 1 0 0 0,1 0 0 0 0,0-1 0 0 0,-1 1 0 0 0,1 0 0 0 0,0-1 0 0 0,-1 1 0 0 0,1 0 0 0 0,0-1 1 0 0,0 1-1 0 0,-1-1 0 0 0,1 1 0 0 0,0-1 0 0 0,0 1 0 0 0,0-1 0 0 0,0 1 0 0 0,0-1 0 0 0,0 1 0 0 0,0-1 0 0 0,0 1 0 0 0,0-1 0 0 0,0 1 1 0 0,0 0-1 0 0,0-1 0 0 0,0 1 0 0 0,0-1 0 0 0,0 1 0 0 0,0-1 0 0 0,0 1 0 0 0,0-1 0 0 0,1 1 0 0 0,-1-1 0 0 0,0 1 0 0 0,1-1 0 0 0,23-22 1021 0 0,-22 22-1039 0 0,0-1 0 0 0,0 1 0 0 0,0 0 0 0 0,1-1 0 0 0,-1 1 0 0 0,0 0 0 0 0,1 0 0 0 0,-1 1 0 0 0,1-1 0 0 0,-1 0 0 0 0,0 1 0 0 0,1-1-1 0 0,0 1 1 0 0,-1 0 0 0 0,1 0 0 0 0,-1 0 0 0 0,1 0 0 0 0,-1 1 0 0 0,1-1 0 0 0,-1 1 0 0 0,1-1 0 0 0,-1 1 0 0 0,0 0 0 0 0,1 0 0 0 0,-1 0 0 0 0,0 0 0 0 0,1 0 0 0 0,-1 0 0 0 0,0 1-1 0 0,0-1 1 0 0,0 1 0 0 0,0 0 0 0 0,0-1 0 0 0,-1 1 0 0 0,3 3 0 0 0,0-1-6 0 0,-1 1-1 0 0,0-1 1 0 0,0 0 0 0 0,0 1-1 0 0,0 0 1 0 0,-1 0 0 0 0,0-1-1 0 0,0 1 1 0 0,0 1 0 0 0,-1-1-1 0 0,0 0 1 0 0,0 0 0 0 0,0 0-1 0 0,0 1 1 0 0,-1-1 0 0 0,0 7-1 0 0,-3 7 17 0 0,-2-1 0 0 0,0 0 0 0 0,-12 28 0 0 0,-10 39 64 0 0,27-84-81 0 0,-1 0 0 0 0,1 0 0 0 0,0 0-1 0 0,0 0 1 0 0,0 0 0 0 0,0 0-1 0 0,0 0 1 0 0,0 0 0 0 0,0 0-1 0 0,0 0 1 0 0,1 0 0 0 0,-1 0 0 0 0,0-1-1 0 0,0 1 1 0 0,1 0 0 0 0,-1 0-1 0 0,1 0 1 0 0,-1 0 0 0 0,1 0-1 0 0,-1 0 1 0 0,1-1 0 0 0,0 1 0 0 0,-1 0-1 0 0,1 0 1 0 0,1 0 0 0 0,0 1 2 0 0,0-1 0 0 0,0 0-1 0 0,1 0 1 0 0,-1 0 0 0 0,0 0 0 0 0,1 0 0 0 0,-1-1 0 0 0,1 1 0 0 0,-1-1 0 0 0,4 1 0 0 0,9-1 16 0 0,0 0-1 0 0,28-4 1 0 0,-31 2-11 0 0,76-8-577 0 0,89-22 0 0 0,-136 22-2186 0 0,-1-2-1 0 0,49-22 0 0 0,-51 15-883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52.0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23 432 0 0,'10'-4'485'0'0,"0"1"-1"0"0,0 1 1 0 0,1-1 0 0 0,-1 2-1 0 0,0-1 1 0 0,1 1 0 0 0,12 1-1 0 0,33-4 503 0 0,-54 3-943 0 0,0 1 0 0 0,0-1 0 0 0,0 1 0 0 0,0-1 0 0 0,0 1 0 0 0,0 0 0 0 0,0 0 0 0 0,0 0 0 0 0,0 0 0 0 0,0 0 0 0 0,0 1 0 0 0,0-1 0 0 0,0 0 0 0 0,0 1 0 0 0,0 0 0 0 0,0-1 0 0 0,0 1 0 0 0,0 0 0 0 0,-1 0 0 0 0,1 0 0 0 0,0 0 0 0 0,-1 0 0 0 0,1 1 0 0 0,0-1 0 0 0,-1 0 0 0 0,3 4 0 0 0,-2-1 91 0 0,0 0 0 0 0,-1 0 0 0 0,0 1 0 0 0,1-1 0 0 0,-1 1 0 0 0,-1-1 0 0 0,1 1 0 0 0,-1-1 0 0 0,0 1 0 0 0,0 5 0 0 0,3 42 502 0 0,2-1 0 0 0,3 0 1 0 0,2-1-1 0 0,1 0 0 0 0,3-1 1 0 0,32 73-1 0 0,-4-19 137 0 0,27 75 1296 0 0,2 117 1396 0 0,-60-231-6801 0 0,-2-1-4553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52.4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1 256 0 0,'0'0'2208'0'0,"-8"13"-4140"0"0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54.1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1 371 228 0 0,'0'0'7421'0'0,"3"1"-7247"0"0,97 1 990 0 0,-1-4 0 0 0,133-19 1 0 0,11-1-293 0 0,384-37 399 0 0,-422 36-870 0 0,646-51 1114 0 0,65-14 728 0 0,-722 67-1637 0 0,-192 20-506 0 0,27-7 379 0 0,-14 2-406 0 0,0 0 0 0 0,1 0 0 0 0,0 2 0 0 0,0 0 0 0 0,25-3 0 0 0,-1-1 11 0 0,21-5 12 0 0,-60 13-111 0 0,-39 38-5306 0 0,13-25-2286 0 0,11-9 3965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55.4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25 544 0 0,'8'-24'5053'0'0,"-7"24"-4965"0"0,-1 0 0 0 0,0 0 1 0 0,0 0-1 0 0,1 0 0 0 0,-1 0 0 0 0,0 0 0 0 0,0 0 0 0 0,1 0 0 0 0,-1 0 1 0 0,0 0-1 0 0,0 0 0 0 0,1 0 0 0 0,-1 0 0 0 0,0 0 0 0 0,3 2 1323 0 0,-3-2-1323 0 0,1 0 0 0 0,-1 1 0 0 0,0-1 0 0 0,0 0 1 0 0,0 0-1 0 0,0 1 0 0 0,0-1 0 0 0,0 0 0 0 0,0 0 0 0 0,0 1 0 0 0,0-1 1 0 0,0 0-1 0 0,13 48 3170 0 0,-11-35-3732 0 0,10 56 1400 0 0,4 108 1 0 0,0-1-71 0 0,27 176 885 0 0,-36-276-1240 0 0,-2 92-1 0 0,1-135-191 0 0,-6-32-291 0 0,19 7 493 0 0,8-9-505 0 0,1 2 1 0 0,-1 0-1 0 0,0 2 0 0 0,0 2 1 0 0,30 7-1 0 0,-50-10-14 0 0,0 0-16 0 0,-1 0 0 0 0,1 1 0 0 0,0 0-1 0 0,-1 0 1 0 0,1 0 0 0 0,8 6 0 0 0,-14-8 18 0 0,0 0 1 0 0,0 1 0 0 0,0-1 0 0 0,0 0 0 0 0,0 0 0 0 0,0 1 0 0 0,0-1 0 0 0,0 0 0 0 0,0 1 0 0 0,-1-1 0 0 0,1 1 0 0 0,-1-1 0 0 0,1 1 0 0 0,-1-1 0 0 0,1 1 0 0 0,-1 0 0 0 0,0-1-1 0 0,0 1 1 0 0,0-1 0 0 0,0 1 0 0 0,0 0 0 0 0,0-1 0 0 0,0 1 0 0 0,0-1 0 0 0,-1 1 0 0 0,1 0 0 0 0,-1-1 0 0 0,1 1 0 0 0,-1-1 0 0 0,1 1 0 0 0,-1-1 0 0 0,0 0 0 0 0,0 1 0 0 0,0-1-1 0 0,0 0 1 0 0,-1 2 0 0 0,-15 20-22 0 0,-2-2-1 0 0,0 0 0 0 0,-1-1 0 0 0,-1-1 0 0 0,-29 21 1 0 0,-42 39-79 0 0,90-77 104 0 0,0-1 0 0 0,0 1 1 0 0,0 0-1 0 0,0 0 0 0 0,0 0 1 0 0,0 0-1 0 0,1 1 0 0 0,-1-1 1 0 0,1 0-1 0 0,0 1 1 0 0,-1-1-1 0 0,1 1 0 0 0,0-1 1 0 0,1 1-1 0 0,-1-1 0 0 0,0 1 1 0 0,1 0-1 0 0,-1-1 0 0 0,1 1 1 0 0,0 0-1 0 0,0 0 0 0 0,0-1 1 0 0,0 1-1 0 0,0 0 0 0 0,1 0 1 0 0,-1-1-1 0 0,1 1 0 0 0,1 3 1 0 0,1-1-6 0 0,1 0-1 0 0,-1-1 1 0 0,1 1 0 0 0,0-1 0 0 0,0 1-1 0 0,1-1 1 0 0,-1-1 0 0 0,1 1 0 0 0,0 0-1 0 0,0-1 1 0 0,0 0 0 0 0,7 2 0 0 0,-6-2-1 0 0,0 0 1 0 0,0 1-1 0 0,-1 0 1 0 0,1 0-1 0 0,-1 0 0 0 0,0 1 1 0 0,0-1-1 0 0,0 1 1 0 0,0 0-1 0 0,-1 1 1 0 0,0-1-1 0 0,0 1 1 0 0,-1 0-1 0 0,5 8 1 0 0,-6-9-1 0 0,-1 0 0 0 0,0 1 0 0 0,0-1 0 0 0,0 0 0 0 0,0 1 0 0 0,-1-1 0 0 0,0 0 0 0 0,0 1 0 0 0,-1-1 1 0 0,1 1-1 0 0,-1-1 0 0 0,0 0 0 0 0,-1 0 0 0 0,1 0 0 0 0,-1 1 0 0 0,0-1 0 0 0,0-1 0 0 0,-5 10 0 0 0,-15 24 6 0 0,6-14-5 0 0,2 2-1 0 0,1-1 1 0 0,0 2-1 0 0,2 0 1 0 0,1 0 0 0 0,-10 48-1 0 0,19-63 14 0 0,1 1 1 0 0,1-1-1 0 0,-1 0 0 0 0,2 0 0 0 0,0 0 0 0 0,0 0 0 0 0,1 0 0 0 0,1 0 1 0 0,0-1-1 0 0,0 0 0 0 0,1 1 0 0 0,1-2 0 0 0,0 1 0 0 0,0-1 0 0 0,15 18 1 0 0,8 7 11 0 0,2-2 1 0 0,67 57 0 0 0,-67-64-1252 0 0,63 39 0 0 0,-93-65 1128 0 0,0 0 1 0 0,0 0 0 0 0,-1 1-1 0 0,1-1 1 0 0,0 0-1 0 0,0 0 1 0 0,0 0 0 0 0,-1 0-1 0 0,1 0 1 0 0,0 0-1 0 0,0 0 1 0 0,0-1 0 0 0,0 1-1 0 0,-1 0 1 0 0,1 0 0 0 0,0-1-1 0 0,0 1 1 0 0,-1 0-1 0 0,1-1 1 0 0,0 1 0 0 0,-1-1-1 0 0,1 1 1 0 0,0-1-1 0 0,-1 1 1 0 0,1-1 0 0 0,-1 1-1 0 0,1-1 1 0 0,0 0-1 0 0,-1 1 1 0 0,0-1 0 0 0,1 0-1 0 0,-1 1 1 0 0,1-1 0 0 0,-1-1-1 0 0,13-25-5657 0 0,-10 8 2519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56.2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1 169 388 0 0,'0'0'2572'0'0,"8"31"-304"0"0,4 155 2206 0 0,-9-103-3396 0 0,-2 18 1691 0 0,-4-142-2674 0 0,3 0 0 0 0,0 0 1 0 0,3 0-1 0 0,2 1 0 0 0,1-1 0 0 0,2 1 0 0 0,2 1 0 0 0,1-1 0 0 0,2 2 0 0 0,32-65 0 0 0,-41 97-95 0 0,0 0 0 0 0,0 1-1 0 0,1 0 1 0 0,-1 0-1 0 0,1 0 1 0 0,0 0 0 0 0,9-5-1 0 0,3-5-6 0 0,-16 15 7 0 0,-1-1-1 0 0,1 1 0 0 0,-1 0 1 0 0,1 0-1 0 0,-1 0 0 0 0,1-1 1 0 0,0 1-1 0 0,-1 0 0 0 0,1 0 1 0 0,-1 0-1 0 0,1 0 0 0 0,-1 0 0 0 0,1 0 1 0 0,-1 0-1 0 0,1 0 0 0 0,0 0 1 0 0,-1 0-1 0 0,1 0 0 0 0,-1 1 1 0 0,1-1-1 0 0,-1 0 0 0 0,1 0 1 0 0,-1 0-1 0 0,1 1 0 0 0,-1-1 1 0 0,1 0-1 0 0,-1 1 0 0 0,1-1 1 0 0,-1 0-1 0 0,0 1 0 0 0,1-1 1 0 0,-1 1-1 0 0,1-1 0 0 0,-1 0 0 0 0,0 1 1 0 0,1-1-1 0 0,-1 1 0 0 0,0-1 1 0 0,0 1-1 0 0,0-1 0 0 0,1 1 1 0 0,-1-1-1 0 0,0 1 0 0 0,0 0 1 0 0,0-1-1 0 0,0 2 0 0 0,8 25-19 0 0,-8-19 17 0 0,-1 0 0 0 0,0 0 0 0 0,0 0 0 0 0,-1 0 0 0 0,0 0 0 0 0,0-1 0 0 0,-1 1 0 0 0,1-1 0 0 0,-2 1 0 0 0,1-1 0 0 0,-1 0 0 0 0,-6 7 0 0 0,-4 5-5 0 0,-2 0 0 0 0,-29 27 1 0 0,-12 13 1 0 0,56-58 6 0 0,-1 1 0 0 0,1 0 0 0 0,0-1 0 0 0,0 1 0 0 0,1 0 0 0 0,-1 0 0 0 0,0-1 0 0 0,1 1 0 0 0,-1 0 0 0 0,1 0 0 0 0,-1 0 0 0 0,1 0 0 0 0,0 0 0 0 0,0 0 0 0 0,0 0 0 0 0,0 0 0 0 0,0 0 0 0 0,0-1 0 0 0,0 1 0 0 0,1 0 0 0 0,-1 0 0 0 0,1 0 0 0 0,-1 0 0 0 0,1 0 0 0 0,0-1 0 0 0,0 1 0 0 0,0 0-1 0 0,0-1 1 0 0,0 1 0 0 0,0 0 0 0 0,0-1 0 0 0,1 1 0 0 0,-1-1 0 0 0,0 0 0 0 0,4 3 0 0 0,5 5 4 0 0,1 0 0 0 0,1-1 0 0 0,22 13-1 0 0,-23-14-2 0 0,16 8-41 0 0,1-1 0 0 0,0-1 0 0 0,1-1 0 0 0,1-2 0 0 0,39 9 0 0 0,-49-14-160 0 0,1-2 1 0 0,-1 0-1 0 0,0-2 0 0 0,1 0 0 0 0,0-1 1 0 0,-1-1-1 0 0,1-1 0 0 0,-1 0 0 0 0,24-7 0 0 0,-37 7 101 0 0,0-1 0 0 0,0 1 0 0 0,0-1-1 0 0,-1 0 1 0 0,1-1 0 0 0,-1 0-1 0 0,0 0 1 0 0,0 0 0 0 0,0 0-1 0 0,0-1 1 0 0,-1 0 0 0 0,0-1 0 0 0,0 1-1 0 0,0-1 1 0 0,6-9 0 0 0,-7 6 296 0 0,1 0 1 0 0,-1 0-1 0 0,0-1 1 0 0,-1 0-1 0 0,0 1 0 0 0,-1-1 1 0 0,0 0-1 0 0,-1 0 1 0 0,1-1-1 0 0,-2-16 738 0 0,-1 30-900 0 0,0-1 1 0 0,0 1 0 0 0,0 0 0 0 0,0 0 0 0 0,0 0-1 0 0,1 0 1 0 0,0 1 0 0 0,-1-1 0 0 0,1 0 0 0 0,0 0-1 0 0,0 0 1 0 0,1 5 0 0 0,2 10 96 0 0,0 1 0 0 0,0-1-1 0 0,12 31 1 0 0,4-9-2512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56.5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12 456 0 0,'0'-8'1344'0'0,"8"5"168"0"0,13 6-1116 0 0,-11-1-152 0 0,2 2-200 0 0,1 0-144 0 0,-1-1-160 0 0,2 1-348 0 0,-2 1-656 0 0,-4 3 292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56.9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57 644 0 0,'11'72'4895'0'0,"-2"-25"-3208"0"0,-1 126 2484 0 0,-8-193-3814 0 0,0-14 15 0 0,1 0-1 0 0,10-65 0 0 0,-10 91-310 0 0,1-1 0 0 0,0 1 0 0 0,1-1 0 0 0,0 1 0 0 0,0 0 1 0 0,0 0-1 0 0,1 0 0 0 0,0 1 0 0 0,1-1 0 0 0,0 1 0 0 0,0 0 0 0 0,1 0 0 0 0,-1 1 0 0 0,1 0 1 0 0,1 0-1 0 0,-1 0 0 0 0,12-7 0 0 0,-13 10-19 0 0,1 0 1 0 0,-1 0-1 0 0,1 1 0 0 0,0-1 0 0 0,0 1 1 0 0,0 1-1 0 0,0-1 0 0 0,1 1 1 0 0,-1 0-1 0 0,0 0 0 0 0,1 1 0 0 0,-1 0 1 0 0,0 0-1 0 0,1 0 0 0 0,-1 1 1 0 0,0 0-1 0 0,1 0 0 0 0,-1 1 0 0 0,0 0 1 0 0,0 0-1 0 0,0 0 0 0 0,0 1 1 0 0,-1 0-1 0 0,1 0 0 0 0,-1 0 0 0 0,0 1 1 0 0,10 8-1 0 0,-7-5-70 0 0,0 1-1 0 0,0 1 1 0 0,-1-1 0 0 0,0 1 0 0 0,-1 0-1 0 0,0 1 1 0 0,-1 0 0 0 0,0 0-1 0 0,0 0 1 0 0,-1 0 0 0 0,0 1 0 0 0,-1 0-1 0 0,0-1 1 0 0,-1 1 0 0 0,2 14-1 0 0,-4-22-170 0 0,6 33-1782 0 0,5-15-4842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57.2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27 100 0 0,'15'-20'5741'0'0,"-11"19"-5625"0"0,1-1 0 0 0,0 1 0 0 0,0 0 0 0 0,0 0 0 0 0,0 1 0 0 0,0 0 1 0 0,0 0-1 0 0,0 0 0 0 0,0 0 0 0 0,0 1 0 0 0,0-1 0 0 0,0 1 1 0 0,0 1-1 0 0,0-1 0 0 0,0 1 0 0 0,0 0 0 0 0,-1 0 0 0 0,1 0 1 0 0,-1 0-1 0 0,0 1 0 0 0,1 0 0 0 0,-1 0 0 0 0,0 0 0 0 0,-1 0 0 0 0,1 1 1 0 0,-1 0-1 0 0,1-1 0 0 0,-1 1 0 0 0,0 1 0 0 0,0-1 0 0 0,-1 0 1 0 0,1 1-1 0 0,-1-1 0 0 0,0 1 0 0 0,0-1 0 0 0,-1 1 0 0 0,1 0 1 0 0,-1 0-1 0 0,0 0 0 0 0,0 0 0 0 0,-1 0 0 0 0,0 0 0 0 0,0 0 1 0 0,0 6-1 0 0,-6 12-35 0 0,-2 0 0 0 0,0 0 0 0 0,-1-1 1 0 0,-1-1-1 0 0,-1 0 0 0 0,-2 0 0 0 0,1-1 0 0 0,-2 0 1 0 0,-29 31-1 0 0,9-1 220 0 0,32-47-230 0 0,1 0 0 0 0,-1 1-1 0 0,0 0 1 0 0,1-1-1 0 0,0 1 1 0 0,0 0 0 0 0,0 0-1 0 0,0-1 1 0 0,1 1-1 0 0,-1 0 1 0 0,1 0 0 0 0,0 0-1 0 0,1 4 1 0 0,0-6-41 0 0,-1-1-1 0 0,1 1 1 0 0,0-1 0 0 0,0 1 0 0 0,0-1 0 0 0,1 0 0 0 0,-1 1-1 0 0,0-1 1 0 0,0 0 0 0 0,1 0 0 0 0,-1 0 0 0 0,1 0-1 0 0,-1 0 1 0 0,1 0 0 0 0,-1 0 0 0 0,1 0 0 0 0,0-1-1 0 0,-1 1 1 0 0,1 0 0 0 0,2-1 0 0 0,43 11 131 0 0,-35-9-91 0 0,196 23-550 0 0,-77-13-3273 0 0,-90-8 46 0 0,-5-5 284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58.6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704 0 556 0 0,'0'0'2106'0'0,"0"5"-1564"0"0,-6 127 3841 0 0,-1 37-1351 0 0,3 114 191 0 0,14-67-911 0 0,1-62-54 0 0,-13-158-2203 0 0,0 1 1 0 0,0 0-1 0 0,-1 0 0 0 0,1 1 0 0 0,-1-1 0 0 0,0 0 0 0 0,0 1 0 0 0,0-1 1 0 0,0 1-1 0 0,0 0 0 0 0,0 0 0 0 0,-6-2 0 0 0,-52-27-131 0 0,53 29 73 0 0,-1 0 1 0 0,1 0-1 0 0,-1 1 0 0 0,0 0 1 0 0,1 1-1 0 0,-1 0 0 0 0,0 0 1 0 0,-15 3-1 0 0,-68 18-35 0 0,72-14 38 0 0,1 1 1 0 0,1 1-1 0 0,-1 0 1 0 0,2 1-1 0 0,-1 1 0 0 0,2 1 1 0 0,-1 1-1 0 0,2 0 1 0 0,-1 1-1 0 0,2 0 0 0 0,0 1 1 0 0,-23 34-1 0 0,12-12 12 0 0,1 2 1 0 0,2 0-1 0 0,1 1 0 0 0,-26 79 1 0 0,36-85 9 0 0,3 0 0 0 0,0 1 0 0 0,2 0 0 0 0,2 0 0 0 0,0 47 1 0 0,4-54-4 0 0,1 1 0 0 0,2-1 1 0 0,1-1-1 0 0,1 1 1 0 0,1-1-1 0 0,2 0 0 0 0,12 32 1 0 0,-12-42-7 0 0,1-1 0 0 0,1 0 0 0 0,0-1 0 0 0,1 0 0 0 0,1 0 1 0 0,0-1-1 0 0,1-1 0 0 0,0 0 0 0 0,1-1 0 0 0,1 0 0 0 0,0-1 0 0 0,0-1 1 0 0,1 0-1 0 0,0-2 0 0 0,1 1 0 0 0,0-2 0 0 0,0 0 0 0 0,1-1 0 0 0,-1-1 0 0 0,1-1 1 0 0,0 0-1 0 0,1-1 0 0 0,-1-1 0 0 0,1-1 0 0 0,-1-1 0 0 0,1 0 0 0 0,-1-1 1 0 0,1-1-1 0 0,28-7 0 0 0,17-6 24 0 0,0-3 1 0 0,-1-2-1 0 0,110-53 1 0 0,-144 58-32 0 0,0-1 1 0 0,-1-1-1 0 0,-2-1 1 0 0,1-2 0 0 0,-2 0-1 0 0,-1-2 1 0 0,-1-1 0 0 0,0-1-1 0 0,32-46 1 0 0,-46 57-15 0 0,-1-1 0 0 0,-1 0 0 0 0,0 0 0 0 0,-1-1-1 0 0,-1 0 1 0 0,0 0 0 0 0,-1 0 0 0 0,0 0 0 0 0,-2-1 0 0 0,0 1 0 0 0,1-26 0 0 0,-4 20-5 0 0,-1 1-1 0 0,0 0 1 0 0,-2-1 0 0 0,0 1 0 0 0,-1 1-1 0 0,-1-1 1 0 0,-1 1 0 0 0,-12-23 0 0 0,5 14-39 0 0,-2 1 1 0 0,-1 1 0 0 0,-1 0-1 0 0,-1 1 1 0 0,-2 1-1 0 0,0 1 1 0 0,-1 0 0 0 0,-2 2-1 0 0,0 1 1 0 0,-1 1-1 0 0,-39-23 1 0 0,34 27-73 0 0,0 0-1 0 0,-1 3 1 0 0,-1 0-1 0 0,0 2 0 0 0,0 1 1 0 0,-42-5-1 0 0,50 10-138 0 0,-1 2 0 0 0,1 1 0 0 0,-1 0 0 0 0,1 2-1 0 0,0 1 1 0 0,-1 0 0 0 0,1 2 0 0 0,0 1 0 0 0,-28 10-1 0 0,41-11-118 0 0,1 1-1 0 0,-1 0 0 0 0,1 1 1 0 0,1 0-1 0 0,-1 0 0 0 0,1 1 1 0 0,0 0-1 0 0,-11 11 0 0 0,10-7-1198 0 0,0 1-1 0 0,1 0 0 0 0,-9 15 1 0 0,3 0-1712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59.1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1 509 660 0 0,'0'0'1165'0'0,"0"-36"2634"0"0,5 24-3215 0 0,-1-1 0 0 0,2 1 1 0 0,-1 0-1 0 0,2 0 0 0 0,0 1 1 0 0,0 0-1 0 0,12-14 0 0 0,8-14 597 0 0,-25 34-1041 0 0,1 1 1 0 0,-1-1-1 0 0,1 1 0 0 0,0 0 0 0 0,1 0 1 0 0,-1 0-1 0 0,0 0 0 0 0,1 1 0 0 0,0-1 1 0 0,0 1-1 0 0,0 0 0 0 0,0 0 1 0 0,1 1-1 0 0,-1-1 0 0 0,1 1 0 0 0,-1 0 1 0 0,1 0-1 0 0,0 0 0 0 0,0 1 0 0 0,8-2 1 0 0,-8 5-97 0 0,-1 0 1 0 0,1 0 0 0 0,-1 1-1 0 0,1 0 1 0 0,-1 0 0 0 0,0 0 0 0 0,0 0-1 0 0,0 0 1 0 0,0 1 0 0 0,-1 0-1 0 0,1-1 1 0 0,4 9 0 0 0,1-2 42 0 0,3 4 44 0 0,2 0 1 0 0,0-1 0 0 0,0-1 0 0 0,1 0-1 0 0,21 12 1 0 0,-32-21-85 0 0,1-1-1 0 0,0 0 1 0 0,0 0-1 0 0,0 0 1 0 0,0 0-1 0 0,0-1 1 0 0,0 0-1 0 0,0 0 1 0 0,1 0-1 0 0,-1-1 1 0 0,0 0-1 0 0,1 0 1 0 0,-1 0-1 0 0,0 0 1 0 0,1-1-1 0 0,-1 0 1 0 0,0 0-1 0 0,0-1 1 0 0,0 1-1 0 0,0-1 1 0 0,0 0 0 0 0,0 0-1 0 0,9-6 1 0 0,-2 0-58 0 0,0-1 1 0 0,-1 1-1 0 0,0-2 1 0 0,0 0-1 0 0,0 0 1 0 0,-2-1-1 0 0,1 0 1 0 0,-1 0 0 0 0,-1-1-1 0 0,11-20 1 0 0,-11 13-484 0 0,0 0 1 0 0,-1-1 0 0 0,-2 1-1 0 0,0-1 1 0 0,0 0 0 0 0,2-40-1 0 0,-6 42-252 0 0,2-19-1236 0 0,-6 11-2992 0 0,-1 15 1749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59.8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11 844 0 0,'4'47'8401'0'0,"24"132"-5422"0"0,-10-105-2015 0 0,32 108 2194 0 0,-50-181-3115 0 0,0-1 1 0 0,0 0-1 0 0,0 0 0 0 0,0 1 0 0 0,0-1 1 0 0,0 0-1 0 0,1 1 0 0 0,-1-1 0 0 0,0 0 1 0 0,0 0-1 0 0,0 0 0 0 0,1 1 0 0 0,-1-1 0 0 0,0 0 1 0 0,0 0-1 0 0,1 0 0 0 0,-1 1 0 0 0,0-1 1 0 0,0 0-1 0 0,1 0 0 0 0,-1 0 0 0 0,0 0 1 0 0,0 0-1 0 0,1 0 0 0 0,-1 0 0 0 0,0 0 1 0 0,1 1-1 0 0,-1-1 0 0 0,0 0 0 0 0,1 0 1 0 0,-1 0-1 0 0,0 0 0 0 0,1-1 0 0 0,-1 1 0 0 0,0 0 1 0 0,0 0-1 0 0,1 0 0 0 0,-1 0 0 0 0,0 0 1 0 0,1 0-1 0 0,-1 0 0 0 0,0 0 0 0 0,1-1 1 0 0,16-13 543 0 0,10-22-278 0 0,-7 2-151 0 0,-2-1 1 0 0,-2-1-1 0 0,-1-1 0 0 0,-1 0 0 0 0,12-61 1 0 0,14-35-1372 0 0,-39 129 839 0 0,0 1 1 0 0,0-1 0 0 0,0 1-1 0 0,1 0 1 0 0,0 0 0 0 0,-1-1-1 0 0,1 1 1 0 0,4-4 0 0 0,-5 6 248 0 0,-1 1 0 0 0,0 0 1 0 0,1 0-1 0 0,-1-1 0 0 0,0 1 1 0 0,1 0-1 0 0,-1 0 1 0 0,1 0-1 0 0,-1 0 0 0 0,0 0 1 0 0,1-1-1 0 0,-1 1 0 0 0,1 0 1 0 0,-1 0-1 0 0,0 0 0 0 0,1 0 1 0 0,-1 0-1 0 0,1 0 1 0 0,-1 0-1 0 0,0 0 0 0 0,1 1 1 0 0,-1-1-1 0 0,0 0 0 0 0,1 0 1 0 0,-1 0-1 0 0,1 0 0 0 0,-1 0 1 0 0,0 1-1 0 0,1-1 1 0 0,14 20-5647 0 0,-10-11 2387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2:00.1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43 186 804 0 0,'-18'39'5578'0'0,"15"-34"-5294"0"0,1 1 1 0 0,0 0-1 0 0,0 0 0 0 0,1 0 1 0 0,0 0-1 0 0,0 0 0 0 0,1 1 1 0 0,-1-1-1 0 0,1 0 1 0 0,1 7-1 0 0,12 65 1049 0 0,-4-30-1265 0 0,-1-26-423 0 0,-2-7-1511 0 0</inkml:trace>
  <inkml:trace contextRef="#ctx0" brushRef="#br0" timeOffset="1">0 1 696 0 0,'0'0'2900'0'0,"8"22"-2804"0"0,0-17-172 0 0,5 4-232 0 0,-1 2-248 0 0,0-3-592 0 0,0 1 264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2:00.5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 32 656 0 0,'-5'5'658'0'0,"1"1"-1"0"0,0 0 0 0 0,0 1 1 0 0,1-1-1 0 0,0 1 1 0 0,-4 10-1 0 0,2 2 161 0 0,1-1-1 0 0,-4 37 0 0 0,0 2 424 0 0,1-38-119 0 0,4-38-867 0 0,3 9-241 0 0,-1-1 0 0 0,2 1 0 0 0,0 0 0 0 0,2-11 0 0 0,-1 10 128 0 0,2 0 0 0 0,0 0 0 0 0,0 0 0 0 0,0 0-1 0 0,2 1 1 0 0,-1 0 0 0 0,1 0 0 0 0,1 0 0 0 0,0 1 0 0 0,0-1-1 0 0,1 2 1 0 0,0-1 0 0 0,9-7 0 0 0,-13 13-79 0 0,-1 1 1 0 0,1-1 0 0 0,0 1-1 0 0,-1-1 1 0 0,1 1-1 0 0,1 0 1 0 0,-1 0-1 0 0,0 1 1 0 0,0-1 0 0 0,1 1-1 0 0,-1 0 1 0 0,1 0-1 0 0,-1 1 1 0 0,1-1 0 0 0,-1 1-1 0 0,1 0 1 0 0,-1 0-1 0 0,8 2 1 0 0,-7-1-17 0 0,0 1-1 0 0,0 0 1 0 0,0 0 0 0 0,0 1 0 0 0,0-1-1 0 0,0 1 1 0 0,-1 0 0 0 0,1 1 0 0 0,-1-1-1 0 0,0 1 1 0 0,0 0 0 0 0,0 0 0 0 0,4 5-1 0 0,2 6-14 0 0,0 1 0 0 0,-1 0 0 0 0,0 0 0 0 0,-1 0 1 0 0,-1 1-1 0 0,-1 0 0 0 0,-1 1 0 0 0,4 18 0 0 0,-2 20-652 0 0,4 14-2593 0 0,-10-51-2073 0 0,-1-10 2238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2:00.9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12 920 0 0,'1'-1'427'0'0,"0"0"0"0"0,0 0 1 0 0,0 0-1 0 0,0 0 0 0 0,0 0 0 0 0,1 0 0 0 0,-1 1 1 0 0,0-1-1 0 0,1 0 0 0 0,-1 1 0 0 0,0-1 0 0 0,1 1 1 0 0,-1 0-1 0 0,3-1 0 0 0,1 5-335 0 0,-1-1 1 0 0,1 1-1 0 0,-1 1 0 0 0,0-1 1 0 0,0 1-1 0 0,0 0 0 0 0,0-1 1 0 0,-1 2-1 0 0,0-1 0 0 0,0 0 1 0 0,-1 1-1 0 0,1-1 0 0 0,-1 1 1 0 0,0 0-1 0 0,-1-1 0 0 0,1 1 1 0 0,-1 0-1 0 0,0 0 1 0 0,-1 0-1 0 0,1 0 0 0 0,-1 0 1 0 0,0 0-1 0 0,-1 0 0 0 0,0 1 1 0 0,0-2-1 0 0,0 1 0 0 0,0 0 1 0 0,-1 0-1 0 0,0 0 0 0 0,0-1 1 0 0,-1 1-1 0 0,0-1 0 0 0,-4 8 1 0 0,-9 10 40 0 0,10-17-18 0 0,1 1 0 0 0,0 0 1 0 0,0 0-1 0 0,1 0 0 0 0,0 1 0 0 0,0 0 0 0 0,1-1 0 0 0,0 1 0 0 0,0 0 0 0 0,-2 14 0 0 0,5-21-78 0 0,0 1 0 0 0,1-1 0 0 0,-1 0 0 0 0,1 0 0 0 0,0 0 0 0 0,-1 0 0 0 0,1 0 0 0 0,0 0 0 0 0,0 0-1 0 0,-1 0 1 0 0,1 0 0 0 0,0 0 0 0 0,0 0 0 0 0,0-1 0 0 0,0 1 0 0 0,0 0 0 0 0,0-1 0 0 0,0 1 0 0 0,1 0 0 0 0,-1-1 0 0 0,0 0 0 0 0,0 1 0 0 0,0-1 0 0 0,1 0 0 0 0,-1 1 0 0 0,0-1-1 0 0,0 0 1 0 0,0 0 0 0 0,1 0 0 0 0,0 0 0 0 0,49 1 229 0 0,-41-1-153 0 0,80-4 244 0 0,108-20 0 0 0,-103 11-887 0 0,-75 11 117 0 0,53-10-1069 0 0,-31-3-4172 0 0,-30 3 2264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2:01.3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0 1048 0 0,'0'0'3118'0'0,"-1"3"-2172"0"0,-2 14-146 0 0,1-1 1 0 0,0 1-1 0 0,1-1 1 0 0,1 1-1 0 0,0 0 1 0 0,1-1-1 0 0,5 27 1 0 0,-2-21-974 0 0,-2 1 0 0 0,0 0 1 0 0,-3 37-1 0 0,-8 3-6077 0 0,7-51 3675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2:01.6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51 1308 0 0,'-11'-6'5171'0'0,"11"5"-4986"0"0,-1 1-1 0 0,1-1 1 0 0,0 1 0 0 0,0 0-1 0 0,0-1 1 0 0,0 1 0 0 0,0-1-1 0 0,0 0 1 0 0,15-10 2186 0 0,34-3-1863 0 0,-46 13-74 0 0,17-4-399 0 0,0 2-1 0 0,0 0 0 0 0,1 1 0 0 0,-1 2 1 0 0,1 0-1 0 0,36 4 0 0 0,-30 1-2276 0 0,1 0 0 0 0,34 13 0 0 0,-34-8-554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2:02.0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1 144 0 0,'0'4'1500'0'0,"6"-3"1132"0"0,8-1-1504 0 0,-2 0-63 0 0,5-1-161 0 0,1 1-80 0 0,8-2-96 0 0,-3 4-160 0 0,7-2-204 0 0,-1 3-264 0 0,1 3-276 0 0,-3-3-280 0 0,8 1-264 0 0,-9 0-716 0 0,-10-1-1553 0 0,5 5 689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2:03.3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64 0 76 0 0,'0'1'9235'0'0,"2"14"-9145"0"0,0 169 2496 0 0,-6 211-227 0 0,-1-303-1543 0 0,5 0 1 0 0,11 97-1 0 0,-7-154-531 0 0,6 83 387 0 0,-10-111-635 0 0,0-1 1 0 0,0 0-1 0 0,-1 1 1 0 0,0-1-1 0 0,0 1 1 0 0,0-1-1 0 0,-4 10 1 0 0,7 16-52 0 0,-6-17 40 0 0,1 0 0 0 0,0 0 0 0 0,2 0 0 0 0,-1 18 0 0 0,-1 20 446 0 0,-5 16 311 0 0,1 87 1 0 0,4-68-68 0 0,1 45 747 0 0,2 17 73 0 0,-1-63-406 0 0,9-13-257 0 0,-11-52-364 0 0,1-9-3347 0 0,-11-67-1681 0 0,-6-4-5791 0 0,9 34 5379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2:11.3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25 283 436 0 0,'0'0'711'0'0,"-24"-34"9844"0"0,86 35-4230 0 0,90-10-6438 0 0,-77 4 621 0 0,378-54 150 0 0,-76-31-80 0 0,-224 53-400 0 0,-152 37-169 0 0,24-4 119 0 0,-31 4-140 0 0,0 0 0 0 0,0 1 1 0 0,0 0-1 0 0,1 0 0 0 0,-1 0 0 0 0,0 1 0 0 0,1-1 0 0 0,-1 2 0 0 0,1-1 1 0 0,0 0-1 0 0,0 1 0 0 0,0 0 0 0 0,0 0 0 0 0,0 1 0 0 0,1-1 0 0 0,-1 1 1 0 0,1 0-1 0 0,0 0 0 0 0,0 1 0 0 0,0-1 0 0 0,1 1 0 0 0,0 0 0 0 0,-1 0 1 0 0,2 0-1 0 0,-1 0 0 0 0,1 0 0 0 0,-1 1 0 0 0,2-1 0 0 0,-1 1 0 0 0,0-1 1 0 0,1 1-1 0 0,0 0 0 0 0,1 0 0 0 0,-1-1 0 0 0,1 1 0 0 0,1 8 0 0 0,-1-11 12 0 0,0 0-1 0 0,1 0 0 0 0,-1 0 0 0 0,1 0 1 0 0,0-1-1 0 0,0 1 0 0 0,0 0 0 0 0,0-1 1 0 0,0 1-1 0 0,1 0 0 0 0,-1-1 0 0 0,1 1 1 0 0,0-1-1 0 0,-1 0 0 0 0,1 0 0 0 0,0 0 1 0 0,1 0-1 0 0,-1 0 0 0 0,0 0 0 0 0,0 0 1 0 0,4 1-1 0 0,-2-1 16 0 0,0-1 1 0 0,0 1-1 0 0,0-1 1 0 0,0-1 0 0 0,1 1-1 0 0,-1 0 1 0 0,0-1-1 0 0,0 0 1 0 0,1 0-1 0 0,-1 0 1 0 0,0-1-1 0 0,0 0 1 0 0,5 0-1 0 0,3-2 38 0 0,-1-1 0 0 0,0 0 0 0 0,0 0-1 0 0,0-1 1 0 0,0-1 0 0 0,-1 0 0 0 0,1 0 0 0 0,-2-1-1 0 0,14-11 1 0 0,-17 11-12 0 0,0 0-1 0 0,-1 0 1 0 0,0-1 0 0 0,0 0-1 0 0,-1 0 1 0 0,0 0-1 0 0,0 0 1 0 0,-1-1 0 0 0,0 1-1 0 0,-1-1 1 0 0,3-11-1 0 0,-4 17-85 0 0,-1 0-1 0 0,1 1 0 0 0,-1-1 1 0 0,0 0-1 0 0,0 1 0 0 0,0-1 1 0 0,0 0-1 0 0,0 0 0 0 0,0 1 1 0 0,-1-1-1 0 0,1 0 0 0 0,-1 0 1 0 0,0 1-1 0 0,0-1 0 0 0,0 1 1 0 0,0-1-1 0 0,0 1 0 0 0,0-1 0 0 0,-1 1 1 0 0,1 0-1 0 0,-1 0 0 0 0,0-1 1 0 0,0 1-1 0 0,1 0 0 0 0,-1 1 1 0 0,-1-1-1 0 0,1 0 0 0 0,0 0 1 0 0,0 1-1 0 0,-1 0 0 0 0,1-1 1 0 0,0 1-1 0 0,-1 0 0 0 0,0 0 1 0 0,1 0-1 0 0,-1 0 0 0 0,0 1 0 0 0,1-1 1 0 0,-1 1-1 0 0,0 0 0 0 0,-4 0 1 0 0,2 0-291 0 0,0 0 1 0 0,-1 0 0 0 0,1 1-1 0 0,0 0 1 0 0,0 0 0 0 0,0 0-1 0 0,0 1 1 0 0,0 0 0 0 0,0 0-1 0 0,0 0 1 0 0,-7 5 0 0 0,-29 22-7173 0 0,25-15 3404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2:14.0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23 504 0 0,'-7'-22'13753'0'0,"49"96"-13563"0"0,-21-39-10 0 0,22 51 0 0 0,-29-56 266 0 0,1-2-1 0 0,2 0 0 0 0,35 48 0 0 0,-52-76-370 0 0,1 1-1 0 0,-1-1 1 0 0,0 1-1 0 0,1 0 1 0 0,-1-1-1 0 0,0 1 1 0 0,1-1-1 0 0,-1 1 1 0 0,1-1-1 0 0,-1 1 1 0 0,0-1-1 0 0,1 1 1 0 0,-1-1-1 0 0,1 0 1 0 0,-1 1-1 0 0,1-1 1 0 0,0 0-1 0 0,-1 1 1 0 0,1-1-1 0 0,-1 0 1 0 0,1 0-1 0 0,0 1 1 0 0,-1-1-1 0 0,1 0 1 0 0,0 0-1 0 0,-1 0 1 0 0,1 0-1 0 0,-1 0 1 0 0,1 0-1 0 0,0 0 1 0 0,-1 0-1 0 0,1 0 1 0 0,0 0-1 0 0,-1 0 1 0 0,1-1-1 0 0,0 1 1 0 0,-1 0-1 0 0,1 0 1 0 0,-1-1-1 0 0,2 1 1 0 0,16-30 1079 0 0,36-118 433 0 0,-29 46-3505 0 0,-20 89-611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2:14.6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64 496 0 0,'0'0'8029'0'0,"-1"54"-5495"0"0,0-38-2183 0 0,0 0 0 0 0,2 0 1 0 0,0 0-1 0 0,1 0 0 0 0,0 0 0 0 0,9 28 0 0 0,-10-42-298 0 0,-1 0-1 0 0,1 1 1 0 0,0-1 0 0 0,0 0-1 0 0,0 0 1 0 0,0 0 0 0 0,0 0-1 0 0,0-1 1 0 0,1 1-1 0 0,-1 0 1 0 0,1 0 0 0 0,-1-1-1 0 0,1 1 1 0 0,-1-1-1 0 0,1 1 1 0 0,0-1 0 0 0,0 0-1 0 0,0 1 1 0 0,0-1 0 0 0,0 0-1 0 0,0 0 1 0 0,0-1-1 0 0,0 1 1 0 0,0 0 0 0 0,3 0-1 0 0,-2-1-15 0 0,-1-1 0 0 0,1 1 0 0 0,0-1 0 0 0,-1 0 0 0 0,1 1 0 0 0,-1-1 1 0 0,1 0-1 0 0,-1-1 0 0 0,1 1 0 0 0,-1 0 0 0 0,1-1 0 0 0,-1 1 0 0 0,0-1 0 0 0,0 0 0 0 0,0 1 0 0 0,0-1 0 0 0,0 0 0 0 0,0 0 0 0 0,-1-1 0 0 0,1 1 0 0 0,1-3 0 0 0,1-2-79 0 0,0 0-1 0 0,-1 0 1 0 0,1-1 0 0 0,-1 0-1 0 0,-1 1 1 0 0,1-1 0 0 0,-2 0-1 0 0,1 0 1 0 0,-1-1 0 0 0,0 1 0 0 0,0 0-1 0 0,-1 0 1 0 0,-1-1 0 0 0,1 1-1 0 0,-1 0 1 0 0,0 0 0 0 0,-1 0-1 0 0,0 0 1 0 0,0 0 0 0 0,-1 0-1 0 0,0 1 1 0 0,0-1 0 0 0,-1 1-1 0 0,0-1 1 0 0,-1 1 0 0 0,1 1-1 0 0,-1-1 1 0 0,0 1 0 0 0,-1-1-1 0 0,1 1 1 0 0,-1 1 0 0 0,-9-7-1 0 0,13 10-102 0 0,0 1 0 0 0,0 0 0 0 0,0 0 0 0 0,0-1 1 0 0,0 1-1 0 0,-1 0 0 0 0,1 1 0 0 0,0-1 0 0 0,0 0 0 0 0,-1 1 0 0 0,1-1 0 0 0,-1 1 0 0 0,1 0 0 0 0,0 0 0 0 0,-1 0 0 0 0,1 0 0 0 0,-1 0 0 0 0,1 0 0 0 0,-1 1 0 0 0,1-1 0 0 0,0 1 0 0 0,-1-1 0 0 0,-2 3 0 0 0,2-2-340 0 0,1 0-1 0 0,0 1 0 0 0,-1 0 0 0 0,1-1 1 0 0,0 1-1 0 0,0 0 0 0 0,0 0 0 0 0,0 0 1 0 0,1 1-1 0 0,-1-1 0 0 0,1 0 0 0 0,-3 5 1 0 0,1 4-2053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2:14.9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6 88 0 0,'-6'-6'16706'0'0,"2"36"-16196"0"0,2 0 0 0 0,1 1-1 0 0,3 36 1 0 0,0 21-3184 0 0,-9 0-5310 0 0,3-47 3385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42:17.4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1264 18 192,'0'0'6543,"-12"-13"-907,-17 10-5390,0 2 0,1 1-1,-1 1 1,0 2 0,-40 8-1,-36 3-36,-146 15 201,129-12-61,-137 0 1,237-17-273,-34 1 252,0-3 0,-57-9 0,87 4 92,26 6-405,-1 1-1,1 0 1,-1-1-1,0 1 1,1 0 0,-1 0-1,0-1 1,1 1-1,-1 0 1,0 0 0,0 0-1,1 0 1,-1 0-1,0 0 1,1 0-1,-1 0 1,0 0 0,0 0-1,1 0 1,-1 1-1,-1-1 1,-4 27-87,5-22 57,0 1 0,1-1 0,-1 0-1,1 1 1,1-1 0,-1 1 0,1-1-1,0 0 1,0 1 0,1-1 0,-1 0-1,1 0 1,1 0 0,-1 0 0,0-1 0,1 1-1,0 0 1,0-1 0,1 0 0,4 5-1,-5-6-5,1 0-1,0-1 0,0 1 0,0-1 0,1 0 0,-1-1 0,0 1 0,1-1 0,-1 1 0,1-1 0,-1-1 1,1 1-1,0-1 0,-1 0 0,1 0 0,0 0 0,-1 0 0,1-1 0,0 0 0,-1 0 0,1 0 1,-1 0-1,0-1 0,5-2 0,-2 2-60,1-2 1,-1 1-1,0-1 1,0 0 0,-1 0-1,1-1 1,-1 1-1,0-2 1,0 1-1,9-11 1,-12 11-1,0 1 0,-1-1 0,1 1-1,-1-1 1,0 0 0,-1 0 0,1 1 0,-1-1 0,0-1 0,0 1 0,0 0 0,-1 0-1,0 0 1,0 0 0,0 0 0,-1-1 0,-1-6 0,1 10 36,0-1 0,0 1-1,0 0 1,-1-1 0,1 1 0,-1 0-1,1 0 1,-1 0 0,0 0 0,0 0 0,0 1-1,0-1 1,0 1 0,0-1 0,0 1 0,0-1-1,-1 1 1,1 0 0,-1 0 0,1 0 0,-1 1-1,-4-2 1,-3 0-179,-1-1-1,0 2 0,0 0 1,-11-1-1,12 3-100,1 0 0,-1 0 0,1 1 1,-1 0-1,1 0 0,-14 7 0,-25 14-4733,33-13 2663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2:17.9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33 52 0 0,'-6'-7'10772'0'0,"25"24"-10204"0"0,-1 1 1 0 0,-1 0 0 0 0,0 1 0 0 0,-1 1 0 0 0,14 24 0 0 0,21 24 328 0 0,-11-25 2312 0 0,-22-65-2360 0 0,-9-8-703 0 0,-1-1-1 0 0,6-45 0 0 0,-8-19-3110 0 0,-6 92 2187 0 0,-2-13-892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42:18.3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108 50 892,'-12'27'4485,"9"-21"-4206,0 1 0,0-1 1,1 1-1,0-1 0,0 1 0,1 0 0,0 0 0,0 0 0,1 0 1,0 0-1,0 0 0,0 0 0,1 0 0,0 0 0,0-1 0,1 1 0,3 8 799,5-70-412,-11 46-727,0-1 0,-1 1 1,1 0-1,-2 0 0,1 0 0,-2 0 1,1 1-1,-1-1 0,-8-13 1,8 16-317,0 1 0,-1-1 0,0 1 0,0 0 1,0 1-1,0-1 0,-1 1 0,-7-4 0,0 7-3878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42:18.6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3 540,'23'-2'4536,"-19"2"-4401,1 0-1,-1 0 0,0 1 0,0-1 1,0 1-1,1 0 0,-1 0 0,0 0 1,0 1-1,0-1 0,0 1 0,-1 0 1,1 0-1,0 1 0,-1-1 0,0 1 1,1-1-1,-1 1 0,0 0 0,5 7 1,-6-5-84,1-1 0,-1 2 0,0-1 0,0 0 1,0 0-1,0 0 0,-1 1 0,0-1 0,0 1 1,-1-1-1,0 1 0,0 0 0,0-1 1,0 1-1,-1-1 0,-1 7 0,-45 164 2549,47-175-2581,0 0-1,0-1 1,0 1-1,0-1 0,1 1 1,-1-1-1,0 1 0,0-1 1,0 1-1,1-1 1,-1 1-1,0-1 0,0 1 1,1-1-1,-1 1 0,1-1 1,-1 0-1,0 1 1,1-1-1,-1 1 0,1-1 1,-1 0-1,1 0 0,-1 1 1,1-1-1,-1 0 1,1 0-1,-1 1 0,1-1 1,-1 0-1,1 0 0,-1 0 1,1 0-1,-1 0 1,1 0-1,0 0 0,-1 0 1,1 0-1,-1 0 0,1 0 1,0 0-1,26-4 20,128-33-1963,-7-6-3341,-90 21 2461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42:19.9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247 24 468,'-26'-24'7421,"18"24"-7212,0 1-1,0 0 1,-1 0 0,1 0-1,0 1 1,1 0-1,-1 1 1,0-1-1,1 2 1,-1-1-1,1 1 1,0 0-1,0 1 1,0-1-1,1 1 1,0 1 0,-8 7-1,12-10-129,0 1 0,0-1-1,0 1 1,1 0 0,-1 0 0,1 0-1,0 0 1,0 0 0,0 0 0,0 0 0,1 0-1,0 0 1,0 8 0,0-9-14,0 0 0,1 0 0,-1 0 1,0 0-1,1-1 0,0 1 0,0 0 0,0 0 0,0 0 1,0-1-1,1 1 0,-1-1 0,1 1 0,-1-1 0,1 1 1,0-1-1,0 0 0,0 0 0,4 3 0,-3-4-20,0 0 0,-1 0 0,1-1-1,0 1 1,0-1 0,0 1 0,-1-1-1,1 0 1,0 0 0,0 0 0,0-1-1,0 1 1,-1-1 0,6-1 0,38-16 324,-30 10-303,0-2-1,-1 0 1,15-13-1,-26 20-61,0 0-1,0 0 0,-1-1 0,1 1 0,-1-1 0,0 0 0,0 1 0,0-2 0,-1 1 0,1 0 0,-1 0 0,0-1 0,0 1 1,-1-1-1,1 0 0,0-7 0,-2 10-22,0 1-1,-1 0 1,0-1 0,1 1 0,-1-1 0,0 1-1,1 0 1,-1 0 0,0-1 0,0 1 0,0 0 0,0 0-1,0 0 1,-1 0 0,1 0 0,0 0 0,0 0-1,-1 1 1,1-1 0,0 0 0,-1 1 0,1-1-1,-1 1 1,1-1 0,0 1 0,-1 0 0,1-1 0,-1 1-1,1 0 1,-3 0 0,-52-2-1016,52 2 922,-31 3-2579,-61 13-1,65-10 319,-19 0-945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2:50.6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1 283 224 0 0,'2'-5'9207'0'0,"1"2"-9911"0"0,0 2 1473 0 0,46-6 594 0 0,500-20 414 0 0,-217 2-1122 0 0,478-13 695 0 0,-149 20 15 0 0,17-19 497 0 0,-246 27-884 0 0,-115 5-303 0 0,-175-4-209 0 0,43 0-5 0 0,-138 7-330 0 0,-45 2-110 0 0,17-3 72 0 0,-18 2-115 0 0,2-1-608 0 0,-2 2 591 0 0,-1 0 0 0 0,0 0-1 0 0,0 0 1 0 0,0 0-1 0 0,1 0 1 0 0,-1 0-1 0 0,0 0 1 0 0,0 0-1 0 0,0 0 1 0 0,1 0 0 0 0,-1 0-1 0 0,0 0 1 0 0,0 0-1 0 0,0 0 1 0 0,0 0-1 0 0,1 0 1 0 0,-1 0-1 0 0,0 0 1 0 0,0-1-1 0 0,0 1 1 0 0,0 0 0 0 0,0 0-1 0 0,1 0 1 0 0,-1 0-1 0 0,0 0 1 0 0,0-1-1 0 0,0 1 1 0 0,0 0-1 0 0,0 0 1 0 0,0 0 0 0 0,0-1-1 0 0,0 1 1 0 0,0 0-1 0 0,0 0 1 0 0,0 0-1 0 0,1 0 1 0 0,-1-1-1 0 0,0 1 1 0 0,0 0-1 0 0,0 0 1 0 0,0 0 0 0 0,0-1-1 0 0,-1 1 1 0 0,1 0-1 0 0,0 0 1 0 0,0 0-1 0 0,0-1 1 0 0,0 1-1 0 0,0 0 1 0 0,0 0 0 0 0,0 0-1 0 0,0 0 1 0 0,0-1-1 0 0,0 1 1 0 0,-1 0-1 0 0,-2-35-4844 0 0,3 14-1016 0 0,-2 4 1936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2:51.8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27 256 0 0,'14'-27'10925'0'0,"-7"42"-10485"0"0,-1 0 1 0 0,0 1-1 0 0,-1 0 1 0 0,0-1-1 0 0,3 29 0 0 0,6 92 1128 0 0,-10-91-1008 0 0,9 95 1160 0 0,9 138 1316 0 0,3-60-678 0 0,-5-72-1162 0 0,-20-78-881 0 0,-1-53-217 0 0,1 1 0 0 0,0-1 1 0 0,3 19-1 0 0,3 55 759 0 0,-12-32-201 0 0,6-56-558 0 0,3 22 1179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18.2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414 33 208 0 0,'-2'-5'7136'0'0,"-8"-11"-3628"0"0,5 13-3311 0 0,-1 2 1 0 0,1-1-1 0 0,0 0 0 0 0,-1 1 1 0 0,0 0-1 0 0,1 1 1 0 0,-1-1-1 0 0,0 1 1 0 0,1 0-1 0 0,-1 0 1 0 0,-7 2-1 0 0,-71 14 312 0 0,50-8-212 0 0,23-6-253 0 0,1 1 1 0 0,-1 0-1 0 0,1 0 0 0 0,0 1 0 0 0,0 0 0 0 0,0 1 0 0 0,0 0 1 0 0,1 1-1 0 0,-16 12 0 0 0,20-14-35 0 0,1 0 1 0 0,0 1-1 0 0,0-1 0 0 0,0 1 1 0 0,0 0-1 0 0,1 1 1 0 0,-1-1-1 0 0,2 0 0 0 0,-1 1 1 0 0,0 0-1 0 0,1 0 1 0 0,0 0-1 0 0,1 0 0 0 0,-1 0 1 0 0,1 0-1 0 0,0 0 1 0 0,1 0-1 0 0,-1 8 0 0 0,-2 54 689 0 0,-21 116 0 0 0,10-90-259 0 0,13-92-426 0 0,1 1 1 0 0,-1-1 0 0 0,1 1 0 0 0,-1 0 0 0 0,1-1 0 0 0,0 1 0 0 0,0-1 0 0 0,0 1 0 0 0,1-1 0 0 0,-1 1 0 0 0,1-1 0 0 0,-1 1 0 0 0,1-1 0 0 0,0 1 0 0 0,0-1 0 0 0,0 0 0 0 0,0 1 0 0 0,0-1-1 0 0,0 0 1 0 0,1 0 0 0 0,-1 0 0 0 0,1 0 0 0 0,0 0 0 0 0,-1 0 0 0 0,1 0 0 0 0,4 2 0 0 0,-2-2-9 0 0,1 0 0 0 0,0 0 1 0 0,0-1-1 0 0,0 0 0 0 0,1 0 0 0 0,-1 0 0 0 0,0-1 1 0 0,0 0-1 0 0,0 1 0 0 0,1-2 0 0 0,-1 1 0 0 0,8-2 1 0 0,43-7-764 0 0,76-21 0 0 0,-40-2-2108 0 0,-71 22 549 0 0,-1 0 1 0 0,22-14 0 0 0,-25 11-831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18.6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9 105 504 0 0,'0'0'1788'0'0,"-8"-7"-292"0"0,32-8-856 0 0,-5 8-68 0 0,11-2-55 0 0,3-1-105 0 0,10 1-168 0 0,1 2-144 0 0,1-2-224 0 0,8 1-264 0 0,-10 1-573 0 0,4-2-1039 0 0,0 2 460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19.2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304 39 628 0 0,'5'-13'7769'0'0,"-4"3"-6504"0"0,-3 9-1126 0 0,0-1-1 0 0,0 0 0 0 0,-1 1 0 0 0,1 0 1 0 0,0-1-1 0 0,0 1 0 0 0,-1 0 1 0 0,1 0-1 0 0,-1 0 0 0 0,1 0 1 0 0,-1 1-1 0 0,1-1 0 0 0,-1 1 0 0 0,1-1 1 0 0,-1 1-1 0 0,1 0 0 0 0,-1 0 1 0 0,-3 1-1 0 0,-47 4 666 0 0,46-4-687 0 0,-1 0 0 0 0,0 0 1 0 0,1 1-1 0 0,-1 0 0 0 0,1 1 0 0 0,0 0 0 0 0,-1 0 1 0 0,1 1-1 0 0,1-1 0 0 0,-13 10 0 0 0,14-8 11 0 0,1-1 0 0 0,0 1 0 0 0,0 0-1 0 0,1 1 1 0 0,0-1 0 0 0,-1 0 0 0 0,2 1-1 0 0,-1 0 1 0 0,1 0 0 0 0,0 0 0 0 0,0 0-1 0 0,0 0 1 0 0,1 0 0 0 0,-1 8-1 0 0,-7 32 822 0 0,-17 48 0 0 0,-5 20 160 0 0,28-102-1025 0 0,2-9-16 0 0,1 0 0 0 0,-1 0 0 0 0,0 0 1 0 0,1 1-1 0 0,-1-1 0 0 0,1 0 0 0 0,0 0 1 0 0,0 1-1 0 0,1 4 0 0 0,0-7-47 0 0,0 0 0 0 0,-1 0 0 0 0,1 0 0 0 0,0 0 0 0 0,0 0 1 0 0,0 0-1 0 0,0 0 0 0 0,0 0 0 0 0,0 0 0 0 0,0 0 0 0 0,0-1 0 0 0,0 1 0 0 0,0 0 0 0 0,1-1 0 0 0,-1 1 0 0 0,0-1 0 0 0,0 1 0 0 0,1-1 0 0 0,-1 0 0 0 0,0 1 0 0 0,1-1 0 0 0,-1 0 0 0 0,0 0 0 0 0,1 0 0 0 0,-1 0 0 0 0,0 0 0 0 0,1 0 1 0 0,1-1-1 0 0,40 0-139 0 0,0-3 0 0 0,0-1 0 0 0,0-2 1 0 0,-1-2-1 0 0,43-15 0 0 0,11-12-3793 0 0,-5-6-5007 0 0,-78 35 4895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19.6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90 1236 0 0,'-8'0'1251'0'0,"8"0"-1096"0"0,-1 0 0 0 0,0 0 0 0 0,1 0 0 0 0,-1 0 0 0 0,0 0 0 0 0,0 0 0 0 0,1 0 0 0 0,-1 0 1 0 0,0 0-1 0 0,1 0 0 0 0,-1 0 0 0 0,0-1 0 0 0,1 1 0 0 0,-1 0 0 0 0,0 0 0 0 0,1-1 0 0 0,-1 1 1 0 0,0 0-1 0 0,1-1 0 0 0,-1 1 0 0 0,1-1 0 0 0,-1 1 0 0 0,1-1 0 0 0,-1 1 0 0 0,1-1 0 0 0,-1 1 1 0 0,1-1-1 0 0,-1 1 0 0 0,1-1 0 0 0,0 0 0 0 0,-1 1 0 0 0,1-1 0 0 0,0 0 0 0 0,0 1 0 0 0,-1-1 1 0 0,1 0-1 0 0,0-1 0 0 0,2 0 64 0 0,1 0 1 0 0,-1 1-1 0 0,1-1 1 0 0,-1 0-1 0 0,1 1 0 0 0,0-1 1 0 0,0 1-1 0 0,-1 0 1 0 0,5-1-1 0 0,-3 0 41 0 0,25-9 55 0 0,0 1-1 0 0,1 2 1 0 0,45-8 0 0 0,38 5-7095 0 0,-85 11 3790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16.8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96 226 148 0 0,'-12'82'5744'0'0,"9"42"-1955"0"0,-2 22-718 0 0,5-145-2970 0 0,0 1 0 0 0,0-1 0 0 0,0 0 0 0 0,0 0 0 0 0,0 1 0 0 0,0-1 0 0 0,0 0 0 0 0,0 1 0 0 0,-1-1 0 0 0,1 0 0 0 0,0 0 0 0 0,-1 1 0 0 0,1-1 0 0 0,-1 0 0 0 0,1 0 0 0 0,-1 0 0 0 0,0 0 0 0 0,1 0 0 0 0,-1 0 0 0 0,0 0 1 0 0,0 0-1 0 0,0 0 0 0 0,0 0 0 0 0,-1 1 0 0 0,1-3-60 0 0,0 0 1 0 0,0 1 0 0 0,0-1 0 0 0,-1 0-1 0 0,1 0 1 0 0,0 0 0 0 0,0 0 0 0 0,1 0 0 0 0,-1 0-1 0 0,0 0 1 0 0,0 0 0 0 0,0 0 0 0 0,1 0-1 0 0,-1 0 1 0 0,0-1 0 0 0,1 1 0 0 0,-1-2-1 0 0,-24-71 294 0 0,17 35-314 0 0,2-1 0 0 0,1 0 1 0 0,2-68-1 0 0,3 94-54 0 0,1 1-1 0 0,1-1 1 0 0,0 1 0 0 0,1-1-1 0 0,1 1 1 0 0,0 0 0 0 0,0 0-1 0 0,1 0 1 0 0,1 0 0 0 0,0 1-1 0 0,1 0 1 0 0,0 0 0 0 0,1 1-1 0 0,14-17 1 0 0,-13 20-37 0 0,0 0 1 0 0,1 0-1 0 0,0 1 1 0 0,0 0-1 0 0,0 0 1 0 0,1 1-1 0 0,0 1 1 0 0,0 0-1 0 0,1 0 1 0 0,22-6-1 0 0,-32 11 49 0 0,1 0 0 0 0,-1-1 0 0 0,0 1 0 0 0,0 0 0 0 0,0 0 0 0 0,0 0 0 0 0,1 0 0 0 0,-1 0 0 0 0,0 1 0 0 0,0-1 0 0 0,0 1 0 0 0,0-1-1 0 0,0 1 1 0 0,0 0 0 0 0,0 0 0 0 0,0 0 0 0 0,0 0 0 0 0,0 0 0 0 0,0 0 0 0 0,0 1 0 0 0,-1-1 0 0 0,1 1 0 0 0,-1-1 0 0 0,1 1 0 0 0,-1-1 0 0 0,2 3 0 0 0,-1-1-11 0 0,0 0-1 0 0,0 0 1 0 0,-1 0 0 0 0,1 0-1 0 0,-1 1 1 0 0,0-1 0 0 0,0 0-1 0 0,0 1 1 0 0,0-1 0 0 0,-1 1 0 0 0,1-1-1 0 0,-1 1 1 0 0,0-1 0 0 0,-1 7-1 0 0,0-2 8 0 0,-1 1 1 0 0,0-1-1 0 0,-1 0 0 0 0,0 0 0 0 0,0-1 0 0 0,-1 1 0 0 0,0 0 0 0 0,0-1 1 0 0,-1 0-1 0 0,-6 8 0 0 0,-8 7-41 0 0,-37 33-1 0 0,37-39 48 0 0,1 2 0 0 0,-21 25 0 0 0,37-40 40 0 0,0 0 0 0 0,0 0 1 0 0,1 0-1 0 0,-1 0 0 0 0,1 0 0 0 0,-1 0 1 0 0,1 0-1 0 0,0 1 0 0 0,0-1 0 0 0,0 0 1 0 0,1 1-1 0 0,-1-1 0 0 0,1 0 0 0 0,0 1 0 0 0,0-1 1 0 0,0 1-1 0 0,0-1 0 0 0,1 0 0 0 0,-1 1 1 0 0,1-1-1 0 0,0 0 0 0 0,0 1 0 0 0,0-1 1 0 0,0 0-1 0 0,1 0 0 0 0,-1 0 0 0 0,1 0 1 0 0,0 0-1 0 0,0 0 0 0 0,0 0 0 0 0,0-1 0 0 0,0 1 1 0 0,1-1-1 0 0,-1 1 0 0 0,4 2 0 0 0,12 9 79 0 0,0 0-1 0 0,1-2 1 0 0,0 0-1 0 0,28 13 1 0 0,-18-9-45 0 0,39 29-395 0 0,-23-13-1387 0 0,1-6-3568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17.2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267 22 212 0 0,'-8'-20'6369'0'0,"2"19"-6102"0"0,-1 1 0 0 0,1 0 0 0 0,-1 0 0 0 0,1 1 0 0 0,0 0 1 0 0,-1 0-1 0 0,1 1 0 0 0,0-1 0 0 0,0 1 0 0 0,-7 4 0 0 0,-63 31 790 0 0,64-30-827 0 0,5-3-141 0 0,0 1 1 0 0,1-1-1 0 0,0 1 0 0 0,0 1 1 0 0,0-1-1 0 0,1 1 1 0 0,-1 0-1 0 0,1 1 1 0 0,1-1-1 0 0,-1 1 0 0 0,1 0 1 0 0,1 0-1 0 0,-1 0 1 0 0,1 1-1 0 0,0-1 1 0 0,1 1-1 0 0,-1-1 0 0 0,2 1 1 0 0,-3 14-1 0 0,1 12 255 0 0,1-1 0 0 0,2 0-1 0 0,5 46 1 0 0,-4-68-270 0 0,-1-8-41 0 0,0 1 0 0 0,0-1 0 0 0,1 0-1 0 0,-1 1 1 0 0,1-1 0 0 0,0 1 0 0 0,0-1-1 0 0,0 0 1 0 0,0 0 0 0 0,1 0 0 0 0,-1 1-1 0 0,1-1 1 0 0,-1 0 0 0 0,1-1 0 0 0,0 1 0 0 0,1 0-1 0 0,-1-1 1 0 0,0 1 0 0 0,1-1 0 0 0,-1 1-1 0 0,1-1 1 0 0,0 0 0 0 0,0 0 0 0 0,0-1-1 0 0,0 1 1 0 0,0 0 0 0 0,0-1 0 0 0,0 0-1 0 0,0 0 1 0 0,1 0 0 0 0,-1 0 0 0 0,0 0 0 0 0,1-1-1 0 0,-1 1 1 0 0,6-1 0 0 0,10-1-152 0 0,0 0 1 0 0,0-1-1 0 0,0-2 0 0 0,-1 1 1 0 0,24-10-1 0 0,-12 5-456 0 0,-10 3-182 0 0,0-2 0 0 0,24-11 0 0 0,10-11-5631 0 0,-40 18 3419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1:17.6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71 1148 0 0,'0'0'6897'0'0,"27"-17"-6017"0"0,-9 10-136 0 0,8-1-176 0 0,-5 3-248 0 0,7-2-360 0 0,-3 1-452 0 0,3-3-1180 0 0,3 5-1809 0 0,12-3 797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20.7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 28 224 0 0,'17'-27'14007'0'0,"-13"51"-13654"0"0,0 0-1 0 0,-2 1 0 0 0,-1 0 0 0 0,-1-1 1 0 0,-1 1-1 0 0,-1 0 0 0 0,-8 32 1 0 0,-3 62 661 0 0,-2 44 583 0 0,2-40-202 0 0,-8 21 293 0 0,14-102-1101 0 0,0 0-1 0 0,3 0 1 0 0,1 56 0 0 0,6-12-37 0 0,-4 0 1 0 0,-4 0-1 0 0,-17 95 1 0 0,5-41 309 0 0,16-120 104 0 0,0 3-5693 0 0,-3-34 127 0 0,2 3 1476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23.4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126 0 516 0 0,'0'0'11787'0'0,"5"1"-11596"0"0,272 67 1795 0 0,-260-65-1898 0 0,0 2 1 0 0,0 0-1 0 0,29 14 0 0 0,-46-19-87 0 0,0 0 0 0 0,0 0 0 0 0,1 0 0 0 0,-1 1 0 0 0,0-1 0 0 0,0 0 0 0 0,1 0 0 0 0,-1 1 0 0 0,0-1 0 0 0,0 0 0 0 0,0 0-1 0 0,0 1 1 0 0,0-1 0 0 0,1 0 0 0 0,-1 1 0 0 0,0-1 0 0 0,0 0 0 0 0,0 0 0 0 0,0 1 0 0 0,0-1 0 0 0,0 0 0 0 0,0 1 0 0 0,0-1 0 0 0,0 0 0 0 0,0 1-1 0 0,0-1 1 0 0,0 0 0 0 0,0 1 0 0 0,0-1 0 0 0,0 0 0 0 0,0 1 0 0 0,-1-1 0 0 0,1 0 0 0 0,0 0 0 0 0,0 1 0 0 0,0-1 0 0 0,0 0 0 0 0,-1 0 0 0 0,1 1-1 0 0,0-1 1 0 0,-17 16 19 0 0,-18 7 10 0 0,-32 14 11 0 0,-33 22-9 0 0,33-20-33 0 0,23-13-13 0 0,8-4 5 0 0,-18 9 8 0 0,20-7 6 0 0,6 3 3 0 0,13-7-1 0 0,7 4 4 0 0,7-6 74 0 0,2-16-66 0 0,-1 1-1 0 0,1 0 1 0 0,0-1-1 0 0,0 1 0 0 0,0 0 1 0 0,0-1-1 0 0,0 0 1 0 0,1 1-1 0 0,-1-1 0 0 0,1 0 1 0 0,-1 1-1 0 0,1-1 1 0 0,0 0-1 0 0,0 0 0 0 0,0-1 1 0 0,0 1-1 0 0,0 0 1 0 0,1-1-1 0 0,2 2 0 0 0,56 31 193 0 0,-43-25-146 0 0,174 76 202 0 0,-42-20-120 0 0,-140-61-141 0 0,0 1-1 0 0,0 1 0 0 0,-1-1 0 0 0,0 1 0 0 0,0 1 0 0 0,15 14 1 0 0,-21-18-7 0 0,-1 0 0 0 0,0 0 1 0 0,0 0-1 0 0,0 0 1 0 0,0 0-1 0 0,0 0 1 0 0,-1 1-1 0 0,1-1 1 0 0,-1 0-1 0 0,0 1 0 0 0,0 0 1 0 0,-1-1-1 0 0,1 1 1 0 0,0-1-1 0 0,-1 1 1 0 0,0 0-1 0 0,0-1 1 0 0,0 1-1 0 0,-1 0 0 0 0,1-1 1 0 0,-1 1-1 0 0,0 0 1 0 0,-2 6-1 0 0,-2 1 8 0 0,0 0 0 0 0,0 0 0 0 0,-1 0 0 0 0,-1-1 0 0 0,1 0 0 0 0,-2 0 0 0 0,0 0 0 0 0,0-1 1 0 0,-14 12-1 0 0,-11 7 45 0 0,-52 32 1 0 0,17-12-13 0 0,-47 46 58 0 0,115-93-96 0 0,-1-1 0 0 0,1 0-1 0 0,0 1 1 0 0,-1-1 0 0 0,1 1-1 0 0,-1-1 1 0 0,1 1 0 0 0,0-1-1 0 0,-1 0 1 0 0,1 1 0 0 0,0-1-1 0 0,0 1 1 0 0,-1 0 0 0 0,1-1-1 0 0,0 1 1 0 0,0-1 0 0 0,0 1-1 0 0,0-1 1 0 0,0 1 0 0 0,0-1-1 0 0,0 1 1 0 0,0 0 0 0 0,0-1-1 0 0,0 1 1 0 0,0-1 0 0 0,0 1-1 0 0,0-1 1 0 0,0 1 0 0 0,0-1-1 0 0,0 1 1 0 0,1 0 0 0 0,-1 0-1 0 0,18 14 32 0 0,26 4-9 0 0,0-6-2 0 0,-29-10-23 0 0,1 1 0 0 0,-1 1 0 0 0,1 0 1 0 0,-1 1-1 0 0,-1 1 0 0 0,1 0 0 0 0,-1 1 1 0 0,-1 0-1 0 0,18 14 0 0 0,-28-18 21 0 0,0-1 1 0 0,-1 0-1 0 0,1 1 0 0 0,-1-1 1 0 0,0 1-1 0 0,1 0 0 0 0,-2-1 1 0 0,1 1-1 0 0,0 0 0 0 0,-1 0 1 0 0,0 1-1 0 0,0-1 0 0 0,0 0 1 0 0,0 0-1 0 0,0 1 0 0 0,-1-1 1 0 0,0 0-1 0 0,-1 7 0 0 0,-1 4 243 0 0,0 1-1 0 0,-2-1 1 0 0,-9 28-1 0 0,-4 12 389 0 0,-37 142 1293 0 0,30-91-318 0 0,5 2 1 0 0,-7 155-1 0 0,26-250-1469 0 0,-3 51 1265 0 0,12 119 0 0 0,-6-168-1244 0 0,0-29-1189 0 0,1-13-121 0 0,2 2-1057 0 0,-1-1-1 0 0,2-27 1 0 0,-7-18-9443 0 0,-4 46 6936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24.8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60 316 756 0 0,'3'-2'4080'0'0,"0"10"-1595"0"0,0 26-701 0 0,1 40-991 0 0,-7-13 225 0 0,-1 0 1 0 0,-4 0-1 0 0,-21 85 1 0 0,21-120-620 0 0,5-20-113 0 0,1 0-1 0 0,0 0 1 0 0,1 0 0 0 0,0 0-1 0 0,-2 12 598 0 0,-3-51-129 0 0,4 6-623 0 0,1 0 1 0 0,2-1-1 0 0,1 1 1 0 0,7-38-1 0 0,-1-1-188 0 0,19-132-371 0 0,-22 173 334 0 0,1 0 0 0 0,1 0 0 0 0,1 1 0 0 0,2 0 0 0 0,20-39 0 0 0,-14 36-8 0 0,-2 3-41 0 0,26-35 1 0 0,-35 52 107 0 0,0 1 0 0 0,1 1 0 0 0,-1-1 0 0 0,1 1 0 0 0,0 0 0 0 0,1 0 0 0 0,-1 1 0 0 0,1-1 0 0 0,0 1 0 0 0,9-3 0 0 0,-12 5 17 0 0,0 1 0 0 0,-1 0 0 0 0,1 0 0 0 0,-1 1 0 0 0,1-1 0 0 0,0 1 0 0 0,0-1 0 0 0,-1 1 0 0 0,1 1 0 0 0,0-1 0 0 0,0 0 0 0 0,-1 1 0 0 0,1 0 0 0 0,0-1 0 0 0,-1 2 0 0 0,1-1 0 0 0,-1 0 0 0 0,1 1 0 0 0,-1-1 0 0 0,0 1 0 0 0,0 0 0 0 0,0 0 0 0 0,0 0 0 0 0,0 1 0 0 0,0-1 0 0 0,0 1 0 0 0,-1 0 0 0 0,1 0 0 0 0,-1-1 0 0 0,0 1 0 0 0,0 1 0 0 0,0-1 0 0 0,0 0 0 0 0,0 0 0 0 0,-1 1 0 0 0,2 5 0 0 0,1 0-4 0 0,0 1 0 0 0,-1 0 0 0 0,0 0 0 0 0,-1 1 1 0 0,0-1-1 0 0,-1 1 0 0 0,0-1 0 0 0,-1 1 0 0 0,0-1 0 0 0,0 1 0 0 0,-4 19 0 0 0,-4-7 3 0 0,0 0 0 0 0,-1-1 0 0 0,-2 0 0 0 0,0 0 0 0 0,-2-1 0 0 0,0-1 0 0 0,-1 0 0 0 0,-1-1 0 0 0,-33 33 0 0 0,45-49 2 0 0,-3 3 33 0 0,0 0 1 0 0,1 1-1 0 0,-1-1 1 0 0,1 1-1 0 0,-7 13 0 0 0,12-19 7 0 0,-1 1-1 0 0,0 0 1 0 0,1-1-1 0 0,-1 1 1 0 0,1 0-1 0 0,0-1 1 0 0,0 1-1 0 0,-1 0 1 0 0,1-1-1 0 0,0 1 1 0 0,0 0 0 0 0,1 0-1 0 0,-1-1 1 0 0,0 1-1 0 0,0 0 1 0 0,1-1-1 0 0,-1 1 1 0 0,1-1-1 0 0,0 1 1 0 0,-1 0-1 0 0,1-1 1 0 0,0 1-1 0 0,0-1 1 0 0,0 0-1 0 0,0 1 1 0 0,0-1-1 0 0,0 0 1 0 0,0 1-1 0 0,1-1 1 0 0,-1 0-1 0 0,0 0 1 0 0,1 0-1 0 0,-1 0 1 0 0,2 0-1 0 0,34 22 411 0 0,69 29-1 0 0,-64-32-498 0 0,44 26 0 0 0,-71-35-454 0 0,-1 0-1 0 0,23 23 1 0 0,11 8-3891 0 0,-42-37 3105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43:25.2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266 39 332,'0'-1'287,"0"-1"1,0 0-1,-1 1 1,1-1-1,0 0 0,-1 1 1,1-1-1,-1 1 1,1-1-1,-1 0 0,0 1 1,0 0-1,1-1 1,-1 1-1,0-1 0,-1 1 1,1 0-1,0 0 1,0 0-1,0 0 1,-1 0-1,1 0 0,0 0 1,-1 0-1,1 0 1,-1 0-1,1 1 0,-1-1 1,-2 0-1,3 1 122,-48 16 1124,34-11-1298,0 0-1,1 1 1,-1 1 0,2 0 0,-1 1 0,-14 11 0,23-16-138,0 1-1,0 1 1,1-1 0,0 1 0,0 0 0,0 0 0,0 0-1,1 0 1,0 1 0,0 0 0,0-1 0,1 1 0,-1 0-1,1 0 1,1 0 0,0 1 0,-2 7 0,-2 41 583,1-27-325,2 1 0,1-1 0,1 1 0,6 46 0,-4-64-317,-1-3 62,0 0 1,1 0-1,0 0 0,0 0 1,1 0-1,0 0 0,5 7 0,-7-13-93,1 0 0,-1 0-1,1 0 1,0-1 0,0 1-1,0-1 1,0 1 0,0-1-1,0 0 1,0 0-1,0 0 1,0 0 0,1 0-1,-1 0 1,0-1 0,1 1-1,-1-1 1,0 1 0,1-1-1,-1 0 1,1 0-1,-1 0 1,1 0 0,-1-1-1,0 1 1,1-1 0,-1 1-1,0-1 1,4-1 0,11-3-534,1-1 1,-1 0 0,-1-1 0,1-1 0,15-10 0,-21 11-1126,-1-1 1,0 0-1,0-1 0,14-15 1,-13 8-1928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43:25.6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 66 652,'-55'-1'3198,"44"0"-1076,1 1 0,-1 0-1,-20 2 1,210-42-3228,-52 20-4873,-77 14 3023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26.9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180 32 400 0 0,'0'0'1613'0'0,"20"-8"6810"0"0,-20 7-8325 0 0,0 0-1 0 0,0-1 1 0 0,-1 1-1 0 0,1 0 1 0 0,0 0-1 0 0,-1 0 1 0 0,1 0-1 0 0,-1 0 1 0 0,1 0-1 0 0,-1 0 1 0 0,0 0-1 0 0,1 0 1 0 0,-1 0-1 0 0,0 0 1 0 0,0 1 0 0 0,0-1-1 0 0,0 0 1 0 0,1 0-1 0 0,-1 1 1 0 0,0-1-1 0 0,0 1 1 0 0,0-1-1 0 0,0 1 1 0 0,-1-1-1 0 0,1 1 1 0 0,0-1-1 0 0,0 1 1 0 0,0 0-1 0 0,0 0 1 0 0,0-1-1 0 0,0 1 1 0 0,-1 0-1 0 0,1 0 1 0 0,-1 1-1 0 0,-1-1-59 0 0,-40 19 127 0 0,35-16-155 0 0,-19 15 62 0 0,-2 11 117 0 0,14-11-38 0 0,-3 10 122 0 0,-2 24 289 0 0,14-19-173 0 0,5 22 246 0 0,2-46-469 0 0,1 1-1 0 0,0-1 1 0 0,1 0-1 0 0,0 0 0 0 0,0 0 1 0 0,1 0-1 0 0,0-1 0 0 0,1 1 1 0 0,0-1-1 0 0,0 0 0 0 0,1-1 1 0 0,0 1-1 0 0,0-1 0 0 0,0 0 1 0 0,1-1-1 0 0,0 1 0 0 0,1-1 1 0 0,-1-1-1 0 0,1 1 0 0 0,0-1 1 0 0,1-1-1 0 0,-1 1 0 0 0,16 4 1 0 0,-14-5-27 0 0,-1 0 0 0 0,1-1 1 0 0,-1 0-1 0 0,1-1 0 0 0,0 0 0 0 0,0-1 0 0 0,0 0 1 0 0,0 0-1 0 0,0-1 0 0 0,1-1 0 0 0,-1 1 1 0 0,0-2-1 0 0,0 1 0 0 0,0-1 0 0 0,-1-1 1 0 0,1 0-1 0 0,0 0 0 0 0,-1-1 0 0 0,0 0 0 0 0,0-1 1 0 0,0 0-1 0 0,9-6 0 0 0,-8 2-73 0 0,0 0 0 0 0,-1-1-1 0 0,0 0 1 0 0,0-1 0 0 0,-1 1 0 0 0,0-2-1 0 0,-1 1 1 0 0,-1-1 0 0 0,8-16 0 0 0,-11 20-43 0 0,0-1 0 0 0,-1 1 0 0 0,1-1 1 0 0,-1 0-1 0 0,-1 0 0 0 0,0 0 0 0 0,0 0 1 0 0,-1 0-1 0 0,0 0 0 0 0,-1 0 0 0 0,0 0 1 0 0,0 0-1 0 0,-1 0 0 0 0,-5-17 0 0 0,5 21-51 0 0,-1 1 0 0 0,1-1 0 0 0,-1 0 1 0 0,0 1-1 0 0,-1 0 0 0 0,1 0 0 0 0,-1 0 0 0 0,0 0 0 0 0,0 0 0 0 0,0 1 0 0 0,0 0 0 0 0,-1 0 0 0 0,1 0 0 0 0,-1 0 0 0 0,0 1 0 0 0,1-1 0 0 0,-1 1 0 0 0,-1 1 1 0 0,1-1-1 0 0,0 1 0 0 0,0 0 0 0 0,0 0 0 0 0,-1 0 0 0 0,1 1 0 0 0,-1-1 0 0 0,-7 2 0 0 0,-6-1-412 0 0,-1 1 0 0 0,1 2 0 0 0,0-1 0 0 0,0 2 0 0 0,0 1 0 0 0,-20 7 1 0 0,20-5-505 0 0,1 2 0 0 0,0 0-1 0 0,-30 20 1 0 0,-14 19-7576 0 0,40-28 3804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43:28.5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11 164 256,'-10'5'14023,"25"-9"-8276,53-15-6447,-20 6 2071,135-42 589,62-16 793,-217 65-2795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29.5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1 327 356 0 0,'0'-3'596'0'0,"0"0"0"0"0,0 0-1 0 0,0 0 1 0 0,0 0 0 0 0,0 0 0 0 0,0 0-1 0 0,1 1 1 0 0,0-1 0 0 0,-1 0 0 0 0,1 0 0 0 0,0 1-1 0 0,1-1 1 0 0,-1 0 0 0 0,0 1 0 0 0,1-1-1 0 0,-1 1 1 0 0,1 0 0 0 0,2-4 0 0 0,-3 6-214 0 0,26 20 862 0 0,7 25-405 0 0,-3 1-1 0 0,-2 1 1 0 0,-1 2 0 0 0,23 58 0 0 0,-5 14 752 0 0,-45-119-1412 0 0,16 42 558 0 0,-11-19 3920 0 0,-5-33-4377 0 0,1 0 0 0 0,0 1 0 0 0,0-1 0 0 0,1 1 0 0 0,6-12 0 0 0,3-11 112 0 0,136-503 987 0 0,-108 376-4870 0 0,-39 208-18429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30.2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318 40 364 0 0,'-6'-24'7853'0'0,"5"23"-7719"0"0,0 0-1 0 0,0-1 1 0 0,-1 1 0 0 0,1 0 0 0 0,-1 0 0 0 0,1 0 0 0 0,-1 0 0 0 0,1 0-1 0 0,-1 0 1 0 0,1 0 0 0 0,-1 1 0 0 0,0-1 0 0 0,0 1 0 0 0,1-1 0 0 0,-1 1-1 0 0,0-1 1 0 0,0 1 0 0 0,1 0 0 0 0,-1 0 0 0 0,0 0 0 0 0,-2 0 0 0 0,-81 7 2375 0 0,83-6-2331 0 0,-20 13 889 0 0,-31 177 1099 0 0,5-88-1014 0 0,32-72-433 0 0,1 1 1 0 0,-16 49 0 0 0,31-80-676 0 0,-1 0 0 0 0,1 0 0 0 0,0 0 0 0 0,-1 0 0 0 0,1 0-1 0 0,0 0 1 0 0,0 0 0 0 0,0 0 0 0 0,0 0 0 0 0,0 0 0 0 0,0 0 0 0 0,0 0 0 0 0,0 0 0 0 0,0 0-1 0 0,1 0 1 0 0,-1 0 0 0 0,0 0 0 0 0,1 0 0 0 0,-1 0 0 0 0,1 0 0 0 0,-1 0 0 0 0,1 0-1 0 0,-1 0 1 0 0,1 0 0 0 0,0 0 0 0 0,-1-1 0 0 0,2 2 0 0 0,1 0 2 0 0,-1-1 1 0 0,0 0-1 0 0,0-1 0 0 0,0 1 1 0 0,0 0-1 0 0,1-1 0 0 0,-1 1 1 0 0,0-1-1 0 0,1 0 0 0 0,-1 0 1 0 0,0 1-1 0 0,4-2 0 0 0,9 0 2 0 0,1-2 0 0 0,-1 0 0 0 0,16-5-1 0 0,-23 6-53 0 0,24-7-564 0 0,-1-1 0 0 0,48-23 0 0 0,-11-7-3201 0 0,-57 32 1253 0 0,0-1 0 0 0,-1 0-1 0 0,13-13 1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30.6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25 134 560 0 0,'-24'2'5285'0'0,"36"-15"-1314"0"0,40-14-2137 0 0,-41 23-1943 0 0,107-40-922 0 0,-43 7-4998 0 0,-60 26 3508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30.9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371 40 32 0 0,'13'-29'8702'0'0,"-14"29"-8615"0"0,0-1 0 0 0,1 0 0 0 0,-1 0 0 0 0,0 0 1 0 0,0 1-1 0 0,1-1 0 0 0,-1 0 0 0 0,0 1 0 0 0,0-1 0 0 0,0 0 0 0 0,0 1 0 0 0,0-1 0 0 0,0 1 0 0 0,0 0 0 0 0,0-1 0 0 0,0 1 1 0 0,0 0-1 0 0,0 0 0 0 0,0-1 0 0 0,0 1 0 0 0,0 0 0 0 0,0 0 0 0 0,0 0 0 0 0,0 0 0 0 0,0 0 0 0 0,0 1 0 0 0,-1-1 0 0 0,0 1 1 0 0,-39 0 607 0 0,16 4-286 0 0,0 1 0 0 0,-41 15 1 0 0,62-20-382 0 0,1 1 1 0 0,-1 1-1 0 0,1-1 1 0 0,0 0-1 0 0,-1 1 1 0 0,1 0-1 0 0,0 0 1 0 0,0 0-1 0 0,1 0 1 0 0,-1 0-1 0 0,1 0 1 0 0,0 1-1 0 0,-1-1 1 0 0,-2 7-1 0 0,-21 63 444 0 0,11-30-75 0 0,6-23-184 0 0,-85 224 2915 0 0,92-241-3060 0 0,1 0 0 0 0,0 0 1 0 0,0 0-1 0 0,1 0 1 0 0,-1 0-1 0 0,1 0 1 0 0,-1 1-1 0 0,1-1 1 0 0,0 0-1 0 0,0 0 0 0 0,0 1 1 0 0,1-1-1 0 0,-1 0 1 0 0,1 0-1 0 0,0 1 1 0 0,0-1-1 0 0,0 0 0 0 0,0 0 1 0 0,0 0-1 0 0,1 0 1 0 0,-1-1-1 0 0,1 1 1 0 0,0 0-1 0 0,0 0 0 0 0,0-1 1 0 0,0 1-1 0 0,5 3 1 0 0,-3-4-44 0 0,0 0 0 0 0,1 0-1 0 0,-1 0 1 0 0,1 0 0 0 0,0-1 0 0 0,-1 0 0 0 0,1 0 0 0 0,0 0 0 0 0,0-1 0 0 0,-1 1-1 0 0,1-1 1 0 0,0 0 0 0 0,0-1 0 0 0,0 1 0 0 0,-1-1 0 0 0,1 0 0 0 0,0 0 0 0 0,8-3 0 0 0,7-3-638 0 0,1 0 0 0 0,-1-2 1 0 0,-1 0-1 0 0,28-18 0 0 0,-37 20-818 0 0,-1 0 0 0 0,0 0-1 0 0,0-1 1 0 0,-1 0 0 0 0,0 0-1 0 0,8-12 1 0 0,-2-2-2579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31.3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31 160 1268 0 0,'-10'2'1352'0'0,"1"0"1533"0"0,-3 0-233 0 0,12-12-1552 0 0,12 1-108 0 0,3 0-148 0 0,9-4-236 0 0,3-5-232 0 0,16 0-288 0 0,-7 1-292 0 0,11-1-436 0 0,-4-4-1248 0 0,2 7-2044 0 0,-2-1 903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33.0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 0 28 0 0,'0'0'5165'0'0,"8"25"-2840"0"0,0 55 343 0 0,-1-27-632 0 0,-2 102 1 0 0,-7-136-2337 0 0,0-1 1 0 0,-1 0-1 0 0,-8 27 1 0 0,8-34-376 0 0,-2 1 0 0 0,1-1 0 0 0,-2 0 0 0 0,1 0 0 0 0,-2-1 0 0 0,-8 12 0 0 0,7-13-2481 0 0,2-2 244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33.4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96 300 0 0,'0'0'10320'0'0,"5"0"-9696"0"0,158-23 982 0 0,6-14-3823 0 0,-101 21-87 0 0,-28 6-847 0 0,0 1 241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33.7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0 488 0 0,'0'0'3524'0'0,"5"26"2444"0"0,-9-14-5364 0 0,1 0-1 0 0,0 0 1 0 0,0 1 0 0 0,2-1-1 0 0,-1 0 1 0 0,1 21 0 0 0,-5 33 725 0 0,5-61-1297 0 0,0-1 0 0 0,1 0 0 0 0,-1 1-1 0 0,1-1 1 0 0,0 1 0 0 0,0-1-1 0 0,0 0 1 0 0,0 1 0 0 0,1-1-1 0 0,0 1 1 0 0,0-1 0 0 0,0 0 0 0 0,0 0-1 0 0,1 1 1 0 0,-1-1 0 0 0,1 0-1 0 0,0 0 1 0 0,1-1 0 0 0,-1 1-1 0 0,1 0 1 0 0,-1-1 0 0 0,1 1-1 0 0,0-1 1 0 0,0 0 0 0 0,1 0 0 0 0,-1 0-1 0 0,1-1 1 0 0,-1 1 0 0 0,1-1-1 0 0,0 1 1 0 0,0-1 0 0 0,0-1-1 0 0,0 1 1 0 0,8 2 0 0 0,-6-1-19 0 0,0 0 1 0 0,0 0-1 0 0,0 0 0 0 0,0 1 1 0 0,-1 0-1 0 0,1 0 1 0 0,-1 1-1 0 0,0-1 0 0 0,-1 1 1 0 0,1 0-1 0 0,-1 1 1 0 0,0-1-1 0 0,0 1 0 0 0,-1 0 1 0 0,1-1-1 0 0,-1 2 0 0 0,3 9 1 0 0,-5-12-172 0 0,1 0 0 0 0,-1 0-1 0 0,-1 0 1 0 0,1 1 0 0 0,-1-1 0 0 0,1 0 0 0 0,-1 0 0 0 0,-1 1 0 0 0,1-1-1 0 0,0 0 1 0 0,-1 1 0 0 0,0-1 0 0 0,0 0 0 0 0,0 0 0 0 0,-1 0 0 0 0,1 0-1 0 0,-1 0 1 0 0,0 0 0 0 0,0 0 0 0 0,-1-1 0 0 0,1 1 0 0 0,-1-1 0 0 0,1 1-1 0 0,-1-1 1 0 0,0 0 0 0 0,0 0 0 0 0,-1 0 0 0 0,-6 4 0 0 0,5-5-519 0 0,-6 2-479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34.1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1 149 1300 0 0,'8'-10'1132'0'0,"1"1"1"0"0,0 0-1 0 0,0 1 0 0 0,1 0 1 0 0,0 1-1 0 0,13-7 0 0 0,-5 4-360 0 0,-1 2-1 0 0,1 0 0 0 0,26-6 0 0 0,61-10-1905 0 0,-1 11-3606 0 0,-78 9 2951 0 0,-6 1-827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34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58 204 0 0,'12'5'8610'0'0,"-8"7"-7737"0"0,0 0 0 0 0,0 0 1 0 0,1-1-1 0 0,10 17 0 0 0,14 36 376 0 0,40 169 1543 0 0,-68-230-2603 0 0,0 0 1 0 0,0 0-1 0 0,0 0 1 0 0,0 0-1 0 0,1 0 0 0 0,-1 0 1 0 0,1 0-1 0 0,0-1 1 0 0,0 1-1 0 0,0 0 0 0 0,0-1 1 0 0,3 3 526 0 0,30-24 694 0 0,-17 1-1065 0 0,-1-1 1 0 0,-2-1 0 0 0,0-1-1 0 0,-1 0 1 0 0,15-29-1 0 0,45-120-1059 0 0,-30 64-2128 0 0,-35 76-228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35.0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87 872 0 0,'-38'16'11330'0'0,"59"-18"-9253"0"0,232-38-1110 0 0,-91-3-6438 0 0,-140 36 1771 0 0,-5-3 281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35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9 284 0 0,'16'-9'14200'0'0,"-5"56"-13644"0"0,-1-4 442 0 0,7-12-880 0 0,1-1 0 0 0,2 0 0 0 0,1-1 0 0 0,2-1 0 0 0,0-2 0 0 0,2 0 0 0 0,43 35 0 0 0,-66-60-174 0 0,0 1-1 0 0,-1 0 0 0 0,1-1 1 0 0,-1 1-1 0 0,1 0 0 0 0,-1 0 1 0 0,0-1-1 0 0,0 1 0 0 0,0 0 1 0 0,0 0-1 0 0,0 1 0 0 0,0-1 1 0 0,0 0-1 0 0,-1 0 0 0 0,1 0 1 0 0,-1 0-1 0 0,1 1 0 0 0,-1-1 1 0 0,0 0-1 0 0,0 0 0 0 0,0 1 1 0 0,0-1-1 0 0,-1 0 0 0 0,1 0 1 0 0,-1 1-1 0 0,1-1 0 0 0,-1 0 1 0 0,0 0-1 0 0,1 0 0 0 0,-1 0 1 0 0,0 0-1 0 0,-1 0 0 0 0,1 0 1 0 0,0 0-1 0 0,0 0 1 0 0,-1 0-1 0 0,1-1 0 0 0,-1 1 1 0 0,-3 2-1 0 0,0 1-425 0 0,0-1 0 0 0,0 1 0 0 0,0-1 1 0 0,-1-1-1 0 0,0 1 0 0 0,0-1 0 0 0,0 0 0 0 0,0 0 0 0 0,0 0 1 0 0,-1-1-1 0 0,1 0 0 0 0,-10 2 0 0 0,-3-4-2718 0 0,-1-2 244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35.7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92 1192 0 0,'5'-6'1039'0'0,"1"1"0"0"0,-1 0 0 0 0,1 0 0 0 0,0 0 0 0 0,0 0 0 0 0,14-7 0 0 0,-10 7-231 0 0,1 1 0 0 0,0-1 0 0 0,23-4 0 0 0,0 3-507 0 0,0 1 0 0 0,41 1 1 0 0,-37 2-1 0 0,103-1-1075 0 0,2-1-6213 0 0,-114 2 4094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36.1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15 274 1300 0 0,'-14'-6'13130'0'0,"14"16"-12662"0"0,2-1 0 0 0,-1 1 0 0 0,1 0 0 0 0,1-1 0 0 0,0 0 0 0 0,0 1 0 0 0,7 11 0 0 0,9 31 723 0 0,8 34 409 0 0,5-2 0 0 0,53 105 0 0 0,-85-189-1593 0 0,0 0 28 0 0,0 1 0 0 0,0-1 0 0 0,0 0 0 0 0,1 1 0 0 0,-1-1 0 0 0,0 1 0 0 0,0-1 0 0 0,0 0 0 0 0,0 1 0 0 0,1-1 0 0 0,-1 0 0 0 0,0 1 0 0 0,0-1 0 0 0,1 0 0 0 0,-1 0 0 0 0,0 1 0 0 0,1-1 0 0 0,-1 0-1 0 0,0 0 1 0 0,1 1 0 0 0,-1-1 0 0 0,0 0 0 0 0,1 0 0 0 0,-1 0 0 0 0,0 0 0 0 0,1 1 0 0 0,-1-1 0 0 0,0 0 0 0 0,1 0 0 0 0,-1 0 0 0 0,1 0 0 0 0,-1 0 0 0 0,0 0 0 0 0,1 0 0 0 0,-1 0 0 0 0,1 0 0 0 0,10-13 399 0 0,2-23-90 0 0,3-52-1183 0 0,6-161 0 0 0,-22 195-1027 0 0,-5-53 1 0 0,-7 1-4461 0 0,8 67 2720 0 0,-5-43-2525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37.9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13 129 1048 0 0,'-11'7'4944'0'0,"11"-7"-4697"0"0,0 1 1 0 0,-1 0-1 0 0,1-1 0 0 0,0 1 0 0 0,0-1 0 0 0,-1 1 1 0 0,1 0-1 0 0,0 1 0 0 0,19 1 2859 0 0,42-9-1598 0 0,-55 5-1019 0 0,508-81 5252 0 0,-469 74-5393 0 0,-18 4-162 0 0,62-13 544 0 0,0 5 0 0 0,146-2 0 0 0,-213 13-1010 0 0,29 1-1137 0 0,-49 0 1131 0 0,0 0 0 0 0,-1 0 1 0 0,1 1-1 0 0,0-1 0 0 0,0 0 0 0 0,0 1 1 0 0,0-1-1 0 0,0 1 0 0 0,0 0 0 0 0,0 0 1 0 0,-1 0-1 0 0,1 0 0 0 0,0 0 0 0 0,-1 0 0 0 0,1 0 1 0 0,-1 0-1 0 0,1 1 0 0 0,-1-1 0 0 0,2 3 1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38.2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59 74 452 0 0,'-6'5'1112'0'0,"2"-2"80"0"0,-1 1 0 0 0,0-1 0 0 0,0 1 1 0 0,0-2-1 0 0,0 1 0 0 0,0 0 0 0 0,0-1 1 0 0,-9 2 2338 0 0,20-6-2526 0 0,86-25 1640 0 0,59-16-1722 0 0,1 13-5731 0 0,-116 27-2320 0 0,-20 2 3038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38.6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139 0 1060 0 0,'-53'32'2877'0'0,"35"-22"-155"0"0,1 1 0 0 0,-29 22-1 0 0,46-32-2659 0 0,-1-1-1 0 0,1 0 0 0 0,0 0 0 0 0,0 0 0 0 0,-1 1 0 0 0,1-1 1 0 0,0 0-1 0 0,0 1 0 0 0,-1-1 0 0 0,1 0 0 0 0,0 0 1 0 0,0 1-1 0 0,0-1 0 0 0,0 0 0 0 0,-1 1 0 0 0,1-1 0 0 0,0 0 1 0 0,0 1-1 0 0,0-1 0 0 0,0 0 0 0 0,0 1 0 0 0,0-1 0 0 0,0 0 1 0 0,0 1-1 0 0,0-1 0 0 0,0 1 0 0 0,0-1 0 0 0,0 0 1 0 0,0 1-1 0 0,0-1 0 0 0,0 0 0 0 0,1 1 0 0 0,-1-1 0 0 0,0 0 1 0 0,0 1-1 0 0,1-1 0 0 0,13 9 673 0 0,20-1-497 0 0,106-7-3177 0 0,-67-2-3460 0 0,-45 0 3023 0 0</inkml:trace>
  <inkml:trace contextRef="#ctx0" brushRef="#br0" timeOffset="1">437 198 448 0 0,'-23'19'10373'0'0,"52"-30"-9765"0"0,13-4-256 0 0,12 9-304 0 0,23-8-488 0 0,9 1-1460 0 0,11-4-2056 0 0,1 1 907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45.0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0 173 1000 0 0,'0'-1'401'0'0,"1"-1"0"0"0,-1 0-1 0 0,1 1 1 0 0,-1-1 0 0 0,1 1 0 0 0,-1-1-1 0 0,1 1 1 0 0,0-1 0 0 0,0 1 0 0 0,0-1-1 0 0,0 1 1 0 0,0 0 0 0 0,0 0 0 0 0,0-1-1 0 0,2-1 1 0 0,-2 3-304 0 0,-1 0 0 0 0,1 0 0 0 0,-1 1-1 0 0,1-1 1 0 0,-1 0 0 0 0,1 0 0 0 0,-1 0 0 0 0,1 0 0 0 0,-1 0-1 0 0,1 0 1 0 0,-1 1 0 0 0,1-1 0 0 0,-1 0 0 0 0,1 0-1 0 0,-1 1 1 0 0,1-1 0 0 0,-1 0 0 0 0,0 1 0 0 0,1-1 0 0 0,-1 0-1 0 0,0 1 1 0 0,1-1 0 0 0,-1 1 0 0 0,0-1 0 0 0,0 1 0 0 0,1-1-1 0 0,-1 0 1 0 0,0 1 0 0 0,0-1 0 0 0,0 1 0 0 0,1-1-1 0 0,-1 1 1 0 0,0-1 0 0 0,0 1 0 0 0,0-1 0 0 0,0 1 0 0 0,0-1-1 0 0,0 1 1 0 0,0 0 0 0 0,6 27 558 0 0,5 28 263 0 0,2 0 0 0 0,2-1 0 0 0,3-1 0 0 0,44 92 0 0 0,-51-124-606 0 0,-10-18-142 0 0,1 1-1 0 0,0-1 0 0 0,0 0 1 0 0,0 1-1 0 0,0-1 0 0 0,0 0 0 0 0,1-1 1 0 0,0 1-1 0 0,0 0 0 0 0,0-1 1 0 0,0 1-1 0 0,1-1 0 0 0,-1 0 0 0 0,8 5 1 0 0,-9-8-90 0 0,0 0-1 0 0,0 0 1 0 0,0-1 0 0 0,0 1 0 0 0,0 0 0 0 0,0-1 0 0 0,0 1 0 0 0,0-1 0 0 0,0 1-1 0 0,0-1 1 0 0,0 0 0 0 0,0 0 0 0 0,0 0 0 0 0,-1 0 0 0 0,1 0 0 0 0,0 0-1 0 0,-1-1 1 0 0,3-2 0 0 0,27-27 564 0 0,-9 2-421 0 0,-1-2-1 0 0,-2 0 1 0 0,-1-1 0 0 0,-1 0 0 0 0,-2-2 0 0 0,16-50 0 0 0,-3-10-2105 0 0,18-114 1 0 0,-40 190-678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45.3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143 79 48 0 0,'-3'6'699'0'0,"-1"0"-1"0"0,0-1 1 0 0,0 1 0 0 0,-1-1-1 0 0,0 0 1 0 0,0 0-1 0 0,0 0 1 0 0,-10 6 0 0 0,1 1 279 0 0,6-4-564 0 0,0 0 0 0 0,1 1 0 0 0,0 0 0 0 0,0 0 0 0 0,1 0 0 0 0,0 1 0 0 0,0 0 0 0 0,-8 21 0 0 0,12-26-314 0 0,1-1-1 0 0,-1 1 0 0 0,1 0 0 0 0,0-1 1 0 0,0 1-1 0 0,0 0 0 0 0,1 0 0 0 0,0 0 0 0 0,0 0 1 0 0,0 0-1 0 0,0-1 0 0 0,1 1 0 0 0,0 0 1 0 0,0 0-1 0 0,0 0 0 0 0,1-1 0 0 0,-1 1 0 0 0,1-1 1 0 0,0 1-1 0 0,0-1 0 0 0,1 0 0 0 0,4 7 1 0 0,-5-9-72 0 0,1 0 0 0 0,0 0 0 0 0,-1 0 0 0 0,1 0 0 0 0,0 0 0 0 0,0 0 0 0 0,0-1 0 0 0,0 0 0 0 0,0 0 0 0 0,1 1 0 0 0,-1-2 0 0 0,0 1 0 0 0,0 0 0 0 0,1-1 1 0 0,-1 1-1 0 0,1-1 0 0 0,-1 0 0 0 0,0 0 0 0 0,1-1 0 0 0,-1 1 0 0 0,0-1 0 0 0,1 1 0 0 0,-1-1 0 0 0,0 0 0 0 0,0 0 0 0 0,0 0 0 0 0,0-1 0 0 0,0 1 0 0 0,0-1 1 0 0,4-2-1 0 0,0 0-5 0 0,-1 0 0 0 0,0 0 0 0 0,0 0 0 0 0,0-1 0 0 0,-1 0 0 0 0,1 0 0 0 0,-1 0 0 0 0,0-1 0 0 0,-1 1 0 0 0,1-1 0 0 0,-1 0 0 0 0,0-1 0 0 0,3-7 0 0 0,-2-1 1 0 0,0 0 1 0 0,-1 0 0 0 0,-1-1-1 0 0,-1 1 1 0 0,0-1 0 0 0,-1 0-1 0 0,0 1 1 0 0,-1-1 0 0 0,-1 0-1 0 0,-1 0 1 0 0,0 1 0 0 0,-1-1-1 0 0,-5-16 1 0 0,2 1 371 0 0,2 7-2574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45.7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166 0 752 0 0,'0'0'2331'0'0,"35"10"3865"0"0,-32-8-6084 0 0,1 0 0 0 0,-1 0 1 0 0,0 0-1 0 0,1 0 0 0 0,-1 1 1 0 0,0-1-1 0 0,-1 1 0 0 0,1 0 0 0 0,0 0 1 0 0,-1 0-1 0 0,0 0 0 0 0,0 0 1 0 0,0 1-1 0 0,0-1 0 0 0,0 1 0 0 0,0-1 1 0 0,1 8-1 0 0,-1-3-39 0 0,-1-1 1 0 0,0 0-1 0 0,-1 0 1 0 0,0 1-1 0 0,0-1 1 0 0,0 0-1 0 0,-1 1 1 0 0,0-1-1 0 0,-3 7 0 0 0,-3 11 7 0 0,-1-1 0 0 0,-2-1 0 0 0,0 0-1 0 0,-20 33 1 0 0,-49 61 191 0 0,49-75 284 0 0,-36 65 1 0 0,65-106-518 0 0,0 0 0 0 0,0 0 0 0 0,1 1 0 0 0,-1-1 0 0 0,1 1 0 0 0,-1-1 0 0 0,1 0 0 0 0,-1 1 0 0 0,1-1 0 0 0,0 1 0 0 0,-1-1 1 0 0,1 1-1 0 0,0-1 0 0 0,0 1 0 0 0,0 0 0 0 0,0-1 0 0 0,1 1 0 0 0,-1-1 0 0 0,0 1 0 0 0,1-1 0 0 0,-1 0 0 0 0,1 1 0 0 0,-1-1 0 0 0,1 1 0 0 0,0-1 1 0 0,-1 0-1 0 0,1 1 0 0 0,0-1 0 0 0,0 0 0 0 0,0 0 0 0 0,0 0 0 0 0,0 0 0 0 0,0 0 0 0 0,0 0 0 0 0,1 0 0 0 0,-1 0 0 0 0,0 0 0 0 0,0 0 1 0 0,1-1-1 0 0,-1 1 0 0 0,1 0 0 0 0,-1-1 0 0 0,0 1 0 0 0,1-1 0 0 0,1 1 0 0 0,9 2 64 0 0,1-1 0 0 0,-1 0 0 0 0,0 0 0 0 0,18-1 0 0 0,-19 0-25 0 0,19 0-12 0 0,167 4 704 0 0,-167-6-935 0 0,-1-2 0 0 0,1 0 0 0 0,-1-2 0 0 0,46-15 0 0 0,-47 4-1266 0 0,-18 4-721 0 0,-12-2-3678 0 0,-8 3 2042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46.9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156 15 376 0 0,'-3'-15'6401'0'0,"0"36"-4776"0"0,8 477 4494 0 0,-94 583-1748 0 0,80-1011-4193 0 0,-38 317 883 0 0,40-295-647 0 0,5 1 1 0 0,11 113-1 0 0,19-39-516 0 0,-10-97-3390 0 0,-18-66 2768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42.7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237 58 716 0 0,'-3'-3'335'0'0,"0"0"0"0"0,0 0 0 0 0,-1 1 0 0 0,1 0 0 0 0,-1-1 0 0 0,1 1 0 0 0,-1 0 0 0 0,0 1 0 0 0,0-1 0 0 0,0 1 0 0 0,0-1 0 0 0,0 1 0 0 0,0 1 0 0 0,0-1 0 0 0,0 0 0 0 0,0 1 0 0 0,-1 0 0 0 0,1 0 0 0 0,-5 1 0 0 0,4 0-98 0 0,-1 0-1 0 0,0 1 0 0 0,1 0 1 0 0,0 1-1 0 0,-1-1 0 0 0,1 1 1 0 0,0 0-1 0 0,0 0 0 0 0,0 0 1 0 0,1 1-1 0 0,-1 0 0 0 0,-5 6 1 0 0,1 0-40 0 0,0 0 0 0 0,1 1 0 0 0,0 0 0 0 0,1 1 0 0 0,0 0 0 0 0,1 0 0 0 0,0 0 0 0 0,1 1 0 0 0,0 0 0 0 0,1 0 0 0 0,-3 15 0 0 0,6-20-135 0 0,0 0-1 0 0,1 0 0 0 0,-1 0 1 0 0,1 0-1 0 0,1 1 1 0 0,0-1-1 0 0,0 0 1 0 0,0 0-1 0 0,1 0 1 0 0,0-1-1 0 0,1 1 0 0 0,0 0 1 0 0,0-1-1 0 0,1 1 1 0 0,-1-1-1 0 0,2 0 1 0 0,-1 0-1 0 0,1-1 0 0 0,0 1 1 0 0,0-1-1 0 0,1 0 1 0 0,0-1-1 0 0,0 1 1 0 0,0-1-1 0 0,0 0 1 0 0,1-1-1 0 0,0 1 0 0 0,0-1 1 0 0,1-1-1 0 0,-1 1 1 0 0,1-1-1 0 0,-1-1 1 0 0,1 1-1 0 0,0-1 0 0 0,0-1 1 0 0,0 1-1 0 0,0-1 1 0 0,0-1-1 0 0,0 1 1 0 0,10-2-1 0 0,-5 0-26 0 0,1-1-1 0 0,-1 0 1 0 0,1-1-1 0 0,-1-1 1 0 0,0 0-1 0 0,0-1 1 0 0,-1 0-1 0 0,1-1 1 0 0,-1 0-1 0 0,14-10 1 0 0,-19 11-1 0 0,0 0-1 0 0,-1 0 1 0 0,1-1 0 0 0,-1 0-1 0 0,0 0 1 0 0,-1-1 0 0 0,0 0 0 0 0,0 0-1 0 0,0 0 1 0 0,-1 0 0 0 0,0-1 0 0 0,0 1-1 0 0,-1-1 1 0 0,0 0 0 0 0,0 0-1 0 0,-1-1 1 0 0,2-12 0 0 0,-2 12-46 0 0,-2-1 0 0 0,0 0 0 0 0,0 0 1 0 0,0 0-1 0 0,-2 0 0 0 0,1 0 0 0 0,-1 1 1 0 0,0-1-1 0 0,-1 0 0 0 0,0 1 0 0 0,-1 0 0 0 0,0 0 1 0 0,0 0-1 0 0,-1 0 0 0 0,0 1 0 0 0,-1-1 0 0 0,0 1 1 0 0,0 1-1 0 0,0-1 0 0 0,-1 1 0 0 0,0 0 0 0 0,-1 1 1 0 0,0-1-1 0 0,0 2 0 0 0,0-1 0 0 0,0 1 1 0 0,-1 0-1 0 0,0 1 0 0 0,0 0 0 0 0,0 0 0 0 0,-1 1 1 0 0,1 0-1 0 0,-1 1 0 0 0,0 0 0 0 0,1 0 0 0 0,-1 1 1 0 0,0 1-1 0 0,0 0 0 0 0,0 0 0 0 0,0 0 0 0 0,0 2 1 0 0,0-1-1 0 0,-11 4 0 0 0,11-2-189 0 0,0 1 0 0 0,1 0 0 0 0,0 1 0 0 0,0 0-1 0 0,0 0 1 0 0,0 1 0 0 0,1 0 0 0 0,0 0 0 0 0,-14 14 0 0 0,18-15-170 0 0,-1 1 1 0 0,1-1 0 0 0,0 1 0 0 0,1 0 0 0 0,-1 0 0 0 0,-3 12 0 0 0,5-13-246 0 0,0 0 0 0 0,1 1 0 0 0,0-1 1 0 0,0 1-1 0 0,0 0 0 0 0,1-1 1 0 0,0 1-1 0 0,0 0 0 0 0,1 6 0 0 0,2 4-2240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43.1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65 900 0 0,'-1'-29'7722'0'0,"8"-7"6661"0"0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43.7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17 169 808 0 0,'-16'-19'6670'0'0,"25"41"-3505"0"0,6 13-2606 0 0,99 306 4541 0 0,-114-339-5007 0 0,1-1-1 0 0,-1 1 0 0 0,0 0 1 0 0,1-1-1 0 0,0 1 0 0 0,-1-1 1 0 0,1 1-1 0 0,0-1 0 0 0,0 1 1 0 0,0-1-1 0 0,0 0 0 0 0,0 1 1 0 0,0-1-1 0 0,0 0 1 0 0,0 0-1 0 0,0 0 0 0 0,1 0 1 0 0,-1 0-1 0 0,0 0 0 0 0,1 0 1 0 0,-1 0-1 0 0,1 0 0 0 0,-1-1 1 0 0,1 1-1 0 0,2 0 0 0 0,-2-1 4 0 0,1 0 0 0 0,-1-1 0 0 0,0 1 1 0 0,1-1-1 0 0,-1 0 0 0 0,0 1 0 0 0,1-1 0 0 0,-1 0 0 0 0,0 0 0 0 0,0 0 0 0 0,0-1 0 0 0,0 1 0 0 0,0-1 0 0 0,0 1 0 0 0,2-3 0 0 0,9-10 236 0 0,0 1 1 0 0,-2-2-1 0 0,16-24 1 0 0,-6 8-162 0 0,-1-1 1 0 0,-2-1-1 0 0,-1-1 0 0 0,-2-1 0 0 0,-1 0 1 0 0,-2 0-1 0 0,9-46 0 0 0,-14 43-216 0 0,8-41-223 0 0,1 31-2647 0 0,-15 48 2710 0 0,0-1-1 0 0,-1 1 1 0 0,1 0-1 0 0,0 0 1 0 0,0 0-1 0 0,0 0 1 0 0,-1 0-1 0 0,1 0 1 0 0,0 1-1 0 0,0-1 1 0 0,-1 0-1 0 0,1 0 1 0 0,0 0-1 0 0,0 1 1 0 0,-1-1-1 0 0,1 0 1 0 0,0 1-1 0 0,-1-1 1 0 0,1 1-1 0 0,0-1 1 0 0,-1 1-1 0 0,1-1 1 0 0,-1 1-1 0 0,1-1 1 0 0,-1 1-1 0 0,1 0 1 0 0,-1-1-1 0 0,1 1 1 0 0,-1-1-1 0 0,0 1 1 0 0,1 1-1 0 0,20 22-6136 0 0,-10-9 2520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44.2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 26 536 0 0,'-13'-25'11868'0'0,"14"134"-7890"0"0,-15 9-3242 0 0,9-85-641 0 0,1 1 0 0 0,0 67-1 0 0,3-86-461 0 0,1-13 197 0 0,-1 0 1 0 0,1 0 0 0 0,0 0 0 0 0,-1 0-1 0 0,1 0 1 0 0,0 0 0 0 0,0 0 0 0 0,0 0-1 0 0,0 0 1 0 0,1 0 0 0 0,-1 0 0 0 0,0 0-1 0 0,1-1 1 0 0,0 1 0 0 0,-1 0 0 0 0,1 0-1 0 0,0 0 1 0 0,0 0 0 0 0,0-1 0 0 0,0 1-1 0 0,2 2 1 0 0,-1-5-305 0 0,0 1-1 0 0,0 0 0 0 0,1 0 1 0 0,-1-1-1 0 0,0 1 1 0 0,0-1-1 0 0,0 0 0 0 0,0 0 1 0 0,0 0-1 0 0,0 0 1 0 0,0 0-1 0 0,2-1 1 0 0,12-8-4028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44.5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0 169 520 0 0,'3'-22'6625'0'0,"1"18"-6253"0"0,0-1 0 0 0,0 2 0 0 0,0-1 0 0 0,0 0 0 0 0,1 1 0 0 0,0 0 0 0 0,0 0 0 0 0,-1 0 0 0 0,2 1 0 0 0,-1 0-1 0 0,6-2 1 0 0,65-16 578 0 0,-59 16-631 0 0,289-42-347 0 0,-88 17-7405 0 0,-169 22 4385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46.1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395 4 440 0 0,'-1'0'101'0'0,"1"0"-1"0"0,0-1 1 0 0,0 1-1 0 0,-1 0 1 0 0,1 0-1 0 0,-1-1 1 0 0,1 1 0 0 0,0 0-1 0 0,-1 0 1 0 0,1-1-1 0 0,0 1 1 0 0,-1 0-1 0 0,1 0 1 0 0,-1 0-1 0 0,1 0 1 0 0,-1 0 0 0 0,1 0-1 0 0,0-1 1 0 0,-1 1-1 0 0,1 0 1 0 0,-1 0-1 0 0,1 0 1 0 0,-1 1 0 0 0,1-1-1 0 0,-1 0 1 0 0,1 0-1 0 0,0 0 1 0 0,-1 0-1 0 0,1 0 1 0 0,-1 0-1 0 0,1 1 1 0 0,0-1 0 0 0,-1 0-1 0 0,0 1 1 0 0,-17 40 1204 0 0,1 0 0 0 0,2 2 0 0 0,-12 53 1 0 0,11-35-535 0 0,-125 536 4087 0 0,38 6-2823 0 0,82-436-1496 0 0,1 232 0 0 0,19-339-729 0 0,2 0 1 0 0,4 0-1 0 0,2 0 1 0 0,28 110-1 0 0,-28-145-295 0 0,2-1-1 0 0,1 1 1 0 0,2-1 0 0 0,0-1-1 0 0,27 39 1 0 0,-28-47-354 0 0,1-1 0 0 0,1 0 1 0 0,1 0-1 0 0,-1-2 0 0 0,2 0 1 0 0,0 0-1 0 0,0-1 0 0 0,34 17 1 0 0,22 1-2825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47.8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865 57 196 0 0,'19'-33'5925'0'0,"-13"9"2456"0"0,-47 27-8122 0 0,0 1-1 0 0,-63 16 1 0 0,59-11-203 0 0,-500 87-937 0 0,509-90 466 0 0,-41 3-3328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48.6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258 529 664 0 0,'-3'-3'380'0'0,"1"0"0"0"0,-2 1-1 0 0,1-1 1 0 0,0 1 0 0 0,0 0 0 0 0,-1 0 0 0 0,1 1-1 0 0,-1-1 1 0 0,1 1 0 0 0,-1-1 0 0 0,0 1 0 0 0,0 0-1 0 0,0 1 1 0 0,1-1 0 0 0,-1 1 0 0 0,0-1-1 0 0,0 1 1 0 0,-7 1 0 0 0,6 0-162 0 0,-1 0 0 0 0,0 1 0 0 0,0 0 0 0 0,1 0 0 0 0,-1 1-1 0 0,1-1 1 0 0,0 1 0 0 0,0 1 0 0 0,0-1 0 0 0,0 0 0 0 0,-5 6 0 0 0,-2 3-16 0 0,0 0 0 0 0,1 1 0 0 0,1 0 0 0 0,0 1 0 0 0,0 1 0 0 0,2-1 0 0 0,-12 27 0 0 0,15-30-106 0 0,2 0 0 0 0,-1 0 1 0 0,1 0-1 0 0,1 0 0 0 0,0 0 0 0 0,1 1 0 0 0,0-1 0 0 0,1 1 1 0 0,0 0-1 0 0,0-1 0 0 0,4 14 0 0 0,-4-21-79 0 0,1 0 0 0 0,0 0 0 0 0,1 0 0 0 0,-1 0 0 0 0,1 0 0 0 0,0 0 0 0 0,0 0 0 0 0,0-1 0 0 0,0 1 0 0 0,1-1 0 0 0,-1 0 0 0 0,1 1 0 0 0,0-1 0 0 0,0 0 0 0 0,0-1 0 0 0,0 1 0 0 0,1 0 1 0 0,-1-1-1 0 0,1 0 0 0 0,-1 0 0 0 0,1 0 0 0 0,0 0 0 0 0,0-1 0 0 0,0 1 0 0 0,0-1 0 0 0,0 0 0 0 0,0 0 0 0 0,0 0 0 0 0,0-1 0 0 0,0 0 0 0 0,1 1 0 0 0,-1-2 0 0 0,7 1 0 0 0,-4-1-20 0 0,1 1 0 0 0,-1-1 0 0 0,1 0 0 0 0,0-1-1 0 0,-1 0 1 0 0,0 0 0 0 0,1 0 0 0 0,-1-1 0 0 0,0 0 0 0 0,0-1 0 0 0,-1 1 0 0 0,1-2 0 0 0,-1 1 0 0 0,0 0 0 0 0,0-1 0 0 0,0 0-1 0 0,0-1 1 0 0,-1 1 0 0 0,0-1 0 0 0,0 0 0 0 0,-1 0 0 0 0,0-1 0 0 0,0 1 0 0 0,0-1 0 0 0,-1 0 0 0 0,1 0 0 0 0,-2 0-1 0 0,1 0 1 0 0,-1-1 0 0 0,0 1 0 0 0,-1-1 0 0 0,0 1 0 0 0,0-1 0 0 0,-1 0 0 0 0,1 1 0 0 0,-2-1 0 0 0,0-8 0 0 0,-4-6-141 0 0,-1 0 0 0 0,-1 0 1 0 0,-1 1-1 0 0,-1 0 0 0 0,-1 1 1 0 0,-1-1-1 0 0,0 2 0 0 0,-16-20 1 0 0,26 38 73 0 0,0 0 0 0 0,0-1 0 0 0,0 1 0 0 0,0 0 0 0 0,0 0 0 0 0,1-1 0 0 0,-1 1 0 0 0,0-1 0 0 0,1 1 0 0 0,-1 0 0 0 0,1-1 0 0 0,0 1 0 0 0,-1-1 0 0 0,1 1 0 0 0,0-1 0 0 0,0 1 0 0 0,0-1 0 0 0,0 1 0 0 0,0-1 0 0 0,0 1 0 0 0,1-1 0 0 0,-1 1 0 0 0,0-1 0 0 0,1 1 0 0 0,-1-1 0 0 0,1 1 0 0 0,-1-1 0 0 0,1 1 0 0 0,0 0 0 0 0,0 0 0 0 0,0-1 0 0 0,-1 1 0 0 0,1 0 0 0 0,0 0 0 0 0,0 0 0 0 0,1 0 0 0 0,0-1 0 0 0,6-4-215 0 0,0 1 0 0 0,1 0-1 0 0,-1 1 1 0 0,1 0-1 0 0,10-3 1 0 0,12-7-284 0 0,-7 2 275 0 0,-1-1-1 0 0,-1-1 1 0 0,0-1 0 0 0,-1-1-1 0 0,0-1 1 0 0,-2-1-1 0 0,29-33 1 0 0,-40 40 579 0 0,0 1 0 0 0,-1-1 0 0 0,0-1 1 0 0,-1 1-1 0 0,-1-1 0 0 0,0 0 0 0 0,0 0 0 0 0,-1-1 1 0 0,-1 0-1 0 0,0 1 0 0 0,0-1 0 0 0,-2 0 1 0 0,1 0-1 0 0,-2 0 0 0 0,0 0 0 0 0,0-1 0 0 0,-4-18 1 0 0,0 152 2158 0 0,21 146-881 0 0,1 24-653 0 0,-18-237-817 0 0,9 127 184 0 0,-6-156-565 0 0,1 0-1 0 0,14 43 1 0 0,-17-66 209 0 0,-1 0 0 0 0,0 1 1 0 0,1-1-1 0 0,-1 0 0 0 0,1 0 0 0 0,-1 1 0 0 0,1-1 1 0 0,-1 0-1 0 0,1 0 0 0 0,0 0 0 0 0,0 0 0 0 0,-1 0 1 0 0,1 0-1 0 0,0 0 0 0 0,0 0 0 0 0,0 0 0 0 0,0 0 1 0 0,0-1-1 0 0,0 1 0 0 0,0 0 0 0 0,1 0 0 0 0,-1-1 0 0 0,0 1 1 0 0,0-1-1 0 0,1 0 0 0 0,-1 1 0 0 0,0-1 0 0 0,0 0 1 0 0,1 1-1 0 0,-1-1 0 0 0,0 0 0 0 0,3 0 0 0 0,-1-1-331 0 0,-1 0 0 0 0,1 0 0 0 0,-1 0 0 0 0,1 0 0 0 0,-1 0 0 0 0,0-1 0 0 0,0 1 0 0 0,0-1 0 0 0,1 0-1 0 0,-1 1 1 0 0,0-1 0 0 0,-1 0 0 0 0,1 0 0 0 0,0 0 0 0 0,2-5 0 0 0,10-12-2702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49.1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108 181 728 0 0,'0'0'90'0'0,"0"0"1"0"0,-1-1-1 0 0,1 1 1 0 0,0 0-1 0 0,0 0 1 0 0,-1 0-1 0 0,1 0 0 0 0,0 0 1 0 0,0 0-1 0 0,-1 0 1 0 0,1 0-1 0 0,0 0 1 0 0,-1 0-1 0 0,1 0 0 0 0,0 0 1 0 0,0 0-1 0 0,-1 0 1 0 0,1 0-1 0 0,0 0 1 0 0,0 0-1 0 0,-1 1 1 0 0,1-1-1 0 0,-2 1 724 0 0,2-1-724 0 0,0 1 1 0 0,0-1-1 0 0,0 0 1 0 0,0 0-1 0 0,-1 0 0 0 0,1 1 1 0 0,0-1-1 0 0,0 1 1 0 0,-9 18 1384 0 0,-5 23-618 0 0,13-39-553 0 0,-6 26 199 0 0,0-1 1 0 0,2 2-1 0 0,2-1 0 0 0,0 1 1 0 0,2-1-1 0 0,1 1 0 0 0,1-1 1 0 0,2 1-1 0 0,1-1 0 0 0,1 0 1 0 0,2 0-1 0 0,14 39 0 0 0,-21-68-482 0 0,0 0-1 0 0,0 0 0 0 0,-1 0 0 0 0,1-1 1 0 0,0 1-1 0 0,0 0 0 0 0,0 0 1 0 0,0 0-1 0 0,0 0 0 0 0,0 0 0 0 0,0 0 1 0 0,0 0-1 0 0,0-1 0 0 0,0 1 1 0 0,0 0-1 0 0,0 0 0 0 0,0 0 1 0 0,0 0-1 0 0,0 0 0 0 0,0 0 0 0 0,0-1 1 0 0,0 1-1 0 0,0 0 0 0 0,0 0 1 0 0,0 0-1 0 0,0 0 0 0 0,0 0 0 0 0,1 0 1 0 0,-1 0-1 0 0,0-1 0 0 0,0 1 1 0 0,0 0-1 0 0,0 0 0 0 0,0 0 1 0 0,0 0-1 0 0,0 0 0 0 0,0 0 0 0 0,0 0 1 0 0,1 0-1 0 0,-1 0 0 0 0,0 0 1 0 0,0 0-1 0 0,0 0 0 0 0,0 0 0 0 0,0-1 1 0 0,0 1-1 0 0,0 0 0 0 0,1 0 1 0 0,-1 0-1 0 0,0 0 0 0 0,0 0 1 0 0,0 0-1 0 0,0 0 0 0 0,0 0 0 0 0,0 0 1 0 0,1 0-1 0 0,-1 0 0 0 0,0 1 1 0 0,0-1-1 0 0,0 0 0 0 0,0 0 0 0 0,0 0 1 0 0,0 0-1 0 0,0 0 0 0 0,1 0 1 0 0,3-22 348 0 0,2-25-225 0 0,-3-117 130 0 0,-2 52-424 0 0,24-174 0 0 0,-25 285 140 0 0,0-1 1 0 0,1 1-1 0 0,-1-1 0 0 0,0 1 0 0 0,1-1 1 0 0,-1 1-1 0 0,0-1 0 0 0,1 1 0 0 0,0 0 1 0 0,-1-1-1 0 0,1 1 0 0 0,0 0 0 0 0,0-1 1 0 0,0 1-1 0 0,0 0 0 0 0,0 0 0 0 0,0 0 1 0 0,0 0-1 0 0,0 0 0 0 0,0 0 0 0 0,0 0 1 0 0,1 0-1 0 0,-1 0 0 0 0,0 1 1 0 0,1-1-1 0 0,2 0 0 0 0,-1 0 3 0 0,-1 1 1 0 0,1 0-1 0 0,0 0 0 0 0,0 0 1 0 0,0 1-1 0 0,0-1 0 0 0,0 1 0 0 0,-1 0 1 0 0,1-1-1 0 0,0 1 0 0 0,-1 0 1 0 0,1 1-1 0 0,3 1 0 0 0,3 2-3 0 0,-1 0 1 0 0,1 1-1 0 0,-1 0 0 0 0,-1 1 0 0 0,1 0 0 0 0,-1 0 0 0 0,12 15 0 0 0,-15-15-8 0 0,0 0 0 0 0,0 1-1 0 0,0-1 1 0 0,-1 1 0 0 0,0 0 0 0 0,-1 0-1 0 0,0 0 1 0 0,0 0 0 0 0,0 1 0 0 0,-1-1 0 0 0,-1 1-1 0 0,0 16 1 0 0,-1-12-45 0 0,-1 1-1 0 0,-1 0 1 0 0,0-1-1 0 0,-1 1 0 0 0,-1-1 1 0 0,0 0-1 0 0,-8 14 1 0 0,-9 12-714 0 0,-2-2 1 0 0,-1-1-1 0 0,-56 61 1 0 0,-9-8-5282 0 0,62-62 3193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50.9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278 60 104 0 0,'10'-52'5123'0'0,"-6"44"-1815"0"0,-2 32-2440 0 0,-11 683 6199 0 0,-53-6-3596 0 0,45-576-2854 0 0,-17 97 550 0 0,-23 106 180 0 0,-43 409 1804 0 0,90-657-2774 0 0,10-80-458 0 0,-1-3-1168 0 0,-2-24-309 0 0,2 1 0 0 0,4-51 0 0 0,-1 26-194 0 0,16-164-9217 0 0,-10 145 6542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52.1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325 221 236 0 0,'-2'-55'4291'0'0,"-8"-61"1"0"0,-6 86-2249 0 0,5 12-477 0 0,11 17-1330 0 0,-1 2-174 0 0,1 0-1 0 0,-1 1 0 0 0,1-1 1 0 0,-1 0-1 0 0,1 1 0 0 0,0-1 1 0 0,-1 0-1 0 0,1 1 0 0 0,0-1 1 0 0,0 0-1 0 0,0 1 0 0 0,0-1 1 0 0,0 1-1 0 0,0-1 0 0 0,0 0 1 0 0,1 1-1 0 0,-1-1 0 0 0,0 0 1 0 0,1 1-1 0 0,-1-1 0 0 0,1 0 1 0 0,0 0-1 0 0,-1 1 0 0 0,2 0 1 0 0,18 45 120 0 0,-1-20-57 0 0,2 0-1 0 0,2-2 1 0 0,0 0-1 0 0,1-1 1 0 0,29 21-1 0 0,-26-22-12 0 0,36 29 228 0 0,112 70 0 0 0,81 27 322 0 0,-166-98-450 0 0,374 216 781 0 0,131 109 169 0 0,-411-256-601 0 0,-81-52-12 0 0,-43-26-35 0 0,1-3-1 0 0,3-2 1 0 0,128 53 0 0 0,-138-75 634 0 0,-52-15-984 0 0,-1 0-114 0 0,1 0 0 0 0,-1-1 0 0 0,0 1 0 0 0,1-1 0 0 0,-1 0 0 0 0,0 1 0 0 0,1-1-1 0 0,-1 0 1 0 0,0 0 0 0 0,0 0 0 0 0,0 0 0 0 0,0 0 0 0 0,0 0 0 0 0,0 0 0 0 0,0 0 0 0 0,0 0-1 0 0,0 0 1 0 0,0 0 0 0 0,0-1 0 0 0,0-2 0 0 0,-1 3-47 0 0,0 0 0 0 0,-1 1-1 0 0,1-1 1 0 0,0 0 0 0 0,-1 0 0 0 0,1 0 0 0 0,-1 0 0 0 0,1 1 0 0 0,-1-1 0 0 0,1 0-1 0 0,-1 0 1 0 0,0 1 0 0 0,1-1 0 0 0,-1 0 0 0 0,0 1 0 0 0,0-1 0 0 0,1 1-1 0 0,-1-1 1 0 0,0 1 0 0 0,0-1 0 0 0,0 1 0 0 0,0 0 0 0 0,1-1 0 0 0,-1 1-1 0 0,0 0 1 0 0,0 0 0 0 0,0 0 0 0 0,0 0 0 0 0,0 0 0 0 0,0 0 0 0 0,0 0-1 0 0,0 0 1 0 0,0 0 0 0 0,0 0 0 0 0,0 0 0 0 0,0 0 0 0 0,0 1 0 0 0,1-1-1 0 0,-3 1 1 0 0,1-1 7 0 0,-30 4-26 0 0,-1 0 0 0 0,1 3 1 0 0,0 0-1 0 0,-54 21 0 0 0,-120 63-5 0 0,129-54 8 0 0,-53 29 20 0 0,-121 85-1 0 0,30-16 47 0 0,67-46-10 0 0,-194 105 74 0 0,95-63-43 0 0,-148 74 236 0 0,338-175-236 0 0,-131 69 242 0 0,136-68-154 0 0,44-29-81 0 0,13-1-76 0 0,0 0 9 0 0,-2 2-2 0 0,2-2-4 0 0,0 0-4 0 0,-6 0-2 0 0,2 1-45 0 0,0 0 0 0 0,1 1 0 0 0,-1 0 0 0 0,1 0 0 0 0,0 0-1 0 0,0 1 1 0 0,-6 5 0 0 0,-12 8-797 0 0,-2-7-523 0 0,14-5 417 0 0,0-1 1 0 0,0 0-1 0 0,-21 5 1 0 0,27-8 522 0 0,0-1-1 0 0,1 0 1 0 0,-1 0-1 0 0,0 0 1 0 0,0 0-1 0 0,1 0 1 0 0,-1-1 0 0 0,0 0-1 0 0,1 1 1 0 0,-1-1-1 0 0,1-1 1 0 0,-1 1-1 0 0,1-1 1 0 0,-1 1 0 0 0,-5-5-1 0 0,-11-10-4368 0 0,-1-3 365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53.1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0 436 0 0,'0'0'693'0'0,"4"2"-31"0"0,11 5-239 0 0,0-1-1 0 0,1-1 1 0 0,-1 0-1 0 0,1-1 1 0 0,21 3-1 0 0,87 6 580 0 0,-113-12-894 0 0,722 0 4102 0 0,-324-12-2201 0 0,-210 7-1045 0 0,111 3 966 0 0,-275-1-1474 0 0,-29 1-350 0 0,-1 1-1 0 0,1-1 1 0 0,0 1 0 0 0,0 0 0 0 0,-1 1-1 0 0,1-1 1 0 0,0 1 0 0 0,-1 0-1 0 0,8 3 1 0 0,-6-2-45 0 0,1-1 1 0 0,-1 0-1 0 0,1 0 0 0 0,-1 0 0 0 0,1-1 0 0 0,11-1 1 0 0,0 0-20 0 0,45 10 159 0 0,-63-9-196 0 0,5 1-757 0 0,-89 20-2555 0 0,-5 4-4107 0 0,60-16 4452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53.8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1 268 0 0,'0'0'4630'0'0,"38"24"-1138"0"0,15-9-2499 0 0,2-1 0 0 0,0-4 1 0 0,0-1-1 0 0,1-3 0 0 0,63-1 0 0 0,284-26 1010 0 0,-352 17-1612 0 0,715-51 2819 0 0,-585 55-2464 0 0,-90 4 406 0 0,-89-4-1026 0 0,19 4-387 0 0,-5 4-2733 0 0,-11 3-264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54.7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1 564 0 0,'0'0'7187'0'0,"7"0"-6575"0"0,378 23 5308 0 0,-86-1-3222 0 0,427-40 2514 0 0,-590 6-2660 0 0,-134 11-2390 0 0,5 0 3 0 0,-34 18-5669 0 0,-23 2-4376 0 0,18-11 4432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43:57.8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32 368,'0'0'19216,"1"-16"-23075,16 0-2594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3:58.3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983 45 540 0 0,'1'-2'350'0'0,"-1"0"-1"0"0,1 0 1 0 0,-1 0-1 0 0,0 0 1 0 0,1 0-1 0 0,-1 0 1 0 0,0 0-1 0 0,0 0 1 0 0,0 0 0 0 0,0 0-1 0 0,-1 0 1 0 0,1 0-1 0 0,0 0 1 0 0,-1 0-1 0 0,0 0 1 0 0,1 0-1 0 0,-1 0 1 0 0,0 0 0 0 0,-3-4 2005 0 0,1 8-1847 0 0,-13 15-16 0 0,1 1 1 0 0,0 0-1 0 0,2 1 1 0 0,0 0-1 0 0,-17 36 1 0 0,24-44-318 0 0,-8 14 165 0 0,-65 131 1722 0 0,72-140-1858 0 0,1 0 0 0 0,1 1 0 0 0,1-1 0 0 0,0 1 0 0 0,1 0 0 0 0,1 0 0 0 0,1 0 1 0 0,0 17-1 0 0,1-28-140 0 0,0-1 0 0 0,1 0 1 0 0,-1 1-1 0 0,1-1 0 0 0,1 1 0 0 0,-1-1 1 0 0,1 0-1 0 0,0 0 0 0 0,0 0 1 0 0,0 0-1 0 0,1 0 0 0 0,0 0 1 0 0,0-1-1 0 0,0 1 0 0 0,0-1 1 0 0,1 0-1 0 0,5 6 0 0 0,-4-7-27 0 0,1 1 0 0 0,-1-1 0 0 0,0-1-1 0 0,1 1 1 0 0,0-1 0 0 0,-1 0 0 0 0,1 0-1 0 0,0 0 1 0 0,0-1 0 0 0,0 0 0 0 0,0 0 0 0 0,0-1-1 0 0,0 0 1 0 0,0 0 0 0 0,9-1 0 0 0,-3 0 8 0 0,-1-1 1 0 0,0 0 0 0 0,0-1-1 0 0,0 0 1 0 0,16-7-1 0 0,-24 8-37 0 0,1 1 0 0 0,-1-1 0 0 0,0 1 0 0 0,1-1 0 0 0,-1 0 0 0 0,0 0 1 0 0,0 0-1 0 0,0-1 0 0 0,-1 1 0 0 0,1-1 0 0 0,0 1 0 0 0,-1-1 0 0 0,0 0 0 0 0,1 0 0 0 0,-1 0 0 0 0,0 0 0 0 0,-1-1 0 0 0,1 1 0 0 0,-1 0 0 0 0,3-7 0 0 0,-4 10-15 0 0,-1-1 0 0 0,1 0 0 0 0,0 0 0 0 0,0 0 0 0 0,0 0 0 0 0,-1 1 0 0 0,1-1 0 0 0,0 0 1 0 0,-1 0-1 0 0,1 0 0 0 0,-1 1 0 0 0,1-1 0 0 0,0 0 0 0 0,-1 0 0 0 0,0 1 0 0 0,1-1 0 0 0,-1 1 0 0 0,1-1 0 0 0,-1 0 0 0 0,0 1 1 0 0,0-1-1 0 0,1 1 0 0 0,-1 0 0 0 0,0-1 0 0 0,0 1 0 0 0,1 0 0 0 0,-1-1 0 0 0,0 1 0 0 0,0 0 0 0 0,0 0 0 0 0,0-1 0 0 0,0 1 0 0 0,1 0 1 0 0,-1 0-1 0 0,0 0 0 0 0,0 0 0 0 0,0 0 0 0 0,-1 1 0 0 0,-38 1-309 0 0,0 6-88 0 0,0 1 0 0 0,1 3 0 0 0,0 1 0 0 0,-71 34 1 0 0,40-16-259 0 0,-169 77-2148 0 0,-5 8-3696 0 0,109-52 2559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43:59.4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95 72,'-1'-3'290,"0"1"1,0-1-1,-1 1 0,2-1 1,-1 0-1,0 1 0,0-1 0,1 0 1,0 0-1,-1 0 0,1 1 1,0-1-1,1 0 0,-1 0 1,0 0-1,1 1 0,-1-1 0,1 0 1,0 1-1,0-1 0,0 0 1,0 1-1,3-5 0,-2 5-169,-1 0 0,1 0-1,0 0 1,0 0 0,0 1-1,0-1 1,0 0 0,0 1 0,0 0-1,0-1 1,1 1 0,-1 0-1,0 0 1,1 1 0,-1-1 0,1 0-1,-1 1 1,1-1 0,-1 1-1,1 0 1,-1 0 0,1 0-1,-1 0 1,1 0 0,4 2 0,-3-2-70,-1 1 0,1 0 1,0 0-1,-1 0 0,1 0 1,-1 0-1,1 1 0,-1 0 1,0 0-1,1 0 0,-1 0 1,0 0-1,0 0 1,-1 1-1,1 0 0,0-1 1,-1 1-1,0 0 0,0 0 1,0 0-1,0 1 0,0-1 1,0 0-1,-1 1 0,0-1 1,1 1-1,-1 0 0,-1-1 1,2 7-1,-2-3 6,-1 0-1,1 0 0,-1-1 1,-1 1-1,1 0 0,-1 0 1,0-1-1,-1 1 0,1-1 1,-1 0-1,0 0 0,-1 0 1,0 0-1,0 0 0,-6 6 1,-113 109 1987,122-121-2030,1 0-1,0 0 1,0 0-1,-1 1 1,1-1 0,0 0-1,0 0 1,0 0-1,0 1 1,-1-1-1,1 0 1,0 0 0,0 1-1,0-1 1,0 0-1,0 0 1,0 1 0,0-1-1,0 0 1,0 0-1,0 1 1,0-1-1,0 0 1,0 1 0,0-1-1,0 0 1,0 0-1,0 1 1,0-1 0,0 0-1,0 0 1,0 1-1,0-1 1,0 0 0,1 0-1,-1 1 1,0-1-1,0 0 1,0 0-1,0 0 1,1 1 0,-1-1-1,0 0 1,0 0-1,1 0 1,-1 1 0,20 4 175,21-5-112,-31-1-124,218-29-957,-78 3-3894,-119 22 1255,-2 4 278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44:00.2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1313 129 484,'-4'-4'698,"1"0"-1,-1 0 1,1 0 0,0-1 0,1 1-1,-1-1 1,1 0 0,-1 0-1,1 0 1,1 0 0,-3-9-1,4 12-559,1-1-1,-1 0 0,1 1 0,-1-1 0,1 1 0,0-1 0,-1 1 0,1 0 0,1-1 0,-1 1 0,0 0 0,0 0 0,1-1 0,0 1 0,-1 0 0,1 1 1,0-1-1,0 0 0,0 0 0,0 1 0,0-1 0,0 1 0,0 0 0,1-1 0,-1 1 0,4-1 0,1 0-64,0 0 1,-1 0-1,1 1 0,1 0 1,-1 0-1,0 0 0,0 1 0,0 0 1,0 1-1,0 0 0,0 0 0,0 0 1,0 1-1,0 0 0,0 0 0,0 1 1,-1-1-1,9 6 0,-14-6-68,1-1-1,-1 1 0,0 0 1,0-1-1,0 1 1,0 0-1,-1 0 0,1-1 1,-1 1-1,1 0 1,-1 0-1,1 0 0,-1 0 1,0 0-1,0 0 1,0 0-1,0 0 0,0 0 1,0 0-1,-1-1 0,1 1 1,-1 0-1,-1 3 1,1 2-5,-1-2-1,0 1 1,-1 0 0,1 0 0,-1-1 0,-5 7 0,1-1 0,1-1 0,0 1 0,0 1 0,-3 11 0,-11 20 16,20-42-16,0 1 1,0-1-1,0 0 1,0 0-1,1 1 1,-1-1-1,0 0 1,0 0-1,1 1 0,-1-1 1,1 0-1,-1 0 1,1 0-1,-1 0 1,1 0-1,0 0 1,0 0-1,-1 0 1,1 0-1,0 0 0,0 0 1,0 0-1,1 0 1,23 19-5,-20-17 11,-1-1-1,1 1 1,-1 0-1,0 0 1,0 0-1,0 1 1,0 0-1,-1-1 1,1 1-1,4 8 1,-7-11-2,-1 1 1,1-1-1,-1 0 1,0 0-1,0 0 1,1 0-1,-1 1 1,0-1-1,0 0 1,0 0-1,0 0 1,-1 1-1,1-1 1,0 0 0,0 0-1,-1 0 1,1 0-1,0 1 1,-2 0-1,1 1 9,-1-1 1,0 1-1,0-1 0,0 0 1,0 1-1,-1-1 0,1 0 1,-1 0-1,1 0 0,-4 1 1,-29 17 35,-1-1 1,-1-2 0,-47 15 0,-127 29-171,177-52 47,24-6 42,-193 52-2557,-290 40 0,338-80-903,1 1 266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4:09.8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18 299 120 0 0,'-18'18'10089'0'0,"47"-39"-6789"0"0,-1 0-3035 0 0,40-25 422 0 0,17-14 4 0 0,3 3-1 0 0,107-50 0 0 0,-195 107-796 0 0,0-1 0 0 0,1 1-1 0 0,-1-1 1 0 0,1 1 0 0 0,-1 0 0 0 0,1-1-1 0 0,-1 1 1 0 0,1 0 0 0 0,-1 0 0 0 0,1-1 0 0 0,-1 1-1 0 0,1 0 1 0 0,0 0 0 0 0,-1 0 0 0 0,1-1-1 0 0,-1 1 1 0 0,1 0 0 0 0,-1 0 0 0 0,1 0-1 0 0,0 0 1 0 0,-1 0 0 0 0,1 0 0 0 0,-1 0-1 0 0,1 1 1 0 0,0-1 0 0 0,-1 0 0 0 0,1 0-1 0 0,-1 0 1 0 0,1 1 0 0 0,-1-1 0 0 0,1 0-1 0 0,-1 0 1 0 0,1 1 0 0 0,-1-1 0 0 0,1 0-1 0 0,-1 1 1 0 0,1-1 0 0 0,-1 1 0 0 0,0-1 0 0 0,1 1-1 0 0,0 0 1 0 0,-1 1-314 0 0,0-1-1 0 0,0 1 1 0 0,-1 0-1 0 0,1 0 1 0 0,0-1-1 0 0,-1 1 1 0 0,1 0-1 0 0,-1-1 1 0 0,1 1-1 0 0,-1-1 1 0 0,0 1-1 0 0,0 0 1 0 0,0-1-1 0 0,-1 2 1 0 0,-9 12-2823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4:10.1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29 395 788 0 0,'-4'3'563'0'0,"2"-1"-227"0"0,0 0-1 0 0,-1 0 1 0 0,1-1 0 0 0,0 1 0 0 0,0 1-1 0 0,1-1 1 0 0,-1 0 0 0 0,0 0 0 0 0,1 1 0 0 0,-1-1-1 0 0,1 1 1 0 0,-1 3 1637 0 0,5-9-1272 0 0,201-127 1756 0 0,9 11-6251 0 0,-185 107 1249 0 0,-1 1 197 0 0</inkml:trace>
  <inkml:trace contextRef="#ctx0" brushRef="#br0" timeOffset="1">545 230 168 0 0,'0'0'1252'0'0,"-12"0"2176"0"0,1-6-2459 0 0,7 1 735 0 0,15-12-1004 0 0,-1 3-92 0 0,2-1-220 0 0,8-5-236 0 0,11-8-308 0 0,8 3-384 0 0,3-1-908 0 0,3-3-1565 0 0,21-15 693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44:11.0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34 11761,'-25'20'2042,"25"-17"-674,14-9-892,0 1-382,0 1-1,1 0 1,0 1 0,-1 0 0,1 1-1,18 0 1,2-1-74,53-4-646,-5 0-2123,-29-1-4165,-44 6 3520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44:11.3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37 116 920,'-37'18'11196,"41"-20"-10223,36-14-692,0 2 0,2 1 0,-1 3 0,47-6 1,76-21-5048,-132 25 1083,0-2 281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44:17.0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1533 156,'0'7'290,"-1"-1"0,0 0-1,-1 1 1,1-1 0,-1 0 0,0 0 0,-1 0 0,-5 9-1,5-10-154,1 1-1,-1-1 1,1 1-1,0 0 1,0 0-1,1 0 1,-1 0 0,1 9-1,-1 0 1269,6 9 8296,-5-27-9194,-2-52 977,2 1 1,8-61-1,9-167-281,13-44-233,19-211 1073,-46 497-1806,0-3 186,-1 0 0,-8-67 0,1 33 146,6 77-563,0 0-1,0-1 1,-1 1 0,1 0 0,0 0-1,0-1 1,-1 1 0,1 0 0,0 0-1,0-1 1,0 1 0,0 0 0,0 0-1,-1-1 1,1 1 0,0 0 0,0-1-1,0 1 1,0 0 0,0-1 0,0 1 0,0 0-1,0 0 1,0-1 0,0 1 0,0 0-1,0-1 1,0 1 0,0 0 0,0-1-1,1 1 1,-1 0 0,0 0 0,0-1-1,0 1 1,0 0 0,0 0 0,1-1-1,-1 1 1,0 0 0,0 0 0,1-1-1,-1 1 1,25 97-10549,-16-28 2014,-8-42 4370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4:19.3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14 152 100 0 0,'-14'-64'10606'0'0,"29"87"-9373"0"0,7 35-118 0 0,-2-9 124 0 0,21 87 1 0 0,-10-19 1071 0 0,-31-116-2240 0 0,0 0 0 0 0,0 0 0 0 0,0-1 0 0 0,0 1 0 0 0,1 0 0 0 0,-1 0 0 0 0,0-1 1 0 0,0 1-1 0 0,0 0 0 0 0,1 0 0 0 0,-1-1 0 0 0,1 1 0 0 0,-1 0 0 0 0,0-1 0 0 0,1 1 0 0 0,-1 0 0 0 0,1-1 1 0 0,-1 1-1 0 0,1-1 0 0 0,-1 1 0 0 0,1-1 0 0 0,0 1 0 0 0,-1-1 0 0 0,1 1 0 0 0,0-1 0 0 0,-1 0 1 0 0,1 1-1 0 0,0-1 0 0 0,0 0 0 0 0,-1 0 0 0 0,1 1 0 0 0,0-1 0 0 0,0 0 0 0 0,-1 0 0 0 0,1 0 1 0 0,0 0-1 0 0,0 0 0 0 0,0 0 0 0 0,-1 0 0 0 0,1 0 0 0 0,0 0 0 0 0,0-1 0 0 0,-1 1 0 0 0,1 0 1 0 0,0 0-1 0 0,0-1 0 0 0,-1 1 0 0 0,1 0 0 0 0,0-1 0 0 0,-1 1 0 0 0,1-1 0 0 0,-1 1 0 0 0,1-1 1 0 0,0 1-1 0 0,-1-1 0 0 0,1 1 0 0 0,-1-1 0 0 0,1 0 0 0 0,-1 1 0 0 0,0-1 0 0 0,1 0 0 0 0,-1 1 1 0 0,1-2-1 0 0,33-53 351 0 0,-28 45-26 0 0,21-42-315 0 0,-3-1 1 0 0,-2-1 0 0 0,-2-1-1 0 0,14-68 1 0 0,-29 107-286 0 0,7-20-1020 0 0,-12 35 998 0 0,1-1 0 0 0,-1 1-1 0 0,1-1 1 0 0,0 1 0 0 0,-1 0 0 0 0,1-1 0 0 0,0 1 0 0 0,0 0-1 0 0,-1 0 1 0 0,1-1 0 0 0,0 1 0 0 0,0 0 0 0 0,1 0 0 0 0,-1 0-1 0 0,0 0 1 0 0,0 0 0 0 0,0 1 0 0 0,1-1 0 0 0,1-1 0 0 0,-1 3-168 0 0,0 0 1 0 0,0 0 0 0 0,0 0-1 0 0,-1 0 1 0 0,1 0 0 0 0,0 0-1 0 0,0 1 1 0 0,-1-1 0 0 0,1 1-1 0 0,-1-1 1 0 0,1 1 0 0 0,-1 0-1 0 0,0-1 1 0 0,0 1 0 0 0,0 0-1 0 0,0 0 1 0 0,0 0 0 0 0,0 0-1 0 0,0 0 1 0 0,-1 0 0 0 0,2 2-1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4:19.7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14 908 0 0,'-15'-13'9719'0'0,"4"38"-7910"0"0,4-4-1249 0 0,2-1-1 0 0,0 2 1 0 0,-3 36-1 0 0,7-48-539 0 0,1 0 1 0 0,1 0-1 0 0,-1 0 0 0 0,1 0 0 0 0,1 0 0 0 0,0 0 0 0 0,1-1 1 0 0,-1 1-1 0 0,2 0 0 0 0,5 10 0 0 0,-8-17-151 0 0,1-1-1 0 0,-1 1 1 0 0,1-1-1 0 0,0 0 1 0 0,0 0 0 0 0,0 0-1 0 0,0 0 1 0 0,0 0-1 0 0,0 0 1 0 0,1-1-1 0 0,-1 1 1 0 0,0-1 0 0 0,1 0-1 0 0,0 1 1 0 0,-1-1-1 0 0,1 0 1 0 0,0 0 0 0 0,-1-1-1 0 0,1 1 1 0 0,0-1-1 0 0,0 1 1 0 0,0-1-1 0 0,3 0 1 0 0,0 0-562 0 0,0 0-1 0 0,1-1 1 0 0,-1 0 0 0 0,0 0 0 0 0,0 0-1 0 0,0-1 1 0 0,0 0 0 0 0,0 0-1 0 0,9-5 1 0 0,6-5-2012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4:20.0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139 32 528 0 0,'0'-1'236'0'0,"0"0"1"0"0,0 0-1 0 0,0-1 1 0 0,0 1-1 0 0,0 0 0 0 0,0 0 1 0 0,0 0-1 0 0,0-1 0 0 0,0 1 1 0 0,-1 0-1 0 0,1 0 1 0 0,0 0-1 0 0,-1-1 0 0 0,1 1 1 0 0,-1 0-1 0 0,1 0 0 0 0,-1 0 1 0 0,0 0-1 0 0,1 0 1 0 0,-1 0-1 0 0,0 0 0 0 0,0 0 1 0 0,0 1-1 0 0,0-1 1 0 0,0 0-1 0 0,0 0 0 0 0,-1 0 1 0 0,0 0-37 0 0,0 1 0 0 0,0 0 1 0 0,0 0-1 0 0,0 0 1 0 0,1 0-1 0 0,-1 0 0 0 0,0 1 1 0 0,0-1-1 0 0,0 1 1 0 0,0-1-1 0 0,1 1 0 0 0,-1-1 1 0 0,0 1-1 0 0,1 0 1 0 0,-4 2-1 0 0,-3 1 186 0 0,1 1 1 0 0,0 1-1 0 0,0-1 0 0 0,0 1 1 0 0,1 1-1 0 0,-10 11 0 0 0,11-11-194 0 0,1 1 1 0 0,0-1-1 0 0,0 1 0 0 0,1 0 0 0 0,0 0 1 0 0,0 0-1 0 0,0 0 0 0 0,1 1 0 0 0,1-1 1 0 0,0 1-1 0 0,0-1 0 0 0,0 1 0 0 0,1-1 0 0 0,0 1 1 0 0,1-1-1 0 0,2 14 0 0 0,-1-17-339 0 0,-1 0 0 0 0,1 1 0 0 0,0-1-1 0 0,0 0 1 0 0,1 0 0 0 0,-1-1 0 0 0,1 1-1 0 0,0 0 1 0 0,1-1 0 0 0,-1 0 0 0 0,1 0 0 0 0,0 0-1 0 0,0 0 1 0 0,0 0 0 0 0,0-1 0 0 0,1 0 0 0 0,-1 0-1 0 0,1 0 1 0 0,0 0 0 0 0,0-1 0 0 0,0 0 0 0 0,0 0-1 0 0,0 0 1 0 0,0 0 0 0 0,1-1 0 0 0,6 1-1 0 0,5 1-1542 0 0,-1-2 0 0 0,0 1 1 0 0,20-2-1 0 0,-6-2-1453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44:18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360 73 8,'-19'-35'8163,"19"32"-8118,1 2 80,-1 0 0,0 0 0,0 0 0,0 0 0,0 0 0,0 0 0,-1 0 0,1 0 0,0 0-1,0 1 1,0-1 0,-1 0 0,1 0 0,-1 0 0,1 0 0,-1 1 0,1-1 0,-1 0 0,1 0 0,-1 1 0,-12-17 7063,8 32-6676,2-1-241,-85 504 4219,31-144-2495,-33 70 328,67-300-1485,16-92-328,-25 98-1,28-139-568,-6 24-591,7-15-2643,10-42-6047,-3-4 1853,-1 4 2624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4:20.7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256 142 12329 0 0,'-27'2'496'0'0,"0"-1"0"0"0,0-2 1 0 0,-39-5-1 0 0,-29-1 2800 0 0,82 4-357 0 0,32-4-2305 0 0,35-5-723 0 0,-36 10-167 0 0,169-27-1378 0 0,-95 3-2109 0 0,-71 18 854 0 0,-1-1 0 0 0,24-13 0 0 0,-26 10-933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4:21.0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79 292 0 0,'6'-5'7240'0'0,"9"26"-6405"0"0,-2 1-1 0 0,0 1 1 0 0,-1 0 0 0 0,-1 0-1 0 0,11 37 1 0 0,15 30 524 0 0,32 75 1033 0 0,-69-164-2337 0 0,0 0 0 0 0,1-1 0 0 0,-1 1-1 0 0,0 0 1 0 0,1 0 0 0 0,-1-1 0 0 0,0 1 0 0 0,1 0 0 0 0,-1 0 0 0 0,1-1 0 0 0,-1 1 0 0 0,1-1 0 0 0,0 1 0 0 0,-1 0 0 0 0,1-1-1 0 0,-1 1 1 0 0,1-1 0 0 0,0 1 0 0 0,0-1 0 0 0,-1 0 0 0 0,1 1 0 0 0,0-1 0 0 0,0 0 0 0 0,-1 1 0 0 0,1-1 0 0 0,0 0 0 0 0,0 0-1 0 0,0 0 1 0 0,0 0 0 0 0,-1 0 0 0 0,1 0 0 0 0,1 0 0 0 0,0 0-8 0 0,0-1 1 0 0,0 0-1 0 0,0 0 1 0 0,0 0-1 0 0,0-1 0 0 0,-1 1 1 0 0,1 0-1 0 0,0-1 1 0 0,-1 1-1 0 0,1-1 0 0 0,-1 1 1 0 0,2-4-1 0 0,5-5 32 0 0,-1-2-1 0 0,0 1 1 0 0,7-17 0 0 0,-1-8-231 0 0,-1-1 1 0 0,12-68 0 0 0,-19 75-608 0 0,2-1 0 0 0,0 2 0 0 0,2-1 0 0 0,2 1 0 0 0,22-45 1 0 0,-10 45-1647 0 0,2 23-6949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4:21.5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329 0 492 0 0,'0'0'6797'0'0,"-43"4"-5023"0"0,16 1-1399 0 0,0 2 0 0 0,1 1 1 0 0,0 1-1 0 0,1 1 0 0 0,-27 15 0 0 0,48-22-287 0 0,0 0 1 0 0,0 0-1 0 0,1 1 0 0 0,-1-1 0 0 0,1 1 0 0 0,0 0 0 0 0,0 0 0 0 0,0 0 0 0 0,0 1 0 0 0,1-1 0 0 0,-1 1 0 0 0,0 4 0 0 0,-21 64 972 0 0,17-48-679 0 0,-1 5 76 0 0,1 1 1 0 0,2-1-1 0 0,0 1 0 0 0,0 45 1 0 0,5-74-427 0 0,0 0 0 0 0,0 0 0 0 0,0 0 0 0 0,0 0 0 0 0,1-1 0 0 0,-1 1 0 0 0,1 0 0 0 0,-1 0 0 0 0,1 0 0 0 0,-1 0 0 0 0,1 0-1 0 0,0-1 1 0 0,0 1 0 0 0,0 0 0 0 0,0 0 0 0 0,0-1 0 0 0,0 1 0 0 0,0-1 0 0 0,1 1 0 0 0,-1-1 0 0 0,1 0 0 0 0,1 2 0 0 0,0-2-20 0 0,-1 1 0 0 0,1-1 0 0 0,0 0 0 0 0,0 0 1 0 0,0-1-1 0 0,0 1 0 0 0,0 0 0 0 0,0-1 0 0 0,0 0 0 0 0,0 0 0 0 0,1 0 0 0 0,4-1 0 0 0,8-1-182 0 0,1-2-1 0 0,-1 0 1 0 0,0-1 0 0 0,16-7-1 0 0,-24 8-2 0 0,96-38-2815 0 0,-36 12-2811 0 0,-55 20 541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4:21.9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1 140 604 0 0,'0'0'1812'0'0,"0"-1"-1643"0"0,0 0 0 0 0,0 0 0 0 0,0 0 1 0 0,0 0-1 0 0,0 0 0 0 0,0 0 0 0 0,0 0 0 0 0,0 0 0 0 0,1 0 0 0 0,-1 0 0 0 0,0 1 0 0 0,1-1 0 0 0,-1 0 0 0 0,1 0 1 0 0,-1 0-1 0 0,1 0 0 0 0,0-1 0 0 0,13-6 212 0 0,0 0 0 0 0,0 0 0 0 0,1 1 0 0 0,0 1 1 0 0,0 0-1 0 0,32-6 0 0 0,12-6-792 0 0,53-23-4252 0 0,-92 33 2941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4:22.3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435 29 496 0 0,'0'0'909'0'0,"-31"-2"2208"0"0,-182-24 3375 0 0,208 26-6337 0 0,-1-1-1 0 0,1 1 1 0 0,0 0-1 0 0,-1 1 1 0 0,1-1-1 0 0,-1 1 1 0 0,1 0-1 0 0,-8 3 0 0 0,11-4-19 0 0,-26 11 547 0 0,13 86 961 0 0,10-74-1321 0 0,-1 0 1 0 0,-1-1-1 0 0,-19 41 0 0 0,18-47-97 0 0,1 1 0 0 0,1 0 0 0 0,0 0 0 0 0,1 1 1 0 0,0-1-1 0 0,2 1 0 0 0,-2 24 0 0 0,5-40-185 0 0,0-1 0 0 0,0 0 1 0 0,0 1-1 0 0,0-1 0 0 0,0 0 1 0 0,1 1-1 0 0,-1-1 0 0 0,1 0 1 0 0,-1 1-1 0 0,1-1 1 0 0,-1 0-1 0 0,1 0 0 0 0,-1 0 1 0 0,1 1-1 0 0,0-1 0 0 0,0 0 1 0 0,0 0-1 0 0,0 0 0 0 0,0 0 1 0 0,0 0-1 0 0,0 0 0 0 0,0-1 1 0 0,1 2-1 0 0,1 0 12 0 0,0-1 1 0 0,0 0-1 0 0,0 0 0 0 0,0 0 0 0 0,0 0 0 0 0,0-1 1 0 0,1 1-1 0 0,-1-1 0 0 0,6 0 0 0 0,4-1-128 0 0,0 0 0 0 0,0-1-1 0 0,22-5 1 0 0,0-5-1449 0 0,0-1 1 0 0,57-30-1 0 0,-22 9-3408 0 0,-55 26 1286 0 0,-3-4 282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4:22.6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85 852 0 0,'0'0'2288'0'0,"23"-26"-1788"0"0,-5 15-316 0 0,11 0-260 0 0,-1-2-552 0 0,17 0-672 0 0,0 2 296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6:34.0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17 532 0 0,'-6'-17'6168'0'0,"7"17"-6105"0"0,-1 0 0 0 0,0 0 0 0 0,0 0 0 0 0,0 0 0 0 0,1 0 1 0 0,6 4 19 0 0,0 0 0 0 0,1 0 1 0 0,-1 1-1 0 0,-1 0 0 0 0,1 0 1 0 0,-1 1-1 0 0,0 0 0 0 0,0 0 1 0 0,-1 0-1 0 0,1 1 0 0 0,-1 0 1 0 0,-1 0-1 0 0,0 0 0 0 0,7 15 1 0 0,3 10 181 0 0,-2 2 0 0 0,10 41 0 0 0,-17-56-116 0 0,-2 25 337 0 0,-3-28 295 0 0,-26-71-279 0 0,22 32-342 0 0,1 1 0 0 0,1-1 0 0 0,2-37 0 0 0,1 49-100 0 0,0 0 0 0 0,1 1-1 0 0,0-1 1 0 0,0 1 0 0 0,1-1 0 0 0,1 1 0 0 0,0 0 0 0 0,0 0 0 0 0,11-17-1 0 0,-13 26-52 0 0,-1 1 0 0 0,0-1-1 0 0,1 0 1 0 0,-1 1-1 0 0,0-1 1 0 0,1 1-1 0 0,-1-1 1 0 0,1 1-1 0 0,-1 0 1 0 0,1 0 0 0 0,-1 0-1 0 0,0 0 1 0 0,1 0-1 0 0,-1 0 1 0 0,1 0-1 0 0,-1 0 1 0 0,1 0-1 0 0,-1 1 1 0 0,1-1 0 0 0,-1 0-1 0 0,0 1 1 0 0,1 0-1 0 0,-1-1 1 0 0,0 1-1 0 0,1 0 1 0 0,-1-1-1 0 0,0 1 1 0 0,0 0 0 0 0,0 0-1 0 0,0 0 1 0 0,2 2-1 0 0,38 30 62 0 0,-21-8-270 0 0,-1 0-1 0 0,-1 2 1 0 0,-2 0 0 0 0,0 0-1 0 0,-2 2 1 0 0,-1 0 0 0 0,-2 0-1 0 0,11 39 1 0 0,-2 1-6054 0 0,-17-55 3735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6:36.0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7 111 160 0 0,'-6'-26'4875'0'0,"40"67"-3923"0"0,-28-29-838 0 0,-1 0-1 0 0,-1 0 1 0 0,0 1 0 0 0,-1-1-1 0 0,2 18 1 0 0,11 36 1503 0 0,-13-144 546 0 0,-2 61-2081 0 0,0 0-1 0 0,2 0 1 0 0,0 0-1 0 0,1 1 1 0 0,9-24-1 0 0,-11 35-56 0 0,0 0 0 0 0,0 0-1 0 0,1 0 1 0 0,-1 0 0 0 0,1 1-1 0 0,1-1 1 0 0,-1 1-1 0 0,1 0 1 0 0,-1 0 0 0 0,1 0-1 0 0,0 0 1 0 0,1 1 0 0 0,-1-1-1 0 0,0 1 1 0 0,1 0 0 0 0,0 1-1 0 0,0-1 1 0 0,0 1-1 0 0,10-4 1 0 0,-13 6-20 0 0,0 0 0 0 0,1 0 0 0 0,-1 0 0 0 0,0 0 0 0 0,0 0 0 0 0,0 1-1 0 0,0-1 1 0 0,1 1 0 0 0,-1-1 0 0 0,0 1 0 0 0,0 0 0 0 0,0 0 0 0 0,0-1 0 0 0,0 2 0 0 0,0-1 0 0 0,1 1 0 0 0,31 25 68 0 0,-26-20-47 0 0,-1 0-29 0 0,-1 0-1 0 0,0 0 0 0 0,0 1 0 0 0,0 0 0 0 0,-1 0 0 0 0,-1 0 1 0 0,1 0-1 0 0,-2 1 0 0 0,1 0 0 0 0,-1 0 0 0 0,0 0 1 0 0,2 11-1 0 0,0 5-746 0 0,-1 0 0 0 0,-1 0 1 0 0,0 34-1 0 0,-10-9-3500 0 0,6-25 1822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6:36.9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83 118 972 0 0,'0'0'117'0'0,"0"-1"-1"0"0,-1 1 1 0 0,1 0 0 0 0,0-1-1 0 0,0 1 1 0 0,-1 0 0 0 0,1 0 0 0 0,0-1-1 0 0,-1 1 1 0 0,1 0 0 0 0,0 0-1 0 0,-1 0 1 0 0,1-1 0 0 0,-1 1-1 0 0,1 0 1 0 0,0 0 0 0 0,-1 0-1 0 0,1 0 1 0 0,-1 0 0 0 0,1 0-1 0 0,0 0 1 0 0,-1 0 0 0 0,1 0-1 0 0,-1 0 1 0 0,1 0 0 0 0,0 0-1 0 0,-1 0 1 0 0,1 0 0 0 0,0 0-1 0 0,-1 1 1 0 0,1-1 0 0 0,-1 0-1 0 0,1 0 1 0 0,0 0 0 0 0,-1 1-1 0 0,1-1 1 0 0,0 0 0 0 0,-4 11 216 0 0,2 1 0 0 0,0-1 0 0 0,0 0 0 0 0,1 1 0 0 0,0-1 1 0 0,1 1-1 0 0,1-1 0 0 0,2 20 0 0 0,27 98 1520 0 0,-4-15-354 0 0,-6-39 1527 0 0,-34-110-2521 0 0,1-11-315 0 0,2-1 0 0 0,2 0 0 0 0,-4-91 0 0 0,12 119-169 0 0,1 0-1 0 0,0 1 1 0 0,2-1-1 0 0,0 1 1 0 0,7-29-1 0 0,-8 42-27 0 0,0-1 1 0 0,1 1-1 0 0,0-1 1 0 0,0 1-1 0 0,0 0 1 0 0,1 0-1 0 0,-1 0 0 0 0,1 0 1 0 0,0 0-1 0 0,1 0 1 0 0,-1 1-1 0 0,1-1 1 0 0,0 1-1 0 0,0 0 0 0 0,0 1 1 0 0,0-1-1 0 0,1 1 1 0 0,0-1-1 0 0,0 1 1 0 0,0 1-1 0 0,10-5 0 0 0,-12 6 0 0 0,1 0-1 0 0,-1 1 0 0 0,1 0 0 0 0,-1-1 1 0 0,1 1-1 0 0,0 1 0 0 0,-1-1 0 0 0,1 0 1 0 0,-1 1-1 0 0,1 0 0 0 0,-1 0 0 0 0,0 0 1 0 0,1 0-1 0 0,-1 0 0 0 0,0 1 0 0 0,0 0 1 0 0,0-1-1 0 0,0 1 0 0 0,0 0 0 0 0,0 1 1 0 0,0-1-1 0 0,-1 0 0 0 0,1 1 0 0 0,-1 0 1 0 0,1-1-1 0 0,-1 1 0 0 0,2 4 0 0 0,0-1-2 0 0,-1-1-1 0 0,0 1 0 0 0,0 0 0 0 0,0 0 0 0 0,-1 0 0 0 0,0 0 0 0 0,0 0 0 0 0,0 0 0 0 0,-1 1 0 0 0,0-1 0 0 0,0 1 0 0 0,-1-1 1 0 0,0 0-1 0 0,0 9 0 0 0,-2-4 9 0 0,-1-1 0 0 0,0 1 0 0 0,-1-1 0 0 0,0 1 0 0 0,0-1 0 0 0,-1 0 0 0 0,-1-1 0 0 0,1 1 0 0 0,-2-1 0 0 0,1 0 0 0 0,-1-1 0 0 0,-10 10 0 0 0,-12 11-147 0 0,-67 47-1 0 0,39-32-604 0 0,24-24-1368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6:37.6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1 704 0 0,'-20'19'3786'0'0,"17"-6"-3409"0"0,1 1-1 0 0,1 0 0 0 0,0 0 0 0 0,1 0 0 0 0,0 0 1 0 0,1-1-1 0 0,4 20 0 0 0,-2-15-98 0 0,-1-1-1 0 0,-1 0 1 0 0,0 1-1 0 0,-3 20 1 0 0,2-16 876 0 0,0-36 334 0 0,1 5-1359 0 0,-1 0 0 0 0,1 0 0 0 0,1 0 1 0 0,-1 0-1 0 0,1 1 0 0 0,1-1 0 0 0,0 0 1 0 0,0 1-1 0 0,1 0 0 0 0,0 0 0 0 0,0 0 0 0 0,1 0 1 0 0,0 1-1 0 0,0 0 0 0 0,0 0 0 0 0,12-11 1 0 0,-16 18-121 0 0,0-1 1 0 0,1 1-1 0 0,-1-1 1 0 0,1 1 0 0 0,-1-1-1 0 0,1 1 1 0 0,-1 0-1 0 0,1 0 1 0 0,-1 0 0 0 0,1 0-1 0 0,-1 0 1 0 0,1 0-1 0 0,-1 0 1 0 0,1 0 0 0 0,-1 1-1 0 0,1-1 1 0 0,-1 0-1 0 0,1 1 1 0 0,-1-1-1 0 0,0 1 1 0 0,1 0 0 0 0,-1 0-1 0 0,0-1 1 0 0,1 1-1 0 0,-1 0 1 0 0,0 0 0 0 0,0 0-1 0 0,0 0 1 0 0,0 0-1 0 0,2 3 1 0 0,33 39 51 0 0,-32-37-43 0 0,5 8-126 0 0,1 2 0 0 0,-2 0 0 0 0,0 0 0 0 0,0 0 0 0 0,-2 1 0 0 0,9 33-1 0 0,0 29-2022 0 0,-5 1-3285 0 0,-6-33 2153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8:09.1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3 122 220 0 0,'11'9'4472'0'0,"-4"-21"-1442"0"0,-5 7-3761 0 0,-2 4 848 0 0,-3-30-1152 0 0,-8-18-923 0 0,3 16-612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6:45.7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11 180 0 0,'0'-1'98'0'0,"0"1"-1"0"0,0-1 1 0 0,0 1-1 0 0,0-1 1 0 0,1 1-1 0 0,-1-1 1 0 0,0 1-1 0 0,0-1 1 0 0,1 1-1 0 0,-1-1 1 0 0,0 1-1 0 0,1 0 1 0 0,-1-1-1 0 0,0 1 1 0 0,1-1-1 0 0,-1 1 1 0 0,0 0-1 0 0,1-1 1 0 0,-1 1-1 0 0,1 0 1 0 0,-1 0-1 0 0,1-1 1 0 0,-1 1-1 0 0,1 0 1 0 0,-1 0-1 0 0,1 0 1 0 0,-1 0-1 0 0,1 0 1 0 0,-1-1-1 0 0,1 1 1 0 0,-1 0-1 0 0,1 0 1 0 0,-1 0-1 0 0,1 0 1 0 0,-1 0-1 0 0,1 1 1 0 0,0-1-1 0 0,-1 0 1 0 0,1 0-1 0 0,-1 0 1 0 0,1 0-1 0 0,-1 1 1 0 0,0-1-1 0 0,1 0 1 0 0,-1 0-1 0 0,1 1 1 0 0,-1-1-1 0 0,1 0 1 0 0,-1 1-1 0 0,0-1 1 0 0,1 1-1 0 0,4 6 59 0 0,19 32 1003 0 0,1 1-535 0 0,-2 1-1 0 0,-2 1 1 0 0,17 46-1 0 0,184 648 1927 0 0,-88-263-1465 0 0,-45-168-438 0 0,143 413 835 0 0,-51-215-147 0 0,-163-459-1185 0 0,-14-37-109 0 0,-1 0 0 0 0,1 1 0 0 0,-2-1 0 0 0,1 1 0 0 0,-1 0 0 0 0,0 0 0 0 0,1 9 0 0 0,-3-16 1 0 0,0-1-49 0 0,0 0 1 0 0,0 0-1 0 0,0 0 1 0 0,0 1 0 0 0,0-1-1 0 0,1 0 1 0 0,-1 0 0 0 0,0 0-1 0 0,0 0 1 0 0,0 0-1 0 0,0 1 1 0 0,0-1 0 0 0,0 0-1 0 0,0 0 1 0 0,0 0 0 0 0,0 1-1 0 0,0-1 1 0 0,0 0 0 0 0,0 0-1 0 0,0 0 1 0 0,0 0-1 0 0,0 1 1 0 0,0-1 0 0 0,0 0-1 0 0,0 0 1 0 0,0 0 0 0 0,0 0-1 0 0,0 1 1 0 0,0-1-1 0 0,0 0 1 0 0,0 0 0 0 0,-1 0-1 0 0,1 0 1 0 0,0 0 0 0 0,0 1-1 0 0,0-1 1 0 0,0 0 0 0 0,0 0-1 0 0,0 0 1 0 0,-1 0-1 0 0,1 0 1 0 0,0 0 0 0 0,0 0-1 0 0,0 1 1 0 0,0-1 0 0 0,0 0-1 0 0,-1 0 1 0 0,1 0-1 0 0,0 0 1 0 0,0 0 0 0 0,0 0-1 0 0,-1 0 1 0 0,1 0 0 0 0,0 0-1 0 0,0 0 1 0 0,-9-7-439 0 0,1 0-1 0 0,1-1 1 0 0,-1 0 0 0 0,1 0 0 0 0,1-1 0 0 0,-1 0 0 0 0,1 0-1 0 0,-7-16 1 0 0,-17-25-3058 0 0,16 26 167 0 0,1-2 257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6:46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1514 368 0 0,'30'9'1577'0'0,"12"-10"-1156"0"0,1-2 0 0 0,-1-2-1 0 0,0-1 1 0 0,0-3 0 0 0,69-22 0 0 0,-36 10-60 0 0,683-228 1951 0 0,-534 169-1804 0 0,1741-523 2005 0 0,-1487 468-2163 0 0,430-129-6 0 0,-897 261-353 0 0,31-10-302 0 0,61-27 0 0 0,-101 39 262 0 0,0 0 0 0 0,0 0 1 0 0,0 0-1 0 0,0 0 0 0 0,-1 0 1 0 0,1 0-1 0 0,0-1 0 0 0,-1 1 0 0 0,1 0 1 0 0,-1-1-1 0 0,1 1 0 0 0,-1-1 0 0 0,2-3 1 0 0,-2 5 4 0 0,-1-1 1 0 0,0 1-1 0 0,0-1 1 0 0,0 0-1 0 0,0 1 0 0 0,0-1 1 0 0,0 1-1 0 0,0-1 1 0 0,0 0-1 0 0,0 1 1 0 0,0-1-1 0 0,0 0 1 0 0,0 1-1 0 0,-1-1 1 0 0,1 1-1 0 0,0-1 0 0 0,0 1 1 0 0,-1-1-1 0 0,1 1 1 0 0,0-1-1 0 0,-1 1 1 0 0,1-1-1 0 0,0 1 1 0 0,-1-1-1 0 0,1 1 1 0 0,-1-1-1 0 0,1 1 0 0 0,-1 0 1 0 0,0-1-1 0 0,-3-2-224 0 0,0 1-1 0 0,0 0 1 0 0,0 0-1 0 0,-1 0 1 0 0,1 1-1 0 0,-1-1 1 0 0,0 1-1 0 0,1 0 1 0 0,-8 0-1 0 0,-23-2-1832 0 0,-11 1 161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6:47.5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1780 572 0 0,'1'-17'6366'0'0,"20"-18"-3924"0"0,-6 12-1568 0 0,-5 0-544 0 0,-2 0 1 0 0,0-1 0 0 0,-1 0 0 0 0,5-34 0 0 0,-10 46-264 0 0,35-314 686 0 0,-23 211-636 0 0,-2 43-77 0 0,50-333 47 0 0,-47 325-107 0 0,3 1-1 0 0,4 1 1 0 0,32-76 0 0 0,-48 139 16 0 0,0 1 0 0 0,1 1 0 0 0,0-1 1 0 0,1 1-1 0 0,1 0 0 0 0,0 1 0 0 0,0 0 1 0 0,2 0-1 0 0,-1 1 0 0 0,1 1 0 0 0,1 0 1 0 0,0 0-1 0 0,0 1 0 0 0,1 0 0 0 0,0 1 1 0 0,1 1-1 0 0,-1 0 0 0 0,2 1 0 0 0,-1 0 1 0 0,0 2-1 0 0,1-1 0 0 0,0 2 0 0 0,0 0 1 0 0,0 0-1 0 0,1 2 0 0 0,-1 0 0 0 0,0 0 1 0 0,20 3-1 0 0,1 2-3 0 0,1 2 0 0 0,-1 2 0 0 0,-1 1 0 0 0,65 25 0 0 0,127 76-12 0 0,-187-86 24 0 0,-2 2 0 0 0,0 1 1 0 0,42 41-1 0 0,95 107 53 0 0,-166-166-53 0 0,596 536 355 0 0,53 1 57 0 0,-622-515-397 0 0,12 10 35 0 0,2-1 0 0 0,1-3 1 0 0,84 47-1 0 0,-122-77 86 0 0,0-1 0 0 0,1 0 0 0 0,0-1 0 0 0,0 0-1 0 0,21 4 1 0 0,-34-9-114 0 0,1 0-1 0 0,-1-1 1 0 0,0 1-1 0 0,1 0 0 0 0,-1-1 1 0 0,0 1-1 0 0,0-1 1 0 0,1 1-1 0 0,-1-1 0 0 0,0 0 1 0 0,0 0-1 0 0,0 1 0 0 0,0-1 1 0 0,0 0-1 0 0,0 0 1 0 0,0 0-1 0 0,0 0 0 0 0,0 0 1 0 0,1-3-1 0 0,18-26 211 0 0,-13 19-125 0 0,9-16 24 0 0,-1-1-1 0 0,-1 0 1 0 0,-1-1 0 0 0,-2 0-1 0 0,8-33 1 0 0,8-17 70 0 0,-6 9-75 0 0,-2-1 0 0 0,11-89 1 0 0,-7 37-46 0 0,-8 33-128 0 0,-4 0 1 0 0,-4-1 0 0 0,-4 0 0 0 0,-4 0-1 0 0,-21-154 1 0 0,11 158-639 0 0,-9-68-1327 0 0,-3 54-5781 0 0,15 75 4231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7:09.7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0 232 0 0,'0'0'5208'0'0,"1"17"-4343"0"0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7:11.2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0 386 396 0 0,'2'-5'280'0'0,"-1"0"1"0"0,0 0-1 0 0,0 0 0 0 0,-1 0 0 0 0,0 0 0 0 0,1 0 1 0 0,-2-9-1 0 0,1-11 316 0 0,46-237-469 0 0,-44 229-1790 0 0,-2 16 705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7:11.5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37 32 0 0,'0'-7'160'0'0,"0"1"-80"0"0,-2-1-56 0 0,-2-2-180 0 0,2 2 76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7:12.1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13 208 356 0 0,'0'0'5261'0'0,"2"-28"-5034"0"0,-2 26-222 0 0,-7-38-136 0 0,7-15-689 0 0,1 46 335 0 0,-1 0 0 0 0,1 0 1 0 0,-2 0-1 0 0,1 0 0 0 0,-3-12 1 0 0,-3 5-638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7:14.3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91 122 196 0 0,'0'6'2333'0'0,"2"-23"-1555"0"0,10-61-675 0 0,-12 76-67 0 0,0 0 0 0 0,1 0 0 0 0,-1 0 0 0 0,0 0 0 0 0,0-1 0 0 0,0 1 0 0 0,0 0 0 0 0,0 0 0 0 0,-1 0 0 0 0,1 0 0 0 0,-1-3 0 0 0,-3 0 549 0 0,1 17 73 0 0,2-5-550 0 0,-1 0-1 0 0,0 0 1 0 0,0 0-1 0 0,-1 0 1 0 0,1-1-1 0 0,-1 1 1 0 0,-1-1-1 0 0,-3 7 1 0 0,4-4-109 0 0,0-1 1 0 0,1 1-1 0 0,0 0 1 0 0,1 0-1 0 0,0 0 1 0 0,0 9-1 0 0,1-17 13 0 0,3 32 498 0 0,-4-30-448 0 0,0 1 1 0 0,0-1 0 0 0,0 1-1 0 0,0-1 1 0 0,1 1 0 0 0,-1 0-1 0 0,1-1 1 0 0,0 1 0 0 0,1 6-1 0 0,-1 1 276 0 0,-6 7-70 0 0,6-18-257 0 0,0 1 0 0 0,-1 0 0 0 0,1-1 1 0 0,-1 1-1 0 0,1-1 0 0 0,0 1 0 0 0,-1 0 1 0 0,1-1-1 0 0,0 1 0 0 0,0 0 0 0 0,0-1 1 0 0,-1 1-1 0 0,1 0 0 0 0,0 0 0 0 0,0-1 1 0 0,0 1-1 0 0,0 0 0 0 0,0-1 0 0 0,0 1 1 0 0,0 0-1 0 0,1 0 0 0 0,-1-1 0 0 0,0 1 1 0 0,0 0-1 0 0,0-1 0 0 0,1 1 0 0 0,-1 0 0 0 0,1 0 1 0 0,0 0 374 0 0,-7 51 537 0 0,6-51-823 0 0,-2-2-106 0 0,1 1 1 0 0,0-1-1 0 0,0 0 1 0 0,0 0 0 0 0,-1 0-1 0 0,1 0 1 0 0,0 0 0 0 0,0 0-1 0 0,0 0 1 0 0,0 0 0 0 0,1-1-1 0 0,-1 1 1 0 0,0 0-1 0 0,0-1 1 0 0,1 1 0 0 0,-1 0-1 0 0,1-1 1 0 0,-1 1 0 0 0,0-3-1 0 0,-13-42-2180 0 0,9 28-254 0 0,1 12 620 0 0,3 0 140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7:14.8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85 372 0 0,'-4'-12'9159'0'0,"40"-25"-10251"0"0,-6 9-3627 0 0,-20 20 2627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7:15.2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1 490 72 0 0,'13'-33'6969'0'0,"-7"24"-6696"0"0,0-1-1 0 0,0 1 1 0 0,1 0-1 0 0,1 0 1 0 0,-1 1-1 0 0,1 0 0 0 0,15-12 1 0 0,70-44-4683 0 0,-79 55 2879 0 0,0 1-317 0 0</inkml:trace>
  <inkml:trace contextRef="#ctx0" brushRef="#br0" timeOffset="1">437 191 132 0 0,'29'-17'1378'0'0,"48"-22"-1"0"0,-25 14-962 0 0,-15 6-371 0 0,107-61-1967 0 0,-128 69 1120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7:15.5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1 940 152 0 0,'145'-71'4824'0'0,"-65"35"-4584"0"0,103-55-3248 0 0,-141 72 1764 0 0</inkml:trace>
  <inkml:trace contextRef="#ctx0" brushRef="#br0" timeOffset="1">1405 250 72 0 0,'20'-23'1535'0'0,"1"0"1"0"0,1 1-1 0 0,1 1 0 0 0,1 1 0 0 0,34-22 1 0 0,-35 27-1413 0 0,1 1 0 0 0,0 1 1 0 0,30-11-1 0 0,34-5-5748 0 0,-73 26 3289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7:16.2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23 248 0 0,'0'0'533'0'0,"4"-22"8611"0"0,-3 27-9367 0 0,1 22-1078 0 0,-3-9-3236 0 0,1-9 2365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7:16.5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1 836 0 0,'25'28'6754'0'0,"-21"-23"-7341"0"0,-1 0 0 0 0,1 0 0 0 0,-1 0 0 0 0,0 1 0 0 0,0-1 0 0 0,-1 1 0 0 0,4 11 0 0 0,-6-10-1043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7:16.9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111 338 572 0 0,'0'0'1122'0'0,"21"32"3309"0"0,-18-23-4672 0 0,0 0-1 0 0,1-1 0 0 0,0 1 1 0 0,0-1-1 0 0,1 0 1 0 0,0 0-1 0 0,0 0 1 0 0,9 9-1 0 0,-12-11-1715 0 0,0 0 835 0 0</inkml:trace>
  <inkml:trace contextRef="#ctx0" brushRef="#br0" timeOffset="1">201 475 1600 0 0,'0'0'68'0'0,"11"-7"2804"0"0,-10 4-3016 0 0,-1-1 0 0 0,-1 0 0 0 0,1 1 0 0 0,0-1 0 0 0,-1 1 0 0 0,0-1 0 0 0,0 1 0 0 0,0-1 0 0 0,0 1 0 0 0,0 0 0 0 0,-1-1 0 0 0,0 1 0 0 0,1 0 0 0 0,-1 0 0 0 0,-5-5 0 0 0,-2-3-1116 0 0</inkml:trace>
  <inkml:trace contextRef="#ctx0" brushRef="#br0" timeOffset="2">9 35 548 0 0,'-1'-1'174'0'0,"1"1"0"0"0,-1-1 0 0 0,0 0 0 0 0,1 0-1 0 0,-1 0 1 0 0,0 0 0 0 0,1 0 0 0 0,-1 0 0 0 0,1 0 0 0 0,-1 0 0 0 0,1 0 0 0 0,0 0-1 0 0,-1 0 1 0 0,1 0 0 0 0,0 0 0 0 0,0 0 0 0 0,0 0 0 0 0,0 0 0 0 0,0 0 0 0 0,0 0 0 0 0,0 0-1 0 0,0 0 1 0 0,0 0 0 0 0,0 0 0 0 0,0 0 0 0 0,1 0 0 0 0,-1 0 0 0 0,0 0 0 0 0,1 0-1 0 0,-1 0 1 0 0,1 0 0 0 0,-1 0 0 0 0,2-1 0 0 0,-1 1 371 0 0,2 3-359 0 0,6 5-400 0 0,0 1 0 0 0,-1 0 0 0 0,-1 1 0 0 0,1 0 0 0 0,-1 0-1 0 0,-1 0 1 0 0,0 1 0 0 0,8 16 0 0 0,0-2-2243 0 0,-5-9 874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7:17.5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33 504 0 0,'0'-2'430'0'0,"0"0"-1"0"0,0 0 1 0 0,0 0-1 0 0,0 1 1 0 0,0-1-1 0 0,0 0 1 0 0,0 0-1 0 0,1 1 1 0 0,-1-1-1 0 0,1 0 1 0 0,-1 1 0 0 0,1-1-1 0 0,0 0 1 0 0,-1 1-1 0 0,1-1 1 0 0,0 1-1 0 0,2-3 1 0 0,-2 4-325 0 0,0 0 1 0 0,0 0-1 0 0,0 0 1 0 0,-1 0-1 0 0,1 0 1 0 0,0 1-1 0 0,0-1 1 0 0,0 0-1 0 0,0 1 1 0 0,0-1-1 0 0,0 0 1 0 0,0 1-1 0 0,-1-1 1 0 0,1 1 0 0 0,0-1-1 0 0,0 1 1 0 0,-1-1-1 0 0,1 1 1 0 0,0 0-1 0 0,-1-1 1 0 0,1 1-1 0 0,-1 0 1 0 0,1 0-1 0 0,-1 0 1 0 0,1-1-1 0 0,-1 1 1 0 0,1 0-1 0 0,-1 0 1 0 0,0 0-1 0 0,1 0 1 0 0,-1 0-1 0 0,0 1 1 0 0,7 12-499 0 0,0 0 1 0 0,-2 0-1 0 0,6 23 1 0 0,-1 19-5478 0 0,-10-40 3464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7:17.8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0 760 0 0,'16'30'6037'0'0,"6"-3"-3800"0"0,-17-22-2305 0 0,0 1 1 0 0,-1 0-1 0 0,1 0 0 0 0,-1 0 0 0 0,0 1 0 0 0,-1-1 1 0 0,0 1-1 0 0,0 0 0 0 0,3 10 0 0 0,22 90-2584 0 0,-22-75 2146 0 0,-6-20-2328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7:18.9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5 508 360 0 0,'0'0'6205'0'0,"-4"-32"-3861"0"0,4 11-2025 0 0,0 0-1 0 0,2 0 1 0 0,0 0-1 0 0,2 1 1 0 0,0-1-1 0 0,7-20 1 0 0,6-30 206 0 0,21-103 776 0 0,-24 109-697 0 0,-25 109-591 0 0,-8 23 14 0 0,-14 112 0 0 0,35-131 273 0 0,-2-48-297 0 0,0 0 0 0 0,0 0 0 0 0,0 0 0 0 0,0 0 0 0 0,1 0 1 0 0,-1 0-1 0 0,0 0 0 0 0,0 0 0 0 0,0 0 0 0 0,0 0 0 0 0,0 0 0 0 0,0 0 1 0 0,0 0-1 0 0,1 0 0 0 0,-1 0 0 0 0,0 0 0 0 0,0 0 0 0 0,0 0 0 0 0,0 0 0 0 0,0 0 1 0 0,0 0-1 0 0,1 0 0 0 0,-1 0 0 0 0,0 0 0 0 0,0 0 0 0 0,0 0 0 0 0,0 0 1 0 0,0 0-1 0 0,0 0 0 0 0,0 0 0 0 0,1 0 0 0 0,-1 0 0 0 0,0 0 0 0 0,0 1 0 0 0,0-1 1 0 0,0 0-1 0 0,0 0 0 0 0,0 0 0 0 0,0 0 0 0 0,0 0 0 0 0,0 0 0 0 0,0 0 1 0 0,0 1-1 0 0,0-1 0 0 0,0 0 0 0 0,0 0 0 0 0,0 0 0 0 0,0 0 0 0 0,0 0 1 0 0,0 0-1 0 0,0 0 0 0 0,0 1 0 0 0,0-1 0 0 0,0 0 0 0 0,0 0 0 0 0,0 0 0 0 0,0 0 1 0 0,0 0-1 0 0,0 0 0 0 0,0 1 0 0 0,0-1 0 0 0,0 0 0 0 0,0 0 0 0 0,0 0 1 0 0,0 0-1 0 0,0 0 0 0 0,0 0 0 0 0,4-25 109 0 0,4-29-81 0 0,1-20-583 0 0,-15 24-2829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7:19.6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1 232 0 0,'0'0'756'0'0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7:42.8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11 392 0 0,'-17'-11'15525'0'0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7:43.2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1 244 0 0,'0'0'436'0'0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7:43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74 964 0 0,'4'1'17741'0'0,"-30"-36"-15919"0"0,26 34-1755 0 0,-12-15 344 0 0,84 0-14799 0 0,-45 10 10667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8:20.7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5 44 0 0,'0'0'1073'0'0,"-30"-1"526"0"0,29 0-1703 0 0,-5-2-1402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8:41.8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152 44 1128 0 0,'-8'-43'10716'0'0,"10"62"-9664"0"0,0 8-306 0 0,-1 1 1 0 0,-4 41-1 0 0,2 33 314 0 0,2-51-730 0 0,-2-1 0 0 0,-2 0 0 0 0,-3 0 0 0 0,-1 0 0 0 0,-3-1 0 0 0,-19 56-1 0 0,-2-32-799 0 0,31-72 381 0 0,0 0-1 0 0,0-1 1 0 0,0 1-1 0 0,-1-1 1 0 0,1 1-1 0 0,0 0 1 0 0,0-1-1 0 0,-1 1 1 0 0,1-1-1 0 0,0 1 0 0 0,-1-1 1 0 0,1 1-1 0 0,0-1 1 0 0,-1 1-1 0 0,1-1 1 0 0,-1 1-1 0 0,1-1 1 0 0,-1 1-1 0 0,1-1 1 0 0,-1 0-1 0 0,1 1 1 0 0,-1-1-1 0 0,1 0 1 0 0,-1 1-1 0 0,1-1 1 0 0,-1 0-1 0 0,0 0 0 0 0,1 0 1 0 0,-1 0-1 0 0,0 1 1 0 0,1-1-1 0 0,-1 0 1 0 0,1 0-1 0 0,-1 0 1 0 0,0 0-1 0 0,1 0 1 0 0,-1-1-1 0 0,0 1 1 0 0,1 0-1 0 0,-1 0 1 0 0,1 0-1 0 0,-1 0 1 0 0,0-1-1 0 0,1 1 0 0 0,-1 0 1 0 0,1-1-1 0 0,-1 1 1 0 0,1 0-1 0 0,-1-1 1 0 0,1 1-1 0 0,-1-1 1 0 0,1 1-1 0 0,-1-1 1 0 0,-21-33-4879 0 0,19 29 2807 0 0,-4-11-1254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8:42.1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46 708 0 0,'0'-1'190'0'0,"0"-1"0"0"0,0 0 1 0 0,0 1-1 0 0,0-1 0 0 0,1 0 0 0 0,-1 0 0 0 0,0 1 0 0 0,1-1 0 0 0,-1 0 1 0 0,1 1-1 0 0,0-1 0 0 0,-1 1 0 0 0,1-1 0 0 0,0 1 0 0 0,0-1 0 0 0,0 1 1 0 0,0-1-1 0 0,0 1 0 0 0,1 0 0 0 0,-1 0 0 0 0,0-1 0 0 0,0 1 1 0 0,4-1-1 0 0,-2 0-36 0 0,0 1 1 0 0,1 0-1 0 0,-1 0 1 0 0,1 0-1 0 0,-1 0 1 0 0,1 1-1 0 0,-1-1 1 0 0,1 1-1 0 0,0 0 0 0 0,-1 0 1 0 0,5 1-1 0 0,10 1 145 0 0,0 2 0 0 0,0 0 0 0 0,26 10 0 0 0,-44-14-291 0 0,39 15 265 0 0,0 1 0 0 0,-1 2 0 0 0,-2 2 0 0 0,0 1 0 0 0,-1 1 0 0 0,37 32 0 0 0,-53-38-160 0 0,-1 0-1 0 0,-1 1 1 0 0,0 1 0 0 0,-1 0-1 0 0,-1 2 1 0 0,-1 0 0 0 0,0 0-1 0 0,-2 1 1 0 0,0 1-1 0 0,-2 0 1 0 0,15 44 0 0 0,-23-58-61 0 0,0 0 0 0 0,-1 0 1 0 0,0 0-1 0 0,0 0 0 0 0,-1 0 1 0 0,0 0-1 0 0,-1 0 1 0 0,0 0-1 0 0,0 0 0 0 0,0 0 1 0 0,-1 0-1 0 0,-1 0 0 0 0,-3 9 1 0 0,1-5 32 0 0,-1 0 0 0 0,-1-1 0 0 0,0 0 1 0 0,0-1-1 0 0,-1 1 0 0 0,-1-1 1 0 0,-16 15-1 0 0,4-7 47 0 0,-1-1 0 0 0,0-1 0 0 0,-2-1-1 0 0,0-1 1 0 0,0-1 0 0 0,-1-1 0 0 0,-32 10 0 0 0,39-16-130 0 0,0-1-1 0 0,-1-1 1 0 0,1 0 0 0 0,-1-2-1 0 0,-30 1 1 0 0,49-2-59 0 0,-1-1 1 0 0,0 0-1 0 0,0 0 0 0 0,0 0 1 0 0,0 0-1 0 0,1 0 1 0 0,-1 0-1 0 0,0 0 0 0 0,0-1 1 0 0,0 1-1 0 0,0 0 0 0 0,1 0 1 0 0,-1 0-1 0 0,0-1 0 0 0,0 1 1 0 0,0-1-1 0 0,1 1 1 0 0,-1 0-1 0 0,0-1 0 0 0,1 0 1 0 0,-1 1-1 0 0,0-1 0 0 0,1 1 1 0 0,-2-2-1 0 0,2 1-30 0 0,0 0 0 0 0,0 1 0 0 0,0-1 1 0 0,0 0-1 0 0,0 0 0 0 0,0 0 0 0 0,0 0 0 0 0,1 0 0 0 0,-1 0 0 0 0,0 1 0 0 0,0-1 0 0 0,1 0 0 0 0,-1 0 1 0 0,0 0-1 0 0,1 1 0 0 0,-1-1 0 0 0,1 0 0 0 0,0-1 0 0 0,33-32-4768 0 0,-31 31 3761 0 0,20-16-1750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8:42.5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159 7 256 0 0,'2'-7'6667'0'0,"-14"15"-6389"0"0,0 0 0 0 0,1 1 0 0 0,0 0 0 0 0,0 1 0 0 0,1 0 0 0 0,0 0 0 0 0,0 1 0 0 0,2 1 0 0 0,-1 0-1 0 0,1 0 1 0 0,1 0 0 0 0,0 1 0 0 0,1 0 0 0 0,1 0 0 0 0,0 1 0 0 0,0 0 0 0 0,1 0 0 0 0,1 0 0 0 0,1 0 0 0 0,0 0 0 0 0,0 1-1 0 0,2-1 1 0 0,1 26 0 0 0,0-34-290 0 0,1-1 1 0 0,-1 1-1 0 0,1-1 0 0 0,0 0 0 0 0,1 1 0 0 0,-1-1 0 0 0,1 0 0 0 0,0 0 0 0 0,1-1 1 0 0,-1 1-1 0 0,1-1 0 0 0,-1 1 0 0 0,2-1 0 0 0,-1-1 0 0 0,0 1 0 0 0,1 0 0 0 0,-1-1 1 0 0,1 0-1 0 0,0 0 0 0 0,0 0 0 0 0,0-1 0 0 0,1 0 0 0 0,-1 0 0 0 0,0 0 0 0 0,10 2 1 0 0,-10-3-407 0 0,0-1 1 0 0,0 1-1 0 0,1-1 0 0 0,-1 0 1 0 0,0 0-1 0 0,1-1 1 0 0,-1 1-1 0 0,0-1 1 0 0,0 0-1 0 0,0-1 1 0 0,0 1-1 0 0,0-1 0 0 0,0 0 1 0 0,0 0-1 0 0,0-1 1 0 0,-1 1-1 0 0,1-1 1 0 0,4-4-1 0 0,11-9-2593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8:42.9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203 165 8057 0 0,'-87'-55'546'0'0,"62"42"338"0"0,1-2 0 0 0,-39-31 1 0 0,63 45-875 0 0,0 1 1 0 0,-1 0-1 0 0,1 0 1 0 0,0 0 0 0 0,0 0-1 0 0,-1-1 1 0 0,1 1-1 0 0,0 0 1 0 0,0 0 0 0 0,0 0-1 0 0,-1-1 1 0 0,1 1-1 0 0,0 0 1 0 0,0 0 0 0 0,0-1-1 0 0,0 1 1 0 0,0 0-1 0 0,-1-1 1 0 0,1 1 0 0 0,0 0-1 0 0,0 0 1 0 0,0-1-1 0 0,0 1 1 0 0,0 0 0 0 0,0-1-1 0 0,0 1 1 0 0,0 0-1 0 0,0 0 1 0 0,0-1-1 0 0,0 1 1 0 0,0 0 0 0 0,1-1-1 0 0,-1 1 1 0 0,0 0-1 0 0,0 0 1 0 0,0-1 0 0 0,0 1-1 0 0,0 0 1 0 0,0 0-1 0 0,1-1 1 0 0,13-6 164 0 0,20 2-256 0 0,-33 5 62 0 0,118-9-3496 0 0,-82 7 3 0 0,-8 0 846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8:43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238 59 72 0 0,'-3'-5'788'0'0,"-1"-1"-98"0"0,1 1 1 0 0,-1 0-1 0 0,1 0 1 0 0,-1 0-1 0 0,-1 0 1 0 0,1 1-1 0 0,-1-1 1 0 0,-6-4-1 0 0,8 8-597 0 0,1 0-1 0 0,0 0 0 0 0,-1 1 1 0 0,1-1-1 0 0,-1 1 0 0 0,1 0 1 0 0,0-1-1 0 0,-1 1 1 0 0,1 0-1 0 0,-1 0 0 0 0,1 1 1 0 0,-1-1-1 0 0,1 0 0 0 0,-1 1 1 0 0,1 0-1 0 0,0-1 0 0 0,-1 1 1 0 0,1 0-1 0 0,0 0 1 0 0,0 0-1 0 0,0 1 0 0 0,0-1 1 0 0,0 0-1 0 0,0 1 0 0 0,0 0 1 0 0,-3 2-1 0 0,-6 4 41 0 0,1 1 0 0 0,0 1 0 0 0,1-1 0 0 0,0 2 1 0 0,0-1-1 0 0,1 1 0 0 0,0 0 0 0 0,1 1 0 0 0,1 0 0 0 0,-1 0 0 0 0,2 0 0 0 0,0 1 0 0 0,-6 21 0 0 0,7-13-33 0 0,1 0-1 0 0,0 0 1 0 0,2 1-1 0 0,0-1 1 0 0,2 1-1 0 0,0-1 1 0 0,8 42-1 0 0,40 154 387 0 0,-25-126-336 0 0,-5 2 0 0 0,12 142 0 0 0,-31-224-151 0 0,3 137 115 0 0,-4-126-135 0 0,-1 0-1 0 0,-1 0 0 0 0,0-1 1 0 0,-12 36-1 0 0,15-55-48 0 0,0-1 0 0 0,-1 1 0 0 0,1 0 0 0 0,-1 0 0 0 0,0 0 0 0 0,1 0 0 0 0,-1-1 0 0 0,0 1 0 0 0,0 0 0 0 0,0-1 1 0 0,0 1-1 0 0,-1-1 0 0 0,1 1 0 0 0,0-1 0 0 0,-1 0 0 0 0,1 1 0 0 0,0-1 0 0 0,-1 0 0 0 0,0 0 0 0 0,1 0 0 0 0,-1 0 0 0 0,0 0 0 0 0,1 0 0 0 0,-1-1 0 0 0,0 1 0 0 0,0 0 0 0 0,0-1 1 0 0,-2 1-1 0 0,0-2-410 0 0,0 0 1 0 0,0 0-1 0 0,0 0 1 0 0,0 0-1 0 0,0-1 1 0 0,0 0 0 0 0,1 0-1 0 0,-1 0 1 0 0,1 0-1 0 0,0 0 1 0 0,-1-1 0 0 0,-4-5-1 0 0,-13-11-2283 0 0</inkml:trace>
  <inkml:trace contextRef="#ctx0" brushRef="#br0" timeOffset="1">519 374 600 0 0,'150'-167'4605'0'0,"-116"120"-3386"0"0,-33 45-1138 0 0,1 0-1 0 0,-2 1 1 0 0,1-1 0 0 0,0 0 0 0 0,0 0-1 0 0,0 0 1 0 0,-1 0 0 0 0,1 0 0 0 0,-1 0-1 0 0,0 0 1 0 0,1-1 0 0 0,-1 1 0 0 0,0 0 0 0 0,0 0-1 0 0,-1 0 1 0 0,1 0 0 0 0,0 0 0 0 0,-1 0-1 0 0,1 0 1 0 0,-1 0 0 0 0,1 0 0 0 0,-1 0-1 0 0,-2-3 1 0 0,2 4-48 0 0,0 1 0 0 0,0-1 0 0 0,0 0-1 0 0,0 0 1 0 0,0 1 0 0 0,0-1 0 0 0,0 1 0 0 0,-1-1-1 0 0,1 1 1 0 0,0 0 0 0 0,0-1 0 0 0,-1 1 0 0 0,1 0-1 0 0,0 0 1 0 0,-1 0 0 0 0,1 0 0 0 0,0 0 0 0 0,0 0-1 0 0,-1 0 1 0 0,1 0 0 0 0,0 1 0 0 0,-1-1 0 0 0,1 0-1 0 0,0 1 1 0 0,0-1 0 0 0,0 1 0 0 0,-1-1 0 0 0,1 1-1 0 0,0 0 1 0 0,0-1 0 0 0,0 1 0 0 0,0 0 0 0 0,-1 1 0 0 0,-33 29 881 0 0,24-16-704 0 0,2 0 1 0 0,0 1 0 0 0,0 0-1 0 0,2 1 1 0 0,0-1 0 0 0,0 1-1 0 0,-5 31 1 0 0,-18 130 898 0 0,27-152-918 0 0,-20 368 1580 0 0,35-209-1323 0 0,-1 4-831 0 0,-10-186 292 0 0,-1-1 0 0 0,0 0 0 0 0,-1 1 0 0 0,1-1 0 0 0,0 0 0 0 0,0 1 0 0 0,-1-1 0 0 0,0 0 0 0 0,1 0 0 0 0,-1 1 0 0 0,0-1 0 0 0,0 0 0 0 0,0 0 0 0 0,0 0 0 0 0,-3 3 0 0 0,3-4-22 0 0,0 0 0 0 0,0-1 0 0 0,0 1 0 0 0,0 0 0 0 0,0-1 1 0 0,-1 1-1 0 0,1 0 0 0 0,0-1 0 0 0,0 1 0 0 0,-1-1 0 0 0,1 0 0 0 0,0 1 1 0 0,-1-1-1 0 0,1 0 0 0 0,0 0 0 0 0,-1 0 0 0 0,1 0 0 0 0,0 0 0 0 0,-3 0 1 0 0,-2-2-567 0 0,0 0 1 0 0,0 0 0 0 0,0 0 0 0 0,0 0 0 0 0,1-1 0 0 0,-1 0-1 0 0,1 0 1 0 0,0-1 0 0 0,-7-4 0 0 0,-3-6-1976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8:43.7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0 225 92 0 0,'5'-12'429'0'0,"1"1"1"0"0,0 1-1 0 0,0-1 1 0 0,1 1-1 0 0,0 0 1 0 0,1 0-1 0 0,0 1 0 0 0,1 0 1 0 0,0 1-1 0 0,12-9 1 0 0,-5 6 116 0 0,0 0-1 0 0,1 1 1 0 0,0 1 0 0 0,1 1-1 0 0,34-11 1 0 0,-17 9-478 0 0,-1 2 0 0 0,52-5 0 0 0,62 5-4668 0 0,-120 8 2518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8:44.1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0 289 56 0 0,'13'-6'1571'0'0,"1"-1"1"0"0,0 2-1 0 0,0-1 1 0 0,0 2-1 0 0,19-4 0 0 0,92-12-578 0 0,13-4-189 0 0,-122 21-659 0 0,2-1-85 0 0,-1 0 1 0 0,0-1-1 0 0,0-1 0 0 0,23-12 1 0 0,-38 18-65 0 0,0-1 0 0 0,0 0 0 0 0,0 0 0 0 0,0 0 1 0 0,0 0-1 0 0,0 0 0 0 0,-1-1 0 0 0,1 1 0 0 0,-1-1 1 0 0,1 1-1 0 0,-1-1 0 0 0,1 1 0 0 0,-1-1 0 0 0,0 0 0 0 0,0 1 1 0 0,0-1-1 0 0,0 0 0 0 0,0 0 0 0 0,0 0 0 0 0,0 0 1 0 0,-1 0-1 0 0,1 0 0 0 0,-1 0 0 0 0,1 0 0 0 0,-1 0 0 0 0,0 0 1 0 0,0 0-1 0 0,0-1 0 0 0,0 1 0 0 0,0 0 0 0 0,0 0 1 0 0,-1 0-1 0 0,1 0 0 0 0,-1 0 0 0 0,1 0 0 0 0,-1 0 0 0 0,0 0 1 0 0,0 0-1 0 0,0 0 0 0 0,0 0 0 0 0,0 1 0 0 0,0-1 1 0 0,0 0-1 0 0,-1 1 0 0 0,1-1 0 0 0,-1 1 0 0 0,-1-2 0 0 0,-5-6 21 0 0,-1 0-1 0 0,0 1 0 0 0,0 1 0 0 0,-1 0 0 0 0,0 0 0 0 0,0 0 1 0 0,-1 2-1 0 0,1-1 0 0 0,-1 1 0 0 0,-1 1 0 0 0,-20-6 0 0 0,28 9 19 0 0,0 1-1 0 0,-1 0 0 0 0,1 0 0 0 0,0 0 0 0 0,-1 0 0 0 0,1 1 0 0 0,0 0 1 0 0,-1 0-1 0 0,1 0 0 0 0,0 0 0 0 0,0 0 0 0 0,0 1 0 0 0,0 0 0 0 0,0 0 0 0 0,0 0 1 0 0,1 0-1 0 0,-1 1 0 0 0,1 0 0 0 0,-1-1 0 0 0,1 1 0 0 0,0 0 0 0 0,0 1 1 0 0,0-1-1 0 0,-4 7 0 0 0,-3 4 97 0 0,1 1-1 0 0,0 0 1 0 0,1 0 0 0 0,-10 29-1 0 0,16-38-108 0 0,0 1 0 0 0,1-1 0 0 0,-1 1 0 0 0,1 0-1 0 0,1-1 1 0 0,-1 1 0 0 0,1 0 0 0 0,1 0 0 0 0,-1 0 0 0 0,1-1-1 0 0,0 1 1 0 0,1 0 0 0 0,-1-1 0 0 0,1 1 0 0 0,1-1 0 0 0,-1 0-1 0 0,1 0 1 0 0,0 0 0 0 0,0 0 0 0 0,1 0 0 0 0,0 0 0 0 0,0-1 0 0 0,0 0-1 0 0,1 0 1 0 0,5 5 0 0 0,-1-2-41 0 0,0 0-1 0 0,0 0 1 0 0,1-1 0 0 0,1 0-1 0 0,-1-1 1 0 0,1 0-1 0 0,0 0 1 0 0,0-2 0 0 0,0 1-1 0 0,1-1 1 0 0,0-1 0 0 0,0 0-1 0 0,16 2 1 0 0,8-3-441 0 0,1-2 0 0 0,-1-1 0 0 0,1-1-1 0 0,-1-2 1 0 0,0-2 0 0 0,39-11 0 0 0,-28 3-1577 0 0,0-3-1 0 0,46-22 0 0 0,-47 17-330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8:44.9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65 165 144 0 0,'9'-6'391'0'0,"-1"-1"0"0"0,0 0-1 0 0,-1-1 1 0 0,10-11 0 0 0,-15 17-180 0 0,-1 0-1 0 0,1 0 0 0 0,-1 0 1 0 0,0 0-1 0 0,0 0 1 0 0,0 0-1 0 0,0-1 1 0 0,0 1-1 0 0,0 0 1 0 0,0-1-1 0 0,-1 1 1 0 0,1 0-1 0 0,-1-1 0 0 0,0 1 1 0 0,0-1-1 0 0,0 1 1 0 0,0 0-1 0 0,0-1 1 0 0,0 1-1 0 0,0-1 1 0 0,-1 1-1 0 0,0 0 1 0 0,1-1-1 0 0,-1 1 1 0 0,-1-3-1 0 0,1 4 299 0 0,1 1-456 0 0,-1-1 0 0 0,1 1 0 0 0,-1 0 1 0 0,1 0-1 0 0,-1-1 0 0 0,1 1 0 0 0,-1 0 1 0 0,1 0-1 0 0,-1 0 0 0 0,1 0 0 0 0,-1-1 1 0 0,1 1-1 0 0,-1 0 0 0 0,1 0 0 0 0,-1 0 0 0 0,1 0 1 0 0,-1 0-1 0 0,1 0 0 0 0,-1 0 0 0 0,1 1 1 0 0,-1-1-1 0 0,0 0 0 0 0,1 0 0 0 0,-1 0 1 0 0,1 0-1 0 0,-1 1 0 0 0,1-1 0 0 0,0 0 0 0 0,-1 1 1 0 0,1-1-1 0 0,-1 0 0 0 0,1 1 0 0 0,-1-1 1 0 0,1 0-1 0 0,0 1 0 0 0,-1-1 0 0 0,1 1 1 0 0,0-1-1 0 0,-1 1 0 0 0,1-1 0 0 0,0 1 0 0 0,0-1 1 0 0,0 1-1 0 0,-1 0 0 0 0,-15 22 646 0 0,3 1 7 0 0,-17 48-1 0 0,12-26-292 0 0,9-16-158 0 0,8-25-187 0 0,0 0 1 0 0,0-1-1 0 0,-1 1 1 0 0,0 0-1 0 0,0-1 0 0 0,0 1 1 0 0,-2 3-1 0 0,31-36-39 0 0,-1-1 0 0 0,35-51 0 0 0,12-15 4 0 0,-72 94-33 0 0,5-6 1 0 0,-1 0-1 0 0,1 1 0 0 0,1 0 1 0 0,-1 0-1 0 0,1 0 1 0 0,0 1-1 0 0,1 0 0 0 0,-1 1 1 0 0,16-8-1 0 0,-22 12 4 0 0,0 0-1 0 0,0 0 0 0 0,0 0 1 0 0,0 0-1 0 0,0 0 1 0 0,0 0-1 0 0,0 1 0 0 0,0-1 1 0 0,0 0-1 0 0,-1 1 1 0 0,1-1-1 0 0,0 0 0 0 0,0 1 1 0 0,0-1-1 0 0,0 1 1 0 0,-1 0-1 0 0,1-1 0 0 0,0 1 1 0 0,0-1-1 0 0,-1 1 1 0 0,1 0-1 0 0,0 0 0 0 0,-1-1 1 0 0,1 1-1 0 0,-1 0 1 0 0,1 0-1 0 0,-1 0 0 0 0,0 0 1 0 0,1 0-1 0 0,-1 0 1 0 0,0-1-1 0 0,1 1 0 0 0,-1 2 1 0 0,12 34 149 0 0,-11-34-135 0 0,4 18 121 0 0,2 0 0 0 0,0-1 0 0 0,1 0 0 0 0,16 29-1 0 0,-18-39-88 0 0,1 1 0 0 0,1-2 0 0 0,0 1 0 0 0,0-1 0 0 0,0 0-1 0 0,1-1 1 0 0,1 0 0 0 0,-1 0 0 0 0,15 8 0 0 0,-7-6-14 0 0,1-1 0 0 0,0-1 0 0 0,0-1 1 0 0,1 0-1 0 0,0-2 0 0 0,0 0 0 0 0,1-1 1 0 0,-1 0-1 0 0,29 0 0 0 0,-32-3-53 0 0,0-2 1 0 0,-1 1-1 0 0,1-2 0 0 0,0 0 1 0 0,0-1-1 0 0,-1 0 0 0 0,0-1 1 0 0,1-1-1 0 0,-2 0 0 0 0,1-1 0 0 0,0-1 1 0 0,15-10-1 0 0,-25 13-20 0 0,1 0 0 0 0,-1 0 0 0 0,0-1-1 0 0,0 0 1 0 0,0 0 0 0 0,-1 0 0 0 0,0 0 0 0 0,0-1-1 0 0,0 0 1 0 0,-1 0 0 0 0,0 0 0 0 0,0 0 0 0 0,0 0-1 0 0,-1 0 1 0 0,0-1 0 0 0,2-10 0 0 0,-2 7 1 0 0,-1 0 0 0 0,0 0 0 0 0,-1 0 0 0 0,0 0 0 0 0,-1 0 0 0 0,0 0 0 0 0,0-1 0 0 0,-1 2 0 0 0,-1-1 0 0 0,-5-14 0 0 0,8 22 27 0 0,-1-1 0 0 0,0 1 0 0 0,0 0 0 0 0,0 0 0 0 0,0 0 0 0 0,-1 0 0 0 0,1 0 0 0 0,0 0 0 0 0,-1 1 0 0 0,0-1 0 0 0,1 0 0 0 0,-1 1 0 0 0,0-1-1 0 0,0 1 1 0 0,0 0 0 0 0,0-1 0 0 0,-4-1 0 0 0,5 3 5 0 0,0 0 0 0 0,-1 0 0 0 0,1 0 0 0 0,0 0 1 0 0,-1 0-1 0 0,1 0 0 0 0,0 0 0 0 0,-1 0 0 0 0,1 0 0 0 0,0 1 0 0 0,0-1 0 0 0,-1 1 0 0 0,1-1 0 0 0,0 1 0 0 0,0-1 0 0 0,0 1 0 0 0,-1-1 0 0 0,1 1 0 0 0,0 0 0 0 0,0 0 0 0 0,0 0 0 0 0,0 0 0 0 0,1 0 0 0 0,-1 0 0 0 0,0 0 0 0 0,0 0 0 0 0,0 0 0 0 0,1 0 0 0 0,-1 0 0 0 0,0 0 1 0 0,1 1-1 0 0,0-1 0 0 0,-1 2 0 0 0,-7 13 3 0 0,5-12 1 0 0,1 1 0 0 0,0 0 0 0 0,0 0-1 0 0,0 0 1 0 0,0 0 0 0 0,1 0 0 0 0,-2 9 0 0 0,2-4 5 0 0,-1 9-5 0 0,1 0 1 0 0,0 1-1 0 0,3 27 1 0 0,-1-41-1 0 0,0-1-1 0 0,0 0 1 0 0,0 0-1 0 0,1 0 1 0 0,-1 0 0 0 0,1 0-1 0 0,0-1 1 0 0,0 1-1 0 0,1 0 1 0 0,0-1 0 0 0,0 0-1 0 0,0 1 1 0 0,0-1 0 0 0,0 0-1 0 0,1-1 1 0 0,0 1-1 0 0,0-1 1 0 0,4 4 0 0 0,1-3-5 0 0,-1 0 1 0 0,1 0-1 0 0,0-1 1 0 0,0 0 0 0 0,0-1-1 0 0,1 0 1 0 0,-1 0-1 0 0,0-1 1 0 0,1 0-1 0 0,-1-1 1 0 0,1 0 0 0 0,-1 0-1 0 0,1-1 1 0 0,-1 0-1 0 0,1-1 1 0 0,-1 0 0 0 0,0-1-1 0 0,13-4 1 0 0,7-4-80 0 0,-1-1 0 0 0,0-1 1 0 0,0-2-1 0 0,34-24 1 0 0,-36 21-31 0 0,0-1 1 0 0,-2-2-1 0 0,0 0 1 0 0,29-36-1 0 0,2-1-162 0 0,-54 57 271 0 0,-1 1 1 0 0,0-1 0 0 0,0 1 0 0 0,1 0 0 0 0,-1-1-1 0 0,0 1 1 0 0,1 0 0 0 0,-1 0 0 0 0,0-1 0 0 0,1 1-1 0 0,-1 0 1 0 0,1 0 0 0 0,-1-1 0 0 0,0 1 0 0 0,1 0 0 0 0,-1 0-1 0 0,1 0 1 0 0,-1 0 0 0 0,0-1 0 0 0,1 1 0 0 0,-1 0-1 0 0,1 0 1 0 0,-1 0 0 0 0,1 0 0 0 0,-1 0 0 0 0,1 0-1 0 0,-1 0 1 0 0,0 0 0 0 0,1 1 0 0 0,-1-1 0 0 0,1 0 0 0 0,-1 0-1 0 0,0 0 1 0 0,1 0 0 0 0,0 1 0 0 0,10 16-55 0 0,1 31 39 0 0,-10-40-2 0 0,1 10 14 0 0,-1 0 0 0 0,0-1 0 0 0,-1 1 1 0 0,-2 19-1 0 0,2 40-4 0 0,4-61 158 0 0,2-27-78 0 0,9-45-50 0 0,-10 32-9 0 0,0 2 3 0 0,1 0 1 0 0,2 1 0 0 0,0 0 0 0 0,1 0 0 0 0,15-23 0 0 0,-21 38 5 0 0,0 0 1 0 0,0 0-1 0 0,1 1 1 0 0,0-1-1 0 0,0 1 1 0 0,0 0-1 0 0,0 1 1 0 0,1-1-1 0 0,0 1 1 0 0,0 0-1 0 0,0 0 1 0 0,0 1-1 0 0,1 0 1 0 0,-1 0-1 0 0,1 0 0 0 0,0 1 1 0 0,0 0-1 0 0,0 0 1 0 0,0 1-1 0 0,14-1 1 0 0,-16 2-4 0 0,-1 0 0 0 0,1 0 0 0 0,0 1 0 0 0,0 0 0 0 0,0 0 0 0 0,0 0 0 0 0,0 1 0 0 0,-1-1 0 0 0,1 1 0 0 0,-1 0 0 0 0,1 1 0 0 0,-1-1 0 0 0,0 1 0 0 0,0 0 0 0 0,0 0 0 0 0,4 3 0 0 0,-2 0-1 0 0,-1 1-1 0 0,0-1 1 0 0,0 1 0 0 0,0 0 0 0 0,-1 0 0 0 0,0 1 0 0 0,0-1-1 0 0,4 15 1 0 0,-1 6 5 0 0,0 0 0 0 0,-2 0 0 0 0,-1 0 1 0 0,0 41-1 0 0,-6-1 7 0 0,0-49-599 0 0,2 0 0 0 0,1 29 0 0 0,-1-41-400 0 0,19-36-8158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8:45.3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105 53 984 0 0,'9'-11'907'0'0,"-5"6"-303"0"0,-1 0 0 0 0,1 1-1 0 0,0-1 1 0 0,0 1 0 0 0,0 0-1 0 0,0 1 1 0 0,1-1-1 0 0,7-4 935 0 0,6 23 453 0 0,-15-13-1835 0 0,-1 0-1 0 0,1 0 0 0 0,0 0 0 0 0,-1 0 0 0 0,0 0 1 0 0,1 1-1 0 0,-1-1 0 0 0,0 1 0 0 0,0 0 0 0 0,-1 0 1 0 0,3 3-1 0 0,5 17 116 0 0,-1 0 1 0 0,-1 0 0 0 0,-1 1-1 0 0,-1 0 1 0 0,-1 0 0 0 0,-2 1-1 0 0,0-1 1 0 0,-1 1 0 0 0,-2-1-1 0 0,0 1 1 0 0,-2-1-1 0 0,0 0 1 0 0,-8 27 0 0 0,-12 32-793 0 0,-3-1 0 0 0,-48 105 1 0 0,56-143-352 0 0,-22 48-910 0 0,5-39-4422 0 0,22-39 3113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8:45.7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0 320 340 0 0,'22'-11'650'0'0,"1"1"-1"0"0,-1 0 1 0 0,1 2-1 0 0,1 1 1 0 0,-1 1-1 0 0,1 1 1 0 0,25-3-1 0 0,173 0 1034 0 0,-76 6-363 0 0,-81-7 1321 0 0,-65 9-2621 0 0,1 0 0 0 0,-1 0 1 0 0,0 0-1 0 0,0-1 0 0 0,1 2 0 0 0,-1-1 0 0 0,0 0 1 0 0,1 0-1 0 0,-1 0 0 0 0,0 0 0 0 0,1 0 0 0 0,-1 0 1 0 0,0 0-1 0 0,0 0 0 0 0,1 0 0 0 0,-1 0 0 0 0,0 1 1 0 0,0-1-1 0 0,1 0 0 0 0,-1 0 0 0 0,0 0 0 0 0,0 1 1 0 0,1-1-1 0 0,-1 0 0 0 0,0 0 0 0 0,0 1 0 0 0,0-1 1 0 0,1 0-1 0 0,-1 0 0 0 0,0 1 0 0 0,0-1 0 0 0,0 0 0 0 0,0 1 1 0 0,0-1-1 0 0,0 0 0 0 0,0 0 0 0 0,0 1 0 0 0,0-1 1 0 0,0 0-1 0 0,0 1 0 0 0,0-1 0 0 0,0 0 0 0 0,0 1 1 0 0,0-1-1 0 0,0 0 0 0 0,0 0 0 0 0,0 1 0 0 0,0-1 1 0 0,0 0-1 0 0,0 1 0 0 0,0-1 0 0 0,-1 0 0 0 0,1 0 1 0 0,0 1-1 0 0,0-1 0 0 0,0 0 0 0 0,0 0 0 0 0,-1 1 1 0 0,1-1-1 0 0,0 0 0 0 0,0 0 0 0 0,-1 0 0 0 0,1 1 0 0 0,-3 7 63 0 0,1-1 0 0 0,0 1 0 0 0,1 1 0 0 0,-1-1 0 0 0,2 0 0 0 0,-1 0 0 0 0,1 0 0 0 0,1 11 0 0 0,10 70-870 0 0,-10-84 497 0 0,1 0-1 0 0,-1 1 1 0 0,1-1 0 0 0,0 0 0 0 0,0 0 0 0 0,1 0-1 0 0,3 5 1 0 0,15 13-4772 0 0,-10-15 2222 0 0</inkml:trace>
  <inkml:trace contextRef="#ctx0" brushRef="#br0" timeOffset="1">887 54 368 0 0,'2'-11'1048'0'0,"2"4"-100"0"0,1-1-68 0 0,-1 1-104 0 0,4 2-88 0 0,2-3-72 0 0,4 3-59 0 0,0 3-73 0 0,7 2-36 0 0,1 2-100 0 0,-3 1-164 0 0,11 5-140 0 0,-1-1-184 0 0,3 2-248 0 0,1 0-160 0 0,-2 2-505 0 0,1-5-1143 0 0,5 10 508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8:46.3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220 357 748 0 0,'-8'-3'534'0'0,"-1"1"-1"0"0,-1 0 1 0 0,1 0-1 0 0,0 1 1 0 0,0 1 0 0 0,-1-1-1 0 0,1 1 1 0 0,0 1 0 0 0,0 0-1 0 0,-1 0 1 0 0,1 1-1 0 0,0 0 1 0 0,0 1 0 0 0,-9 3-1 0 0,13-3-358 0 0,0-1 1 0 0,1 1-1 0 0,-1 0 0 0 0,1 0 1 0 0,-1 0-1 0 0,1 1 0 0 0,0-1 1 0 0,1 1-1 0 0,-1 0 0 0 0,0 0 0 0 0,1 1 1 0 0,0-1-1 0 0,0 1 0 0 0,1-1 1 0 0,-1 1-1 0 0,1 0 0 0 0,0 0 1 0 0,0 0-1 0 0,0 0 0 0 0,1 0 0 0 0,0 1 1 0 0,0-1-1 0 0,0 0 0 0 0,1 1 1 0 0,0 8-1 0 0,0-9-109 0 0,0-1 0 0 0,0 1 0 0 0,0 0 0 0 0,1-1 0 0 0,0 1 0 0 0,0 0 0 0 0,0-1 0 0 0,0 1-1 0 0,1-1 1 0 0,-1 1 0 0 0,1-1 0 0 0,0 0 0 0 0,1 0 0 0 0,-1 0 0 0 0,1 0 0 0 0,0 0 0 0 0,0-1 0 0 0,0 1 0 0 0,0-1 0 0 0,1 0 0 0 0,-1 0 0 0 0,6 4 0 0 0,-3-4-64 0 0,-1-1 0 0 0,0 0 0 0 0,0 0 0 0 0,1-1 0 0 0,-1 1 0 0 0,1-1 0 0 0,-1 0 0 0 0,1-1 0 0 0,-1 1 0 0 0,1-1 0 0 0,0 0 0 0 0,-1-1 0 0 0,1 1 0 0 0,-1-1 0 0 0,1 0 0 0 0,-1-1 0 0 0,1 1 0 0 0,8-5 0 0 0,10-5-88 0 0,-2-1 0 0 0,1-1 0 0 0,-2-1 0 0 0,0-1-1 0 0,26-23 1 0 0,-24 18 73 0 0,2 1 0 0 0,0 1 0 0 0,30-15 0 0 0,-51 32 63 0 0,-1-1-1 0 0,1 1 1 0 0,-1 1 0 0 0,1-1-1 0 0,0 0 1 0 0,-1 1 0 0 0,1 0 0 0 0,-1-1-1 0 0,1 2 1 0 0,0-1 0 0 0,-1 0-1 0 0,1 1 1 0 0,0-1 0 0 0,-1 1-1 0 0,1 0 1 0 0,-1 0 0 0 0,0 1 0 0 0,1-1-1 0 0,-1 1 1 0 0,0 0 0 0 0,0-1-1 0 0,0 2 1 0 0,5 2 0 0 0,9 9 182 0 0,-1 0 0 0 0,-1 0-1 0 0,15 18 1 0 0,5 4-25 0 0,-16-19-132 0 0,1-1 0 0 0,1-1 0 0 0,1 0 0 0 0,0-2 0 0 0,0-1 0 0 0,2 0 0 0 0,-1-2 0 0 0,48 14 0 0 0,-59-21-67 0 0,0 0 1 0 0,0-1-1 0 0,0 0 1 0 0,0-1 0 0 0,0 0-1 0 0,0-1 1 0 0,0-1-1 0 0,1 0 1 0 0,-1 0-1 0 0,0-1 1 0 0,-1-1 0 0 0,1 0-1 0 0,0 0 1 0 0,-1-1-1 0 0,1-1 1 0 0,-1 0-1 0 0,-1 0 1 0 0,1-1 0 0 0,-1-1-1 0 0,0 1 1 0 0,10-9-1 0 0,-13 7-4 0 0,1-1 0 0 0,-1 1 0 0 0,0-1 1 0 0,-1-1-1 0 0,0 1 0 0 0,0-1 0 0 0,-1 0 0 0 0,-1 0 0 0 0,0 0 0 0 0,0-1 0 0 0,-1 0 0 0 0,0 0 0 0 0,0 1 0 0 0,1-23 0 0 0,-2-10 7 0 0,-1 0 0 0 0,-8-67 0 0 0,3 59 5 0 0,-10-125 1692 0 0,12 183-1488 0 0,-8 44 167 0 0,2 0 0 0 0,-3 98 0 0 0,-6 48 105 0 0,-69 167-2204 0 0,82-338 733 0 0,4-23 601 0 0,0 1 0 0 0,-1-1 0 0 0,1 1 0 0 0,-1-1 0 0 0,0 0 0 0 0,0 1 1 0 0,0-1-1 0 0,0 0 0 0 0,-3 5 0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8:46.9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223 95 144 0 0,'-14'-94'6883'0'0,"14"95"-6837"0"0,-1-1 0 0 0,1 0 0 0 0,0 0 0 0 0,0 0 0 0 0,0 0 0 0 0,0 1 0 0 0,0-1 0 0 0,0 0 0 0 0,0 0 0 0 0,-1 0 0 0 0,1 0 0 0 0,0 0 0 0 0,0 0 0 0 0,0 1 0 0 0,0-1 0 0 0,0 0 0 0 0,-1 0 0 0 0,1 0 0 0 0,0 0 0 0 0,0 0 0 0 0,0 0 0 0 0,0 0 0 0 0,-1 0 0 0 0,1 0 0 0 0,0 0 0 0 0,0 0 0 0 0,0 0 0 0 0,-1 0 0 0 0,1 0 0 0 0,0 0 0 0 0,0 0 0 0 0,0 0 0 0 0,-1 0 0 0 0,1 0 0 0 0,0 0 0 0 0,0 0 0 0 0,0 0 0 0 0,0 0 0 0 0,-1 0 0 0 0,1 0 0 0 0,0 0 0 0 0,0-1 0 0 0,0 1 0 0 0,0 0 0 0 0,-1 0 0 0 0,1 0 0 0 0,0 0-1 0 0,0 0 1 0 0,0-1 0 0 0,0 1 0 0 0,0 0 0 0 0,0 0 0 0 0,0 0 0 0 0,-1 0 0 0 0,1-1 0 0 0,0 1 0 0 0,0 0 0 0 0,0 0 0 0 0,0 0 0 0 0,0 0 0 0 0,0-1 0 0 0,-45 177 2680 0 0,-99 299 1358 0 0,134-449-3476 0 0,9-34-113 0 0,11-53 44 0 0,-7 41-540 0 0,4-29 105 0 0,10-71 58 0 0,55-197 0 0 0,-66 298-136 0 0,1 1 0 0 0,0 0 1 0 0,14-22-1 0 0,-21 39-24 0 0,0 1 0 0 0,1 0-1 0 0,-1-1 1 0 0,0 1 0 0 0,1-1 0 0 0,-1 1 0 0 0,0 0 0 0 0,1-1 0 0 0,-1 1 0 0 0,0 0 0 0 0,1-1-1 0 0,-1 1 1 0 0,1 0 0 0 0,-1 0 0 0 0,1-1 0 0 0,-1 1 0 0 0,0 0 0 0 0,1 0 0 0 0,-1 0 0 0 0,1 0 0 0 0,-1 0-1 0 0,1-1 1 0 0,-1 1 0 0 0,1 0 0 0 0,-1 0 0 0 0,1 0 0 0 0,-1 0 0 0 0,1 0 0 0 0,-1 1 0 0 0,1-1-1 0 0,-1 0 1 0 0,1 0 0 0 0,-1 0 0 0 0,1 0 0 0 0,0 1 0 0 0,18 15-11 0 0,7 26-24 0 0,-14-15 39 0 0,0 0 1 0 0,-3 1 0 0 0,0 0 0 0 0,-1 1-1 0 0,-2 0 1 0 0,4 46 0 0 0,-7-35-151 0 0,-2 0 1 0 0,-1 0-1 0 0,-3 0 1 0 0,-9 53-1 0 0,2-46-872 0 0,-23 71 0 0 0,-2-39-1706 0 0,27-65 962 0 0,0-1 0 0 0,-1 0 0 0 0,-13 14 0 0 0,10-11-1855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8:47.2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4 191 8393 0 0,'-1'-6'66'0'0,"0"0"0"0"0,0 0 0 0 0,1-1 0 0 0,0 1 0 0 0,0 0 0 0 0,0 0 0 0 0,1-1 0 0 0,0 1 0 0 0,0 0 0 0 0,0 0 0 0 0,1 0 1 0 0,0 0-1 0 0,0 0 0 0 0,1 0 0 0 0,0 0 0 0 0,0 1 0 0 0,0-1 0 0 0,1 1 0 0 0,-1 0 0 0 0,1 0 0 0 0,0 0 0 0 0,1 1 0 0 0,-1-1 0 0 0,1 1 0 0 0,0 0 0 0 0,0 1 0 0 0,0-1 1 0 0,1 1-1 0 0,-1 0 0 0 0,1 0 0 0 0,0 0 0 0 0,0 1 0 0 0,0 0 0 0 0,6-1 0 0 0,31-5-168 0 0,1 3 1 0 0,-1 1-1 0 0,1 3 1 0 0,52 4-1 0 0,-2-1-1114 0 0,-10 5-721 0 0,-27 0-1022 0 0,-9-4 658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8:48.1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134 149 516 0 0,'-10'-9'5457'0'0,"9"8"-4961"0"0,-1 1 0 0 0,1-1 0 0 0,0 1 0 0 0,0-1 0 0 0,-3 1 0 0 0,-4 19-48 0 0,0 0 1 0 0,1 1-1 0 0,0 0 0 0 0,2 1 0 0 0,-5 40 0 0 0,-4 8 125 0 0,5-27-277 0 0,6-24-130 0 0,-1 1 0 0 0,-1-1 0 0 0,0-1 1 0 0,-14 29-1 0 0,15-47 78 0 0,1-12-189 0 0,1-15-53 0 0,47-181 77 0 0,-34 171-54 0 0,1 1 0 0 0,2 0 0 0 0,28-50 0 0 0,-40 83-18 0 0,0 0-1 0 0,1 0 1 0 0,0 0 0 0 0,0 0-1 0 0,0 1 1 0 0,0 0-1 0 0,0-1 1 0 0,1 1 0 0 0,-1 0-1 0 0,1 1 1 0 0,0-1 0 0 0,0 0-1 0 0,0 1 1 0 0,0 0 0 0 0,1 0-1 0 0,-1 1 1 0 0,5-2 0 0 0,-6 2-3 0 0,0 1 1 0 0,1-1 0 0 0,-1 1-1 0 0,0 0 1 0 0,0 0 0 0 0,0 0 0 0 0,0 1-1 0 0,0-1 1 0 0,1 1 0 0 0,-1-1 0 0 0,0 1-1 0 0,0 0 1 0 0,0 0 0 0 0,-1 1 0 0 0,1-1-1 0 0,0 0 1 0 0,0 1 0 0 0,-1 0-1 0 0,1 0 1 0 0,-1 0 0 0 0,1 0 0 0 0,-1 0-1 0 0,0 0 1 0 0,0 1 0 0 0,3 2 0 0 0,29 47 41 0 0,-1 1 0 0 0,-3 1 0 0 0,31 79 0 0 0,-60-129-38 0 0,1-1 0 0 0,0 1 0 0 0,0 0 0 0 0,0-1 0 0 0,0 1 0 0 0,0-1-1 0 0,1 0 1 0 0,-1 1 0 0 0,1-1 0 0 0,5 4 0 0 0,-7-7-7 0 0,1 1 1 0 0,-1 0 0 0 0,1-1-1 0 0,-1 1 1 0 0,1-1-1 0 0,0 0 1 0 0,-1 0 0 0 0,1 1-1 0 0,0-1 1 0 0,-1 0-1 0 0,1 0 1 0 0,0-1 0 0 0,-1 1-1 0 0,1 0 1 0 0,0 0-1 0 0,-1-1 1 0 0,1 1 0 0 0,-1-1-1 0 0,1 1 1 0 0,-1-1-1 0 0,1 0 1 0 0,-1 0 0 0 0,1 0-1 0 0,-1 0 1 0 0,0 0-1 0 0,1 0 1 0 0,1-2 0 0 0,9-8-5 0 0,1-1 1 0 0,-2-1-1 0 0,0 0 1 0 0,-1 0-1 0 0,0-1 1 0 0,-1 0-1 0 0,0-1 1 0 0,8-21-1 0 0,-9 19 0 0 0,1 0-1 0 0,0 1 0 0 0,1 0 0 0 0,1 1 1 0 0,1 0-1 0 0,16-17 0 0 0,-27 31 3 0 0,1 0-1 0 0,0 0 1 0 0,0 0-1 0 0,0 0 1 0 0,0 0-1 0 0,0 1 1 0 0,0-1-1 0 0,0 1 1 0 0,0-1-1 0 0,0 1 1 0 0,0-1-1 0 0,0 1 1 0 0,0 0-1 0 0,0 0 1 0 0,0 0-1 0 0,0 0 1 0 0,0 1-1 0 0,0-1 1 0 0,0 1-1 0 0,0-1 1 0 0,0 1-1 0 0,0-1 1 0 0,0 1-1 0 0,0 0 1 0 0,0 0 0 0 0,0 0-1 0 0,0 0 1 0 0,-1 0-1 0 0,1 1 1 0 0,0-1-1 0 0,-1 1 1 0 0,1-1-1 0 0,-1 1 1 0 0,2 1-1 0 0,8 8-3 0 0,-1 1 1 0 0,0 0-1 0 0,11 17 0 0 0,-16-23 5 0 0,17 26-14 0 0,1 3 22 0 0,48 53-1 0 0,-65-80-4 0 0,1-1-1 0 0,1 0 1 0 0,-1-1-1 0 0,1 0 0 0 0,0 0 1 0 0,0-1-1 0 0,1 1 1 0 0,0-2-1 0 0,0 1 1 0 0,0-1-1 0 0,0-1 1 0 0,17 4-1 0 0,-21-6-2 0 0,1 0 1 0 0,-1-1-1 0 0,1 0 1 0 0,0 0-1 0 0,-1 0 1 0 0,1-1-1 0 0,-1 0 1 0 0,1 0-1 0 0,-1 0 0 0 0,1-1 1 0 0,-1 1-1 0 0,0-2 1 0 0,0 1-1 0 0,0 0 1 0 0,0-1-1 0 0,0 0 0 0 0,0 0 1 0 0,-1 0-1 0 0,0-1 1 0 0,1 1-1 0 0,-1-1 1 0 0,0 0-1 0 0,-1-1 1 0 0,7-8-1 0 0,3-7 7 0 0,-1-1-1 0 0,-1 0 0 0 0,-1-1 1 0 0,11-32-1 0 0,-13 32-4 0 0,2-2 25 0 0,-1-2 0 0 0,8-39 0 0 0,-14 58-55 0 0,-1 20 34 0 0,-1 24 5 0 0,-98 420 1207 0 0,34-187-331 0 0,61-250-548 0 0,8-43-215 0 0,11-46-94 0 0,15-169 29 0 0,-24 155-99 0 0,3-1 0 0 0,4 2 1 0 0,39-123-1 0 0,-27 150-3 0 0,-25 52 31 0 0,0 0 0 0 0,0 0-1 0 0,0 1 1 0 0,1-1-1 0 0,-1 1 1 0 0,0-1-1 0 0,1 1 1 0 0,0 0-1 0 0,-1 0 1 0 0,1 0-1 0 0,0 0 1 0 0,0 1-1 0 0,0-1 1 0 0,0 1-1 0 0,4-2 1 0 0,-5 3 5 0 0,0 0-1 0 0,1 0 1 0 0,-1 0 0 0 0,0 1-1 0 0,0-1 1 0 0,0 0 0 0 0,0 1-1 0 0,0 0 1 0 0,0-1 0 0 0,0 1 0 0 0,0 0-1 0 0,0 0 1 0 0,0 0 0 0 0,0 0-1 0 0,0 0 1 0 0,-1 1 0 0 0,1-1-1 0 0,0 0 1 0 0,-1 1 0 0 0,1-1 0 0 0,-1 1-1 0 0,0 0 1 0 0,1-1 0 0 0,-1 1-1 0 0,0 0 1 0 0,0 0 0 0 0,1 2-1 0 0,1 2-14 0 0,1 1 0 0 0,-1-1-1 0 0,-1 1 1 0 0,1 0-1 0 0,-1-1 1 0 0,2 12-1 0 0,-3-9-33 0 0,-1 0 0 0 0,0 0 0 0 0,0 0 0 0 0,-1 0 0 0 0,0-1 0 0 0,0 1 0 0 0,-1 0 0 0 0,0 0-1 0 0,-1-1 1 0 0,-6 15 0 0 0,7-18-219 0 0,-1 0 0 0 0,0 0-1 0 0,0 0 1 0 0,0-1 0 0 0,-1 1 0 0 0,0-1-1 0 0,1 0 1 0 0,-1 0 0 0 0,-1 0 0 0 0,1-1-1 0 0,-6 4 1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8:48.5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70 0 852 0 0,'0'0'2170'0'0,"9"28"1003"0"0,0 153 2122 0 0,-9-110-4003 0 0,-16 130 1 0 0,2-119-2353 0 0,-36 113-1 0 0,43-161-728 0 0,10-14-3242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8:48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21 180 1092 0 0,'5'-10'748'0'0,"7"-8"4404"0"0,-11 19-5049 0 0,-1 0 0 0 0,1 0 0 0 0,-1 0 0 0 0,1-1 0 0 0,-1 1 0 0 0,1 0-1 0 0,-1 0 1 0 0,1 0 0 0 0,-1 0 0 0 0,0 0 0 0 0,0 0 0 0 0,1 0 0 0 0,-1 0-1 0 0,0 0 1 0 0,0 0 0 0 0,0 0 0 0 0,0 1 0 0 0,0-1 0 0 0,-1 0 0 0 0,1 0-1 0 0,0 0 1 0 0,-1 1 0 0 0,-1 60 232 0 0,-1-21-5901 0 0,1-33 3243 0 0</inkml:trace>
  <inkml:trace contextRef="#ctx0" brushRef="#br0" timeOffset="1">2 21 752 0 0,'-2'-8'848'0'0,"6"5"-84"0"0,-2-3-92 0 0,2 2 512 0 0,11 4-420 0 0,7 6-716 0 0,-6-4-284 0 0,1 7-568 0 0,-3-5-864 0 0,2 3 388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8:49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103 145 304 0 0,'5'-8'330'0'0,"0"0"1"0"0,0 0-1 0 0,0-1 1 0 0,-1 0-1 0 0,0 0 0 0 0,-1 0 1 0 0,0 0-1 0 0,-1 0 1 0 0,0-1-1 0 0,0 1 0 0 0,-1-1 1 0 0,1-16-1 0 0,-3 25-319 0 0,1 1 0 0 0,0-1 0 0 0,0 1 0 0 0,-1-1-1 0 0,1 0 1 0 0,0 1 0 0 0,0-1 0 0 0,-1 1 0 0 0,1-1 0 0 0,-1 1 0 0 0,1-1 0 0 0,-1 1 0 0 0,1-1-1 0 0,-1 1 1 0 0,1-1 0 0 0,-1 1 0 0 0,1 0 0 0 0,-1-1 0 0 0,1 1 0 0 0,-1 0 0 0 0,1-1-1 0 0,-1 1 1 0 0,0 0 0 0 0,1 0 0 0 0,-1 0 0 0 0,0 0 0 0 0,1-1 0 0 0,-1 1 0 0 0,0 0 0 0 0,1 0-1 0 0,-1 0 1 0 0,0 0 0 0 0,1 0 0 0 0,-1 1 0 0 0,0-1 0 0 0,1 0 0 0 0,-1 0 0 0 0,1 0-1 0 0,-1 0 1 0 0,0 1 0 0 0,1-1 0 0 0,-1 0 0 0 0,1 1 0 0 0,-1-1 0 0 0,1 0 0 0 0,-1 1-1 0 0,0 0 1 0 0,-32 17 235 0 0,24-7-134 0 0,0 0 0 0 0,0 0 0 0 0,1 1 0 0 0,1 0 0 0 0,0 0 0 0 0,0 1 1 0 0,1 0-1 0 0,-4 16 0 0 0,7-21-40 0 0,0 0 0 0 0,1 0 1 0 0,0 0-1 0 0,0 1 0 0 0,1-1 1 0 0,0 1-1 0 0,1-1 0 0 0,0 1 1 0 0,0 0-1 0 0,1-1 0 0 0,0 1 1 0 0,1-1-1 0 0,-1 0 0 0 0,6 15 1 0 0,-4-19-26 0 0,-1-1 0 0 0,0 0 0 0 0,1 0 0 0 0,0 0 0 0 0,-1 0 0 0 0,1 0 0 0 0,0 0 0 0 0,1-1 0 0 0,-1 0 1 0 0,0 0-1 0 0,1 0 0 0 0,-1 0 0 0 0,1 0 0 0 0,0 0 0 0 0,0-1 0 0 0,-1 0 0 0 0,1 0 0 0 0,0 0 0 0 0,0 0 0 0 0,0-1 0 0 0,0 1 1 0 0,0-1-1 0 0,0 0 0 0 0,0 0 0 0 0,5-1 0 0 0,5 0 141 0 0,1-1 1 0 0,-1 0-1 0 0,1-1 0 0 0,-1 0 1 0 0,23-9-1 0 0,49-30 764 0 0,-65 30-547 0 0,1 1-1 0 0,1 1 1 0 0,0 1 0 0 0,47-12 0 0 0,-66 20-370 0 0,0 1 1 0 0,0 0 0 0 0,0 0 0 0 0,0 1 0 0 0,0-1 0 0 0,0 1-1 0 0,0 0 1 0 0,0 0 0 0 0,0 0 0 0 0,0 0 0 0 0,-1 1 0 0 0,1 0 0 0 0,0 0-1 0 0,-1 0 1 0 0,1 0 0 0 0,-1 0 0 0 0,0 1 0 0 0,0-1 0 0 0,0 1 0 0 0,3 3-1 0 0,8 9 24 0 0,-1 1-1 0 0,21 32 1 0 0,-3-4 73 0 0,-26-38-122 0 0,0 0 0 0 0,0 0-1 0 0,0-1 1 0 0,1 0 0 0 0,0 0 0 0 0,0 0 0 0 0,0-1 0 0 0,1 0 0 0 0,-1 0 0 0 0,10 4 0 0 0,-11-7 14 0 0,0 0 0 0 0,1 0 1 0 0,-1 0-1 0 0,0 0 0 0 0,0-1 0 0 0,0 0 0 0 0,0 0 0 0 0,1 0 0 0 0,-1-1 0 0 0,0 0 0 0 0,0 0 0 0 0,0 0 1 0 0,0 0-1 0 0,0-1 0 0 0,0 0 0 0 0,7-4 0 0 0,8-5-32 0 0,0 0 0 0 0,-1-1 0 0 0,28-24 0 0 0,17-20-4451 0 0,-41 35 626 0 0,-8 7 431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8:49.6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 8 636 0 0,'0'0'6529'0'0,"12"-8"-4361"0"0,-59 14-4068 0 0,23 3-1201 0 0,-7 0 713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9:52.3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206 56 88 0 0,'0'-36'4123'0'0,"0"17"1626"0"0,-21 53-2656 0 0,0 25-1593 0 0,3 2-1 0 0,3 0 0 0 0,2 1 1 0 0,-6 89-1 0 0,3-35-394 0 0,-33 175 125 0 0,23-168-5577 0 0,18-111 2051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9:52.6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105 94 256 0 0,'-30'2'2745'0'0,"8"3"-1332"0"0,-31 11 3842 0 0,53-16-5218 0 0,1 0 0 0 0,-1 0 0 0 0,0 0 0 0 0,0 0 0 0 0,0 0 0 0 0,0 0 0 0 0,1 0 0 0 0,-1 0 0 0 0,0 0 0 0 0,0 0 0 0 0,0 0 0 0 0,0 0 0 0 0,0 0 0 0 0,1 0 0 0 0,-1 0 0 0 0,0 0 0 0 0,0 0 0 0 0,0 0-1 0 0,0 1 1 0 0,0-1 0 0 0,1 0 0 0 0,-1 0 0 0 0,0 0 0 0 0,0 0 0 0 0,0 0 0 0 0,0 0 0 0 0,0 0 0 0 0,0 0 0 0 0,1 1 0 0 0,-1-1 0 0 0,0 0 0 0 0,0 0 0 0 0,0 0 0 0 0,0 0 0 0 0,0 0 0 0 0,0 1 0 0 0,0-1 0 0 0,0 0 0 0 0,0 0 0 0 0,0 0 0 0 0,0 0 0 0 0,0 1 0 0 0,0-1 0 0 0,0 0 0 0 0,0 0 0 0 0,0 0 0 0 0,0 0 0 0 0,0 0 0 0 0,0 1 0 0 0,0-1 0 0 0,0 0 0 0 0,0 0 0 0 0,0 0 0 0 0,0 0 0 0 0,0 1 0 0 0,0-1 0 0 0,0 0 0 0 0,-1 0 0 0 0,1 0 0 0 0,0 0 0 0 0,0 0 0 0 0,0 0 0 0 0,0 0 0 0 0,0 1 0 0 0,0-1 0 0 0,0 0 0 0 0,-1 0-1 0 0,1 0 1 0 0,73-1 728 0 0,0-2-1 0 0,0-4 1 0 0,85-19-1 0 0,-118 19-846 0 0,-19 3-372 0 0,76-16-525 0 0,-90 18 174 0 0,1 0-1 0 0,-1-1 1 0 0,0 0 0 0 0,1 0-1 0 0,-1-1 1 0 0,-1 1-1 0 0,1-2 1 0 0,0 1 0 0 0,9-9-1 0 0,-5 0-2407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9:53.0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2 397 788 0 0,'-1'-9'275'0'0,"1"1"1"0"0,0-1-1 0 0,1 1 0 0 0,0-1 0 0 0,0 1 0 0 0,1 0 1 0 0,0-1-1 0 0,0 1 0 0 0,1 0 0 0 0,0 0 1 0 0,1 1-1 0 0,-1-1 0 0 0,2 0 0 0 0,-1 1 1 0 0,1 0-1 0 0,0 0 0 0 0,0 1 0 0 0,1-1 0 0 0,0 1 1 0 0,10-8-1 0 0,8-6 92 0 0,1 1 0 0 0,1 2-1 0 0,0 0 1 0 0,37-15 0 0 0,-17 9 68 0 0,1 3 0 0 0,1 2 1 0 0,1 1-1 0 0,76-14 0 0 0,-96 26-402 0 0,0 1 0 0 0,0 2 1 0 0,0 0-1 0 0,0 2 0 0 0,1 1 0 0 0,-1 1 1 0 0,0 2-1 0 0,-1 1 0 0 0,40 12 0 0 0,-56-13-226 0 0,-1 1-1 0 0,0 0 1 0 0,0 0-1 0 0,0 1 1 0 0,-1 1-1 0 0,16 12 1 0 0,-19-12-627 0 0,0-1 0 0 0,-1 1 0 0 0,1 0 0 0 0,-2 0 0 0 0,8 12 0 0 0,0 7-1788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9:53.9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538 138 516 0 0,'0'4'3875'0'0,"4"19"-192"0"0,13 54-1725 0 0,2-13-1299 0 0,-3 0 0 0 0,-3 1 0 0 0,-3 1 0 0 0,-2 0 0 0 0,-4 0-1 0 0,-2 1 1 0 0,-3-1 0 0 0,-3 0 0 0 0,-24 123 0 0 0,25-178-554 0 0,0-1 0 0 0,0 0 0 0 0,-1 0 0 0 0,0 0 0 0 0,0 0 0 0 0,-1-1 0 0 0,-1 1 0 0 0,-9 12 0 0 0,13-22-85 0 0,-1 0 0 0 0,1 0 0 0 0,0 0 0 0 0,0 0 0 0 0,0 0 0 0 0,-1 0 0 0 0,1 0 0 0 0,0-1 0 0 0,0 1 0 0 0,0-1 0 0 0,-1 1 0 0 0,1-1 0 0 0,-2-1 0 0 0,3 1-17 0 0,-12-5 29 0 0,0-2-1 0 0,0 1 1 0 0,1-2 0 0 0,0 0 0 0 0,0 0 0 0 0,1-1-1 0 0,1-1 1 0 0,-11-12 0 0 0,-13-11-3 0 0,23 23-23 0 0,-1 0 0 0 0,-1 1 0 0 0,0 0 0 0 0,0 1 0 0 0,-1 0 0 0 0,0 1 0 0 0,0 1 1 0 0,-18-7-1 0 0,26 12-4 0 0,0 1 0 0 0,0-1 0 0 0,0 1 0 0 0,0 1 0 0 0,-1-1 0 0 0,1 1 0 0 0,0 0 0 0 0,0 0 1 0 0,0 1-1 0 0,-1 0 0 0 0,1 0 0 0 0,0 0 0 0 0,0 1 0 0 0,0 0 0 0 0,0 0 0 0 0,0 1 0 0 0,1-1 0 0 0,-1 1 0 0 0,1 0 1 0 0,0 1-1 0 0,0-1 0 0 0,0 1 0 0 0,0 0 0 0 0,-5 6 0 0 0,2-2 3 0 0,1 0 1 0 0,-1 1-1 0 0,2 0 0 0 0,-1 0 0 0 0,1 1 1 0 0,1-1-1 0 0,-1 1 0 0 0,2 1 0 0 0,-1-1 1 0 0,1 1-1 0 0,1 0 0 0 0,0 0 1 0 0,1 0-1 0 0,0 0 0 0 0,-1 22 0 0 0,3-24-2 0 0,0-1 0 0 0,1 1-1 0 0,0-1 1 0 0,0 1 0 0 0,1-1-1 0 0,0 0 1 0 0,1 0 0 0 0,-1 0-1 0 0,2 0 1 0 0,-1 0 0 0 0,1 0-1 0 0,0-1 1 0 0,1 0-1 0 0,-1 0 1 0 0,2 0 0 0 0,-1 0-1 0 0,1-1 1 0 0,0 0 0 0 0,0 0-1 0 0,0-1 1 0 0,14 9 0 0 0,-2-4-64 0 0,1-1 0 0 0,0 0 0 0 0,0-2 0 0 0,1 0 0 0 0,-1-1 0 0 0,2-2 0 0 0,-1 0 0 0 0,0 0 0 0 0,1-2 0 0 0,32-1 0 0 0,14-3-438 0 0,130-20 0 0 0,-127 9 212 0 0,1-3 0 0 0,-2-3 0 0 0,-1-3 1 0 0,0-2-1 0 0,-2-4 0 0 0,-1-3 0 0 0,-1-2 0 0 0,-2-3 0 0 0,85-65 1 0 0,-140 95 289 0 0,0-1 1 0 0,0 1-1 0 0,0-1 1 0 0,-1 0-1 0 0,0-1 1 0 0,-1 0 0 0 0,1 0-1 0 0,-2 0 1 0 0,1 0-1 0 0,6-17 1 0 0,-10 22 13 0 0,0 0 0 0 0,-1 0 0 0 0,1 0 0 0 0,0 0 0 0 0,-1-1 0 0 0,0 1 0 0 0,0 0 0 0 0,0 0 1 0 0,0-1-1 0 0,0 1 0 0 0,-1 0 0 0 0,1 0 0 0 0,-1 0 0 0 0,0 0 0 0 0,0-1 0 0 0,0 1 0 0 0,0 0 0 0 0,-1 0 1 0 0,1 1-1 0 0,-1-1 0 0 0,1 0 0 0 0,-1 0 0 0 0,0 1 0 0 0,0-1 0 0 0,-1 1 0 0 0,1 0 0 0 0,0 0 0 0 0,-1 0 0 0 0,0 0 1 0 0,1 0-1 0 0,-1 0 0 0 0,0 0 0 0 0,0 1 0 0 0,-3-2 0 0 0,-4-1 18 0 0,-1 1-1 0 0,1 0 1 0 0,-1 0 0 0 0,0 1 0 0 0,0 0-1 0 0,0 1 1 0 0,0 0 0 0 0,0 1 0 0 0,-1 1-1 0 0,1-1 1 0 0,-17 5 0 0 0,-1 0 20 0 0,0 2 1 0 0,0 1-1 0 0,-32 14 1 0 0,46-16-29 0 0,0 1-1 0 0,0 1 1 0 0,1 0 0 0 0,0 2 0 0 0,1-1 0 0 0,0 1 0 0 0,-22 23 0 0 0,31-29-22 0 0,0 0 1 0 0,1-1 0 0 0,-1 1 0 0 0,1 1-1 0 0,0-1 1 0 0,0 0 0 0 0,1 1 0 0 0,0 0 0 0 0,-1-1-1 0 0,1 1 1 0 0,1 0 0 0 0,-1 0 0 0 0,1 0-1 0 0,0 0 1 0 0,0 0 0 0 0,0 1 0 0 0,1-1-1 0 0,0 0 1 0 0,0 0 0 0 0,0 0 0 0 0,1 1-1 0 0,-1-1 1 0 0,1 0 0 0 0,1 0 0 0 0,-1 0-1 0 0,1 0 1 0 0,0 0 0 0 0,4 9 0 0 0,0-6-37 0 0,-1-1 0 0 0,2 1 0 0 0,-1-1 0 0 0,1 0 0 0 0,0 0 0 0 0,1-1-1 0 0,-1 0 1 0 0,1 0 0 0 0,0-1 0 0 0,1 0 0 0 0,-1-1 0 0 0,1 1 0 0 0,0-2 0 0 0,0 1 0 0 0,1-1 0 0 0,10 2 0 0 0,2 0-130 0 0,0-1 1 0 0,1-2-1 0 0,-1 0 1 0 0,1-1-1 0 0,40-3 0 0 0,-26-2-85 0 0,0-1-1 0 0,0-1 0 0 0,0-2 1 0 0,-1-2-1 0 0,0-1 0 0 0,-1-2 0 0 0,66-35 1 0 0,-88 40 146 0 0,0-1 0 0 0,-1-1 1 0 0,0 0-1 0 0,15-17 0 0 0,-21 22 168 0 0,-1-1 1 0 0,-1 0-1 0 0,1 0 1 0 0,-1 0-1 0 0,0-1 1 0 0,0 1-1 0 0,-1-1 1 0 0,0 0-1 0 0,0 0 1 0 0,0 0-1 0 0,1-9 0 0 0,-2 4 668 0 0,-1 13-323 0 0,0 26-194 0 0,1 19-100 0 0,1-33-82 0 0,1 1 0 0 0,0-1 0 0 0,0 0 0 0 0,1 0 0 0 0,1 0 0 0 0,0 0 0 0 0,1-1 0 0 0,0 0 0 0 0,1-1 0 0 0,1 1 0 0 0,-1-2 0 0 0,2 1 0 0 0,-1-1 0 0 0,2 0 0 0 0,-1-1-1 0 0,19 12 1 0 0,-19-15-21 0 0,0 0-1 0 0,1-1 0 0 0,0 0 0 0 0,0-1 1 0 0,0 0-1 0 0,0-1 0 0 0,1 0 1 0 0,-1 0-1 0 0,1-2 0 0 0,-1 1 0 0 0,1-1 1 0 0,0-1-1 0 0,0 0 0 0 0,-1-1 0 0 0,1 0 1 0 0,0-1-1 0 0,-1 0 0 0 0,1-1 0 0 0,21-8 1 0 0,-8 1 9 0 0,-1-1 0 0 0,1-1 0 0 0,-2-1 1 0 0,0-1-1 0 0,33-26 0 0 0,-41 27-9 0 0,-1-1-1 0 0,0 0 1 0 0,-1-1 0 0 0,-1 0-1 0 0,-1-1 1 0 0,0 0-1 0 0,-1-1 1 0 0,12-25 0 0 0,-1-13 79 0 0,-1 0 0 0 0,-3-1-1 0 0,-2-1 1 0 0,-3 0 0 0 0,-3-1 0 0 0,-2 0 0 0 0,-2 0 0 0 0,-4-70 0 0 0,-2 121-82 0 0,-1-70 421 0 0,-4 1 1 0 0,-20-101-1 0 0,25 165-184 0 0,1 10-199 0 0,0 0 1 0 0,0-1-1 0 0,0 1 1 0 0,0 0-1 0 0,0 0 1 0 0,-1 0-1 0 0,1 0 0 0 0,-1-1 1 0 0,1 1-1 0 0,-1 0 1 0 0,0 0-1 0 0,0 0 1 0 0,0 0-1 0 0,0 0 1 0 0,-3-3-1 0 0,-2 29 93 0 0,-4 77 468 0 0,4 0 0 0 0,16 200-1 0 0,0-36 356 0 0,17 222 240 0 0,-17-362-1362 0 0,-3-77-311 0 0,-5-32-487 0 0,0 0 1 0 0,0 32-1 0 0,-2-39 119 0 0,1 5-697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9:55.8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453 48 340 0 0,'-3'-4'519'0'0,"-1"0"0"0"0,0 0 0 0 0,0 0 1 0 0,0 0-1 0 0,-1 1 0 0 0,1 0 0 0 0,-1 0 0 0 0,0 0 0 0 0,1 1 0 0 0,-1-1 0 0 0,-1 1 1 0 0,1 0-1 0 0,0 1 0 0 0,0-1 0 0 0,-11-1 0 0 0,7 3-282 0 0,0 0 1 0 0,0 0-1 0 0,0 0 1 0 0,0 1-1 0 0,0 1 0 0 0,0-1 1 0 0,1 1-1 0 0,-1 1 0 0 0,-9 4 1 0 0,0 1-120 0 0,0 0-1 0 0,0 2 1 0 0,1 0 0 0 0,1 1-1 0 0,0 1 1 0 0,0 0 0 0 0,1 2-1 0 0,-19 20 1 0 0,21-19 54 0 0,0 1 1 0 0,0 0-1 0 0,2 1 0 0 0,0 1 1 0 0,1 0-1 0 0,-11 26 0 0 0,19-38-115 0 0,0 0 1 0 0,0 0-1 0 0,1 0 0 0 0,0 0 0 0 0,0 0 0 0 0,0 0 0 0 0,0 0 1 0 0,1 0-1 0 0,0 0 0 0 0,1 0 0 0 0,-1 1 0 0 0,1-1 0 0 0,0 0 0 0 0,1 0 1 0 0,-1 0-1 0 0,1 0 0 0 0,0-1 0 0 0,1 1 0 0 0,-1 0 0 0 0,1-1 1 0 0,0 0-1 0 0,1 0 0 0 0,-1 0 0 0 0,1 0 0 0 0,8 8 0 0 0,-10-10-7 0 0,1-1 0 0 0,1 1 0 0 0,-1-1 0 0 0,0 1 0 0 0,1-1 0 0 0,-1 0 0 0 0,1 0 0 0 0,-1 0 0 0 0,1-1 0 0 0,0 1 0 0 0,0-1 0 0 0,0 0 0 0 0,0 0 0 0 0,0 0 0 0 0,0-1 0 0 0,0 1 0 0 0,5-1 0 0 0,-2-1 5 0 0,-1 0-1 0 0,1 0 1 0 0,-1 0-1 0 0,1-1 1 0 0,-1 0-1 0 0,0 0 0 0 0,1-1 1 0 0,-1 0-1 0 0,10-6 1 0 0,-2-1 18 0 0,0-1 0 0 0,0 0 0 0 0,-1-1-1 0 0,0-1 1 0 0,-1 0 0 0 0,20-28 0 0 0,-20 21-12 0 0,-2-1 0 0 0,0 1 1 0 0,-1-2-1 0 0,9-36 0 0 0,-10 32 49 0 0,-1 11 5 0 0,-4 29-95 0 0,-1-4-18 0 0,1 13 70 0 0,1-1 1 0 0,2 1-1 0 0,0-1 0 0 0,2-1 1 0 0,0 1-1 0 0,15 26 0 0 0,-18-38-45 0 0,1-1 0 0 0,0 0 0 0 0,1-1 0 0 0,0 1 0 0 0,0-1 0 0 0,1-1 0 0 0,0 1 0 0 0,0-1 0 0 0,1-1 0 0 0,0 0 0 0 0,0 0 0 0 0,0 0 0 0 0,1-1 0 0 0,0-1 0 0 0,19 7 0 0 0,-10-6-287 0 0,0-1 0 0 0,1-1 0 0 0,0 0 1 0 0,-1-2-1 0 0,1 0 0 0 0,0-1 0 0 0,0-1 0 0 0,21-4 0 0 0,-19 1-1501 0 0,-1-1-1 0 0,1 0 1 0 0,-1-2-1 0 0,23-10 1 0 0,-1-3-2214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9:56.9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346 453 372 0 0,'3'-19'1092'0'0,"-1"12"-458"0"0,0-1 1 0 0,-1 1-1 0 0,-1-1 0 0 0,1 1 1 0 0,-2-14-1 0 0,1 21-549 0 0,0-1 0 0 0,0 0 0 0 0,0 0 0 0 0,0 0 0 0 0,-1 0 0 0 0,1 0 0 0 0,0 1 0 0 0,-1-1 0 0 0,1 0 0 0 0,-1 0 0 0 0,1 0-1 0 0,-1 1 1 0 0,1-1 0 0 0,-1 0 0 0 0,1 1 0 0 0,-1-1 0 0 0,0 1 0 0 0,1-1 0 0 0,-1 0 0 0 0,0 1 0 0 0,-1-1 0 0 0,0 0-3 0 0,0 1-1 0 0,1 0 1 0 0,-1 0-1 0 0,0 0 1 0 0,0 0-1 0 0,1 0 1 0 0,-1 0-1 0 0,0 0 1 0 0,0 0-1 0 0,1 1 1 0 0,-1-1-1 0 0,0 1 1 0 0,1 0-1 0 0,-1-1 1 0 0,-2 2-1 0 0,-10 6 142 0 0,0 0 0 0 0,0 1-1 0 0,1 1 1 0 0,0 0-1 0 0,1 1 1 0 0,0 0 0 0 0,-13 17-1 0 0,-65 91 811 0 0,75-97-834 0 0,2 1-1 0 0,0 0 1 0 0,2 1-1 0 0,0 0 1 0 0,2 1-1 0 0,1 0 1 0 0,1 1 0 0 0,-7 41-1 0 0,12-50-114 0 0,1 0 0 0 0,0-1 1 0 0,1 1-1 0 0,1 0 0 0 0,0 0 0 0 0,1 0 0 0 0,1 0 0 0 0,1-1 0 0 0,0 1 0 0 0,1-1 0 0 0,1 0 1 0 0,1-1-1 0 0,0 1 0 0 0,11 17 0 0 0,-10-22-44 0 0,1-1 0 0 0,-1 0 0 0 0,1-1 0 0 0,1 0 0 0 0,0 0 1 0 0,0-1-1 0 0,1-1 0 0 0,0 1 0 0 0,0-2 0 0 0,0 0 0 0 0,1 0 0 0 0,0-1 0 0 0,1 0 0 0 0,-1-1 0 0 0,1 0 1 0 0,-1-1-1 0 0,1-1 0 0 0,0 0 0 0 0,21 0 0 0 0,2-1-20 0 0,0-1 1 0 0,-1-3-1 0 0,1 0 1 0 0,0-2-1 0 0,61-18 1 0 0,-57 10-67 0 0,-1-1 0 0 0,0-2 0 0 0,-1-2 0 0 0,-1-1 1 0 0,-1-2-1 0 0,-1-2 0 0 0,55-45 0 0 0,-62 43 0 0 0,0 0-1 0 0,-2-3 1 0 0,-1 0-1 0 0,-1-1 1 0 0,-1-1-1 0 0,-2-1 1 0 0,-1-1-1 0 0,25-56 1 0 0,-31 48 17 0 0,-2-1 1 0 0,-1 0-1 0 0,-2-1 0 0 0,-2 0 1 0 0,-2 0-1 0 0,-2-1 0 0 0,-1 1 1 0 0,-3-1-1 0 0,-1 0 0 0 0,-2 1 1 0 0,-2 0-1 0 0,-21-76 0 0 0,27 114 28 0 0,-1 0 0 0 0,0 0 0 0 0,-1-1 0 0 0,1 1 0 0 0,-1 0 0 0 0,1 0 0 0 0,-1 0 0 0 0,-1 0 0 0 0,1 1 0 0 0,0-1 0 0 0,-1 1 0 0 0,0-1 0 0 0,0 1 0 0 0,0 0 0 0 0,-5-5 0 0 0,-3 26-10 0 0,-2 16 64 0 0,1 0 0 0 0,3 0 1 0 0,0 1-1 0 0,2 1 0 0 0,-2 36 0 0 0,-1 184 269 0 0,9-185-235 0 0,12 197 207 0 0,1-28-11 0 0,-13-235-244 0 0,1 0 0 0 0,0 0 0 0 0,0-1 0 0 0,1 1 0 0 0,0 0 0 0 0,-1-1 0 0 0,2 1 0 0 0,-1 0 1 0 0,0-1-1 0 0,3 6 0 0 0,10-29 131 0 0,13-23 16 0 0,24-49-1 0 0,10-19 23 0 0,-44 82-160 0 0,34-48 193 0 0,-47 70-210 0 0,0 1 0 0 0,1 0 0 0 0,-1 1 0 0 0,1-1 0 0 0,0 1 0 0 0,0 0 0 0 0,0 0 0 0 0,1 0 0 0 0,0 1 0 0 0,9-5 0 0 0,-11 7-20 0 0,-1 1 0 0 0,0 0 0 0 0,0 0 1 0 0,0 0-1 0 0,0 0 0 0 0,0 0 1 0 0,1 1-1 0 0,-1-1 0 0 0,0 1 0 0 0,0 0 1 0 0,0 0-1 0 0,0 0 0 0 0,0 0 0 0 0,-1 0 1 0 0,1 1-1 0 0,0-1 0 0 0,0 1 1 0 0,-1 0-1 0 0,1 0 0 0 0,-1 0 0 0 0,0 0 1 0 0,0 0-1 0 0,1 1 0 0 0,-1-1 1 0 0,2 5-1 0 0,10 10 3 0 0,-2 1 0 0 0,17 31-1 0 0,-20-32 6 0 0,7 11-326 0 0,0-2 1 0 0,2 0-1 0 0,1-1 1 0 0,0 0-1 0 0,32 28 1 0 0,-42-45-110 0 0,0-1 1 0 0,1 0 0 0 0,0-1-1 0 0,0 0 1 0 0,0 0 0 0 0,1-1-1 0 0,15 5 1 0 0,-17-7-214 0 0,0-1-1 0 0,0 0 1 0 0,0-1 0 0 0,1 0 0 0 0,-1 0 0 0 0,0-1 0 0 0,0 0-1 0 0,1-1 1 0 0,-1 0 0 0 0,14-3 0 0 0,8-5-2425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9:57.4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179 68 664 0 0,'-2'-6'354'0'0,"0"1"-1"0"0,0 0 1 0 0,-1 0-1 0 0,0-1 1 0 0,0 2-1 0 0,0-1 1 0 0,-1 0-1 0 0,1 1 1 0 0,-1-1 0 0 0,0 1-1 0 0,-6-4 1 0 0,8 7-264 0 0,0 0 1 0 0,0 0 0 0 0,0 1 0 0 0,0-1 0 0 0,0 0-1 0 0,0 1 1 0 0,-1 0 0 0 0,1-1 0 0 0,0 1 0 0 0,0 0-1 0 0,-1 0 1 0 0,1 0 0 0 0,0 1 0 0 0,0-1-1 0 0,0 0 1 0 0,-1 1 0 0 0,1 0 0 0 0,0-1 0 0 0,0 1-1 0 0,0 0 1 0 0,0 0 0 0 0,0 0 0 0 0,0 0 0 0 0,0 1-1 0 0,1-1 1 0 0,-1 0 0 0 0,0 1 0 0 0,1-1 0 0 0,-1 1-1 0 0,1 0 1 0 0,-1-1 0 0 0,-1 4 0 0 0,-4 4 59 0 0,-1 0 1 0 0,2 1 0 0 0,-1 0-1 0 0,1 0 1 0 0,1 0-1 0 0,0 1 1 0 0,1 0 0 0 0,-1 0-1 0 0,2 1 1 0 0,0-1-1 0 0,0 1 1 0 0,1-1 0 0 0,0 16-1 0 0,1-17-77 0 0,0-1 1 0 0,1 1-1 0 0,0 0 0 0 0,1-1 0 0 0,0 1 0 0 0,0-1 0 0 0,1 1 0 0 0,1-1 0 0 0,-1 1 1 0 0,1-1-1 0 0,1 0 0 0 0,0 0 0 0 0,0-1 0 0 0,1 1 0 0 0,0-1 0 0 0,9 11 0 0 0,-11-16-53 0 0,0 0 1 0 0,1 0-1 0 0,-1-1 0 0 0,1 1 0 0 0,0-1 0 0 0,-1 0 0 0 0,1 0 0 0 0,0 0 1 0 0,1-1-1 0 0,-1 1 0 0 0,0-1 0 0 0,0 0 0 0 0,1 0 0 0 0,-1 0 0 0 0,0-1 0 0 0,1 0 1 0 0,-1 0-1 0 0,1 0 0 0 0,-1 0 0 0 0,0-1 0 0 0,1 1 0 0 0,-1-1 0 0 0,0 0 1 0 0,1 0-1 0 0,-1-1 0 0 0,0 1 0 0 0,0-1 0 0 0,5-3 0 0 0,3-1 2 0 0,0-1 0 0 0,0 0-1 0 0,-1-1 1 0 0,0 0 0 0 0,0-1-1 0 0,0 0 1 0 0,15-19 0 0 0,57-89 131 0 0,-59 80 146 0 0,54-64 0 0 0,-76 98-285 0 0,0 1 1 0 0,1 0-1 0 0,-1-1 0 0 0,0 1 1 0 0,1 0-1 0 0,-1 1 0 0 0,1-1 0 0 0,0 0 1 0 0,0 1-1 0 0,-1-1 0 0 0,1 1 1 0 0,0 0-1 0 0,0 0 0 0 0,0 0 0 0 0,1 0 1 0 0,-1 1-1 0 0,0-1 0 0 0,0 1 1 0 0,0 0-1 0 0,5 0 0 0 0,-3 1-4 0 0,0 0 0 0 0,-1 1 0 0 0,1-1 0 0 0,0 1 0 0 0,-1 0 0 0 0,0 0 1 0 0,1 1-1 0 0,-1-1 0 0 0,0 1 0 0 0,0 0 0 0 0,0 0 0 0 0,3 4 0 0 0,5 4 1 0 0,-1 2-1 0 0,-1 0 1 0 0,0 0 0 0 0,0 1-1 0 0,-2 0 1 0 0,13 26 0 0 0,-13-21-1 0 0,-1 1 1 0 0,-1 0 0 0 0,0 0 0 0 0,-2 0-1 0 0,0 1 1 0 0,-1-1 0 0 0,-1 29 0 0 0,3 21 562 0 0,-11-91-341 0 0,5 19-214 0 0,0 0 0 0 0,0 0-1 0 0,0-1 1 0 0,1 1 0 0 0,-1-1-1 0 0,1 1 1 0 0,-1-1-1 0 0,1 1 1 0 0,0-1 0 0 0,0 1-1 0 0,0-4 1 0 0,3-13-6 0 0,1 1-1 0 0,1-1 1 0 0,1 1 0 0 0,0 0-1 0 0,2 0 1 0 0,-1 0-1 0 0,2 1 1 0 0,1 1 0 0 0,0-1-1 0 0,1 2 1 0 0,0-1 0 0 0,28-26-1 0 0,-28 31-255 0 0,2 0 0 0 0,-1 1 0 0 0,1 1 0 0 0,1 0 0 0 0,0 0 0 0 0,0 2 0 0 0,0 0 0 0 0,1 0 0 0 0,0 1 0 0 0,1 1 0 0 0,-1 1 0 0 0,1 0 0 0 0,0 1 0 0 0,0 1 0 0 0,28-1 0 0 0,-20 3-1287 0 0,-1 2 0 0 0,1 0 1 0 0,26 7-1 0 0,-20-2-1001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9:57.8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410 11 124 0 0,'-22'-4'754'0'0,"1"0"0"0"0,-1 2 0 0 0,-1 1 0 0 0,1 1 1 0 0,0 1-1 0 0,-26 4 0 0 0,36-3-540 0 0,0 1 1 0 0,1 0-1 0 0,-1 1 1 0 0,1 1 0 0 0,0-1-1 0 0,0 2 1 0 0,0-1-1 0 0,1 2 1 0 0,0-1-1 0 0,0 1 1 0 0,1 1 0 0 0,-1 0-1 0 0,-8 10 1 0 0,10-8-46 0 0,0 1 0 0 0,1 0 0 0 0,0 0 0 0 0,0 1 0 0 0,1 0 0 0 0,1 0 0 0 0,0 0 0 0 0,0 1 0 0 0,1-1 0 0 0,1 1 0 0 0,-2 19 0 0 0,4-25-103 0 0,0-1 0 0 0,1 0 0 0 0,0 0-1 0 0,1 0 1 0 0,-1 0 0 0 0,1 0 0 0 0,0 1 0 0 0,1-1-1 0 0,-1 0 1 0 0,1-1 0 0 0,5 11 0 0 0,-4-12-32 0 0,-1 0 1 0 0,1 0 0 0 0,0-1-1 0 0,0 0 1 0 0,0 1 0 0 0,0-1 0 0 0,0 0-1 0 0,1-1 1 0 0,-1 1 0 0 0,1 0 0 0 0,0-1-1 0 0,0 0 1 0 0,0 0 0 0 0,0 0 0 0 0,0-1-1 0 0,0 1 1 0 0,1-1 0 0 0,4 1-1 0 0,-3-1-2 0 0,0 0 0 0 0,0-1 1 0 0,0 0-1 0 0,0 0 0 0 0,0 0 0 0 0,0-1 0 0 0,0 1 0 0 0,-1-2 0 0 0,1 1 0 0 0,0-1 0 0 0,0 1 0 0 0,0-1 0 0 0,-1-1 0 0 0,0 1 0 0 0,1-1 0 0 0,9-7 0 0 0,4-4 136 0 0,0-2 0 0 0,32-33 0 0 0,-31 28 12 0 0,19-28 204 0 0,-34 42-286 0 0,0-1 0 0 0,0 1-1 0 0,1 0 1 0 0,-1 0-1 0 0,2 0 1 0 0,-1 1-1 0 0,1 0 1 0 0,0 0 0 0 0,0 1-1 0 0,0 0 1 0 0,1 0-1 0 0,-1 1 1 0 0,18-7-1 0 0,-22 11-79 0 0,1 0 1 0 0,-1 0-1 0 0,1 0 0 0 0,0 1 0 0 0,-1-1 0 0 0,1 1 0 0 0,-1 0 0 0 0,1 0 0 0 0,-1 0 1 0 0,1 1-1 0 0,-1-1 0 0 0,0 1 0 0 0,4 2 0 0 0,42 29-88 0 0,-42-28 32 0 0,34 25-392 0 0,-21-14-167 0 0,0-1 0 0 0,1-1-1 0 0,0 0 1 0 0,1-2 0 0 0,41 16 0 0 0,-47-23-890 0 0,0 0 0 0 0,1-1 0 0 0,26 3 0 0 0,-10-4-1353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9:58.1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250 41 344 0 0,'-1'-2'176'0'0,"1"0"0"0"0,-1 0 0 0 0,0 0 0 0 0,0-1 0 0 0,0 1-1 0 0,0 0 1 0 0,0 0 0 0 0,0 1 0 0 0,-1-1 0 0 0,1 0 0 0 0,-1 0 0 0 0,1 1 0 0 0,-1-1 0 0 0,0 0 0 0 0,1 1-1 0 0,-1 0 1 0 0,0-1 0 0 0,0 1 0 0 0,0 0 0 0 0,0 0 0 0 0,0 0 0 0 0,0 0 0 0 0,-1 1 0 0 0,1-1 0 0 0,0 1-1 0 0,0-1 1 0 0,-1 1 0 0 0,1-1 0 0 0,0 1 0 0 0,0 0 0 0 0,-1 0 0 0 0,1 1 0 0 0,0-1 0 0 0,0 0 0 0 0,-1 1-1 0 0,1-1 1 0 0,0 1 0 0 0,0 0 0 0 0,0-1 0 0 0,-1 1 0 0 0,1 0 0 0 0,0 0 0 0 0,0 1 0 0 0,1-1 0 0 0,-3 2-1 0 0,-8 3 62 0 0,0 1-1 0 0,0 1 1 0 0,1 0-1 0 0,0 1 1 0 0,1 0-1 0 0,0 0 1 0 0,0 1-1 0 0,1 0 1 0 0,0 1-1 0 0,1 0 1 0 0,0 1-1 0 0,1-1 1 0 0,-7 17-1 0 0,10-19-167 0 0,0 0 0 0 0,1 1 0 0 0,0-1 0 0 0,1 1 0 0 0,0-1 0 0 0,1 1 1 0 0,0 0-1 0 0,0 0 0 0 0,1 0 0 0 0,0-1 0 0 0,1 1 0 0 0,0 0 0 0 0,0 0 0 0 0,1-1 0 0 0,1 1 0 0 0,0-1 0 0 0,0 1 0 0 0,0-1 0 0 0,7 11 0 0 0,-4-11-142 0 0,-1 0-1 0 0,2-1 0 0 0,-1 0 0 0 0,1-1 1 0 0,0 1-1 0 0,1-1 0 0 0,0-1 1 0 0,0 1-1 0 0,0-1 0 0 0,1-1 1 0 0,0 1-1 0 0,0-2 0 0 0,0 1 0 0 0,1-1 1 0 0,-1-1-1 0 0,1 1 0 0 0,0-2 1 0 0,0 1-1 0 0,0-1 0 0 0,1-1 1 0 0,-1 0-1 0 0,15-1 0 0 0,-5 1-363 0 0,0-2 0 0 0,0-1 0 0 0,0 0 0 0 0,0-1 0 0 0,0-2-1 0 0,0 0 1 0 0,-1 0 0 0 0,0-2 0 0 0,0-1 0 0 0,29-16 0 0 0,-6-2-2072 0 0,0-2 194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9:58.5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1 184 584 0 0,'0'-16'389'0'0,"0"-10"1083"0"0,0 0 0 0 0,2-1 0 0 0,7-40 0 0 0,-6 46 4187 0 0,-1 33-5389 0 0,20 234 2907 0 0,-14-113-2386 0 0,-5-39-980 0 0,-4 0 0 0 0,-26 179 0 0 0,18-207-701 0 0,2 32-1221 0 0,7-87 342 0 0,1-1-1 0 0,0 1 0 0 0,4 20 1 0 0,0-19-1671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9:59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1 255 312 0 0,'0'-3'220'0'0,"1"1"0"0"0,0 0 0 0 0,0 0 0 0 0,0 0 0 0 0,0 0 0 0 0,0 0 0 0 0,1 0 0 0 0,-1 0 0 0 0,1 1 0 0 0,-1-1 0 0 0,1 0 0 0 0,-1 1 0 0 0,1-1 0 0 0,0 1 0 0 0,0-1 0 0 0,0 1 0 0 0,0 0 0 0 0,0 0 0 0 0,0 0 0 0 0,0 0 0 0 0,0 0 0 0 0,1 1 0 0 0,1-2-1 0 0,54-14 1391 0 0,263-42 2109 0 0,26-10-2054 0 0,-307 52-1470 0 0,-39 15-191 0 0,-1 1 0 0 0,1 0 0 0 0,0-1 0 0 0,0 1 0 0 0,-1-1-1 0 0,1 1 1 0 0,0-1 0 0 0,-1 0 0 0 0,1 1 0 0 0,0-1 0 0 0,-1 1 0 0 0,1-1 0 0 0,-1 0-1 0 0,1 0 1 0 0,-1 1 0 0 0,1-1 0 0 0,-1 0 0 0 0,0 0 0 0 0,1 0 0 0 0,-1 0-1 0 0,0 1 1 0 0,0-1 0 0 0,0 0 0 0 0,0 0 0 0 0,1 0 0 0 0,-1 0 0 0 0,0 0 0 0 0,0 0-1 0 0,-1 1 1 0 0,1-1 0 0 0,0 0 0 0 0,0 0 0 0 0,0 0 0 0 0,-1 0 0 0 0,1 0-1 0 0,0 1 1 0 0,-1-1 0 0 0,1 0 0 0 0,0 0 0 0 0,-1 0 0 0 0,1 1 0 0 0,-2-2 0 0 0,-1 1 0 0 0,0-1 0 0 0,-1 1 0 0 0,1 0 1 0 0,-1-1-1 0 0,1 2 0 0 0,-1-1 1 0 0,1 0-1 0 0,-1 1 0 0 0,0-1 1 0 0,1 1-1 0 0,-1 0 0 0 0,0 1 1 0 0,1-1-1 0 0,-1 0 0 0 0,0 1 1 0 0,-4 1-1 0 0,-5 0 1 0 0,0-1 2 0 0,0 1 0 0 0,1 0 0 0 0,-1 1 0 0 0,1 1 0 0 0,0 0 0 0 0,0 0 0 0 0,0 1 0 0 0,1 1 0 0 0,0 0 0 0 0,0 1 0 0 0,0 0 0 0 0,1 0 0 0 0,-13 12 0 0 0,17-14 3 0 0,0 1 1 0 0,0 1-1 0 0,1-1 1 0 0,0 1 0 0 0,0 0-1 0 0,0 0 1 0 0,1 0-1 0 0,0 1 1 0 0,0-1 0 0 0,1 1-1 0 0,0 0 1 0 0,1 0-1 0 0,-1 1 1 0 0,1-1 0 0 0,1 0-1 0 0,0 1 1 0 0,0-1-1 0 0,1 1 1 0 0,0-1 0 0 0,1 13-1 0 0,1-14-17 0 0,0-1 0 0 0,0 0-1 0 0,0 0 1 0 0,1 0 0 0 0,0 0-1 0 0,0 0 1 0 0,1 0 0 0 0,-1-1-1 0 0,1 0 1 0 0,0 0 0 0 0,1 0 0 0 0,-1 0-1 0 0,1 0 1 0 0,0-1 0 0 0,0 0-1 0 0,1 0 1 0 0,-1-1 0 0 0,1 1-1 0 0,0-1 1 0 0,0 0 0 0 0,6 2 0 0 0,7 3-106 0 0,1-1 0 0 0,0-1 0 0 0,0 0 0 0 0,0-2-1 0 0,28 3 1 0 0,-5-5-258 0 0,1-2 0 0 0,-1-2-1 0 0,0-1 1 0 0,1-3-1 0 0,-2-1 1 0 0,1-2-1 0 0,-1-2 1 0 0,0-2-1 0 0,-2-2 1 0 0,1-2-1 0 0,-2-1 1 0 0,58-36-1 0 0,-70 35 393 0 0,-1 0 1 0 0,-1-2-1 0 0,-1-1 0 0 0,36-42 0 0 0,-40 26 904 0 0,-19 34-650 0 0,1-1-1 0 0,0 1 1 0 0,-1 0-1 0 0,2 0 1 0 0,-1 0-1 0 0,0 1 1 0 0,7-8 525 0 0,-13 15-741 0 0,1-1-1 0 0,-1 1 1 0 0,1 0 0 0 0,0 0 0 0 0,0 1 0 0 0,-3 4 0 0 0,-7 18 76 0 0,2 0 0 0 0,0 1 1 0 0,2 0-1 0 0,1 1 0 0 0,1 0 1 0 0,1 0-1 0 0,-3 59 1 0 0,11-37 89 0 0,-2-50-156 0 0,3-1-62 0 0,0-1-1 0 0,-1 0 0 0 0,1 0 1 0 0,-1 0-1 0 0,1-1 0 0 0,-1 1 1 0 0,0 0-1 0 0,1-1 0 0 0,-1 0 1 0 0,0 1-1 0 0,0-1 0 0 0,4-4 1 0 0,27-31 33 0 0,-27 29-35 0 0,46-55 35 0 0,44-49-36 0 0,-82 97 40 0 0,2 1 0 0 0,-1 1 0 0 0,2 0 0 0 0,34-21 0 0 0,-48 33-31 0 0,-1 0-1 0 0,1-1 0 0 0,0 1 1 0 0,0 0-1 0 0,0 1 0 0 0,0-1 1 0 0,0 0-1 0 0,-1 1 0 0 0,1 0 1 0 0,0 0-1 0 0,0 0 1 0 0,0 0-1 0 0,0 0 0 0 0,0 0 1 0 0,0 1-1 0 0,0-1 0 0 0,0 1 1 0 0,0 0-1 0 0,0 0 0 0 0,-1 0 1 0 0,1 0-1 0 0,0 1 0 0 0,-1-1 1 0 0,1 1-1 0 0,-1-1 0 0 0,1 1 1 0 0,-1 0-1 0 0,0 0 1 0 0,2 2-1 0 0,8 9 39 0 0,-1 0-1 0 0,0 0 1 0 0,-2 1 0 0 0,11 18-1 0 0,11 15 39 0 0,-25-40-75 0 0,1 1 1 0 0,0-1-1 0 0,0-1 0 0 0,0 1 1 0 0,1-1-1 0 0,0 0 0 0 0,0-1 0 0 0,0 0 1 0 0,1 0-1 0 0,-1-1 0 0 0,1 0 1 0 0,16 4-1 0 0,-17-6-19 0 0,0-1-1 0 0,1 0 1 0 0,-1 0-1 0 0,1-1 1 0 0,-1 0-1 0 0,0-1 1 0 0,1 1-1 0 0,-1-2 1 0 0,1 1-1 0 0,-1-1 1 0 0,0-1-1 0 0,0 1 1 0 0,0-1-1 0 0,14-8 1 0 0,-16 7-7 0 0,0 0-1 0 0,0 0 1 0 0,0 0 0 0 0,-1 0-1 0 0,0-1 1 0 0,0 0 0 0 0,0 0-1 0 0,-1 0 1 0 0,0-1 0 0 0,0 1-1 0 0,0-1 1 0 0,0 0 0 0 0,-1 0-1 0 0,5-13 1 0 0,-1-4 19 0 0,0 0 1 0 0,6-47 0 0 0,-3 15 425 0 0,0 30 151 0 0,-10 25-571 0 0,0-1 0 0 0,1 1 0 0 0,-1 0 0 0 0,0 0 0 0 0,0 0 0 0 0,1 0 0 0 0,-1 0 1 0 0,0 0-1 0 0,1 0 0 0 0,-1 0 0 0 0,0 0 0 0 0,1 0 0 0 0,-1 0 0 0 0,0 0 0 0 0,1 0 0 0 0,-1 0 1 0 0,0 0-1 0 0,1 0 0 0 0,-1 0 0 0 0,0 0 0 0 0,0 1 0 0 0,1-1 0 0 0,-1 0 0 0 0,0 0 0 0 0,1 0 0 0 0,-1 0 1 0 0,0 1-1 0 0,0-1 0 0 0,0 0 0 0 0,1 0 0 0 0,-1 1 0 0 0,0-1 0 0 0,0 0 0 0 0,0 0 0 0 0,1 1 0 0 0,-1-1 1 0 0,0 0-1 0 0,0 0 0 0 0,0 1 0 0 0,19 46 387 0 0,-19-45-415 0 0,14 42 33 0 0,18 61-1112 0 0,-13-36-4201 0 0,-16-55 1578 0 0,-1-4 285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9:59.5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33 224 0 0,'-2'-9'992'0'0,"0"3"-128"0"0,2-3-140 0 0,0 4 376 0 0,6 1-556 0 0,6 21-736 0 0,-6-3-520 0 0,2-1-768 0 0,3 2 344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49:59.9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1023 508 0 0,'0'0'2072'0'0,"3"-2"-1105"0"0,9-8-163 0 0,-1-1 1 0 0,0-1-1 0 0,-1 0 1 0 0,0-1-1 0 0,12-19 0 0 0,11-14 410 0 0,42-63 509 0 0,-44 62-765 0 0,38-46 0 0 0,-16 33 351 0 0,-53 60-1118 0 0,2 1-182 0 0,0-1-1 0 0,-1 1 1 0 0,1 0 0 0 0,-1 0-1 0 0,1 0 1 0 0,-1 0 0 0 0,0 1-1 0 0,1-1 1 0 0,-1 0 0 0 0,0 0-1 0 0,0 1 1 0 0,0-1-1 0 0,0 1 1 0 0,0-1 0 0 0,0 1-1 0 0,0-1 1 0 0,0 3 0 0 0,17 34-21 0 0,-15-32-5 0 0,20 53-463 0 0,-3 0 1 0 0,19 90-1 0 0,-36-136 400 0 0,1 1-95 0 0,-1 0 0 0 0,-1 0 0 0 0,0 0 0 0 0,0 26 0 0 0,-2-38 142 0 0,0 1 0 0 0,-1 0 1 0 0,1 0-1 0 0,-1 0 0 0 0,1 0 1 0 0,-1 0-1 0 0,0-1 0 0 0,0 1 0 0 0,0 0 1 0 0,0-1-1 0 0,-1 1 0 0 0,1-1 1 0 0,-1 1-1 0 0,0-1 0 0 0,1 0 1 0 0,-1 1-1 0 0,0-1 0 0 0,0 0 0 0 0,0 0 1 0 0,-1-1-1 0 0,1 1 0 0 0,0 0 1 0 0,-1-1-1 0 0,1 1 0 0 0,-1-1 1 0 0,0 0-1 0 0,1 0 0 0 0,-1 0 0 0 0,-3 1 1 0 0,4-2 17 0 0,0 1 0 0 0,-1-1 0 0 0,1 0 0 0 0,0 0 0 0 0,-1 0 0 0 0,1 0 0 0 0,0-1 0 0 0,-1 1 0 0 0,1-1 0 0 0,0 1 0 0 0,-1-1 0 0 0,1 0 0 0 0,0 1 0 0 0,0-1 0 0 0,0-1 0 0 0,0 1 0 0 0,0 0 0 0 0,0 0 1 0 0,0-1-1 0 0,0 1 0 0 0,0-1 0 0 0,1 1 0 0 0,-1-1 0 0 0,1 0 0 0 0,-1 0 0 0 0,1 0 0 0 0,0 0 0 0 0,-1 0 0 0 0,1 0 0 0 0,-1-3 0 0 0,0 1 11 0 0,0 0 1 0 0,1 0-1 0 0,-1 0 0 0 0,1 0 1 0 0,0 0-1 0 0,0 0 0 0 0,0 0 1 0 0,1-1-1 0 0,-1 1 0 0 0,1 0 1 0 0,0 0-1 0 0,0-1 0 0 0,1 1 1 0 0,-1 0-1 0 0,1-1 0 0 0,2-5 1 0 0,3-3 24 0 0,0 1 0 0 0,1 0 0 0 0,1 0 0 0 0,0 1 0 0 0,0 0 0 0 0,1 1 0 0 0,1 0 0 0 0,17-15 0 0 0,97-65 28 0 0,-61 47-40 0 0,-19 11 0 0 0,-2-2-1 0 0,-1-1 1 0 0,-2-3 0 0 0,-1-1-1 0 0,58-79 1 0 0,-82 99 78 0 0,-1-2 0 0 0,-1 0 1 0 0,-1 0-1 0 0,0-1 0 0 0,-2 0 0 0 0,-1-1 1 0 0,0 0-1 0 0,-2 0 0 0 0,-1-1 0 0 0,-1 0 0 0 0,0 0 1 0 0,-2 0-1 0 0,-1 0 0 0 0,-1 0 0 0 0,-4-34 0 0 0,-5 27 561 0 0,9 31-636 0 0,-1 0 0 0 0,1 0 1 0 0,0 0-1 0 0,-1 0 0 0 0,1 0 0 0 0,0 0 1 0 0,-1 0-1 0 0,1 0 0 0 0,0 0 0 0 0,0 0 1 0 0,-1 0-1 0 0,1 0 0 0 0,0 0 0 0 0,-1 1 1 0 0,1-1-1 0 0,0 0 0 0 0,0 0 0 0 0,-1 0 1 0 0,1 0-1 0 0,0 1 0 0 0,0-1 0 0 0,-1 0 1 0 0,1 0-1 0 0,0 0 0 0 0,0 1 0 0 0,0-1 1 0 0,-1 0-1 0 0,1 0 0 0 0,0 1 0 0 0,0-1 1 0 0,0 0-1 0 0,0 1 0 0 0,0-1 0 0 0,-1 0 1 0 0,1 0-1 0 0,0 1 0 0 0,0-1 0 0 0,0 0 1 0 0,0 1-1 0 0,0-1 0 0 0,0 0 0 0 0,0 1 1 0 0,0-1-1 0 0,-12 64 399 0 0,5 34 53 0 0,9 152 0 0 0,2-78-205 0 0,-4-125-232 0 0,2-3-412 0 0,-3 0 1 0 0,-2-1-1 0 0,-11 62 0 0 0,0-46-752 0 0,-3 10-1059 0 0,8-22-2911 0 0,8-29 2024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00.3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1 131 1088 0 0,'20'-14'1058'0'0,"1"2"0"0"0,0 0 0 0 0,0 1 0 0 0,1 1 0 0 0,37-12 1 0 0,118-24 4801 0 0,-175 45-5729 0 0,-1 1 1 0 0,1-1-1 0 0,0 1 0 0 0,-1 0 0 0 0,1-1 1 0 0,0 1-1 0 0,0 0 0 0 0,-1 0 0 0 0,1 0 0 0 0,0 0 1 0 0,0 0-1 0 0,-1 1 0 0 0,1-1 0 0 0,0 0 1 0 0,-1 1-1 0 0,1-1 0 0 0,0 1 0 0 0,-1 0 0 0 0,1 0 1 0 0,-1-1-1 0 0,3 3 0 0 0,-1 0-37 0 0,-1 1 0 0 0,0-1 0 0 0,0 1 0 0 0,0 0 0 0 0,0-1 0 0 0,0 1 0 0 0,-1 0 0 0 0,1 5 0 0 0,-1-7-72 0 0,7 25 138 0 0,7 45 0 0 0,4 21-3061 0 0,5-39-4949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00.6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26 155 10385 0 0,'-2'-6'9'0'0,"-18"-66"554"0"0,19 69-526 0 0,0-1 1 0 0,0 1-1 0 0,1 0 0 0 0,0-1 1 0 0,-1 1-1 0 0,1-1 0 0 0,0 0 0 0 0,1 1 1 0 0,-1-1-1 0 0,0 1 0 0 0,1-1 1 0 0,0 1-1 0 0,0 0 0 0 0,0-1 1 0 0,0 1-1 0 0,1 0 0 0 0,2-5 0 0 0,-2 7-56 0 0,-1 0-1 0 0,1 0 0 0 0,0 0 1 0 0,0 0-1 0 0,0 0 0 0 0,0 0 1 0 0,0 0-1 0 0,0 1 0 0 0,0-1 1 0 0,0 1-1 0 0,1-1 1 0 0,-1 1-1 0 0,0 0 0 0 0,0 0 1 0 0,0 0-1 0 0,0 0 0 0 0,1 0 1 0 0,-1 0-1 0 0,0 1 0 0 0,0-1 1 0 0,0 1-1 0 0,0-1 0 0 0,3 2 1 0 0,55 25-1762 0 0,-44-19 833 0 0,30 13-3231 0 0,-21-11 1786 0 0</inkml:trace>
  <inkml:trace contextRef="#ctx0" brushRef="#br0" timeOffset="1">438 192 108 0 0,'-23'13'1639'0'0,"1"1"1"0"0,1 1-1 0 0,0 1 0 0 0,1 1 1 0 0,-25 28-1 0 0,40-39-1458 0 0,0 0 1 0 0,0 0 0 0 0,0 1-1 0 0,1 0 1 0 0,0 0-1 0 0,0 0 1 0 0,1 0 0 0 0,0 0-1 0 0,0 1 1 0 0,1 0-1 0 0,-1-1 1 0 0,2 1 0 0 0,-1 0-1 0 0,1 0 1 0 0,1 0-1 0 0,-1 0 1 0 0,1 0 0 0 0,1 0-1 0 0,-1 0 1 0 0,1 0-1 0 0,1 0 1 0 0,2 8 0 0 0,-2-10-203 0 0,0 0 0 0 0,1 0 1 0 0,0 0-1 0 0,0 0 1 0 0,0-1-1 0 0,1 1 1 0 0,0-1-1 0 0,0 0 0 0 0,0 0 1 0 0,1 0-1 0 0,-1-1 1 0 0,10 7-1 0 0,-4-4-160 0 0,-1-1 1 0 0,2 0-1 0 0,-1-1 1 0 0,1 0-1 0 0,-1-1 1 0 0,19 5-1 0 0,8-1-1481 0 0,0-2 0 0 0,1-2-1 0 0,47 0 1 0 0,-81-3 1398 0 0,81 1-2928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01.5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201 184 672 0 0,'0'-1'145'0'0,"0"0"0"0"0,1 0-1 0 0,-1 1 1 0 0,0-1 0 0 0,1 0 0 0 0,-1 0-1 0 0,0 0 1 0 0,0 1 0 0 0,0-1 0 0 0,0 0-1 0 0,0 0 1 0 0,0 0 0 0 0,0 0 0 0 0,0 0-1 0 0,0 1 1 0 0,0-1 0 0 0,0 0 0 0 0,0 0-1 0 0,-1 0 1 0 0,1 1 0 0 0,0-1 0 0 0,-1 0-1 0 0,1 0 1 0 0,-1-1 0 0 0,-16 7 1639 0 0,-19 27-687 0 0,29-21-941 0 0,-20 25 408 0 0,2 1 1 0 0,-31 61 0 0 0,51-87-474 0 0,0 0 0 0 0,1-1 0 0 0,0 2 0 0 0,0-1 0 0 0,2 0 0 0 0,-1 1 0 0 0,1 0 1 0 0,1-1-1 0 0,0 1 0 0 0,1 0 0 0 0,0 0 0 0 0,1-1 0 0 0,0 1 0 0 0,0 0 0 0 0,5 12 0 0 0,-6-23-76 0 0,1 1 1 0 0,-1-1-1 0 0,1 1 1 0 0,-1 0-1 0 0,1-1 0 0 0,0 0 1 0 0,0 1-1 0 0,0-1 1 0 0,0 1-1 0 0,0-1 0 0 0,0 0 1 0 0,0 0-1 0 0,0 0 1 0 0,0 0-1 0 0,1 0 1 0 0,-1 0-1 0 0,0 0 0 0 0,1 0 1 0 0,-1 0-1 0 0,1 0 1 0 0,-1-1-1 0 0,1 1 0 0 0,-1-1 1 0 0,4 1-1 0 0,-1 0 6 0 0,0-1 1 0 0,-1 0-1 0 0,1 0 0 0 0,0-1 0 0 0,0 1 1 0 0,-1-1-1 0 0,1 0 0 0 0,0 0 0 0 0,-1 0 1 0 0,7-3-1 0 0,0-1 10 0 0,0 0-1 0 0,0 0 1 0 0,-1-2-1 0 0,0 1 1 0 0,0-1 0 0 0,15-14-1 0 0,-9 2 6 0 0,-1 1-1 0 0,-1-2 0 0 0,0 0 1 0 0,-1-1-1 0 0,13-33 1 0 0,30-112 104 0 0,-40 113 210 0 0,3 1-1 0 0,24-53 0 0 0,-42 105-338 0 0,1-1 0 0 0,-1 0 0 0 0,0 1-1 0 0,0-1 1 0 0,1 0 0 0 0,-1 1 0 0 0,0-1 0 0 0,1 0 0 0 0,-1 1-1 0 0,1-1 1 0 0,-1 1 0 0 0,1-1 0 0 0,-1 1 0 0 0,1-1 0 0 0,-1 1-1 0 0,1-1 1 0 0,0 1 0 0 0,-1 0 0 0 0,1-1 0 0 0,-1 1-1 0 0,1 0 1 0 0,0-1 0 0 0,0 1 0 0 0,-1 0 0 0 0,1 0 0 0 0,0 0-1 0 0,-1-1 1 0 0,1 1 0 0 0,0 0 0 0 0,0 0 0 0 0,-1 0-1 0 0,1 0 1 0 0,0 0 0 0 0,1 1 0 0 0,0 0 0 0 0,0 0 1 0 0,0 0-1 0 0,-1 1 1 0 0,1-1-1 0 0,0 0 1 0 0,0 1-1 0 0,-1 0 0 0 0,1-1 1 0 0,-1 1-1 0 0,1 0 1 0 0,1 2-1 0 0,28 55 105 0 0,-22-34-62 0 0,-1 1-1 0 0,-2-1 0 0 0,0 1 1 0 0,2 39-1 0 0,-1 106 216 0 0,-12-47 94 0 0,-23 127-1 0 0,16-155-123 0 0,-23 141 257 0 0,-20 234 262 0 0,53-426-642 0 0,0 115 200 0 0,3-140-217 0 0,1 0 0 0 0,1 0-1 0 0,1 0 1 0 0,1-1-1 0 0,11 33 1 0 0,-16-52-92 0 0,1 1 1 0 0,-1 0-1 0 0,0-1 0 0 0,1 1 1 0 0,-1-1-1 0 0,0 1 0 0 0,1-1 1 0 0,-1 1-1 0 0,1-1 1 0 0,-1 1-1 0 0,1-1 0 0 0,-1 0 1 0 0,1 1-1 0 0,-1-1 0 0 0,1 0 1 0 0,-1 1-1 0 0,1-1 1 0 0,0 0-1 0 0,-1 0 0 0 0,1 1 1 0 0,-1-1-1 0 0,1 0 0 0 0,0 0 1 0 0,-1 0-1 0 0,1 0 0 0 0,0 0 1 0 0,-1 0-1 0 0,1 0 1 0 0,-1 0-1 0 0,2 0 0 0 0,26-11 81 0 0,22-26-50 0 0,-48 35-29 0 0,18-16-35 0 0,-1-1 1 0 0,-1 0-1 0 0,0-1 1 0 0,-2-1-1 0 0,0-1 1 0 0,-1 0 0 0 0,-2-1-1 0 0,0-1 1 0 0,-1 0-1 0 0,-2 0 1 0 0,0-1-1 0 0,-2-1 1 0 0,0 1-1 0 0,5-44 1 0 0,-9 43-4 0 0,-2 1 0 0 0,-1-1 0 0 0,-1 0 0 0 0,-1 1 0 0 0,-1-1 0 0 0,-1 1 0 0 0,-1-1 0 0 0,-2 1 0 0 0,0 1 0 0 0,-2-1 0 0 0,-1 1 0 0 0,0 0 0 0 0,-2 1 0 0 0,-1 0 0 0 0,-19-28 0 0 0,9 23-28 0 0,14 19 96 0 0,0-2 0 0 0,0 1 0 0 0,1-1 0 0 0,-11-22 0 0 0,17 31-32 0 0,0-1 1 0 0,0 1 0 0 0,0-1-1 0 0,1 1 1 0 0,-1-1 0 0 0,1 1-1 0 0,-1-1 1 0 0,1 1-1 0 0,0-1 1 0 0,0 0 0 0 0,0 1-1 0 0,1-1 1 0 0,-1 1 0 0 0,0-1-1 0 0,1 1 1 0 0,0-1 0 0 0,0 1-1 0 0,-1-1 1 0 0,1 1 0 0 0,1 0-1 0 0,-1 0 1 0 0,0-1 0 0 0,1 1-1 0 0,-1 0 1 0 0,1 0 0 0 0,-1 0-1 0 0,1 0 1 0 0,0 1 0 0 0,0-1-1 0 0,2-1 1 0 0,13-10-50 0 0,1 1 0 0 0,0 1 0 0 0,1 1 0 0 0,0 0 0 0 0,26-8 0 0 0,109-29-1291 0 0,-50 17-353 0 0,-35 5-597 0 0,-24 4-2847 0 0,-20 9 1571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02.1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12 470 708 0 0,'1'-4'12053'0'0,"4"-19"-11243"0"0,4-39 326 0 0,-3 0 0 0 0,-4-117 0 0 0,-2 105-725 0 0,-2 51-281 0 0,1 19-183 0 0,0 0 0 0 0,1 0-1 0 0,-1 1 1 0 0,1-1-1 0 0,0 0 1 0 0,0 0-1 0 0,1 0 1 0 0,0-7 0 0 0,0 11-147 0 0,0 3-304 0 0,8 23 291 0 0,2-1-1 0 0,0 0 1 0 0,2-1-1 0 0,25 37 1 0 0,-25-43 127 0 0,0 1-1 0 0,-2 0 1 0 0,0 0 0 0 0,-2 1-1 0 0,0 0 1 0 0,-1 1 0 0 0,-1 0-1 0 0,8 40 1 0 0,-15-52 56 0 0,0 0 0 0 0,-1 0-1 0 0,0 0 1 0 0,0 0 0 0 0,-1 0 0 0 0,0 0 0 0 0,-1-1-1 0 0,1 1 1 0 0,-2-1 0 0 0,1 0 0 0 0,-1 0 0 0 0,-1 0 0 0 0,0 0-1 0 0,0-1 1 0 0,0 1 0 0 0,-1-1 0 0 0,-9 9 0 0 0,0-1-680 0 0,1-1-1 0 0,-26 17 1 0 0,-31 14-6130 0 0,63-41 4038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03.1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284 236 852 0 0,'-54'74'7134'0'0,"-41"59"-5771"0"0,64-74-634 0 0,1 2 1 0 0,-30 93 0 0 0,56-143-649 0 0,2 0 0 0 0,-1 0 1 0 0,1 0-1 0 0,1 0 1 0 0,0 1-1 0 0,1-1 0 0 0,0 0 1 0 0,0 1-1 0 0,1-1 1 0 0,1 0-1 0 0,4 15 0 0 0,-5-21-53 0 0,0 0-1 0 0,1-1 0 0 0,-1 1 0 0 0,1-1 0 0 0,1 1 1 0 0,-1-1-1 0 0,0 0 0 0 0,1 0 0 0 0,0 0 0 0 0,0 0 1 0 0,0-1-1 0 0,0 1 0 0 0,1-1 0 0 0,-1 0 0 0 0,1 0 1 0 0,0 0-1 0 0,0 0 0 0 0,0 0 0 0 0,0-1 0 0 0,1 0 1 0 0,-1 0-1 0 0,1 0 0 0 0,-1-1 0 0 0,1 1 0 0 0,-1-1 1 0 0,1 0-1 0 0,0 0 0 0 0,9 0 0 0 0,1-1 7 0 0,0-1 1 0 0,1-1-1 0 0,-1 0 0 0 0,0 0 0 0 0,0-2 1 0 0,0 0-1 0 0,0 0 0 0 0,-1-2 0 0 0,0 0 0 0 0,0 0 1 0 0,0-1-1 0 0,-1-1 0 0 0,0 0 0 0 0,-1-1 1 0 0,1 0-1 0 0,-2-1 0 0 0,1-1 0 0 0,-2 0 0 0 0,1 0 1 0 0,14-22-1 0 0,-11 13 18 0 0,-2 0-1 0 0,-1 0 1 0 0,0-1 0 0 0,-1-1-1 0 0,-2 0 1 0 0,0 0 0 0 0,-1 0-1 0 0,-1-1 1 0 0,-2 0 0 0 0,0-1 0 0 0,-1 1-1 0 0,-1-47 1 0 0,-4 37-28 0 0,-1 0 0 0 0,-1-1 0 0 0,-2 1 0 0 0,-2 1 0 0 0,0 0 0 0 0,-3 0 0 0 0,0 0-1 0 0,-2 2 1 0 0,-22-40 0 0 0,33 67-23 0 0,0 0-1 0 0,1 1 1 0 0,-1-1 0 0 0,0 1-1 0 0,-1-1 1 0 0,1 1-1 0 0,0 0 1 0 0,-1 0-1 0 0,1 0 1 0 0,-1 0-1 0 0,1 0 1 0 0,-1 1-1 0 0,0-1 1 0 0,-3 0-1 0 0,4 1 0 0 0,0 1-1 0 0,1-1 1 0 0,-1 1-1 0 0,0 0 0 0 0,0 0 1 0 0,1 0-1 0 0,-1 0 1 0 0,0 0-1 0 0,0 0 1 0 0,1 0-1 0 0,-1 1 0 0 0,0-1 1 0 0,1 1-1 0 0,-1-1 1 0 0,0 1-1 0 0,1 0 0 0 0,-1 0 1 0 0,1-1-1 0 0,-3 3 1 0 0,2-1-8 0 0,-1 1 1 0 0,0-1-1 0 0,1 1 1 0 0,-1 0-1 0 0,1 0 1 0 0,0 0-1 0 0,0 0 0 0 0,0 0 1 0 0,1 1-1 0 0,-1-1 1 0 0,1 1-1 0 0,0-1 1 0 0,0 1-1 0 0,0-1 1 0 0,0 1-1 0 0,0 0 1 0 0,1-1-1 0 0,0 1 1 0 0,0 0-1 0 0,0 0 1 0 0,0-1-1 0 0,1 6 1 0 0,2 6-71 0 0,1-1 0 0 0,1 1 0 0 0,0-1 0 0 0,1 0 0 0 0,0-1 0 0 0,1 0-1 0 0,1 0 1 0 0,0 0 0 0 0,1-1 0 0 0,0 0 0 0 0,1 0 0 0 0,0-1 0 0 0,0-1 0 0 0,2 1 0 0 0,-1-2 0 0 0,1 0 0 0 0,15 9 0 0 0,-8-6-63 0 0,0-1 1 0 0,1 0-1 0 0,1-2 0 0 0,-1 0 0 0 0,1-1 0 0 0,1-2 0 0 0,0 0 1 0 0,-1-1-1 0 0,2-1 0 0 0,41 2 0 0 0,-56-6 112 0 0,0 0 1 0 0,0-1-1 0 0,0 0 0 0 0,0 0 1 0 0,0-1-1 0 0,0 0 0 0 0,-1 0 1 0 0,1-1-1 0 0,-1 0 0 0 0,1 0 0 0 0,-1-1 1 0 0,0 0-1 0 0,0 0 0 0 0,-1-1 1 0 0,1 0-1 0 0,-1 0 0 0 0,0 0 1 0 0,-1-1-1 0 0,11-12 0 0 0,-10 8 65 0 0,0 1-1 0 0,0-1 0 0 0,-1-1 1 0 0,0 1-1 0 0,-1-1 0 0 0,0 0 1 0 0,-1 0-1 0 0,0 0 0 0 0,-1 0 0 0 0,0 0 1 0 0,-1-1-1 0 0,0 1 0 0 0,-2-16 1 0 0,0 2 378 0 0,-2 1-1 0 0,-1 0 1 0 0,-1 0 0 0 0,-16-44 0 0 0,21 68-400 0 0,1 0 0 0 0,-1 0 0 0 0,0-1 0 0 0,0 1 0 0 0,0 0 1 0 0,0 0-1 0 0,0-1 0 0 0,-1 1 0 0 0,1 0 0 0 0,0 0 0 0 0,0 0 1 0 0,0-1-1 0 0,0 1 0 0 0,0 0 0 0 0,0 0 0 0 0,0 0 0 0 0,0 0 1 0 0,0-1-1 0 0,0 1 0 0 0,-1 0 0 0 0,1 0 0 0 0,0 0 0 0 0,0 0 1 0 0,0-1-1 0 0,0 1 0 0 0,-1 0 0 0 0,1 0 0 0 0,0 0 0 0 0,0 0 1 0 0,0 0-1 0 0,-1 0 0 0 0,1 0 0 0 0,0 0 0 0 0,0-1 0 0 0,0 1 1 0 0,-1 0-1 0 0,1 0 0 0 0,0 0 0 0 0,0 0 0 0 0,0 0 0 0 0,-1 0 1 0 0,1 0-1 0 0,0 0 0 0 0,0 0 0 0 0,0 0 0 0 0,-1 0 0 0 0,1 1 1 0 0,0-1-1 0 0,0 0 0 0 0,0 0 0 0 0,-1 0 0 0 0,1 0 0 0 0,0 0 1 0 0,0 0-1 0 0,0 0 0 0 0,0 0 0 0 0,-1 1 0 0 0,1-1 0 0 0,0 0 1 0 0,-11 19 219 0 0,-5 31-72 0 0,6 5 6 0 0,2 0 0 0 0,3 0 0 0 0,1 1 0 0 0,8 92 0 0 0,-1-23 46 0 0,-3-49-117 0 0,9 212 418 0 0,11-429-201 0 0,-6-38-244 0 0,-4 34-360 0 0,29-143 0 0 0,-32 254 185 0 0,18-50 1 0 0,-21 73 70 0 0,0-1 1 0 0,1 1-1 0 0,1 1 1 0 0,0-1-1 0 0,0 1 1 0 0,1-1 0 0 0,17-16-1 0 0,-23 25 28 0 0,0 0 0 0 0,1 1 0 0 0,-1-1 0 0 0,0 1 1 0 0,1 0-1 0 0,0-1 0 0 0,-1 1 0 0 0,1 0 0 0 0,0 0 0 0 0,0 0 0 0 0,-1 0 0 0 0,1 0 0 0 0,0 1 0 0 0,0-1 0 0 0,0 1 0 0 0,0-1 0 0 0,0 1 0 0 0,0 0 1 0 0,0-1-1 0 0,0 1 0 0 0,0 0 0 0 0,0 0 0 0 0,0 0 0 0 0,0 1 0 0 0,0-1 0 0 0,0 0 0 0 0,0 1 0 0 0,0 0 0 0 0,0-1 0 0 0,0 1 0 0 0,0 0 0 0 0,0 0 1 0 0,0 0-1 0 0,-1 0 0 0 0,1 0 0 0 0,0 0 0 0 0,-1 1 0 0 0,1-1 0 0 0,-1 1 0 0 0,1-1 0 0 0,-1 1 0 0 0,0-1 0 0 0,0 1 0 0 0,0 0 0 0 0,0-1 0 0 0,0 1 1 0 0,1 2-1 0 0,2 3-3 0 0,0 0 1 0 0,-1 1 0 0 0,0-1-1 0 0,0 0 1 0 0,-1 1 0 0 0,0 0-1 0 0,0 0 1 0 0,-1-1-1 0 0,0 1 1 0 0,0 0 0 0 0,-1 10-1 0 0,-3 0-2 0 0,-1-1-1 0 0,-1 1 0 0 0,0-1 0 0 0,-1 0 0 0 0,-1-1 0 0 0,-1 0 0 0 0,0 0 0 0 0,-1 0 0 0 0,-13 16 0 0 0,-17 20-669 0 0,-51 52 0 0 0,85-99 576 0 0,-3 4-330 0 0,-26 29-339 0 0,33-37 597 0 0,1 0 0 0 0,-1 0 1 0 0,0 0-1 0 0,0 0 0 0 0,0 0 1 0 0,1 0-1 0 0,-1 0 0 0 0,0 0 0 0 0,1 0 1 0 0,-1 1-1 0 0,1-1 0 0 0,-1 0 1 0 0,1 1-1 0 0,0-1 0 0 0,0 0 1 0 0,-1 0-1 0 0,1 1 0 0 0,0-1 0 0 0,0 0 1 0 0,0 1-1 0 0,0-1 0 0 0,1 0 1 0 0,-1 1-1 0 0,0-1 0 0 0,1 0 0 0 0,-1 1 1 0 0,1 1-1 0 0,19 1-5579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03.5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158 160 944 0 0,'18'-43'5075'0'0,"-13"31"-469"0"0,-14 38-3052 0 0,-41 130 306 0 0,8 1 0 0 0,-33 235 0 0 0,71-348-1182 0 0,4-39 173 0 0,4-25-515 0 0,9-48 18 0 0,25-77-1 0 0,0 6-204 0 0,-26 85-105 0 0,4-24 31 0 0,3 1 0 0 0,4 0 1 0 0,40-90-1 0 0,-57 150-43 0 0,-5 14-34 0 0,-1 1-1 0 0,1-1 1 0 0,0 0-1 0 0,0 1 0 0 0,0-1 1 0 0,0 1-1 0 0,1-1 1 0 0,-1 1-1 0 0,1-1 0 0 0,-1 1 1 0 0,1 0-1 0 0,0 0 1 0 0,0 0-1 0 0,0 0 0 0 0,0 0 1 0 0,4-2-1 0 0,-4 5 0 0 0,0 0-1 0 0,0 1 0 0 0,0-1 0 0 0,0 1 1 0 0,0 0-1 0 0,0-1 0 0 0,-1 1 0 0 0,1 0 1 0 0,-1 0-1 0 0,1 0 0 0 0,1 5 1 0 0,6 9 0 0 0,-1 0 1 0 0,-1 1 0 0 0,0 0 0 0 0,-2 0-1 0 0,7 29 1 0 0,9 95-14 0 0,-16-97-20 0 0,-1 8-437 0 0,-3 1-1 0 0,-3 0 0 0 0,-10 73 1 0 0,5-59-341 0 0,-34 182-2721 0 0,-5-84-4538 0 0,30-120 4478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04.5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0 829 372 0 0,'4'-6'356'0'0,"-1"0"1"0"0,1 0-1 0 0,0 0 0 0 0,0 0 0 0 0,1 0 1 0 0,-1 1-1 0 0,1 0 0 0 0,0 0 1 0 0,1 0-1 0 0,0 0 0 0 0,-1 1 1 0 0,1 0-1 0 0,12-5 0 0 0,10-6 765 0 0,52-17 0 0 0,-76 31-1042 0 0,60-19 822 0 0,2 3 0 0 0,114-13 0 0 0,70-18 150 0 0,-237 45-957 0 0,0-1 1 0 0,0-1-1 0 0,0 0 0 0 0,-1-1 1 0 0,21-13-1 0 0,-27 15 12 0 0,-1 0 0 0 0,0 0-1 0 0,0-1 1 0 0,0 0 0 0 0,0 0-1 0 0,-1 0 1 0 0,0-1 0 0 0,0 0 0 0 0,0 1-1 0 0,-1-1 1 0 0,0-1 0 0 0,0 1 0 0 0,3-10-1 0 0,1 2 916 0 0,-3 26-643 0 0,-3 44-441 0 0,-2-32 203 0 0,8 282 287 0 0,-15-383-234 0 0,11 53-151 0 0,0 0-1 0 0,1 1 1 0 0,1 0 0 0 0,17-45 0 0 0,-20 60-24 0 0,2 0-1 0 0,-1 1 1 0 0,1-1-1 0 0,0 1 1 0 0,0 0 0 0 0,1 0-1 0 0,0 1 1 0 0,0-1 0 0 0,1 1-1 0 0,0 1 1 0 0,0-1-1 0 0,0 1 1 0 0,0 0 0 0 0,1 0-1 0 0,0 0 1 0 0,0 1 0 0 0,0 0-1 0 0,9-2 1 0 0,-10 4-15 0 0,1 0-1 0 0,0 1 1 0 0,-1 0 0 0 0,1 0-1 0 0,0 1 1 0 0,0 0 0 0 0,0 0-1 0 0,-1 1 1 0 0,1 0 0 0 0,0 0-1 0 0,0 0 1 0 0,-1 1 0 0 0,1 0-1 0 0,-1 1 1 0 0,1-1 0 0 0,-1 1 0 0 0,0 0-1 0 0,0 1 1 0 0,0-1 0 0 0,5 5-1 0 0,10 9 3 0 0,-1 1-1 0 0,0 1 1 0 0,28 35 0 0 0,-33-36 0 0 0,-11-14-38 0 0,0 1 0 0 0,0 0 0 0 0,1-1 0 0 0,-1 0 0 0 0,1 0-1 0 0,0-1 1 0 0,0 1 0 0 0,10 4 0 0 0,-13-7 21 0 0,1 0-1 0 0,0-1 1 0 0,0 1-1 0 0,0-1 1 0 0,0 1-1 0 0,0-1 1 0 0,0 0-1 0 0,0 0 1 0 0,0-1-1 0 0,0 1 1 0 0,0-1-1 0 0,0 1 1 0 0,0-1 0 0 0,0 0-1 0 0,0 0 1 0 0,0 0-1 0 0,0-1 1 0 0,4-2-1 0 0,10-8-5 0 0,0 0-1 0 0,-1-1 1 0 0,-1-1-1 0 0,0-1 1 0 0,-1 0-1 0 0,0-1 1 0 0,20-31-1 0 0,-14 19 85 0 0,39-40 0 0 0,-57 66-57 0 0,1-1 0 0 0,0 0 1 0 0,0 1-1 0 0,0 0 0 0 0,0-1 0 0 0,0 1 0 0 0,0 1 0 0 0,0-1 1 0 0,1 0-1 0 0,-1 1 0 0 0,1 0 0 0 0,0-1 0 0 0,-1 1 0 0 0,1 1 1 0 0,0-1-1 0 0,6 0 0 0 0,-7 1-7 0 0,0 1 1 0 0,0 0 0 0 0,0 0-1 0 0,0 0 1 0 0,0 0-1 0 0,0 0 1 0 0,0 0-1 0 0,0 1 1 0 0,-1-1-1 0 0,1 1 1 0 0,-1 0 0 0 0,1 0-1 0 0,-1 0 1 0 0,0 0-1 0 0,1 0 1 0 0,-1 0-1 0 0,0 1 1 0 0,-1-1-1 0 0,1 1 1 0 0,0-1 0 0 0,1 5-1 0 0,13 23 3 0 0,-1 1 0 0 0,-2 1-1 0 0,-1 0 1 0 0,-2 0 0 0 0,9 46-1 0 0,17 173 78 0 0,-33-221-62 0 0,17 270 219 0 0,-20-299-149 0 0,1-27-3 0 0,-9-209 51 0 0,0-29-122 0 0,9 156 39 0 0,5-145-70 0 0,-1 205 21 0 0,1 1 1 0 0,2 0-1 0 0,20-61 0 0 0,-24 96 15 0 0,0 1 0 0 0,0 0 0 0 0,1 0 0 0 0,1 1 0 0 0,0-1 0 0 0,0 1 0 0 0,12-14 0 0 0,-16 22-16 0 0,0-1-1 0 0,1 1 0 0 0,-1-1 0 0 0,1 1 0 0 0,0 0 0 0 0,-1 0 0 0 0,1 0 0 0 0,0 0 0 0 0,0 1 0 0 0,0-1 0 0 0,1 1 1 0 0,-1 0-1 0 0,0 0 0 0 0,0 0 0 0 0,1 0 0 0 0,-1 0 0 0 0,0 1 0 0 0,1 0 0 0 0,-1-1 0 0 0,1 1 0 0 0,-1 1 0 0 0,1-1 1 0 0,-1 0-1 0 0,0 1 0 0 0,1 0 0 0 0,-1-1 0 0 0,0 2 0 0 0,1-1 0 0 0,-1 0 0 0 0,4 3 0 0 0,5 2 7 0 0,0 1 0 0 0,-1 0 0 0 0,0 1 0 0 0,0 0 0 0 0,-1 1 0 0 0,0 0 0 0 0,-1 0 0 0 0,0 1 0 0 0,0 1 0 0 0,-1-1 0 0 0,0 1 0 0 0,-1 1 0 0 0,0 0 0 0 0,8 19 0 0 0,-9-13-13 0 0,0-1-1 0 0,-1 1 0 0 0,-1 0 0 0 0,0 0 0 0 0,-2 1 0 0 0,0-1 1 0 0,-1 1-1 0 0,0-1 0 0 0,-2 1 0 0 0,-3 20 0 0 0,2-26-111 0 0,-1 0 0 0 0,-1-1-1 0 0,0 1 1 0 0,0-1 0 0 0,-1 0-1 0 0,-1 0 1 0 0,0-1 0 0 0,-1 1-1 0 0,0-2 1 0 0,0 1 0 0 0,-1-1-1 0 0,-13 14 1 0 0,6-10-803 0 0,0 0 0 0 0,-28 19 0 0 0,-37 13-5479 0 0,38-27 2781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11.0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184 16 68 0 0,'0'-1'145'0'0,"-1"0"1"0"0,1 0-1 0 0,0 1 0 0 0,0-1 1 0 0,-1 0-1 0 0,1 0 0 0 0,-1 1 1 0 0,1-1-1 0 0,0 0 0 0 0,-1 0 1 0 0,1 1-1 0 0,-1-1 0 0 0,0 1 1 0 0,1-1-1 0 0,-1 0 0 0 0,0 1 1 0 0,1-1-1 0 0,-1 1 0 0 0,0 0 1 0 0,1-1-1 0 0,-1 1 0 0 0,0-1 1 0 0,0 1-1 0 0,0 0 0 0 0,1 0 0 0 0,-1-1 1 0 0,0 1-1 0 0,0 0 0 0 0,0 0 1 0 0,1 0-1 0 0,-1 0 0 0 0,0 0 1 0 0,0 0-1 0 0,0 0 0 0 0,0 0 1 0 0,0 0-1 0 0,1 1 0 0 0,-1-1 1 0 0,0 0-1 0 0,0 1 0 0 0,1-1 1 0 0,-1 0-1 0 0,0 1 0 0 0,-1 0 1 0 0,-39 16 2008 0 0,32-11-1687 0 0,-1 0 0 0 0,1 1 0 0 0,0 0 0 0 0,0 1 0 0 0,1 0 0 0 0,0 0 0 0 0,0 0-1 0 0,-10 17 1 0 0,14-20-349 0 0,1 2 1 0 0,0-1-1 0 0,0 0 0 0 0,1 1 0 0 0,0-1 0 0 0,0 1 0 0 0,1 0 0 0 0,-1-1 0 0 0,2 1 0 0 0,-1 0 1 0 0,1 0-1 0 0,0 0 0 0 0,0 0 0 0 0,0 0 0 0 0,3 10 0 0 0,0-5-216 0 0,0 0 1 0 0,0 0-1 0 0,1 0 0 0 0,0-1 0 0 0,1 1 1 0 0,12 18-1 0 0,-14-25-245 0 0,0 0 0 0 0,1 0 0 0 0,0-1 1 0 0,0 0-1 0 0,1 0 0 0 0,8 7 0 0 0,-9-9-282 0 0,0 1-1 0 0,0-1 1 0 0,0 0 0 0 0,0-1-1 0 0,0 1 1 0 0,0-1 0 0 0,1 1-1 0 0,-1-1 1 0 0,9 1 0 0 0,9-2-2480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11.3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94 129 240 0 0,'-22'-23'1811'0'0,"11"13"-169"0"0,1 0 0 0 0,1-1 0 0 0,0 0 0 0 0,0-1 0 0 0,1 1 0 0 0,-8-17 646 0 0,42 16-1414 0 0,-8 12-1234 0 0,0 0 0 0 0,0 2 0 0 0,0 0 0 0 0,34 9 0 0 0,2 4-3598 0 0,-31-9 664 0 0,3 1-91 0 0</inkml:trace>
  <inkml:trace contextRef="#ctx0" brushRef="#br0" timeOffset="1">571 50 988 0 0,'1'2'293'0'0,"-1"-1"-1"0"0,1 1 0 0 0,-1-1 1 0 0,0 1-1 0 0,1 0 1 0 0,-1 0-1 0 0,0-1 1 0 0,0 1-1 0 0,0 0 1 0 0,0-1-1 0 0,0 1 1 0 0,-1 0-1 0 0,1-1 0 0 0,0 1 1 0 0,-1 0-1 0 0,1-1 1 0 0,-1 1-1 0 0,0 0 1 0 0,0-1-1 0 0,1 1 1 0 0,-2 1-1 0 0,-23 43 1729 0 0,21-38-1288 0 0,-21 44 710 0 0,3 2 0 0 0,2 1 1 0 0,3 1-1 0 0,-13 71 0 0 0,-35 107 257 0 0,10-93-1163 0 0,18-52-1551 0 0,4 2-1 0 0,-36 159 1 0 0,68-244 756 0 0,0 1 1 0 0,1-1-1 0 0,-1 0 0 0 0,1 1 0 0 0,0-1 0 0 0,1 1 0 0 0,0-1 1 0 0,0 0-1 0 0,3 10 0 0 0,-3-12-650 0 0,1 1 0 0 0,0-1 0 0 0,1 1 1 0 0,-1-1-1 0 0,1 0 0 0 0,0 0 0 0 0,5 6 0 0 0,1-1-2885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11.7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137 137 1196 0 0,'-11'32'7351'0'0,"2"37"-5100"0"0,4-33-898 0 0,-1 26 183 0 0,2 69 1 0 0,3-67-629 0 0,-8 66 0 0 0,-12 97 166 0 0,21-222-1208 0 0,2-10 14 0 0,4-26-86 0 0,6-46-150 0 0,-3-203-546 0 0,-2 20 428 0 0,-6 237 531 0 0,2-1-1 0 0,0 1 0 0 0,1 0 1 0 0,2 0-1 0 0,11-32 1 0 0,-15 50-33 0 0,0 0 1 0 0,1 0 0 0 0,-1 1 0 0 0,1 0-1 0 0,0-1 1 0 0,0 1 0 0 0,0 0 0 0 0,1 0-1 0 0,-1 1 1 0 0,1-1 0 0 0,0 1-1 0 0,0 0 1 0 0,6-4 0 0 0,-6 5-18 0 0,0 1 0 0 0,0 0 0 0 0,0-1 0 0 0,0 2 0 0 0,0-1 0 0 0,0 0 0 0 0,0 1 0 0 0,0 0 0 0 0,0 0 1 0 0,0 0-1 0 0,0 0 0 0 0,0 1 0 0 0,0-1 0 0 0,0 1 0 0 0,0 0 0 0 0,0 0 0 0 0,0 1 0 0 0,0-1 0 0 0,4 4 0 0 0,-3-3-8 0 0,-1 0-1 0 0,0 0 0 0 0,0 1 1 0 0,0 0-1 0 0,-1-1 0 0 0,1 2 1 0 0,0-1-1 0 0,-1 0 0 0 0,0 1 1 0 0,0-1-1 0 0,0 1 1 0 0,0 0-1 0 0,-1 0 0 0 0,0 0 1 0 0,1 0-1 0 0,-2 0 0 0 0,1 1 1 0 0,0-1-1 0 0,-1 1 0 0 0,0-1 1 0 0,0 1-1 0 0,0 0 0 0 0,0-1 1 0 0,-1 1-1 0 0,0 0 1 0 0,0-1-1 0 0,0 1 0 0 0,0 0 1 0 0,-1 0-1 0 0,-2 8 0 0 0,0 0-24 0 0,0 0-1 0 0,-2 0 0 0 0,1 0 0 0 0,-2 0 1 0 0,1-1-1 0 0,-2 0 0 0 0,0 0 1 0 0,0 0-1 0 0,-12 14 0 0 0,-11 5-180 0 0,-52 43-1 0 0,-13 13-1582 0 0,82-73 272 0 0,1 0 0 0 0,-16 25 1 0 0,22-25-2143 0 0,3-4 276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12.1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0 144 928 0 0,'4'-2'321'0'0,"0"0"0"0"0,0 1 0 0 0,0-1 0 0 0,0 1 0 0 0,0 0 0 0 0,0 0 0 0 0,0 1 0 0 0,0-1 0 0 0,1 1 0 0 0,-1 0 0 0 0,0 0 0 0 0,0 0 0 0 0,0 1 0 0 0,0-1 0 0 0,1 1 0 0 0,-1 0 0 0 0,0 0 0 0 0,0 1 0 0 0,0-1 0 0 0,-1 1 0 0 0,6 3 0 0 0,2 0 60 0 0,0 1 1 0 0,-1 0-1 0 0,0 1 1 0 0,0 0-1 0 0,-1 1 1 0 0,11 11-1 0 0,-4-1 54 0 0,-1 2-1 0 0,-1 0 1 0 0,-1 0-1 0 0,-1 1 0 0 0,-1 1 1 0 0,-1 0-1 0 0,0 1 1 0 0,11 46-1 0 0,-10-26 326 0 0,-3 1-1 0 0,-1 0 1 0 0,-2 0-1 0 0,-2 46 1 0 0,-2-84 323 0 0,2-7-385 0 0,6-17-124 0 0,7-27-340 0 0,85-314-1486 0 0,-97 347 1142 0 0,6-30-1029 0 0,2 1-1 0 0,2 0 1 0 0,25-51-1 0 0,-13 58-1747 0 0,-2 18-2905 0 0,-6 7 2214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12.7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338 343 304 0 0,'0'3'223'0'0,"-1"-1"1"0"0,1 1-1 0 0,-1-1 0 0 0,0 1 1 0 0,0-1-1 0 0,0 1 1 0 0,0-1-1 0 0,0 1 0 0 0,0-1 1 0 0,-1 0-1 0 0,1 0 0 0 0,-1 1 1 0 0,0-1-1 0 0,-3 3 0 0 0,-36 30 1393 0 0,19-17-804 0 0,-22 20 336 0 0,2-2 365 0 0,-39 44-1 0 0,71-69-1247 0 0,0 1-1 0 0,1 0 1 0 0,0 1-1 0 0,1-1 1 0 0,0 2-1 0 0,1-1 1 0 0,1 1-1 0 0,-9 26 1 0 0,14-35-213 0 0,0 0 0 0 0,0 0 0 0 0,0 0 0 0 0,0 0 0 0 0,1 0 0 0 0,0 1 0 0 0,0-1 0 0 0,0 0 0 0 0,1 0 0 0 0,0 0-1 0 0,0 0 1 0 0,0 0 0 0 0,0 0 0 0 0,1 0 0 0 0,0 0 0 0 0,0 0 0 0 0,0-1 0 0 0,1 1 0 0 0,-1-1 0 0 0,1 0 0 0 0,0 1 0 0 0,0-1 0 0 0,1 0 0 0 0,7 6 0 0 0,-5-5-63 0 0,0-1 1 0 0,1 0-1 0 0,0 0 0 0 0,0 0 0 0 0,0-1 0 0 0,0 0 1 0 0,0-1-1 0 0,1 1 0 0 0,0-2 0 0 0,-1 1 1 0 0,1-1-1 0 0,0 0 0 0 0,-1 0 0 0 0,1-1 0 0 0,0 0 1 0 0,8-1-1 0 0,-7 0-40 0 0,0 0 0 0 0,0 0 0 0 0,0-1 0 0 0,0 0 0 0 0,-1 0 0 0 0,1-1 0 0 0,0 0 0 0 0,-1-1 0 0 0,0 0 0 0 0,0 0 0 0 0,0-1-1 0 0,-1 0 1 0 0,1 0 0 0 0,-1-1 0 0 0,0 0 0 0 0,-1 0 0 0 0,1 0 0 0 0,-1-1 0 0 0,0 0 0 0 0,-1-1 0 0 0,0 1 0 0 0,0-1 0 0 0,-1 0 0 0 0,0 0 0 0 0,0 0 0 0 0,-1-1 0 0 0,0 1 0 0 0,0-1 0 0 0,-1 0 0 0 0,2-9 0 0 0,-3-16-78 0 0,0 0 0 0 0,-3 0 1 0 0,0 0-1 0 0,-3 1 0 0 0,0-1 1 0 0,-2 1-1 0 0,-14-38 0 0 0,15 24-277 0 0,7 47 392 0 0,-1-1 0 0 0,1 0-1 0 0,0 1 1 0 0,0-1 0 0 0,0 1-1 0 0,0-1 1 0 0,0 1 0 0 0,0-1-1 0 0,0 1 1 0 0,0 0 0 0 0,0 0-1 0 0,0-1 1 0 0,0 1 0 0 0,0 0-1 0 0,0 0 1 0 0,0 0 0 0 0,0 0-1 0 0,0 0 1 0 0,0 0 0 0 0,0 1-1 0 0,2-1 1 0 0,-2 0 10 0 0,43 3-423 0 0,59-5 0 0 0,-89 1 338 0 0,0-1-1 0 0,0 0 1 0 0,-1-1 0 0 0,1-1-1 0 0,0 0 1 0 0,-1 0 0 0 0,0-2-1 0 0,16-8 1 0 0,-24 11 97 0 0,-1 0 1 0 0,0-1 0 0 0,0 1-1 0 0,0-1 1 0 0,0 0 0 0 0,0 0-1 0 0,-1 0 1 0 0,0 0 0 0 0,0-1-1 0 0,0 1 1 0 0,0-1 0 0 0,-1 0-1 0 0,1 0 1 0 0,-1 0 0 0 0,-1 0-1 0 0,1 0 1 0 0,-1 0-1 0 0,0 0 1 0 0,1-11 0 0 0,-1-7 255 0 0,-1 0 0 0 0,0 0 0 0 0,-7-34-1 0 0,0-18 1304 0 0,5 60-78 0 0,-5 37-917 0 0,-3 41-53 0 0,5 24 7 0 0,-40 426 1238 0 0,8-316-5181 0 0,38-185 2370 0 0,25-34-8671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13.1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22 720 0 0,'7'-11'1224'0'0,"0"0"3057"0"0,-7 11-4222 0 0,0 0 1 0 0,1 0-1 0 0,-1 0 0 0 0,0 1 1 0 0,1-1-1 0 0,-1 0 1 0 0,0 0-1 0 0,1 0 0 0 0,-1 0 1 0 0,0 0-1 0 0,1 0 1 0 0,-1 1-1 0 0,0-1 0 0 0,0 0 1 0 0,1 0-1 0 0,-1 0 1 0 0,0 1-1 0 0,0-1 0 0 0,1 0 1 0 0,-1 0-1 0 0,0 1 1 0 0,0-1-1 0 0,0 0 0 0 0,0 1 1 0 0,1-1-1 0 0,-1 0 1 0 0,0 1-1 0 0,0-1 0 0 0,0 0 1 0 0,0 0-1 0 0,0 1 1 0 0,0-1-1 0 0,0 0 0 0 0,0 1 1 0 0,0-1-1 0 0,0 0 1 0 0,0 1-1 0 0,0 0 0 0 0,4 16 667 0 0,-2 1 0 0 0,0-1 0 0 0,0 1 0 0 0,-2 0 0 0 0,0-1 0 0 0,-5 29 0 0 0,1 13 362 0 0,1 107 1173 0 0,-20 354-1091 0 0,20-493-1725 0 0,-4 69-4690 0 0,2-81-862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13.4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32 252 0 0,'-3'-1'6861'0'0,"13"-1"-3102"0"0,37 0-2197 0 0,48-4-3016 0 0,13-10-4709 0 0,-79 12 3454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13.8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47 460 0 0,'11'12'8792'0'0,"1"-18"-8053"0"0,0 1 1 0 0,0 0 0 0 0,0 1 0 0 0,17-3-1 0 0,102-13-466 0 0,1 8-2481 0 0,-46 14-3620 0 0,-58 1 2909 0 0</inkml:trace>
  <inkml:trace contextRef="#ctx0" brushRef="#br0" timeOffset="1">131 366 116 0 0,'-32'14'2189'0'0,"11"-4"4280"0"0,44-12-3917 0 0,142-23-1897 0 0,60-11-2332 0 0,-78-2-3732 0 0,-91 18 2654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14.1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221 84 512 0 0,'-10'-1'3162'0'0,"2"4"-2662"0"0,2 1 0 0 0,-1-1 0 0 0,0 1 1 0 0,1 0-1 0 0,0 1 0 0 0,-1-1 1 0 0,2 1-1 0 0,-1 0 0 0 0,1 1 0 0 0,-8 8 1 0 0,-45 71 2139 0 0,41-57-1780 0 0,8-13-548 0 0,1 0 0 0 0,1 1 0 0 0,0 0 0 0 0,1 0 0 0 0,0 1 0 0 0,2 0-1 0 0,0 0 1 0 0,1 0 0 0 0,1 0 0 0 0,0 1 0 0 0,1-1 0 0 0,1 1 0 0 0,1-1 0 0 0,2 18 0 0 0,-2-26-246 0 0,1-1 1 0 0,0 1-1 0 0,0-1 1 0 0,1 0 0 0 0,-1 0-1 0 0,2 0 1 0 0,-1 0 0 0 0,1-1-1 0 0,1 1 1 0 0,-1-1-1 0 0,1 0 1 0 0,0 0 0 0 0,1 0-1 0 0,0-1 1 0 0,0 0-1 0 0,0 0 1 0 0,1-1 0 0 0,-1 1-1 0 0,1-1 1 0 0,1-1-1 0 0,-1 0 1 0 0,1 0 0 0 0,-1 0-1 0 0,1-1 1 0 0,0 0-1 0 0,1 0 1 0 0,-1-1 0 0 0,0 0-1 0 0,1-1 1 0 0,11 2-1 0 0,-5-3-57 0 0,0 0-1 0 0,0-1 0 0 0,-1 0 0 0 0,1-1 0 0 0,0-1 0 0 0,-1 0 0 0 0,0-1 0 0 0,0-1 0 0 0,0 0 0 0 0,0 0 0 0 0,-1-2 0 0 0,0 0 0 0 0,0 0 0 0 0,20-17 1 0 0,-24 18-8 0 0,0-2 0 0 0,-1 1 1 0 0,0-1-1 0 0,0 0 0 0 0,-1-1 1 0 0,0 1-1 0 0,0-1 1 0 0,-1-1-1 0 0,0 0 0 0 0,-1 1 1 0 0,0-2-1 0 0,-1 1 0 0 0,0 0 1 0 0,0-1-1 0 0,-1 0 1 0 0,-1 0-1 0 0,0 0 0 0 0,0 0 1 0 0,0-22-1 0 0,-3 16-63 0 0,-1 0-1 0 0,-1 1 0 0 0,0-1 1 0 0,-2 0-1 0 0,0 1 1 0 0,0 0-1 0 0,-1 0 0 0 0,-1 0 1 0 0,-1 1-1 0 0,0 0 1 0 0,-1 1-1 0 0,-1 0 0 0 0,-15-18 1 0 0,11 17-543 0 0,-1 0 1 0 0,0 0-1 0 0,-1 2 0 0 0,-1 0 1 0 0,0 1-1 0 0,-1 0 0 0 0,0 2 1 0 0,-1 0-1 0 0,0 1 0 0 0,-28-9 1 0 0,-5 1-3953 0 0,-1 2 348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05.9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1124 0 0,'1'12'9533'0'0,"4"40"-7274"0"0,-1-9-331 0 0,15 63 0 0 0,-10-66-1207 0 0,7 78 0 0 0,-13-68-1325 0 0,1 29-4440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06.4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283 1 44 0 0,'4'2'7518'0'0,"13"12"-6292"0"0,-2 8-237 0 0,0-1 0 0 0,1-1 0 0 0,1-1 0 0 0,1 0 0 0 0,33 26 0 0 0,112 70 887 0 0,-61-47-970 0 0,-95-63-864 0 0,0 1 0 0 0,0-1 1 0 0,0 1-1 0 0,-1 1 1 0 0,0-1-1 0 0,0 1 1 0 0,0 0-1 0 0,-1 1 0 0 0,0-1 1 0 0,-1 1-1 0 0,0 0 1 0 0,0 0-1 0 0,0 0 0 0 0,-1 1 1 0 0,0-1-1 0 0,-1 1 1 0 0,0 0-1 0 0,0-1 1 0 0,-1 1-1 0 0,0 0 0 0 0,-1 0 1 0 0,0 0-1 0 0,0 0 1 0 0,-1 0-1 0 0,0 0 0 0 0,-1 0 1 0 0,1 0-1 0 0,-2-1 1 0 0,-3 10-1 0 0,-5 13 65 0 0,-2 0 0 0 0,-2-1 0 0 0,-1 0 1 0 0,-1-2-1 0 0,-1 0 0 0 0,-31 36 0 0 0,-53 53 313 0 0,-161 142 0 0 0,158-161-291 0 0,80-72-488 0 0,1 0-1 0 0,-30 41 1 0 0,39-45-1744 0 0,-22 44 0 0 0,33-56 973 0 0,-7 8-5952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14.6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88 142 304 0 0,'-3'-3'393'0'0,"0"0"0"0"0,0-1 1 0 0,0 1-1 0 0,0-1 0 0 0,1 0 0 0 0,-1 0 0 0 0,1 0 0 0 0,0 0 1 0 0,0 0-1 0 0,1-1 0 0 0,-1 1 0 0 0,1 0 0 0 0,0-1 1 0 0,0 1-1 0 0,0-9 0 0 0,0 10-312 0 0,1 0 0 0 0,1 0 1 0 0,-1 0-1 0 0,0 0 0 0 0,1 0 0 0 0,-1 0 0 0 0,1 0 1 0 0,0 0-1 0 0,0 1 0 0 0,0-1 0 0 0,0 0 0 0 0,1 1 1 0 0,-1-1-1 0 0,1 1 0 0 0,0-1 0 0 0,-1 1 0 0 0,1 0 1 0 0,0-1-1 0 0,0 1 0 0 0,1 0 0 0 0,-1 0 0 0 0,0 1 1 0 0,1-1-1 0 0,-1 0 0 0 0,1 1 0 0 0,3-2 0 0 0,-3 2-57 0 0,0 1 0 0 0,0-1 0 0 0,0 1-1 0 0,0 0 1 0 0,0-1 0 0 0,0 2 0 0 0,0-1-1 0 0,0 0 1 0 0,0 1 0 0 0,0-1-1 0 0,0 1 1 0 0,0 0 0 0 0,0 0 0 0 0,0 0-1 0 0,0 0 1 0 0,-1 0 0 0 0,1 1 0 0 0,-1-1-1 0 0,1 1 1 0 0,-1 0 0 0 0,1 0-1 0 0,-1 0 1 0 0,0 0 0 0 0,0 0 0 0 0,0 0-1 0 0,3 4 1 0 0,3 4 12 0 0,0 0 0 0 0,0 0 0 0 0,-1 1 0 0 0,11 21 0 0 0,-12-16-23 0 0,-1 0 1 0 0,0 0 0 0 0,-2 0-1 0 0,0 1 1 0 0,0-1 0 0 0,-2 1-1 0 0,0 0 1 0 0,-1-1 0 0 0,0 1-1 0 0,-2 0 1 0 0,0-1 0 0 0,-1 1-1 0 0,0-1 1 0 0,-1 0 0 0 0,-1 0-1 0 0,-1 0 1 0 0,0-1 0 0 0,-1 1-1 0 0,-1-1 1 0 0,0-1 0 0 0,-20 27-1 0 0,15-26 35 0 0,-1 0 0 0 0,-24 22 0 0 0,34-33 87 0 0,-1 0 0 0 0,1-1 1 0 0,-1 1-1 0 0,0-1 0 0 0,0 0 1 0 0,-1 0-1 0 0,1 0 0 0 0,-1-1 1 0 0,1 0-1 0 0,-1 0 0 0 0,0 0 1 0 0,-11 1-1 0 0,16-3-106 0 0,0 0 0 0 0,1 0 0 0 0,-1 0 0 0 0,0 0 0 0 0,0 0 1 0 0,0-1-1 0 0,0 1 0 0 0,0 0 0 0 0,1 0 0 0 0,-1-1 0 0 0,0 1 0 0 0,0-1 0 0 0,0 1 0 0 0,1 0 0 0 0,-1-1 0 0 0,0 1 0 0 0,1-1 1 0 0,-1 0-1 0 0,0 1 0 0 0,1-1 0 0 0,-1 1 0 0 0,1-1 0 0 0,-1 0 0 0 0,1 0 0 0 0,-1 1 0 0 0,1-1 0 0 0,-1 0 0 0 0,1 0 0 0 0,0 0 0 0 0,-1 1 1 0 0,1-1-1 0 0,0 0 0 0 0,0 0 0 0 0,0 0 0 0 0,0 0 0 0 0,0 0 0 0 0,0 1 0 0 0,0-3 0 0 0,0 1 4 0 0,0 1-1 0 0,0-1 1 0 0,0 0-1 0 0,1 0 0 0 0,-1 1 1 0 0,1-1-1 0 0,-1 0 1 0 0,1 1-1 0 0,0-1 1 0 0,-1 1-1 0 0,1-1 1 0 0,0 1-1 0 0,0-1 1 0 0,0 1-1 0 0,0-1 1 0 0,0 1-1 0 0,1 0 0 0 0,1-2 1 0 0,9-4 15 0 0,0 1 1 0 0,0 1-1 0 0,1 0 1 0 0,0 0-1 0 0,0 2 0 0 0,1-1 1 0 0,-1 2-1 0 0,1 0 0 0 0,-1 0 1 0 0,1 1-1 0 0,0 1 1 0 0,25 2-1 0 0,-10 1-568 0 0,0 2 0 0 0,-1 1 0 0 0,0 1 0 0 0,0 1-1 0 0,30 13 1 0 0,-29-14-1309 0 0,-11-8-2693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15.1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 1136 0 0,'9'-4'5976'0'0,"-9"5"-5830"0"0,16 11 2455 0 0,23 31-1985 0 0,-22-23 696 0 0,71 65 731 0 0,5-3-1 0 0,156 106 1 0 0,-76-71-1176 0 0,-157-106-782 0 0,-1 0 0 0 0,-1 0 0 0 0,0 2-1 0 0,20 21 1 0 0,-30-29-40 0 0,0 1 0 0 0,0-1 0 0 0,-1 1-1 0 0,0 0 1 0 0,0 0 0 0 0,-1 0 0 0 0,0 0 0 0 0,0 0-1 0 0,0 1 1 0 0,0-1 0 0 0,-1 1 0 0 0,0-1 0 0 0,-1 1-1 0 0,1 0 1 0 0,-1-1 0 0 0,-2 13 0 0 0,-1 0 141 0 0,-1 1 0 0 0,-1-1 0 0 0,-1 0 0 0 0,0-1 0 0 0,-1 1 0 0 0,-15 25 0 0 0,-70 102 906 0 0,88-140-1046 0 0,-113 155 940 0 0,-52 80 194 0 0,165-233-1152 0 0,-46 71 80 0 0,5 2-1 0 0,-38 92 0 0 0,53-77-1034 0 0,5-12-3149 0 0,3-112-3038 0 0,12-14 772 0 0,9 16 2705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10.4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112 287 680 0 0,'-11'-72'11911'0'0,"11"95"-11055"0"0,-4 58 340 0 0,-5 0 0 0 0,-36 155 1 0 0,14-84-239 0 0,23-124 37 0 0,4-38 547 0 0,5-47-506 0 0,23-187-217 0 0,20-131-414 0 0,-41 361-400 0 0,0 0-1 0 0,1 1 1 0 0,0-1-1 0 0,2 1 1 0 0,6-13-1 0 0,-11 23-9 0 0,1 0-1 0 0,0 1 0 0 0,-1-1 0 0 0,2 0 0 0 0,-1 1 0 0 0,0-1 0 0 0,0 1 0 0 0,1 0 0 0 0,-1 0 0 0 0,1 0 0 0 0,-1 0 1 0 0,5-2-1 0 0,-5 3-1 0 0,-1 1 0 0 0,1-1 0 0 0,0 1 0 0 0,0 0 0 0 0,0-1 1 0 0,0 1-1 0 0,0 0 0 0 0,0 0 0 0 0,0 0 0 0 0,0 0 0 0 0,-1 1 0 0 0,1-1 1 0 0,0 0-1 0 0,0 1 0 0 0,0 0 0 0 0,0-1 0 0 0,-1 1 0 0 0,1 0 0 0 0,0 0 1 0 0,0 0-1 0 0,-1 0 0 0 0,3 2 0 0 0,11 9-8 0 0,-2 0 0 0 0,1 1 0 0 0,-2 0 0 0 0,0 1 1 0 0,0 0-1 0 0,-2 1 0 0 0,0 1 0 0 0,0-1 0 0 0,-1 2 0 0 0,-1-1 0 0 0,8 27 0 0 0,3 15 19 0 0,-2 1 0 0 0,10 68 0 0 0,15 254-921 0 0,-28-217-1793 0 0,-15-91-2559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10.7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69 170 9821 0 0,'-8'-4'128'0'0,"0"0"-1"0"0,1-1 1 0 0,0 0 0 0 0,0 0 0 0 0,1-1-1 0 0,-12-11 1 0 0,18 15-90 0 0,-1 1 1 0 0,0 0-1 0 0,0 0 1 0 0,0 0-1 0 0,1-1 0 0 0,-1 1 1 0 0,0 0-1 0 0,1-1 1 0 0,0 1-1 0 0,-1-1 1 0 0,1 1-1 0 0,0 0 0 0 0,-1-1 1 0 0,1 1-1 0 0,0-1 1 0 0,0 1-1 0 0,0-1 0 0 0,1-2 1 0 0,0 2-16 0 0,0 0 0 0 0,0 1 1 0 0,0-1-1 0 0,0 0 0 0 0,0 0 0 0 0,0 1 0 0 0,1-1 1 0 0,-1 1-1 0 0,1-1 0 0 0,-1 1 0 0 0,1-1 1 0 0,-1 1-1 0 0,1 0 0 0 0,0 0 0 0 0,0 0 1 0 0,0 0-1 0 0,2-1 0 0 0,23-10-34 0 0,1 1 1 0 0,-1 2-1 0 0,2 1 0 0 0,-1 1 1 0 0,1 1-1 0 0,33-2 0 0 0,60 1-1976 0 0,-4 9-3577 0 0,-90 0 3179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11.1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58 404 0 0,'23'28'4822'0'0,"-5"4"-3017"0"0,0 1 1 0 0,23 62 0 0 0,-4-6-107 0 0,4 39 726 0 0,-41-128-2332 0 0,1 1 1 0 0,-1-1-1 0 0,0 1 1 0 0,0 0 0 0 0,1-1-1 0 0,-1 1 1 0 0,0-1-1 0 0,0 1 1 0 0,1-1-1 0 0,-1 1 1 0 0,1-1 0 0 0,-1 1-1 0 0,0-1 1 0 0,1 0-1 0 0,-1 1 1 0 0,1-1-1 0 0,-1 0 1 0 0,1 1 0 0 0,-1-1-1 0 0,1 0 1 0 0,0 1-1 0 0,-1-1 1 0 0,1 0-1 0 0,-1 0 1 0 0,1 0 0 0 0,0 1-1 0 0,-1-1 1 0 0,1 0-1 0 0,-1 0 1 0 0,1 0-1 0 0,1 0 1 0 0,14-15 1081 0 0,14-43-857 0 0,-25 45 12 0 0,50-113 364 0 0,54-110-3698 0 0,-92 210-430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11.5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41 219 236 0 0,'-41'-2'7011'0'0,"83"3"-1175"0"0,54-6-5142 0 0,-40 1-100 0 0,528-41 1701 0 0,-447 32-1847 0 0,59-4 174 0 0,354-38 1205 0 0,-514 51-1604 0 0,-11 1 186 0 0,-1 0 0 0 0,29-8 0 0 0,-53 11-461 0 0,1 0 0 0 0,-1 0-1 0 0,0-1 1 0 0,1 1 0 0 0,-1 0 0 0 0,0 0 0 0 0,0 0 0 0 0,1 0 0 0 0,-1-1 0 0 0,0 1 0 0 0,1 0 0 0 0,-1 0 0 0 0,0-1 0 0 0,0 1 0 0 0,1 0 0 0 0,-1 0 0 0 0,0-1 0 0 0,0 1 0 0 0,0 0 0 0 0,0-1 0 0 0,1 1 0 0 0,-1 0 0 0 0,0-1 0 0 0,0 1 0 0 0,0 0 0 0 0,0-1 0 0 0,0 1 0 0 0,0 0 0 0 0,0-1 0 0 0,0 1 0 0 0,0 0 0 0 0,0-1-1 0 0,0 1 1 0 0,0 0 0 0 0,0-1 0 0 0,0 1 0 0 0,0 0 0 0 0,0-1 0 0 0,0 1 0 0 0,0 0 0 0 0,-1-1 0 0 0,1 1 0 0 0,0 0 0 0 0,0-1 0 0 0,0 1 0 0 0,-1 0 0 0 0,1 0 0 0 0,0-1 0 0 0,0 1 0 0 0,-1 0 0 0 0,1 0 0 0 0,0-1 0 0 0,0 1 0 0 0,-1 0 0 0 0,1 0 0 0 0,0 0 0 0 0,-1 0 0 0 0,1-1 0 0 0,0 1 0 0 0,-1 0 0 0 0,1 0 0 0 0,0 0-1 0 0,-1 0 1 0 0,1 0 0 0 0,-27-16-3364 0 0,24 14 2392 0 0,-20-11-5520 0 0,11 3 2806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11.8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54 1 724 0 0,'24'29'5559'0'0,"27"12"-2559"0"0,-21-18-1631 0 0,-16-11-955 0 0,0 0-1 0 0,-1 0 1 0 0,-1 1-1 0 0,0 1 1 0 0,0 0-1 0 0,16 27 0 0 0,-26-36-368 0 0,1 0 0 0 0,-1 1 0 0 0,0-1 0 0 0,0 0 0 0 0,-1 0 0 0 0,1 1 0 0 0,-1-1 0 0 0,0 1 0 0 0,-1-1 0 0 0,1 1 0 0 0,-1 0 0 0 0,0-1 0 0 0,-1 1 0 0 0,1-1 0 0 0,-1 1 0 0 0,0-1 0 0 0,-1 1 0 0 0,1-1 0 0 0,-1 1 0 0 0,0-1 0 0 0,0 0 0 0 0,-1 0 0 0 0,1 0 0 0 0,-1 0 0 0 0,0-1 0 0 0,-5 6 0 0 0,-9 10-148 0 0,-1 0 0 0 0,-1-1 0 0 0,0-1 0 0 0,-35 24 1 0 0,37-30-1180 0 0,0-1 0 0 0,-1-1 0 0 0,-29 12 0 0 0,34-19-2170 0 0,3-4 261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12.3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581 8 176 0 0,'9'-8'7529'0'0,"-7"8"-7320"0"0,3 16 2965 0 0,-2 48-2991 0 0,-2-32 836 0 0,5 65 144 0 0,-6-67-845 0 0,1 0-1 0 0,2 1 1 0 0,8 32-1 0 0,-6-37-72 0 0,-5-21-186 0 0,1 0 0 0 0,0 0 0 0 0,0 1-1 0 0,0-1 1 0 0,0 0 0 0 0,1 0 0 0 0,0 0 0 0 0,0-1 0 0 0,0 1 0 0 0,0 0 0 0 0,1-1 0 0 0,0 1-1 0 0,0-1 1 0 0,0 0 0 0 0,7 7 0 0 0,-9-11-44 0 0,1 0-1 0 0,-1 0 1 0 0,0 0-1 0 0,1 0 1 0 0,-1 0-1 0 0,0 0 1 0 0,1 0-1 0 0,-1 0 1 0 0,0 0-1 0 0,1 0 1 0 0,-1-1-1 0 0,0 1 1 0 0,0-1-1 0 0,1 1 1 0 0,-1-1-1 0 0,0 1 1 0 0,0-1-1 0 0,0 0 1 0 0,3-1-1 0 0,21-17 124 0 0,-24 18-120 0 0,16-16 23 0 0,0-1 0 0 0,-1-1 1 0 0,-1 0-1 0 0,-1-1 1 0 0,-1 0-1 0 0,-1-1 1 0 0,-1 0-1 0 0,9-24 1 0 0,-7 18-28 0 0,0 0 0 0 0,2 0 0 0 0,1 2 0 0 0,30-38 0 0 0,-42 58-12 0 0,0 1 0 0 0,0-1 0 0 0,1 1 0 0 0,0 0 0 0 0,0 0 1 0 0,0 0-1 0 0,0 1 0 0 0,0 0 0 0 0,1 0 0 0 0,-1 0 0 0 0,1 1 0 0 0,8-3 0 0 0,-10 4-5 0 0,1 1 0 0 0,0 0 0 0 0,0 0-1 0 0,0 0 1 0 0,0 0 0 0 0,0 1-1 0 0,-1 0 1 0 0,1 0 0 0 0,0 0-1 0 0,-1 1 1 0 0,1-1 0 0 0,-1 1-1 0 0,1 0 1 0 0,-1 1 0 0 0,0-1 0 0 0,7 6-1 0 0,19 15-14 0 0,-1 2-1 0 0,-1 1 1 0 0,-1 2 0 0 0,45 59-1 0 0,-51-60 16 0 0,-11-17 157 0 0,7 16 1525 0 0,-22-29-1493 0 0,-26-10-22 0 0,0 1-1 0 0,0 2 1 0 0,-39-8-1 0 0,-112-14-501 0 0,139 26 138 0 0,-301-35-2121 0 0,-87-14-6416 0 0,251 19 4377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18.2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88 115 748 0 0,'3'-5'595'0'0,"0"-1"1"0"0,-1 1-1 0 0,0-1 0 0 0,0 1 1 0 0,0-1-1 0 0,0 0 0 0 0,-1 0 1 0 0,0 0-1 0 0,0-11 0 0 0,8-28 3644 0 0,-9 45-4204 0 0,0 1-1 0 0,0-1 1 0 0,0 0-1 0 0,0 0 1 0 0,0 0-1 0 0,-1 0 1 0 0,1 0-1 0 0,0 0 1 0 0,0 0-1 0 0,0 0 1 0 0,0 0-1 0 0,0 1 0 0 0,0-1 1 0 0,0 0-1 0 0,0 0 1 0 0,-1 0-1 0 0,1 0 1 0 0,0 0-1 0 0,0 0 1 0 0,0 0-1 0 0,0 0 1 0 0,0 0-1 0 0,0 0 1 0 0,-1 0-1 0 0,1 0 1 0 0,0 0-1 0 0,0 0 0 0 0,0 0 1 0 0,0 0-1 0 0,0 0 1 0 0,0 0-1 0 0,-1 0 1 0 0,1 0-1 0 0,0 0 1 0 0,0 0-1 0 0,0 0 1 0 0,0 0-1 0 0,0-1 1 0 0,0 1-1 0 0,0 0 1 0 0,-1 0-1 0 0,1 0 1 0 0,0 0-1 0 0,0 0 0 0 0,0 0 1 0 0,0 0-1 0 0,0 0 1 0 0,0 0-1 0 0,0-1 1 0 0,0 1-1 0 0,0 0 1 0 0,0 0-1 0 0,0 0 1 0 0,0 0-1 0 0,0 0 1 0 0,0 0-1 0 0,0 0 1 0 0,-1-1-1 0 0,1 1 1 0 0,0 0-1 0 0,-9 8 470 0 0,-15 51 173 0 0,-29 105 1 0 0,48-145-567 0 0,1-6-15 0 0,0 1-1 0 0,1 1 1 0 0,0-1-1 0 0,1 0 0 0 0,1 1 1 0 0,0-1-1 0 0,1 1 1 0 0,0-1-1 0 0,2 1 0 0 0,-1-1 1 0 0,8 27-1 0 0,-8-39-118 0 0,1 0-1 0 0,-1 0 1 0 0,1 0 0 0 0,-1 1-1 0 0,1-1 1 0 0,0-1-1 0 0,0 1 1 0 0,0 0-1 0 0,0 0 1 0 0,0-1 0 0 0,0 1-1 0 0,0-1 1 0 0,1 0-1 0 0,-1 0 1 0 0,1 0 0 0 0,-1 0-1 0 0,0 0 1 0 0,1 0-1 0 0,0 0 1 0 0,-1-1 0 0 0,1 1-1 0 0,-1-1 1 0 0,1 0-1 0 0,0 0 1 0 0,-1 0 0 0 0,1 0-1 0 0,0 0 1 0 0,-1-1-1 0 0,1 1 1 0 0,3-2 0 0 0,7-1-454 0 0,1 0 1 0 0,-1-1-1 0 0,-1-1 1 0 0,19-8 0 0 0,-23 9-282 0 0,1-1 0 0 0,0 0 1 0 0,-1-1-1 0 0,0 0 1 0 0,0 0-1 0 0,-1-1 1 0 0,0 0-1 0 0,0 0 1 0 0,8-12-1 0 0,-3-2-2321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18.5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68 102 268 0 0,'-16'-19'1626'0'0,"7"9"-483"0"0,1 0 0 0 0,1 0 1 0 0,0 0-1 0 0,0-1 0 0 0,-6-14 0 0 0,13 25-1119 0 0,0 0 0 0 0,0-1 0 0 0,0 1-1 0 0,0 0 1 0 0,0-1 0 0 0,0 1 0 0 0,1 0-1 0 0,-1-1 1 0 0,0 1 0 0 0,0 0 0 0 0,0-1-1 0 0,1 1 1 0 0,-1 0 0 0 0,0 0 0 0 0,0-1-1 0 0,1 1 1 0 0,-1 0 0 0 0,0 0 0 0 0,1 0-1 0 0,-1-1 1 0 0,0 1 0 0 0,1 0 0 0 0,-1 0-1 0 0,0 0 1 0 0,1 0 0 0 0,-1 0 0 0 0,0 0-1 0 0,1-1 1 0 0,-1 1 0 0 0,0 0-1 0 0,1 0 1 0 0,-1 0 0 0 0,0 0 0 0 0,1 0-1 0 0,-1 1 1 0 0,0-1 0 0 0,1 0 0 0 0,-1 0-1 0 0,0 0 1 0 0,1 0 0 0 0,-1 0 0 0 0,0 0-1 0 0,1 0 1 0 0,-1 1 0 0 0,1-1 0 0 0,18 4-344 0 0,-18-4 361 0 0,116 35-5630 0 0,-92-26 3351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18.9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191 28 9273 0 0,'1'-1'80'0'0,"-1"0"1"0"0,1 0-1 0 0,-1-1 1 0 0,0 1-1 0 0,0 0 0 0 0,0 0 1 0 0,1 0-1 0 0,-1 0 1 0 0,0 0-1 0 0,-1 0 1 0 0,1-1-1 0 0,0 1 0 0 0,0 0 1 0 0,0 0-1 0 0,-1 0 1 0 0,1 0-1 0 0,0 0 1 0 0,-2-2-1 0 0,1-2 1349 0 0,-4 14-1263 0 0,1 0-1 0 0,0 0 0 0 0,1 0 0 0 0,0 1 0 0 0,0-1 0 0 0,1 1 0 0 0,-2 9 0 0 0,-6 82 699 0 0,5-45-432 0 0,-55 373 1465 0 0,-3 30-1733 0 0,57-398-470 0 0,-10 73-1632 0 0,15-113 1630 0 0,1-11-1368 0 0</inkml:trace>
  <inkml:trace contextRef="#ctx0" brushRef="#br0" timeOffset="1">599 391 436 0 0,'1'0'115'0'0,"-1"-1"-1"0"0,0 1 1 0 0,1 0 0 0 0,-1-1-1 0 0,1 1 1 0 0,-1 0 0 0 0,1 0-1 0 0,-1 0 1 0 0,1-1-1 0 0,-1 1 1 0 0,1 0 0 0 0,-1 0-1 0 0,1 0 1 0 0,-1 0 0 0 0,1 0-1 0 0,-1 0 1 0 0,1 0 0 0 0,0 0-1 0 0,-1 0 1 0 0,1 0-1 0 0,-1 0 1 0 0,1 0 0 0 0,-1 0-1 0 0,1 1 1 0 0,-1-1 0 0 0,1 0-1 0 0,-1 0 1 0 0,1 1 0 0 0,-1-1-1 0 0,0 0 1 0 0,1 0 0 0 0,-1 1-1 0 0,1-1 1 0 0,-1 1-1 0 0,1 0 1 0 0,7 23 1949 0 0,-8 27-90 0 0,-29 190 2482 0 0,13-129-3634 0 0,-1 137 0 0 0,13-145-1687 0 0,1 0-3472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19.2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75 608 0 0,'-1'-4'276'0'0,"1"1"0"0"0,0-1-1 0 0,0 1 1 0 0,1-1 0 0 0,-1 1 0 0 0,1 0-1 0 0,-1-1 1 0 0,1 1 0 0 0,0-1 0 0 0,1 1-1 0 0,-1 0 1 0 0,0 0 0 0 0,1 0 0 0 0,0 0 0 0 0,0 0-1 0 0,0 0 1 0 0,0 0 0 0 0,3-3 0 0 0,-2 4-152 0 0,-1 1 0 0 0,1 0 0 0 0,-1 0-1 0 0,1 0 1 0 0,0 0 0 0 0,-1 0 0 0 0,1 1 0 0 0,0-1 0 0 0,-1 1 0 0 0,1 0 0 0 0,0 0 0 0 0,0 0 0 0 0,0 0 0 0 0,-1 0 0 0 0,1 0 0 0 0,0 1 0 0 0,0 0 0 0 0,-1-1 0 0 0,1 1 0 0 0,0 0 0 0 0,-1 0 0 0 0,1 0 0 0 0,2 3 0 0 0,5 0-45 0 0,-1 1 0 0 0,-1-1 1 0 0,1 2-1 0 0,-1-1 0 0 0,0 2 1 0 0,0-1-1 0 0,0 1 0 0 0,-1 0 0 0 0,0 0 1 0 0,0 1-1 0 0,-1 0 0 0 0,0 0 1 0 0,-1 0-1 0 0,0 1 0 0 0,0 0 0 0 0,-1 0 1 0 0,0 0-1 0 0,0 1 0 0 0,-1-1 0 0 0,0 1 1 0 0,2 16-1 0 0,-4-13-148 0 0,0-1 0 0 0,-1 1 0 0 0,0 0-1 0 0,-1-1 1 0 0,0 1 0 0 0,-1 0 0 0 0,-1-1 0 0 0,0 0 0 0 0,0 1 0 0 0,-1-1-1 0 0,-1-1 1 0 0,0 1 0 0 0,-1-1 0 0 0,0 1 0 0 0,0-2 0 0 0,-16 20 0 0 0,1-5-1239 0 0,6-10-2986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19.6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136 219 380 0 0,'9'11'4422'0'0,"-11"-5"-3641"0"0,1 1 1 0 0,-1-1-1 0 0,0 0 0 0 0,-1 0 1 0 0,-4 9-1 0 0,-10 29 1323 0 0,13-10-1204 0 0,0-1 1 0 0,3 67-1 0 0,5-45-3316 0 0,1-1-3955 0 0</inkml:trace>
  <inkml:trace contextRef="#ctx0" brushRef="#br0" timeOffset="1">1 52 984 0 0,'0'-9'1028'0'0,"0"-2"-96"0"0,4 4-84 0 0,-2-2-92 0 0,2 7-80 0 0,0-6-67 0 0,4 5-73 0 0,3 1-116 0 0,-1 2-128 0 0,2 2-112 0 0,4 0-168 0 0,3 5-136 0 0,5 4-124 0 0,1 2-124 0 0,-1-2-120 0 0,-1 2-517 0 0,-9-2-1087 0 0,4 0 480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20.4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0 204 476 0 0,'16'-4'8566'0'0,"-14"5"-8177"0"0,4 9 2136 0 0,-1 1-3019 0 0,2 7 760 0 0,0 1 0 0 0,-1 0 1 0 0,-1 0-1 0 0,-1 0 0 0 0,3 33 1 0 0,4 17 116 0 0,-5-37-223 0 0,-2 1 1 0 0,0 57 0 0 0,-4-104-113 0 0,-1-22-13 0 0,2 0 0 0 0,1 0 0 0 0,1-1 0 0 0,3 2 0 0 0,15-60 0 0 0,-17 86-13 0 0,-1 0-1 0 0,1 0 0 0 0,1 0 1 0 0,-1 0-1 0 0,1 1 0 0 0,1 0 0 0 0,0 0 1 0 0,0 1-1 0 0,11-12 0 0 0,-14 17-18 0 0,-1 0-1 0 0,1 1 0 0 0,0-1 0 0 0,0 0 0 0 0,0 1 1 0 0,0-1-1 0 0,0 1 0 0 0,0 0 0 0 0,0 0 0 0 0,0 1 1 0 0,0-1-1 0 0,1 0 0 0 0,-1 1 0 0 0,0 0 1 0 0,1 0-1 0 0,-1 0 0 0 0,0 0 0 0 0,0 1 0 0 0,1-1 1 0 0,-1 1-1 0 0,0 0 0 0 0,0-1 0 0 0,0 2 1 0 0,0-1-1 0 0,0 0 0 0 0,0 1 0 0 0,0-1 0 0 0,0 1 1 0 0,0 0-1 0 0,-1 0 0 0 0,6 4 0 0 0,2 4 8 0 0,1 0 1 0 0,-1 1-1 0 0,0 1 0 0 0,-1 0 0 0 0,-1 0 0 0 0,0 0 0 0 0,10 22 0 0 0,-10-19-74 0 0,0-1 0 0 0,1 0 0 0 0,0 0 0 0 0,1-1 0 0 0,19 20 0 0 0,-28-32 56 0 0,0 0 1 0 0,0 0-1 0 0,0 0 0 0 0,1 0 0 0 0,-1-1 1 0 0,0 1-1 0 0,0 0 0 0 0,1-1 0 0 0,-1 1 1 0 0,0-1-1 0 0,1 1 0 0 0,-1-1 0 0 0,1 0 1 0 0,-1 1-1 0 0,1-1 0 0 0,-1 0 1 0 0,1 0-1 0 0,-1 0 0 0 0,0 0 0 0 0,1 0 1 0 0,-1-1-1 0 0,1 1 0 0 0,-1 0 0 0 0,2-1 1 0 0,1-1-2 0 0,-1 1 1 0 0,0-1 0 0 0,1 0-1 0 0,-1 0 1 0 0,0-1-1 0 0,0 1 1 0 0,0-1 0 0 0,0 1-1 0 0,2-4 1 0 0,6-8-4 0 0,-1 1 0 0 0,0-2 0 0 0,8-15 0 0 0,-17 28 10 0 0,20-36-17 0 0,-5 5 158 0 0,3 2 0 0 0,30-42 0 0 0,-47 70-122 0 0,0 1 0 0 0,0-1 0 0 0,0 1 0 0 0,0 0 0 0 0,0 0 0 0 0,0 0 1 0 0,1 0-1 0 0,-1 0 0 0 0,1 0 0 0 0,-1 1 0 0 0,1-1 0 0 0,0 1 0 0 0,0 0 1 0 0,-1 0-1 0 0,1 0 0 0 0,0 0 0 0 0,0 0 0 0 0,0 0 0 0 0,0 1 0 0 0,0 0 1 0 0,0 0-1 0 0,4 0 0 0 0,-3 1-10 0 0,-1 0 0 0 0,1 0 0 0 0,-1 1 1 0 0,0-1-1 0 0,1 1 0 0 0,-1 0 0 0 0,0 0 0 0 0,0 0 0 0 0,0 1 1 0 0,0-1-1 0 0,-1 1 0 0 0,1-1 0 0 0,-1 1 0 0 0,1 0 1 0 0,-1 0-1 0 0,0 0 0 0 0,3 7 0 0 0,13 21-30 0 0,-6-9-35 0 0,1 0-1 0 0,0-1 0 0 0,2-1 1 0 0,20 23-1 0 0,-29-38 20 0 0,0 1 0 0 0,0-1 0 0 0,1 0 0 0 0,-1-1 0 0 0,1 0 0 0 0,0 0 0 0 0,0 0 0 0 0,0-1 0 0 0,1 0 0 0 0,-1 0 0 0 0,1-1 0 0 0,-1 0 0 0 0,1 0 0 0 0,0-1 0 0 0,0 0 0 0 0,0 0 0 0 0,12-1 0 0 0,-9-1-10 0 0,-1 0 0 0 0,0 0-1 0 0,0-1 1 0 0,0-1 0 0 0,0 0 0 0 0,0 0-1 0 0,0 0 1 0 0,-1-2 0 0 0,1 1 0 0 0,-1-1 0 0 0,0 0-1 0 0,-1-1 1 0 0,1 0 0 0 0,-1 0 0 0 0,11-12 0 0 0,-7 5 38 0 0,-1-1 1 0 0,0 0-1 0 0,-1 0 1 0 0,-1-1-1 0 0,0 0 1 0 0,-1 0-1 0 0,0-1 1 0 0,7-24 0 0 0,-3 2 133 0 0,-7 20 281 0 0,0 0-1 0 0,2 0 1 0 0,0 0-1 0 0,1 1 1 0 0,10-18-1 0 0,-17 35-100 0 0,4 16-48 0 0,-3 1-160 0 0,-2 1-1 0 0,0-1 1 0 0,-1 0 0 0 0,-3 22 0 0 0,1-19-32 0 0,-23 332 714 0 0,-10 84-409 0 0,-14-106-1736 0 0,48-317 1127 0 0,2-11 163 0 0,0 0 0 0 0,0 1 0 0 0,0-1 0 0 0,0 0 0 0 0,0 0 0 0 0,-1 0 0 0 0,1 0-1 0 0,-1 0 1 0 0,1 0 0 0 0,-1 0 0 0 0,0 0 0 0 0,0 0 0 0 0,0-1 0 0 0,0 1 0 0 0,0 0 0 0 0,-2 1 0 0 0,1-6-975 0 0,-4-19 575 0 0,1 0 1 0 0,1 1-1 0 0,1-2 1 0 0,0 1-1 0 0,2 0 1 0 0,1-1-1 0 0,3-32 1 0 0,-1-35-424 0 0,-11-147-3976 0 0,8 151 2593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20.7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0 381 1112 0 0,'7'-36'245'0'0,"-1"-9"588"0"0,3 1 0 0 0,2 0 0 0 0,1 0-1 0 0,24-53 1 0 0,-34 91-552 0 0,1 0-1 0 0,1-1 1 0 0,-1 1 0 0 0,1 1-1 0 0,0-1 1 0 0,0 0-1 0 0,1 1 1 0 0,0 0 0 0 0,5-5-1 0 0,-7 9-206 0 0,-1 0 0 0 0,0 0 0 0 0,1 0 0 0 0,-1 0 0 0 0,1 0 0 0 0,-1 0 0 0 0,1 1 0 0 0,-1-1 0 0 0,1 1 0 0 0,-1 0 0 0 0,1 0 0 0 0,0 0 0 0 0,-1 0 0 0 0,1 0 0 0 0,-1 0 1 0 0,1 1-1 0 0,-1-1 0 0 0,1 1 0 0 0,-1 0 0 0 0,1 0 0 0 0,-1 0 0 0 0,0 0 0 0 0,1 0 0 0 0,-1 0 0 0 0,0 1 0 0 0,0-1 0 0 0,0 1 0 0 0,2 2 0 0 0,7 4 42 0 0,0 1 1 0 0,-1 1-1 0 0,-1 0 1 0 0,1 1-1 0 0,-2-1 1 0 0,1 2 0 0 0,-2-1-1 0 0,1 1 1 0 0,10 25-1 0 0,-8-13-93 0 0,-1 0-1 0 0,-2 0 1 0 0,0 0-1 0 0,6 43 1 0 0,-12-55-75 0 0,0 1 1 0 0,-1-1-1 0 0,-1 0 0 0 0,0 0 1 0 0,0 1-1 0 0,-2-1 0 0 0,1 0 1 0 0,-1-1-1 0 0,-1 1 1 0 0,0 0-1 0 0,-6 11 0 0 0,-9 12-744 0 0,0-1-1 0 0,-28 34 1 0 0,42-61 580 0 0,-20 18-3991 0 0,15-18 1775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21.1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 1632 0 0,'3'-1'21809'0'0,"5"-3"-24449"0"0,-6 3 2240 0 0,0 1 1 0 0,0-1 0 0 0,0 1-1 0 0,-1 0 1 0 0,1-1 0 0 0,0 1 0 0 0,0 0-1 0 0,0 0 1 0 0,-1 0 0 0 0,1 0 0 0 0,0 1-1 0 0,0-1 1 0 0,0 0 0 0 0,3 2 0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21.6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469 21 1132 0 0,'-1'-2'292'0'0,"0"0"1"0"0,0 0-1 0 0,-1 1 0 0 0,1-1 0 0 0,-1 1 1 0 0,1-1-1 0 0,-1 1 0 0 0,1 0 0 0 0,-1-1 1 0 0,0 1-1 0 0,0 0 0 0 0,-3-1 1 0 0,4 2-164 0 0,-1 0 0 0 0,0 0 0 0 0,0 1 0 0 0,0-1 1 0 0,0 1-1 0 0,0-1 0 0 0,0 1 0 0 0,0 0 1 0 0,0 0-1 0 0,1 0 0 0 0,-1 0 0 0 0,0 0 0 0 0,-1 2 1 0 0,-20 12 402 0 0,2 1 1 0 0,0 1 0 0 0,1 1 0 0 0,0 0 0 0 0,-29 38 0 0 0,9-2 236 0 0,-37 63 1 0 0,54-77-431 0 0,3 0 0 0 0,1 1-1 0 0,1 1 1 0 0,3 1 0 0 0,2 0 0 0 0,-14 77 0 0 0,22-89-194 0 0,1 0 0 0 0,2 0 1 0 0,1 1-1 0 0,1-1 1 0 0,2 1-1 0 0,1-1 1 0 0,1 0-1 0 0,2 0 1 0 0,1-1-1 0 0,18 48 1 0 0,-18-62-200 0 0,2 0 1 0 0,-1 0-1 0 0,2-1 0 0 0,0 0 1 0 0,1 0-1 0 0,0-1 1 0 0,1-1-1 0 0,1 0 0 0 0,0-1 1 0 0,1 0-1 0 0,16 11 1 0 0,-17-15-338 0 0,0 0 0 0 0,0-1 0 0 0,0-1 0 0 0,1 0 0 0 0,27 7 0 0 0,-29-10-425 0 0,0 0 1 0 0,0-2-1 0 0,1 1 1 0 0,-1-2-1 0 0,0 1 0 0 0,1-2 1 0 0,18-2-1 0 0,2-4-2523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22.0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48 1184 0 0,'-1'-1'323'0'0,"1"0"0"0"0,-1 0-1 0 0,1 0 1 0 0,0-1 0 0 0,-1 1 0 0 0,1 0 0 0 0,0 0-1 0 0,0 0 1 0 0,0-1 0 0 0,0 1 0 0 0,0 0 0 0 0,0 0-1 0 0,0 0 1 0 0,0-1 0 0 0,1 1 0 0 0,-1 0-1 0 0,0 0 1 0 0,1 0 0 0 0,-1 0 0 0 0,1 0 0 0 0,0-2-1 0 0,0 2-115 0 0,0 0-1 0 0,1-1 1 0 0,-1 1-1 0 0,0 0 1 0 0,1 0-1 0 0,-1 0 1 0 0,1 0-1 0 0,-1 0 1 0 0,1 0-1 0 0,0 1 1 0 0,-1-1-1 0 0,1 1 1 0 0,2-1-1 0 0,8-2-136 0 0,0 1-1 0 0,1 1 1 0 0,21 1-1 0 0,-9-1 627 0 0,32 0-608 0 0,0 3 0 0 0,1 1 0 0 0,83 18 0 0 0,-139-21-107 0 0,0 0-1 0 0,0 0 0 0 0,0 1 1 0 0,0-1-1 0 0,0 1 0 0 0,0-1 1 0 0,0 1-1 0 0,0 0 0 0 0,0 0 1 0 0,0 0-1 0 0,0 0 1 0 0,-1 0-1 0 0,1 0 0 0 0,0 0 1 0 0,-1 1-1 0 0,1-1 0 0 0,-1 1 1 0 0,1-1-1 0 0,-1 1 0 0 0,0-1 1 0 0,0 1-1 0 0,1 0 0 0 0,-1 0 1 0 0,1 3-1 0 0,-2-2 4 0 0,1 0-1 0 0,-1 0 1 0 0,0 0 0 0 0,0 1 0 0 0,0-1-1 0 0,0 0 1 0 0,-1 0 0 0 0,0 1 0 0 0,1-1-1 0 0,-1 0 1 0 0,0 0 0 0 0,0 0 0 0 0,-1 0-1 0 0,-1 3 1 0 0,-7 11-8 0 0,0 0 0 0 0,-2 0 0 0 0,-24 27 0 0 0,33-40 23 0 0,-78 83 156 0 0,50-57 113 0 0,2 2 0 0 0,1 0-1 0 0,2 2 1 0 0,-42 70 0 0 0,66-102-242 0 0,1-1 0 0 0,0 1-1 0 0,0 0 1 0 0,1 0 0 0 0,-1 1 0 0 0,0-1 0 0 0,1 0-1 0 0,-1 0 1 0 0,1 0 0 0 0,0 0 0 0 0,0 1 0 0 0,0-1-1 0 0,0 0 1 0 0,0 0 0 0 0,0 0 0 0 0,0 1 0 0 0,1-1 0 0 0,-1 0-1 0 0,1 0 1 0 0,0 0 0 0 0,-1 0 0 0 0,1 0 0 0 0,0 0-1 0 0,0 0 1 0 0,0 0 0 0 0,1 0 0 0 0,-1-1 0 0 0,0 1-1 0 0,1 0 1 0 0,-1-1 0 0 0,1 1 0 0 0,-1-1 0 0 0,1 1 0 0 0,0-1-1 0 0,0 0 1 0 0,0 1 0 0 0,0-1 0 0 0,0 0 0 0 0,0-1-1 0 0,0 1 1 0 0,0 0 0 0 0,0 0 0 0 0,3 0 0 0 0,10 3-48 0 0,0 0 0 0 0,1-1 0 0 0,-1-1 0 0 0,28 1 0 0 0,9-1-718 0 0,1-3 0 0 0,55-8 1 0 0,-62 2-2589 0 0,50-14-1 0 0,-56 9 339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22.3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142 1 672 0 0,'0'0'4198'0'0,"-4"2"-3183"0"0,-7 6-583 0 0,1 0 1 0 0,-1 0-1 0 0,1 1 0 0 0,1 1 1 0 0,0-1-1 0 0,0 2 0 0 0,1-1 0 0 0,0 1 1 0 0,1 0-1 0 0,0 1 0 0 0,1-1 0 0 0,0 2 1 0 0,1-1-1 0 0,0 0 0 0 0,1 1 1 0 0,0 0-1 0 0,1 0 0 0 0,1 0 0 0 0,-2 19 1 0 0,4-25-434 0 0,0-1 0 0 0,1 1 0 0 0,0 0-1 0 0,0-1 1 0 0,0 1 0 0 0,1-1 0 0 0,-1 0 0 0 0,2 1 0 0 0,-1-1 0 0 0,1 0 0 0 0,0 0 0 0 0,0 0 0 0 0,0-1 0 0 0,1 1 0 0 0,0-1 0 0 0,0 0 0 0 0,1 0 0 0 0,-1 0 0 0 0,1 0 0 0 0,0-1 0 0 0,0 0 0 0 0,0 0 0 0 0,1 0 0 0 0,0-1 0 0 0,-1 0-1 0 0,1 0 1 0 0,1 0 0 0 0,-1-1 0 0 0,12 3 0 0 0,-10-3-345 0 0,1-1 0 0 0,-1 0 0 0 0,0 0-1 0 0,1-1 1 0 0,-1 0 0 0 0,0-1 0 0 0,15-2 0 0 0,29-14-5494 0 0,-29 5 2526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22.7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24 28 0 0,'-6'-7'852'0'0,"-2"1"-56"0"0,4 4-64 0 0,-9-7 3225 0 0,38 20-3961 0 0,-17-11-196 0 0,6 0-200 0 0,-8 6-561 0 0,3-6-1039 0 0,3 0 460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23.0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31 13921 0 0,'4'-24'159'0'0,"-4"23"-145"0"0,0 1 0 0 0,1 0 0 0 0,-1-1 0 0 0,0 1 0 0 0,0-1 0 0 0,1 1 0 0 0,-1 0 0 0 0,0-1 0 0 0,1 1 0 0 0,-1 0 0 0 0,0-1 0 0 0,1 1 0 0 0,-1 0 0 0 0,1 0 0 0 0,-1-1 0 0 0,1 1 0 0 0,-1 0 0 0 0,0 0 0 0 0,1 0 0 0 0,-1-1 0 0 0,1 1 0 0 0,-1 0 0 0 0,1 0 0 0 0,-1 0 0 0 0,1 0 0 0 0,0 0 0 0 0,4 1 82 0 0,-1 1-1 0 0,1 0 1 0 0,0 0 0 0 0,-1 0 0 0 0,1 0 0 0 0,-1 1-1 0 0,6 4 1 0 0,30 18 228 0 0,-2 2-1 0 0,-1 2 1 0 0,-1 1 0 0 0,-2 2-1 0 0,-1 1 1 0 0,47 62 0 0 0,-61-68-240 0 0,-1 1 0 0 0,-1 1 1 0 0,-1 0-1 0 0,-2 1 1 0 0,-1 1-1 0 0,-1 0 1 0 0,-2 1-1 0 0,-1 0 0 0 0,-2 0 1 0 0,4 40-1 0 0,-5-6 67 0 0,-3 1-1 0 0,-3-1 0 0 0,-2 1 1 0 0,-21 118-1 0 0,15-147-514 0 0,-1 0-1 0 0,-2 0 1 0 0,-2 0-1 0 0,-1-2 1 0 0,-1 0-1 0 0,-3 0 1 0 0,-1-2-1 0 0,-1 0 1 0 0,-36 44-1 0 0,53-74-88 0 0,-24 25-1589 0 0,7-20-4930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23.5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 36 912 0 0,'-42'5'5383'0'0,"41"-4"-4801"0"0,18 19 2099 0 0,5-13-2301 0 0,1-1 1 0 0,0 0 0 0 0,0-2 0 0 0,1-1 0 0 0,-1-1 0 0 0,39-2 0 0 0,-54 0-284 0 0,587-15 2790 0 0,-89 0-1049 0 0,3-8 1713 0 0,-505 22-3562 0 0,37-5 1798 0 0,-22-5-4261 0 0,-21-8-4166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23.9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100 1 552 0 0,'0'0'959'0'0,"7"29"2792"0"0,2-6-2644 0 0,0-1 0 0 0,2 1-1 0 0,1-1 1 0 0,18 26 0 0 0,-16-28-568 0 0,-1 1 1 0 0,-2 0 0 0 0,18 42 0 0 0,-26-54-453 0 0,-1 0-1 0 0,0 0 1 0 0,0 1-1 0 0,-1-1 1 0 0,-1 0-1 0 0,1 1 0 0 0,-1-1 1 0 0,-1 0-1 0 0,1 1 1 0 0,-2-1-1 0 0,1 0 1 0 0,-1 0-1 0 0,-7 18 1 0 0,2-12-55 0 0,0 0 0 0 0,-1 0 0 0 0,0-1 0 0 0,-1 0 0 0 0,-1 0 0 0 0,-13 13 0 0 0,-76 73-1122 0 0,56-59-330 0 0,30-28 270 0 0,-1 2-4582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24.3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318 114 360 0 0,'1'16'8868'0'0,"-1"44"-7845"0"0,0-38-91 0 0,0-5-716 0 0,2-1 1 0 0,0 0-1 0 0,1 0 0 0 0,0 0 0 0 0,1-1 0 0 0,1 1 1 0 0,1-1-1 0 0,0 0 0 0 0,1 0 0 0 0,0-1 1 0 0,1 0-1 0 0,1 0 0 0 0,0-1 0 0 0,1 0 1 0 0,1 0-1 0 0,0-1 0 0 0,20 17 0 0 0,-28-27-191 0 0,0-1-1 0 0,0 1 0 0 0,0-1 1 0 0,0 1-1 0 0,0-1 0 0 0,0 0 1 0 0,1 0-1 0 0,-1 0 0 0 0,0-1 1 0 0,1 1-1 0 0,-1-1 0 0 0,0 0 0 0 0,1 0 1 0 0,-1 0-1 0 0,1 0 0 0 0,-1-1 1 0 0,0 1-1 0 0,1-1 0 0 0,-1 0 1 0 0,0 0-1 0 0,1 0 0 0 0,-1 0 1 0 0,0-1-1 0 0,0 1 0 0 0,0-1 1 0 0,0 0-1 0 0,0 0 0 0 0,3-3 1 0 0,10-6 27 0 0,-1-1 1 0 0,-1-1-1 0 0,21-23 1 0 0,-3-4 58 0 0,47-73 0 0 0,-61 84-89 0 0,1 0 0 0 0,1 1 1 0 0,1 1-1 0 0,2 1 1 0 0,1 1-1 0 0,27-23 0 0 0,-44 42-19 0 0,0 1-1 0 0,1 0 1 0 0,-1 1-1 0 0,1-1 0 0 0,0 1 1 0 0,0 1-1 0 0,1 0 1 0 0,-1 0-1 0 0,0 0 0 0 0,1 1 1 0 0,10-1-1 0 0,-13 3 2 0 0,0 0-1 0 0,0 0 1 0 0,0 1-1 0 0,0 0 1 0 0,0 0-1 0 0,0 1 1 0 0,0-1-1 0 0,0 1 1 0 0,0 1-1 0 0,-1-1 0 0 0,1 1 1 0 0,-1 0-1 0 0,0 0 1 0 0,0 0-1 0 0,0 1 1 0 0,0 0-1 0 0,4 4 1 0 0,2 3 31 0 0,0 1 1 0 0,-1 0 0 0 0,0 0-1 0 0,-1 1 1 0 0,0 0 0 0 0,-1 0-1 0 0,-1 1 1 0 0,0 0 0 0 0,-1 1-1 0 0,0-1 1 0 0,-1 1-1 0 0,-1 0 1 0 0,0 1 0 0 0,-2-1-1 0 0,1 1 1 0 0,-2-1 0 0 0,0 23-1 0 0,0-36-8 0 0,-1 1 0 0 0,0-1 0 0 0,0 1 0 0 0,-1-1 0 0 0,1 1-1 0 0,0-1 1 0 0,-1 0 0 0 0,1 1 0 0 0,-1-1 0 0 0,0 1 0 0 0,0-1 0 0 0,0 0-1 0 0,0 0 1 0 0,0 0 0 0 0,0 1 0 0 0,-1-1 0 0 0,1 0 0 0 0,-1 0 0 0 0,0-1-1 0 0,1 1 1 0 0,-1 0 0 0 0,0-1 0 0 0,0 1 0 0 0,0-1 0 0 0,0 1 0 0 0,0-1-1 0 0,0 0 1 0 0,-1 0 0 0 0,1 0 0 0 0,0 0 0 0 0,-1 0 0 0 0,1 0 0 0 0,0-1-1 0 0,-5 1 1 0 0,-14 2 70 0 0,1-1 0 0 0,0-1-1 0 0,-1 0 1 0 0,1-2 0 0 0,-39-6-1 0 0,-98-26 26 0 0,151 31-120 0 0,-351-96-2342 0 0,5-15-6371 0 0,195 59 4384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31.2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128 562 1148 0 0,'-4'8'6980'0'0,"-12"26"-3947"0"0,-12 26-2165 0 0,16-37-417 0 0,-37 87 1410 0 0,45-97-1655 0 0,0 0-1 0 0,1 0 1 0 0,0 0 0 0 0,1 0-1 0 0,0 1 1 0 0,1-1 0 0 0,1 15-1 0 0,0-25-164 0 0,1 1 0 0 0,-1-1 0 0 0,1 0 0 0 0,-1 0 0 0 0,1 0 0 0 0,0 0 0 0 0,0 0 0 0 0,0 0 0 0 0,0 0 0 0 0,1 0 0 0 0,-1 0 0 0 0,1-1 0 0 0,0 1 0 0 0,0-1 0 0 0,0 1 0 0 0,0-1 0 0 0,0 1-1 0 0,0-1 1 0 0,4 2 0 0 0,-2-1-15 0 0,1-1 0 0 0,-1 1 0 0 0,1-1 0 0 0,0 0-1 0 0,0-1 1 0 0,0 1 0 0 0,0-1 0 0 0,0 0-1 0 0,0 0 1 0 0,10 0 0 0 0,0-1-46 0 0,-1-1-1 0 0,1 0 1 0 0,-1-1-1 0 0,1-1 1 0 0,-1 0-1 0 0,0-1 1 0 0,20-9 0 0 0,-19 7-19 0 0,-1-1 1 0 0,1-1 0 0 0,-1 0 0 0 0,-1-1 0 0 0,0-1 0 0 0,0 0 0 0 0,-1 0 0 0 0,0-2 0 0 0,18-22 0 0 0,-25 28 26 0 0,-1 0-1 0 0,0-1 1 0 0,0 1 0 0 0,-1-1 0 0 0,0 0 0 0 0,0 0-1 0 0,-1 0 1 0 0,0 0 0 0 0,0-1 0 0 0,0 1-1 0 0,-1-1 1 0 0,0 1 0 0 0,-1-1 0 0 0,1 1 0 0 0,-2-1-1 0 0,1 1 1 0 0,-1-1 0 0 0,0 0 0 0 0,0 1-1 0 0,-1 0 1 0 0,0-1 0 0 0,-1 1 0 0 0,-3-8-1 0 0,-3-1-68 0 0,-1 0-1 0 0,0 1 1 0 0,-1 0-1 0 0,-1 0 1 0 0,0 1-1 0 0,-1 1 1 0 0,-1 0-1 0 0,-22-16 1 0 0,1-2-971 0 0,34 30 765 0 0,22 2-85 0 0,49-1-1022 0 0,80-10 0 0 0,-128 7 1152 0 0,0-1 0 0 0,-1-1 0 0 0,1-1 0 0 0,-1 0 0 0 0,-1-2 0 0 0,1-1 0 0 0,37-21 1 0 0,-44 20 312 0 0,0-1 1 0 0,-1 0 0 0 0,0-1 0 0 0,-1-1-1 0 0,0 0 1 0 0,-1 0 0 0 0,-1-1 0 0 0,0 0 0 0 0,0-1-1 0 0,7-18 1 0 0,5-15 1228 0 0,-2-1-1 0 0,15-55 1 0 0,-32 89-683 0 0,-3 13-460 0 0,0-1 0 0 0,0 1-1 0 0,0-1 1 0 0,1 1 0 0 0,-1-1-1 0 0,1 1 1 0 0,0-1 0 0 0,0 1-1 0 0,0 0 1 0 0,0 0-1 0 0,0-1 1 0 0,0 1 0 0 0,0 0-1 0 0,1 0 1 0 0,1-2 0 0 0,7 35 572 0 0,-3 7-520 0 0,-3 0-1 0 0,-1 1 1 0 0,-1-1 0 0 0,-6 60-1 0 0,-31 159-9 0 0,14-125-475 0 0,-45 176-1283 0 0,5-38-1312 0 0,53-222 1841 0 0,-3 16-1231 0 0,6-22-2596 0 0,4-24 1472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31.7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0 200 800 0 0,'9'-12'1477'0'0,"15"-14"3723"0"0,-21 29-4865 0 0,0 1 1 0 0,0 0-1 0 0,0 0 1 0 0,-1 0-1 0 0,0 0 1 0 0,0 1 0 0 0,0-1-1 0 0,0 0 1 0 0,0 1-1 0 0,-1 0 1 0 0,0-1-1 0 0,1 8 1 0 0,1 64 1119 0 0,-2-28-735 0 0,1 201 1316 0 0,-3-45-1405 0 0,0-37-806 0 0,4-80-468 0 0,-2-100 572 0 0,1 0 0 0 0,0 0 1 0 0,7-22-1 0 0,3-14-62 0 0,45-623-1317 0 0,-56 644 1414 0 0,0-3 78 0 0,9-45 0 0 0,-8 66-5 0 0,0-1 0 0 0,1 1 0 0 0,0 0 1 0 0,1 0-1 0 0,0 0 0 0 0,1 0 0 0 0,11-17 0 0 0,-14 24-31 0 0,0 1 0 0 0,0 0 0 0 0,0 0 0 0 0,0 0 0 0 0,0 1 0 0 0,0-1 0 0 0,1 0 0 0 0,-1 1 0 0 0,0-1 0 0 0,1 1 0 0 0,0 0 0 0 0,-1 0 0 0 0,1 0 0 0 0,0 0 0 0 0,-1 1-1 0 0,1-1 1 0 0,0 1 0 0 0,4-1 0 0 0,-1 1-2 0 0,0 0-1 0 0,0 0 0 0 0,0 1 0 0 0,-1 0 1 0 0,1 0-1 0 0,0 1 0 0 0,0 0 0 0 0,9 4 1 0 0,-9-4-14 0 0,0 1 0 0 0,0 0 1 0 0,0 0-1 0 0,0 0 0 0 0,-1 1 1 0 0,0 0-1 0 0,0 0 0 0 0,0 0 1 0 0,0 1-1 0 0,0 0 0 0 0,-1 0 1 0 0,0 0-1 0 0,0 0 0 0 0,-1 1 1 0 0,1-1-1 0 0,-1 1 0 0 0,3 6 1 0 0,-5-5-17 0 0,0 1 1 0 0,0-1-1 0 0,-1 0 1 0 0,0 0-1 0 0,0 0 1 0 0,-1 0 0 0 0,0 0-1 0 0,0 1 1 0 0,0-1-1 0 0,-1-1 1 0 0,0 1-1 0 0,-1 0 1 0 0,1 0 0 0 0,-1-1-1 0 0,-1 1 1 0 0,1-1-1 0 0,-1 0 1 0 0,0 0-1 0 0,-7 7 1 0 0,-9 10-211 0 0,-1-1 1 0 0,-1-2-1 0 0,-32 25 0 0 0,22-20-107 0 0,-26 21-395 0 0,-16 13-959 0 0,29-16-3674 0 0,39-33 2721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32.0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106 45 10989 0 0,'-60'-44'3686'0'0,"40"78"-2426"0"0,16-24-1222 0 0,0 1 0 0 0,0-1 0 0 0,1 1 0 0 0,0 0 0 0 0,0 0 1 0 0,2 0-1 0 0,-1 0 0 0 0,1 0 0 0 0,1 0 0 0 0,0 0 0 0 0,1 0 0 0 0,0 1 1 0 0,0-1-1 0 0,1 0 0 0 0,1 0 0 0 0,0-1 0 0 0,0 1 0 0 0,1-1 0 0 0,8 16 1 0 0,-9-22-353 0 0,-1 0 0 0 0,1-1 1 0 0,0 1-1 0 0,0-1 0 0 0,1 0 1 0 0,-1 0-1 0 0,1 0 0 0 0,-1 0 1 0 0,9 4-1 0 0,-10-6-313 0 0,1 0-1 0 0,0 0 1 0 0,-1 0-1 0 0,1 0 1 0 0,-1 0-1 0 0,1-1 1 0 0,0 1-1 0 0,0-1 1 0 0,-1 0-1 0 0,5 0 1 0 0,3-2-3116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32.4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72 80 124 0 0,'-21'-18'2113'0'0,"17"15"-1490"0"0,-1 1 0 0 0,1-1 1 0 0,0 0-1 0 0,1-1 0 0 0,-1 1 1 0 0,1-1-1 0 0,-1 1 0 0 0,1-1 1 0 0,0 0-1 0 0,0 0 1 0 0,1 0-1 0 0,-1-1 0 0 0,-2-6 1 0 0,8 10-613 0 0,1 0 0 0 0,-1 0 0 0 0,1 0 0 0 0,-1 1 0 0 0,1 0 0 0 0,-1-1 0 0 0,1 1 0 0 0,-1 0 0 0 0,5 1 0 0 0,102 20-1964 0 0,-39 1-2783 0 0,-40-10 2267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33.2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0 231 336 0 0,'20'6'10046'0'0,"-19"-4"-9674"0"0,10 27 2770 0 0,-4 46-3721 0 0,-6-61 1531 0 0,1 28-796 0 0,-1 1 0 0 0,-3-1 0 0 0,-11 81 0 0 0,14-132-285 0 0,7-33 206 0 0,2 0 0 0 0,2 0 0 0 0,19-45 0 0 0,-17 57 56 0 0,-9 18 23 0 0,0 1 1 0 0,1-1-1 0 0,0 1 0 0 0,1 0 1 0 0,0 1-1 0 0,0 0 0 0 0,1 0 1 0 0,1 0-1 0 0,13-11 0 0 0,-21 21-143 0 0,1-1-1 0 0,-1 1 0 0 0,1 0 1 0 0,-1-1-1 0 0,1 1 0 0 0,-1 0 1 0 0,1 0-1 0 0,-1 0 0 0 0,1 1 1 0 0,-1-1-1 0 0,1 0 0 0 0,-1 0 1 0 0,1 1-1 0 0,-1-1 0 0 0,0 1 1 0 0,1-1-1 0 0,-1 1 0 0 0,1 0 1 0 0,-1 0-1 0 0,0-1 0 0 0,0 1 1 0 0,1 0-1 0 0,-1 0 0 0 0,0 0 1 0 0,0 0-1 0 0,0 0 0 0 0,0 1 1 0 0,2 1-1 0 0,25 36 52 0 0,-14-13-147 0 0,29 50-545 0 0,-39-71 506 0 0,0 1 1 0 0,0-1-1 0 0,0 0 1 0 0,1 0-1 0 0,-1-1 0 0 0,1 1 1 0 0,0-1-1 0 0,1 0 0 0 0,10 6 1 0 0,-13-9 97 0 0,0 0 1 0 0,0-1 0 0 0,0 1-1 0 0,0-1 1 0 0,-1 0 0 0 0,1 0 0 0 0,0 0-1 0 0,0-1 1 0 0,0 1 0 0 0,0 0-1 0 0,-1-1 1 0 0,1 0 0 0 0,0 0-1 0 0,0 0 1 0 0,-1 0 0 0 0,1 0-1 0 0,-1-1 1 0 0,1 1 0 0 0,-1-1 0 0 0,1 1-1 0 0,-1-1 1 0 0,0 0 0 0 0,0 0-1 0 0,0 0 1 0 0,0 0 0 0 0,0 0-1 0 0,0 0 1 0 0,1-4 0 0 0,8-8 48 0 0,-1 0-1 0 0,-1 0 1 0 0,9-21 0 0 0,4-16 188 0 0,-18 38-68 0 0,1 0 0 0 0,0 1-1 0 0,1-1 1 0 0,1 1 0 0 0,0 0-1 0 0,9-11 1 0 0,-16 22-139 0 0,1 1 0 0 0,-1 0 0 0 0,1-1 0 0 0,-1 1-1 0 0,1-1 1 0 0,-1 1 0 0 0,1-1 0 0 0,0 1 0 0 0,-1 0 0 0 0,1 0 0 0 0,-1-1 0 0 0,1 1-1 0 0,0 0 1 0 0,-1 0 0 0 0,1 0 0 0 0,0-1 0 0 0,-1 1 0 0 0,1 0 0 0 0,0 0 0 0 0,-1 0-1 0 0,1 0 1 0 0,0 0 0 0 0,0 1 0 0 0,-1-1 0 0 0,1 0 0 0 0,0 0 0 0 0,-1 0 0 0 0,1 0-1 0 0,0 1 1 0 0,21 17 63 0 0,16 34-63 0 0,-34-45 1 0 0,19 31-112 0 0,21 31-385 0 0,-40-64 403 0 0,0-1 0 0 0,0 1 0 0 0,0-1 0 0 0,1 0 0 0 0,0 0 0 0 0,0 0 0 0 0,0 0 0 0 0,0-1 0 0 0,0 0 0 0 0,10 4 0 0 0,-12-6 64 0 0,0-1-1 0 0,0 1 1 0 0,0-1 0 0 0,0 0-1 0 0,0 0 1 0 0,1 0 0 0 0,-1 0-1 0 0,0 0 1 0 0,0-1 0 0 0,0 1-1 0 0,0-1 1 0 0,0 0 0 0 0,0 0-1 0 0,0 0 1 0 0,-1 0 0 0 0,1-1 0 0 0,0 1-1 0 0,0-1 1 0 0,-1 1 0 0 0,1-1-1 0 0,-1 0 1 0 0,0 0 0 0 0,1 0-1 0 0,-1-1 1 0 0,0 1 0 0 0,0 0-1 0 0,-1-1 1 0 0,1 1 0 0 0,0-1-1 0 0,1-4 1 0 0,5-6 58 0 0,-2 0 0 0 0,0 0 0 0 0,0 0 0 0 0,-1 0 0 0 0,3-17 0 0 0,-2 8 96 0 0,0 1 558 0 0,-1-1 1 0 0,-1 1-1 0 0,2-33 0 0 0,-6 53-363 0 0,13 22 63 0 0,1 40-229 0 0,-3 0 0 0 0,-2 1 0 0 0,-3 0 0 0 0,-2 78 1 0 0,-31 248 67 0 0,24-357-167 0 0,3-20-40 0 0,-1 0 0 0 0,0 0 1 0 0,-1 0-1 0 0,0-1 0 0 0,0 1 0 0 0,-6 14 0 0 0,7-24 41 0 0,0-2-57 0 0,0 1 0 0 0,0-1 0 0 0,0 0 0 0 0,0 1 0 0 0,0-1 0 0 0,0 0-1 0 0,0 0 1 0 0,0 0 0 0 0,0 0 0 0 0,0 0 0 0 0,0 0 0 0 0,1 0-1 0 0,-1 0 1 0 0,0 0 0 0 0,1 0 0 0 0,-1 0 0 0 0,1 0 0 0 0,-1-1 0 0 0,1 1-1 0 0,-1-2 1 0 0,-8-26 17 0 0,0-20-62 0 0,3 0-1 0 0,-1-97 1 0 0,18-99-251 0 0,-6 180 220 0 0,3 0-1 0 0,17-71 0 0 0,-21 119 67 0 0,1 0-1 0 0,0 0 0 0 0,1 0 1 0 0,1 0-1 0 0,1 1 1 0 0,0 0-1 0 0,1 1 0 0 0,1 0 1 0 0,0 0-1 0 0,1 1 1 0 0,1 1-1 0 0,24-24 0 0 0,-33 34-4 0 0,0 1-1 0 0,0 0 1 0 0,1-1 0 0 0,-1 1-1 0 0,0 0 1 0 0,1 0-1 0 0,0 1 1 0 0,-1-1-1 0 0,1 1 1 0 0,0 0-1 0 0,-1-1 1 0 0,1 2-1 0 0,0-1 1 0 0,0 0 0 0 0,0 1-1 0 0,0 0 1 0 0,0 0-1 0 0,0 0 1 0 0,0 0-1 0 0,0 1 1 0 0,0 0-1 0 0,0-1 1 0 0,-1 1-1 0 0,1 1 1 0 0,0-1 0 0 0,0 0-1 0 0,-1 1 1 0 0,1 0-1 0 0,-1 0 1 0 0,0 0-1 0 0,5 4 1 0 0,-4-2-24 0 0,1 0 1 0 0,-1 1-1 0 0,-1-1 0 0 0,1 1 1 0 0,-1 0-1 0 0,1 0 1 0 0,-1 0-1 0 0,-1 1 0 0 0,1-1 1 0 0,-1 1-1 0 0,0 0 1 0 0,0-1-1 0 0,-1 1 0 0 0,0 0 1 0 0,0 0-1 0 0,0 0 1 0 0,-1 0-1 0 0,1 0 0 0 0,-2 0 1 0 0,0 6-1 0 0,-1 5-44 0 0,-1-1 0 0 0,-1 1 0 0 0,-1-1 0 0 0,-1 0 0 0 0,0-1 0 0 0,-1 1 0 0 0,-11 17 1 0 0,-70 97-1336 0 0,58-90 441 0 0,11-1-771 0 0,3-8-5514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33.7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354 1 844 0 0,'-2'0'219'0'0,"-1"0"0"0"0,1 0 0 0 0,0 0 0 0 0,0 1-1 0 0,0-1 1 0 0,-1 1 0 0 0,1-1 0 0 0,0 1 0 0 0,0 0 0 0 0,0 0 0 0 0,0 0 0 0 0,0 0-1 0 0,0 0 1 0 0,0 0 0 0 0,0 0 0 0 0,0 1 0 0 0,1-1 0 0 0,-1 1 0 0 0,-2 2 0 0 0,-40 42 1003 0 0,33-32-699 0 0,-19 19 175 0 0,2 1 0 0 0,1 1 0 0 0,1 2 0 0 0,3 0 0 0 0,1 2 0 0 0,2 1 1 0 0,-22 57-1 0 0,34-73-528 0 0,0 0 1 0 0,2 0 0 0 0,1 1-1 0 0,1 0 1 0 0,0-1 0 0 0,2 1-1 0 0,2 1 1 0 0,0-1 0 0 0,1 0-1 0 0,1 0 1 0 0,2-1-1 0 0,0 1 1 0 0,2 0 0 0 0,13 37-1 0 0,-13-51-243 0 0,-1 1 0 0 0,2-1 0 0 0,-1 0 0 0 0,2-1 0 0 0,-1 1 0 0 0,1-1 0 0 0,1-1-1 0 0,0 0 1 0 0,0 0 0 0 0,1-1 0 0 0,0 0 0 0 0,0 0 0 0 0,1-1 0 0 0,0-1 0 0 0,0 0-1 0 0,18 7 1 0 0,-13-7-444 0 0,0 0 0 0 0,0-2-1 0 0,1 0 1 0 0,33 4-1 0 0,-33-7-665 0 0,0-1-1 0 0,0 0 1 0 0,0-1-1 0 0,32-7 1 0 0,-8-3-1833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34.4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76 684 0 0,'2'-4'372'0'0,"2"0"0"0"0,-1 0 0 0 0,0 1 0 0 0,1-1 0 0 0,0 1 0 0 0,-1 0 0 0 0,1 0 0 0 0,1 0 0 0 0,-1 0 0 0 0,0 1 0 0 0,1-1 0 0 0,-1 1 0 0 0,1 0 0 0 0,0 1 0 0 0,0-1 0 0 0,8-1 0 0 0,11-1 252 0 0,0 0-1 0 0,27 0 1 0 0,-28 3-286 0 0,82-8 797 0 0,0 5 0 0 0,123 10 0 0 0,-225-6-1106 0 0,-1 0 0 0 0,1 0 1 0 0,-1 0-1 0 0,0 1 0 0 0,1-1 0 0 0,-1 0 1 0 0,1 1-1 0 0,-1 0 0 0 0,0 0 1 0 0,0 0-1 0 0,1 0 0 0 0,-1 0 0 0 0,0 0 1 0 0,0 0-1 0 0,0 1 0 0 0,0-1 0 0 0,0 1 1 0 0,0-1-1 0 0,-1 1 0 0 0,3 2 1 0 0,-3-2-9 0 0,-1 0 1 0 0,0 0 0 0 0,1-1 0 0 0,-1 1-1 0 0,0 0 1 0 0,0 0 0 0 0,0-1 0 0 0,0 1-1 0 0,0 0 1 0 0,-1 0 0 0 0,1-1 0 0 0,0 1 0 0 0,-1 0-1 0 0,1 0 1 0 0,-1-1 0 0 0,0 1 0 0 0,0-1-1 0 0,1 1 1 0 0,-1 0 0 0 0,-2 2 0 0 0,-8 10 82 0 0,-1 0 0 0 0,0-1 0 0 0,-1 0 1 0 0,-16 12-1 0 0,20-18-66 0 0,-81 65 386 0 0,63-53-254 0 0,1 1 0 0 0,1 0-1 0 0,1 2 1 0 0,1 1 0 0 0,1 1-1 0 0,-33 47 1 0 0,53-68-153 0 0,0-1 0 0 0,1 0 0 0 0,0 1 0 0 0,-1-1 0 0 0,1 1 1 0 0,0 0-1 0 0,1-1 0 0 0,-1 1 0 0 0,0 0 0 0 0,1-1 0 0 0,-1 1 0 0 0,1 0 0 0 0,0 0 1 0 0,0 0-1 0 0,0 0 0 0 0,0-1 0 0 0,0 1 0 0 0,1 0 0 0 0,0 0 0 0 0,-1-1 0 0 0,2 5 0 0 0,0-4-8 0 0,0 0 0 0 0,1 0 0 0 0,-1 0 0 0 0,1 0-1 0 0,-1 0 1 0 0,1 0 0 0 0,0-1 0 0 0,0 0 0 0 0,0 1-1 0 0,0-1 1 0 0,1 0 0 0 0,-1 0 0 0 0,7 2-1 0 0,6 2-55 0 0,1-1 0 0 0,0 0 0 0 0,0-1 0 0 0,0-1 0 0 0,29 2-1 0 0,0-3-465 0 0,0-1 0 0 0,0-2-1 0 0,90-15 1 0 0,-115 12 333 0 0,-1-1 1 0 0,0-1-1 0 0,-1 0 0 0 0,1-2 1 0 0,-1 0-1 0 0,-1-1 1 0 0,0-1-1 0 0,0-1 1 0 0,-1-1-1 0 0,0 0 1 0 0,19-19-1 0 0,-15 0 811 0 0,2 0 1160 0 0,-22 31-1509 0 0,-4 1-141 0 0,0 1 0 0 0,0 0 0 0 0,1 0 0 0 0,-1 0 0 0 0,0 1 0 0 0,1-1 0 0 0,-1 0 0 0 0,1 1 0 0 0,0 0 0 0 0,0-1 0 0 0,0 1 0 0 0,0 0 0 0 0,1 0 0 0 0,-1 0 0 0 0,1 0 0 0 0,0 1 0 0 0,-2 4 0 0 0,-22 67 777 0 0,22-58-749 0 0,0 1 1 0 0,2-1-1 0 0,-1 0 0 0 0,2 1 1 0 0,1 0-1 0 0,0-1 0 0 0,4 21 1 0 0,-3-32-130 0 0,-1 1 0 0 0,1 0 0 0 0,0-1 0 0 0,1 1 0 0 0,0-1 1 0 0,0 0-1 0 0,0 0 0 0 0,0 0 0 0 0,1 0 0 0 0,0-1 0 0 0,0 1 0 0 0,1-1 0 0 0,0 0 1 0 0,0 0-1 0 0,0-1 0 0 0,0 0 0 0 0,1 1 0 0 0,-1-2 0 0 0,1 1 0 0 0,0-1 0 0 0,8 4 1 0 0,-10-6-51 0 0,-1 1 1 0 0,1-1 0 0 0,1 0-1 0 0,-1 0 1 0 0,0 0 0 0 0,0-1 0 0 0,0 1-1 0 0,0-1 1 0 0,1 0 0 0 0,-1 0-1 0 0,0-1 1 0 0,0 1 0 0 0,0-1 0 0 0,0 0-1 0 0,0 0 1 0 0,0 0 0 0 0,0-1 0 0 0,0 1-1 0 0,0-1 1 0 0,0 0 0 0 0,0 0-1 0 0,-1 0 1 0 0,1-1 0 0 0,-1 1 0 0 0,0-1-1 0 0,0 0 1 0 0,4-3 0 0 0,-3 1-87 0 0,0 0 1 0 0,0-1-1 0 0,-1 1 0 0 0,0-1 1 0 0,0 0-1 0 0,0 1 0 0 0,0-1 1 0 0,-1 0-1 0 0,0-1 0 0 0,0 1 1 0 0,-1 0-1 0 0,0-1 1 0 0,0 1-1 0 0,0 0 0 0 0,-1-1 1 0 0,-1-12-1 0 0,-1 3-258 0 0,-1 1-1 0 0,-1-1 1 0 0,0 1 0 0 0,-1 0-1 0 0,0 0 1 0 0,-14-25-1 0 0,-5 0-3251 0 0,-28-37 0 0 0,36 55 335 0 0,8 12 218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34.8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15637 0 0,'0'0'949'0'0,"3"3"-643"0"0,11 17 315 0 0,1-1 0 0 0,1 0 1 0 0,34 30-1 0 0,13 14 308 0 0,-23-19-295 0 0,-3 2 0 0 0,59 95 0 0 0,-84-119-535 0 0,0 1 1 0 0,-2 1-1 0 0,0 0 1 0 0,-2 1-1 0 0,-1 0 1 0 0,0 0-1 0 0,-2 0 1 0 0,-1 1-1 0 0,1 31 1 0 0,-5-20-118 0 0,-2 0 1 0 0,-2 0 0 0 0,0-1-1 0 0,-3 1 1 0 0,-1-1 0 0 0,-2 0-1 0 0,-16 40 1 0 0,3-23-675 0 0,-1-1 1 0 0,-3-1 0 0 0,-66 92 0 0 0,66-106-1481 0 0,-49 52 1 0 0,58-81-628 0 0,17-8 2461 0 0,0 0-1 0 0,0 0 1 0 0,0 0-1 0 0,0 0 1 0 0,0-1-1 0 0,0 1 1 0 0,0 0-1 0 0,0 0 1 0 0,0-1-1 0 0,1 1 1 0 0,-1-1-1 0 0,0 1 1 0 0,0-1-1 0 0,-3-3-1354 0 0,-3-5-2088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35.3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58 376 1076 0 0,'-57'-3'11729'0'0,"75"-3"-11262"0"0,0 1 1 0 0,1 1-1 0 0,0 1 0 0 0,0 0 0 0 0,22 1 1 0 0,26-4 174 0 0,461-51 2309 0 0,-112 14-1050 0 0,-388 40-1752 0 0,-6 1 64 0 0,0-1 0 0 0,41-11 0 0 0,-62 14-274 0 0,1-1 0 0 0,-1 1 0 0 0,0-1-1 0 0,0 1 1 0 0,1-1 0 0 0,-1 0 0 0 0,0 1 0 0 0,0-1 0 0 0,0 0 0 0 0,0 0 0 0 0,0 0 0 0 0,0 1 0 0 0,0-1 0 0 0,0 0 0 0 0,0-1 0 0 0,-1 1 0 0 0,1 0 0 0 0,0 0 0 0 0,-1 0 0 0 0,1 0 0 0 0,0 0 0 0 0,-1-1-1 0 0,0 1 1 0 0,1 0 0 0 0,-1-1 0 0 0,0 1 0 0 0,1 0 0 0 0,-1-1 0 0 0,0 1 0 0 0,0 0 0 0 0,0-1 0 0 0,0 1 0 0 0,-1 0 0 0 0,1-1 0 0 0,0 1 0 0 0,0 0 0 0 0,-1 0 0 0 0,1-1 0 0 0,-2-1 0 0 0,-2-7-637 0 0,-1 0 1 0 0,0 0 0 0 0,-1 0 0 0 0,-8-9-1 0 0,-3-10-1447 0 0,-12-35-5409 0 0,22 38 4031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35.7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 1 212 0 0,'2'0'287'0'0,"-1"0"0"0"0,0 0 0 0 0,0 0 0 0 0,1 0 0 0 0,-1 0 0 0 0,0 0 0 0 0,0 0 0 0 0,0 1 0 0 0,1-1 0 0 0,-1 0 0 0 0,0 1-1 0 0,0-1 1 0 0,0 1 0 0 0,0-1 0 0 0,0 1 0 0 0,0-1 0 0 0,0 1 0 0 0,0 0 0 0 0,0 0 0 0 0,0-1 0 0 0,1 3 0 0 0,32 24 585 0 0,-21-16-97 0 0,89 55 1270 0 0,-79-53-1755 0 0,0 0 1 0 0,-1 2 0 0 0,0 1 0 0 0,-1 0 0 0 0,-1 2 0 0 0,20 22-1 0 0,-37-37-254 0 0,0 1 0 0 0,0 0 0 0 0,0 0 0 0 0,-1 0 0 0 0,0 0 0 0 0,0 1 0 0 0,0-1 0 0 0,0 0 0 0 0,-1 1 0 0 0,0 0 0 0 0,0-1 0 0 0,0 1 0 0 0,0 0 0 0 0,-1-1 0 0 0,1 1 0 0 0,-1 0 0 0 0,-1 0-1 0 0,0 5 1 0 0,-1-2-6 0 0,0 0 0 0 0,-1 0 0 0 0,0 0 0 0 0,0-1-1 0 0,0 1 1 0 0,-1-1 0 0 0,-1 0 0 0 0,1 0 0 0 0,-11 11-1 0 0,-7 5-81 0 0,-2 0 1 0 0,0-2-1 0 0,-2 0 0 0 0,-32 19 0 0 0,-67 38-1010 0 0,107-68-459 0 0,-2-1 0 0 0,-31 11 0 0 0,42-16-1262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36.6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255 104 336 0 0,'1'-6'886'0'0,"1"1"-1"0"0,-1 0 0 0 0,0 0 1 0 0,-1-1-1 0 0,1 1 1 0 0,-1-1-1 0 0,0 1 1 0 0,-1-1-1 0 0,1 1 1 0 0,-3-9-1 0 0,2 4 1506 0 0,6-15 6217 0 0,-34 37-8937 0 0,9-5 285 0 0,3 6 43 0 0,0 1 0 0 0,2 1-1 0 0,-1 1 1 0 0,2 0 0 0 0,0 1 0 0 0,1 0 0 0 0,1 1 0 0 0,1 1-1 0 0,0 0 1 0 0,1 0 0 0 0,2 1 0 0 0,0 0 0 0 0,0 1 0 0 0,2-1-1 0 0,-5 34 1 0 0,3-12 84 0 0,2-1 0 0 0,2 1 0 0 0,2 0 1 0 0,4 59-1 0 0,-1-86-27 0 0,1 0 0 0 0,1 1 1 0 0,1-1-1 0 0,0 0 1 0 0,1 0-1 0 0,0-1 1 0 0,1 0-1 0 0,1 0 0 0 0,0 0 1 0 0,1-1-1 0 0,0 0 1 0 0,1 0-1 0 0,1-1 1 0 0,0 0-1 0 0,14 13 0 0 0,-13-16 15 0 0,1 0 0 0 0,-1 0 0 0 0,2-1 0 0 0,-1-1 0 0 0,1 0 0 0 0,0-1 0 0 0,0 0-1 0 0,1-1 1 0 0,0-1 0 0 0,15 4 0 0 0,-8-5 2 0 0,0 0 1 0 0,0-1-1 0 0,0-1 0 0 0,0-1 1 0 0,0-1-1 0 0,31-5 0 0 0,-20-1-9 0 0,0-1-1 0 0,0-1 1 0 0,-1-1-1 0 0,0-2 1 0 0,-1-2-1 0 0,0 0 1 0 0,-2-2-1 0 0,53-37 1 0 0,-69 43-50 0 0,0-1 0 0 0,0 0 0 0 0,-1 0 0 0 0,-1-1 0 0 0,0-1 0 0 0,0 0 0 0 0,-1 0 1 0 0,-1-1-1 0 0,0 0 0 0 0,-1 0 0 0 0,0-1 0 0 0,-2 0 0 0 0,1 0 0 0 0,-2-1 1 0 0,4-22-1 0 0,-5 18-56 0 0,-1 0-1 0 0,-2 0 1 0 0,0 0 0 0 0,-1 0 0 0 0,0 0 0 0 0,-2 0-1 0 0,0 1 1 0 0,-2-1 0 0 0,0 1 0 0 0,-1 0 0 0 0,-16-35-1 0 0,13 38-138 0 0,0 0-1 0 0,-1 1 0 0 0,-1 0 0 0 0,-1 0 0 0 0,0 1 0 0 0,0 1 0 0 0,-1 0 0 0 0,-1 1 0 0 0,0 0 0 0 0,-1 1 0 0 0,-28-16 0 0 0,20 15-308 0 0,-1 0-1 0 0,0 2 0 0 0,-1 0 1 0 0,0 2-1 0 0,0 1 0 0 0,-1 1 1 0 0,-35-4-1 0 0,31 7-1088 0 0,0 1 1 0 0,0 1-1 0 0,0 2 1 0 0,0 1 0 0 0,-47 10-1 0 0,-6 8-2923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30.1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76 1 652 0 0,'-14'5'8820'0'0,"62"15"-7887"0"0,-41-18-929 0 0,1 0 0 0 0,0 1 0 0 0,-1 0 0 0 0,0 1 0 0 0,0 0 0 0 0,0 0 1 0 0,8 6-1 0 0,-15-9-9 0 0,1 0 0 0 0,0 0 1 0 0,-1-1-1 0 0,1 1 0 0 0,-1 0 0 0 0,1 0 1 0 0,-1 0-1 0 0,0 0 0 0 0,1 0 1 0 0,-1 0-1 0 0,0 0 0 0 0,0 0 0 0 0,0 0 1 0 0,1 1-1 0 0,-1-1 0 0 0,0 0 1 0 0,0 0-1 0 0,-1 0 0 0 0,1 0 1 0 0,0 0-1 0 0,0 0 0 0 0,0 0 0 0 0,-1 0 1 0 0,1 0-1 0 0,-1 0 0 0 0,1 0 1 0 0,-1 0-1 0 0,1 0 0 0 0,-1 0 0 0 0,1 0 1 0 0,-1-1-1 0 0,0 1 0 0 0,1 0 1 0 0,-1 0-1 0 0,0-1 0 0 0,0 1 1 0 0,0 0-1 0 0,-1 0 0 0 0,-39 31-26 0 0,33-26 12 0 0,6-5 26 0 0,1 0-1 0 0,-1 0 1 0 0,1 1-1 0 0,-1-1 1 0 0,1 0 0 0 0,0 1-1 0 0,-1-1 1 0 0,1 1-1 0 0,0 0 1 0 0,0-1-1 0 0,0 1 1 0 0,-1 2-1 0 0,2-3 0 0 0,0-1 0 0 0,0 1 0 0 0,0 0 0 0 0,-1 0 0 0 0,1-1 0 0 0,0 1-1 0 0,1 0 1 0 0,-1 0 0 0 0,0 0 0 0 0,0-1 0 0 0,0 1 0 0 0,0 0 0 0 0,0-1 0 0 0,1 1 0 0 0,-1 0-1 0 0,0 0 1 0 0,1-1 0 0 0,-1 1 0 0 0,1 0 0 0 0,-1-1 0 0 0,1 2 0 0 0,4 2 33 0 0,0-1 0 0 0,-1 1 0 0 0,1-1 0 0 0,1 0 0 0 0,-1 0 0 0 0,10 3 0 0 0,18 12 60 0 0,-24-12-81 0 0,0 0 0 0 0,-1 1 0 0 0,0 0 0 0 0,-1 0 0 0 0,0 1 0 0 0,10 13 0 0 0,-15-18-15 0 0,-1-1 0 0 0,0 1 1 0 0,1 0-1 0 0,-1 0 0 0 0,-1 0 0 0 0,1 0 1 0 0,0 0-1 0 0,-1 0 0 0 0,1 1 0 0 0,-1-1 1 0 0,0 0-1 0 0,0 0 0 0 0,0 0 0 0 0,0 0 0 0 0,-1 0 1 0 0,1 1-1 0 0,-1-1 0 0 0,0 0 0 0 0,0 0 1 0 0,0 0-1 0 0,0-1 0 0 0,-1 1 0 0 0,1 0 1 0 0,-1 0-1 0 0,1-1 0 0 0,-4 5 0 0 0,-4 5-11 0 0,-1 0-1 0 0,0-1 0 0 0,0 0 0 0 0,-1 0 0 0 0,-1-1 0 0 0,0 0 1 0 0,-13 7-1 0 0,16-11-287 0 0,0-1-1 0 0,-1 0 1 0 0,1-1 0 0 0,-18 5 0 0 0,21-7-289 0 0,0 0 1 0 0,0-1-1 0 0,0 0 1 0 0,-1-1 0 0 0,1 1-1 0 0,-1-1 1 0 0,1-1-1 0 0,-9 0 1 0 0,2-1-1773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0:30.5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0 588 0 0,'98'78'6267'0'0,"-71"-55"-5399"0"0,1-1 0 0 0,0-1 0 0 0,45 23 1 0 0,-17-16-214 0 0,104 56 746 0 0,-143-74-1258 0 0,0 2 1 0 0,-1 0-1 0 0,0 1 0 0 0,-1 0 1 0 0,0 1-1 0 0,19 25 0 0 0,-29-33-109 0 0,-1 0-1 0 0,0 0 1 0 0,-1 0-1 0 0,1 0 1 0 0,-1 1 0 0 0,-1 0-1 0 0,1 0 1 0 0,-1 0-1 0 0,0 0 1 0 0,-1 0-1 0 0,1 0 1 0 0,-1 0-1 0 0,-1 0 1 0 0,0 11-1 0 0,-1-9-6 0 0,0 1-1 0 0,-1-1 0 0 0,0 1 0 0 0,-1-1 0 0 0,0 0 1 0 0,-1 0-1 0 0,0 0 0 0 0,0 0 0 0 0,-9 13 0 0 0,-8 6 4 0 0,-1-2 1 0 0,-1 0-1 0 0,-1-1 0 0 0,-2-2 0 0 0,-28 22 0 0 0,-250 170-2062 0 0,295-211 1755 0 0,7-3-799 0 0,1-1 941 0 0,1 0 1 0 0,0 0-1 0 0,-1 0 1 0 0,1 0-1 0 0,0 0 1 0 0,-1 0-1 0 0,1 0 1 0 0,0 0-1 0 0,-1 0 1 0 0,1 0-1 0 0,0 0 1 0 0,-1 0-1 0 0,1 0 1 0 0,3-20-6791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01.8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294 3 180 0 0,'-6'-2'11564'0'0,"-2"9"-11352"0"0,1 1 0 0 0,0 0-1 0 0,1 1 1 0 0,0-1-1 0 0,0 1 1 0 0,1 0-1 0 0,0 1 1 0 0,-7 17-1 0 0,-3 5 166 0 0,-105 161 1098 0 0,53-89-909 0 0,64-100-526 0 0,0 1-1 0 0,0 0 1 0 0,1 0-1 0 0,-1 0 1 0 0,1 0-1 0 0,0 0 1 0 0,1 0-1 0 0,0 1 1 0 0,-2 10-1 0 0,3-15-32 0 0,0 0 1 0 0,0 0-1 0 0,0 0 0 0 0,0 0 1 0 0,0 0-1 0 0,1 0 0 0 0,-1 0 1 0 0,0 0-1 0 0,1 0 0 0 0,-1 0 0 0 0,1 0 1 0 0,-1 0-1 0 0,1 0 0 0 0,-1 0 1 0 0,1 0-1 0 0,0-1 0 0 0,-1 1 1 0 0,1 0-1 0 0,0 0 0 0 0,0-1 0 0 0,1 2 1 0 0,0-1-6 0 0,0 0 0 0 0,0 0 1 0 0,1-1-1 0 0,-1 1 0 0 0,0-1 0 0 0,1 1 1 0 0,-1-1-1 0 0,1 0 0 0 0,-1 0 0 0 0,0 0 1 0 0,1 0-1 0 0,-1 0 0 0 0,4-1 1 0 0,15-2-77 0 0,-1 0 1 0 0,1-2 0 0 0,-1 0 0 0 0,1-1 0 0 0,-2-2-1 0 0,1 0 1 0 0,-1 0 0 0 0,0-2 0 0 0,-1-1 0 0 0,0 0-1 0 0,-1-1 1 0 0,0-1 0 0 0,-1 0 0 0 0,0-1 0 0 0,-1-1-1 0 0,-1-1 1 0 0,19-26 0 0 0,-25 31 269 0 0,-5 7-14 0 0,0 0 1 0 0,0 0-1 0 0,0-1 0 0 0,0 1 0 0 0,-1-1 1 0 0,0 1-1 0 0,0-1 0 0 0,0 0 0 0 0,-1 0 1 0 0,2-5-1 0 0,-3 10-175 0 0,0 0 0 0 0,0 0-1 0 0,0 0 1 0 0,0 0 0 0 0,0 0 0 0 0,0 0 0 0 0,0 1 0 0 0,0-1 0 0 0,0 0-1 0 0,0 0 1 0 0,0 0 0 0 0,1 0 0 0 0,-1 0 0 0 0,0 0 0 0 0,0 1-1 0 0,0-1 1 0 0,0 0 0 0 0,0 0 0 0 0,0 0 0 0 0,0 0 0 0 0,0 0 0 0 0,1 0-1 0 0,-1 0 1 0 0,0 0 0 0 0,0 0 0 0 0,0 0 0 0 0,0 0 0 0 0,0 0-1 0 0,0 0 1 0 0,1 1 0 0 0,-1-1 0 0 0,0 0 0 0 0,0 0 0 0 0,0 0-1 0 0,0 0 1 0 0,0 0 0 0 0,0 0 0 0 0,1 0 0 0 0,-1-1 0 0 0,0 1 0 0 0,0 0-1 0 0,0 0 1 0 0,0 0 0 0 0,0 0 0 0 0,1 0 0 0 0,-1 0 0 0 0,0 0-1 0 0,0 0 1 0 0,0 0 0 0 0,0 0 0 0 0,0 0 0 0 0,0 0 0 0 0,0 0-1 0 0,1-1 1 0 0,-1 1 0 0 0,0 0 0 0 0,0 0 0 0 0,0 0 0 0 0,0 0 0 0 0,0 0-1 0 0,0 0 1 0 0,0 0 0 0 0,0-1 0 0 0,0 1 0 0 0,0 0 0 0 0,0 0-1 0 0,0 0 1 0 0,0-1 0 0 0,7 10 144 0 0,-6-9-169 0 0,3 11 95 0 0,0 1 0 0 0,0-1 0 0 0,-1 1 0 0 0,0 0 0 0 0,1 21 0 0 0,0-8-3 0 0,3 28 54 0 0,-1 94 0 0 0,-4-37-1351 0 0,0-37-3437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02.2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130 46 88 0 0,'2'-46'9096'0'0,"0"49"-8606"0"0,18 27 1185 0 0,26 53-1 0 0,-34-58-1186 0 0,1 0 0 0 0,1-1-1 0 0,2 0 1 0 0,30 36-1 0 0,-27-41-274 0 0,0-1 0 0 0,1-1 0 0 0,0 0 0 0 0,2-2 1 0 0,0 0-1 0 0,0-2 0 0 0,35 16 0 0 0,-12-11 14 0 0,1-3 0 0 0,54 12 0 0 0,44 14 319 0 0,-142-41-502 0 0,0 1 1 0 0,0 0-1 0 0,0 0 0 0 0,0 0 1 0 0,0 0-1 0 0,0 0 0 0 0,0 0 0 0 0,-1 0 1 0 0,1 1-1 0 0,0-1 0 0 0,-1 1 1 0 0,1-1-1 0 0,-1 1 0 0 0,1-1 0 0 0,-1 1 1 0 0,0 0-1 0 0,0 0 0 0 0,0 0 1 0 0,0 0-1 0 0,0 0 0 0 0,0 0 1 0 0,0 0-1 0 0,0 2 0 0 0,-1 0 31 0 0,1 0 1 0 0,-1 1-1 0 0,-1-1 0 0 0,1 0 1 0 0,0 0-1 0 0,-1 1 0 0 0,0-1 1 0 0,0 0-1 0 0,0 0 0 0 0,0 0 1 0 0,-3 5-1 0 0,-4 6 160 0 0,0 1-1 0 0,-1-2 1 0 0,-1 1-1 0 0,-19 22 1 0 0,-254 244 1835 0 0,64-70-1207 0 0,173-163-1195 0 0,3 3 1 0 0,-57 87-1 0 0,83-110-906 0 0,2 1-1 0 0,-17 45 1 0 0,0 17-4381 0 0,19-67-1382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04.9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6 504 0 0,'-16'1'9945'0'0,"37"2"-5613"0"0,-1-3-5635 0 0,508-9 4850 0 0,-520 9-3547 0 0,0 0 1 0 0,0 0 0 0 0,0 1-1 0 0,0 0 1 0 0,0 0-1 0 0,-1 1 1 0 0,1 0 0 0 0,13 6-1 0 0,-20-8-3 0 0,0 1 0 0 0,0 0 1 0 0,-1 0-1 0 0,1 0 0 0 0,0-1 0 0 0,0 1 0 0 0,-1 0 0 0 0,1 0 0 0 0,-1 0 0 0 0,1 0 0 0 0,-1 0 1 0 0,1 0-1 0 0,-1 0 0 0 0,1 0 0 0 0,-1 1 0 0 0,0-1 0 0 0,0 0 0 0 0,0 0 0 0 0,0 0 0 0 0,0 0 1 0 0,0 0-1 0 0,0 0 0 0 0,0 1 0 0 0,0-1 0 0 0,0 0 0 0 0,0 0 0 0 0,-1 0 0 0 0,1 0 1 0 0,0 0-1 0 0,-1 0 0 0 0,1 0 0 0 0,-1 0 0 0 0,0 2 0 0 0,-24 35 2 0 0,21-32-5 0 0,-17 19-3 0 0,0-2 0 0 0,-1 0 0 0 0,-1-2 0 0 0,-39 28 0 0 0,3-1-53 0 0,-37 30 3 0 0,41-34 7 0 0,1 2-1 0 0,-52 59 1 0 0,104-103 74 0 0,-1 0 1 0 0,1 1-1 0 0,0-1 1 0 0,0 1 0 0 0,1-1-1 0 0,-1 1 1 0 0,1 0 0 0 0,-1 0-1 0 0,1-1 1 0 0,0 1-1 0 0,0 0 1 0 0,0 0 0 0 0,0 0-1 0 0,1 0 1 0 0,-1 1 0 0 0,1-1-1 0 0,-1 0 1 0 0,1 0-1 0 0,1 6 1 0 0,0-6 2 0 0,0-1 1 0 0,1 1-1 0 0,-1 0 1 0 0,1-1-1 0 0,-1 1 1 0 0,1-1-1 0 0,0 1 0 0 0,0-1 1 0 0,0 0-1 0 0,0 0 1 0 0,1 0-1 0 0,-1 0 0 0 0,1 0 1 0 0,-1-1-1 0 0,1 1 1 0 0,-1-1-1 0 0,1 1 0 0 0,0-1 1 0 0,0 0-1 0 0,5 1 1 0 0,36 10 50 0 0,0-3 1 0 0,0-2-1 0 0,1-1 1 0 0,0-3 0 0 0,60-2-1 0 0,-22 0-939 0 0,100 0-4729 0 0,-139-1 107 0 0,-22 0 2050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05.8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1 456 560 0 0,'31'-18'1455'0'0,"1"1"1"0"0,0 1-1 0 0,52-16 0 0 0,-57 23-376 0 0,0-1 1 0 0,-1-1-1 0 0,0-1 0 0 0,-1-1 0 0 0,-1-1 1 0 0,41-31-1 0 0,-63 43-1083 0 0,1-1-1 0 0,-1 0 1 0 0,1 0-1 0 0,-1 1 1 0 0,0-1 0 0 0,0-1-1 0 0,0 1 1 0 0,0 0-1 0 0,0 0 1 0 0,-1-1 0 0 0,0 1-1 0 0,1-1 1 0 0,-1 1-1 0 0,0-5 1 0 0,-1 6 2 0 0,0 1-1 0 0,0-1 1 0 0,0 1 0 0 0,0-1 0 0 0,0 1-1 0 0,0-1 1 0 0,-1 1 0 0 0,1-1-1 0 0,-1 1 1 0 0,1-1 0 0 0,-1 1 0 0 0,0-1-1 0 0,1 1 1 0 0,-1 0 0 0 0,0 0-1 0 0,0-1 1 0 0,0 1 0 0 0,0 0 0 0 0,0 0-1 0 0,0 0 1 0 0,0 0 0 0 0,0 0 0 0 0,0 0-1 0 0,-1 0 1 0 0,1 0 0 0 0,0 0-1 0 0,-1 1 1 0 0,1-1 0 0 0,-1 1 0 0 0,1-1-1 0 0,0 1 1 0 0,-1-1 0 0 0,1 1-1 0 0,-1 0 1 0 0,-2-1 0 0 0,-5 0-12 0 0,0 1-1 0 0,1-1 1 0 0,-1 2 0 0 0,0-1 0 0 0,0 1-1 0 0,1 0 1 0 0,-1 1 0 0 0,0 0-1 0 0,1 0 1 0 0,-1 1 0 0 0,1 0-1 0 0,0 1 1 0 0,0-1 0 0 0,0 2 0 0 0,1-1-1 0 0,-1 1 1 0 0,-9 8 0 0 0,9-6 21 0 0,0 0 1 0 0,0 0-1 0 0,0 1 1 0 0,1 0-1 0 0,0 1 1 0 0,0 0-1 0 0,1 0 1 0 0,0 0-1 0 0,1 0 1 0 0,0 1-1 0 0,1 0 1 0 0,0 0-1 0 0,-5 19 1 0 0,8-28 1 0 0,1 1 0 0 0,0-1 0 0 0,0 1 0 0 0,-1 0 0 0 0,1-1 0 0 0,0 1 0 0 0,0 0 0 0 0,0-1 0 0 0,1 1 0 0 0,-1 0 1 0 0,0-1-1 0 0,1 1 0 0 0,-1-1 0 0 0,1 1 0 0 0,-1-1 0 0 0,1 1 0 0 0,0-1 0 0 0,0 1 0 0 0,-1-1 0 0 0,1 1 0 0 0,0-1 0 0 0,0 0 0 0 0,1 0 0 0 0,1 2 0 0 0,0-1 5 0 0,0 0-1 0 0,0 0 1 0 0,0-1-1 0 0,0 1 0 0 0,1-1 1 0 0,-1 0-1 0 0,0 0 1 0 0,1 0-1 0 0,-1 0 0 0 0,1-1 1 0 0,3 1-1 0 0,5-1 13 0 0,0 0 1 0 0,0 0-1 0 0,0-1 0 0 0,-1-1 0 0 0,23-5 1 0 0,-6-5 33 0 0,-1 0-1 0 0,-1-2 1 0 0,0-1 0 0 0,-1-1 0 0 0,-1 0 0 0 0,44-41 0 0 0,-30 25 195 0 0,53-34 1 0 0,-84 62-244 0 0,0 0 0 0 0,0 0-1 0 0,1 1 1 0 0,-1-1 0 0 0,1 2 0 0 0,-1-1 0 0 0,1 1 0 0 0,0 0 0 0 0,0 1 0 0 0,0 0 0 0 0,0 0 0 0 0,0 1-1 0 0,0 0 1 0 0,0 0 0 0 0,9 2 0 0 0,-8 1-9 0 0,1-1 0 0 0,-1 1 0 0 0,0 1 0 0 0,0 0 0 0 0,0 0 0 0 0,0 1-1 0 0,-1 0 1 0 0,0 0 0 0 0,0 1 0 0 0,0 0 0 0 0,0 0 0 0 0,6 8 0 0 0,-2-2-17 0 0,-1 1 0 0 0,0 0 1 0 0,-1 0-1 0 0,-1 1 0 0 0,0 1 1 0 0,-1-1-1 0 0,0 1 0 0 0,-1 1 1 0 0,9 29-1 0 0,-11-28-55 0 0,-4-13 50 0 0,1-1 0 0 0,-1 1 0 0 0,0 0 0 0 0,0-1 0 0 0,0 1 0 0 0,0 0 0 0 0,-1 0 0 0 0,1 0 0 0 0,-1 0 0 0 0,0 0 0 0 0,-1 0-1 0 0,1 0 1 0 0,-1 0 0 0 0,1 0 0 0 0,-1-1 0 0 0,0 1 0 0 0,-2 5 0 0 0,0-7 17 0 0,3-2 1 0 0,-1 0 1 0 0,0 0-1 0 0,1-1 1 0 0,-1 1-1 0 0,0 0 1 0 0,1 0-1 0 0,-1 0 0 0 0,0-1 1 0 0,1 1-1 0 0,-1 0 1 0 0,0 0-1 0 0,1-1 1 0 0,-1 1-1 0 0,1-1 1 0 0,-1 1-1 0 0,1 0 0 0 0,-1-1 1 0 0,1 1-1 0 0,-1-1 1 0 0,1 1-1 0 0,-1-1 1 0 0,1 1-1 0 0,0-1 0 0 0,-1 0 1 0 0,1 1-1 0 0,0-1 1 0 0,0 0-1 0 0,-1 1 1 0 0,1-2-1 0 0,-6-18-25 0 0,6 19 24 0 0,-2-9 0 0 0,1 1 1 0 0,1-1-1 0 0,-1 0 0 0 0,2 0 0 0 0,-1 0 0 0 0,2 0 0 0 0,-1 1 0 0 0,1-1 0 0 0,0 1 0 0 0,1-1 1 0 0,0 1-1 0 0,1 0 0 0 0,0 0 0 0 0,0 0 0 0 0,6-9 0 0 0,-5 10 28 0 0,0 1 0 0 0,1-1 0 0 0,-1 1 0 0 0,1 0 0 0 0,1 0 0 0 0,-1 0 0 0 0,1 1 0 0 0,0 0 0 0 0,1 1 0 0 0,-1-1 0 0 0,1 2 0 0 0,0-1 0 0 0,1 1 0 0 0,-1 0 0 0 0,1 0 0 0 0,9-2 0 0 0,-13 5-8 0 0,-1 0 1 0 0,1 1-1 0 0,0-1 1 0 0,-1 1-1 0 0,1 0 1 0 0,0 0-1 0 0,-1 0 1 0 0,1 0-1 0 0,0 1 1 0 0,-1 0-1 0 0,1 0 1 0 0,-1 0-1 0 0,1 1 1 0 0,-1 0-1 0 0,0-1 1 0 0,1 2-1 0 0,-1-1 1 0 0,0 0-1 0 0,6 6 1 0 0,1 2 25 0 0,-1 0 0 0 0,0 1 1 0 0,-1 0-1 0 0,15 25 0 0 0,-18-25-55 0 0,1-1-1 0 0,0-1 0 0 0,0 1 0 0 0,1-1 1 0 0,0 0-1 0 0,0-1 0 0 0,1 0 0 0 0,12 8 1 0 0,-14-12-23 0 0,-1-1 0 0 0,1 0 0 0 0,1 0 0 0 0,-1-1 0 0 0,0 1 0 0 0,1-2 0 0 0,-1 1 0 0 0,1-1 0 0 0,-1 0 0 0 0,1-1 0 0 0,0 0 0 0 0,-1 0 0 0 0,1-1 0 0 0,0 0 0 0 0,-1 0-1 0 0,1 0 1 0 0,-1-1 0 0 0,1 0 0 0 0,-1-1 0 0 0,0 0 0 0 0,0 0 0 0 0,0 0 0 0 0,-1-1 0 0 0,1 0 0 0 0,-1 0 0 0 0,0-1 0 0 0,0 0 0 0 0,0 0 0 0 0,0 0 0 0 0,6-9 0 0 0,-4 5 68 0 0,0 0-1 0 0,-1 0 0 0 0,0 0 1 0 0,-1-1-1 0 0,0 0 0 0 0,-1-1 1 0 0,0 1-1 0 0,0-1 0 0 0,-1 0 1 0 0,0 0-1 0 0,-1-1 1 0 0,-1 1-1 0 0,0-1 0 0 0,0 1 1 0 0,-1-1-1 0 0,0 0 0 0 0,-1 1 1 0 0,-1-1-1 0 0,-2-17 0 0 0,2 24-19 0 0,0 1 0 0 0,0 0 0 0 0,0 0 0 0 0,-1 1 0 0 0,1-1 0 0 0,-1 0 0 0 0,0 0-1 0 0,0 1 1 0 0,-1-1 0 0 0,1 1 0 0 0,-1 0 0 0 0,1-1 0 0 0,-1 1 0 0 0,0 1 0 0 0,0-1 0 0 0,0 0-1 0 0,-1 1 1 0 0,1-1 0 0 0,-1 1 0 0 0,1 0 0 0 0,-1 0 0 0 0,0 1 0 0 0,0-1 0 0 0,0 1-1 0 0,-6-2 1 0 0,4 2-92 0 0,-1 1 1 0 0,1-1-1 0 0,0 1 0 0 0,0 1 0 0 0,0-1 0 0 0,0 1 0 0 0,0 0 0 0 0,0 0 0 0 0,0 1 0 0 0,0 0 0 0 0,0 0 0 0 0,1 0 1 0 0,-1 1-1 0 0,1 0 0 0 0,0 0 0 0 0,-1 0 0 0 0,-5 6 0 0 0,6-6-188 0 0,1 1 0 0 0,-1 0 0 0 0,1 1 0 0 0,0-1 0 0 0,0 1-1 0 0,1 0 1 0 0,-1 0 0 0 0,1 0 0 0 0,-3 7 0 0 0,4-9-310 0 0,1 1-1 0 0,0-1 1 0 0,0 1 0 0 0,0-1 0 0 0,0 1-1 0 0,1 0 1 0 0,0-1 0 0 0,-1 1-1 0 0,1-1 1 0 0,1 6 0 0 0,1 6-2356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06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134 299 608 0 0,'15'-29'11017'0'0,"-25"35"-10765"0"0,0 0 1 0 0,0 1-1 0 0,0 0 0 0 0,1 1 1 0 0,0 0-1 0 0,1 0 0 0 0,-1 1 1 0 0,2 0-1 0 0,-1 1 0 0 0,1 0 1 0 0,1 0-1 0 0,0 0 0 0 0,0 0 1 0 0,1 1-1 0 0,1 0 0 0 0,-1 0 1 0 0,-2 16-1 0 0,4-18-152 0 0,0 1 0 0 0,1-1 0 0 0,0 1 0 0 0,1-1 0 0 0,0 1 0 0 0,1 0 0 0 0,0-1 0 0 0,0 1 0 0 0,1-1 0 0 0,1 1 0 0 0,-1 0 0 0 0,1-1 0 0 0,1 0 0 0 0,0 1 0 0 0,0-1 0 0 0,1 0 0 0 0,0-1 0 0 0,0 1 0 0 0,1-1 0 0 0,0 0 0 0 0,1 0 0 0 0,9 11 0 0 0,-10-15-105 0 0,0 0 0 0 0,1-1 0 0 0,-1 0 0 0 0,1 0 0 0 0,-1 0 0 0 0,1-1 0 0 0,0 1-1 0 0,0-2 1 0 0,0 1 0 0 0,0 0 0 0 0,0-1 0 0 0,0 0 0 0 0,1-1 0 0 0,-1 1 0 0 0,0-1 0 0 0,0-1 0 0 0,11 0 0 0 0,-6-1-38 0 0,0 1 0 0 0,1-2 1 0 0,-1 0-1 0 0,0 0 0 0 0,0-1 0 0 0,-1 0 1 0 0,1-1-1 0 0,17-10 0 0 0,-17 7 14 0 0,-2 0-1 0 0,1-1 1 0 0,-1 1-1 0 0,0-2 1 0 0,-1 1-1 0 0,0-1 1 0 0,-1-1-1 0 0,0 1 1 0 0,0-1 0 0 0,-1 0-1 0 0,-1-1 1 0 0,0 1-1 0 0,0-1 1 0 0,-1 0-1 0 0,-1-1 1 0 0,4-21-1 0 0,-5 22 1 0 0,-1 0 0 0 0,-1 1-1 0 0,1-1 1 0 0,-2 0-1 0 0,0 0 1 0 0,0 0-1 0 0,-1 1 1 0 0,-1-1-1 0 0,1 1 1 0 0,-2-1-1 0 0,0 1 1 0 0,0 0 0 0 0,-1 0-1 0 0,0 1 1 0 0,-1 0-1 0 0,0 0 1 0 0,-1 0-1 0 0,-8-10 1 0 0,9 16 0 0 0,1-1-1 0 0,0 1 1 0 0,-1 0 0 0 0,0 0 0 0 0,0 1 0 0 0,0 0-1 0 0,0 0 1 0 0,-1 0 0 0 0,1 1 0 0 0,-1 0-1 0 0,1 0 1 0 0,-1 1 0 0 0,0-1 0 0 0,0 2 0 0 0,0-1-1 0 0,0 1 1 0 0,0 0 0 0 0,0 0 0 0 0,1 1-1 0 0,-12 2 1 0 0,11-2-58 0 0,-1 0 0 0 0,1 1 1 0 0,0 0-1 0 0,0 0 0 0 0,0 1 0 0 0,0 0 0 0 0,0 0 0 0 0,0 0 0 0 0,1 1 0 0 0,-1 0 1 0 0,1 1-1 0 0,0-1 0 0 0,1 1 0 0 0,-1 0 0 0 0,1 1 0 0 0,0-1 0 0 0,0 1 1 0 0,-6 10-1 0 0,10-14 28 0 0,0-1 1 0 0,0 1-1 0 0,0 0 0 0 0,0-1 1 0 0,1 1-1 0 0,-1 0 1 0 0,1-1-1 0 0,-1 1 0 0 0,1 0 1 0 0,-1 0-1 0 0,1 0 1 0 0,0 0-1 0 0,0-1 1 0 0,0 1-1 0 0,0 0 0 0 0,1 0 1 0 0,-1 0-1 0 0,0-1 1 0 0,1 1-1 0 0,-1 0 1 0 0,1 0-1 0 0,-1-1 0 0 0,1 1 1 0 0,0 0-1 0 0,2 2 1 0 0,-1-1-33 0 0,1-1 0 0 0,0 1 0 0 0,0-1-1 0 0,0 0 1 0 0,0 0 0 0 0,0 0 0 0 0,0-1 0 0 0,0 1 0 0 0,0-1 0 0 0,1 1 0 0 0,-1-1 0 0 0,6 1 0 0 0,6 1-202 0 0,1-1-1 0 0,0 0 0 0 0,0-1 1 0 0,28-2-1 0 0,-13-3 10 0 0,-1-1 1 0 0,1-1-1 0 0,-1-2 0 0 0,0-1 0 0 0,-1-1 0 0 0,0-2 0 0 0,-1-1 0 0 0,46-27 0 0 0,-52 25 450 0 0,0 0-1 0 0,-1-2 1 0 0,-1 0-1 0 0,0-2 1 0 0,-1 0-1 0 0,19-25 1 0 0,-27 28 945 0 0,-1 0 1 0 0,0 0 0 0 0,-1-1-1 0 0,9-24 1 0 0,-22 72 1631 0 0,-14 18-2029 0 0,3 1 0 0 0,2 0 0 0 0,-8 65 0 0 0,-60 275 140 0 0,35-192-2537 0 0,43-186 1122 0 0,2 0-1 0 0,0-1 1 0 0,0 1-1 0 0,1 0 1 0 0,0 0-1 0 0,3 15 0 0 0,3-18-1091 0 0,24-21-9339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06.8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13 784 0 0,'1'-1'251'0'0,"0"0"0"0"0,0 0 0 0 0,-1 0 0 0 0,1 0 0 0 0,1 0 1 0 0,-1 1-1 0 0,0-1 0 0 0,0 0 0 0 0,0 1 0 0 0,0-1 0 0 0,0 0 0 0 0,1 1 0 0 0,-1-1 0 0 0,0 1 0 0 0,0 0 0 0 0,1-1 0 0 0,-1 1 0 0 0,0 0 1 0 0,1 0-1 0 0,-1 0 0 0 0,0 0 0 0 0,1 0 0 0 0,1 0 0 0 0,-2 1-39 0 0,0 0 0 0 0,0 0 0 0 0,0 0 0 0 0,0 0-1 0 0,0 0 1 0 0,0 0 0 0 0,0 0 0 0 0,0 0 0 0 0,0 0 0 0 0,0 0 0 0 0,-1 0 0 0 0,1 1 0 0 0,0-1 0 0 0,-1 0-1 0 0,1 1 1 0 0,-1-1 0 0 0,0 0 0 0 0,1 2 0 0 0,2 12 811 0 0,-1 1-1 0 0,0-1 0 0 0,-2 22 1 0 0,1-15-296 0 0,0 222 3090 0 0,-20-4-5136 0 0,18-194-476 0 0,2-23-2229 0 0,15-43 2238 0 0,-12 16 1397 0 0,12-32-3837 0 0,-14 30 3416 0 0,6-21-2071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07.2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0 154 300 0 0,'6'-26'856'0'0,"2"-11"2887"0"0,14-40 0 0 0,-22 77-3621 0 0,0-1 1 0 0,0 0-1 0 0,0 1 1 0 0,1-1-1 0 0,-1 0 0 0 0,0 1 1 0 0,1-1-1 0 0,-1 0 0 0 0,0 1 1 0 0,1-1-1 0 0,-1 1 0 0 0,1-1 1 0 0,-1 1-1 0 0,1-1 0 0 0,-1 1 1 0 0,1-1-1 0 0,-1 1 0 0 0,1-1 1 0 0,0 1-1 0 0,-1 0 0 0 0,1-1 1 0 0,-1 1-1 0 0,1 0 1 0 0,0 0-1 0 0,-1-1 0 0 0,1 1 1 0 0,0 0-1 0 0,0 0 0 0 0,-1 0 1 0 0,1 0-1 0 0,0 0 0 0 0,-1 0 1 0 0,1 0-1 0 0,0 0 0 0 0,0 0 1 0 0,-1 0-1 0 0,2 1 0 0 0,1 0 41 0 0,1 1 0 0 0,-1 0 0 0 0,0-1 0 0 0,0 1 0 0 0,0 0 0 0 0,-1 1 0 0 0,1-1 0 0 0,4 5 0 0 0,1 2-32 0 0,0 1 1 0 0,0 0 0 0 0,-1 0 0 0 0,8 14 0 0 0,-13-17-123 0 0,0-1 1 0 0,0 1-1 0 0,-1 0 1 0 0,0 1-1 0 0,0-1 1 0 0,-1 0-1 0 0,0 0 1 0 0,0 0 0 0 0,-1 0-1 0 0,1 0 1 0 0,-2 0-1 0 0,1 0 1 0 0,-1 0-1 0 0,0 0 1 0 0,0 0-1 0 0,-1 0 1 0 0,0-1-1 0 0,0 1 1 0 0,-1-1-1 0 0,-6 9 1 0 0,-41 55-2171 0 0,-2-13-5697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07.5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2 124 180 0 0,'0'-4'836'0'0,"-1"-1"0"0"0,1 1 0 0 0,0 0 1 0 0,0-1-1 0 0,0 1 0 0 0,1 0 0 0 0,0 0 0 0 0,-1-1 0 0 0,1 1 0 0 0,1 0 0 0 0,2-8 1121 0 0,8 40-604 0 0,81 280 2286 0 0,-77-261-1985 0 0,-16-46-1619 0 0,1-1 0 0 0,-1 0 0 0 0,1 0 0 0 0,-1 0 0 0 0,0 0 0 0 0,1 0 0 0 0,-1 0 0 0 0,1 0 0 0 0,-1 0 0 0 0,1 0 0 0 0,-1 0 0 0 0,1 0 0 0 0,-1 0 0 0 0,1 0 0 0 0,-1 0 0 0 0,1 0 0 0 0,-1-1 0 0 0,1 1 0 0 0,-1 0 0 0 0,1 0 0 0 0,-1 0 0 0 0,0-1 0 0 0,1 1 0 0 0,-1 0 0 0 0,0-1 0 0 0,1 1 0 0 0,-1 0 0 0 0,0-1-1 0 0,1 1 1 0 0,-1 0 0 0 0,0-1 0 0 0,1 1 0 0 0,-1-1 0 0 0,16-13 348 0 0,2-21-545 0 0,-1 0-1 0 0,-1-2 0 0 0,-2 0 0 0 0,-2-1 0 0 0,9-45 0 0 0,8-23-2336 0 0,-28 103 2248 0 0,0 0 0 0 0,1-1 0 0 0,0 1 0 0 0,-1 0 0 0 0,1 0 0 0 0,0 0 0 0 0,0 0 0 0 0,1 0 0 0 0,-1 0 0 0 0,0 1 0 0 0,1-1 1 0 0,0 1-1 0 0,0 0 0 0 0,0-1 0 0 0,0 1 0 0 0,5-3 0 0 0,20-2-5662 0 0,-12 7 2596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08.1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261 395 164 0 0,'0'-2'304'0'0,"1"0"0"0"0,-1 1-1 0 0,0-1 1 0 0,0 0 0 0 0,0 0 0 0 0,-1 1 0 0 0,1-1-1 0 0,0 0 1 0 0,-1 0 0 0 0,1 1 0 0 0,-1-1 0 0 0,1 1-1 0 0,-1-1 1 0 0,0 0 0 0 0,0 1 0 0 0,0-1 0 0 0,0 1-1 0 0,0 0 1 0 0,0-1 0 0 0,0 1 0 0 0,-2-2 0 0 0,2 3-159 0 0,0-1 0 0 0,-1 1 1 0 0,1-1-1 0 0,-1 1 0 0 0,1 0 0 0 0,0 0 1 0 0,-1 0-1 0 0,1-1 0 0 0,-1 1 1 0 0,1 1-1 0 0,-1-1 0 0 0,1 0 1 0 0,-1 0-1 0 0,1 0 0 0 0,0 1 0 0 0,-1-1 1 0 0,1 1-1 0 0,-1-1 0 0 0,-1 2 1 0 0,-6 3 165 0 0,0 0 1 0 0,0 1-1 0 0,0 1 1 0 0,0-1-1 0 0,-10 12 0 0 0,1 1 104 0 0,0 0 0 0 0,1 2-1 0 0,1 0 1 0 0,1 1 0 0 0,-18 36-1 0 0,27-47-314 0 0,0 0 1 0 0,1 1-1 0 0,1-1 0 0 0,0 1 0 0 0,1 0 0 0 0,0 0 0 0 0,1 0 0 0 0,0 0 0 0 0,1 1 0 0 0,0-1 0 0 0,1 0 0 0 0,0 1 0 0 0,1-1 0 0 0,3 15 0 0 0,-3-23-121 0 0,0 0-1 0 0,0 0 0 0 0,1 0 0 0 0,-1 0 0 0 0,1 0 0 0 0,0 0 0 0 0,0-1 0 0 0,0 1 0 0 0,0-1 0 0 0,1 1 0 0 0,-1-1 0 0 0,1 0 0 0 0,0 0 0 0 0,0 0 1 0 0,0 0-1 0 0,0-1 0 0 0,0 1 0 0 0,1-1 0 0 0,-1 0 0 0 0,1 0 0 0 0,0 0 0 0 0,0 0 0 0 0,0 0 0 0 0,-1-1 0 0 0,1 0 0 0 0,7 1 0 0 0,-6-2-2 0 0,-1 0 0 0 0,1 0 0 0 0,0 0 0 0 0,0-1 0 0 0,0 0-1 0 0,-1 0 1 0 0,1 0 0 0 0,-1-1 0 0 0,1 1 0 0 0,-1-1-1 0 0,1 0 1 0 0,-1-1 0 0 0,0 1 0 0 0,0-1 0 0 0,0 1 0 0 0,0-1-1 0 0,0-1 1 0 0,-1 1 0 0 0,1 0 0 0 0,-1-1 0 0 0,0 0 0 0 0,4-6-1 0 0,-1 1 7 0 0,-1 1-1 0 0,-1 0 0 0 0,1-1 1 0 0,-1 0-1 0 0,-1 0 0 0 0,0-1 1 0 0,0 1-1 0 0,-1 0 0 0 0,0-1 0 0 0,-1 0 1 0 0,0 1-1 0 0,0-1 0 0 0,-1 0 1 0 0,-1-13-1 0 0,-4-8-40 0 0,0 1 0 0 0,-2 0 0 0 0,-14-35 0 0 0,10 30-261 0 0,-11-52 0 0 0,22 86 303 0 0,0 1 1 0 0,0 0 0 0 0,0-1 0 0 0,0 1-1 0 0,0 0 1 0 0,0-1 0 0 0,0 1 0 0 0,0 0-1 0 0,0-1 1 0 0,0 1 0 0 0,1 0 0 0 0,-1-1-1 0 0,0 1 1 0 0,0 0 0 0 0,0-1 0 0 0,0 1-1 0 0,0 0 1 0 0,0 0 0 0 0,1-1 0 0 0,-1 1-1 0 0,0 0 1 0 0,0 0 0 0 0,0-1 0 0 0,1 1-1 0 0,-1 0 1 0 0,0 0 0 0 0,0-1 0 0 0,1 1-1 0 0,-1 0 1 0 0,0 0 0 0 0,1 0 0 0 0,-1 0-1 0 0,0 0 1 0 0,1-1 0 0 0,-1 1 0 0 0,18 0-357 0 0,27 12-100 0 0,-35-9 285 0 0,27 7-195 0 0,0-2 0 0 0,1-1 0 0 0,0-2 1 0 0,1-2-1 0 0,-1-1 0 0 0,1-2 0 0 0,50-7 0 0 0,-80 6 385 0 0,-1-1 0 0 0,1 0 0 0 0,-1-1 0 0 0,0 0 0 0 0,0 0 0 0 0,0-1 0 0 0,0 0 0 0 0,-1 0 0 0 0,1-1 0 0 0,-1 0 0 0 0,0 0 0 0 0,0-1-1 0 0,-1 1 1 0 0,0-2 0 0 0,0 1 0 0 0,0-1 0 0 0,-1 1 0 0 0,0-2 0 0 0,0 1 0 0 0,-1 0 0 0 0,0-1 0 0 0,0 0 0 0 0,-1 0 0 0 0,0 0 0 0 0,0-1-1 0 0,-1 1 1 0 0,0 0 0 0 0,0-1 0 0 0,-1 0 0 0 0,0 1 0 0 0,-1-1 0 0 0,0 0 0 0 0,0 1 0 0 0,-3-15 0 0 0,0-6 1036 0 0,-1 0 1 0 0,-15-48-1 0 0,15 62-326 0 0,1 8 839 0 0,1 26-985 0 0,-2 91 941 0 0,20 220 0 0 0,-15-326-1494 0 0,9 212-2564 0 0,-6-199 1707 0 0,1-10-1007 0 0,21-23-8007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08.5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42 107 11925 0 0,'29'-106'2244'0'0,"-29"106"-2209"0"0,0 0 1 0 0,0 0 0 0 0,0 0 0 0 0,0 0-1 0 0,1 0 1 0 0,-1 0 0 0 0,0 0 0 0 0,0 0-1 0 0,0 0 1 0 0,0 0 0 0 0,0 0 0 0 0,0 0-1 0 0,0 0 1 0 0,0 0 0 0 0,1 0 0 0 0,-1 0-1 0 0,0 0 1 0 0,0 0 0 0 0,0 0 0 0 0,0 0-1 0 0,0 0 1 0 0,1 0 322 0 0,-1-1-323 0 0,4 21 618 0 0,0 28 66 0 0,-2 9 33 0 0,4 397 2857 0 0,-12-370-3406 0 0,-4 1 0 0 0,-25 103 0 0 0,1-10-2453 0 0,29-134 263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08.8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12 132 148 0 0,'-12'-11'6527'0'0,"32"7"-3086"0"0,-10 3-3802 0 0,300-18 1901 0 0,-96 9-8187 0 0,-165 5 4031 0 0</inkml:trace>
  <inkml:trace contextRef="#ctx0" brushRef="#br0" timeOffset="1">1099 152 12881 0 0,'4'1'488'0'0,"-1"0"0"0"0,1 0 0 0 0,0 0 0 0 0,0-1 0 0 0,-1 0 0 0 0,1 1 0 0 0,0-1 0 0 0,0-1 0 0 0,0 1 0 0 0,0 0 0 0 0,5-2 0 0 0,-6 0-133 0 0,-1 1 0 0 0,1-1 0 0 0,-1 0 0 0 0,0 0 0 0 0,1 0 0 0 0,-1 0 0 0 0,0 0 0 0 0,0-1 0 0 0,0 1 0 0 0,-1-1 0 0 0,1 1 0 0 0,0-1 0 0 0,-1 1 0 0 0,2-6 0 0 0,2 0-192 0 0,0 0 0 0 0,1 0 0 0 0,-1 1 0 0 0,13-12 0 0 0,-11 13-1140 0 0,-2 0 0 0 0,1-1-1 0 0,-1 1 1 0 0,0-1 0 0 0,7-13 0 0 0,-7 6-2726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10.6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63 406 948 0 0,'10'-26'6479'0'0,"-11"30"-4943"0"0,-13 41 1919 0 0,2-10-3398 0 0,-2 18 647 0 0,-13 89 0 0 0,27-142-704 0 0,-5 74 449 0 0,5-69-406 0 0,0 0 0 0 0,1-1 0 0 0,-1 1 0 0 0,1 0 0 0 0,0-1 0 0 0,0 1 1 0 0,0-1-1 0 0,1 1 0 0 0,0-1 0 0 0,0 0 0 0 0,0 1 0 0 0,0-1 0 0 0,5 6 0 0 0,-5-9-32 0 0,-1 0-1 0 0,1 0 0 0 0,-1 0 1 0 0,1 0-1 0 0,0 0 0 0 0,-1-1 1 0 0,1 1-1 0 0,0-1 0 0 0,0 1 1 0 0,0-1-1 0 0,-1 0 0 0 0,1 0 1 0 0,0 0-1 0 0,0 0 0 0 0,0 0 1 0 0,-1 0-1 0 0,1 0 0 0 0,0 0 1 0 0,0-1-1 0 0,0 1 0 0 0,-1-1 1 0 0,1 0-1 0 0,0 1 0 0 0,-1-1 1 0 0,1 0-1 0 0,0 0 0 0 0,-1 0 1 0 0,1 0-1 0 0,-1 0 0 0 0,0 0 1 0 0,1 0-1 0 0,1-3 0 0 0,46-44 74 0 0,-48 47-80 0 0,18-23 5 0 0,-2-1-1 0 0,-1 0 1 0 0,-2-2-1 0 0,0 1 1 0 0,11-33 0 0 0,-9 21 233 0 0,37-63 1 0 0,-52 100-231 0 0,0-1 1 0 0,0 0 0 0 0,0 0-1 0 0,-1 1 1 0 0,1-1 0 0 0,1 0 0 0 0,-1 1-1 0 0,0-1 1 0 0,0 1 0 0 0,1-1-1 0 0,-1 1 1 0 0,1 0 0 0 0,-1-1-1 0 0,1 1 1 0 0,-1 0 0 0 0,1 0-1 0 0,0 0 1 0 0,0 0 0 0 0,-1 1-1 0 0,1-1 1 0 0,0 0 0 0 0,4 0-1 0 0,-4 2-9 0 0,0 1-1 0 0,0 0 1 0 0,0-1-1 0 0,0 1 0 0 0,0 0 1 0 0,0 0-1 0 0,0 0 1 0 0,0 1-1 0 0,-1-1 0 0 0,1 0 1 0 0,-1 1-1 0 0,0-1 1 0 0,0 1-1 0 0,0-1 0 0 0,1 5 1 0 0,29 73 30 0 0,-20-51-19 0 0,0-1 0 0 0,2 0 1 0 0,16 26-1 0 0,-28-51-23 0 0,1-1 0 0 0,0 1 0 0 0,-1-1 1 0 0,1 0-1 0 0,0 0 0 0 0,0 0 0 0 0,1 0 1 0 0,-1 0-1 0 0,0 0 0 0 0,1 0 0 0 0,-1-1 0 0 0,1 1 1 0 0,-1-1-1 0 0,1 0 0 0 0,0 0 0 0 0,0 0 1 0 0,-1 0-1 0 0,1 0 0 0 0,4 0 0 0 0,-2-1-29 0 0,0 0-1 0 0,0 0 0 0 0,0 0 1 0 0,0-1-1 0 0,0 0 0 0 0,-1 0 1 0 0,1 0-1 0 0,0-1 0 0 0,-1 1 1 0 0,9-5-1 0 0,0-2-64 0 0,-1 1 1 0 0,0-1-1 0 0,-1-1 0 0 0,0 0 1 0 0,0-1-1 0 0,-1 0 0 0 0,10-12 1 0 0,6-17-79 0 0,-2 0 1 0 0,-2-1 0 0 0,-1-2 0 0 0,-3 0-1 0 0,19-61 1 0 0,-12 34 64 0 0,54-141 1112 0 0,-77 208-808 0 0,0 8-69 0 0,3 19-21 0 0,3 31-11 0 0,0 29 4 0 0,-4 0-1 0 0,-3 0 1 0 0,-4 0 0 0 0,-17 103-1 0 0,10-125-269 0 0,10-62 233 0 0,3-3-49 0 0,-1-1 1 0 0,1-1-1 0 0,-1 1 0 0 0,0 0 0 0 0,1-1 0 0 0,-2 1 0 0 0,4-6 0 0 0,-4 5 0 0 0,13-21 43 0 0,0 0 1 0 0,2 1 0 0 0,0 0 0 0 0,23-24-1 0 0,-34 42-35 0 0,0 1-1 0 0,0 0 1 0 0,0 0 0 0 0,1 0-1 0 0,-1 0 1 0 0,1 1-1 0 0,0 0 1 0 0,1 0-1 0 0,-1 1 1 0 0,1-1-1 0 0,-1 1 1 0 0,1 1-1 0 0,0-1 1 0 0,0 1-1 0 0,0 1 1 0 0,1-1-1 0 0,-1 1 1 0 0,0 0 0 0 0,1 1-1 0 0,-1 0 1 0 0,13 1-1 0 0,-10 2-7 0 0,-1 0 1 0 0,1 1-1 0 0,-1 0 0 0 0,0 0 1 0 0,-1 1-1 0 0,1 0 0 0 0,-1 0 0 0 0,0 1 1 0 0,0 0-1 0 0,8 9 0 0 0,13 14 9 0 0,29 38 0 0 0,-30-33-3 0 0,-22-26-6 0 0,16 17-116 0 0,1 0 0 0 0,35 30 0 0 0,-51-49 57 0 0,0-1 1 0 0,1 1-1 0 0,0-1 0 0 0,0-1 1 0 0,0 0-1 0 0,0 0 1 0 0,1 0-1 0 0,0-1 1 0 0,-1 0-1 0 0,1-1 0 0 0,0 0 1 0 0,0 0-1 0 0,15 0 1 0 0,-20-2 33 0 0,-1-1 0 0 0,0 1 0 0 0,0-1 0 0 0,0 1 0 0 0,0-1 0 0 0,-1 0 1 0 0,1 0-1 0 0,0-1 0 0 0,0 1 0 0 0,0-1 0 0 0,-1 1 0 0 0,1-1 0 0 0,-1 0 0 0 0,1 0 1 0 0,-1 0-1 0 0,0 0 0 0 0,0 0 0 0 0,0 0 0 0 0,0-1 0 0 0,0 1 0 0 0,0-1 0 0 0,-1 1 1 0 0,1-1-1 0 0,-1 0 0 0 0,0 0 0 0 0,1 0 0 0 0,-1 1 0 0 0,-1-1 0 0 0,2-6 0 0 0,0 2-16 0 0,-1 0-1 0 0,0-1 0 0 0,0 1 1 0 0,0-1-1 0 0,-1 1 1 0 0,0-1-1 0 0,-1 1 0 0 0,0-1 1 0 0,0 1-1 0 0,-4-14 0 0 0,5 20 31 0 0,0 0-1 0 0,0-1 0 0 0,-1 1 1 0 0,1 0-1 0 0,0-1 0 0 0,-1 1 1 0 0,1 0-1 0 0,-1 0 0 0 0,0 0 1 0 0,1 0-1 0 0,-1-1 0 0 0,0 1 1 0 0,0 0-1 0 0,0 0 0 0 0,0 0 1 0 0,1 0-1 0 0,-1 0 1 0 0,-1 1-1 0 0,1-1 0 0 0,0 0 1 0 0,0 0-1 0 0,0 1 0 0 0,0-1 1 0 0,0 1-1 0 0,-1-1 0 0 0,1 1 1 0 0,0-1-1 0 0,-1 1 0 0 0,1 0 1 0 0,0 0-1 0 0,-1-1 0 0 0,1 1 1 0 0,0 0-1 0 0,-1 0 0 0 0,1 0 1 0 0,0 1-1 0 0,-1-1 0 0 0,1 0 1 0 0,0 0-1 0 0,0 1 0 0 0,-1-1 1 0 0,1 1-1 0 0,0-1 1 0 0,0 1-1 0 0,-1-1 0 0 0,1 1 1 0 0,0 0-1 0 0,0 0 0 0 0,0-1 1 0 0,0 1-1 0 0,0 0 0 0 0,-1 2 1 0 0,-3 1 0 0 0,0 1 1 0 0,0 0 0 0 0,1 0 0 0 0,0 1 0 0 0,0-1-1 0 0,0 1 1 0 0,1 0 0 0 0,0 0 0 0 0,-4 8 0 0 0,5-8-4 0 0,1-1 1 0 0,-1 1 0 0 0,1-1-1 0 0,0 1 1 0 0,0-1 0 0 0,0 1-1 0 0,1 0 1 0 0,0 0 0 0 0,0-1 0 0 0,1 1-1 0 0,-1 0 1 0 0,1-1 0 0 0,1 1-1 0 0,-1 0 1 0 0,1-1 0 0 0,0 1 0 0 0,0-1-1 0 0,0 0 1 0 0,1 0 0 0 0,-1 0-1 0 0,1 0 1 0 0,1 0 0 0 0,-1-1-1 0 0,1 1 1 0 0,0-1 0 0 0,6 6 0 0 0,-3-4-10 0 0,1-1 0 0 0,0 0 1 0 0,-1-1-1 0 0,2 0 1 0 0,-1 0-1 0 0,0-1 1 0 0,1 1-1 0 0,0-2 1 0 0,-1 1-1 0 0,1-2 1 0 0,0 1-1 0 0,0-1 1 0 0,0 0-1 0 0,0-1 1 0 0,1 0-1 0 0,9-1 1 0 0,-5-1 14 0 0,-1 0 1 0 0,0-1 0 0 0,0-1 0 0 0,0 0 0 0 0,0-1 0 0 0,-1 0 0 0 0,0-1 0 0 0,0 0 0 0 0,0-1 0 0 0,-1 0 0 0 0,0-1 0 0 0,0 0 0 0 0,0-1 0 0 0,-2 0-1 0 0,1 0 1 0 0,-1-1 0 0 0,13-18 0 0 0,-2 0 135 0 0,32-31-1 0 0,-44 50-76 0 0,1 1 1 0 0,0 0-1 0 0,1 0 1 0 0,-1 1-1 0 0,2 0 0 0 0,-1 1 1 0 0,13-6-1 0 0,-20 11-49 0 0,-1 0 0 0 0,1 0 0 0 0,0 0 0 0 0,0 1 0 0 0,0-1 0 0 0,0 1 0 0 0,-1 0 0 0 0,1-1 0 0 0,0 1 0 0 0,0 1 0 0 0,0-1 0 0 0,0 0 0 0 0,0 1 0 0 0,0-1 0 0 0,-1 1 0 0 0,1 0 0 0 0,0 0 0 0 0,0 0 0 0 0,2 2 0 0 0,0 0-2 0 0,0 0-1 0 0,-1 1 1 0 0,1-1-1 0 0,-1 1 1 0 0,1 0-1 0 0,-1 1 1 0 0,0-1-1 0 0,6 10 1 0 0,-1 2-35 0 0,0 0 0 0 0,-1 0 0 0 0,-1 0-1 0 0,-1 1 1 0 0,6 22 0 0 0,1 15-148 0 0,-5-19-118 0 0,22 64-1 0 0,-30-99 295 0 0,1 1-1 0 0,-1 0 1 0 0,0-1 0 0 0,0 1-1 0 0,0-1 1 0 0,1 1 0 0 0,-1-1-1 0 0,0 1 1 0 0,1-1 0 0 0,-1 1-1 0 0,0-1 1 0 0,1 0 0 0 0,-1 1-1 0 0,1-1 1 0 0,-1 1 0 0 0,1-1-1 0 0,-1 0 1 0 0,0 1 0 0 0,1-1 0 0 0,0 0-1 0 0,-1 0 1 0 0,1 1 0 0 0,-1-1-1 0 0,1 0 1 0 0,-1 0 0 0 0,1 0-1 0 0,-1 0 1 0 0,1 0 0 0 0,-1 0-1 0 0,1 0 1 0 0,0 0 0 0 0,-1 0-1 0 0,1 0 1 0 0,0 0 0 0 0,21-15-13 0 0,17-37 76 0 0,-34 45-49 0 0,75-135 294 0 0,-55 94 94 0 0,38-57 0 0 0,-60 101-362 0 0,45-55 774 0 0,-45 56-752 0 0,1-1-1 0 0,-1 1 1 0 0,1 0 0 0 0,0 1-1 0 0,0-1 1 0 0,0 1 0 0 0,0 0-1 0 0,1 0 1 0 0,-1 0 0 0 0,0 0-1 0 0,1 1 1 0 0,9-2 0 0 0,-11 3-44 0 0,0 0 1 0 0,0 1-1 0 0,0-1 1 0 0,0 1-1 0 0,0-1 0 0 0,0 1 1 0 0,-1 0-1 0 0,1 0 1 0 0,0 1-1 0 0,0-1 1 0 0,-1 0-1 0 0,1 1 0 0 0,0 0 1 0 0,-1-1-1 0 0,0 1 1 0 0,4 4-1 0 0,32 34 134 0 0,-36-38-146 0 0,-2-1-4 0 0,141 160-1464 0 0,-118-138 603 0 0,2-1 1 0 0,1-1-1 0 0,0-1 0 0 0,42 24 0 0 0,8-5-4322 0 0,-35-25 2214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24.7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39 280 0 0,'4'-11'1037'0'0,"14"-16"7458"0"0,-17 51-7857 0 0,-7 79 931 0 0,3-64-1020 0 0,2 65 0 0 0,2-98-521 0 0,-1-1 0 0 0,1 0 0 0 0,1 0 0 0 0,-1 1 0 0 0,1-1 0 0 0,0 0 0 0 0,0 0 0 0 0,0-1 0 0 0,1 1 0 0 0,0 0 1 0 0,0-1-1 0 0,0 0 0 0 0,0 0 0 0 0,5 5 0 0 0,5 3 41 0 0,1 0 0 0 0,29 18 0 0 0,-31-22-41 0 0,0 0 0 0 0,-1 0 0 0 0,0 1 0 0 0,-1 0 0 0 0,11 12 0 0 0,-18-16-2 0 0,-1 0 1 0 0,1 0 0 0 0,-1 0 0 0 0,0 0 0 0 0,0 1-1 0 0,-1-1 1 0 0,1 1 0 0 0,-1-1 0 0 0,-1 1-1 0 0,1-1 1 0 0,-1 1 0 0 0,0-1 0 0 0,0 1 0 0 0,0 0-1 0 0,-1-1 1 0 0,0 1 0 0 0,0-1 0 0 0,0 0 0 0 0,-1 1-1 0 0,0-1 1 0 0,0 0 0 0 0,-3 6 0 0 0,-1 2-544 0 0,0 0 1 0 0,-1-1-1 0 0,0 1 0 0 0,-1-1 1 0 0,-1-1-1 0 0,0 1 1 0 0,-18 16-1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25.1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0 225 324 0 0,'7'-9'494'0'0,"0"0"-1"0"0,0 0 1 0 0,0 1-1 0 0,2 1 1 0 0,-1-1-1 0 0,1 1 1 0 0,-1 0-1 0 0,2 1 1 0 0,-1 0-1 0 0,1 1 1 0 0,0 0-1 0 0,0 0 1 0 0,22-6-1 0 0,9 0-253 0 0,1 2 0 0 0,58-6 0 0 0,-35 6 161 0 0,-43 5-511 0 0,155-26-1111 0 0,-59 2-2379 0 0,-63 12 1673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25.4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421 28 724 0 0,'-22'-28'8377'0'0,"35"31"-7814"0"0,40 25 517 0 0,-2 2 1 0 0,-1 2 0 0 0,68 57 0 0 0,-56-41-625 0 0,76 46 1 0 0,-115-82-389 0 0,0 2 1 0 0,-1 0-1 0 0,-1 1 0 0 0,0 2 0 0 0,-1 0 1 0 0,-1 1-1 0 0,19 24 0 0 0,-34-36-15 0 0,-1 0 1 0 0,1 0-1 0 0,-1 0 1 0 0,-1 1-1 0 0,0-1 1 0 0,1 1-1 0 0,-2 0 0 0 0,1-1 1 0 0,-1 1-1 0 0,0 0 1 0 0,-1 0-1 0 0,1 0 0 0 0,-1 0 1 0 0,-1 0-1 0 0,1 0 1 0 0,-1 0-1 0 0,-1 0 1 0 0,1-1-1 0 0,-1 1 0 0 0,0 0 1 0 0,0-1-1 0 0,-1 1 1 0 0,0-1-1 0 0,-7 11 0 0 0,-7 10 161 0 0,-1-1-1 0 0,-2-1 0 0 0,0-1 0 0 0,-26 23 0 0 0,29-30-147 0 0,-297 262 953 0 0,22-22-579 0 0,249-213-725 0 0,3 2 0 0 0,-55 78-1 0 0,74-89-653 0 0,0 0-1 0 0,3 1 0 0 0,1 1 0 0 0,-22 71 0 0 0,23-67-1517 0 0,6-14-2589 0 0,4-11 1496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28.6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81 111 1036 0 0,'3'-14'1935'0'0,"-2"9"-1097"0"0,-1-1 1 0 0,1 1-1 0 0,0 0 0 0 0,1-1 1 0 0,-1 1-1 0 0,1 0 1 0 0,0 0-1 0 0,6-8 1939 0 0,-11 38-2067 0 0,-14 107 675 0 0,-20 114-246 0 0,-4-22-244 0 0,40-221-414 0 0,0-10-167 0 0,0-27-39 0 0,5-50-142 0 0,15-63 12 0 0,-14 92-117 0 0,3 2 0 0 0,1-1 0 0 0,25-75 0 0 0,-31 120-50 0 0,1 0 1 0 0,0-1-1 0 0,0 2 1 0 0,1-1 0 0 0,0 1-1 0 0,1-1 1 0 0,0 1-1 0 0,0 1 1 0 0,8-8-1 0 0,-12 13 7 0 0,0 0 0 0 0,1 1 0 0 0,-1-1 0 0 0,0 1-1 0 0,1-1 1 0 0,0 1 0 0 0,-1 0 0 0 0,1 0 0 0 0,0 0-1 0 0,-1 0 1 0 0,1 1 0 0 0,0-1 0 0 0,0 1 0 0 0,0-1-1 0 0,0 1 1 0 0,0 0 0 0 0,-1 0 0 0 0,1 1 0 0 0,0-1-1 0 0,0 0 1 0 0,0 1 0 0 0,0 0 0 0 0,-1 0 0 0 0,1 0-1 0 0,0 0 1 0 0,-1 0 0 0 0,1 0 0 0 0,0 1 0 0 0,-1-1-1 0 0,0 1 1 0 0,1-1 0 0 0,-1 1 0 0 0,0 0 0 0 0,0 0-1 0 0,2 3 1 0 0,3 2-29 0 0,0 1 0 0 0,-1-1 0 0 0,0 1 0 0 0,0 0 0 0 0,-1 1 0 0 0,0-1 0 0 0,-1 1 0 0 0,0 0 0 0 0,0 0 0 0 0,-1 1 0 0 0,0-1 0 0 0,0 1 0 0 0,-1 0 0 0 0,-1-1 0 0 0,0 1 0 0 0,0 0 0 0 0,-1 0 0 0 0,0 0 0 0 0,-1 11 0 0 0,-1-1 1 0 0,-1 0-1 0 0,-1 0 0 0 0,-1 0 1 0 0,-1-1-1 0 0,0 0 0 0 0,-1 0 0 0 0,-1 0 1 0 0,-14 23-1 0 0,11-27 17 0 0,8-11 14 0 0,0 0-1 0 0,-1 1 0 0 0,1-1 1 0 0,1 1-1 0 0,-1-1 1 0 0,1 1-1 0 0,-3 9 0 0 0,5-14-22 0 0,7 5-17 0 0,11 4 10 0 0,47-10-18 0 0,73 2-24 0 0,-122 0 73 0 0,-1 1 0 0 0,0 0-1 0 0,1 1 1 0 0,-1 1 0 0 0,0 1 0 0 0,21 9-1 0 0,-34-14 13 0 0,-1 1-1 0 0,1-1 0 0 0,-1 1 0 0 0,1 0 0 0 0,-1-1 1 0 0,1 1-1 0 0,-1 0 0 0 0,1 0 0 0 0,-1 0 0 0 0,0 0 1 0 0,0 0-1 0 0,0 1 0 0 0,1-1 0 0 0,-1 0 1 0 0,0 0-1 0 0,0 1 0 0 0,-1-1 0 0 0,1 1 0 0 0,0-1 1 0 0,0 1-1 0 0,-1-1 0 0 0,1 1 0 0 0,-1-1 0 0 0,1 1 1 0 0,-1 0-1 0 0,0-1 0 0 0,1 1 0 0 0,-1 0 0 0 0,0-1 1 0 0,0 1-1 0 0,0 0 0 0 0,-1-1 0 0 0,1 1 0 0 0,0-1 1 0 0,-1 1-1 0 0,1 0 0 0 0,0-1 0 0 0,-1 1 0 0 0,0-1 1 0 0,1 1-1 0 0,-1-1 0 0 0,-1 2 0 0 0,-4 6 1 0 0,-1 0 0 0 0,0 0 1 0 0,0-1-1 0 0,-1 0 0 0 0,-10 8 0 0 0,8-7-5 0 0,-16 14-41 0 0,-1-2 0 0 0,-1-1 0 0 0,-2-1 0 0 0,1-1 0 0 0,-57 24 0 0 0,78-39-394 0 0,0 0 0 0 0,0-1 1 0 0,-1 0-1 0 0,1 0 0 0 0,-1-1 1 0 0,-11 1-1 0 0,20-3 245 0 0,-1 1-1 0 0,1-1 0 0 0,0 1 1 0 0,-1-1-1 0 0,1 1 1 0 0,-1-1-1 0 0,1 1 0 0 0,0-1 1 0 0,-1 1-1 0 0,1-1 1 0 0,0 1-1 0 0,0-1 0 0 0,-1 0 1 0 0,1 1-1 0 0,0-1 1 0 0,0 0-1 0 0,0 1 1 0 0,0-1-1 0 0,0 0 0 0 0,0 1 1 0 0,0-1-1 0 0,0 1 1 0 0,0-1-1 0 0,0 0 0 0 0,0 1 1 0 0,0-1-1 0 0,0 0 1 0 0,1 1-1 0 0,-1-1 1 0 0,0 1-1 0 0,0-1 0 0 0,1 0 1 0 0,0 0-1 0 0,6-11-2879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29.4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287 1 304 0 0,'-14'5'532'0'0,"1"1"0"0"0,0 1 0 0 0,0 0 0 0 0,0 1 0 0 0,1 0-1 0 0,0 1 1 0 0,1 0 0 0 0,0 1 0 0 0,0 0 0 0 0,-13 17 0 0 0,-44 64 1151 0 0,30-29-556 0 0,33-53-993 0 0,0 0 0 0 0,1 1 1 0 0,0 0-1 0 0,1 0 0 0 0,0 0 1 0 0,0 1-1 0 0,1-1 0 0 0,0 1 1 0 0,0 11-1 0 0,2-19-103 0 0,0 0 0 0 0,-1 0 0 0 0,2 0 0 0 0,-1 0 0 0 0,0 0 0 0 0,0 0 0 0 0,1 0 0 0 0,0 0 0 0 0,-1 0 0 0 0,1 0 0 0 0,0 0 1 0 0,1-1-1 0 0,-1 1 0 0 0,0 0 0 0 0,1-1 0 0 0,-1 1 0 0 0,1-1 0 0 0,0 1 0 0 0,0-1 0 0 0,0 0 0 0 0,0 1 0 0 0,0-1 0 0 0,1 0 0 0 0,-1-1 0 0 0,1 1 0 0 0,-1 0 0 0 0,1-1 0 0 0,0 1 0 0 0,-1-1 0 0 0,1 0 0 0 0,0 0 1 0 0,0 0-1 0 0,0 0 0 0 0,0-1 0 0 0,4 2 0 0 0,1-2-1 0 0,0-1 1 0 0,0 1-1 0 0,0-1 1 0 0,0-1-1 0 0,0 1 1 0 0,-1-1-1 0 0,1 0 1 0 0,0-1-1 0 0,-1 0 1 0 0,0 0-1 0 0,0-1 1 0 0,0 0-1 0 0,11-8 1 0 0,1-2 15 0 0,-1 0 1 0 0,0-1-1 0 0,21-25 1 0 0,12-24 47 0 0,-41 49-70 0 0,1 0 0 0 0,0 1 1 0 0,1 1-1 0 0,0 0 0 0 0,1 0 0 0 0,0 1 0 0 0,24-16 0 0 0,-35 27-21 0 0,-1 0-1 0 0,1 0 1 0 0,0 1-1 0 0,-1-1 0 0 0,1 0 1 0 0,0 1-1 0 0,-1-1 1 0 0,1 1-1 0 0,0-1 0 0 0,0 1 1 0 0,-1 0-1 0 0,1 0 0 0 0,0 0 1 0 0,0 0-1 0 0,-1 0 1 0 0,1 0-1 0 0,0 1 0 0 0,0-1 1 0 0,-1 0-1 0 0,1 1 0 0 0,0 0 1 0 0,0-1-1 0 0,-1 1 1 0 0,1 0-1 0 0,2 1 0 0 0,-1 1 4 0 0,0 0-1 0 0,0 0 0 0 0,-1 0 0 0 0,1 0 0 0 0,-1 1 0 0 0,1-1 0 0 0,-1 1 0 0 0,0-1 0 0 0,-1 1 0 0 0,4 7 1 0 0,0 6 11 0 0,-1 0 1 0 0,0 0 0 0 0,-1 0-1 0 0,1 25 1 0 0,-3 108 28 0 0,39-239 83 0 0,-32 73-113 0 0,1 1-1 0 0,0 1 1 0 0,1 0-1 0 0,1 0 0 0 0,0 1 1 0 0,0 0-1 0 0,1 1 1 0 0,20-15-1 0 0,-26 23-10 0 0,-1 0 0 0 0,1 0-1 0 0,0 0 1 0 0,0 1 0 0 0,0 0 0 0 0,0 0 0 0 0,1 1-1 0 0,-1 0 1 0 0,1 0 0 0 0,-1 0 0 0 0,1 1-1 0 0,0 0 1 0 0,0 0 0 0 0,0 1 0 0 0,-1 0 0 0 0,1 0-1 0 0,0 1 1 0 0,0-1 0 0 0,0 1 0 0 0,-1 1-1 0 0,1 0 1 0 0,-1 0 0 0 0,13 5 0 0 0,-12-3-6 0 0,1 1 1 0 0,0 0-1 0 0,-1 1 1 0 0,0 0-1 0 0,-1 0 1 0 0,1 0-1 0 0,5 8 1 0 0,-8-9-2 0 0,0-1 1 0 0,-1 0 0 0 0,0 1-1 0 0,0 0 1 0 0,0 0 0 0 0,0 0-1 0 0,-1 0 1 0 0,0 0 0 0 0,0 0-1 0 0,-1 1 1 0 0,1-1 0 0 0,0 10 0 0 0,-2-12-2 0 0,-1 1 1 0 0,1-1 0 0 0,-1 0 0 0 0,0 0 0 0 0,0 0 0 0 0,-1 0 0 0 0,1 0 0 0 0,-1 0-1 0 0,1 0 1 0 0,-1 0 0 0 0,0 0 0 0 0,0-1 0 0 0,0 1 0 0 0,0-1 0 0 0,-1 0 0 0 0,1 1 0 0 0,-4 1-1 0 0,5-3 7 0 0,0 0 0 0 0,-1 0 0 0 0,1 0 0 0 0,0 0 0 0 0,-1 0-1 0 0,1-1 1 0 0,0 1 0 0 0,-1-1 0 0 0,1 1 0 0 0,-1-1 0 0 0,1 1-1 0 0,-1-1 1 0 0,1 0 0 0 0,-1 0 0 0 0,1 1 0 0 0,-1-1-1 0 0,1 0 1 0 0,-1 0 0 0 0,1-1 0 0 0,-1 1 0 0 0,1 0 0 0 0,-1-1-1 0 0,1 1 1 0 0,-1 0 0 0 0,1-1 0 0 0,0 0 0 0 0,-1 1 0 0 0,1-1-1 0 0,0 0 1 0 0,-1 0 0 0 0,1 0 0 0 0,0 1 0 0 0,0-1-1 0 0,0 0 1 0 0,0-1 0 0 0,0 1 0 0 0,0 0 0 0 0,0 0 0 0 0,0 0-1 0 0,-1-3 1 0 0,0 1 11 0 0,0 0-1 0 0,1 0 1 0 0,0-1-1 0 0,0 1 1 0 0,0 0-1 0 0,0 0 1 0 0,0-1-1 0 0,0 1 0 0 0,1 0 1 0 0,-1-1-1 0 0,1 1 1 0 0,0-1-1 0 0,0 1 1 0 0,1 0-1 0 0,-1-1 1 0 0,2-5-1 0 0,0 2 8 0 0,1 0 0 0 0,0 0 0 0 0,0 0 0 0 0,0 0 0 0 0,1 1 0 0 0,0-1-1 0 0,6-7 1 0 0,2 0 36 0 0,1 0 1 0 0,0 1-1 0 0,0 0 0 0 0,1 1 0 0 0,25-15 0 0 0,-27 20-11 0 0,1 0-1 0 0,0 1 1 0 0,1 0-1 0 0,-1 1 1 0 0,1 1-1 0 0,0 0 1 0 0,0 1-1 0 0,0 0 1 0 0,1 1 0 0 0,-1 1-1 0 0,0 0 1 0 0,1 1-1 0 0,-1 0 1 0 0,18 4-1 0 0,-25-3-74 0 0,-1 0-1 0 0,1 1 1 0 0,-1 0-1 0 0,0 0 1 0 0,1 0-1 0 0,-1 1 1 0 0,0 0-1 0 0,-1 0 0 0 0,1 1 1 0 0,0-1-1 0 0,-1 1 1 0 0,0 1-1 0 0,0-1 1 0 0,0 1-1 0 0,-1-1 1 0 0,1 1-1 0 0,-1 1 1 0 0,0-1-1 0 0,-1 1 1 0 0,1-1-1 0 0,-1 1 1 0 0,0 0-1 0 0,0 0 1 0 0,-1 0-1 0 0,0 1 1 0 0,0-1-1 0 0,-1 1 1 0 0,1-1-1 0 0,-1 1 0 0 0,-1-1 1 0 0,1 1-1 0 0,-2 11 1 0 0,-1 48-2044 0 0,-2-21-4119 0 0,0-31 3196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31.0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460 7 584 0 0,'1'0'181'0'0,"-1"-1"-1"0"0,1 0 1 0 0,0 1 0 0 0,-1-1 0 0 0,1 1-1 0 0,0-1 1 0 0,0 1 0 0 0,-1-1-1 0 0,1 1 1 0 0,0 0 0 0 0,0-1 0 0 0,0 1-1 0 0,0 0 1 0 0,-1 0 0 0 0,1 0-1 0 0,0 0 1 0 0,0 0 0 0 0,0-1-1 0 0,0 1 1 0 0,0 1 0 0 0,0-1 0 0 0,-1 0-1 0 0,1 0 1 0 0,0 0 0 0 0,0 0-1 0 0,0 1 1 0 0,0-1 0 0 0,-1 0-1 0 0,2 1 1 0 0,1 1 45 0 0,-1 0 0 0 0,0-1-1 0 0,0 1 1 0 0,0 0 0 0 0,0 1 0 0 0,0-1-1 0 0,0 0 1 0 0,-1 0 0 0 0,3 5 0 0 0,22 57 1491 0 0,-4 22-903 0 0,-4 1-1 0 0,-3 0 0 0 0,-5 1 0 0 0,-3 1 1 0 0,-8 153-1 0 0,3-215-650 0 0,-1-24-137 0 0,0 0 1 0 0,-1 1-1 0 0,1-1 0 0 0,-1 0 0 0 0,1 0 0 0 0,-1 0 1 0 0,0 0-1 0 0,-1 0 0 0 0,1 1 0 0 0,0-1 0 0 0,-1 0 1 0 0,0 0-1 0 0,0 0 0 0 0,0 0 0 0 0,0 0 0 0 0,0 0 1 0 0,-2 4-1 0 0,2-7 50 0 0,-3-3-65 0 0,1 0 0 0 0,-1 0 0 0 0,1-1-1 0 0,0 1 1 0 0,0-1 0 0 0,1 1 0 0 0,-5-9-1 0 0,1 3 26 0 0,-16-22 36 0 0,-23-48 0 0 0,28 47-53 0 0,-1 0 0 0 0,-38-48 0 0 0,50 73-22 0 0,0 0 1 0 0,-1 0 0 0 0,0 0 0 0 0,0 1 0 0 0,-1 0 0 0 0,0 0 0 0 0,0 1-1 0 0,0 0 1 0 0,0 1 0 0 0,-1 0 0 0 0,0 0 0 0 0,1 0 0 0 0,-2 1 0 0 0,-16-3-1 0 0,17 5 0 0 0,0 1 0 0 0,0 1 0 0 0,0 0 0 0 0,1 0 0 0 0,-1 0 0 0 0,0 1 0 0 0,1 1 0 0 0,-1-1 0 0 0,1 1 0 0 0,0 1 0 0 0,0-1 0 0 0,0 1 0 0 0,1 1 0 0 0,-1 0 0 0 0,1 0 0 0 0,0 0 0 0 0,0 1 0 0 0,-11 11 0 0 0,7-6 8 0 0,1 1 0 0 0,0 0 0 0 0,0 0 0 0 0,1 1 0 0 0,1 0 0 0 0,0 1 0 0 0,1 0 0 0 0,0 0 0 0 0,-8 27 0 0 0,12-29 10 0 0,0 0 0 0 0,1-1 1 0 0,1 1-1 0 0,0 0 0 0 0,0 0 0 0 0,1 0 0 0 0,1 0 0 0 0,0 0 1 0 0,1 0-1 0 0,4 15 0 0 0,-5-22-13 0 0,1 0 0 0 0,0 0 0 0 0,0 1 0 0 0,1-1 0 0 0,-1-1 0 0 0,1 1 0 0 0,0 0 0 0 0,1-1 0 0 0,-1 1 0 0 0,1-1 0 0 0,0 0 0 0 0,0 0 0 0 0,0-1 0 0 0,0 1 0 0 0,1-1 0 0 0,0 0 0 0 0,-1 0 0 0 0,1 0 0 0 0,0-1 0 0 0,0 0 0 0 0,0 0 0 0 0,1 0 0 0 0,-1 0 0 0 0,6 0 0 0 0,7 0-48 0 0,-1 0 0 0 0,1-2 0 0 0,0 0 1 0 0,-1-1-1 0 0,1 0 0 0 0,-1-2 0 0 0,0 0 1 0 0,1-1-1 0 0,-1 0 0 0 0,-1-2 0 0 0,22-9 1 0 0,6-5-220 0 0,-1-2 1 0 0,75-52-1 0 0,-64 33 1 0 0,66-65 0 0 0,-62 53 83 0 0,4-13 376 0 0,-62 65-142 0 0,1 6-38 0 0,0 0-1 0 0,0 0 1 0 0,-1 0-1 0 0,0 0 1 0 0,0 0-1 0 0,-1 9 0 0 0,1-13-9 0 0,-1 8 4 0 0,-1 23 55 0 0,4 63-1 0 0,-2-88-52 0 0,1 1 0 0 0,0-1 0 0 0,0 0 1 0 0,1 0-1 0 0,0 1 0 0 0,0-1 0 0 0,1-1 0 0 0,0 1 0 0 0,0 0 0 0 0,1-1 0 0 0,0 1 0 0 0,0-1 0 0 0,0 0 0 0 0,8 8 0 0 0,-10-13-9 0 0,0 0 0 0 0,0-1 1 0 0,-1 1-1 0 0,1-1 0 0 0,0 1 0 0 0,0-1 0 0 0,0 0 0 0 0,0 0 0 0 0,0 0 0 0 0,0 0 0 0 0,-1 0 0 0 0,1 0 0 0 0,0-1 0 0 0,0 1 0 0 0,0 0 0 0 0,0-1 0 0 0,-1 0 0 0 0,1 1 0 0 0,0-1 0 0 0,0 0 1 0 0,-1 0-1 0 0,1 0 0 0 0,-1 0 0 0 0,1 0 0 0 0,2-3 0 0 0,40-31-27 0 0,-16 5 7 0 0,-1-2-1 0 0,36-53 1 0 0,-36 46 68 0 0,51-57 0 0 0,-59 74 54 0 0,-15 16-46 0 0,0 1 0 0 0,1-1 0 0 0,-1 1 0 0 0,1 0 0 0 0,0 0 0 0 0,1 1 0 0 0,-1-1 0 0 0,1 1 0 0 0,0 0 0 0 0,12-5 0 0 0,-17 9-12 0 0,1 0-32 0 0,-1 0-1 0 0,1 1 1 0 0,0-1-1 0 0,-1 1 0 0 0,1-1 1 0 0,-1 1-1 0 0,1 0 0 0 0,-1 0 1 0 0,1 0-1 0 0,-1 0 0 0 0,1 0 1 0 0,-1 0-1 0 0,0 0 1 0 0,0 0-1 0 0,1 0 0 0 0,-1 0 1 0 0,0 1-1 0 0,0-1 0 0 0,0 0 1 0 0,0 1-1 0 0,0-1 0 0 0,-1 1 1 0 0,1 0-1 0 0,0-1 0 0 0,-1 1 1 0 0,1-1-1 0 0,-1 1 1 0 0,1 2-1 0 0,8 57 220 0 0,-8-44-182 0 0,1-8-31 0 0,1 19 43 0 0,2 1-1 0 0,10 35 1 0 0,-13-57-51 0 0,0 0 0 0 0,1 0 0 0 0,0 0 0 0 0,0-1 0 0 0,1 1 0 0 0,-1-1 1 0 0,2 0-1 0 0,-1 0 0 0 0,1 0 0 0 0,-1 0 0 0 0,2-1 0 0 0,-1 0 0 0 0,0 0 0 0 0,8 5 0 0 0,-8-7-11 0 0,0-1-1 0 0,1 1 0 0 0,-1-1 1 0 0,0-1-1 0 0,1 1 0 0 0,-1-1 1 0 0,1 0-1 0 0,-1 0 0 0 0,1 0 1 0 0,0-1-1 0 0,-1 0 1 0 0,1 0-1 0 0,0-1 0 0 0,-1 1 1 0 0,1-1-1 0 0,-1 0 0 0 0,1-1 1 0 0,-1 1-1 0 0,1-1 0 0 0,-1 0 1 0 0,0-1-1 0 0,0 1 1 0 0,0-1-1 0 0,0 0 0 0 0,-1 0 1 0 0,8-7-1 0 0,7-5-11 0 0,-1-1-1 0 0,-1-1 1 0 0,0 0 0 0 0,26-37 0 0 0,93-163 91 0 0,-101 156 226 0 0,-29 51-191 0 0,-3 7-83 0 0,0 11-46 0 0,-2-6-4 0 0,-1 43 6 0 0,-5-22 62 0 0,-1 0-1 0 0,-18 41 1 0 0,5-13-7 0 0,16-43-10 0 0,1 0 0 0 0,0 1 0 0 0,0 0 0 0 0,0-1 0 0 0,1 1 1 0 0,0 0-1 0 0,1 0 0 0 0,1 13 0 0 0,0-17 2 0 0,0 0-1 0 0,0 1 1 0 0,0-1-1 0 0,1 0 1 0 0,0-1-1 0 0,0 1 1 0 0,1 0 0 0 0,-1 0-1 0 0,1-1 1 0 0,0 0-1 0 0,0 1 1 0 0,0-1 0 0 0,1 0-1 0 0,0 0 1 0 0,7 6-1 0 0,-1-3 0 0 0,0 0 1 0 0,0 0-1 0 0,1 0 0 0 0,0-2 0 0 0,0 1 0 0 0,0-1 0 0 0,1-1 0 0 0,-1 0 0 0 0,1-1 0 0 0,0 0 1 0 0,1 0-1 0 0,-1-2 0 0 0,0 1 0 0 0,1-2 0 0 0,-1 1 0 0 0,20-3 0 0 0,-14-1-25 0 0,-2 0-1 0 0,1-2 0 0 0,0 1 1 0 0,-1-2-1 0 0,0 0 1 0 0,0-1-1 0 0,-1-1 0 0 0,0 0 1 0 0,0-1-1 0 0,-1 0 1 0 0,21-19-1 0 0,-11 7-8 0 0,-2-1-1 0 0,0-1 1 0 0,31-45 0 0 0,-42 53 8 0 0,-1 0 0 0 0,-1-1 1 0 0,-1-1-1 0 0,0 1 0 0 0,-1-1 1 0 0,0 0-1 0 0,6-31 0 0 0,-13 15 85 0 0,1 32-90 0 0,-1-1 0 0 0,0 1 0 0 0,0-1 0 0 0,0 1 0 0 0,0-1 0 0 0,-1 1 0 0 0,1-1 0 0 0,0 1 0 0 0,-1-1 0 0 0,1 1 0 0 0,-1-1 0 0 0,1 1 0 0 0,-1 0 0 0 0,0-1 0 0 0,0 1 0 0 0,1 0-1 0 0,-3-2 1 0 0,2 4 9 0 0,-1 0 0 0 0,1 0 0 0 0,-1 0-1 0 0,1 0 1 0 0,-1 1 0 0 0,1-1 0 0 0,0 0-1 0 0,0 1 1 0 0,0-1 0 0 0,0 1 0 0 0,0-1-1 0 0,0 1 1 0 0,0 0 0 0 0,0-1 0 0 0,1 1-1 0 0,-2 3 1 0 0,-12 30 249 0 0,12-23-132 0 0,0-1 0 0 0,1 1 0 0 0,0 0 0 0 0,1 0 0 0 0,0-1 0 0 0,1 1 0 0 0,0 0 0 0 0,1-1 0 0 0,0 1 0 0 0,1-1 0 0 0,8 23 0 0 0,-8-27-266 0 0,0 1-1 0 0,1-1 1 0 0,0 1 0 0 0,0-1 0 0 0,1 0-1 0 0,0-1 1 0 0,0 1 0 0 0,0-1 0 0 0,1 0-1 0 0,0 0 1 0 0,0-1 0 0 0,1 1 0 0 0,-1-1-1 0 0,1-1 1 0 0,0 1 0 0 0,1-1 0 0 0,13 5-1 0 0,-20-8-46 0 0,1-1 0 0 0,-1 0 0 0 0,1 1 0 0 0,-1-1 0 0 0,1 0-1 0 0,-1 0 1 0 0,0 0 0 0 0,1 0 0 0 0,-1 0 0 0 0,1 0 0 0 0,-1 0 0 0 0,1-1-1 0 0,-1 1 1 0 0,0 0 0 0 0,1-1 0 0 0,-1 1 0 0 0,0-1 0 0 0,1 0 0 0 0,-1 1-1 0 0,0-1 1 0 0,0 0 0 0 0,1 0 0 0 0,-1 0 0 0 0,1-1 0 0 0,14-20-7134 0 0,-10 8 3609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31.4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92 732 0 0,'-1'-2'257'0'0,"0"0"1"0"0,0-1-1 0 0,0 1 0 0 0,0 0 1 0 0,0-1-1 0 0,1 1 0 0 0,-1-1 1 0 0,1 1-1 0 0,-1-1 0 0 0,1 1 0 0 0,0-1 1 0 0,0 1-1 0 0,0-1 0 0 0,1 1 1 0 0,-1-1-1 0 0,0 1 0 0 0,1-1 1 0 0,0 1-1 0 0,0-1 0 0 0,-1 1 1 0 0,1 0-1 0 0,1-1 0 0 0,-1 1 1 0 0,0 0-1 0 0,1 0 0 0 0,1-3 0 0 0,1 2-143 0 0,-1 1-1 0 0,0-1 0 0 0,1 1 0 0 0,-1 0 0 0 0,1 0 1 0 0,0 0-1 0 0,0 0 0 0 0,-1 1 0 0 0,1 0 0 0 0,0-1 0 0 0,0 1 1 0 0,1 1-1 0 0,-1-1 0 0 0,0 1 0 0 0,0-1 0 0 0,5 2 1 0 0,66 5-1937 0 0,-32-1-2083 0 0,-21-4 1723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31.8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519 56 680 0 0,'0'0'2006'0'0,"-2"4"-968"0"0,-6 29 290 0 0,1 0 1 0 0,2 0-1 0 0,1 0 1 0 0,2 1-1 0 0,1-1 1 0 0,5 53-1 0 0,-2-13-468 0 0,-3 0 0 0 0,-3-1 0 0 0,-3 1 0 0 0,-22 93 0 0 0,29-164-833 0 0,-1 0 0 0 0,1 1 0 0 0,-1-1 0 0 0,0 0 0 0 0,1 0 0 0 0,-1 0 0 0 0,0 0 0 0 0,0 0 1 0 0,0 0-1 0 0,-1 0 0 0 0,1-1 0 0 0,-2 3 0 0 0,2-3-15 0 0,1-1 0 0 0,-1 1 1 0 0,0-1-1 0 0,1 0 0 0 0,-1 1 0 0 0,0-1 1 0 0,0 1-1 0 0,1-1 0 0 0,-1 0 0 0 0,0 0 1 0 0,0 1-1 0 0,0-1 0 0 0,1 0 0 0 0,-1 0 1 0 0,0 0-1 0 0,0 0 0 0 0,0 0 0 0 0,0 0 1 0 0,1 0-1 0 0,-1 0 0 0 0,0-1 0 0 0,-1 1 0 0 0,-2-2 4 0 0,0 0-1 0 0,1 0 0 0 0,-1 0 0 0 0,1-1 0 0 0,-1 1 0 0 0,1-1 1 0 0,0 0-1 0 0,0 0 0 0 0,0 0 0 0 0,0 0 0 0 0,-2-5 0 0 0,-16-19 8 0 0,-1 0 0 0 0,-30-26 0 0 0,44 46-21 0 0,0 0 0 0 0,0 0 0 0 0,-1 0 0 0 0,0 1 0 0 0,-1 1 0 0 0,0-1 0 0 0,1 2 0 0 0,-1-1 0 0 0,-1 1 0 0 0,-19-5 0 0 0,25 9 0 0 0,-1-1 0 0 0,1 0 0 0 0,0 1-1 0 0,-1 0 1 0 0,1 1 0 0 0,0-1 0 0 0,-1 1 0 0 0,1 0 0 0 0,0 0-1 0 0,0 1 1 0 0,0-1 0 0 0,0 1 0 0 0,0 0 0 0 0,0 0 0 0 0,0 1-1 0 0,0 0 1 0 0,1 0 0 0 0,0 0 0 0 0,-1 0 0 0 0,1 0 0 0 0,0 1-1 0 0,1 0 1 0 0,-1 0 0 0 0,-5 8 0 0 0,4-4 3 0 0,0 0-1 0 0,0 0 1 0 0,1 1-1 0 0,1 0 1 0 0,-1 0-1 0 0,1 0 1 0 0,1 0 0 0 0,-1 0-1 0 0,2 1 1 0 0,-1-1-1 0 0,1 1 1 0 0,1-1-1 0 0,0 11 1 0 0,1-14-4 0 0,0-1-1 0 0,0 1 1 0 0,0-1 0 0 0,1 1-1 0 0,0-1 1 0 0,0 0 0 0 0,1 0-1 0 0,-1 0 1 0 0,1 0 0 0 0,0 0-1 0 0,0 0 1 0 0,1-1 0 0 0,-1 1-1 0 0,1-1 1 0 0,0 0 0 0 0,0 0-1 0 0,1-1 1 0 0,-1 1 0 0 0,1-1-1 0 0,0 0 1 0 0,0 0 0 0 0,0-1-1 0 0,10 5 1 0 0,1-1-21 0 0,0 0 1 0 0,1-1-1 0 0,0-1 0 0 0,0 0 0 0 0,0-1 1 0 0,27 1-1 0 0,-5-4-141 0 0,-1-2 0 0 0,0-1 0 0 0,0-2 1 0 0,-1-1-1 0 0,1-3 0 0 0,-1 0 0 0 0,-1-3 0 0 0,0-1 0 0 0,46-24 0 0 0,-56 25 45 0 0,-2-2-1 0 0,1-1 1 0 0,-2 0-1 0 0,0-2 0 0 0,-1-1 1 0 0,-1-1-1 0 0,-1 0 1 0 0,0-2-1 0 0,-2 0 0 0 0,0-1 1 0 0,-1-1-1 0 0,-2-1 1 0 0,18-35-1 0 0,-22 32 45 0 0,-2 0 0 0 0,-1 0 0 0 0,-1-1 0 0 0,-1-1 0 0 0,3-42 0 0 0,-6 24 63 0 0,-2-1-1 0 0,-8-72 0 0 0,4 93 318 0 0,0 1-1 0 0,-2 0 0 0 0,-9-28 1 0 0,13 53-1 0 0,0 5-90 0 0,-4 28 102 0 0,2 1-1 0 0,1 0 1 0 0,1 0-1 0 0,8 60 1 0 0,-1 7 87 0 0,-4-30-172 0 0,1-24-29 0 0,-7 81 1 0 0,-42 169-653 0 0,28-194-593 0 0,16-94 756 0 0,-6 58-833 0 0,7-63 810 0 0,1 1-1 0 0,0-1 0 0 0,0 0 0 0 0,0 0 1 0 0,0 0-1 0 0,1 0 0 0 0,-1 0 0 0 0,1 0 1 0 0,0 1-1 0 0,-1-1 0 0 0,1 0 0 0 0,1 0 1 0 0,-1-1-1 0 0,0 1 0 0 0,1 0 0 0 0,1 3 1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32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12 681 324 0 0,'-1'-2'457'0'0,"0"0"1"0"0,0 1-1 0 0,0-1 0 0 0,0 0 0 0 0,0 0 1 0 0,0 0-1 0 0,0 0 0 0 0,0 1 1 0 0,1-1-1 0 0,-1 0 0 0 0,1-1 0 0 0,-1 1 1 0 0,1 0-1 0 0,0-3 0 0 0,1 4-282 0 0,1-1 0 0 0,0 1-1 0 0,-1-1 1 0 0,1 1 0 0 0,0 0 0 0 0,0 0-1 0 0,0 0 1 0 0,0 0 0 0 0,0 0 0 0 0,0 0-1 0 0,0 0 1 0 0,0 1 0 0 0,4-2 0 0 0,82-17 1232 0 0,-29 7-973 0 0,60-13-96 0 0,68-19-1304 0 0,-164 37 585 0 0,-1-1 1 0 0,0-1 0 0 0,0-1-1 0 0,-1-1 1 0 0,37-25 0 0 0,-49 28 255 0 0,0 0 1 0 0,0-1-1 0 0,-1 0 0 0 0,0 0 1 0 0,0-1-1 0 0,-1 0 0 0 0,-1 0 1 0 0,1-1-1 0 0,-2 1 1 0 0,1-1-1 0 0,-2-1 0 0 0,0 1 1 0 0,0-1-1 0 0,-1 0 1 0 0,0 0-1 0 0,-1 0 0 0 0,1-19 1 0 0,-1 6 411 0 0,-2 0 0 0 0,-1 1 0 0 0,-1-1 0 0 0,-1 1 0 0 0,-2 0 1 0 0,0 0-1 0 0,-16-44 0 0 0,21 68-262 0 0,0 0 0 0 0,0-1 0 0 0,0 1 0 0 0,0 0 1 0 0,0 0-1 0 0,0-1 0 0 0,0 1 0 0 0,0 0 0 0 0,0 0 0 0 0,0 0 0 0 0,0-1 0 0 0,-1 1 1 0 0,1 0-1 0 0,0 0 0 0 0,0 0 0 0 0,0-1 0 0 0,0 1 0 0 0,0 0 0 0 0,-1 0 1 0 0,1 0-1 0 0,0 0 0 0 0,0 0 0 0 0,0-1 0 0 0,-1 1 0 0 0,1 0 0 0 0,0 0 1 0 0,0 0-1 0 0,0 0 0 0 0,-1 0 0 0 0,1 0 0 0 0,0 0 0 0 0,0 0 0 0 0,-1 0 1 0 0,1 0-1 0 0,0 0 0 0 0,0 0 0 0 0,0 0 0 0 0,-1 0 0 0 0,1 0 0 0 0,0 0 1 0 0,0 0-1 0 0,-1 0 0 0 0,1 0 0 0 0,0 0 0 0 0,0 0 0 0 0,0 0 0 0 0,-1 0 1 0 0,1 0-1 0 0,0 1 0 0 0,0-1 0 0 0,0 0 0 0 0,-1 0 0 0 0,1 0 0 0 0,0 0 1 0 0,0 1-1 0 0,0-1 0 0 0,0 0 0 0 0,-1 0 0 0 0,1 1 0 0 0,-13 21 692 0 0,-4 31 55 0 0,3 53 509 0 0,5 1 0 0 0,5 120 0 0 0,5-172-536 0 0,12 87-1 0 0,-13-142-733 0 0,0 1 0 0 0,0-1 0 0 0,0 0 0 0 0,0 1 0 0 0,0-1 0 0 0,0 1 0 0 0,0-1 0 0 0,0 0 0 0 0,0 1 0 0 0,0-1 0 0 0,1 0 0 0 0,-1 1 0 0 0,0-1 0 0 0,0 1 0 0 0,0-1 0 0 0,0 0 0 0 0,1 1 0 0 0,-1-1 0 0 0,0 0 0 0 0,0 1 0 0 0,1-1 0 0 0,-1 0 0 0 0,0 0 0 0 0,1 1 0 0 0,-1-1 0 0 0,0 0 0 0 0,1 0 0 0 0,-1 0 0 0 0,0 1 1 0 0,1-1-1 0 0,-1 0 0 0 0,0 0 0 0 0,1 0 0 0 0,-1 0 0 0 0,0 0 0 0 0,1 1 0 0 0,13-11 104 0 0,8-24-12 0 0,-15 18-55 0 0,14-30 37 0 0,35-58 1 0 0,-50 94-16 0 0,1 0 0 0 0,0 0 0 0 0,0 0 0 0 0,1 1 0 0 0,1 0 0 0 0,-1 1 0 0 0,2 0 0 0 0,-1 0 0 0 0,1 1 1 0 0,0 0-1 0 0,15-8 0 0 0,-21 13-36 0 0,0 1 1 0 0,0-1-1 0 0,0 1 0 0 0,0 0 1 0 0,0 0-1 0 0,0 0 1 0 0,1 0-1 0 0,-1 1 1 0 0,0 0-1 0 0,0 0 0 0 0,1 0 1 0 0,-1 0-1 0 0,0 1 1 0 0,0-1-1 0 0,0 1 1 0 0,1 0-1 0 0,-1 0 0 0 0,7 4 1 0 0,-6-2 7 0 0,0 0 0 0 0,-1 1-1 0 0,1-1 1 0 0,-1 1 0 0 0,1 0 0 0 0,-1 1 0 0 0,-1-1 0 0 0,1 1 0 0 0,-1-1 0 0 0,1 1 0 0 0,-1 0-1 0 0,3 7 1 0 0,1 4-110 0 0,-1 1 0 0 0,0 0 0 0 0,-1 1 0 0 0,-1-1 0 0 0,-1 1-1 0 0,0 0 1 0 0,0 31 0 0 0,-4-28-654 0 0,-1-1 0 0 0,-1 0-1 0 0,-1 0 1 0 0,-7 23 0 0 0,-4 8-5806 0 0,12-43 4605 0 0,-3 8-2138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33.0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53 1036 0 0,'-7'4'8642'0'0,"30"-1"-6585"0"0,38 0-1559 0 0,393-13 3423 0 0,-198 2-2474 0 0,-19 0-272 0 0,114-1 683 0 0,-299 5-1120 0 0,-84-19-4933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33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108 0 304 0 0,'9'2'7207'0'0,"46"23"-5360"0"0,-35-12-1300 0 0,0 1 0 0 0,-1 2 0 0 0,-1-1 0 0 0,0 2 0 0 0,-1 1 0 0 0,26 34 0 0 0,-39-46-476 0 0,0 0 0 0 0,-1 0 0 0 0,1 1 0 0 0,-1-1 0 0 0,-1 1 0 0 0,1 0 0 0 0,-1 0 0 0 0,0 0 0 0 0,-1 0 0 0 0,0 0 0 0 0,0 0 0 0 0,0 1 0 0 0,-1-1 0 0 0,0 0 0 0 0,-1 0 0 0 0,1 1 0 0 0,-1-1 0 0 0,-1 0 0 0 0,1 0 0 0 0,-1 0 0 0 0,0 0 0 0 0,-1 0 0 0 0,0-1 0 0 0,0 1 0 0 0,0-1 0 0 0,-1 0 0 0 0,-7 9 0 0 0,-3 3 25 0 0,-1-1 0 0 0,0 0 0 0 0,-2-1 1 0 0,0-1-1 0 0,-29 20 0 0 0,8-9-518 0 0,-75 36 1 0 0,67-43-2690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34.1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665 132 248 0 0,'1'-21'10456'0'0,"-12"60"-9980"0"0,2 0-1 0 0,1 1 1 0 0,2 0 0 0 0,2 0-1 0 0,2 1 1 0 0,1-1-1 0 0,2 1 1 0 0,2-1 0 0 0,11 57-1 0 0,-12-91-427 0 0,-1 1-1 0 0,2 0 1 0 0,-1-1 0 0 0,0 1-1 0 0,1-1 1 0 0,1 1 0 0 0,-1-1-1 0 0,1 0 1 0 0,0-1 0 0 0,0 1-1 0 0,0-1 1 0 0,1 0-1 0 0,0 0 1 0 0,6 6 0 0 0,-7-9-30 0 0,0 0 0 0 0,-1 0 0 0 0,1 0 0 0 0,0-1 0 0 0,0 1 0 0 0,0-1 0 0 0,0 0 0 0 0,0 0 0 0 0,1 0 1 0 0,-1 0-1 0 0,0-1 0 0 0,0 0 0 0 0,1 0 0 0 0,-1 0 0 0 0,0 0 0 0 0,0-1 0 0 0,1 0 0 0 0,-1 0 0 0 0,0 0 0 0 0,0 0 1 0 0,0 0-1 0 0,0-1 0 0 0,0 0 0 0 0,3-2 0 0 0,10-6 18 0 0,0 0 1 0 0,-1-1 0 0 0,0-1-1 0 0,-1 0 1 0 0,-1-1 0 0 0,0-1-1 0 0,0 0 1 0 0,-1-1-1 0 0,13-20 1 0 0,10-22 19 0 0,40-81 0 0 0,-37 64-3 0 0,-23 43 31 0 0,0-1 195 0 0,2 0 1 0 0,33-43 0 0 0,-46 68-210 0 0,0 1 0 0 0,1-1-1 0 0,0 1 1 0 0,0 1 0 0 0,0-1 0 0 0,1 1 0 0 0,0 0 0 0 0,0 0 0 0 0,0 1 0 0 0,0 0 0 0 0,1 0 0 0 0,0 1 0 0 0,0-1 0 0 0,0 2 0 0 0,0-1 0 0 0,10 0 0 0 0,-10 3-34 0 0,-1 0 0 0 0,1 1 0 0 0,-1 0 1 0 0,1 0-1 0 0,-1 1 0 0 0,0 0 0 0 0,1 0 1 0 0,-1 1-1 0 0,0 0 0 0 0,0 0 0 0 0,-1 1 0 0 0,1-1 1 0 0,-1 2-1 0 0,1-1 0 0 0,-1 1 0 0 0,-1 0 1 0 0,10 9-1 0 0,6 8 69 0 0,-1 1 1 0 0,33 48-1 0 0,46 87 192 0 0,-85-133-228 0 0,-1 2 0 0 0,-2-1 0 0 0,0 2 0 0 0,9 38 0 0 0,-19-64-55 0 0,-1 0 0 0 0,1 0 0 0 0,0 0 0 0 0,-1 1 0 0 0,1-1 0 0 0,-1 0 0 0 0,0 1 0 0 0,1-1 0 0 0,-1 0 0 0 0,-1 1 0 0 0,1-1 0 0 0,0 0 0 0 0,0 0 0 0 0,-1 1 0 0 0,1-1 0 0 0,-1 0 0 0 0,0 0 0 0 0,0 1 0 0 0,0-1 0 0 0,0 0 0 0 0,0 0 0 0 0,0 0 0 0 0,0 0 0 0 0,-1 0 0 0 0,1-1 0 0 0,-1 1 0 0 0,1 0 0 0 0,-1-1 0 0 0,0 1 0 0 0,0-1 0 0 0,-3 3 0 0 0,0-3 32 0 0,0 1 0 0 0,0-1 0 0 0,-1 0 0 0 0,1 0-1 0 0,0-1 1 0 0,-1 0 0 0 0,1 0 0 0 0,-1 0 0 0 0,1 0 0 0 0,0-1 0 0 0,-1 0 0 0 0,-8-3 0 0 0,-275-80 900 0 0,102 28-729 0 0,-274-63-749 0 0,177 48-2977 0 0,2-7-5982 0 0,145 36 4119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58.3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360 79 316 0 0,'20'-78'14293'0'0,"-41"96"-13475"0"0,-14 19-339 0 0,1 2 0 0 0,3 2 0 0 0,1 0-1 0 0,-36 69 1 0 0,61-102-434 0 0,-23 42 232 0 0,2 1-1 0 0,-30 81 1 0 0,45-100-181 0 0,2 0 0 0 0,1 0 0 0 0,1 1 1 0 0,2 0-1 0 0,-2 54 0 0 0,7-80-89 0 0,0 0-1 0 0,0 0 1 0 0,1 0-1 0 0,0 0 1 0 0,0 0-1 0 0,1-1 1 0 0,-1 1-1 0 0,2 0 1 0 0,-1-1-1 0 0,1 1 1 0 0,0-1 0 0 0,0 0-1 0 0,0 0 1 0 0,1 0-1 0 0,0 0 1 0 0,0 0-1 0 0,1-1 1 0 0,0 0-1 0 0,0 0 1 0 0,0 0-1 0 0,0-1 1 0 0,1 0-1 0 0,6 4 1 0 0,-5-4-39 0 0,1-1-1 0 0,-1 0 1 0 0,1-1-1 0 0,0 1 1 0 0,0-1-1 0 0,0-1 1 0 0,1 0-1 0 0,-1 0 1 0 0,0 0 0 0 0,0-1-1 0 0,1 0 1 0 0,-1-1-1 0 0,0 0 1 0 0,0 0-1 0 0,0-1 1 0 0,0 0-1 0 0,0 0 1 0 0,0-1-1 0 0,8-4 1 0 0,-7 3 11 0 0,0-1 1 0 0,0 0-1 0 0,-1 0 0 0 0,0-1 0 0 0,0 0 1 0 0,0 0-1 0 0,-1-1 0 0 0,0 0 0 0 0,0 0 1 0 0,-1 0-1 0 0,0-1 0 0 0,0 0 0 0 0,-1-1 1 0 0,0 1-1 0 0,-1-1 0 0 0,1 0 1 0 0,-2 0-1 0 0,1 0 0 0 0,-1-1 0 0 0,-1 1 1 0 0,0-1-1 0 0,0 0 0 0 0,0 1 0 0 0,-2-1 1 0 0,1 0-1 0 0,-1 0 0 0 0,-1 0 0 0 0,1 0 1 0 0,-5-16-1 0 0,5 24 15 0 0,-1 0 0 0 0,0 0 0 0 0,0 0 0 0 0,0 0 1 0 0,0 0-1 0 0,0 0 0 0 0,0 0 0 0 0,0 0 0 0 0,-1 0 0 0 0,1 1 0 0 0,-1-1 0 0 0,1 0 0 0 0,-1 1 1 0 0,0-1-1 0 0,1 1 0 0 0,-1 0 0 0 0,0-1 0 0 0,0 1 0 0 0,0 0 0 0 0,0 0 0 0 0,-3-1 0 0 0,0 1-20 0 0,0 0-1 0 0,0 1 1 0 0,1-1-1 0 0,-1 1 1 0 0,0 0-1 0 0,0 0 1 0 0,0 0-1 0 0,0 0 1 0 0,-7 3-1 0 0,-4 1-119 0 0,0 1-1 0 0,0 0 0 0 0,1 1 1 0 0,-27 15-1 0 0,-27 25-970 0 0,65-42 811 0 0,-1 0 0 0 0,0 0 0 0 0,1 1 1 0 0,0-1-1 0 0,0 1 0 0 0,0 0 0 0 0,0 0 0 0 0,1 1 0 0 0,0-1 0 0 0,-5 12 0 0 0,8-16 70 0 0,0 0 0 0 0,0 0 0 0 0,0 0 0 0 0,0 0 1 0 0,0 0-1 0 0,0 0 0 0 0,0 0 0 0 0,0 0 0 0 0,0 0 0 0 0,0 0 0 0 0,0 0 0 0 0,1 0 0 0 0,-1 0 0 0 0,0 0 0 0 0,1 0 1 0 0,-1 0-1 0 0,1 0 0 0 0,-1 0 0 0 0,1 0 0 0 0,0 0 0 0 0,-1 0 0 0 0,1-1 0 0 0,0 1 0 0 0,0 0 0 0 0,-1 0 0 0 0,1-1 0 0 0,0 1 1 0 0,0-1-1 0 0,0 1 0 0 0,2 0 0 0 0,10 0-2712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1:58.7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83 4 1276 0 0,'-2'-4'9171'0'0,"6"16"-7250"0"0,16 24-1379 0 0,2-13 3 0 0,1-2-1 0 0,0-1 1 0 0,2-1 0 0 0,40 24 0 0 0,119 54 639 0 0,-34-19-477 0 0,-98-50-484 0 0,-15-8-60 0 0,0 2-1 0 0,37 27 0 0 0,-66-42-107 0 0,1 0-1 0 0,-1 0 1 0 0,0 1-1 0 0,-1 0 0 0 0,0 0 1 0 0,0 1-1 0 0,-1 0 1 0 0,0 0-1 0 0,0 0 0 0 0,-1 1 1 0 0,0 0-1 0 0,-1 0 1 0 0,4 12-1 0 0,-7-12 4 0 0,0-1-1 0 0,0 0 0 0 0,-1 1 1 0 0,-1-1-1 0 0,1 1 1 0 0,-1-1-1 0 0,-1 0 1 0 0,0 0-1 0 0,0 1 1 0 0,-1-1-1 0 0,0-1 0 0 0,-1 1 1 0 0,0 0-1 0 0,-6 10 1 0 0,-8 12 129 0 0,-1 0-1 0 0,-29 33 1 0 0,-294 314 923 0 0,56-69-870 0 0,266-284-483 0 0,1 0 0 0 0,1 2 0 0 0,2 0 0 0 0,-22 46 0 0 0,31-56-255 0 0,0 1-1 0 0,2 0 0 0 0,0 0 1 0 0,0 0-1 0 0,2 0 1 0 0,0 1-1 0 0,1 0 0 0 0,2 36 1 0 0,7-13-2132 0 0,3-15-3401 0 0,-2-12 1865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2:00.5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472 140 260 0 0,'12'-28'3423'0'0,"-8"21"-2352"0"0,-1-1 1 0 0,1 0-1 0 0,-2 0 1 0 0,1-1-1 0 0,-1 1 1 0 0,0 0 0 0 0,1-14-1 0 0,-3 21-1038 0 0,0 1 1 0 0,0 0-1 0 0,0-1 0 0 0,0 1 0 0 0,0-1 0 0 0,0 1 1 0 0,0-1-1 0 0,0 1 0 0 0,-1 0 0 0 0,1-1 0 0 0,0 1 1 0 0,0-1-1 0 0,0 1 0 0 0,0 0 0 0 0,-1-1 1 0 0,1 1-1 0 0,0 0 0 0 0,0-1 0 0 0,-1 1 0 0 0,1 0 1 0 0,0-1-1 0 0,-1 1 0 0 0,1 0 0 0 0,0 0 0 0 0,-1-1 1 0 0,1 1-1 0 0,0 0 0 0 0,-1 0 0 0 0,1 0 1 0 0,-1-1-1 0 0,1 1 0 0 0,0 0 0 0 0,-2 0 0 0 0,-17 3 414 0 0,-15 13-161 0 0,-7 11-115 0 0,2 2 0 0 0,1 2 0 0 0,1 1 0 0 0,2 2 1 0 0,2 1-1 0 0,1 2 0 0 0,1 1 0 0 0,3 2 0 0 0,1 1 0 0 0,2 0 1 0 0,-27 62-1 0 0,46-90-100 0 0,2 0 0 0 0,0 0 0 0 0,0 1 0 0 0,1-1 0 0 0,1 1 0 0 0,0 0 0 0 0,1-1 0 0 0,1 1 0 0 0,0 0 0 0 0,1 0 1 0 0,4 25-1 0 0,-3-31-36 0 0,0 1 0 0 0,1-1 0 0 0,0 0 0 0 0,1 0 0 0 0,0 0 0 0 0,0 0 0 0 0,0-1 0 0 0,1 1 0 0 0,0-1 0 0 0,1-1 0 0 0,0 1 0 0 0,0-1 0 0 0,0 0 0 0 0,1 0 0 0 0,-1 0 0 0 0,1-1 0 0 0,1 0 0 0 0,-1-1 0 0 0,14 7 0 0 0,4-1-55 0 0,1-1 0 0 0,1-1 0 0 0,0-2 0 0 0,0 0 0 0 0,0-2-1 0 0,1-1 1 0 0,-1-1 0 0 0,1-2 0 0 0,-1 0 0 0 0,1-2 0 0 0,40-7 0 0 0,-4-4-424 0 0,1-3 0 0 0,-2-2 0 0 0,102-45 0 0 0,-124 44 130 0 0,0-3 1 0 0,-2 0-1 0 0,-1-3 1 0 0,-1-1-1 0 0,-1-2 0 0 0,-1-2 1 0 0,-2 0-1 0 0,-1-3 1 0 0,-1 0-1 0 0,-2-2 1 0 0,-2-1-1 0 0,39-68 0 0 0,-49 69 735 0 0,-1 0-1 0 0,-2-2 0 0 0,-1 0 0 0 0,9-46 0 0 0,-51 278 1000 0 0,-19 57-394 0 0,36-216-302 0 0,13-36-711 0 0,-1 0 0 0 0,0 0 0 0 0,0 0 0 0 0,0 0-1 0 0,0 0 1 0 0,0 0 0 0 0,0-1 0 0 0,0 1 0 0 0,0 0 0 0 0,0 0 0 0 0,0 0-1 0 0,0 0 1 0 0,-1 0 0 0 0,1 0 0 0 0,0 0 0 0 0,0 0 0 0 0,0-1 0 0 0,0 1 0 0 0,0 0-1 0 0,0 0 1 0 0,0 0 0 0 0,0 0 0 0 0,0 0 0 0 0,0 0 0 0 0,0 0 0 0 0,0 0-1 0 0,0 0 1 0 0,0 0 0 0 0,0 0 0 0 0,-1 0 0 0 0,1-1 0 0 0,0 1 0 0 0,0 0-1 0 0,0 0 1 0 0,0 0 0 0 0,0 0 0 0 0,0 0 0 0 0,0 0 0 0 0,0 0 0 0 0,-1 0-1 0 0,1 0 1 0 0,0 0 0 0 0,0 0 0 0 0,0 0 0 0 0,0 0 0 0 0,0 0 0 0 0,0 0-1 0 0,0 0 1 0 0,0 0 0 0 0,-1 0 0 0 0,1 0 0 0 0,0 0 0 0 0,0 0 0 0 0,0 1-1 0 0,0-1 1 0 0,0 0 0 0 0,0 0 0 0 0,0 0 0 0 0,0 0 0 0 0,0 0 0 0 0,0 0-1 0 0,0 0 1 0 0,-1 0 0 0 0,1 0 0 0 0,0 0 0 0 0,0 0 0 0 0,0 0 0 0 0,0 1-1 0 0,0-1 1 0 0,0-23 337 0 0,1-173 258 0 0,1-9-343 0 0,2 154-135 0 0,-4 50-153 0 0,3 3-66 0 0,18 17 82 0 0,-1 0-1 0 0,19 25 0 0 0,-22-24 22 0 0,0 0 0 0 0,2-2 0 0 0,24 20-1 0 0,-36-33-26 0 0,0 0-1 0 0,0-1 0 0 0,0 0 0 0 0,0 0 1 0 0,1 0-1 0 0,0-1 0 0 0,-1 0 0 0 0,1-1 0 0 0,1 1 1 0 0,-1-2-1 0 0,0 1 0 0 0,0-1 0 0 0,1 0 1 0 0,-1-1-1 0 0,0 0 0 0 0,1 0 0 0 0,-1-1 0 0 0,0 0 1 0 0,1-1-1 0 0,-1 1 0 0 0,0-2 0 0 0,0 1 1 0 0,0-1-1 0 0,-1 0 0 0 0,1-1 0 0 0,-1 0 0 0 0,1 0 1 0 0,-1 0-1 0 0,0-1 0 0 0,-1 0 0 0 0,1-1 0 0 0,-1 1 1 0 0,0-1-1 0 0,-1 0 0 0 0,6-8 0 0 0,7-10 66 0 0,-2-1 0 0 0,0-1 0 0 0,-2 0 0 0 0,-1-1 0 0 0,17-51 0 0 0,-6 21 817 0 0,-24 56-680 0 0,3 3-180 0 0,-2 0 1 0 0,1 0 0 0 0,0 0-1 0 0,0 0 1 0 0,-1 1 0 0 0,1-1-1 0 0,-1 1 1 0 0,0-1 0 0 0,1 1-1 0 0,-1-1 1 0 0,-1 1 0 0 0,1 0-1 0 0,0-1 1 0 0,0 6 0 0 0,1-3 13 0 0,10 42 95 0 0,-2 1 0 0 0,8 90 0 0 0,-5-31-65 0 0,-1-23-186 0 0,-1 2-2191 0 0,38 139 0 0 0,-34-194-246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2:01.1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3 628 0 0,'1'0'110'0'0,"-1"0"-1"0"0,0-1 1 0 0,1 1 0 0 0,-1 0-1 0 0,0 0 1 0 0,1 0 0 0 0,-1-1-1 0 0,0 1 1 0 0,1 0 0 0 0,-1 0-1 0 0,1 0 1 0 0,-1 0 0 0 0,0 0-1 0 0,1 0 1 0 0,-1 0 0 0 0,1 0-1 0 0,-1 0 1 0 0,0 0 0 0 0,1 0-1 0 0,-1 0 1 0 0,1 0-1 0 0,-1 0 1 0 0,1 0 0 0 0,-1 0-1 0 0,0 0 1 0 0,1 0 0 0 0,-1 0-1 0 0,0 1 1 0 0,1-1 0 0 0,-1 0-1 0 0,1 0 1 0 0,-1 0 0 0 0,1 1-1 0 0,11 16 1710 0 0,5 25 76 0 0,-1 15-556 0 0,-4 0-1 0 0,7 67 0 0 0,18 83 940 0 0,-29-177-1689 0 0,-2 0 0 0 0,-1 0 0 0 0,2 49 724 0 0,-20-136-602 0 0,13 54-695 0 0,-10-56 302 0 0,-1-92 0 0 0,11 123-279 0 0,2 0-1 0 0,0 0 1 0 0,2 0 0 0 0,15-52 0 0 0,-14 64-70 0 0,1 0 0 0 0,1 0 0 0 0,0 1 0 0 0,1 0 0 0 0,0 0 1 0 0,2 1-1 0 0,-1 0 0 0 0,2 0 0 0 0,15-15 0 0 0,-22 25-25 0 0,1 1 0 0 0,-1-1 0 0 0,1 1 0 0 0,0 0 0 0 0,0 0 0 0 0,0 1 0 0 0,1-1-1 0 0,-1 1 1 0 0,1 0 0 0 0,-1 1 0 0 0,1-1 0 0 0,6 0 0 0 0,-10 2 29 0 0,0-1-1 0 0,0 1 1 0 0,1 0-1 0 0,-1 0 1 0 0,0 0-1 0 0,0 0 1 0 0,0 0-1 0 0,0 1 1 0 0,0-1 0 0 0,0 1-1 0 0,0-1 1 0 0,0 1-1 0 0,0 0 1 0 0,0-1-1 0 0,-1 1 1 0 0,1 0-1 0 0,0 0 1 0 0,0 1-1 0 0,-1-1 1 0 0,1 0 0 0 0,0 1-1 0 0,-1-1 1 0 0,0 0-1 0 0,1 1 1 0 0,-1 0-1 0 0,0-1 1 0 0,0 1-1 0 0,1 0 1 0 0,-1 0-1 0 0,-1-1 1 0 0,1 1-1 0 0,0 0 1 0 0,0 0 0 0 0,-1 0-1 0 0,1 0 1 0 0,-1 3-1 0 0,1 2-9 0 0,0 0-1 0 0,0 0 1 0 0,-1 0-1 0 0,-1 0 1 0 0,1 0-1 0 0,-1 0 0 0 0,0 0 1 0 0,-1 0-1 0 0,1 0 1 0 0,-1 0-1 0 0,-1 0 1 0 0,1-1-1 0 0,-1 1 1 0 0,-1-1-1 0 0,1 0 1 0 0,-1 0-1 0 0,0 0 1 0 0,0 0-1 0 0,-1 0 0 0 0,-5 4 1 0 0,-12 12-4 0 0,-2-1 0 0 0,0-2 0 0 0,-40 25 0 0 0,-23 20-32 0 0,86-63 79 0 0,1-1 1 0 0,-1 1 0 0 0,1 0-1 0 0,-1-1 1 0 0,1 1 0 0 0,-1 0-1 0 0,1-1 1 0 0,-1 1 0 0 0,1 0-1 0 0,0-1 1 0 0,0 1 0 0 0,-1 0-1 0 0,1 0 1 0 0,0-1-1 0 0,0 1 1 0 0,0 0 0 0 0,0 0-1 0 0,0-1 1 0 0,0 1 0 0 0,0 0-1 0 0,0 0 1 0 0,0-1 0 0 0,0 1-1 0 0,0 0 1 0 0,0 0 0 0 0,1-1-1 0 0,-1 1 1 0 0,1 1-1 0 0,17 23 171 0 0,29 11 77 0 0,202 110 305 0 0,-118-72-726 0 0,-76-40-214 0 0,-33-19-248 0 0,0-1 1 0 0,1-1-1 0 0,1-1 1 0 0,0-1 0 0 0,0-1-1 0 0,27 7 1 0 0,-51-17 592 0 0,19 2-2230 0 0,-7-6-1986 0 0,-4-3 1098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2:01.8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6 218 976 0 0,'0'0'149'0'0,"0"-1"0"0"0,0 0 0 0 0,-1 0 0 0 0,1 0 0 0 0,0 1 0 0 0,0-1 0 0 0,0 0 0 0 0,0 0 0 0 0,0 0 0 0 0,1 1 0 0 0,-1-1 0 0 0,0 0 0 0 0,0 0 0 0 0,0 1 0 0 0,1-1 0 0 0,-1 0 0 0 0,0 0 0 0 0,1 1 0 0 0,-1-1 0 0 0,1 0 0 0 0,-1 1 0 0 0,1-1 0 0 0,-1 0 0 0 0,1 1 0 0 0,-1-1 0 0 0,2 0 0 0 0,12 12 2720 0 0,12 30-501 0 0,-9 8-1139 0 0,-2-1 1 0 0,-2 2-1 0 0,11 89 1 0 0,-18-97-728 0 0,2 12 594 0 0,3 78 0 0 0,-11-132-1069 0 0,0 0-1 0 0,0 0 0 0 0,-1 0 1 0 0,1 0-1 0 0,0 0 1 0 0,0 0-1 0 0,0 0 0 0 0,0 0 1 0 0,0 0-1 0 0,0 0 0 0 0,0 0 1 0 0,0-1-1 0 0,-1 1 1 0 0,1 0-1 0 0,0 0 0 0 0,0 0 1 0 0,0 0-1 0 0,0 0 0 0 0,0 0 1 0 0,0 0-1 0 0,-1 0 1 0 0,1 0-1 0 0,0 1 0 0 0,0-1 1 0 0,0 0-1 0 0,0 0 0 0 0,0 0 1 0 0,0 0-1 0 0,0 0 1 0 0,-1 0-1 0 0,1 0 0 0 0,0 0 1 0 0,0 0-1 0 0,0 0 0 0 0,0 0 1 0 0,0 0-1 0 0,0 0 1 0 0,0 1-1 0 0,-10-28 249 0 0,-9-42-225 0 0,13 35-41 0 0,-9-43-16 0 0,-7-121-1 0 0,21 175-9 0 0,1 1 0 0 0,1 0 0 0 0,0-1 1 0 0,2 1-1 0 0,1 0 0 0 0,1 0 0 0 0,1 1 0 0 0,0-1 1 0 0,2 1-1 0 0,13-27 0 0 0,-17 41 8 0 0,1 0-1 0 0,0-1 1 0 0,0 2-1 0 0,0-1 1 0 0,1 1-1 0 0,0-1 0 0 0,0 1 1 0 0,1 1-1 0 0,0 0 1 0 0,0 0-1 0 0,0 0 1 0 0,10-5-1 0 0,-13 9 1 0 0,-1-1-1 0 0,1 1 1 0 0,-1 0 0 0 0,0 0-1 0 0,1 1 1 0 0,0-1-1 0 0,-1 1 1 0 0,1-1-1 0 0,-1 1 1 0 0,1 0-1 0 0,-1 1 1 0 0,1-1-1 0 0,0 0 1 0 0,-1 1-1 0 0,1 0 1 0 0,-1 0-1 0 0,0 0 1 0 0,1 0-1 0 0,-1 1 1 0 0,0-1 0 0 0,0 1-1 0 0,1 0 1 0 0,-1 0-1 0 0,-1 0 1 0 0,1 0-1 0 0,0 1 1 0 0,0-1-1 0 0,-1 1 1 0 0,0-1-1 0 0,1 1 1 0 0,2 5-1 0 0,0-2-11 0 0,-1 0 0 0 0,0 1 0 0 0,-1-1 0 0 0,1 1 0 0 0,-1 0-1 0 0,-1 0 1 0 0,1 0 0 0 0,-1 0 0 0 0,0 0 0 0 0,-1 0 0 0 0,0 1-1 0 0,0-1 1 0 0,0 0 0 0 0,-1 1 0 0 0,0-1 0 0 0,-2 12 0 0 0,0-8 0 0 0,-1 0 1 0 0,0 0 0 0 0,-1 0 0 0 0,0 0-1 0 0,-1-1 1 0 0,0 0 0 0 0,0 0 0 0 0,-1 0-1 0 0,0-1 1 0 0,-10 11 0 0 0,4-6 9 0 0,0-1 1 0 0,-1 0-1 0 0,-1 0 0 0 0,0-1 1 0 0,-1-1-1 0 0,0-1 0 0 0,-1 0 0 0 0,0-1 1 0 0,0 0-1 0 0,-1-2 0 0 0,0 0 1 0 0,-1 0-1 0 0,-24 4 0 0 0,-13 2 850 0 0,54-13-707 0 0,3 3-87 0 0,0-1 0 0 0,1 1-1 0 0,-1-1 1 0 0,1 1 0 0 0,-1-1-1 0 0,1 0 1 0 0,0 0 0 0 0,0 0 0 0 0,0 0-1 0 0,0-1 1 0 0,5 3 0 0 0,-1 0 64 0 0,197 113 1212 0 0,306 190 335 0 0,-320-185-1592 0 0,-151-100-1273 0 0,2-1 0 0 0,83 27-1 0 0,-115-44 505 0 0,1-1-1 0 0,0-1 1 0 0,0 0-1 0 0,14 1 1 0 0,-20-3-145 0 0,0 0 1 0 0,-1 0-1 0 0,1 0 1 0 0,0-1-1 0 0,-1 0 1 0 0,1 0-1 0 0,-1 0 0 0 0,1 0 1 0 0,5-3-1 0 0,2-4-3009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2:04.2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1 117 668 0 0,'0'0'4628'0'0,"13"10"-1444"0"0,49-1-2187 0 0,1-3 0 0 0,0-2 0 0 0,73-5-1 0 0,190-31 273 0 0,-173 15-492 0 0,434-59 1254 0 0,-486 61-1486 0 0,-85 12 440 0 0,-10 1-2998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2:04.6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163 1 336 0 0,'0'0'2814'0'0,"2"3"-2165"0"0,7 14 249 0 0,0-1 0 0 0,1 0-1 0 0,1-1 1 0 0,24 27 0 0 0,65 55 1401 0 0,-7-7-692 0 0,-85-81-1431 0 0,0 0 0 0 0,0 0-1 0 0,0 1 1 0 0,-1 0 0 0 0,-1 0-1 0 0,10 21 1 0 0,-15-27-134 0 0,0 0 1 0 0,0 0 0 0 0,0 0-1 0 0,0 0 1 0 0,-1 0 0 0 0,0 0-1 0 0,0 1 1 0 0,0-1-1 0 0,0 0 1 0 0,0 0 0 0 0,-1 0-1 0 0,0 0 1 0 0,0 0-1 0 0,0 1 1 0 0,0-2 0 0 0,-1 1-1 0 0,0 0 1 0 0,0 0 0 0 0,0 0-1 0 0,0-1 1 0 0,0 1-1 0 0,-1-1 1 0 0,-2 4 0 0 0,-7 7 62 0 0,-1-1 0 0 0,0-1 1 0 0,-1 1-1 0 0,-1-2 1 0 0,0 0-1 0 0,-29 16 0 0 0,-109 44 224 0 0,72-35-222 0 0,45-21-291 0 0,25-11-425 0 0,1 0 0 0 0,0 0 0 0 0,1 1 0 0 0,-1 1 0 0 0,-15 11 0 0 0,24-16-66 0 0,1 0 607 0 0,0-1 0 0 0,0 0 1 0 0,0 0-1 0 0,-1 0 1 0 0,1 1-1 0 0,0-1 1 0 0,0 0-1 0 0,1 0 0 0 0,-1 0 1 0 0,0 0-1 0 0,0 1 1 0 0,0-1-1 0 0,0 0 1 0 0,0 0-1 0 0,0 0 0 0 0,0 0 1 0 0,0 1-1 0 0,0-1 1 0 0,5 2-2028 0 0,-5-2 2027 0 0,0-1 1 0 0,0 1-1 0 0,1 0 0 0 0,-1 0 1 0 0,9 1-2604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2:05.4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85 900 0 0,'2'-17'7469'0'0,"5"29"-4599"0"0,9 50-3272 0 0,-9-32 1306 0 0,2-1-613 0 0,45 142 839 0 0,-45-148-897 0 0,1-1 1 0 0,1 0-1 0 0,1-1 0 0 0,1 0 0 0 0,19 25 0 0 0,-31-45-189 0 0,0 0 0 0 0,0 1 0 0 0,0-1 0 0 0,1 0 1 0 0,-1 0-1 0 0,0 0 0 0 0,1 0 0 0 0,-1 0 0 0 0,0 0 1 0 0,1 0-1 0 0,-1 0 0 0 0,1-1 0 0 0,-1 1 0 0 0,1-1 0 0 0,0 1 1 0 0,-1-1-1 0 0,1 1 0 0 0,0-1 0 0 0,-1 0 0 0 0,1 0 1 0 0,0 0-1 0 0,-1 0 0 0 0,1 0 0 0 0,0 0 0 0 0,-1 0 0 0 0,3-1 1 0 0,0-1 5 0 0,0 1 1 0 0,0-1 0 0 0,0 0-1 0 0,0 0 1 0 0,-1-1 0 0 0,1 1-1 0 0,-1-1 1 0 0,1 0 0 0 0,-1 0-1 0 0,3-3 1 0 0,8-11 42 0 0,-1 1-1 0 0,-1-2 1 0 0,12-21 0 0 0,68-103 213 0 0,-80 125-279 0 0,1 2 0 0 0,0 0 0 0 0,2 0 0 0 0,-1 1 0 0 0,2 1 0 0 0,20-14 0 0 0,-32 24-25 0 0,1 1-1 0 0,-1 0 1 0 0,1 0-1 0 0,0 0 1 0 0,0 0-1 0 0,0 1 1 0 0,0-1 0 0 0,1 1-1 0 0,-1 1 1 0 0,0-1-1 0 0,0 1 1 0 0,1 0 0 0 0,-1 0-1 0 0,10 2 1 0 0,-6 0-2 0 0,1 0-1 0 0,-1 1 1 0 0,0 0 0 0 0,-1 1 0 0 0,1 0-1 0 0,-1 0 1 0 0,15 10 0 0 0,-6-2-8 0 0,-1 1 0 0 0,-1 1 0 0 0,0 0 1 0 0,-1 1-1 0 0,0 1 0 0 0,-1 0 0 0 0,11 19 0 0 0,-16-23 5 0 0,-1 0 0 0 0,0 0-1 0 0,-1 1 1 0 0,0 1 0 0 0,-1-1 0 0 0,0 1-1 0 0,-1 0 1 0 0,-1 0 0 0 0,0 0 0 0 0,1 23-1 0 0,-4-36 9 0 0,0-1-1 0 0,0 1 0 0 0,0 0 1 0 0,0-1-1 0 0,0 1 1 0 0,0 0-1 0 0,0-1 0 0 0,-1 1 1 0 0,1 0-1 0 0,0-1 1 0 0,0 1-1 0 0,-1-1 0 0 0,1 1 1 0 0,0-1-1 0 0,-1 1 1 0 0,1-1-1 0 0,0 1 1 0 0,-1-1-1 0 0,1 1 0 0 0,-1-1 1 0 0,1 1-1 0 0,-1-1 1 0 0,1 1-1 0 0,-1-1 0 0 0,1 0 1 0 0,-1 1-1 0 0,0-1 1 0 0,1 0-1 0 0,-1 0 0 0 0,0 1 1 0 0,-25-2 132 0 0,-23-14 83 0 0,-199-111 452 0 0,42 18-206 0 0,-170-52-24 0 0,211 98-2789 0 0,151 58 1732 0 0,-14-7-2502 0 0,9 1-2141 0 0,5 2 849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2:17.1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512 1 800 0 0,'-18'-1'786'0'0,"0"1"0"0"0,0 1 0 0 0,0 1 0 0 0,0 0 0 0 0,1 2 0 0 0,-1 0-1 0 0,-31 12 1 0 0,23-6-190 0 0,1 1-1 0 0,0 1 0 0 0,1 2 0 0 0,-34 24 0 0 0,42-26-342 0 0,1 2 0 0 0,1-1 0 0 0,0 2 0 0 0,1 0 0 0 0,0 1 0 0 0,1 0 0 0 0,1 1 0 0 0,1 0 0 0 0,0 1 0 0 0,1 0 1 0 0,1 0-1 0 0,1 1 0 0 0,0 0 0 0 0,2 0 0 0 0,-6 36 0 0 0,9-42-172 0 0,0-1 1 0 0,2 1-1 0 0,-1 0 1 0 0,2 0-1 0 0,0-1 1 0 0,0 1-1 0 0,1 0 1 0 0,1-1-1 0 0,0 1 1 0 0,0-1-1 0 0,1 0 1 0 0,1 0-1 0 0,0 0 0 0 0,1-1 1 0 0,0 0-1 0 0,1 0 1 0 0,0 0-1 0 0,0-1 1 0 0,2 0-1 0 0,-1 0 1 0 0,1-1-1 0 0,0 0 1 0 0,1-1-1 0 0,0 0 1 0 0,19 12-1 0 0,-16-12-172 0 0,1-1 0 0 0,-1 0 0 0 0,1-1 0 0 0,0 0 0 0 0,0-2 0 0 0,1 1 1 0 0,-1-2-1 0 0,1 0 0 0 0,0 0 0 0 0,0-2 0 0 0,0 0 0 0 0,0 0 0 0 0,0-1 0 0 0,0-1 0 0 0,0-1 0 0 0,0 0 0 0 0,0-1 0 0 0,0-1 0 0 0,-1 0 0 0 0,0-1 0 0 0,1 0 0 0 0,-2-1 0 0 0,1-1 0 0 0,-1 0 0 0 0,0-1 1 0 0,22-17-1 0 0,-7 2-720 0 0,-1-1 0 0 0,-2-2 0 0 0,0-1 0 0 0,23-33 1 0 0,75-125-2302 0 0,-88 130 2945 0 0,-30 47 254 0 0,-1 3 162 0 0,-1 1 0 0 0,0-1 0 0 0,0 0-1 0 0,-1 0 1 0 0,1 0 0 0 0,2-11 1419 0 0,0 34-834 0 0,-2 8-273 0 0,-2-1 0 0 0,-1 1 0 0 0,-1 0-1 0 0,-1 0 1 0 0,-9 41 0 0 0,-1 13 433 0 0,1 33 1097 0 0,11-117-1986 0 0,1-87 223 0 0,-2-107-41 0 0,0 188-276 0 0,-1-20 43 0 0,1 1-1 0 0,1-1 1 0 0,1 1-1 0 0,10-51 1 0 0,-11 79-49 0 0,18 22 29 0 0,-8-4-19 0 0,-1 0 1 0 0,0 1 0 0 0,6 20-1 0 0,-11-24-10 0 0,1-1-1 0 0,1 1 1 0 0,1-1 0 0 0,-1 0-1 0 0,2-1 1 0 0,0 1-1 0 0,11 11 1 0 0,-14-18-2 0 0,1 0 0 0 0,0-1-1 0 0,0 1 1 0 0,1-1 0 0 0,-1-1 0 0 0,1 1 0 0 0,0-1 0 0 0,11 5-1 0 0,-14-8-4 0 0,0 0-1 0 0,0 0 0 0 0,0 0 0 0 0,0-1 0 0 0,0 1 1 0 0,0-1-1 0 0,0 0 0 0 0,1 0 0 0 0,-1 0 1 0 0,0-1-1 0 0,0 1 0 0 0,0-1 0 0 0,0 0 1 0 0,0 0-1 0 0,0-1 0 0 0,0 1 0 0 0,-1-1 1 0 0,1 0-1 0 0,3-2 0 0 0,9-6-20 0 0,0-1-1 0 0,-2 0 1 0 0,1-1 0 0 0,-2-1 0 0 0,1 0-1 0 0,-2-1 1 0 0,19-27 0 0 0,63-118 105 0 0,-63 103 191 0 0,-31 56-255 0 0,0-1 0 0 0,0 1 0 0 0,0 0 0 0 0,0-1 0 0 0,0 1 0 0 0,0 0-1 0 0,0-1 1 0 0,0 1 0 0 0,0 0 0 0 0,0-1 0 0 0,0 1 0 0 0,1 0 0 0 0,-1-1 0 0 0,0 1-1 0 0,0 0 1 0 0,0 0 0 0 0,0-1 0 0 0,1 1 0 0 0,-1 0 0 0 0,0 0 0 0 0,0-1 0 0 0,1 1-1 0 0,-1 0 1 0 0,0 0 0 0 0,0 0 0 0 0,1-1 0 0 0,-1 1 0 0 0,0 0 0 0 0,1 0 0 0 0,-1 0-1 0 0,0 0 1 0 0,1 0 0 0 0,-1 0 0 0 0,0 0 0 0 0,1 0 0 0 0,-1 0 0 0 0,0 0-1 0 0,1 0 1 0 0,-1 0 0 0 0,0 0 0 0 0,1 0 0 0 0,-1 0 0 0 0,0 0 0 0 0,1 0 0 0 0,-1 0-1 0 0,0 0 1 0 0,1 0 0 0 0,-1 0 0 0 0,0 1 0 0 0,1-1 0 0 0,-1 0 0 0 0,0 0 0 0 0,8 24 451 0 0,-5 34 7 0 0,-8 103 152 0 0,1 53 271 0 0,5-178-1943 0 0,3 0-1 0 0,0 0 1 0 0,19 67-1 0 0,-16-89-47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2:17.5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17 148 0 0,'-6'-4'4240'0'0,"-3"0"-4100"0"0,9-5-2752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2:18.2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109 34 224 0 0,'-10'4'7101'0'0,"5"1"-7277"0"0,0 11 713 0 0,1 2 0 0 0,0-1 0 0 0,1 0 0 0 0,1 1-1 0 0,0-1 1 0 0,1 1 0 0 0,2 0 0 0 0,-1-1 0 0 0,5 21-1 0 0,-1 56 670 0 0,-26 116 1291 0 0,21-207-2440 0 0,1-2-27 0 0,0 0-1 0 0,0-1 1 0 0,0 1-1 0 0,0-1 1 0 0,0 1-1 0 0,0 0 1 0 0,0-1-1 0 0,0 1 1 0 0,0-1-1 0 0,0 1 0 0 0,0 0 1 0 0,0-1-1 0 0,0 1 1 0 0,-1-1-1 0 0,1 1 1 0 0,0-1-1 0 0,-1 1 1 0 0,1-1-1 0 0,0 1 0 0 0,-1-1 1 0 0,1 1-1 0 0,0-1 1 0 0,-1 0-1 0 0,1 1 1 0 0,-1-1-1 0 0,1 1 1 0 0,-1-1-1 0 0,1 0 0 0 0,-1 1 1 0 0,1-1-1 0 0,-1 0 1 0 0,1 0-1 0 0,-1 0 1 0 0,-1 1-1 0 0,2-1 15 0 0,-1-1-1 0 0,0 1 0 0 0,0-1 1 0 0,1 1-1 0 0,-1-1 1 0 0,0 0-1 0 0,1 1 1 0 0,-1-1-1 0 0,0 0 0 0 0,1 1 1 0 0,-1-1-1 0 0,1 0 1 0 0,-1 0-1 0 0,1 1 1 0 0,-1-1-1 0 0,1 0 1 0 0,0 0-1 0 0,-1 0 0 0 0,1 0 1 0 0,0-1-1 0 0,-7-26 59 0 0,1 0-1 0 0,2 0 1 0 0,1-1-1 0 0,1 0 1 0 0,2 1-1 0 0,5-54 0 0 0,-2 60-101 0 0,0 1 0 0 0,2-1 0 0 0,0 1 0 0 0,2 0 0 0 0,0 1 0 0 0,1 0-1 0 0,1 0 1 0 0,1 0 0 0 0,19-27 0 0 0,-25 42-8 0 0,0-1-1 0 0,1 1 1 0 0,-1 1-1 0 0,1-1 1 0 0,0 1-1 0 0,0 0 1 0 0,1 0-1 0 0,-1 0 1 0 0,1 1-1 0 0,0 0 1 0 0,0 0-1 0 0,9-3 1 0 0,-12 5 0 0 0,-1 0 1 0 0,1 1-1 0 0,0-1 0 0 0,-1 1 1 0 0,1 0-1 0 0,0 0 1 0 0,-1 0-1 0 0,1 0 0 0 0,0 1 1 0 0,-1-1-1 0 0,1 1 0 0 0,0-1 1 0 0,-1 1-1 0 0,1 0 0 0 0,-1 0 1 0 0,1 0-1 0 0,-1 0 1 0 0,1 1-1 0 0,-1-1 0 0 0,0 1 1 0 0,0-1-1 0 0,0 1 0 0 0,0 0 1 0 0,0 0-1 0 0,0 0 0 0 0,0 0 1 0 0,0 0-1 0 0,-1 0 1 0 0,1 0-1 0 0,-1 0 0 0 0,0 1 1 0 0,2 3-1 0 0,0 1-12 0 0,0 1 0 0 0,-1-1 0 0 0,0 1 0 0 0,0 0 0 0 0,0 0 0 0 0,-1-1 0 0 0,-1 1 0 0 0,1 0 0 0 0,-1 0 0 0 0,0 0 0 0 0,-1 0 0 0 0,0 0 0 0 0,0 0 0 0 0,-1 0 0 0 0,0 0-1 0 0,0-1 1 0 0,-1 1 0 0 0,0-1 0 0 0,0 0 0 0 0,-1 0 0 0 0,0 0 0 0 0,0 0 0 0 0,-1 0 0 0 0,-5 6 0 0 0,0 0 8 0 0,-1 0-1 0 0,0-1 1 0 0,-1-1-1 0 0,0 0 1 0 0,-1 0 0 0 0,0-1-1 0 0,-1-1 1 0 0,0 0-1 0 0,0-1 1 0 0,0-1-1 0 0,-18 7 1 0 0,24-12 44 0 0,0 1 0 0 0,1 0 0 0 0,-1 1 0 0 0,1-1 1 0 0,-13 10-1 0 0,20-12-31 0 0,0-1 1 0 0,-1 0-1 0 0,1 1 1 0 0,0-1-1 0 0,0 1 1 0 0,0-1-1 0 0,0 1 1 0 0,0 0-1 0 0,0-1 1 0 0,0 1-1 0 0,0-1 1 0 0,0 1-1 0 0,0-1 1 0 0,0 1-1 0 0,0-1 1 0 0,0 1-1 0 0,0-1 0 0 0,0 1 1 0 0,1-1-1 0 0,-1 1 1 0 0,0-1-1 0 0,0 0 1 0 0,1 1-1 0 0,-1-1 1 0 0,0 1-1 0 0,1-1 1 0 0,-1 1-1 0 0,0-1 1 0 0,1 0-1 0 0,-1 1 1 0 0,0-1-1 0 0,1 0 1 0 0,-1 1-1 0 0,1-1 1 0 0,-1 0-1 0 0,1 0 1 0 0,-1 0-1 0 0,1 1 1 0 0,0-1-1 0 0,20 13 54 0 0,-20-13-51 0 0,97 49-263 0 0,115 39 1 0 0,-157-69-1652 0 0,105 21 1 0 0,-84-34-987 0 0,-26-12-2239 0 0,-22-1 1838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2:18.7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35 120 184 0 0,'-14'-14'6882'0'0,"4"51"-4275"0"0,10-36-2685 0 0,-6 43 852 0 0,3 0 1 0 0,1 0-1 0 0,3 0 1 0 0,1 1-1 0 0,13 69 1 0 0,-8-85-303 0 0,-7-29-465 0 0,0 0 0 0 0,1 0 0 0 0,-1 0-1 0 0,0 0 1 0 0,0 0 0 0 0,0 0 0 0 0,0 0 0 0 0,1 0 0 0 0,-1 0 0 0 0,0 0 0 0 0,0 0 0 0 0,0 0 0 0 0,1 1 0 0 0,-1-2 0 0 0,0 1-1 0 0,0 0 1 0 0,0 0 0 0 0,1 0 0 0 0,-1 0 0 0 0,0 0 0 0 0,0 0 0 0 0,0 0 0 0 0,0 0 0 0 0,1 0 0 0 0,-1 0 0 0 0,0 0 0 0 0,0 0-1 0 0,0 0 1 0 0,0 0 0 0 0,0-1 0 0 0,1 1 0 0 0,-1 0 0 0 0,0 0 0 0 0,0 0 0 0 0,0 0 0 0 0,0 0 0 0 0,0-1 0 0 0,0 1 0 0 0,0 0-1 0 0,1 0 1 0 0,-1 0 0 0 0,0 0 0 0 0,0-1 0 0 0,0 1 0 0 0,0 0 0 0 0,0 0 0 0 0,0 0 0 0 0,0-1 0 0 0,0 1 0 0 0,0 0 0 0 0,0 0-1 0 0,0 0 1 0 0,0 0 0 0 0,0-1 0 0 0,0 1 0 0 0,0 0 0 0 0,0 0 0 0 0,-1-1 0 0 0,11-55 401 0 0,-8 38-459 0 0,6-41 109 0 0,-5 20-45 0 0,3 0-1 0 0,1 0 1 0 0,2 1 0 0 0,22-60-1 0 0,-25 85-18 0 0,1 1 0 0 0,0-1 0 0 0,0 1 0 0 0,2 0 0 0 0,-1 1 0 0 0,2 0 0 0 0,9-10-1 0 0,-17 20 4 0 0,-1-1-1 0 0,0 1 0 0 0,1 1 0 0 0,-1-1 1 0 0,0 0-1 0 0,1 0 0 0 0,-1 0 0 0 0,1 1 1 0 0,-1-1-1 0 0,1 1 0 0 0,0-1 0 0 0,-1 1 1 0 0,1 0-1 0 0,-1 0 0 0 0,1-1 0 0 0,0 1 1 0 0,-1 0-1 0 0,1 0 0 0 0,0 1 0 0 0,-1-1 0 0 0,1 0 1 0 0,0 0-1 0 0,-1 1 0 0 0,1-1 0 0 0,-1 1 1 0 0,1 0-1 0 0,-1-1 0 0 0,1 1 0 0 0,-1 0 1 0 0,1 0-1 0 0,-1 0 0 0 0,0 0 0 0 0,0 0 1 0 0,1 0-1 0 0,-1 0 0 0 0,0 0 0 0 0,0 1 1 0 0,0-1-1 0 0,0 0 0 0 0,0 1 0 0 0,0-1 1 0 0,1 4-1 0 0,1 0-7 0 0,0 1 1 0 0,1 0-1 0 0,-2-1 1 0 0,1 1-1 0 0,-1 1 1 0 0,0-1-1 0 0,0 0 1 0 0,-1 1-1 0 0,2 11 1 0 0,-3-10 2 0 0,-1 1 0 0 0,0-1 1 0 0,-1 0-1 0 0,0 1 0 0 0,0-1 1 0 0,-1 0-1 0 0,0 0 0 0 0,0-1 1 0 0,0 1-1 0 0,-1 0 0 0 0,-1-1 1 0 0,1 0-1 0 0,-1 0 0 0 0,-6 6 1 0 0,-10 10 9 0 0,-1-1 1 0 0,-37 29 0 0 0,13-13 104 0 0,45-36-96 0 0,0-1 1 0 0,-1 0 0 0 0,1 1-1 0 0,0 0 1 0 0,0-1-1 0 0,0 1 1 0 0,0-1 0 0 0,1 1-1 0 0,-1 0 1 0 0,0 0 0 0 0,1 0-1 0 0,-1-1 1 0 0,1 1-1 0 0,0 0 1 0 0,-1 0 0 0 0,1 0-1 0 0,0 0 1 0 0,0 0-1 0 0,0 0 1 0 0,0 0 0 0 0,1-1-1 0 0,-1 1 1 0 0,0 0 0 0 0,1 0-1 0 0,-1 0 1 0 0,1 0-1 0 0,0-1 1 0 0,0 1 0 0 0,0 0-1 0 0,-1-1 1 0 0,2 1 0 0 0,-1 0-1 0 0,0-1 1 0 0,0 0-1 0 0,0 1 1 0 0,1-1 0 0 0,-1 0-1 0 0,3 3 1 0 0,4 3 13 0 0,0 1 1 0 0,1-1 0 0 0,0-1-1 0 0,0 1 1 0 0,15 6-1 0 0,39 17-87 0 0,1-3-1 0 0,1-4 0 0 0,129 31 0 0 0,-57-34-2823 0 0,-3-14-3826 0 0,-91-6 3314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2:19.1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72 592 0 0,'3'-3'749'0'0,"0"0"-1"0"0,0 0 1 0 0,0 0 0 0 0,0 0-1 0 0,0 0 1 0 0,0 1 0 0 0,1 0 0 0 0,4-3-1 0 0,35-11 2370 0 0,54 3-2129 0 0,-51 9-382 0 0,98-5-3452 0 0,-101 8-1269 0 0,-14-1 1253 0 0</inkml:trace>
  <inkml:trace contextRef="#ctx0" brushRef="#br0" timeOffset="1">122 305 24 0 0,'-121'46'7943'0'0,"134"-47"-4049"0"0,75-14-3879 0 0,104-20-2444 0 0,-67 11-1984 0 0,-47 7 1583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2:19.9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162 184 688 0 0,'0'-1'147'0'0,"-1"1"1"0"0,1-1-1 0 0,0 1 0 0 0,0-1 0 0 0,0 0 1 0 0,0 1-1 0 0,-1-1 0 0 0,1 1 0 0 0,0-1 1 0 0,0 1-1 0 0,0-1 0 0 0,0 0 1 0 0,0 1-1 0 0,1-1 0 0 0,-1 1 0 0 0,0-1 1 0 0,0 0-1 0 0,0 1 0 0 0,0-1 0 0 0,1 1 1 0 0,-1-1-1 0 0,0 1 0 0 0,1-1 0 0 0,-1 1 1 0 0,0-1-1 0 0,1 1 0 0 0,-1-1 0 0 0,0 1 1 0 0,1 0-1 0 0,-1-1 0 0 0,1 1 1 0 0,-1 0-1 0 0,1-1 0 0 0,-1 1 0 0 0,2-1 1 0 0,-1 2-34 0 0,-1 1 1 0 0,1-1 0 0 0,0 0 0 0 0,-1 0-1 0 0,1 1 1 0 0,-1-1 0 0 0,0 0 0 0 0,1 1-1 0 0,-1-1 1 0 0,0 0 0 0 0,0 1 0 0 0,1-1 0 0 0,-1 1-1 0 0,0-1 1 0 0,-1 0 0 0 0,1 1 0 0 0,0-1-1 0 0,-1 2 1 0 0,-51 298 4722 0 0,40-257-4138 0 0,-1 1 1 0 0,-2-2 0 0 0,-34 70 0 0 0,32-91 4 0 0,16-21-681 0 0,1-1-1 0 0,0 0 0 0 0,-1 0 0 0 0,1 0 0 0 0,0 0 0 0 0,-1 0 1 0 0,1 0-1 0 0,0 0 0 0 0,-1 0 0 0 0,1 0 0 0 0,0 0 0 0 0,-1-1 1 0 0,1 1-1 0 0,0 0 0 0 0,-1 0 0 0 0,1 0 0 0 0,0 0 0 0 0,-1 0 1 0 0,1 0-1 0 0,0-1 0 0 0,0 1 0 0 0,-1 0 0 0 0,1 0 0 0 0,0-1 1 0 0,0 1-1 0 0,-1 0 0 0 0,1 0 0 0 0,0-1 0 0 0,0 1 0 0 0,0 0 1 0 0,-1 0-1 0 0,1-1 0 0 0,0 1 0 0 0,0 0 0 0 0,0-1 0 0 0,0 1 1 0 0,0 0-1 0 0,0-1 0 0 0,0 1 0 0 0,-2-5 54 0 0,2 0-1 0 0,-1 0 1 0 0,0 0-1 0 0,1 0 1 0 0,0 0-1 0 0,0 0 1 0 0,0 0-1 0 0,2-7 1 0 0,69-311 480 0 0,-58 278-511 0 0,3-1 0 0 0,1 2 0 0 0,2 0 0 0 0,47-76 0 0 0,-60 112-36 0 0,-1-1 0 0 0,1 1-1 0 0,1 0 1 0 0,0 0 0 0 0,0 1 0 0 0,0 0 0 0 0,13-9 0 0 0,-18 15-8 0 0,0 0 1 0 0,0 0-1 0 0,0 0 0 0 0,0 0 1 0 0,0 0-1 0 0,0 0 1 0 0,1 1-1 0 0,-1-1 0 0 0,0 1 1 0 0,1 0-1 0 0,-1 0 0 0 0,0 0 1 0 0,1 0-1 0 0,-1 0 0 0 0,0 0 1 0 0,0 0-1 0 0,1 1 1 0 0,-1-1-1 0 0,0 1 0 0 0,0 0 1 0 0,1 0-1 0 0,-1 0 0 0 0,0 0 1 0 0,0 0-1 0 0,0 0 1 0 0,0 0-1 0 0,0 1 0 0 0,0-1 1 0 0,-1 1-1 0 0,1-1 0 0 0,0 1 1 0 0,-1 0-1 0 0,1-1 1 0 0,-1 1-1 0 0,0 0 0 0 0,0 0 1 0 0,2 3-1 0 0,9 14 13 0 0,-1 0 0 0 0,0 1 0 0 0,-2 0 0 0 0,0 1 0 0 0,-2 0 0 0 0,0 0 0 0 0,7 43 0 0 0,9 158-621 0 0,-22-207 479 0 0,-3 189-2799 0 0,-2-74-6478 0 0,4-116 6015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2:20.2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60 668 0 0,'0'-1'97'0'0,"0"0"0"0"0,-1-1 0 0 0,1 1 0 0 0,0 0 0 0 0,0 0 1 0 0,0 0-1 0 0,0 0 0 0 0,0-1 0 0 0,0 1 0 0 0,0 0 0 0 0,0 0 0 0 0,1 0 0 0 0,-1 0 0 0 0,0 0 0 0 0,1 0 0 0 0,-1-1 1 0 0,1 1-1 0 0,-1 0 0 0 0,1 0 0 0 0,-1 0 0 0 0,1 0 0 0 0,0 1 0 0 0,0-1 0 0 0,-1 0 0 0 0,1 0 0 0 0,0 0 0 0 0,0 0 0 0 0,0 1 1 0 0,0-1-1 0 0,0 0 0 0 0,0 1 0 0 0,0-1 0 0 0,0 1 0 0 0,0-1 0 0 0,0 1 0 0 0,0 0 0 0 0,0-1 0 0 0,2 1 0 0 0,49-13 1046 0 0,28 6-737 0 0,1 3 1 0 0,-1 4-1 0 0,87 10 1 0 0,67 2-4646 0 0,-179-14 2559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2:20.6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541 0 320 0 0,'0'25'7959'0'0,"6"45"-5503"0"0,0 9-1573 0 0,-5-29-423 0 0,-2 0 0 0 0,-2 0 0 0 0,-3-1 0 0 0,-20 85 1 0 0,11-101-265 0 0,12-29-144 0 0,1 0 1 0 0,0 0-1 0 0,0 0 0 0 0,0 0 0 0 0,1 1 1 0 0,-1-1-1 0 0,1 0 0 0 0,-1 6 0 0 0,-20-33 17 0 0,-10-45-3 0 0,22 44-48 0 0,-1 0 1 0 0,-1 0-1 0 0,-30-42 0 0 0,39 63-17 0 0,0 0 0 0 0,0-1-1 0 0,0 1 1 0 0,0 1 0 0 0,-1-1 0 0 0,0 0 0 0 0,1 1 0 0 0,-1 0 0 0 0,0 0 0 0 0,0 0 0 0 0,0 0 0 0 0,0 1 0 0 0,-1-1 0 0 0,-7 0 0 0 0,4 1 13 0 0,-1 0 0 0 0,1 0 1 0 0,-1 1-1 0 0,0 1 0 0 0,1-1 1 0 0,-1 2-1 0 0,-10 1 0 0 0,3 2 62 0 0,1-1-1 0 0,-1 2 1 0 0,1 0-1 0 0,1 1 1 0 0,-1 0-1 0 0,1 1 1 0 0,-23 18-1 0 0,30-20-27 0 0,0 0 0 0 0,0 0 0 0 0,0 1 0 0 0,1 0 0 0 0,0 0-1 0 0,0 1 1 0 0,1 0 0 0 0,0 0 0 0 0,-7 16 0 0 0,11-21-40 0 0,0 0 1 0 0,0 0-1 0 0,1 0 1 0 0,-1 0 0 0 0,1 0-1 0 0,0 0 1 0 0,0 0-1 0 0,0 0 1 0 0,0-1-1 0 0,0 1 1 0 0,1 0-1 0 0,-1 0 1 0 0,1 0-1 0 0,0 0 1 0 0,0 0 0 0 0,0 0-1 0 0,0-1 1 0 0,0 1-1 0 0,1 0 1 0 0,-1-1-1 0 0,1 1 1 0 0,-1-1-1 0 0,1 0 1 0 0,0 0-1 0 0,0 1 1 0 0,0-1 0 0 0,1 0-1 0 0,-1 0 1 0 0,0-1-1 0 0,1 1 1 0 0,-1-1-1 0 0,1 1 1 0 0,-1-1-1 0 0,1 0 1 0 0,4 2-1 0 0,8 3-35 0 0,0 0-1 0 0,1-1 0 0 0,-1 0 0 0 0,1-2 0 0 0,0 0 0 0 0,0 0 1 0 0,17-1-1 0 0,117-5-769 0 0,-89 0 216 0 0,-22 0-387 0 0,-1 0 1 0 0,57-14-1 0 0,-22-4-5029 0 0,-44 11 2726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2:20.9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16 140 824 0 0,'-16'14'7692'0'0,"33"-12"-5316"0"0,108-9 365 0 0,164-30 1 0 0,-101 11-1501 0 0,312-25 2382 0 0,525 17 1 0 0,-715 34-1817 0 0,-308 0-1655 0 0,-27 5-4544 0 0,5 1 2415 0 0,1 0 1 0 0,-21 11-1 0 0,-27 15-7015 0 0,40-17 4768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2:21.5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114 152 448 0 0,'8'-17'6604'0'0,"-8"38"-4919"0"0,-6 39-913 0 0,-63 281 3072 0 0,64-323-3652 0 0,2-6 83 0 0,-1 1 1 0 0,0-1-1 0 0,-1 0 1 0 0,-9 18-1 0 0,13-32-183 0 0,0 1-1 0 0,0 0 1 0 0,0-1-1 0 0,0 1 1 0 0,0-1-1 0 0,0 1 1 0 0,1-1-1 0 0,-1 0 1 0 0,0 1 0 0 0,1-1-1 0 0,0 0 1 0 0,-1-2-1 0 0,0-16 25 0 0,1 0 0 0 0,1 0 0 0 0,0 1 0 0 0,2-1 0 0 0,0 1 0 0 0,10-30 0 0 0,-4 10-32 0 0,3-18 25 0 0,3 0 0 0 0,1 1 1 0 0,4 1-1 0 0,1 1 1 0 0,36-63-1 0 0,-57 115-100 0 0,1 0 0 0 0,0 1-1 0 0,0-1 1 0 0,0 0 0 0 0,1 1 0 0 0,-1-1-1 0 0,0 1 1 0 0,0-1 0 0 0,1 1 0 0 0,-1-1-1 0 0,1 1 1 0 0,-1 0 0 0 0,1 0 0 0 0,0 0-1 0 0,0 0 1 0 0,-1 0 0 0 0,1 0 0 0 0,0 1-1 0 0,0-1 1 0 0,0 0 0 0 0,0 1-1 0 0,0-1 1 0 0,3 1 0 0 0,-2 0 7 0 0,0 1 0 0 0,-1 0 0 0 0,1-1 0 0 0,0 1-1 0 0,-1 0 1 0 0,1 1 0 0 0,0-1 0 0 0,-1 0 0 0 0,1 1 0 0 0,-1-1 0 0 0,0 1 0 0 0,0 0 0 0 0,1 0 0 0 0,2 3-1 0 0,4 6 41 0 0,1 1 0 0 0,-1 0 0 0 0,-1 1 0 0 0,0-1 0 0 0,7 19 0 0 0,8 24 79 0 0,-2 1 0 0 0,16 67 0 0 0,17 124-211 0 0,-27-115-951 0 0,-22-103 111 0 0,1 46 0 0 0,-3-36-1763 0 0,1 0-3857 0 0,-2-26 2765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2:21.8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1200 0 0,'90'1'7188'0'0,"21"3"-4238"0"0,294 4-4682 0 0,-241-9-3472 0 0,-114-2 2726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2:22.2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385 1 832 0 0,'-30'5'1126'0'0,"0"2"0"0"0,1 2-1 0 0,0 0 1 0 0,0 2 0 0 0,1 1-1 0 0,0 2 1 0 0,1 0 0 0 0,-30 22 0 0 0,48-30-749 0 0,1 0 0 0 0,0 1 0 0 0,0 0 0 0 0,1 0 0 0 0,0 1 0 0 0,0 0 1 0 0,0 0-1 0 0,1 1 0 0 0,0-1 0 0 0,-8 19 0 0 0,12-22-245 0 0,0-1-1 0 0,1 1 0 0 0,-1 0 0 0 0,1 0 1 0 0,0 0-1 0 0,1 0 0 0 0,-1 0 1 0 0,1 0-1 0 0,0 0 0 0 0,0 0 1 0 0,0 0-1 0 0,1 0 0 0 0,0 0 1 0 0,0-1-1 0 0,0 1 0 0 0,1 0 1 0 0,-1 0-1 0 0,1-1 0 0 0,0 1 0 0 0,1-1 1 0 0,-1 1-1 0 0,1-1 0 0 0,0 0 1 0 0,5 7-1 0 0,3 0-52 0 0,0-1 0 0 0,1 0 1 0 0,0 0-1 0 0,0-1 0 0 0,1-1 0 0 0,0 0 1 0 0,0-1-1 0 0,1 0 0 0 0,0-1 0 0 0,1-1 0 0 0,-1 0 1 0 0,19 3-1 0 0,16 2-793 0 0,0-2 0 0 0,68 1 1 0 0,-17-11-1921 0 0,-34-7-4524 0 0,-33 2 2942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2:29.4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4 416 0 0,'0'0'80'0'0,"0"0"-1"0"0,-1-1 1 0 0,1 1 0 0 0,0 0 0 0 0,0-1-1 0 0,-1 1 1 0 0,1 0 0 0 0,0 0-1 0 0,-1-1 1 0 0,1 1 0 0 0,-1 0-1 0 0,1 0 1 0 0,0 0 0 0 0,-1 0-1 0 0,1 0 1 0 0,0-1 0 0 0,-1 1 0 0 0,1 0-1 0 0,-1 0 1 0 0,1 0 0 0 0,-1 0-1 0 0,1 0 1 0 0,0 0 0 0 0,-1 0-1 0 0,1 0 1 0 0,-1 0 0 0 0,1 1 0 0 0,0-1-1 0 0,-1 0 1 0 0,1 0 0 0 0,-1 0-1 0 0,1 0 1 0 0,0 1 0 0 0,-1-1-1 0 0,1 0 1 0 0,0 0 0 0 0,-1 0-1 0 0,1 1 1 0 0,-9 19 1004 0 0,2 29-476 0 0,7-48-508 0 0,3 317 2479 0 0,4-91-1497 0 0,-43 743 1624 0 0,18-598-1853 0 0,16-335-776 0 0,-9 344 979 0 0,11-87 216 0 0,6-230-1015 0 0,-6-63-382 0 0,1-4-663 0 0,6-29-365 0 0,-1 0 0 0 0,2-55 0 0 0,-6 59 674 0 0,15-175-5520 0 0,-15 137 3551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2:31.7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3 838 232 0 0,'1'-20'3888'0'0,"6"16"-3699"0"0,0 0 0 0 0,0 0 0 0 0,0 0 0 0 0,1 1 0 0 0,-1 1 0 0 0,1-1 0 0 0,0 1 0 0 0,0 0 0 0 0,11-1 0 0 0,14-4 109 0 0,711-128 1787 0 0,-415 91-1637 0 0,903-44 382 0 0,-517 53-602 0 0,576-55 251 0 0,-639 29-59 0 0,506-26 310 0 0,-817 49-523 0 0,215-11 87 0 0,653-37 252 0 0,-693 68-418 0 0,-454 16-117 0 0,471-15 42 0 0,-221 2-1 0 0,-194 7-49 0 0,-93 8-1 0 0,-18 0 41 0 0,0 0-1 0 0,1 0 1 0 0,-1-1 0 0 0,0 0 0 0 0,8-2 0 0 0,-14 2 20 0 0,3 2-41 0 0,-4-2-17 0 0,1 1-1 0 0,-1 0 0 0 0,1 0 0 0 0,-1 0 0 0 0,1-1 0 0 0,-1 1 0 0 0,1 0 0 0 0,-1 0 0 0 0,1 0 1 0 0,-1 0-1 0 0,1 0 0 0 0,-1 0 0 0 0,1 0 0 0 0,-1 0 0 0 0,1 0 0 0 0,-1 1 0 0 0,1-1 0 0 0,-1 0 1 0 0,0 0-1 0 0,1 0 0 0 0,-1 0 0 0 0,1 1 0 0 0,-1-1 0 0 0,1 0 0 0 0,-1 0 0 0 0,0 1 0 0 0,1-1 1 0 0,-1 0-1 0 0,0 1 0 0 0,1-1 0 0 0,-1 0 0 0 0,0 1 0 0 0,1-1 0 0 0,-1 1 0 0 0,0-1 0 0 0,0 0 1 0 0,1 1-1 0 0,-1-1 0 0 0,0 1 0 0 0,0-1 0 0 0,0 1 0 0 0,0-1 0 0 0,0 1 0 0 0,1-1 0 0 0,-1 1 1 0 0,0-1-1 0 0,0 1 0 0 0,-1 0 0 0 0,-22 260 531 0 0,-3 369 1493 0 0,20-321-1038 0 0,-57 244 516 0 0,33-351-955 0 0,16-101-222 0 0,-68 662 1653 0 0,66-577-1735 0 0,-2 74 12 0 0,16-210-229 0 0,-11 69 1 0 0,12-114-38 0 0,0 1 0 0 0,0-1 1 0 0,0 0-1 0 0,-1 0 0 0 0,1 1 0 0 0,-1-1 0 0 0,-1 0 1 0 0,1 0-1 0 0,-1-1 0 0 0,1 1 0 0 0,-1 0 0 0 0,-1-1 1 0 0,1 0-1 0 0,-1 0 0 0 0,1 0 0 0 0,-1 0 0 0 0,0 0 1 0 0,-1-1-1 0 0,1 0 0 0 0,-1 0 0 0 0,1 0 1 0 0,-1 0-1 0 0,0-1 0 0 0,0 0 0 0 0,-5 2 0 0 0,-17 10-37 0 0,17-9 10 0 0,0 0 0 0 0,0 0 0 0 0,-21 5 0 0 0,-65 2-394 0 0,-1-5 0 0 0,-107-6 0 0 0,53 0 196 0 0,-496-4-445 0 0,3 0 348 0 0,-847 31 3 0 0,1142-10 272 0 0,-22-4-48 0 0,-204 3 14 0 0,-249 5 27 0 0,683-20 50 0 0,-277-3-34 0 0,-598-11 125 0 0,789 18-62 0 0,-227-1-24 0 0,314-4-1 0 0,79 1 35 0 0,1-2 0 0 0,-100-15 0 0 0,-324-53-19 0 0,436 64 7 0 0,-18-3-43 0 0,1 4 0 0 0,-102 6 1 0 0,-136 18-2 0 0,263-18 9 0 0,-135 14-10 0 0,168-15 21 0 0,6-2 10 0 0,-1 0 1 0 0,1 1-1 0 0,0-1 0 0 0,0 0 0 0 0,-1 0 0 0 0,1 0 0 0 0,0 0 0 0 0,-1 0 0 0 0,1 0 0 0 0,0 0 0 0 0,0 0 0 0 0,-1-1 0 0 0,1 1 1 0 0,0-1-1 0 0,0 1 0 0 0,0-1 0 0 0,0 1 0 0 0,-1-1 0 0 0,1 1 0 0 0,0-1 0 0 0,0 0 0 0 0,0 0 0 0 0,0 1 0 0 0,0-1 0 0 0,0 0 1 0 0,1 0-1 0 0,-1 0 0 0 0,0 0 0 0 0,0 0 0 0 0,1 0 0 0 0,-1 0 0 0 0,0-1 0 0 0,1 1 0 0 0,-1 0 0 0 0,1 0 0 0 0,0 0 0 0 0,-1-1 1 0 0,1 1-1 0 0,0-2 0 0 0,0 2-10 0 0,3-8 74 0 0,0 1 1 0 0,0-1 1 0 0,-1 0-1 0 0,1-13 0 0 0,12-271 368 0 0,2-132-3300 0 0,14 141-6325 0 0,-22 202 5191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3:09.3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12 152 0 0,'-7'-9'15679'0'0,"12"9"-15543"0"0,37 3-49 0 0,75-5 1 0 0,-29-1-700 0 0,25 4-438 0 0,-111 0 1130 0 0,2 21 495 0 0,-87 280-155 0 0,26-107-338 0 0,17-67-2989 0 0,38-118 2190 0 0,2-8 388 0 0,0-1 0 0 0,0 0 0 0 0,0 0 0 0 0,0 0 1 0 0,-1 1-1 0 0,1-1 0 0 0,0 0 0 0 0,-1 0 0 0 0,1 0 1 0 0,-1 0-1 0 0,0 0 0 0 0,1 1 0 0 0,-1-1 0 0 0,0 0 1 0 0,1 0-1 0 0,-1-1 0 0 0,0 1 0 0 0,0 0 0 0 0,-2 1 0 0 0,-4 0-2731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3:09.7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3 151 700 0 0,'-3'11'6644'0'0,"4"-11"-6521"0"0,20 2 1513 0 0,30-9-1245 0 0,29-14-908 0 0,-2-2 0 0 0,87-40 0 0 0,-109 35-3414 0 0,-22 6 1675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3:10.1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28 56 0 0,'-9'-27'10338'0'0,"16"33"-9229"0"0,-5-4-1185 0 0,155 113 2834 0 0,41 37-1629 0 0,-178-134-1047 0 0,0 2 0 0 0,-2 0 0 0 0,0 1 0 0 0,-1 1 1 0 0,-1 1-1 0 0,25 48 0 0 0,-37-62-45 0 0,0 1-1 0 0,-1 0 1 0 0,0 0 0 0 0,-1 1 0 0 0,0-1 0 0 0,0 0-1 0 0,-1 1 1 0 0,-1-1 0 0 0,0 1 0 0 0,0-1-1 0 0,-1 1 1 0 0,0-1 0 0 0,-1 1 0 0 0,0-1 0 0 0,-1 0-1 0 0,0 0 1 0 0,0 0 0 0 0,-1 0 0 0 0,0-1 0 0 0,-1 1-1 0 0,-11 15 1 0 0,-9 11 91 0 0,-2-1-1 0 0,-1-2 1 0 0,-61 56-1 0 0,72-72-96 0 0,-223 196 126 0 0,188-160-1092 0 0,23-15-3400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3:10.7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593 98 708 0 0,'14'-17'1778'0'0,"-10"13"-1180"0"0,0 0 0 0 0,-1 0 0 0 0,0 0 0 0 0,1-1-1 0 0,-1 1 1 0 0,-1-1 0 0 0,1 0 0 0 0,-1 0 0 0 0,0 0 0 0 0,0 0 0 0 0,0 0-1 0 0,1-10 1 0 0,-3 14-537 0 0,0 1 1 0 0,-1-1-1 0 0,1 1 0 0 0,0-1 0 0 0,0 0 0 0 0,-1 1 1 0 0,1-1-1 0 0,-1 1 0 0 0,1-1 0 0 0,-1 1 0 0 0,1-1 1 0 0,-1 1-1 0 0,1 0 0 0 0,-1-1 0 0 0,1 1 0 0 0,-1-1 1 0 0,1 1-1 0 0,-1 0 0 0 0,1 0 0 0 0,-1-1 0 0 0,0 1 1 0 0,1 0-1 0 0,-1 0 0 0 0,0 0 0 0 0,1-1 0 0 0,-1 1 1 0 0,0 0-1 0 0,1 0 0 0 0,-1 0 0 0 0,0 0 0 0 0,1 0 1 0 0,-1 0-1 0 0,0 1 0 0 0,1-1 0 0 0,-1 0 0 0 0,1 0 1 0 0,-1 0-1 0 0,0 1 0 0 0,0 0 0 0 0,-24 6 284 0 0,25-7-311 0 0,-23 8 162 0 0,2 2 1 0 0,-1 0 0 0 0,2 2 0 0 0,-1 0 0 0 0,2 1 0 0 0,-1 1 0 0 0,2 1 0 0 0,0 0 0 0 0,1 2 0 0 0,0 0 0 0 0,2 0 0 0 0,-25 36 0 0 0,34-42-154 0 0,0 0 1 0 0,0 0 0 0 0,1 0 0 0 0,0 1-1 0 0,1 0 1 0 0,1 0 0 0 0,0 0-1 0 0,0 0 1 0 0,1 0 0 0 0,1 1-1 0 0,0-1 1 0 0,1 1 0 0 0,0-1-1 0 0,1 1 1 0 0,0-1 0 0 0,1 0-1 0 0,0 1 1 0 0,1-1 0 0 0,1 0-1 0 0,0 0 1 0 0,0-1 0 0 0,1 1 0 0 0,0-1-1 0 0,14 20 1 0 0,6 1 33 0 0,1-1 0 0 0,1-1 0 0 0,50 41 1 0 0,15 16 14 0 0,-87-82-92 0 0,0 1 0 0 0,0-1 1 0 0,0 1-1 0 0,-1-1 0 0 0,0 1 1 0 0,5 11-1 0 0,-8-15 5 0 0,-1-1-1 0 0,0 0 1 0 0,0 0 0 0 0,1 1-1 0 0,-1-1 1 0 0,0 0-1 0 0,0 1 1 0 0,0-1 0 0 0,0 0-1 0 0,-1 1 1 0 0,1-1 0 0 0,0 0-1 0 0,0 0 1 0 0,-1 1-1 0 0,1-1 1 0 0,-1 0 0 0 0,1 0-1 0 0,-1 0 1 0 0,0 0 0 0 0,1 1-1 0 0,-1-1 1 0 0,0 0-1 0 0,0 0 1 0 0,0 0 0 0 0,0 0-1 0 0,0-1 1 0 0,0 1 0 0 0,0 0-1 0 0,0 0 1 0 0,0-1-1 0 0,0 1 1 0 0,0 0 0 0 0,0-1-1 0 0,-1 1 1 0 0,1-1 0 0 0,0 1-1 0 0,0-1 1 0 0,-1 0-1 0 0,1 0 1 0 0,0 1 0 0 0,-3-1-1 0 0,-29 8 56 0 0,0-1 1 0 0,-1-1-1 0 0,0-2 0 0 0,-42-1 0 0 0,-137-13-79 0 0,212 10 7 0 0,-84-12-510 0 0,80 11 318 0 0,0 0 1 0 0,0-1-1 0 0,0 1 0 0 0,0-1 0 0 0,1 0 0 0 0,-1 0 0 0 0,1 0 1 0 0,-1-1-1 0 0,1 0 0 0 0,0 0 0 0 0,0 0 0 0 0,0 0 0 0 0,0 0 0 0 0,-5-7 1 0 0,8 6-249 0 0,0 1 1 0 0,0-1-1 0 0,1 0 1 0 0,-1 1-1 0 0,1-1 0 0 0,0 0 1 0 0,0 0-1 0 0,0 0 1 0 0,0 1-1 0 0,1-1 1 0 0,-1 0-1 0 0,1 1 1 0 0,0-1-1 0 0,0 0 1 0 0,0 1-1 0 0,1-1 1 0 0,1-3-1 0 0,10-18-2865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3:11.1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91 9969 0 0,'20'-18'373'0'0,"-11"8"60"0"0,2 1 0 0 0,-1-1 0 0 0,1 2 1 0 0,0-1-1 0 0,1 2 0 0 0,21-11 0 0 0,-30 17-340 0 0,0 1 1 0 0,1-1-1 0 0,-1 1 0 0 0,0 0 1 0 0,1 1-1 0 0,-1-1 0 0 0,0 0 1 0 0,1 1-1 0 0,-1 0 0 0 0,0 0 1 0 0,0 0-1 0 0,1 0 0 0 0,-1 0 1 0 0,0 1-1 0 0,0-1 0 0 0,0 1 1 0 0,-1 0-1 0 0,1 0 0 0 0,0 0 1 0 0,-1 0-1 0 0,1 1 1 0 0,-1-1-1 0 0,0 1 0 0 0,0-1 1 0 0,0 1-1 0 0,0 0 0 0 0,2 4 1 0 0,6 7 141 0 0,-1 1 1 0 0,-1 0-1 0 0,-1 0 0 0 0,6 17 1 0 0,-6-12-121 0 0,-1 1-1 0 0,-1-1 1 0 0,-1 1 0 0 0,-1 0 0 0 0,-1 0 0 0 0,0 1-1 0 0,-2-1 1 0 0,-4 35 0 0 0,-5 7 359 0 0,-28 95 0 0 0,-1 8-2716 0 0,34-139 837 0 0,0 1 0 0 0,2 0 0 0 0,1 0 0 0 0,3 28 0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3:11.9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0 543 260 0 0,'21'-4'5805'0'0,"17"-9"-2705"0"0,0 0-1783 0 0,7 2-198 0 0,5 0-205 0 0,-1-2-1 0 0,79-33 1 0 0,-117 40-855 0 0,-1 0 0 0 0,0-1-1 0 0,0-1 1 0 0,-1 1 0 0 0,0-1 0 0 0,0-1 0 0 0,-1 0 0 0 0,13-18-1 0 0,-19 24-43 0 0,1-1 0 0 0,-1 0-1 0 0,0 0 1 0 0,0 0 0 0 0,-1 1-1 0 0,1-2 1 0 0,-1 1 0 0 0,0 0-1 0 0,0 0 1 0 0,0 0 0 0 0,0-1-1 0 0,-1-6 1 0 0,0 9-11 0 0,-1-1 0 0 0,1 0 0 0 0,-1 1 0 0 0,0-1 0 0 0,0 1-1 0 0,0-1 1 0 0,0 1 0 0 0,0-1 0 0 0,0 1 0 0 0,-1 0 0 0 0,1 0 0 0 0,-1 0 0 0 0,0 0 0 0 0,1 0 0 0 0,-1 0 0 0 0,0 0 0 0 0,0 0-1 0 0,-1 1 1 0 0,1-1 0 0 0,0 1 0 0 0,0-1 0 0 0,-4 0 0 0 0,1 0 13 0 0,0 0 1 0 0,-1 0-1 0 0,1 1 0 0 0,-1-1 1 0 0,0 1-1 0 0,1 1 0 0 0,-1-1 0 0 0,0 1 1 0 0,1 0-1 0 0,-1 0 0 0 0,0 1 1 0 0,1 0-1 0 0,-1 0 0 0 0,0 0 1 0 0,1 1-1 0 0,-1-1 0 0 0,1 1 0 0 0,0 1 1 0 0,0-1-1 0 0,0 1 0 0 0,0 0 1 0 0,0 0-1 0 0,-6 5 0 0 0,-3 2 80 0 0,1 1-1 0 0,0 0 1 0 0,1 1-1 0 0,0 1 1 0 0,0-1-1 0 0,-15 26 1 0 0,17-23 0 0 0,0 1 1 0 0,2 0-1 0 0,0 0 1 0 0,1 1-1 0 0,0 0 1 0 0,1 0-1 0 0,2 1 1 0 0,-6 29-1 0 0,9-40-76 0 0,1 0 0 0 0,0 1 0 0 0,0-1 0 0 0,1 0 0 0 0,-1 0 0 0 0,2 0 0 0 0,-1 0 0 0 0,1 0 0 0 0,0 0 0 0 0,0 0 0 0 0,1-1 0 0 0,0 1-1 0 0,0-1 1 0 0,0 0 0 0 0,1 0 0 0 0,0 0 0 0 0,0 0 0 0 0,1 0 0 0 0,0-1 0 0 0,0 0 0 0 0,0 0 0 0 0,0 0 0 0 0,1-1 0 0 0,0 0 0 0 0,6 4 0 0 0,9 4-24 0 0,1-2-1 0 0,-1 0 1 0 0,2-2-1 0 0,-1 0 1 0 0,1-1 0 0 0,0-1-1 0 0,1-2 1 0 0,-1 0-1 0 0,1-2 1 0 0,0 0 0 0 0,38-3-1 0 0,-34 0-125 0 0,1-2-1 0 0,0-2 1 0 0,-1 0-1 0 0,1-2 1 0 0,-1-1-1 0 0,-1-1 1 0 0,0-1-1 0 0,0-2 1 0 0,30-18 0 0 0,-40 18 86 0 0,0-1 1 0 0,-2-1 0 0 0,1 0-1 0 0,-2-1 1 0 0,0-1 0 0 0,-1 0-1 0 0,0-1 1 0 0,-2 0 0 0 0,14-26 0 0 0,-17 30 150 0 0,8-29 556 0 0,-15 38-536 0 0,0 0 1 0 0,0-1 0 0 0,1 1 0 0 0,0 0-1 0 0,0 0 1 0 0,0 0 0 0 0,0 0 0 0 0,0 0-1 0 0,1 0 1 0 0,-1 0 0 0 0,4-3 0 0 0,-5 7 95 0 0,0-2-107 0 0,-1 2-114 0 0,0 0 0 0 0,0 0 0 0 0,0 0 0 0 0,0 0 0 0 0,0 0 1 0 0,0 1-1 0 0,0-1 0 0 0,0 0 0 0 0,1 0 0 0 0,-1 0 0 0 0,0 0 0 0 0,0 0 0 0 0,0 0 0 0 0,0 0 0 0 0,0 0 0 0 0,0 0 0 0 0,0 0 0 0 0,0 0 0 0 0,0 0 0 0 0,1 0 0 0 0,-1 0 0 0 0,0 0 0 0 0,0 0 0 0 0,0 0 1 0 0,0 0-1 0 0,0 0 0 0 0,0 0 0 0 0,0 0 0 0 0,0-1 0 0 0,0 1 0 0 0,0 0 0 0 0,1 0 0 0 0,-1 0 0 0 0,0 0 0 0 0,0 0 0 0 0,0 0 0 0 0,0 0 0 0 0,0 0 0 0 0,0 0 0 0 0,0 0 0 0 0,0 0 0 0 0,0 0 1 0 0,0 0-1 0 0,0-1 0 0 0,0 1 0 0 0,0 0 0 0 0,0 0 0 0 0,0 0 0 0 0,0 0 0 0 0,0 0 0 0 0,0 0 0 0 0,0 0 0 0 0,0 0 0 0 0,0 0 0 0 0,0-1 0 0 0,0 1 0 0 0,0 0 0 0 0,0 0 0 0 0,0 0 0 0 0,0 0 1 0 0,0 0-1 0 0,0 0 0 0 0,0 0 0 0 0,0 0 0 0 0,63 145 183 0 0,-62-144-190 0 0,0 0-1 0 0,-1 0 0 0 0,1 0 0 0 0,0 0 0 0 0,0 0 0 0 0,-1 0 1 0 0,1-1-1 0 0,0 1 0 0 0,0 0 0 0 0,0-1 0 0 0,0 1 0 0 0,0 0 1 0 0,0-1-1 0 0,0 1 0 0 0,0-1 0 0 0,0 0 0 0 0,1 1 0 0 0,-1-1 1 0 0,0 0-1 0 0,0 1 0 0 0,0-1 0 0 0,0 0 0 0 0,1 0 0 0 0,-1 0 1 0 0,0 0-1 0 0,0 0 0 0 0,0-1 0 0 0,0 1 0 0 0,1 0 0 0 0,-1 0 0 0 0,0-1 1 0 0,0 1-1 0 0,0-1 0 0 0,0 1 0 0 0,0-1 0 0 0,0 1 0 0 0,0-1 1 0 0,0 0-1 0 0,0 1 0 0 0,0-1 0 0 0,0 0 0 0 0,1-1 0 0 0,4-3-17 0 0,1 0-1 0 0,0-1 0 0 0,-1 0 0 0 0,9-11 0 0 0,39-57-85 0 0,-33 43 137 0 0,47-54 0 0 0,-67 84-27 0 0,-1 0-1 0 0,2-1 1 0 0,-1 1-1 0 0,0 0 1 0 0,0-1-1 0 0,0 1 1 0 0,0 0-1 0 0,1 0 1 0 0,-1 0-1 0 0,1 0 1 0 0,-1 0-1 0 0,0 1 0 0 0,1-1 1 0 0,0 0-1 0 0,-1 1 1 0 0,1-1-1 0 0,-1 1 1 0 0,1-1-1 0 0,0 1 1 0 0,-1 0-1 0 0,1 0 1 0 0,0-1-1 0 0,-1 1 1 0 0,1 1-1 0 0,0-1 1 0 0,-1 0-1 0 0,1 0 0 0 0,0 0 1 0 0,-1 1-1 0 0,1-1 1 0 0,0 1-1 0 0,-1 0 1 0 0,1-1-1 0 0,-1 1 1 0 0,1 0-1 0 0,1 1 1 0 0,3 4 8 0 0,0 1 0 0 0,-1-1 1 0 0,0 1-1 0 0,0 0 0 0 0,-1 0 1 0 0,6 11-1 0 0,11 17 15 0 0,-15-27-34 0 0,1 2 19 0 0,0 0 0 0 0,1 0-1 0 0,0-1 1 0 0,0 0 0 0 0,17 13 0 0 0,-21-20-4 0 0,-1 0 1 0 0,1 0 0 0 0,0 0 0 0 0,0-1 0 0 0,-1 1-1 0 0,1-1 1 0 0,0 0 0 0 0,0 0 0 0 0,1 0 0 0 0,-1-1-1 0 0,0 1 1 0 0,0-1 0 0 0,0 0 0 0 0,0 0 0 0 0,0-1-1 0 0,1 1 1 0 0,-1-1 0 0 0,0 0 0 0 0,0 0-1 0 0,0 0 1 0 0,5-2 0 0 0,3-3 4 0 0,1 0 0 0 0,-1 0 0 0 0,0-1 0 0 0,0-1 0 0 0,-1 0 0 0 0,0-1 0 0 0,0 0 1 0 0,-1 0-1 0 0,0-1 0 0 0,-1 0 0 0 0,0-1 0 0 0,-1 0 0 0 0,0-1 0 0 0,0 1 0 0 0,7-17 0 0 0,-9 14-26 0 0,0 0 0 0 0,0 0 0 0 0,-2-1 0 0 0,1 1 0 0 0,-2-1 0 0 0,0 0 0 0 0,-1 0 0 0 0,0-1 0 0 0,-1 1 0 0 0,-1 0 0 0 0,-1 0 0 0 0,0-1 0 0 0,-5-21 0 0 0,6 33-43 0 0,-18-53-496 0 0,17 55 417 0 0,0-1 0 0 0,0 1-1 0 0,0 0 1 0 0,0 0 0 0 0,-1 0 0 0 0,1 0-1 0 0,-1 0 1 0 0,1 0 0 0 0,-1 0 0 0 0,0 1-1 0 0,0-1 1 0 0,0 0 0 0 0,0 1-1 0 0,0 0 1 0 0,0-1 0 0 0,0 1 0 0 0,0 0-1 0 0,-1 0 1 0 0,1 0 0 0 0,-3-1-1 0 0,-7 6-4439 0 0,1-2 3284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3:12.5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0 129 584 0 0,'1'-1'526'0'0,"0"1"-395"0"0,-1 0 1 0 0,0-1-1 0 0,1 1 0 0 0,-1 0 1 0 0,0 0-1 0 0,1 0 1 0 0,-1 0-1 0 0,0 0 1 0 0,1 0-1 0 0,-1-1 1 0 0,1 1-1 0 0,-1 0 0 0 0,0 0 1 0 0,1 0-1 0 0,-1 0 1 0 0,1 0-1 0 0,-1 0 1 0 0,0 0-1 0 0,1 0 0 0 0,-1 1 1 0 0,0-1-1 0 0,1 0 1 0 0,-1 0-1 0 0,4 3 1446 0 0,-4-2-1445 0 0,11 20 1975 0 0,-1 24-596 0 0,-1 38 409 0 0,-4 1 0 0 0,-8 137 0 0 0,-4-181-1473 0 0,5-31-213 0 0,1 0 0 0 0,-1 0 1 0 0,1 0-1 0 0,1 0 1 0 0,0 16-1 0 0,21-167 2787 0 0,-12 78-3002 0 0,2 0-1 0 0,21-62 1 0 0,-23 99-51 0 0,0 0 0 0 0,2 1 1 0 0,1 1-1 0 0,1 0 0 0 0,1 0 1 0 0,1 2-1 0 0,21-26 0 0 0,-30 42 3 0 0,1 0 0 0 0,0 0 1 0 0,0 1-1 0 0,0 0 0 0 0,1 0 0 0 0,0 1 0 0 0,0 0 0 0 0,0 1 1 0 0,1 0-1 0 0,13-5 0 0 0,-18 8-4 0 0,-1 0 0 0 0,0 0 0 0 0,0 0 0 0 0,0 1-1 0 0,1-1 1 0 0,-1 1 0 0 0,0 0 0 0 0,1 0 0 0 0,-1 0 0 0 0,0 0 0 0 0,0 1 0 0 0,1 0 0 0 0,-1-1 0 0 0,0 1-1 0 0,0 0 1 0 0,0 0 0 0 0,0 1 0 0 0,0-1 0 0 0,0 1 0 0 0,0-1 0 0 0,0 1 0 0 0,0 0 0 0 0,-1 0 0 0 0,1 0-1 0 0,-1 1 1 0 0,0-1 0 0 0,1 0 0 0 0,-1 1 0 0 0,0 0 0 0 0,-1-1 0 0 0,1 1 0 0 0,2 5 0 0 0,-1-3 11 0 0,0 0 1 0 0,-1 1 0 0 0,0-1-1 0 0,0 1 1 0 0,-1 0 0 0 0,1 0-1 0 0,-1-1 1 0 0,-1 1 0 0 0,1 0 0 0 0,-1 0-1 0 0,0 0 1 0 0,0 0 0 0 0,-1 0-1 0 0,1 0 1 0 0,-1 0 0 0 0,-4 10-1 0 0,2-7-47 0 0,-1 1 0 0 0,-1-1 0 0 0,0 0 0 0 0,0-1 0 0 0,0 1 0 0 0,-1-1 0 0 0,-1 0 0 0 0,1-1 0 0 0,-11 9 0 0 0,-1 0-53 0 0,-1 0 1 0 0,-1-2-1 0 0,0-1 1 0 0,-1 0 0 0 0,0-2-1 0 0,-1 0 1 0 0,-35 12 0 0 0,45-20 246 0 0,6-1 44 0 0,0-1 1 0 0,0 1-1 0 0,1 0 1 0 0,-1 0-1 0 0,1 1 0 0 0,-1 0 1 0 0,-8 6-1 0 0,14-7-139 0 0,1 0-1 0 0,0 0 1 0 0,-1 0-1 0 0,1-1 1 0 0,0 1-1 0 0,0 0 0 0 0,0 0 1 0 0,1 0-1 0 0,-1-1 1 0 0,0 1-1 0 0,1 0 1 0 0,-1-1-1 0 0,1 0 0 0 0,-1 1 1 0 0,1-1-1 0 0,-1 0 1 0 0,1 1-1 0 0,2 0 1 0 0,1 2 14 0 0,72 61 89 0 0,3-3 1 0 0,136 80-1 0 0,-127-85-406 0 0,-75-48 72 0 0,219 133-2109 0 0,-114-82-842 0 0,8-13-3725 0 0,-85-34 3352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3:13.3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273 692 192 0 0,'10'-89'8435'0'0,"-10"89"-8372"0"0,-1-1 1 0 0,1 0-1 0 0,0 1 0 0 0,-1-1 1 0 0,1 0-1 0 0,0 1 0 0 0,-1-1 1 0 0,1 1-1 0 0,-1-1 1 0 0,1 0-1 0 0,-1 1 0 0 0,1-1 1 0 0,-1 1-1 0 0,0-1 0 0 0,1 1 1 0 0,-1 0-1 0 0,1-1 1 0 0,-1 1-1 0 0,0 0 0 0 0,1-1 1 0 0,-1 1-1 0 0,0 0 0 0 0,0 0 1 0 0,1 0-1 0 0,-1-1 0 0 0,0 1 1 0 0,0 0-1 0 0,1 0 1 0 0,-1 0-1 0 0,0 0 0 0 0,1 0 1 0 0,-1 1-1 0 0,0-1 0 0 0,0 0 1 0 0,1 0-1 0 0,-1 0 1 0 0,0 1-1 0 0,1-1 0 0 0,-2 1 1 0 0,-28 8 601 0 0,14 0-508 0 0,0 1 0 0 0,0 1 0 0 0,1 0 0 0 0,1 1-1 0 0,0 0 1 0 0,0 1 0 0 0,1 1 0 0 0,1 0 0 0 0,0 1 0 0 0,1 1 0 0 0,1-1 0 0 0,1 1-1 0 0,0 1 1 0 0,1 0 0 0 0,0 0 0 0 0,2 1 0 0 0,0 0 0 0 0,1 0 0 0 0,0 0 0 0 0,-2 34-1 0 0,6-51-144 0 0,1 0 0 0 0,0 1 0 0 0,0-1 0 0 0,0 0-1 0 0,0 0 1 0 0,-1 1 0 0 0,2-1 0 0 0,-1 0 0 0 0,0 0-1 0 0,0 1 1 0 0,0-1 0 0 0,1 0 0 0 0,-1 0-1 0 0,0 1 1 0 0,1-1 0 0 0,-1 0 0 0 0,1 0 0 0 0,-1 0-1 0 0,1 0 1 0 0,0 0 0 0 0,0 0 0 0 0,-1 0 0 0 0,1 0-1 0 0,0 0 1 0 0,0 0 0 0 0,0 0 0 0 0,0 0 0 0 0,2 0-1 0 0,-1 0 3 0 0,1 0-1 0 0,-1-1 1 0 0,1 1 0 0 0,-1-1-1 0 0,1 0 1 0 0,-1 0-1 0 0,1 0 1 0 0,-1 0-1 0 0,1-1 1 0 0,-1 1-1 0 0,1-1 1 0 0,-1 1-1 0 0,4-2 1 0 0,8-4 26 0 0,-1 1-1 0 0,1-2 1 0 0,19-12-1 0 0,0-5 15 0 0,-1-2 0 0 0,-1-1 0 0 0,52-60 0 0 0,21-19 207 0 0,-94 96-140 0 0,2 0 0 0 0,-1 1 0 0 0,2 1 0 0 0,-1 0 0 0 0,1 1 0 0 0,0 0 0 0 0,0 1 0 0 0,1 0 0 0 0,16-4 0 0 0,-24 8-62 0 0,0 1 1 0 0,0 0 0 0 0,0 0 0 0 0,1 1-1 0 0,-1 0 1 0 0,0 0 0 0 0,0 0 0 0 0,0 1-1 0 0,0 0 1 0 0,0 0 0 0 0,0 1-1 0 0,0-1 1 0 0,0 1 0 0 0,-1 0 0 0 0,1 1-1 0 0,-1-1 1 0 0,1 1 0 0 0,-1 1 0 0 0,0-1-1 0 0,0 1 1 0 0,0-1 0 0 0,0 1 0 0 0,-1 1-1 0 0,5 4 1 0 0,5 9 64 0 0,-1 0 0 0 0,-1 0 0 0 0,13 27 1 0 0,-13-22 11 0 0,27 38 0 0 0,-37-59-124 0 0,0 0 0 0 0,-1 0 0 0 0,1 0-1 0 0,0-1 1 0 0,0 1 0 0 0,1-1 0 0 0,-1 1-1 0 0,0-1 1 0 0,0 0 0 0 0,1 0 0 0 0,-1 0-1 0 0,1 0 1 0 0,-1 0 0 0 0,1 0 0 0 0,-1-1-1 0 0,1 1 1 0 0,0-1 0 0 0,-1 0 0 0 0,1 1-1 0 0,-1-1 1 0 0,1-1 0 0 0,0 1-1 0 0,-1 0 1 0 0,1-1 0 0 0,-1 1 0 0 0,1-1-1 0 0,-1 0 1 0 0,1 1 0 0 0,-1-1 0 0 0,1-1-1 0 0,-1 1 1 0 0,0 0 0 0 0,1 0 0 0 0,1-3-1 0 0,11-5 16 0 0,-1-2 0 0 0,0 0 0 0 0,23-24-1 0 0,-27 26-1 0 0,22-26-12 0 0,-1 0 0 0 0,-2-2 0 0 0,-2-1 0 0 0,-1-1 0 0 0,-2-1 0 0 0,-2-1 0 0 0,-2-2 0 0 0,-1 0 0 0 0,-2 0 0 0 0,-3-2 0 0 0,-1 0 0 0 0,8-55 0 0 0,-7 41 18 0 0,-9 41 93 0 0,0 0 0 0 0,-2-1 0 0 0,3-34 0 0 0,-6 53-85 0 0,-7 22 54 0 0,-9 40 291 0 0,-12 105 0 0 0,5-17 68 0 0,9-86-371 0 0,-94 401-1617 0 0,106-457 901 0 0,0 0-1 0 0,1 0 1 0 0,0 0 0 0 0,0 0 0 0 0,1 0 0 0 0,0 0-1 0 0,1 8 1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3:13.6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71 1136 0 0,'-1'-1'251'0'0,"0"0"-1"0"0,1-1 1 0 0,-1 1 0 0 0,0-1-1 0 0,0 1 1 0 0,1-1 0 0 0,-1 1-1 0 0,1-1 1 0 0,-1 0 0 0 0,1 1-1 0 0,0-1 1 0 0,-1 0 0 0 0,1 1-1 0 0,0-1 1 0 0,0 0-1 0 0,0 1 1 0 0,1-1 0 0 0,-1 0-1 0 0,0 1 1 0 0,1-1 0 0 0,-1 1-1 0 0,1-1 1 0 0,-1 0 0 0 0,1 1-1 0 0,1-3 1 0 0,0 2-40 0 0,0 0 0 0 0,0 0 0 0 0,0 0 1 0 0,1 0-1 0 0,-1 1 0 0 0,1-1 0 0 0,-1 1 0 0 0,1-1 0 0 0,-1 1 0 0 0,1 0 1 0 0,0 0-1 0 0,0 0 0 0 0,3 0 0 0 0,11-2 186 0 0,0 1-1 0 0,0 0 1 0 0,30 2-1 0 0,133 10-1171 0 0,-59 2-5606 0 0,-89-9 3546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3:13.9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19 246 1056 0 0,'0'0'4531'0'0,"6"-1"-3551"0"0,116-13 2782 0 0,-63 8-2605 0 0,68-15 1 0 0,-110 17-1179 0 0,1-1 1 0 0,-1 0-1 0 0,0-2 0 0 0,-1 0 1 0 0,0 0-1 0 0,0-2 1 0 0,0 0-1 0 0,18-15 0 0 0,-32 23 11 0 0,0 0-1 0 0,0-1 0 0 0,0 1 0 0 0,0-1 0 0 0,-1 1 0 0 0,1-1 1 0 0,0 0-1 0 0,-1 0 0 0 0,1 0 0 0 0,-1 0 0 0 0,0 0 1 0 0,1 0-1 0 0,-1 0 0 0 0,0 0 0 0 0,0 0 0 0 0,-1-1 0 0 0,1 1 1 0 0,0 0-1 0 0,-1-1 0 0 0,1 1 0 0 0,-1-1 0 0 0,0 1 0 0 0,0 0 1 0 0,0-1-1 0 0,0 1 0 0 0,0-1 0 0 0,0 1 0 0 0,-1 0 0 0 0,1-1 1 0 0,-1 1-1 0 0,0-1 0 0 0,0 1 0 0 0,0 0 0 0 0,0 0 0 0 0,0 0 1 0 0,-2-3-1 0 0,0 1 15 0 0,-1 0 0 0 0,1 0 0 0 0,-1 1 0 0 0,0-1 0 0 0,0 1 0 0 0,0 0 0 0 0,0 0 0 0 0,-1 1 0 0 0,1-1 0 0 0,-1 1 0 0 0,0 0 0 0 0,1 0 0 0 0,-1 0 0 0 0,0 1 0 0 0,-10-2 0 0 0,-3 2 161 0 0,-1 1-1 0 0,1 0 1 0 0,0 1 0 0 0,0 1 0 0 0,0 1 0 0 0,1 0-1 0 0,-1 2 1 0 0,1 0 0 0 0,0 1 0 0 0,-27 13-1 0 0,19-7 364 0 0,0 2 0 0 0,1 0 0 0 0,1 2 0 0 0,0 0-1 0 0,1 2 1 0 0,-22 23 0 0 0,41-39-410 0 0,0 1 0 0 0,1 0 0 0 0,-1 0-1 0 0,1 0 1 0 0,-1 0 0 0 0,1 1 0 0 0,0-1 0 0 0,0 1 0 0 0,1-1-1 0 0,-1 1 1 0 0,1-1 0 0 0,-1 1 0 0 0,1 0 0 0 0,0 0 0 0 0,1 0 0 0 0,-1 0-1 0 0,1 0 1 0 0,-1-1 0 0 0,1 1 0 0 0,0 0 0 0 0,1 0 0 0 0,1 8 0 0 0,0-6-25 0 0,0 0 1 0 0,1 0-1 0 0,0 0 1 0 0,1-1-1 0 0,-1 1 1 0 0,1-1 0 0 0,0 0-1 0 0,0 0 1 0 0,0 0-1 0 0,1 0 1 0 0,0-1-1 0 0,10 8 1 0 0,12 5 41 0 0,0 0 0 0 0,0-2 0 0 0,2-1 0 0 0,-1-1 0 0 0,2-1 0 0 0,37 9 0 0 0,191 34-909 0 0,-216-48 454 0 0,1 0-434 0 0,52 3 0 0 0,-77-10 73 0 0,0 0 1 0 0,-1 0-1 0 0,1-2 0 0 0,0 0 1 0 0,33-10-1 0 0,-48 11 419 0 0,-1 1 0 0 0,1-1 1 0 0,0-1-1 0 0,-1 1 0 0 0,1 0 1 0 0,-1-1-1 0 0,0 1 0 0 0,1-1 1 0 0,-1 0-1 0 0,0 1 0 0 0,0-1 1 0 0,0 0-1 0 0,3-4 0 0 0,4-15-6587 0 0,-4 5 3867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3:15.3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161 144 9437 0 0,'-161'-64'3500'0'0,"178"58"-1388"0"0,20 0-1846 0 0,1273-58 3470 0 0,-1307 64-3733 0 0,35 0-232 0 0,35-3-1544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3:15.7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160 1 596 0 0,'8'14'1280'0'0,"14"24"942"0"0,-2 1 0 0 0,-1 1 0 0 0,18 55 1 0 0,-34-83-2162 0 0,0 0 1 0 0,0 0 0 0 0,-1 0-1 0 0,-1 0 1 0 0,0 0 0 0 0,0 0-1 0 0,-1 1 1 0 0,-1-1 0 0 0,0 0-1 0 0,-1 0 1 0 0,0 0 0 0 0,-1 0-1 0 0,0 0 1 0 0,-1 0 0 0 0,0-1-1 0 0,-11 20 1 0 0,-1-7-368 0 0,-1-2-1 0 0,-1 0 1 0 0,-1-1-1 0 0,-1-1 1 0 0,-39 31-1 0 0,16-13-1058 0 0,6-7-2892 0 0,22-23 1805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3:16.1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710 191 15841 0 0,'63'-57'-182'0'0,"-59"89"254"0"0,-14 23 93 0 0,3 0 1 0 0,3 1 0 0 0,4 101-1 0 0,1-133-126 0 0,2 0-1 0 0,1 0 1 0 0,1 0 0 0 0,1 0-1 0 0,1-1 1 0 0,1 0 0 0 0,1 0-1 0 0,1-1 1 0 0,1 0 0 0 0,1-1-1 0 0,19 26 1 0 0,-28-43-24 0 0,1 1 1 0 0,0-1-1 0 0,0 0 1 0 0,0 0 0 0 0,1 0-1 0 0,-1 0 1 0 0,1-1-1 0 0,0 1 1 0 0,0-2-1 0 0,11 6 1 0 0,-13-7-6 0 0,0 0 1 0 0,0 0-1 0 0,0-1 1 0 0,1 1-1 0 0,-1-1 0 0 0,0 0 1 0 0,1 0-1 0 0,-1 0 1 0 0,0 0-1 0 0,0 0 1 0 0,1-1-1 0 0,-1 0 0 0 0,0 1 1 0 0,0-1-1 0 0,0 0 1 0 0,0-1-1 0 0,0 1 1 0 0,0 0-1 0 0,0-1 0 0 0,5-3 1 0 0,11-9 65 0 0,0-1 1 0 0,0-1-1 0 0,-2 0 0 0 0,0-2 0 0 0,-1 0 1 0 0,0 0-1 0 0,-2-2 0 0 0,15-25 1 0 0,3-12 39 0 0,-20 32-20 0 0,1 1 0 0 0,2 1-1 0 0,0 0 1 0 0,1 0 0 0 0,34-34 0 0 0,-49 55-94 0 0,1 1 0 0 0,0-1 0 0 0,0 1 0 0 0,0-1 0 0 0,0 1 0 0 0,0-1-1 0 0,0 1 1 0 0,0 0 0 0 0,0 0 0 0 0,0 0 0 0 0,1 0 0 0 0,-1 1 0 0 0,0-1 0 0 0,0 1 0 0 0,1-1 0 0 0,-1 1 0 0 0,1 0-1 0 0,-1 0 1 0 0,0 0 0 0 0,1 0 0 0 0,-1 0 0 0 0,4 1 0 0 0,-3 0-4 0 0,0 1 0 0 0,1 0-1 0 0,-1-1 1 0 0,0 1 0 0 0,0 0 0 0 0,0 1 0 0 0,0-1-1 0 0,0 0 1 0 0,-1 1 0 0 0,1 0 0 0 0,-1 0 0 0 0,1-1-1 0 0,1 5 1 0 0,7 10-12 0 0,-2 1-1 0 0,0 1 1 0 0,0-1 0 0 0,5 23-1 0 0,-12-34 19 0 0,12 52-214 0 0,-13-55 203 0 0,-1-1 0 0 0,0 0 0 0 0,0 0 0 0 0,0 1 0 0 0,0-1 0 0 0,-1 0-1 0 0,1 0 1 0 0,-1 1 0 0 0,0-1 0 0 0,0 0 0 0 0,0 0 0 0 0,0 0 0 0 0,0 0 0 0 0,-1 0-1 0 0,-2 4 1 0 0,2-7 26 0 0,-1 0 0 0 0,0 0 0 0 0,1 0 0 0 0,-1 0 0 0 0,0-1 0 0 0,1 1 0 0 0,-1-1 0 0 0,1 1 0 0 0,-1-1 0 0 0,1 0 0 0 0,-5-2 0 0 0,5 2-24 0 0,-60-22 134 0 0,0-2 1 0 0,-109-64-1 0 0,82 40-98 0 0,-69-35-161 0 0,-431-210-2995 0 0,461 245 415 0 0,34 22-2979 0 0,21 10 1623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56:33.6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2246 0 180,'0'0'4854,"-32"5"1084,20-4-6118,-8-1 437,0 0-1,1 2 0,-29 6 1,-9 0 117,-854 64 2142,118-13-1862,681-43-619,77-9-9,-1-2 0,-44 1 0,20 2 768,58-8-401,-7 0-255,26 6-6399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23.5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349 174 8089 0 0,'-3'-37'1625'0'0,"-5"-63"4808"0"0,-10 138-5694 0 0,-184 515 1022 0 0,98-281-1188 0 0,91-242 1995 0 0,22-65-2150 0 0,2 1 0 0 0,29-63 1 0 0,-5 16-156 0 0,179-420 469 0 0,-202 477-724 0 0,34-62 59 0 0,-41 79-70 0 0,0-1-1 0 0,0 1 0 0 0,1 0 1 0 0,0 1-1 0 0,0-1 1 0 0,0 1-1 0 0,1 0 0 0 0,9-6 1 0 0,-15 11-3 0 0,1 0 1 0 0,-1 1-1 0 0,1-1 1 0 0,0 0-1 0 0,-1 1 0 0 0,1-1 1 0 0,-1 1-1 0 0,1 0 1 0 0,0-1-1 0 0,0 1 1 0 0,-1 0-1 0 0,1 0 0 0 0,0 0 1 0 0,0 0-1 0 0,-1 1 1 0 0,1-1-1 0 0,0 0 1 0 0,-1 1-1 0 0,1-1 1 0 0,0 1-1 0 0,2 1 0 0 0,0 0 0 0 0,0 0 0 0 0,0 1-1 0 0,0 0 1 0 0,-1 0-1 0 0,1 0 1 0 0,-1 0-1 0 0,6 8 1 0 0,1 2 1 0 0,-1 1 1 0 0,0 1-1 0 0,8 17 0 0 0,-6-5 11 0 0,-1 0 1 0 0,-1 1-1 0 0,-1 0 0 0 0,-1 0 0 0 0,5 58 0 0 0,-6 145-94 0 0,-7-150-123 0 0,-12 97-738 0 0,6-116-235 0 0,1 68 1 0 0,4 53-5150 0 0,2-182 6015 0 0,0 0 1 0 0,0 0 0 0 0,0 1 0 0 0,0-1-1 0 0,-1 0 1 0 0,1 0 0 0 0,0 0 0 0 0,-1 0-1 0 0,1 0 1 0 0,0 0 0 0 0,-1 0 0 0 0,1 0-1 0 0,-1-1 1 0 0,0 1 0 0 0,1 0 0 0 0,-1 0-1 0 0,0 0 1 0 0,1 0 0 0 0,-1-1 0 0 0,0 1-1 0 0,0 0 1 0 0,0-1 0 0 0,-1 2 0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23.9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63 428 288 0 0,'-8'-2'825'0'0,"1"-1"0"0"0,-1 0 0 0 0,1 0 0 0 0,0-1 0 0 0,-11-7 0 0 0,18 10-701 0 0,-1 1 0 0 0,0-1 0 0 0,1 1 0 0 0,-1-1 0 0 0,1 0 0 0 0,-1 1-1 0 0,1-1 1 0 0,-1 1 0 0 0,1-1 0 0 0,0 0 0 0 0,-1 0 0 0 0,1 1 0 0 0,0-1 0 0 0,-1 0 0 0 0,1 1 0 0 0,0-1 0 0 0,0 0 0 0 0,0 0-1 0 0,0 0 1 0 0,-1 1 0 0 0,1-1 0 0 0,0 0 0 0 0,1 0 0 0 0,-1 1 0 0 0,0-2 0 0 0,1 0-39 0 0,0 0 0 0 0,0 0 0 0 0,0 1 0 0 0,1-1 1 0 0,-1 1-1 0 0,0-1 0 0 0,1 1 0 0 0,-1-1 0 0 0,1 1 0 0 0,-1 0 0 0 0,1 0 0 0 0,0 0 1 0 0,0 0-1 0 0,3-2 0 0 0,55-23 472 0 0,1 3 0 0 0,0 2 1 0 0,2 4-1 0 0,70-12 0 0 0,-61 13-276 0 0,135-25 169 0 0,-95 21-259 0 0,202-64 0 0 0,-306 81 79 0 0,0 0 0 0 0,0 0 0 0 0,-1-1 0 0 0,1 0 0 0 0,-1 0 0 0 0,0-1 0 0 0,0 1 0 0 0,-1-2 1 0 0,1 1-1 0 0,-1-1 0 0 0,0 0 0 0 0,-1 0 0 0 0,0-1 0 0 0,7-10 0 0 0,-10 23 195 0 0,-1 1-1 0 0,0 0 1 0 0,0-1-1 0 0,-1 1 1 0 0,-1 12 0 0 0,-94 709 1707 0 0,72-406-5330 0 0,23-338-3893 0 0,1-44 1497 0 0,0 22 1682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24.2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83 272 0 0,'-4'-68'6756'0'0,"4"55"-4878"0"0,4 12-1647 0 0,1 1 0 0 0,-1 0 1 0 0,0 0-1 0 0,0 0 0 0 0,0 1 0 0 0,0-1 0 0 0,0 1 0 0 0,8 2 0 0 0,20 7 242 0 0,0 1-1 0 0,-1 1 1 0 0,43 24 0 0 0,-64-30-440 0 0,0 0 0 0 0,0 0 0 0 0,-1 1 0 0 0,0 1 0 0 0,0-1 0 0 0,-1 1 1 0 0,0 1-1 0 0,0-1 0 0 0,-1 2 0 0 0,0-1 0 0 0,-1 1 0 0 0,0-1 0 0 0,8 21 1 0 0,-12-23-46 0 0,0 0 1 0 0,-1 0-1 0 0,0 0 1 0 0,0 0-1 0 0,-1 0 1 0 0,0 1 0 0 0,0-1-1 0 0,0 0 1 0 0,-1 0-1 0 0,0 0 1 0 0,-1 0-1 0 0,0 1 1 0 0,0-2-1 0 0,0 1 1 0 0,-1 0 0 0 0,-4 7-1 0 0,-1 2-113 0 0,-1 0 0 0 0,-1-1 0 0 0,0 0 0 0 0,-1-1 0 0 0,-17 18 0 0 0,8-10-498 0 0,-30 30-222 0 0,46-49 302 0 0,1 0 0 0 0,-1 0 0 0 0,0 0 0 0 0,0 0 0 0 0,0-1-1 0 0,0 0 1 0 0,-1 1 0 0 0,1-2 0 0 0,-1 1 0 0 0,1 0 0 0 0,-8 1-1 0 0,3-3-1938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24.5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12 112 0 0,'1'-1'245'0'0,"0"0"-1"0"0,0 0 1 0 0,0 0-1 0 0,0 0 1 0 0,0 1 0 0 0,0-1-1 0 0,0 0 1 0 0,0 1-1 0 0,0-1 1 0 0,0 1-1 0 0,0-1 1 0 0,0 1 0 0 0,0-1-1 0 0,1 1 1 0 0,-1 0-1 0 0,0-1 1 0 0,0 1 0 0 0,1 0-1 0 0,-1 0 1 0 0,0 0-1 0 0,0 0 1 0 0,0 0 0 0 0,1 0-1 0 0,-1 0 1 0 0,0 1-1 0 0,0-1 1 0 0,1 0 0 0 0,-1 1-1 0 0,0-1 1 0 0,0 1-1 0 0,0-1 1 0 0,0 1-1 0 0,0-1 1 0 0,0 1 0 0 0,0 0-1 0 0,2 1 1 0 0,-1 2 232 0 0,0 1 0 0 0,0-1 0 0 0,0 1-1 0 0,-1-1 1 0 0,0 1 0 0 0,0 0 0 0 0,0-1 0 0 0,1 8 0 0 0,6 56 1856 0 0,-1 103-1 0 0,-10-82-1923 0 0,-4 0 0 0 0,-19 92 0 0 0,12-90-743 0 0,-9 39-921 0 0,16-84 491 0 0,6-35-68 0 0,0 0 1 0 0,-1 1 0 0 0,-5 16-1 0 0,6-25 441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24.9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79 132 0 0,'-4'-9'1219'0'0,"1"-1"-1"0"0,0 0 1 0 0,1 0 0 0 0,0 0-1 0 0,-1-11 1 0 0,4 21-1149 0 0,-1-1 0 0 0,0 1 0 0 0,0-1-1 0 0,1 1 1 0 0,-1-1 0 0 0,0 1 0 0 0,1-1 0 0 0,-1 1 0 0 0,0-1 0 0 0,1 1 0 0 0,-1 0-1 0 0,1-1 1 0 0,-1 1 0 0 0,1 0 0 0 0,-1-1 0 0 0,1 1 0 0 0,-1 0 0 0 0,1-1-1 0 0,-1 1 1 0 0,1 0 0 0 0,-1 0 0 0 0,1 0 0 0 0,0 0 0 0 0,-1-1 0 0 0,1 1 0 0 0,-1 0-1 0 0,1 0 1 0 0,-1 0 0 0 0,1 0 0 0 0,0 0 0 0 0,-1 0 0 0 0,1 0 0 0 0,-1 1-1 0 0,2-1 1 0 0,23 3 453 0 0,-22-2-345 0 0,28 7 224 0 0,0 2-1 0 0,0 1 1 0 0,-1 1 0 0 0,-1 2 0 0 0,54 33 0 0 0,-69-39-369 0 0,0 1-1 0 0,-1 1 0 0 0,-1-1 0 0 0,1 2 1 0 0,-2 0-1 0 0,1 0 0 0 0,13 20 1 0 0,-21-26-79 0 0,0 0 0 0 0,-1 1 1 0 0,0 0-1 0 0,0-1 0 0 0,0 1 1 0 0,-1 0-1 0 0,0 0 0 0 0,0 1 0 0 0,0-1 1 0 0,-1 0-1 0 0,0 1 0 0 0,0-1 1 0 0,-1 1-1 0 0,1-1 0 0 0,-1 1 1 0 0,-1-1-1 0 0,0 1 0 0 0,1-1 1 0 0,-2 0-1 0 0,1 1 0 0 0,-3 6 0 0 0,-3 3-239 0 0,1-1 0 0 0,-2 0-1 0 0,0 0 1 0 0,-1 0-1 0 0,-1-1 1 0 0,-21 24-1 0 0,18-24-1145 0 0,-1-1-1 0 0,0-1 0 0 0,-21 14 0 0 0,17-14-1117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25.2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1055 944 0 0,'12'1'6270'0'0,"-11"-2"-6096"0"0,16-16 3148 0 0,15-29-824 0 0,-28 40-1943 0 0,43-64 1522 0 0,-14 22-1151 0 0,-1-2-1 0 0,-3-1 1 0 0,28-67 0 0 0,-38 69-734 0 0,-3-1 0 0 0,-2-1 0 0 0,-2 0 0 0 0,-2-1 0 0 0,-2 0 0 0 0,-3 0 0 0 0,-2-1 0 0 0,-6-82 0 0 0,2 124-212 0 0,0 1 1 0 0,0 0-1 0 0,-1 0 0 0 0,-1 0 1 0 0,0 0-1 0 0,0 0 1 0 0,-1 0-1 0 0,-4-8 1 0 0,7 17 13 0 0,1 1 0 0 0,-1-1 0 0 0,0 1 0 0 0,1-1 0 0 0,-1 1 0 0 0,0 0 0 0 0,1 0 0 0 0,-1-1 0 0 0,0 1 0 0 0,0 0 0 0 0,1 0 0 0 0,-1 0 0 0 0,0-1 0 0 0,0 1 0 0 0,1 0 0 0 0,-1 0 0 0 0,0 0 0 0 0,0 0 0 0 0,1 1 0 0 0,-1-1 0 0 0,0 0 0 0 0,0 0 0 0 0,1 0 0 0 0,-1 1 0 0 0,0-1 0 0 0,0 0 0 0 0,1 1 0 0 0,-1-1 0 0 0,0 0 0 0 0,1 1 1 0 0,-1-1-1 0 0,1 1 0 0 0,-1-1 0 0 0,1 1 0 0 0,-1-1 0 0 0,1 1 0 0 0,-1 0 0 0 0,1-1 0 0 0,-1 1 0 0 0,0 0 0 0 0,-25 33-72 0 0,22-27 45 0 0,-14 20 6 0 0,2 0 0 0 0,1 1 0 0 0,2 0 0 0 0,0 1 0 0 0,2 1 0 0 0,-11 45 0 0 0,9-13 57 0 0,2 0-1 0 0,-4 82 1 0 0,14-108 7 0 0,1 0 1 0 0,2 0-1 0 0,1 0 1 0 0,2 0-1 0 0,15 56 1 0 0,-14-71-19 0 0,1-1 0 0 0,0 0 1 0 0,2 0-1 0 0,0-1 0 0 0,1 0 0 0 0,1 0 0 0 0,1-1 1 0 0,1 0-1 0 0,0-2 0 0 0,26 27 0 0 0,-31-36-9 0 0,-1-1 0 0 0,1 0-1 0 0,1-1 1 0 0,-1 1-1 0 0,1-2 1 0 0,0 1 0 0 0,0-1-1 0 0,0 0 1 0 0,1-1 0 0 0,-1 0-1 0 0,1-1 1 0 0,0 0 0 0 0,15 1-1 0 0,-10-2-28 0 0,-1-2 0 0 0,0 0 0 0 0,0 0 0 0 0,0-1 0 0 0,0-1 1 0 0,0-1-1 0 0,0 0 0 0 0,23-10 0 0 0,-13 2-41 0 0,0-1 0 0 0,0 0 1 0 0,-2-2-1 0 0,0-1 0 0 0,0-1 0 0 0,-2-1 1 0 0,0 0-1 0 0,-1-2 0 0 0,25-33 1 0 0,-26 28 98 0 0,-1-2 1 0 0,-2 0 0 0 0,0 0-1 0 0,-2-1 1 0 0,-1-1 0 0 0,-1-1-1 0 0,7-33 1 0 0,-8 31 589 0 0,-8 28-305 0 0,-6 18-265 0 0,-5 16-69 0 0,2 0 0 0 0,1 1 0 0 0,1 0 1 0 0,-1 49-1 0 0,13 125-4384 0 0,0-166 2468 0 0,2-15-6046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25.5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79 940 0 0,'-2'-5'700'0'0,"-1"1"0"0"0,1-1 0 0 0,0 0 1 0 0,0 0-1 0 0,1 0 0 0 0,0 0 0 0 0,0 0 0 0 0,0 0 0 0 0,-1-9 0 0 0,3 13-580 0 0,-1 0 0 0 0,0 0 0 0 0,0 0 0 0 0,0 0 0 0 0,1 1-1 0 0,-1-1 1 0 0,0 0 0 0 0,1 0 0 0 0,-1 0 0 0 0,1 1 0 0 0,-1-1 0 0 0,1 0 0 0 0,-1 1 0 0 0,1-1-1 0 0,-1 0 1 0 0,1 1 0 0 0,0-1 0 0 0,-1 1 0 0 0,1-1 0 0 0,0 1 0 0 0,0-1 0 0 0,1 0-1 0 0,1 0-78 0 0,0 1 0 0 0,-1-1 0 0 0,1 0 0 0 0,0 1 0 0 0,0 0 0 0 0,0 0 0 0 0,0 0 0 0 0,0 0 0 0 0,0 0 0 0 0,3 1 0 0 0,22 5-638 0 0,0 2 0 0 0,-1 0-1 0 0,0 2 1 0 0,29 14 0 0 0,-2-1-2950 0 0,-15-7 947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25.9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380 15 720 0 0,'-13'-4'972'0'0,"0"1"1"0"0,0 0-1 0 0,-1 1 1 0 0,1 1-1 0 0,-1 0 0 0 0,1 0 1 0 0,-1 2-1 0 0,-20 2 1 0 0,23-1-689 0 0,-1 1 0 0 0,1 0 1 0 0,0 1-1 0 0,0 0 1 0 0,0 1-1 0 0,1 0 0 0 0,-1 1 1 0 0,1 0-1 0 0,0 1 1 0 0,1 0-1 0 0,0 0 0 0 0,0 1 1 0 0,0 0-1 0 0,1 0 1 0 0,-12 17-1 0 0,12-14-70 0 0,-1 1 0 0 0,2 0 1 0 0,0 0-1 0 0,1 0 0 0 0,0 1 0 0 0,0 0 0 0 0,2 0 1 0 0,-7 25-1 0 0,10-30-230 0 0,0 1 1 0 0,1-1 0 0 0,-1 1-1 0 0,1-1 1 0 0,1 1-1 0 0,0-1 1 0 0,0 1-1 0 0,1-1 1 0 0,0 1-1 0 0,0-1 1 0 0,1 0 0 0 0,0 0-1 0 0,0 0 1 0 0,1 0-1 0 0,7 11 1 0 0,-4-9-163 0 0,0 0 0 0 0,1-1 0 0 0,0 1 0 0 0,1-1 0 0 0,0-1 0 0 0,0 0 0 0 0,0 0 0 0 0,1-1 0 0 0,1 0 0 0 0,-1-1 0 0 0,1 0 0 0 0,0 0 0 0 0,0-1 0 0 0,1-1 0 0 0,19 5 0 0 0,-8-4-782 0 0,1-1 1 0 0,0-1 0 0 0,0-1-1 0 0,1-2 1 0 0,-1 0 0 0 0,0-1-1 0 0,28-6 1 0 0,6-3-1953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26.2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356 657 68 0 0,'0'-2'172'0'0,"1"0"1"0"0,-1 0-1 0 0,0-1 0 0 0,0 1 0 0 0,0 0 1 0 0,0 0-1 0 0,0 0 0 0 0,-1 0 1 0 0,1 0-1 0 0,-1 0 0 0 0,1 0 0 0 0,-1 0 1 0 0,0 1-1 0 0,0-1 0 0 0,1 0 0 0 0,-1 0 1 0 0,-1 0-1 0 0,1 1 0 0 0,0-1 1 0 0,0 1-1 0 0,-1-1 0 0 0,1 1 0 0 0,0-1 1 0 0,-1 1-1 0 0,0 0 0 0 0,1-1 0 0 0,-1 1 1 0 0,0 0-1 0 0,1 0 0 0 0,-1 0 1 0 0,0 1-1 0 0,0-1 0 0 0,0 0 0 0 0,0 1 1 0 0,0-1-1 0 0,0 1 0 0 0,0-1 1 0 0,0 1-1 0 0,0 0 0 0 0,0 0 0 0 0,0 0 1 0 0,0 0-1 0 0,0 1 0 0 0,0-1 0 0 0,0 0 1 0 0,0 1-1 0 0,0-1 0 0 0,0 1 1 0 0,0 0-1 0 0,-3 1 0 0 0,-19 6 480 0 0,1 0 0 0 0,-1 2 0 0 0,2 0 0 0 0,-1 2-1 0 0,-37 25 1 0 0,52-31-498 0 0,-1 0-1 0 0,1 1 1 0 0,0 0 0 0 0,0 0-1 0 0,1 1 1 0 0,0 0-1 0 0,0 0 1 0 0,1 1-1 0 0,0-1 1 0 0,1 1 0 0 0,0 1-1 0 0,0-1 1 0 0,1 1-1 0 0,0 0 1 0 0,1 0 0 0 0,-4 16-1 0 0,6-23-137 0 0,0 0 1 0 0,1 0-1 0 0,-1 1 0 0 0,1-1 1 0 0,0 0-1 0 0,0 0 0 0 0,0 0 1 0 0,0 1-1 0 0,1-1 0 0 0,-1 0 1 0 0,1 0-1 0 0,0 0 0 0 0,0 0 1 0 0,0 0-1 0 0,0 0 0 0 0,0 0 1 0 0,1 0-1 0 0,-1 0 0 0 0,1 0 1 0 0,0-1-1 0 0,0 1 0 0 0,0-1 1 0 0,0 1-1 0 0,0-1 0 0 0,0 0 1 0 0,1 0-1 0 0,-1 0 0 0 0,1 0 1 0 0,0 0-1 0 0,-1-1 1 0 0,1 1-1 0 0,0-1 0 0 0,0 1 1 0 0,0-1-1 0 0,0 0 0 0 0,0 0 1 0 0,0-1-1 0 0,1 1 0 0 0,-1-1 1 0 0,0 1-1 0 0,0-1 0 0 0,0 0 1 0 0,4-1-1 0 0,9 1-48 0 0,0-2 0 0 0,0 0-1 0 0,-1 0 1 0 0,1-2 0 0 0,-1 0 0 0 0,0-1 0 0 0,22-9-1 0 0,-18 3 24 0 0,1-1-1 0 0,-1 0 0 0 0,-1-1 0 0 0,30-29 1 0 0,-35 30 165 0 0,0 0 0 0 0,1 0 1 0 0,0 1-1 0 0,1 1 0 0 0,0 1 1 0 0,1 0-1 0 0,0 1 0 0 0,26-10 1 0 0,-39 18-117 0 0,1-1 0 0 0,-1 1 1 0 0,0 0-1 0 0,1 0 0 0 0,-1 1 1 0 0,0-1-1 0 0,0 0 1 0 0,1 1-1 0 0,-1 0 0 0 0,0 0 1 0 0,0 0-1 0 0,0 0 0 0 0,0 0 1 0 0,0 1-1 0 0,0 0 1 0 0,0-1-1 0 0,-1 1 0 0 0,1 0 1 0 0,0 0-1 0 0,-1 0 0 0 0,0 1 1 0 0,3 2-1 0 0,8 9 85 0 0,-1 1-1 0 0,19 27 0 0 0,-14-17-6 0 0,-6-10-103 0 0,2-1 0 0 0,-1 0 0 0 0,2 0 1 0 0,-1-1-1 0 0,2-1 0 0 0,0 0 0 0 0,0-2 0 0 0,1 1 0 0 0,1-2 0 0 0,-1 0 0 0 0,1-1 1 0 0,23 7-1 0 0,-28-11-59 0 0,1-1 0 0 0,-1 0-1 0 0,1-2 1 0 0,0 1 0 0 0,0-1 0 0 0,0-1 0 0 0,0 0 0 0 0,0-1 0 0 0,-1-1 0 0 0,1 0 0 0 0,0 0 0 0 0,-1-2 0 0 0,1 1 0 0 0,-1-1 0 0 0,0-1 0 0 0,0 0-1 0 0,-1-1 1 0 0,20-13 0 0 0,-17 10 9 0 0,0-2 0 0 0,-1 0-1 0 0,0 0 1 0 0,-1-1 0 0 0,0-1 0 0 0,-1 0-1 0 0,0 0 1 0 0,-1-1 0 0 0,12-23 0 0 0,-12 15 20 0 0,0 0 0 0 0,-1 0 1 0 0,-2-1-1 0 0,0 0 1 0 0,-1-1-1 0 0,2-24 0 0 0,-2-28 151 0 0,-4 1-1 0 0,-3 0 0 0 0,-14-102 0 0 0,8 102 97 0 0,-5 9 327 0 0,8 48 22 0 0,1-1-1 0 0,-3-31 1 0 0,-4 118 396 0 0,-29 436-351 0 0,-13-248-1225 0 0,35-191-490 0 0,2 0 0 0 0,3 1-1 0 0,4 0 1 0 0,-1 99-1 0 0,15-133-961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26.6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59 664 0 0,'0'-2'268'0'0,"1"0"0"0"0,-1 0 1 0 0,0 0-1 0 0,0 0 0 0 0,1 1 0 0 0,-1-1 0 0 0,1 0 1 0 0,-1 0-1 0 0,1 1 0 0 0,0-1 0 0 0,0 0 0 0 0,0 1 0 0 0,0-1 1 0 0,0 1-1 0 0,0-1 0 0 0,0 1 0 0 0,1 0 0 0 0,-1-1 1 0 0,0 1-1 0 0,1 0 0 0 0,1-1 0 0 0,1-1 35 0 0,1 1 0 0 0,0-1-1 0 0,0 1 1 0 0,0 0 0 0 0,0 1 0 0 0,0-1-1 0 0,8-1 1 0 0,11 0 127 0 0,-1 2 1 0 0,39 1-1 0 0,-50 0 9 0 0,400 20 2813 0 0,-248-9-2369 0 0,-128-10-613 0 0,48 6 939 0 0,-84-7-1192 0 0,0 0-1 0 0,0 0 1 0 0,0 0 0 0 0,0 0-1 0 0,1 0 1 0 0,-1 0 0 0 0,0 1-1 0 0,0-1 1 0 0,0 0 0 0 0,0 0-1 0 0,0 0 1 0 0,0 0 0 0 0,0 0-1 0 0,0 0 1 0 0,0 0 0 0 0,1 1-1 0 0,-1-1 1 0 0,0 0-1 0 0,0 0 1 0 0,0 0 0 0 0,0 0-1 0 0,0 0 1 0 0,0 1 0 0 0,0-1-1 0 0,0 0 1 0 0,0 0 0 0 0,0 0-1 0 0,0 0 1 0 0,0 0 0 0 0,0 1-1 0 0,0-1 1 0 0,0 0 0 0 0,0 0-1 0 0,0 0 1 0 0,0 0-1 0 0,-1 0 1 0 0,1 0 0 0 0,0 1-1 0 0,0-1 1 0 0,0 0 0 0 0,0 0-1 0 0,0 0 1 0 0,0 0 0 0 0,0 0-1 0 0,0 0 1 0 0,0 0 0 0 0,-1 1-1 0 0,1-1 1 0 0,0 0 0 0 0,0 0-1 0 0,0 0 1 0 0,0 0 0 0 0,0 0-1 0 0,0 0 1 0 0,-1 0-1 0 0,1 0 1 0 0,0 0 0 0 0,0 0-1 0 0,0 0 1 0 0,-1 0 0 0 0,-16 13 515 0 0,-38 17-117 0 0,30-16-76 0 0,19-10-343 0 0,1 0-1 0 0,-1 1 1 0 0,1 0-1 0 0,-1 0 1 0 0,2 1-1 0 0,-1-1 0 0 0,0 1 1 0 0,1 0-1 0 0,0 0 1 0 0,1 0-1 0 0,-1 1 1 0 0,1-1-1 0 0,1 1 1 0 0,-1 0-1 0 0,1 0 0 0 0,0 0 1 0 0,0 0-1 0 0,1 0 1 0 0,0 0-1 0 0,0 13 1 0 0,1-12-334 0 0,0-1 1 0 0,1 0 0 0 0,0 1-1 0 0,0-1 1 0 0,0 0 0 0 0,1 0-1 0 0,0 0 1 0 0,1 0 0 0 0,3 9-1 0 0,-3-11-278 0 0,-1-1 0 0 0,1 1 0 0 0,0-1 0 0 0,1 1 0 0 0,-1-1 0 0 0,1 0 0 0 0,0 0 0 0 0,0-1 0 0 0,0 1 0 0 0,0-1 0 0 0,1 0 0 0 0,-1 0 0 0 0,7 3 0 0 0,13 4-3063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95 728 0 0,'-13'-23'1893'0'0,"9"16"-826"0"0,0 0 0 0 0,0 1-1 0 0,1-1 1 0 0,0-1 0 0 0,0 1-1 0 0,1 0 1 0 0,-3-12-1 0 0,6 18-1044 0 0,-1 1 0 0 0,0 0 0 0 0,1-1 0 0 0,-1 1 0 0 0,1 0-1 0 0,-1 0 1 0 0,1-1 0 0 0,-1 1 0 0 0,1 0 0 0 0,-1 0 0 0 0,1 0-1 0 0,0 0 1 0 0,-1 0 0 0 0,1-1 0 0 0,-1 1 0 0 0,1 0 0 0 0,-1 0-1 0 0,1 1 1 0 0,-1-1 0 0 0,1 0 0 0 0,0 0 0 0 0,-1 0 0 0 0,1 0-1 0 0,-1 0 1 0 0,1 1 0 0 0,-1-1 0 0 0,1 0 0 0 0,-1 0 0 0 0,1 1 0 0 0,0 0-1 0 0,15 5-184 0 0,53 24-2147 0 0,-26-8-2124 0 0,-17-11 1662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27.3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182 24 244 0 0,'-7'0'521'0'0,"0"0"0"0"0,0 1 0 0 0,0 0 0 0 0,1 0 0 0 0,-1 1 0 0 0,0 0 0 0 0,1 0 0 0 0,-1 0 0 0 0,1 1 0 0 0,0 0 0 0 0,0 0 0 0 0,0 1 0 0 0,0 0 0 0 0,-7 6 0 0 0,6-4-193 0 0,0 1 0 0 0,1 0 0 0 0,0 0 0 0 0,0 0 0 0 0,1 1 0 0 0,0 0 0 0 0,0 0 0 0 0,1 0-1 0 0,-7 18 1 0 0,8-15-230 0 0,-1-1 1 0 0,2 1-1 0 0,-1 0 0 0 0,2-1 0 0 0,-1 1 0 0 0,1 0 0 0 0,1 0 0 0 0,0 0 0 0 0,1 0 0 0 0,0 0 1 0 0,0 0-1 0 0,1 0 0 0 0,1 0 0 0 0,0-1 0 0 0,0 1 0 0 0,1-1 0 0 0,0 0 0 0 0,12 19 1 0 0,-15-26-103 0 0,1 0 1 0 0,0-1-1 0 0,0 1 0 0 0,1 0 1 0 0,-1-1-1 0 0,0 0 1 0 0,1 1-1 0 0,-1-1 1 0 0,1 0-1 0 0,0-1 1 0 0,0 1-1 0 0,0 0 1 0 0,0-1-1 0 0,0 1 1 0 0,0-1-1 0 0,0 0 1 0 0,0 0-1 0 0,1 0 1 0 0,-1-1-1 0 0,6 1 1 0 0,-4-1 0 0 0,0-1 1 0 0,1 1-1 0 0,-1-1 0 0 0,0-1 1 0 0,-1 1-1 0 0,1-1 1 0 0,0 0-1 0 0,0 0 1 0 0,-1 0-1 0 0,1-1 1 0 0,-1 1-1 0 0,6-5 1 0 0,6-6 52 0 0,-1-1 0 0 0,0 0 0 0 0,-1-1 0 0 0,-1-1 0 0 0,21-30 1 0 0,-2-15 280 0 0,-26 49-143 0 0,-1 0 0 0 0,2 0 1 0 0,-1 0-1 0 0,1 1 0 0 0,1 0 0 0 0,0 1 0 0 0,10-10 0 0 0,-17 19-163 0 0,1 0 0 0 0,-1 0-1 0 0,0-1 1 0 0,1 1 0 0 0,-1 1-1 0 0,1-1 1 0 0,-1 0 0 0 0,1 0-1 0 0,0 0 1 0 0,-1 1 0 0 0,1-1-1 0 0,0 1 1 0 0,-1 0 0 0 0,1-1-1 0 0,0 1 1 0 0,0 0 0 0 0,-1 0-1 0 0,1 0 1 0 0,0 0-1 0 0,0 0 1 0 0,-1 0 0 0 0,3 1-1 0 0,-1 0-5 0 0,1 1 0 0 0,-1-1 1 0 0,0 1-1 0 0,0-1 0 0 0,0 1 0 0 0,0 0 0 0 0,0 0 0 0 0,0 1 0 0 0,-1-1 0 0 0,4 4 0 0 0,3 5 10 0 0,0 0 0 0 0,-1 1-1 0 0,-1-1 1 0 0,9 20 0 0 0,-7-13-118 0 0,-1 0-1 0 0,-1 1 1 0 0,-1 0-1 0 0,0 0 1 0 0,-2 0 0 0 0,5 38-1 0 0,-3 3-503 0 0,-6-59 589 0 0,-4-5 50 0 0,1-1-1 0 0,1 1 0 0 0,-1-1 0 0 0,0 0 0 0 0,1 0 1 0 0,0 0-1 0 0,0 0 0 0 0,1 0 0 0 0,0 0 0 0 0,-1-1 1 0 0,2 1-1 0 0,-1 0 0 0 0,1-1 0 0 0,-1 1 1 0 0,1-1-1 0 0,2-6 0 0 0,-1-9 219 0 0,2 1 1 0 0,9-37 0 0 0,-6 33 133 0 0,1 1 0 0 0,1 0 1 0 0,1 0-1 0 0,1 1 0 0 0,23-38 1 0 0,-30 55-327 0 0,0 1 0 0 0,0-1 0 0 0,1 1 0 0 0,-1 0 0 0 0,1 0 0 0 0,0 0 0 0 0,0 0 0 0 0,1 1 0 0 0,-1 0 0 0 0,1 0 0 0 0,-1 0 0 0 0,1 0 0 0 0,0 1 0 0 0,0 0-1 0 0,0 0 1 0 0,1 0 0 0 0,-1 0 0 0 0,0 1 0 0 0,1 0 0 0 0,-1 0 0 0 0,1 1 0 0 0,-1-1 0 0 0,1 1 0 0 0,-1 1 0 0 0,1-1 0 0 0,-1 1 0 0 0,1-1 0 0 0,-1 2 0 0 0,0-1 0 0 0,1 0 0 0 0,8 5 0 0 0,-1 0-94 0 0,0 0-1 0 0,-1 1 1 0 0,0 1-1 0 0,0 0 1 0 0,0 0-1 0 0,-1 1 1 0 0,-1 1-1 0 0,1 0 1 0 0,-2 0-1 0 0,1 1 1 0 0,-1 0-1 0 0,-1 1 1 0 0,0 0-1 0 0,-1 0 1 0 0,10 21-1 0 0,-10-15-572 0 0,0-1 0 0 0,-1 1 0 0 0,-1 0 0 0 0,-1 0 0 0 0,0 1 0 0 0,-2-1 0 0 0,0 1 0 0 0,-1 0 0 0 0,0 0 0 0 0,-2 0 0 0 0,-3 25 0 0 0,2-37-476 0 0,1-1-1 0 0,-1 0 0 0 0,-1 1 1 0 0,1-1-1 0 0,-1 0 1 0 0,-5 9-1 0 0,-4 0-2406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28.2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502 159 516 0 0,'-4'-3'320'0'0,"0"1"1"0"0,1 0-1 0 0,-1 0 1 0 0,0 0-1 0 0,-1 0 0 0 0,1 0 1 0 0,0 1-1 0 0,0 0 0 0 0,-1 0 1 0 0,1 0-1 0 0,-1 0 1 0 0,1 1-1 0 0,-1-1 0 0 0,1 1 1 0 0,-1 0-1 0 0,1 1 0 0 0,-7 0 1 0 0,-10 3 181 0 0,0 1 0 0 0,-28 9 0 0 0,36-10-144 0 0,-18 6 167 0 0,1 2 0 0 0,0 1 0 0 0,-49 29-1 0 0,64-33-297 0 0,1 1-1 0 0,0 0 0 0 0,1 1 0 0 0,0 1 0 0 0,0 0 0 0 0,2 0 0 0 0,-1 1 1 0 0,-17 28-1 0 0,28-40-209 0 0,0 1 0 0 0,0 0 0 0 0,0-1 0 0 0,0 1 0 0 0,0 0 0 0 0,0 0 0 0 0,0-1 1 0 0,0 1-1 0 0,1 0 0 0 0,-1 0 0 0 0,1 0 0 0 0,0 0 0 0 0,-1 0 0 0 0,1 0 0 0 0,0 0 0 0 0,0 0 0 0 0,0 0 0 0 0,0 0 1 0 0,1-1-1 0 0,-1 1 0 0 0,0 0 0 0 0,1 0 0 0 0,-1 0 0 0 0,1 0 0 0 0,0 0 0 0 0,0 0 0 0 0,0-1 0 0 0,0 1 0 0 0,1 2 1 0 0,1-2-20 0 0,-1 0 0 0 0,1-1 0 0 0,0 1 0 0 0,-1 0 0 0 0,1-1 1 0 0,0 0-1 0 0,0 0 0 0 0,0 0 0 0 0,0 0 0 0 0,0 0 1 0 0,0-1-1 0 0,0 1 0 0 0,0-1 0 0 0,0 0 0 0 0,1 0 0 0 0,-1 0 1 0 0,6-1-1 0 0,3-1-35 0 0,1-1 0 0 0,0 0 1 0 0,-1-1-1 0 0,1 0 0 0 0,-1-1 0 0 0,0-1 1 0 0,0 0-1 0 0,-1 0 0 0 0,0-1 0 0 0,0 0 1 0 0,10-11-1 0 0,2-1-28 0 0,-1-1 0 0 0,-1-2 0 0 0,32-42-1 0 0,-36 39 62 0 0,-1-2-1 0 0,14-32 0 0 0,-18 34 161 0 0,1 1 1 0 0,0 0-1 0 0,25-31 0 0 0,-37 54-149 0 0,-1 0 0 0 0,1 0 0 0 0,-1 1 0 0 0,1-1 0 0 0,0 0-1 0 0,-1 1 1 0 0,1-1 0 0 0,0 1 0 0 0,-1-1 0 0 0,1 1 0 0 0,0-1 0 0 0,-1 1 0 0 0,1-1 0 0 0,0 1-1 0 0,0 0 1 0 0,0-1 0 0 0,0 1 0 0 0,-1 0 0 0 0,1 0 0 0 0,0 0 0 0 0,0 0 0 0 0,0-1-1 0 0,0 1 1 0 0,0 0 0 0 0,0 1 0 0 0,-1-1 0 0 0,1 0 0 0 0,0 0 0 0 0,0 0 0 0 0,0 0 0 0 0,1 1-1 0 0,0 0 7 0 0,0 1-1 0 0,0-1 1 0 0,0 1-1 0 0,0 0 0 0 0,0 0 1 0 0,-1 0-1 0 0,1-1 0 0 0,0 2 1 0 0,-1-1-1 0 0,3 4 1 0 0,22 56 203 0 0,-26-61-209 0 0,12 43 198 0 0,-1 0 1 0 0,-3 0 0 0 0,6 86-1 0 0,-14 139 639 0 0,-1-240-744 0 0,-51 531 1123 0 0,39-451-1041 0 0,6-46-59 0 0,2 0 1 0 0,4 0 0 0 0,7 78-1 0 0,-6-139-115 0 0,0 1 1 0 0,0-1-1 0 0,0 1 0 0 0,1 0 0 0 0,-1-1 0 0 0,1 1 1 0 0,0-1-1 0 0,0 1 0 0 0,0-1 0 0 0,0 1 0 0 0,0-1 1 0 0,0 0-1 0 0,0 1 0 0 0,1-1 0 0 0,0 0 1 0 0,-1 0-1 0 0,4 3 0 0 0,-5-5-3 0 0,1 0 0 0 0,0 1 0 0 0,0-1 1 0 0,-1 0-1 0 0,1 0 0 0 0,0 0 0 0 0,0 0 0 0 0,-1 0 0 0 0,1 0 1 0 0,0 0-1 0 0,0 0 0 0 0,0 0 0 0 0,-1 0 0 0 0,1 0 0 0 0,0 0 0 0 0,0 0 1 0 0,0 0-1 0 0,-1-1 0 0 0,1 1 0 0 0,0 0 0 0 0,0-1 0 0 0,23-21 42 0 0,-11 4 0 0 0,0 0 0 0 0,-2-1 1 0 0,0 0-1 0 0,-1-1 1 0 0,9-26-1 0 0,-3 0 118 0 0,13-63 0 0 0,-12 15-19 0 0,-4 0 0 0 0,-4-1 0 0 0,-4 1 0 0 0,-4-1 0 0 0,-5 0 0 0 0,-20-125 0 0 0,23 213-101 0 0,0 1 1 0 0,0-1-1 0 0,0 0 0 0 0,1 0 1 0 0,0 1-1 0 0,1-1 1 0 0,-1 0-1 0 0,1 0 0 0 0,3-11 1 0 0,-2 14-78 0 0,0 1 1 0 0,0 0-1 0 0,1-1 0 0 0,-1 1 0 0 0,1 0 1 0 0,0 0-1 0 0,-1 0 0 0 0,1 1 1 0 0,0-1-1 0 0,1 1 0 0 0,-1 0 1 0 0,0-1-1 0 0,1 2 0 0 0,-1-1 1 0 0,1 0-1 0 0,0 1 0 0 0,-1-1 0 0 0,6 0 1 0 0,61-18-1000 0 0,0 3 0 0 0,2 4 0 0 0,74-6 0 0 0,-27 5-801 0 0,72-15-4488 0 0,-93 14 2700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28.6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265 117 408 0 0,'-2'-3'324'0'0,"0"0"0"0"0,0 1 0 0 0,0-1 0 0 0,0 0 0 0 0,-1 1 0 0 0,1-1 0 0 0,-1 1 0 0 0,0 0 0 0 0,1 0 0 0 0,-1 0 0 0 0,0 0 0 0 0,0 0 0 0 0,0 1 0 0 0,-1 0 0 0 0,1-1 0 0 0,0 1 0 0 0,0 0 0 0 0,-1 0 0 0 0,1 1 0 0 0,-4-1 0 0 0,2 1-113 0 0,1 1 0 0 0,-1 0 0 0 0,1 0-1 0 0,0 1 1 0 0,-1-1 0 0 0,1 1 0 0 0,0 0 0 0 0,0 0 0 0 0,0 0 0 0 0,0 1 0 0 0,0-1 0 0 0,1 1 0 0 0,-1 0 0 0 0,1 0 0 0 0,-4 4 0 0 0,-6 7 75 0 0,0 0 0 0 0,1 1-1 0 0,0 0 1 0 0,1 1 0 0 0,1 1 0 0 0,1 0 0 0 0,0 0 0 0 0,1 1-1 0 0,1 0 1 0 0,1 0 0 0 0,0 0 0 0 0,2 1 0 0 0,-4 27 0 0 0,4-16-54 0 0,2-1 1 0 0,1 1 0 0 0,2-1 0 0 0,1 1-1 0 0,1-1 1 0 0,1 1 0 0 0,1-1 0 0 0,10 28 0 0 0,-12-49-189 0 0,-1-1 1 0 0,1 1 0 0 0,0-1 0 0 0,1 0 0 0 0,0 0-1 0 0,0 0 1 0 0,0 0 0 0 0,1-1 0 0 0,0 0 0 0 0,0 0-1 0 0,1 0 1 0 0,0 0 0 0 0,0-1 0 0 0,0 0 0 0 0,7 4-1 0 0,-8-6-24 0 0,-1-1 0 0 0,1 0 0 0 0,0-1-1 0 0,-1 1 1 0 0,1-1 0 0 0,0 0 0 0 0,0 0-1 0 0,0 0 1 0 0,0-1 0 0 0,0 1 0 0 0,0-1-1 0 0,0-1 1 0 0,0 1 0 0 0,0-1 0 0 0,-1 1-1 0 0,1-2 1 0 0,0 1 0 0 0,0 0 0 0 0,0-1 0 0 0,-1 0-1 0 0,1 0 1 0 0,-1 0 0 0 0,0-1 0 0 0,7-4-1 0 0,-2 1 4 0 0,0-1 0 0 0,-1 0 0 0 0,0-1-1 0 0,0 0 1 0 0,0 0 0 0 0,-1-1 0 0 0,0 1-1 0 0,-1-2 1 0 0,0 1 0 0 0,5-12 0 0 0,-3 3-9 0 0,-1 1 1 0 0,-1-1-1 0 0,-1 0 1 0 0,0-1-1 0 0,3-26 1 0 0,-4-3-37 0 0,-3 0 1 0 0,-1 1-1 0 0,-13-92 1 0 0,11 114-26 0 0,-2 1 1 0 0,-1-1-1 0 0,-1 1 1 0 0,-1 0-1 0 0,-1 1 1 0 0,-1 0 0 0 0,-1 0-1 0 0,-14-22 1 0 0,24 44 27 0 0,0 0 0 0 0,-1 1 1 0 0,1-1-1 0 0,-1 0 0 0 0,1 1 0 0 0,-1-1 1 0 0,0 0-1 0 0,1 1 0 0 0,-1-1 1 0 0,1 1-1 0 0,-1-1 0 0 0,0 1 1 0 0,0-1-1 0 0,1 1 0 0 0,-1-1 1 0 0,0 1-1 0 0,0 0 0 0 0,0 0 0 0 0,1-1 1 0 0,-1 1-1 0 0,0 0 0 0 0,0 0 1 0 0,0 0-1 0 0,0 0 0 0 0,1 0 1 0 0,-1 0-1 0 0,0 0 0 0 0,0 0 0 0 0,-1 0 1 0 0,0 1-11 0 0,0 0 1 0 0,0 0 0 0 0,0 0 0 0 0,1 1-1 0 0,-1-1 1 0 0,0 0 0 0 0,1 1 0 0 0,-1-1-1 0 0,1 1 1 0 0,0 0 0 0 0,-3 2-1 0 0,-1 4-89 0 0,0 0-1 0 0,1 0 0 0 0,0 1 0 0 0,-6 15 0 0 0,7-7-77 0 0,0-1-1 0 0,1 1 0 0 0,1 0 0 0 0,1 0 1 0 0,0 0-1 0 0,1 0 0 0 0,1 0 0 0 0,0-1 0 0 0,1 1 1 0 0,1-1-1 0 0,1 1 0 0 0,0-1 0 0 0,1 0 0 0 0,12 21 1 0 0,-4-10-300 0 0,0-2 1 0 0,2 1 0 0 0,1-2 0 0 0,1-1-1 0 0,1 0 1 0 0,0-1 0 0 0,36 30 0 0 0,-38-38-143 0 0,1-2 0 0 0,0 0 0 0 0,1-1 1 0 0,0-1-1 0 0,1 0 0 0 0,0-2 1 0 0,0 0-1 0 0,40 8 0 0 0,-18-8-1378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29.0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0 497 2836 0 0,'7'-2'157'0'0,"0"0"-1"0"0,0-1 1 0 0,0 1-1 0 0,0-2 0 0 0,-1 1 1 0 0,1-1-1 0 0,-1 0 1 0 0,0 0-1 0 0,0-1 0 0 0,-1 0 1 0 0,1 0-1 0 0,-1 0 1 0 0,0-1-1 0 0,-1 0 1 0 0,1 1-1 0 0,-1-2 0 0 0,0 1 1 0 0,-1 0-1 0 0,1-1 1 0 0,-1 0-1 0 0,0 0 0 0 0,-1 0 1 0 0,0 0-1 0 0,0 0 1 0 0,-1 0-1 0 0,1 0 1 0 0,-1-12-1 0 0,2-2 730 0 0,-2 14-363 0 0,1 1 1 0 0,-1-1-1 0 0,-1 1 1 0 0,1-1-1 0 0,-1 0 1 0 0,0 1-1 0 0,-1-1 1 0 0,0 0-1 0 0,0 1 1 0 0,0-1-1 0 0,-3-6 1 0 0,1 25 2164 0 0,-22 98-1002 0 0,1 210 42 0 0,10-226-1117 0 0,56-341-44 0 0,-27 139-951 0 0,46-166 0 0 0,-53 249 336 0 0,-5 11-6 0 0,1 1 0 0 0,1 0 0 0 0,0 0 0 0 0,0 1-1 0 0,15-24 1 0 0,-19 35 46 0 0,0 0 0 0 0,0 0 0 0 0,-1 1 0 0 0,1-1 0 0 0,0 0-1 0 0,0 0 1 0 0,0 0 0 0 0,0 1 0 0 0,1-1 0 0 0,-1 1 0 0 0,0-1 0 0 0,0 1-1 0 0,0-1 1 0 0,0 1 0 0 0,1-1 0 0 0,-1 1 0 0 0,0 0 0 0 0,0 0 0 0 0,1 0-1 0 0,-1 0 1 0 0,0 0 0 0 0,0 0 0 0 0,1 0 0 0 0,-1 0 0 0 0,0 0 0 0 0,0 1 0 0 0,1-1-1 0 0,-1 0 1 0 0,0 1 0 0 0,0-1 0 0 0,0 1 0 0 0,0-1 0 0 0,0 1 0 0 0,1 0-1 0 0,-1-1 1 0 0,0 1 0 0 0,0 0 0 0 0,-1 0 0 0 0,3 1 0 0 0,32 38-216 0 0,-30-34 163 0 0,-1 1-1 0 0,0 0 1 0 0,0 1 0 0 0,-1-1 0 0 0,0 1-1 0 0,0 0 1 0 0,-1-1 0 0 0,0 1 0 0 0,0 0 0 0 0,-1 0-1 0 0,0 1 1 0 0,0-1 0 0 0,-1 13 0 0 0,-2-7-43 0 0,0-1 0 0 0,0 1 1 0 0,-1-1-1 0 0,-1 0 0 0 0,0 0 1 0 0,-1-1-1 0 0,-10 21 1 0 0,-1-6-415 0 0,0-2 0 0 0,-2 0 0 0 0,0 0 0 0 0,-2-2 0 0 0,-1-1 1 0 0,-39 34-1 0 0,50-46-162 0 0,8-8 314 0 0,1 0 0 0 0,-1 0 0 0 0,0 0 0 0 0,0 0 1 0 0,0-1-1 0 0,0 1 0 0 0,0-1 0 0 0,0 0 0 0 0,0 1 0 0 0,0-1 1 0 0,0 0-1 0 0,-5 1 0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29.4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70 118 12945 0 0,'0'0'21'0'0,"1"0"-1"0"0,-1-1 0 0 0,0 1 1 0 0,1 0-1 0 0,-1-1 0 0 0,0 1 1 0 0,1 0-1 0 0,-1 0 0 0 0,1 0 1 0 0,-1 0-1 0 0,0-1 1 0 0,1 1-1 0 0,-1 0 0 0 0,1 0 1 0 0,-1 0-1 0 0,1 0 0 0 0,-1 0 1 0 0,1 0-1 0 0,-1 0 0 0 0,0 0 1 0 0,1 0-1 0 0,-1 0 0 0 0,1 0 1 0 0,-1 0-1 0 0,1 0 1 0 0,-1 1-1 0 0,0-1 0 0 0,1 0 1 0 0,-1 0-1 0 0,1 0 0 0 0,-1 0 1 0 0,0 1-1 0 0,1-1 0 0 0,-1 0 1 0 0,0 1-1 0 0,1-1 0 0 0,0 1 1 0 0,2 21 457 0 0,-13 42 136 0 0,7-50-381 0 0,-22 236 1616 0 0,-3 14-614 0 0,21-214-1047 0 0,6-35 89 0 0,-1 0 0 0 0,-1 0 0 0 0,-6 22 464 0 0,10-42-552 0 0,33-216 702 0 0,-8 36-698 0 0,-13 112-134 0 0,24-112-9 0 0,-29 154 61 0 0,1 1 0 0 0,2 0 0 0 0,27-53 0 0 0,-37 81-108 0 0,-1 1 1 0 0,1 0-1 0 0,0 0 1 0 0,-1-1-1 0 0,1 1 1 0 0,0 0-1 0 0,0 0 1 0 0,0 0-1 0 0,0 0 0 0 0,0 0 1 0 0,0 0-1 0 0,0 0 1 0 0,0 0-1 0 0,0 1 1 0 0,1-1-1 0 0,-1 0 1 0 0,0 1-1 0 0,0-1 1 0 0,1 1-1 0 0,-1-1 0 0 0,0 1 1 0 0,1-1-1 0 0,-1 1 1 0 0,1 0-1 0 0,-1 0 1 0 0,0 0-1 0 0,1 0 1 0 0,-1 0-1 0 0,1 0 0 0 0,-1 0 1 0 0,0 0-1 0 0,1 1 1 0 0,-1-1-1 0 0,0 0 1 0 0,1 1-1 0 0,-1-1 1 0 0,0 1-1 0 0,1 0 1 0 0,-1-1-1 0 0,0 1 0 0 0,0 0 1 0 0,0 0-1 0 0,0 0 1 0 0,0-1-1 0 0,2 3 1 0 0,2 2-3 0 0,1 0 0 0 0,-1 0-1 0 0,0 1 1 0 0,-1 0 0 0 0,0 0 0 0 0,0 0 0 0 0,6 12 0 0 0,8 26 20 0 0,-1 1 1 0 0,-2 1-1 0 0,-3 1 0 0 0,-1 0 1 0 0,5 66-1 0 0,-10-38-907 0 0,-3 0 0 0 0,-14 133 0 0 0,-29 13-3051 0 0,17-107-4242 0 0,19-84 4113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30.7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10 435 1076 0 0,'-1'-1'176'0'0,"-1"-1"0"0"0,2 0 0 0 0,-1 1-1 0 0,0-1 1 0 0,0 0 0 0 0,0 0 0 0 0,1 1 0 0 0,-1-1 0 0 0,1 0 0 0 0,-1 0-1 0 0,1 0 1 0 0,0 0 0 0 0,0 0 0 0 0,0 0 0 0 0,0 0 0 0 0,0 1 0 0 0,0-1-1 0 0,1 0 1 0 0,-1 0 0 0 0,1 0 0 0 0,-1 0 0 0 0,1 0 0 0 0,0 1-1 0 0,-1-1 1 0 0,1 0 0 0 0,0 0 0 0 0,0 1 0 0 0,0-1 0 0 0,0 1 0 0 0,1-1-1 0 0,-1 1 1 0 0,0-1 0 0 0,1 1 0 0 0,-1 0 0 0 0,1 0 0 0 0,-1 0-1 0 0,1 0 1 0 0,-1 0 0 0 0,1 0 0 0 0,0 0 0 0 0,0 0 0 0 0,-1 0 0 0 0,1 1-1 0 0,0-1 1 0 0,0 1 0 0 0,2-1 0 0 0,11-3 103 0 0,1 1 0 0 0,-1 0-1 0 0,1 1 1 0 0,23 0 0 0 0,145 13-492 0 0,-132-5-632 0 0,1-3-1 0 0,60-3 0 0 0,-109-1 992 0 0,0 0-1 0 0,-1 0 0 0 0,1 0 1 0 0,-1-1-1 0 0,0 1 0 0 0,1-1 1 0 0,-1 0-1 0 0,0 0 0 0 0,0 0 0 0 0,0 0 1 0 0,0-1-1 0 0,-1 1 0 0 0,1-1 1 0 0,0 1-1 0 0,-1-1 0 0 0,0 0 1 0 0,0 0-1 0 0,0 0 0 0 0,0-1 1 0 0,0 1-1 0 0,-1 0 0 0 0,1-1 0 0 0,-1 1 1 0 0,0-1-1 0 0,0 1 0 0 0,0-1 1 0 0,0 1-1 0 0,-1-1 0 0 0,0 0 1 0 0,1 1-1 0 0,-2-8 0 0 0,1 9 274 0 0,2 5-243 0 0,1-1-1 0 0,-1 1 1 0 0,0-1 0 0 0,-1 1 0 0 0,1 0 0 0 0,0 0-1 0 0,-1 0 1 0 0,0 0 0 0 0,1 0 0 0 0,-1 0 0 0 0,1 6-1 0 0,15 45 0 0 0,-17-54-145 0 0,10 44 190 0 0,-3 0 0 0 0,-1 1 0 0 0,-2-1 0 0 0,-3 79 0 0 0,-2-75 211 0 0,-17-81 138 0 0,17 8-418 0 0,1-1-1 0 0,1 0 1 0 0,2 1 0 0 0,0-1-1 0 0,1 1 1 0 0,2 0-1 0 0,1 0 1 0 0,0 1-1 0 0,2-1 1 0 0,22-40-1 0 0,-29 60-143 0 0,0 0-1 0 0,1 0 1 0 0,0 1 0 0 0,0 0-1 0 0,0-1 1 0 0,1 1-1 0 0,-1 0 1 0 0,1 1-1 0 0,0-1 1 0 0,0 1-1 0 0,1-1 1 0 0,-1 1-1 0 0,0 1 1 0 0,1-1-1 0 0,0 0 1 0 0,0 1-1 0 0,0 0 1 0 0,0 0 0 0 0,0 1-1 0 0,0 0 1 0 0,7-2-1 0 0,-5 3-18 0 0,0 1 0 0 0,-1-1 0 0 0,1 1 0 0 0,-1 1-1 0 0,1-1 1 0 0,-1 1 0 0 0,0 0 0 0 0,0 0 0 0 0,0 1 0 0 0,0 0 0 0 0,0 0 0 0 0,0 0-1 0 0,-1 1 1 0 0,1 0 0 0 0,-1 0 0 0 0,0 0 0 0 0,5 6 0 0 0,9 12-107 0 0,-1 1 1 0 0,-1 0 0 0 0,-1 1 0 0 0,-1 1-1 0 0,-1 1 1 0 0,20 49 0 0 0,17 32-770 0 0,-49-107 885 0 0,-1 1-1 0 0,0-1 1 0 0,0 0 0 0 0,0 0 0 0 0,0 0 0 0 0,1 0 0 0 0,-1 0 0 0 0,0 0 0 0 0,0 0 0 0 0,0-1 0 0 0,1 1 0 0 0,-1 0 0 0 0,0-1 0 0 0,0 1 0 0 0,0-1 0 0 0,0 1 0 0 0,0-1-1 0 0,0 1 1 0 0,0-1 0 0 0,0 0 0 0 0,0 1 0 0 0,0-1 0 0 0,1-1 0 0 0,-2 2 4 0 0,9-9 37 0 0,-1 0 0 0 0,1-1 0 0 0,-2 0 0 0 0,1 0 0 0 0,10-20 0 0 0,-2 4 51 0 0,16-30 43 0 0,23-32 205 0 0,-49 81-316 0 0,0-1 0 0 0,0 1 0 0 0,1 0 1 0 0,-1 0-1 0 0,2 1 0 0 0,-1 0 0 0 0,1 0 0 0 0,11-6 1 0 0,-15 10-37 0 0,1 0-1 0 0,-1 1 1 0 0,1-1 0 0 0,0 1 0 0 0,-1 0 0 0 0,1 0 0 0 0,0 1-1 0 0,0 0 1 0 0,-1-1 0 0 0,1 2 0 0 0,0-1 0 0 0,0 0 0 0 0,-1 1-1 0 0,1 0 1 0 0,0 0 0 0 0,-1 0 0 0 0,1 1 0 0 0,-1 0 0 0 0,1-1-1 0 0,-1 2 1 0 0,0-1 0 0 0,0 0 0 0 0,0 1 0 0 0,0 0 0 0 0,0 0 0 0 0,6 6-1 0 0,9 10-132 0 0,-1 0-1 0 0,-1 1 1 0 0,26 39-1 0 0,-21-28 77 0 0,-18-25 10 0 0,0-1-1 0 0,1 1 1 0 0,0-1-1 0 0,0 0 0 0 0,0 0 1 0 0,0-1-1 0 0,1 0 1 0 0,0 0-1 0 0,7 4 1 0 0,-10-6 38 0 0,0-1 1 0 0,1 0 0 0 0,-1 0 0 0 0,1 0 0 0 0,-1 0 0 0 0,1-1 0 0 0,0 1-1 0 0,-1-1 1 0 0,1 0 0 0 0,0 0 0 0 0,-1 0 0 0 0,1-1 0 0 0,-1 1-1 0 0,1-1 1 0 0,-1 0 0 0 0,1 0 0 0 0,-1 0 0 0 0,1-1 0 0 0,3-1-1 0 0,16-9-23 0 0,-2-1-1 0 0,1-1 1 0 0,-2-1-1 0 0,0-1 0 0 0,0 0 1 0 0,18-22-1 0 0,97-124 387 0 0,-94 109 24 0 0,-39 51-352 0 0,-1 1 1 0 0,0-1-1 0 0,1 0 0 0 0,-1 0 0 0 0,1 1 0 0 0,0-1 1 0 0,-1 1-1 0 0,1-1 0 0 0,0 1 0 0 0,0 0 1 0 0,0 0-1 0 0,0 0 0 0 0,0 0 0 0 0,3-1 0 0 0,-4 2-7 0 0,-1 0-1 0 0,1 0 0 0 0,0 0 0 0 0,-1 0 0 0 0,1 0 1 0 0,0 0-1 0 0,0 1 0 0 0,-1-1 0 0 0,1 0 0 0 0,0 0 1 0 0,-1 1-1 0 0,1-1 0 0 0,-1 0 0 0 0,1 1 0 0 0,0-1 1 0 0,-1 0-1 0 0,1 1 0 0 0,-1-1 0 0 0,1 1 1 0 0,-1-1-1 0 0,1 1 0 0 0,-1 0 0 0 0,1-1 0 0 0,-1 1 1 0 0,0-1-1 0 0,1 1 0 0 0,-1 0 0 0 0,1 0 0 0 0,0 4 1 0 0,1 0 0 0 0,-1 0 0 0 0,0-1 0 0 0,0 1 0 0 0,-1 0 0 0 0,1 0 0 0 0,-1 0 0 0 0,0 0 0 0 0,0 0 0 0 0,-2 8 0 0 0,-35 234 158 0 0,-50 227 70 0 0,40-287-107 0 0,45-176-274 0 0,-3 10 1241 0 0,4-33-255 0 0,33-300 351 0 0,-6 85-1177 0 0,-19 139-113 0 0,4 0 0 0 0,4 1 0 0 0,4 1 0 0 0,48-136 0 0 0,-59 202 107 0 0,-6 12-10 0 0,0 0 1 0 0,1 1-1 0 0,1-1 0 0 0,-1 0 1 0 0,1 1-1 0 0,0 0 0 0 0,1 0 0 0 0,-1 0 1 0 0,7-6-1 0 0,-10 13-34 0 0,1 0 37 0 0,0 1 0 0 0,-1-1 0 0 0,1 1 0 0 0,-1 0 0 0 0,1 0 0 0 0,-1-1 0 0 0,1 1 0 0 0,-1 0 0 0 0,1 0 0 0 0,-1 1 0 0 0,0-1 0 0 0,0 0 0 0 0,1 0 0 0 0,-1 1 0 0 0,0-1 0 0 0,0 1 0 0 0,0-1 0 0 0,-1 1 0 0 0,1-1 0 0 0,0 1 0 0 0,0 2 0 0 0,18 40-15 0 0,-17-39 15 0 0,5 15 1 0 0,-1 1-1 0 0,-1 1 1 0 0,0-1 0 0 0,-2 1-1 0 0,-1-1 1 0 0,0 1 0 0 0,-2 0-1 0 0,0 0 1 0 0,-2 0-1 0 0,-5 27 1 0 0,2-21-207 0 0,-2 0 0 0 0,-1-1 0 0 0,-1 1 0 0 0,-2-2 0 0 0,0 1 0 0 0,-2-2 0 0 0,-23 35 0 0 0,23-41-750 0 0,-12 15-922 0 0,18-13-6442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31.0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30 448 0 0,'10'-6'6985'0'0,"2"-3"-2829"0"0,-6 4-2108 0 0,0 1-1368 0 0,-4 0-308 0 0,10 2-708 0 0,5 10-1552 0 0,-11-5-192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31.8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3 122 140 0 0,'-2'8'2742'0'0,"5"-10"-1858"0"0,11 1 125 0 0,3-1-340 0 0,-1 2-210 0 0,-16 0-445 0 0,127 5 2596 0 0,-5 1-1326 0 0,430 2 1619 0 0,1210-73 755 0 0,-681 11-2393 0 0,658 30 176 0 0,3 41-412 0 0,-565-2-323 0 0,16 14 28 0 0,-881-19-531 0 0,-25-3 20 0 0,223 9 186 0 0,571 54 454 0 0,-58-18-334 0 0,869-27 555 0 0,-581-100-119 0 0,-1073 57-776 0 0,148 5 67 0 0,406-12 166 0 0,-694 22-502 0 0,-70 1-538 0 0,0 2-1 0 0,0 0 1 0 0,0 1-1 0 0,43 9 0 0 0,-70-10 518 0 0,0 0-1 0 0,0 0 1 0 0,0 1-1 0 0,0-1 0 0 0,0 0 1 0 0,0 1-1 0 0,0-1 0 0 0,0 1 1 0 0,0-1-1 0 0,0 1 1 0 0,0-1-1 0 0,0 1 0 0 0,0-1 1 0 0,0 1-1 0 0,0 0 0 0 0,-1 0 1 0 0,1-1-1 0 0,0 1 1 0 0,-1 0-1 0 0,2 1 0 0 0,-2-1-61 0 0,0 0 0 0 0,0-1 0 0 0,0 1 0 0 0,0 0-1 0 0,0-1 1 0 0,0 1 0 0 0,0 0 0 0 0,0 0 0 0 0,0-1-1 0 0,-1 1 1 0 0,1 0 0 0 0,0 0 0 0 0,0-1 0 0 0,-1 1-1 0 0,1 0 1 0 0,0-1 0 0 0,-1 1 0 0 0,1-1 0 0 0,-1 1-1 0 0,1 0 1 0 0,-2 0 0 0 0,-1 3-926 0 0,-1-1 1 0 0,0 0-1 0 0,0 0 1 0 0,0 0-1 0 0,0 0 0 0 0,0-1 1 0 0,-7 4-1 0 0,-29 7-4019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20.1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37 112 0 0,'-14'4'10640'0'0,"28"-8"-7825"0"0,9-1-3363 0 0,156-21 1370 0 0,-119 22-3327 0 0,-2 2-3579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20.5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43 948 0 0,'-12'11'7852'0'0,"53"-14"-5690"0"0,195-31-1900 0 0,-79 20-6566 0 0,-125 11 3536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21.4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40 100 0 0,'0'-16'1732'0'0,"1"-8"5501"0"0,0 25-7098 0 0,0-1-1 0 0,-1 1 1 0 0,1-1-1 0 0,0 1 0 0 0,0-1 1 0 0,-1 1-1 0 0,1-1 0 0 0,0 1 1 0 0,-1 0-1 0 0,1-1 0 0 0,-1 1 1 0 0,1 0-1 0 0,-1 0 0 0 0,1-1 1 0 0,-1 1-1 0 0,1 0 1 0 0,-1 0-1 0 0,0 0 0 0 0,1 0 1 0 0,-1-1-1 0 0,0 1 0 0 0,0 0 1 0 0,0 0-1 0 0,1 2 0 0 0,33 112 3455 0 0,-21-65-2513 0 0,-2 0-1 0 0,7 67 0 0 0,-10-53-515 0 0,0 15 509 0 0,-6 152 0 0 0,-4-112-5722 0 0,16-160-1682 0 0,-9 30 2755 0 0,3-7-565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21.7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29 820 0 0,'0'-2'409'0'0,"0"0"-1"0"0,1-1 0 0 0,0 1 1 0 0,-1 0-1 0 0,1 0 1 0 0,0 0-1 0 0,0 0 1 0 0,0 0-1 0 0,0 0 1 0 0,0 0-1 0 0,3-2 0 0 0,-4 3-326 0 0,0 1 0 0 0,1 0-1 0 0,-1 0 1 0 0,1 0 0 0 0,-1 0-1 0 0,0-1 1 0 0,1 1 0 0 0,-1 0-1 0 0,1 0 1 0 0,-1 0-1 0 0,1 0 1 0 0,-1 0 0 0 0,0 0-1 0 0,1 0 1 0 0,-1 0 0 0 0,1 0-1 0 0,-1 0 1 0 0,0 1-1 0 0,1-1 1 0 0,-1 0 0 0 0,1 0-1 0 0,-1 0 1 0 0,0 0 0 0 0,1 1-1 0 0,-1-1 1 0 0,0 0-1 0 0,1 0 1 0 0,-1 1 0 0 0,0-1-1 0 0,1 0 1 0 0,-1 0 0 0 0,0 1-1 0 0,1-1 1 0 0,-1 0 0 0 0,0 1-1 0 0,0-1 1 0 0,0 0-1 0 0,1 1 1 0 0,-1-1 0 0 0,0 1-1 0 0,0-1 1 0 0,0 0 0 0 0,0 1-1 0 0,0-1 1 0 0,0 1-1 0 0,0-1 1 0 0,0 1 0 0 0,1-1-1 0 0,-2 0 1 0 0,1 1 0 0 0,0 0-1 0 0,5 17 627 0 0,-1 0 1 0 0,0 0-1 0 0,0 29 0 0 0,8 38 585 0 0,0-21-852 0 0,-2 1-1 0 0,1 127 1 0 0,-7-93-1998 0 0,-1-54-101 0 0,-1-23-5325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22.1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74 166 668 0 0,'-13'-3'1006'0'0,"7"2"-252"0"0,1 0-1 0 0,-1 0 0 0 0,1 0 1 0 0,0-1-1 0 0,0 0 0 0 0,0 0 1 0 0,0 0-1 0 0,0-1 0 0 0,-8-5 653 0 0,16 7-811 0 0,204-31 1614 0 0,0-1-3301 0 0,-155 22-2472 0 0,100-35 0 0 0,-115 30 1064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22.9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33 132 512 0 0,'2'2'7132'0'0,"2"19"-5188"0"0,2 28-1173 0 0,13 145 2009 0 0,1 43-1009 0 0,-23-192-1032 0 0,3-46-728 0 0,0 1-1 0 0,0 0 1 0 0,0 0 0 0 0,0 0 0 0 0,0 0 0 0 0,0 0-1 0 0,0 0 1 0 0,0 0 0 0 0,0-1 0 0 0,0 1-1 0 0,0 0 1 0 0,0 0 0 0 0,0 0 0 0 0,0 0-1 0 0,0 0 1 0 0,0 0 0 0 0,0 0 0 0 0,0-1 0 0 0,0 1-1 0 0,0 0 1 0 0,0 0 0 0 0,0 0 0 0 0,0 0-1 0 0,0 0 1 0 0,-1 0 0 0 0,1 0 0 0 0,0 0 0 0 0,0 0-1 0 0,0-1 1 0 0,0 1 0 0 0,0 0 0 0 0,0 0-1 0 0,0 0 1 0 0,0 0 0 0 0,0 0 0 0 0,-1 0-1 0 0,1 0 1 0 0,0 0 0 0 0,0 0 0 0 0,0 0 0 0 0,0 0-1 0 0,0 0 1 0 0,0 0 0 0 0,-1 0 0 0 0,1 0-1 0 0,0 0 1 0 0,0 0 0 0 0,0 0 0 0 0,0 0 0 0 0,0 0-1 0 0,0 0 1 0 0,0 0 0 0 0,-1 0 0 0 0,1 0-1 0 0,0 0 1 0 0,0 0 0 0 0,0 0 0 0 0,0 0-1 0 0,0 1 1 0 0,0-1 0 0 0,0 0 0 0 0,0 0 0 0 0,0 0-1 0 0,-1 0 1 0 0,1 0 0 0 0,0 0 0 0 0,-8-28 297 0 0,-12-60-121 0 0,-13-118 0 0 0,31 178-232 0 0,0-1 0 0 0,2 0 0 0 0,1 1 0 0 0,2-1 0 0 0,0 1 0 0 0,2-1 0 0 0,15-46 1 0 0,-16 57 57 0 0,-4 17-13 0 0,0-1-1 0 0,0 1 1 0 0,0-1-1 0 0,0 1 1 0 0,1-1-1 0 0,-1 1 1 0 0,1-1-1 0 0,-1 1 1 0 0,1-1-1 0 0,-1 1 1 0 0,1 0-1 0 0,0-1 1 0 0,0 1-1 0 0,0 0 1 0 0,1-3 0 0 0,-1 4-1 0 0,1 0 3 0 0,0-1 0 0 0,1 1 0 0 0,-1-1 0 0 0,0 0 0 0 0,0 1 0 0 0,-1-1 1 0 0,1 0-1 0 0,0 0 0 0 0,0 0 0 0 0,0 0 0 0 0,-1-1 0 0 0,3-1 0 0 0,-2 2-4 0 0,0-1 0 0 0,0 0-1 0 0,0 1 1 0 0,0 0 0 0 0,1 0-1 0 0,-1 0 1 0 0,0-1 0 0 0,0 2-1 0 0,1-1 1 0 0,-1 0 0 0 0,0 0-1 0 0,6 0 1 0 0,38-8-30 0 0,-45 9 22 0 0,2 0 2 0 0,1 1 0 0 0,1-1 0 0 0,-1 1 1 0 0,1 0-1 0 0,-1 0 0 0 0,1 0 0 0 0,-1 1 1 0 0,0-1-1 0 0,1 1 0 0 0,-1 0 1 0 0,0 1-1 0 0,0-1 0 0 0,-1 1 1 0 0,1-1-1 0 0,0 1 0 0 0,-1 0 1 0 0,0 1-1 0 0,0-1 0 0 0,0 0 1 0 0,0 1-1 0 0,0 0 0 0 0,-1 0 1 0 0,1 0-1 0 0,-1 0 0 0 0,0 0 1 0 0,0 0-1 0 0,-1 0 0 0 0,3 7 1 0 0,-1 0-14 0 0,0 0 1 0 0,0-1-1 0 0,-1 1 1 0 0,-1 0-1 0 0,0 0 1 0 0,0 0-1 0 0,-1 0 1 0 0,0 1-1 0 0,-4 17 0 0 0,4-26 11 0 0,-1 0-1 0 0,0 0 0 0 0,-1 0 0 0 0,1 0 0 0 0,0 1 1 0 0,-1-2-1 0 0,0 1 0 0 0,0 0 0 0 0,0 0 0 0 0,0-1 0 0 0,0 1 1 0 0,0-1-1 0 0,-1 1 0 0 0,1-1 0 0 0,-1 0 0 0 0,0 0 0 0 0,0 0 1 0 0,1 0-1 0 0,-1-1 0 0 0,0 1 0 0 0,-1-1 0 0 0,1 0 0 0 0,-5 2 1 0 0,-6 0-89 0 0,-1 0 0 0 0,-1-1 0 0 0,1 0-1 0 0,-16-1 1 0 0,-20 3-152 0 0,44-3 205 0 0,0 0-1 0 0,0 0 0 0 0,0-1 0 0 0,0 0 1 0 0,0-1-1 0 0,-7-1 0 0 0,-4 3 16 0 0,17 0 25 0 0,0-1-15 0 0,20 26-20 0 0,7-6 25 0 0,1 0 1 0 0,2-2 0 0 0,-1 0-1 0 0,50 20 1 0 0,25 15-2232 0 0,-97-50 1856 0 0,0 0-1 0 0,0 0 1 0 0,1-1-1 0 0,-1 0 1 0 0,13 2-1 0 0,17 1-4788 0 0,-18-3 2400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23.3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172 44 468 0 0,'-2'-3'443'0'0,"0"0"-1"0"0,0 0 1 0 0,0 0 0 0 0,0 0-1 0 0,-1 0 1 0 0,1 1 0 0 0,-1-1-1 0 0,0 1 1 0 0,0-1 0 0 0,0 1-1 0 0,0 0 1 0 0,0 0 0 0 0,0 1-1 0 0,-1-1 1 0 0,-6-2 0 0 0,7 3-342 0 0,0 1-1 0 0,0-1 1 0 0,0 1 0 0 0,0 0 0 0 0,0 0 0 0 0,0 0 0 0 0,0 0 0 0 0,0 0 0 0 0,0 1 0 0 0,1-1 0 0 0,-1 1 0 0 0,0 0-1 0 0,0 0 1 0 0,0 0 0 0 0,0 0 0 0 0,1 0 0 0 0,-1 1 0 0 0,1-1 0 0 0,-1 1 0 0 0,1 0 0 0 0,-1 0 0 0 0,1-1 0 0 0,0 2-1 0 0,0-1 1 0 0,0 0 0 0 0,0 0 0 0 0,0 1 0 0 0,1-1 0 0 0,-1 1 0 0 0,1-1 0 0 0,-2 4 0 0 0,-2 4 6 0 0,1 0 1 0 0,0 1 0 0 0,0-1-1 0 0,1 1 1 0 0,1 0-1 0 0,0 0 1 0 0,0 0 0 0 0,1 0-1 0 0,0 0 1 0 0,1 0 0 0 0,1 0-1 0 0,-1 1 1 0 0,4 11-1 0 0,4 12 211 0 0,1 0 0 0 0,24 59 0 0 0,-17-55-376 0 0,16 70 0 0 0,-29-96-91 0 0,-1-1-1 0 0,0 1 1 0 0,-1 0 0 0 0,-1-1 0 0 0,0 1 0 0 0,-1 0 0 0 0,0-1 0 0 0,-1 1 0 0 0,-6 23-1 0 0,6-29-106 0 0,-1 0 0 0 0,0 0 0 0 0,0 0 0 0 0,-1-1-1 0 0,0 1 1 0 0,0-1 0 0 0,-1 0 0 0 0,1 0-1 0 0,-10 8 1 0 0,10-10-316 0 0,0-1-1 0 0,0 0 0 0 0,-1 0 1 0 0,1 0-1 0 0,-1 0 1 0 0,0-1-1 0 0,0 0 1 0 0,-8 3-1 0 0,-3-1-1632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23.6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1 184 144 0 0,'21'-18'764'0'0,"0"2"1"0"0,1 1-1 0 0,1 0 0 0 0,0 2 1 0 0,1 1-1 0 0,49-18 0 0 0,-20 13-553 0 0,1 2 0 0 0,74-9 0 0 0,-38 15-3650 0 0,-74 9 1923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24.0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1 131 1072 0 0,'8'0'5021'0'0,"41"-3"-4024"0"0,158-20 1166 0 0,451-42 1149 0 0,-221 35-1611 0 0,-411 26-1724 0 0,16-1 232 0 0,-33 7-1038 0 0,-17 5-1248 0 0,-46 14-1486 0 0,30-13 126 0 0,7-2 879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24.5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39 195 764 0 0,'11'33'3188'0'0,"11"55"0"0"0,5 99-828 0 0,-25-97-715 0 0,-4-91-1583 0 0,0 0 0 0 0,0 0-1 0 0,0 0 1 0 0,0 0 0 0 0,0-1-1 0 0,1 1 1 0 0,-1 0 0 0 0,0-1 0 0 0,1 0-1 0 0,-1 1 1 0 0,1-1 0 0 0,0 0 0 0 0,0 0-1 0 0,-2-2 1 0 0,-9-18-21 0 0,2-1 1 0 0,0-1-1 0 0,1 1 0 0 0,1-1 1 0 0,1-1-1 0 0,1 1 0 0 0,2-1 0 0 0,0 0 1 0 0,2-1-1 0 0,0 1 0 0 0,2 0 1 0 0,1-1-1 0 0,1 1 0 0 0,7-35 0 0 0,-6 50-30 0 0,0 0-1 0 0,1 1 0 0 0,1 0 0 0 0,-1 0 0 0 0,1 0 0 0 0,1 0 0 0 0,0 1 0 0 0,0 0 1 0 0,0 0-1 0 0,1 0 0 0 0,1 1 0 0 0,-1 0 0 0 0,15-10 0 0 0,-16 13-10 0 0,0-1-1 0 0,0 1 1 0 0,1 0-1 0 0,0 1 0 0 0,0 0 1 0 0,0 0-1 0 0,0 0 1 0 0,1 1-1 0 0,-1 0 1 0 0,0 0-1 0 0,1 1 1 0 0,0 0-1 0 0,-1 0 1 0 0,1 1-1 0 0,0 0 0 0 0,-1 0 1 0 0,1 1-1 0 0,14 2 1 0 0,-19-2-8 0 0,0 0-1 0 0,0 0 1 0 0,0 0 0 0 0,1 1 0 0 0,-1-1-1 0 0,0 1 1 0 0,0-1 0 0 0,-1 1-1 0 0,1 0 1 0 0,0 0 0 0 0,-1 1 0 0 0,1-1-1 0 0,-1 0 1 0 0,0 1 0 0 0,1-1 0 0 0,-1 1-1 0 0,0 0 1 0 0,-1 0 0 0 0,1 0 0 0 0,0 0-1 0 0,-1 0 1 0 0,0 0 0 0 0,0 0 0 0 0,0 0-1 0 0,0 1 1 0 0,0-1 0 0 0,-1 0-1 0 0,1 1 1 0 0,-1-1 0 0 0,0 1 0 0 0,0-1-1 0 0,0 0 1 0 0,0 1 0 0 0,-1-1 0 0 0,0 0-1 0 0,1 1 1 0 0,-3 5 0 0 0,-1 3-17 0 0,0-1 0 0 0,-1 1-1 0 0,0-1 1 0 0,-1 0 0 0 0,0-1 0 0 0,-1 1 0 0 0,0-1 0 0 0,0-1 0 0 0,-10 11-1 0 0,6-11 11 0 0,-1 1-1 0 0,1-1 0 0 0,-2-1 0 0 0,1 0 0 0 0,-21 9 0 0 0,-23 14 602 0 0,56-30-573 0 0,-1-1 0 0 0,1 0-1 0 0,0 0 1 0 0,0 1 0 0 0,0-1-1 0 0,-1 0 1 0 0,1 1 0 0 0,0-1-1 0 0,0 1 1 0 0,0-1 0 0 0,0 0-1 0 0,0 1 1 0 0,0-1 0 0 0,0 0 0 0 0,0 1-1 0 0,0-1 1 0 0,0 1 0 0 0,0-1-1 0 0,0 0 1 0 0,0 1 0 0 0,0-1-1 0 0,0 0 1 0 0,0 1 0 0 0,0-1-1 0 0,0 0 1 0 0,1 1 0 0 0,-1-1-1 0 0,0 0 1 0 0,0 1 0 0 0,0-1 0 0 0,1 0-1 0 0,-1 1 1 0 0,0-1 0 0 0,0 0-1 0 0,1 0 1 0 0,-1 1 0 0 0,0-1-1 0 0,1 0 1 0 0,-1 0 0 0 0,0 0-1 0 0,1 1 1 0 0,-1-1 0 0 0,0 0 0 0 0,1 0-1 0 0,-1 0 1 0 0,0 0 0 0 0,1 0-1 0 0,-1 0 1 0 0,0 0 0 0 0,1 0-1 0 0,-1 1 1 0 0,1-1 0 0 0,-1-1-1 0 0,0 1 1 0 0,1 0 0 0 0,27 10 217 0 0,-26-10-173 0 0,93 26 441 0 0,-23-7-271 0 0,-1 2 0 0 0,-1 3-1 0 0,85 42 1 0 0,-103-34-1164 0 0,-6-4-1725 0 0,-12-12-3298 0 0,-22-10 2817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24.8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 1796 0 0,'17'-13'12688'0'0,"-13"40"-9862"0"0,-3-19-2747 0 0,1 22-207 0 0,2 0-1 0 0,12 41 1 0 0,23 58-3956 0 0,-11-38-1351 0 0,-5-21 1226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56:36.8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347 30 252,'0'0'1260,"-27"-28"5375,25 27-6219,1 1-375,0 0 0,0-1 0,0 1 0,-1 0 0,1 1 0,0-1 0,0 0 0,0 0 0,0 0 0,0 1 0,-1-1 0,1 0 0,0 1 0,0-1 0,0 1 0,0 0 0,0-1 0,0 1 0,0 0 0,-1 0 0,-23 15 573,19-9-512,0 0 0,0 1 0,1-1 0,0 1 0,0 0 0,1 1 0,0-1 0,0 1 0,1 0 0,0 0 1,1 0-1,0 0 0,0 0 0,1 1 0,0-1 0,0 1 0,1-1 0,1 0 0,0 1 0,0-1 0,1 0 0,0 1 0,0-1 1,1 0-1,0-1 0,6 13 0,-5-15-7,0-1-1,0 1 1,0-1 0,0 0-1,1 0 1,0 0 0,0-1-1,0 0 1,1 0 0,0 0-1,-1 0 1,1-1 0,0 0-1,1-1 1,-1 1 0,0-1-1,1 0 1,-1-1 0,1 1-1,0-1 1,0-1 0,-1 1-1,1-1 1,0 0 0,0-1-1,-1 1 1,1-2 0,11-2-1,-14 2-69,0 0-1,0-1 0,0 1 0,0-1 1,-1 0-1,0 0 0,1 0 0,-1-1 1,0 1-1,0-1 0,-1 1 0,1-1 1,-1 0-1,0 0 0,0 0 0,0 0 1,-1-1-1,1 1 0,-1 0 0,0-1 0,0 1 1,-1-1-1,1 1 0,-1-1 0,0 1 1,0-1-1,-1 1 0,1-1 0,-1 1 1,0-1-1,0 1 0,0 0 0,-1-1 1,0 1-1,1 0 0,-1 0 0,-1 0 1,1 0-1,-1 0 0,1 1 0,-5-4 1,0 1-186,-1 2 0,1-1 0,-1 1 0,-1 0 0,1 1 0,0 0 0,-1 0 0,0 1 0,1 0 0,-1 0 0,0 1 0,0 0 0,0 1 0,-16 1 0,-9 2-1167,0 1 0,-47 12 1,6 8-2519,-2 6 296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39.0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496 57 160 0 0,'-8'-3'913'0'0,"0"-1"-134"0"0,3 1-189 0 0,0 1 7 0 0,2 0-409 0 0,0 0 0 0 0,0 1 0 0 0,-1-1 0 0 0,1 1 0 0 0,0 0 0 0 0,-1 0 0 0 0,1 0 1 0 0,-1 0-1 0 0,1 1 0 0 0,-1-1 0 0 0,1 1 0 0 0,-1 0 0 0 0,1 0 0 0 0,-1 0 0 0 0,1 1 0 0 0,-1-1 0 0 0,1 1 0 0 0,-1 0 0 0 0,1 0 0 0 0,-1 0 0 0 0,1 0 0 0 0,0 0 1 0 0,0 1-1 0 0,-6 3 0 0 0,0 1-2 0 0,1 0 0 0 0,-1 1 0 0 0,1 0 1 0 0,1 0-1 0 0,-1 0 0 0 0,1 1 0 0 0,1 1 1 0 0,-1-1-1 0 0,2 1 0 0 0,-1 0 0 0 0,-8 19 1 0 0,8-14-17 0 0,0 0 0 0 0,1 1 0 0 0,1-1 0 0 0,0 1 0 0 0,1 0 0 0 0,0 0 0 0 0,0 26 0 0 0,3-34-62 0 0,0 0-1 0 0,0-1 0 0 0,1 1 0 0 0,0 0 0 0 0,0-1 0 0 0,1 1 0 0 0,0-1 1 0 0,0 1-1 0 0,4 7 0 0 0,0-16-53 0 0,0 0 0 0 0,-1 0 1 0 0,1 0-1 0 0,-1-1 0 0 0,10-5 1 0 0,-3-1-32 0 0,-1 0 0 0 0,0-1-1 0 0,0 0 1 0 0,-1 0 0 0 0,0-1 0 0 0,-1-1 0 0 0,0 1 0 0 0,-1-2 0 0 0,0 1 0 0 0,-1-1-1 0 0,0 0 1 0 0,-1 0 0 0 0,-1-1 0 0 0,0 0 0 0 0,-1 0 0 0 0,0 0 0 0 0,-2-1-1 0 0,1 1 1 0 0,0-26 0 0 0,-3 39-26 0 0,0 0 0 0 0,0-1 0 0 0,0 1 0 0 0,0 0 0 0 0,0-1 0 0 0,0 1 0 0 0,0 0 0 0 0,-1-1 0 0 0,1 1 0 0 0,-1 0 0 0 0,1-1 0 0 0,-1 1 0 0 0,1 0 0 0 0,-1 0 0 0 0,1 0 0 0 0,-1 0 0 0 0,0-1 0 0 0,0 1 0 0 0,0 0 0 0 0,0 0 0 0 0,0 0 0 0 0,0 1 0 0 0,0-1 0 0 0,0 0 0 0 0,0 0 0 0 0,-1 0 0 0 0,-1 0-2 0 0,0 0 0 0 0,1 1 0 0 0,-1-1 1 0 0,0 1-1 0 0,1 0 0 0 0,-1-1 0 0 0,0 1 0 0 0,1 1 0 0 0,-1-1 0 0 0,0 0 0 0 0,1 1 0 0 0,-5 0 0 0 0,-4 3-6 0 0,0 0 0 0 0,0 0-1 0 0,1 1 1 0 0,-1 0 0 0 0,-9 7 0 0 0,6-2 14 0 0,0 0 0 0 0,1 1 0 0 0,0 1 0 0 0,1 0 0 0 0,1 0 0 0 0,0 1 0 0 0,-13 19 0 0 0,20-26 3 0 0,0 0 0 0 0,1 0 1 0 0,0 1-1 0 0,0-1 0 0 0,0 1 0 0 0,1 0 0 0 0,0-1 0 0 0,0 1 1 0 0,1 0-1 0 0,0 0 0 0 0,0 1 0 0 0,0-1 0 0 0,1 0 0 0 0,0 0 1 0 0,1 0-1 0 0,0 0 0 0 0,0 0 0 0 0,0 0 0 0 0,1 0 0 0 0,3 9 1 0 0,-4-14 0 0 0,0 1 1 0 0,0 0 0 0 0,1-1 0 0 0,-1 1-1 0 0,1-1 1 0 0,-1 0 0 0 0,1 1 0 0 0,0-1 0 0 0,0 0-1 0 0,0 0 1 0 0,1 0 0 0 0,-1 0 0 0 0,0-1 0 0 0,1 1-1 0 0,-1-1 1 0 0,1 1 0 0 0,-1-1 0 0 0,1 0 0 0 0,2 1-1 0 0,1 0 3 0 0,0-1 0 0 0,-1 0 0 0 0,1-1 1 0 0,0 1-1 0 0,-1-1 0 0 0,1 0 0 0 0,0-1 0 0 0,-1 1 0 0 0,8-3 0 0 0,4-1 5 0 0,-1-1 0 0 0,0 0 0 0 0,0-2 0 0 0,0 0 0 0 0,23-14 0 0 0,-28 14-45 0 0,0-1 0 0 0,0-1 0 0 0,-1 0 0 0 0,0 0 0 0 0,-1-1 0 0 0,0 0 0 0 0,0-1 0 0 0,-1 0 0 0 0,-1 0 0 0 0,0-1 1 0 0,0 0-1 0 0,9-23 0 0 0,-14 30 14 0 0,-1 0 0 0 0,1-1 0 0 0,-1 1 0 0 0,1-1 1 0 0,-1 1-1 0 0,-1 0 0 0 0,1-1 0 0 0,-1 1 0 0 0,0-1 1 0 0,0 1-1 0 0,-1-1 0 0 0,0 1 0 0 0,0-1 0 0 0,0 1 0 0 0,0-1 1 0 0,-1 1-1 0 0,0 0 0 0 0,0 0 0 0 0,-1 0 0 0 0,1 0 0 0 0,-1 0 1 0 0,0 1-1 0 0,0-1 0 0 0,-1 1 0 0 0,1 0 0 0 0,-1 0 1 0 0,0 0-1 0 0,0 0 0 0 0,0 0 0 0 0,-1 1 0 0 0,1 0 0 0 0,-1 0 1 0 0,-8-4-1 0 0,3 3 5 0 0,0 0 0 0 0,-1 1 0 0 0,1 0 0 0 0,-1 1 0 0 0,0 0 0 0 0,1 0 0 0 0,-1 1 0 0 0,0 1 1 0 0,0 0-1 0 0,0 0 0 0 0,0 1 0 0 0,0 1 0 0 0,0 0 0 0 0,1 0 0 0 0,-1 1 0 0 0,1 0 0 0 0,0 1 0 0 0,-15 7 0 0 0,14-6 28 0 0,0 0 0 0 0,0 1 0 0 0,1 0-1 0 0,-1 1 1 0 0,1 0 0 0 0,1 1 0 0 0,-1 0-1 0 0,2 0 1 0 0,-1 1 0 0 0,1 0 0 0 0,0 1-1 0 0,1 0 1 0 0,0 0 0 0 0,1 1 0 0 0,0-1-1 0 0,-6 15 1 0 0,10-18 8 0 0,0 1 0 0 0,1-1 0 0 0,0 0-1 0 0,0 1 1 0 0,1-1 0 0 0,0 1 0 0 0,0-1 0 0 0,0 1 0 0 0,1-1-1 0 0,1 1 1 0 0,-1-1 0 0 0,1 1 0 0 0,0-1 0 0 0,1 0-1 0 0,-1 0 1 0 0,1 0 0 0 0,8 12 0 0 0,-8-15-8 0 0,1 0 0 0 0,0-1 1 0 0,-1 1-1 0 0,1-1 0 0 0,0 1 0 0 0,1-1 1 0 0,-1 0-1 0 0,1-1 0 0 0,-1 1 0 0 0,1-1 0 0 0,0 0 1 0 0,0 0-1 0 0,0 0 0 0 0,0-1 0 0 0,0 0 1 0 0,0 0-1 0 0,0 0 0 0 0,0-1 0 0 0,0 1 1 0 0,1-1-1 0 0,-1 0 0 0 0,0-1 0 0 0,0 1 1 0 0,0-1-1 0 0,0 0 0 0 0,9-3 0 0 0,-3 1-1 0 0,0 0 0 0 0,0-1 0 0 0,-1 0 0 0 0,1 0-1 0 0,-1-1 1 0 0,0-1 0 0 0,-1 0 0 0 0,1 0 0 0 0,-1-1 0 0 0,0 0-1 0 0,12-12 1 0 0,-17 14-36 0 0,0 0 0 0 0,0 0-1 0 0,0 0 1 0 0,-1-1 0 0 0,0 1 0 0 0,0-1-1 0 0,0 0 1 0 0,-1 0 0 0 0,0 0-1 0 0,0 0 1 0 0,0 0 0 0 0,-1-1 0 0 0,0 1-1 0 0,0-1 1 0 0,0 1 0 0 0,-1 0-1 0 0,0-1 1 0 0,0 1 0 0 0,-1-1 0 0 0,0 1-1 0 0,0-1 1 0 0,0 1 0 0 0,-1 0 0 0 0,0 0-1 0 0,0 0 1 0 0,-1 0 0 0 0,0 0-1 0 0,0 0 1 0 0,0 0 0 0 0,-6-7 0 0 0,4 9-40 0 0,0-1 0 0 0,0 1 0 0 0,0 1 1 0 0,-1-1-1 0 0,1 1 0 0 0,-1 0 0 0 0,0 0 1 0 0,0 0-1 0 0,0 1 0 0 0,0 0 0 0 0,0 0 0 0 0,0 1 1 0 0,-1 0-1 0 0,1 0 0 0 0,0 0 0 0 0,-1 1 1 0 0,1-1-1 0 0,-1 2 0 0 0,1-1 0 0 0,-10 2 1 0 0,-5 2-371 0 0,1 0 1 0 0,-1 1 0 0 0,1 1 0 0 0,-38 16 0 0 0,30-10-249 0 0,-54 28-4244 0 0,59-24 2612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40.5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26 876 0 0,'15'34'6629'0'0,"28"45"-4333"0"0,9 18-1218 0 0,73 175 2298 0 0,-124-270-3161 0 0,1 1 0 0 0,-1-1 1 0 0,1 1-1 0 0,0-1 0 0 0,0 0 1 0 0,0 0-1 0 0,0 0 0 0 0,0 0 1 0 0,0 0-1 0 0,1 0 1 0 0,-1 0-1 0 0,0-1 0 0 0,6 3 1 0 0,-7-3 224 0 0,29-29 665 0 0,-18 5-917 0 0,0-1 1 0 0,-2 1-1 0 0,-1-2 0 0 0,-1 1 0 0 0,-1-2 1 0 0,5-32-1 0 0,-4 21-178 0 0,4-34-965 0 0,4-100 0 0 0,-15 157 1246 0 0,1-2-3675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40.9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64 209 976 0 0,'-2'29'7697'0'0,"0"1"-5268"0"0,-3 31-1899 0 0,13 9-1266 0 0,-1-4-3297 0 0,-6-56 1436 0 0,4-2 195 0 0</inkml:trace>
  <inkml:trace contextRef="#ctx0" brushRef="#br0" timeOffset="1">7 13 144 0 0,'-5'-5'1600'0'0,"3"-3"840"0"0,9 27-2476 0 0,-1-12-148 0 0,2 2-480 0 0,-2-1-712 0 0,2 6 316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41.2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21 448 0 0,'-1'5'838'0'0,"0"-1"1"0"0,0 0-1 0 0,1 1 0 0 0,0-1 1 0 0,0 1-1 0 0,0-1 0 0 0,2 9 0 0 0,20 61 689 0 0,-9-31-685 0 0,-6-21-563 0 0,7 32 250 0 0,-13-51-498 0 0,-1 1 0 0 0,1-1 0 0 0,-1 0 0 0 0,0 1 0 0 0,0-1-1 0 0,0 0 1 0 0,0 0 0 0 0,-1 1 0 0 0,1-1 0 0 0,-1 0 0 0 0,0 0 0 0 0,-2 6 0 0 0,2-9-24 0 0,1 0-1 0 0,-1 1 1 0 0,1-1-1 0 0,0 0 1 0 0,-1 0-1 0 0,1 0 1 0 0,-1 0-1 0 0,1 0 1 0 0,-1 0 0 0 0,1 0-1 0 0,-1 0 1 0 0,1 0-1 0 0,-1 0 1 0 0,1 0-1 0 0,-1 0 1 0 0,1 0 0 0 0,-1-1-1 0 0,1 1 1 0 0,-1 0-1 0 0,1 0 1 0 0,-1 0-1 0 0,1-1 1 0 0,0 1 0 0 0,-1 0-1 0 0,1 0 1 0 0,-1-1-1 0 0,1 1 1 0 0,0 0-1 0 0,-1-1 1 0 0,1 1-1 0 0,0-1 1 0 0,-1 0 0 0 0,-13-14 70 0 0,9 6 17 0 0,0-2 0 0 0,1 1-1 0 0,0 0 1 0 0,1-1 0 0 0,0 0 0 0 0,0 0 0 0 0,2 0-1 0 0,-1 0 1 0 0,1 0 0 0 0,1-16 0 0 0,0 19 74 0 0,0 0 1 0 0,0 1-1 0 0,1-1 1 0 0,0 0-1 0 0,1 1 0 0 0,-1-1 1 0 0,2 1-1 0 0,-1-1 1 0 0,1 1-1 0 0,0 0 0 0 0,0 0 1 0 0,1 0-1 0 0,0 1 1 0 0,0-1-1 0 0,1 1 1 0 0,5-6-1 0 0,-7 9-110 0 0,1 1 0 0 0,-1-1 0 0 0,1 1 0 0 0,0 0 0 0 0,0 0 0 0 0,0 0 0 0 0,0 0 0 0 0,1 1 0 0 0,-1-1 1 0 0,0 1-1 0 0,1 0 0 0 0,-1 1 0 0 0,1-1 0 0 0,-1 1 0 0 0,1 0 0 0 0,-1 0 0 0 0,1 0 0 0 0,-1 0 0 0 0,0 1 0 0 0,1 0 0 0 0,-1 0 0 0 0,1 0 0 0 0,-1 1 0 0 0,0-1 0 0 0,0 1 0 0 0,0 0 0 0 0,0 0 0 0 0,0 0 0 0 0,0 1 0 0 0,5 5 1 0 0,2-1-119 0 0,-2 1 1 0 0,1 0-1 0 0,-1 1 1 0 0,0 0-1 0 0,-1 1 1 0 0,0 0-1 0 0,-1 0 1 0 0,0 0-1 0 0,-1 1 1 0 0,6 12-1 0 0,-2 0-530 0 0,-2 1 0 0 0,0 1-1 0 0,-2 0 1 0 0,5 40-1 0 0,-9-46-1203 0 0,-1 0 0 0 0,-1 0 0 0 0,-4 36 0 0 0,-2-24-1545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26.0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 84 0 0,'1'-5'6139'0'0,"20"84"-3900"0"0,-3 1 0 0 0,8 90 0 0 0,3 13-504 0 0,22 174 532 0 0,-41-270-1889 0 0,1 55 276 0 0,5 33-570 0 0,-16-173-197 0 0,0 0 1 0 0,1 0-1 0 0,-1 0 0 0 0,1 0 0 0 0,-1 0 0 0 0,1 0 0 0 0,0 0 1 0 0,-1 0-1 0 0,1 0 0 0 0,0 0 0 0 0,3 3 0 0 0,-4-5 40 0 0,0 0 0 0 0,1 0 0 0 0,-1 1 0 0 0,0-1 1 0 0,1 0-1 0 0,-1 0 0 0 0,0 0 0 0 0,1 0 0 0 0,-1 0 0 0 0,0 0 0 0 0,1 0 0 0 0,-1 0 0 0 0,1 0 0 0 0,-1 0 0 0 0,0 0 0 0 0,1 0 0 0 0,-1 0 1 0 0,0 0-1 0 0,1 0 0 0 0,-1 0 0 0 0,0 0 0 0 0,1 0 0 0 0,-1-1 0 0 0,0 1 0 0 0,1 0 0 0 0,-1 0 0 0 0,0 0 0 0 0,1-1 0 0 0,-1 1 0 0 0,0 0 0 0 0,0 0 1 0 0,1-1-1 0 0,-1 1 0 0 0,0 0 0 0 0,0-1 0 0 0,1 1 0 0 0,-1-1 0 0 0,4-4-713 0 0,-1-1 1 0 0,1 0-1 0 0,-1-1 1 0 0,0 1-1 0 0,3-12 1 0 0,2-11-2706 0 0,2-10 266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26.7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42 160 0 0,'-1'-5'757'0'0,"-1"1"0"0"0,1 0 0 0 0,0 0 0 0 0,-1 0 0 0 0,0 0 0 0 0,0 0 0 0 0,-7-8 1641 0 0,11 15-1136 0 0,14 17-769 0 0,11 13-29 0 0,1-1-1 0 0,2-2 1 0 0,1-1 0 0 0,2-1-1 0 0,1-2 1 0 0,0-1-1 0 0,2-2 1 0 0,49 24 0 0 0,-15-15-79 0 0,123 51 366 0 0,85 31-15 0 0,98 46-20 0 0,-303-121-346 0 0,-72-38-309 0 0,-3 3 8 0 0,0 0 0 0 0,-1 1 0 0 0,1-1 1 0 0,-1 0-1 0 0,0 0 0 0 0,0 0 0 0 0,-6 5 1 0 0,9-8-50 0 0,-24 23 101 0 0,-1 0 0 0 0,-1-2 1 0 0,-1-1-1 0 0,-42 25 0 0 0,-26 20 32 0 0,-541 368 557 0 0,580-396-459 0 0,-100 87 1 0 0,150-123-504 0 0,6-10 74 0 0,8-13-1817 0 0,0 6 3 0 0,1-5-1660 0 0,-3 5-1838 0 0,-3 5 2231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27.4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11 212 0 0,'2'0'12912'0'0,"17"-1"-12745"0"0,131-8 134 0 0,-56 8-8854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27.7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0 292 0 0,'-3'8'5315'0'0,"-4"10"-2311"0"0,10 2-1886 0 0,-2 0 1 0 0,0 29-1 0 0,-2-30-1361 0 0,1 0-1 0 0,1-1 1 0 0,6 33-1 0 0,-6-8-1963 0 0,-2-25-2138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28.1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90 952 0 0,'1'-2'7049'0'0,"17"-9"-6537"0"0,148-27 1272 0 0,-23 6-7790 0 0,-122 25 3591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28.6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0 276 0 0,'-4'6'8505'0'0,"3"11"-5294"0"0,2 29-3591 0 0,-1-26 1472 0 0,-16 125 1061 0 0,16-144-1927 0 0,4-4-68 0 0,0 1 0 0 0,0-1 0 0 0,0 0 0 0 0,0-1 0 0 0,0 1 0 0 0,-1-1 0 0 0,0 1 0 0 0,5-7 1 0 0,22-21-784 0 0,17 0-1310 0 0,2-1-5308 0 0,-28 16 3472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56:43.0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1 256,'0'0'3054,"6"4"-2752,-1 1-2338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56:44.2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1 352 740,'0'0'3702,"4"0"-3193,85 1 902,0-3 1,169-28-1,-90 7-515,289-39 1052,17-2-38,-390 55-1632,151-21 494,-225 27-727,-7 2-28,0 0 0,0 1 0,-1-1 0,1 1 0,0-1 0,0 1 0,0 0 0,0 0 0,0 0 0,-1 1 0,1-1 0,0 1 0,0-1 0,0 1 0,3 1 0,-5-1 4,11-4-130,0 2-174,-12 1 250,1 0 0,-1 0-1,0 0 1,0-1 0,0 1 0,0 0 0,0 0-1,1 0 1,-1 0 0,0 0 0,0 0 0,0 0-1,0 0 1,0-1 0,0 1 0,0 0-1,1 0 1,-1 0 0,0 0 0,0 0 0,0-1-1,0 1 1,0 0 0,0 0 0,0 0 0,0 0-1,0-1 1,0 1 0,0 0 0,0 0 0,0 0-1,0 0 1,0-1 0,0 1 0,0 0 0,0 0-1,0 0 1,0 0 0,0-1 0,0 1 0,0 0-1,0 0 1,0 0 0,-1 0 0,1 0 0,0-1-1,0 1 1,0 0 0,0 0 0,0 0-1,0 0 1,-1 0 0,1 0 0,-22-31 101,21 31-16,-16 20 372,14-5-381,0-3 21,0 0-1,1 0 0,0 19 1,2-26-45,4 42 311,-4-46-312,1 1-1,-1-1 0,0 0 1,1 1-1,-1-1 1,1 0-1,0 1 1,-1-1-1,1 0 0,0 0 1,0 0-1,0 0 1,-1 0-1,1 0 0,0 0 1,1 0-1,-1 0 1,0 0-1,0 0 0,0-1 1,0 1-1,1 0 1,-1-1-1,0 1 1,1-1-1,-1 0 0,0 1 1,1-1-1,-1 0 1,2 0-1,4 0 1,-1-1 0,0-1 0,0 1-1,-1-1 1,1 0 0,0 0 0,0-1 0,-1 0 0,0 0 0,1 0-1,-1-1 1,0 1 0,-1-1 0,9-9 0,1-1-108,-2 0-1,0-1 1,14-21 0,-22 30 13,0-1 1,-1 1 0,0-1 0,0 1-1,0-1 1,-1 0 0,0 0-1,-1 0 1,1 0 0,-1 0 0,-1 0-1,1-1 1,-1-7 0,-1 13 4,1 0 0,0 1 0,-1-1 0,1 0 0,-1 0 1,0 0-1,0 0 0,1 0 0,-1 0 0,-1 1 0,1-1 0,0 1 1,0-1-1,0 0 0,-1 1 0,1 0 0,-1-1 0,1 1 0,-3-1 0,1 0-57,0 1 0,0 0 0,-1 0 0,1 0 0,0 1 0,-1-1-1,1 1 1,0 0 0,-1 0 0,1 0 0,0 0 0,-1 0 0,1 1-1,-7 1 1,3 0-613,1 0 1,-1 0-1,1 1 0,-1 0 0,1 0 0,0 0 1,-10 8-1,5-2-1736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56:45.9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1061 2 540,'5'-1'12824,"-573"66"-11107,446-49-1430,-64 12 120,32-6-184,153-22-209,-32 4 7263,32-11-9730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47.7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129 1539 384 0 0,'0'-45'8451'0'0,"-1"-4"-3940"0"0,-12-203-1870 0 0,-38-159-1208 0 0,3 114-939 0 0,43 269-454 0 0,-4-35 67 0 0,9 63-122 0 0,0-1 0 0 0,0 1-1 0 0,0 0 1 0 0,0 0 0 0 0,0 0 0 0 0,-1 0 0 0 0,1-1 0 0 0,0 1-1 0 0,0 0 1 0 0,0 0 0 0 0,0 0 0 0 0,0 0 0 0 0,0-1 0 0 0,0 1-1 0 0,0 0 1 0 0,0 0 0 0 0,0 0 0 0 0,0-1 0 0 0,0 1 0 0 0,0 0-1 0 0,0 0 1 0 0,0 0 0 0 0,0-1 0 0 0,0 1 0 0 0,0 0 0 0 0,0 0-1 0 0,0 0 1 0 0,0-1 0 0 0,0 1 0 0 0,0 0 0 0 0,1 0 0 0 0,-1 0-1 0 0,0 0 1 0 0,0-1 0 0 0,0 1 0 0 0,0 0 0 0 0,0 0 0 0 0,0 0-1 0 0,1 0 1 0 0,-1 0 0 0 0,0-1 0 0 0,0 1 0 0 0,0 0 0 0 0,0 0-1 0 0,1 0 1 0 0,-1 0 0 0 0,0 0 0 0 0,0 0 0 0 0,0 0 0 0 0,1 0-1 0 0,-1 0 1 0 0,0 0 0 0 0,0 0 0 0 0,1 0 0 0 0,8 13-300 0 0,-7-9 304 0 0,0-1 0 0 0,0 1 1 0 0,0-1-1 0 0,1 0 0 0 0,0 1 1 0 0,-1-1-1 0 0,1 0 0 0 0,1 0 1 0 0,-1-1-1 0 0,0 1 0 0 0,4 2 1 0 0,8-1 6 0 0,0 1 0 0 0,1-2 0 0 0,-1 0 1 0 0,1-1-1 0 0,-1 0 0 0 0,1-1 1 0 0,16-2-1 0 0,114-14-17 0 0,-91 7-23 0 0,-39 6 11 0 0,437-35-1233 0 0,-429 39 710 0 0,-22-2 598 0 0,0 1 1 0 0,-1-1-1 0 0,1 0 1 0 0,0 0-1 0 0,-1 0 0 0 0,1 0 1 0 0,0 0-1 0 0,0 0 1 0 0,-1 0-1 0 0,1-1 0 0 0,0 1 1 0 0,2-2-1 0 0,-3 1 17 0 0,1 0 0 0 0,-1-1-1 0 0,0 1 1 0 0,0 0 0 0 0,0-1 0 0 0,-1 1 0 0 0,1-1-1 0 0,0 1 1 0 0,0-1 0 0 0,-1 0 0 0 0,1 1 0 0 0,-1-1-1 0 0,0 1 1 0 0,1-1 0 0 0,-1 0 0 0 0,0 0 0 0 0,0-1 0 0 0,14-131 601 0 0,-1 93-1234 0 0,-12 41 556 0 0,0 0 0 0 0,-1 0 0 0 0,1-1 0 0 0,0 1 0 0 0,-1 0 0 0 0,1 0 0 0 0,0 0 0 0 0,-1 0 0 0 0,1 0 0 0 0,0 0 0 0 0,-1 0 0 0 0,1 0 0 0 0,0 0 0 0 0,-1 0 0 0 0,1 0 0 0 0,-1 0 0 0 0,1 1 0 0 0,0-1 0 0 0,-1 0 0 0 0,1 0 0 0 0,0 1 0 0 0,-1-1 0 0 0,1 0 0 0 0,-1 1 1 0 0,1-1-1 0 0,-1 1 0 0 0,1-1 0 0 0,-1 1 0 0 0,1 0 0 0 0,16 14-274 0 0,42 61-283 0 0,-44-54 503 0 0,0-2 0 0 0,2 0 0 0 0,0 0-1 0 0,20 16 1 0 0,-34-34 91 0 0,0 0 0 0 0,0 0 0 0 0,-1 0 0 0 0,1 0-1 0 0,0-1 1 0 0,0 1 0 0 0,1-1 0 0 0,-1 0 0 0 0,0 0 0 0 0,0 0-1 0 0,1 0 1 0 0,-1-1 0 0 0,0 1 0 0 0,1-1 0 0 0,-1 0-1 0 0,0 0 1 0 0,1 0 0 0 0,-1 0 0 0 0,4-1 0 0 0,-1-1 6 0 0,1 0 1 0 0,-1 0-1 0 0,0-1 0 0 0,-1 0 1 0 0,1 0-1 0 0,0 0 1 0 0,-1 0-1 0 0,0-1 1 0 0,8-6-1 0 0,1-5-3 0 0,1 1 1 0 0,-2-2-1 0 0,0 1 0 0 0,-1-2 0 0 0,14-26 0 0 0,-5 4-131 0 0,-5 9-140 0 0,28-41 1 0 0,-42 69 211 0 0,0 0 0 0 0,1 1 0 0 0,-1-1 1 0 0,0 1-1 0 0,1-1 0 0 0,-1 1 0 0 0,1 0 1 0 0,-1 0-1 0 0,1 0 0 0 0,0 0 0 0 0,-1 1 0 0 0,1-1 1 0 0,0 1-1 0 0,0-1 0 0 0,-1 1 0 0 0,1 0 1 0 0,0 0-1 0 0,0 0 0 0 0,-1 1 0 0 0,1-1 1 0 0,0 1-1 0 0,0-1 0 0 0,3 2 0 0 0,5 1-19 0 0,-1 0-1 0 0,1 1 0 0 0,0 0 1 0 0,14 8-1 0 0,0 1 36 0 0,0-1 0 0 0,1-1 0 0 0,1-2 0 0 0,-1 0 0 0 0,1-2 0 0 0,1-1 0 0 0,-1-1 0 0 0,1-1 0 0 0,0-1 0 0 0,0-2 1 0 0,0-1-1 0 0,54-7 0 0 0,118-34-433 0 0,31-5-467 0 0,-116 34 419 0 0,-49 5 212 0 0,69-15 0 0 0,27-6 96 0 0,-159 27 194 0 0,19-3 46 0 0,1-1 0 0 0,-1-1 0 0 0,0-2-1 0 0,0 0 1 0 0,26-15 0 0 0,-46 23-32 0 0,-1-1 1 0 0,0 1-1 0 0,1-1 0 0 0,-1 1 1 0 0,1-1-1 0 0,-1 1 0 0 0,0 0 1 0 0,1 0-1 0 0,-1 0 0 0 0,1 0 1 0 0,-1 0-1 0 0,1 0 0 0 0,-1 0 0 0 0,0 0 1 0 0,1 1-1 0 0,-1-1 0 0 0,1 0 1 0 0,-1 1-1 0 0,0-1 0 0 0,1 1 1 0 0,-1 0-1 0 0,0-1 0 0 0,0 1 1 0 0,1 0-1 0 0,-1 0 0 0 0,0 0 1 0 0,0 0-1 0 0,0 0 0 0 0,0 0 1 0 0,0 0-1 0 0,0 0 0 0 0,0 0 1 0 0,-1 0-1 0 0,1 0 0 0 0,0 1 0 0 0,-1-1 1 0 0,1 0-1 0 0,-1 1 0 0 0,1-1 1 0 0,-1 0-1 0 0,1 3 0 0 0,14 51 301 0 0,0 29 144 0 0,-8 2-16 0 0,-5-34-185 0 0,-1 26 119 0 0,2 39 180 0 0,6 4 35 0 0,9 59 388 0 0,4 37 33 0 0,-17-155-741 0 0,6 142 878 0 0,-6-84-357 0 0,-5-118-734 0 0,-1 5-267 0 0,-2-17-352 0 0,0 0-1 0 0,0 1 1 0 0,-1 0 0 0 0,0-1 0 0 0,0 1-1 0 0,-8-11 1 0 0,-23-26-7160 0 0,16 24 3710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48.6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7 124 76 0 0,'35'247'8739'0'0,"-34"-224"-7842"0"0,2 0 0 0 0,6 25 0 0 0,-12-60-414 0 0,-10-29-235 0 0,2-1 1 0 0,2-1 0 0 0,2 1 0 0 0,1-1-1 0 0,1-59 1 0 0,5 97-259 0 0,1 0 1 0 0,0 0-1 0 0,0 0 0 0 0,1 0 1 0 0,-1 0-1 0 0,1 1 0 0 0,0-1 0 0 0,0 0 1 0 0,1 1-1 0 0,-1 0 0 0 0,1-1 0 0 0,0 1 1 0 0,0 0-1 0 0,0 0 0 0 0,1 0 0 0 0,-1 1 1 0 0,1 0-1 0 0,8-6 0 0 0,-9 7-2 0 0,-1 0 0 0 0,1 1-1 0 0,0-1 1 0 0,0 1 0 0 0,0 0-1 0 0,0 0 1 0 0,0 0 0 0 0,0 1-1 0 0,0-1 1 0 0,0 1 0 0 0,0-1 0 0 0,1 1-1 0 0,-1 0 1 0 0,0 0 0 0 0,0 0-1 0 0,0 1 1 0 0,0-1 0 0 0,0 1-1 0 0,0 0 1 0 0,0 0 0 0 0,0 0 0 0 0,0 0-1 0 0,0 0 1 0 0,0 1 0 0 0,0-1-1 0 0,-1 1 1 0 0,1 0 0 0 0,0 0-1 0 0,-1 0 1 0 0,0 0 0 0 0,4 4 0 0 0,-4-4-11 0 0,0 0 1 0 0,0 1 0 0 0,-1-1 0 0 0,1 1-1 0 0,-1 0 1 0 0,0-1 0 0 0,1 1 0 0 0,-1 0-1 0 0,0 0 1 0 0,-1 0 0 0 0,1 0 0 0 0,0 0 0 0 0,-1-1-1 0 0,0 1 1 0 0,0 0 0 0 0,0 6 0 0 0,-10 48-204 0 0,6-38 173 0 0,-18 34-79 0 0,19-48 121 0 0,0 0 1 0 0,0 0-1 0 0,0 0 1 0 0,1 1 0 0 0,0-1-1 0 0,0 1 1 0 0,1 0-1 0 0,0 0 1 0 0,0 0 0 0 0,0-1-1 0 0,0 1 1 0 0,1 7-1 0 0,1-11 12 0 0,-1 0 1 0 0,1 0-1 0 0,0-1 0 0 0,0 1 0 0 0,0 0 0 0 0,0-1 0 0 0,0 1 0 0 0,0-1 0 0 0,0 1 0 0 0,1-1 0 0 0,-1 1 0 0 0,0-1 0 0 0,1 0 0 0 0,-1 0 0 0 0,1 0 0 0 0,0 0 1 0 0,-1 0-1 0 0,1 0 0 0 0,0 0 0 0 0,0 0 0 0 0,-1-1 0 0 0,1 1 0 0 0,0-1 0 0 0,0 1 0 0 0,0-1 0 0 0,0 0 0 0 0,0 0 0 0 0,3 0 0 0 0,61-1-48 0 0,-59 1 23 0 0,12-3-59 0 0,0-1 0 0 0,-1 0 0 0 0,1-2 0 0 0,-1 0 0 0 0,0-1 0 0 0,-1 0 0 0 0,0-2 0 0 0,0 0 0 0 0,0-1 0 0 0,-2 0 0 0 0,17-15 0 0 0,-5 1-62 0 0,-7 6 58 0 0,-2 0 1 0 0,0-2 0 0 0,24-34-1 0 0,-20 14 148 0 0,-20 36-30 0 0,-1 0 0 0 0,0 0 0 0 0,0-1 0 0 0,0 1 0 0 0,0 0 0 0 0,-1-1 0 0 0,1 1 0 0 0,-2-6 0 0 0,6-25 283 0 0,-5 34-164 0 0,-3 4-87 0 0,-2 3-14 0 0,0 1-1 0 0,1 0 0 0 0,-1 0 0 0 0,1 0 0 0 0,1 0 1 0 0,0 1-1 0 0,0-1 0 0 0,0 1 0 0 0,1 0 0 0 0,0 0 1 0 0,-2 16-1 0 0,0 12 181 0 0,1 51-1 0 0,14 23 60 0 0,-2-25-432 0 0,-2-34-544 0 0,1 11-4097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49.0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94 716 0 0,'-4'-6'7045'0'0,"19"-1"-6109"0"0,-5 3-128 0 0,10-3-108 0 0,9-2-172 0 0,14 1-168 0 0,-3-3-232 0 0,-7 4-232 0 0,8 0-316 0 0,-9 1-412 0 0,1-3-812 0 0,-2 3-1785 0 0,-3-1 789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50.0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0 367 608 0 0,'16'-43'9884'0'0,"11"-16"-6609"0"0,36-94-1948 0 0,-56 134-904 0 0,1 1 1 0 0,19-30-1 0 0,-14 25 69 0 0,-13 23-484 0 0,0 0 0 0 0,1-1-1 0 0,-1 1 1 0 0,1 0 0 0 0,-1-1-1 0 0,0 1 1 0 0,1 0 0 0 0,-1-1 0 0 0,1 1-1 0 0,-1 0 1 0 0,1 0 0 0 0,-1 0-1 0 0,1 0 1 0 0,-1-1 0 0 0,1 1 0 0 0,-1 0-1 0 0,1 0 1 0 0,-1 0 0 0 0,1 0-1 0 0,-1 0 1 0 0,1 0 0 0 0,-1 0 0 0 0,1 0-1 0 0,-1 0 1 0 0,1 0 0 0 0,-1 1-1 0 0,1-1 1 0 0,-1 0 0 0 0,1 0 0 0 0,-1 0-1 0 0,1 1 1 0 0,-1-1 0 0 0,0 0 0 0 0,1 0-1 0 0,-1 1 1 0 0,1-1 0 0 0,-1 0-1 0 0,0 1 1 0 0,1-1 0 0 0,-1 1 0 0 0,1 0-1 0 0,18 18-8 0 0,-17-16 30 0 0,11 12-20 0 0,-2 1-1 0 0,0 1 0 0 0,-1 0 1 0 0,13 29-1 0 0,21 35-18 0 0,-39-74 10 0 0,2 3 18 0 0,-1-1-1 0 0,1 0 0 0 0,1 0 1 0 0,0 0-1 0 0,10 8 0 0 0,-16-16-10 0 0,0 1 0 0 0,0-1 0 0 0,0 0 0 0 0,0 1 0 0 0,0-1 0 0 0,1 0 0 0 0,-1 0-1 0 0,0 0 1 0 0,1-1 0 0 0,-1 1 0 0 0,1-1 0 0 0,-1 1 0 0 0,1-1 0 0 0,-1 0-1 0 0,1 0 1 0 0,-1 0 0 0 0,1 0 0 0 0,-1 0 0 0 0,1-1 0 0 0,-1 1 0 0 0,0-1 0 0 0,1 1-1 0 0,-1-1 1 0 0,1 0 0 0 0,-1 0 0 0 0,0 0 0 0 0,0 0 0 0 0,4-3 0 0 0,8-8 8 0 0,0 1 1 0 0,-1-2 0 0 0,-1 0 0 0 0,0 0 0 0 0,-1-1 0 0 0,-1-1 0 0 0,18-30 0 0 0,26-35-111 0 0,-47 71 92 0 0,-5 5-34 0 0,1 1 0 0 0,-1 0 0 0 0,1 0 0 0 0,0 0 0 0 0,0 0 0 0 0,0 0 0 0 0,0 1 0 0 0,0-1 0 0 0,5-1 0 0 0,-6 3 25 0 0,0 1 0 0 0,0-1 0 0 0,0 1 0 0 0,1 0 0 0 0,-1 0 0 0 0,0 0 0 0 0,0 0 0 0 0,0 0 0 0 0,1 1 1 0 0,-1-1-1 0 0,0 1 0 0 0,0 0 0 0 0,0-1 0 0 0,0 1 0 0 0,0 0 0 0 0,0 0 0 0 0,0 0 0 0 0,0 0 0 0 0,3 3 0 0 0,14 9-35 0 0,-1 1 0 0 0,0 0 0 0 0,-1 2 0 0 0,15 18-1 0 0,-11-12-30 0 0,41 32 0 0 0,-60-52 72 0 0,4 3 7 0 0,-1-1 1 0 0,1 1-1 0 0,0-2 0 0 0,0 1 1 0 0,1-1-1 0 0,-1 0 1 0 0,11 4-1 0 0,-14-7 1 0 0,0 1 1 0 0,0-1-1 0 0,0 0 0 0 0,0-1 1 0 0,0 1-1 0 0,0 0 0 0 0,0-1 1 0 0,0 0-1 0 0,0 1 0 0 0,0-1 1 0 0,0 0-1 0 0,-1-1 0 0 0,1 1 1 0 0,0 0-1 0 0,-1-1 0 0 0,1 0 1 0 0,-1 1-1 0 0,1-1 0 0 0,-1 0 1 0 0,0 0-1 0 0,4-5 0 0 0,66-74-168 0 0,-45 49 16 0 0,39-36 0 0 0,-63 65 139 0 0,1 1 0 0 0,-1 0 0 0 0,1 0 0 0 0,-1 0 0 0 0,1 0 0 0 0,0 0 0 0 0,0 1 0 0 0,0 0 0 0 0,0-1 0 0 0,0 2 0 0 0,1-1 0 0 0,-1 0 0 0 0,0 1 0 0 0,0 0 0 0 0,0 0 0 0 0,1 0 0 0 0,-1 0 0 0 0,0 1 0 0 0,6 1 0 0 0,11 3-11 0 0,0 1-1 0 0,35 16 1 0 0,6 0 34 0 0,-49-18-40 0 0,14 3 42 0 0,54 6-1 0 0,-72-12-130 0 0,0-1 0 0 0,-1 0 1 0 0,1 0-1 0 0,0-1 0 0 0,0 0 0 0 0,-1-1 1 0 0,1 0-1 0 0,-1 0 0 0 0,0-1 1 0 0,12-5-1 0 0,21-19-1812 0 0,-40 26 1647 0 0,0 0 1 0 0,1 0-1 0 0,-1 0 0 0 0,0-1 0 0 0,0 1 1 0 0,0 0-1 0 0,0-1 0 0 0,0 1 0 0 0,-1 0 1 0 0,1-1-1 0 0,0 1 0 0 0,-1-1 0 0 0,1 0 0 0 0,-1 1 1 0 0,1-1-1 0 0,-1 1 0 0 0,0-1 0 0 0,0 0 1 0 0,0 1-1 0 0,0-1 0 0 0,0 0 0 0 0,0 1 1 0 0,0-1-1 0 0,0 0 0 0 0,-1 1 0 0 0,1-1 1 0 0,-1-1-1 0 0,-3-5-2410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50.7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1089 41 180 0 0,'13'-15'13231'0'0,"-51"8"-12750"0"0,-1 2 0 0 0,-1 1 0 0 0,1 3 0 0 0,-75 5 1 0 0,1 0-196 0 0,-549 6 1232 0 0,617-16 46 0 0,44 6-1100 0 0,-7-1 247 0 0,6 0-1712 0 0,41-5-7291 0 0,-9-1 3210 0 0,-14 2 1717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51.5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93 8 0 0,'0'0'2421'0'0,"1"4"-1655"0"0,37 181 4678 0 0,-21-88-4013 0 0,-14-63-1003 0 0,2 12 278 0 0,-3-36 223 0 0,-9-19-87 0 0,-9-19-350 0 0,3-4-511 0 0,1 0 1 0 0,2 0 0 0 0,1-2-1 0 0,2 1 1 0 0,1-1 0 0 0,2 1-1 0 0,-1-56 1 0 0,5 84-14 0 0,0-1-1 0 0,0 0 1 0 0,1 0 0 0 0,0 1 0 0 0,0-1-1 0 0,0 0 1 0 0,1 1 0 0 0,0-1 0 0 0,0 1-1 0 0,0 0 1 0 0,0 0 0 0 0,1 0 0 0 0,0 0-1 0 0,0 0 1 0 0,6-6 0 0 0,-7 9 10 0 0,1 0 1 0 0,-1 0-1 0 0,1 0 1 0 0,0 0-1 0 0,0 0 1 0 0,-1 1 0 0 0,1-1-1 0 0,0 1 1 0 0,0 0-1 0 0,1 0 1 0 0,-1 0-1 0 0,0 1 1 0 0,0-1-1 0 0,0 1 1 0 0,0-1-1 0 0,1 1 1 0 0,-1 0-1 0 0,0 0 1 0 0,0 1-1 0 0,1-1 1 0 0,-1 1-1 0 0,0-1 1 0 0,0 1-1 0 0,0 0 1 0 0,0 0-1 0 0,0 0 1 0 0,5 3-1 0 0,-2-1 13 0 0,1 1-1 0 0,-1-1 1 0 0,0 1-1 0 0,0 0 1 0 0,-1 1-1 0 0,1-1 1 0 0,-1 1-1 0 0,0 0 0 0 0,-1 0 1 0 0,1 1-1 0 0,-1-1 1 0 0,0 1-1 0 0,0 0 1 0 0,0 0-1 0 0,-1 1 1 0 0,0-1-1 0 0,-1 0 0 0 0,1 1 1 0 0,-1 0-1 0 0,0 0 1 0 0,-1 0-1 0 0,0 0 1 0 0,0 0-1 0 0,0 0 1 0 0,-1 0-1 0 0,0 0 0 0 0,0 0 1 0 0,-1 0-1 0 0,0 0 1 0 0,0 0-1 0 0,-1 0 1 0 0,0 0-1 0 0,0-1 1 0 0,0 1-1 0 0,-5 8 0 0 0,-56 103 694 0 0,63-117-665 0 0,0 0 0 0 0,0 0 0 0 0,-1 0 0 0 0,1 1-1 0 0,0-1 1 0 0,0 0 0 0 0,0 0 0 0 0,0 0 0 0 0,1 1-1 0 0,-1-1 1 0 0,0 0 0 0 0,0 0 0 0 0,1 0-1 0 0,-1 0 1 0 0,1 0 0 0 0,-1 0 0 0 0,1 0 0 0 0,-1 1-1 0 0,1-1 1 0 0,0-1 0 0 0,-1 1 0 0 0,1 0 0 0 0,0 0-1 0 0,0 0 1 0 0,0 0 0 0 0,0 0 0 0 0,0-1 0 0 0,-1 1-1 0 0,1 0 1 0 0,1-1 0 0 0,-1 1 0 0 0,0-1-1 0 0,2 1 1 0 0,38 16 292 0 0,-6-9-624 0 0,0-2 1 0 0,1-1-1 0 0,0-2 0 0 0,0-1 1 0 0,0-2-1 0 0,43-5 1 0 0,-33-4-1605 0 0,-16-3-2636 0 0,-15 3 1835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51.8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0 612 0 0,'0'0'3133'0'0,"6"45"2485"0"0,-3-23-4693 0 0,7 120 1525 0 0,-10-120-3952 0 0,-1 0-1 0 0,-1 1 0 0 0,-1-1 0 0 0,-8 31 0 0 0,3-28-1437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52.8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1213 0 488 0 0,'-23'3'1623'0'0,"1"-1"1"0"0,-1 0-1 0 0,-38-4 0 0 0,10 1-734 0 0,-643 52 2277 0 0,579-38-2853 0 0,-10 7 220 0 0,121-20-480 0 0,0 1 0 0 0,0 0 0 0 0,-1 0 0 0 0,1 0 0 0 0,0 0 0 0 0,0 1 0 0 0,0 0 0 0 0,1 0 0 0 0,-1 0 0 0 0,0 0 0 0 0,1 0 0 0 0,-1 1 0 0 0,1-1 0 0 0,0 1 0 0 0,0 0 0 0 0,-5 5 0 0 0,4-2 27 0 0,1 0 0 0 0,0 0 0 0 0,0 0 0 0 0,0 0-1 0 0,0 0 1 0 0,1 0 0 0 0,0 1 0 0 0,1-1 0 0 0,-2 12 0 0 0,1 12 184 0 0,1-1 0 0 0,1 0 0 0 0,10 59 1 0 0,-7-61-175 0 0,14 122 370 0 0,67 412 458 0 0,-40-338-1602 0 0,-43-216 167 0 0,2 10-433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53.1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0 138 672 0 0,'20'-9'6708'0'0,"70"-22"-4894"0"0,45-7-669 0 0,-45 13-1955 0 0,-2-2-4453 0 0,-69 20 2861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53.4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35 180 0 0,'-6'15'7457'0'0,"34"-28"-7077"0"0,-11 9-208 0 0,1-1-208 0 0,0-1-176 0 0,1-1-264 0 0,1 3-236 0 0,-6-1-416 0 0,1 1-1221 0 0,-1 2 541 0 0</inkml:trace>
  <inkml:trace contextRef="#ctx0" brushRef="#br0" timeOffset="1">78 281 844 0 0,'-12'20'8717'0'0,"35"-31"-8117"0"0,3 5-304 0 0,11-10-424 0 0,16-3-544 0 0,22-4-940 0 0,3-5-1745 0 0,9 2 777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17.5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142 30 772 0 0,'-15'-6'1850'0'0,"0"2"0"0"0,0 0-1 0 0,0 1 1 0 0,0 1 0 0 0,-1 0 0 0 0,-35 1 5347 0 0,66 5-6836 0 0,-1-1 0 0 0,1 0 1 0 0,0-1-1 0 0,0 0 0 0 0,21-1 0 0 0,89-7 717 0 0,-62 2-775 0 0,-19 2-153 0 0,285-9 694 0 0,-285 15-3478 0 0,-42-4 1964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17.8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260 0 544 0 0,'-2'1'205'0'0,"0"0"-1"0"0,0-1 1 0 0,1 1 0 0 0,-1 0 0 0 0,1 0-1 0 0,-1 0 1 0 0,1 1 0 0 0,-1-1 0 0 0,1 0-1 0 0,-1 0 1 0 0,1 1 0 0 0,0-1-1 0 0,0 1 1 0 0,0-1 0 0 0,0 1 0 0 0,0-1-1 0 0,0 1 1 0 0,0 0 0 0 0,1-1 0 0 0,-1 1-1 0 0,0 3 1 0 0,0-1 65 0 0,0 1 0 0 0,1-1 1 0 0,0 1-1 0 0,0 0 0 0 0,0-1 0 0 0,1 1 0 0 0,0-1 0 0 0,2 9 1 0 0,3 6 248 0 0,1 0 0 0 0,1 0 0 0 0,12 19 0 0 0,-16-31-301 0 0,6 11 165 0 0,-1-1-1 0 0,-1 2 0 0 0,-1-1 1 0 0,9 32-1 0 0,-15-43-313 0 0,0 0 1 0 0,0 0-1 0 0,-1-1 0 0 0,0 1 0 0 0,0 0 1 0 0,0 0-1 0 0,-1 0 0 0 0,0 0 0 0 0,-1 0 0 0 0,0-1 1 0 0,0 1-1 0 0,0 0 0 0 0,-1-1 0 0 0,1 0 1 0 0,-2 0-1 0 0,-6 11 0 0 0,-7 7-100 0 0,0-1 0 0 0,-2-1 0 0 0,-1-1 0 0 0,0-1 0 0 0,-46 35-1 0 0,36-34-2575 0 0,-1-1-1 0 0,-40 18 1 0 0,59-32-123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19.4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75 98 420 0 0,'3'-15'4799'0'0,"1"32"-4359"0"0,0 0 0 0 0,-2 0 1 0 0,1 0-1 0 0,-2 0 0 0 0,-1 0 0 0 0,0 0 0 0 0,-4 31 1 0 0,-30 128 1467 0 0,22-122-1406 0 0,-27 136 1018 0 0,37-180-555 0 0,1-15-368 0 0,2-33-171 0 0,5-59-284 0 0,-5 87-133 0 0,26-243 61 0 0,-21 220-73 0 0,1 1 0 0 0,2 0 1 0 0,1 0-1 0 0,1 1 0 0 0,24-47 0 0 0,-34 76 5 0 0,0-1 1 0 0,0 1-1 0 0,0 0 0 0 0,1 0 0 0 0,-1 0 0 0 0,1-1 0 0 0,-1 1 0 0 0,1 1 0 0 0,0-1 0 0 0,0 0 0 0 0,-1 0 0 0 0,1 1 0 0 0,0-1 0 0 0,1 1 0 0 0,-1-1 1 0 0,0 1-1 0 0,0 0 0 0 0,1 0 0 0 0,-1 0 0 0 0,0 0 0 0 0,1 0 0 0 0,-1 1 0 0 0,1-1 0 0 0,-1 1 0 0 0,1 0 0 0 0,0-1 0 0 0,-1 1 0 0 0,1 0 0 0 0,-1 1 1 0 0,4-1-1 0 0,0 3 12 0 0,0-1 0 0 0,-1 0 0 0 0,1 1 0 0 0,-1 0 0 0 0,0 1 0 0 0,0-1 0 0 0,0 1 0 0 0,0 0 0 0 0,0 0 0 0 0,-1 0 1 0 0,0 1-1 0 0,4 5 0 0 0,12 16 143 0 0,-1 2 1 0 0,-1 0-1 0 0,-2 1 1 0 0,-1 1-1 0 0,-1 0 1 0 0,17 56-1 0 0,-10-11 435 0 0,20 135 0 0 0,-29-94-312 0 0,-8-65-271 0 0,13 60 1 0 0,-15-99-26 0 0,3 7-3414 0 0,-4-48-5193 0 0,-1 14 5456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6:19.8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93 1160 0 0,'-13'0'684'0'0,"-13"-5"8183"0"0,40-2-8748 0 0,25-6-116 0 0,1 1-1 0 0,0 2 1 0 0,81-9 0 0 0,-79 13-662 0 0,49-10-4821 0 0,-64 12 2834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7:21.1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23 788 0 0,'-40'2'9994'0'0,"265"-16"-10122"0"0,-110 4-4087 0 0,-103 10 1776 0 0,-2 0 187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7:21.5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39 672 0 0,'-3'6'4622'0'0,"2"-6"-4554"0"0,19 2 1237 0 0,23-5-690 0 0,-22 1-485 0 0,56-11 430 0 0,-70 11-1200 0 0,0 0-1 0 0,1 0 1 0 0,-1 0 0 0 0,0-1-1 0 0,0 1 1 0 0,6-6 0 0 0,-4 1-1326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7:21.8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3 103 800 0 0,'-3'13'3253'0'0,"30"36"-753"0"0,10 19-337 0 0,50 68 0 0 0,-31-54 1407 0 0,-36-104-2771 0 0,-12-3-724 0 0,-2-1 0 0 0,0 0 0 0 0,-2 0 0 0 0,-1 0 0 0 0,-1 0 0 0 0,-2-44 0 0 0,0 32-541 0 0,1 0 1 0 0,8-42-1 0 0,-8 72 357 0 0,-1 5-278 0 0,1-1-1 0 0,0 1 0 0 0,-1-1 0 0 0,1 1 1 0 0,0-1-1 0 0,1 1 0 0 0,-1-1 0 0 0,4-4 1 0 0,-5 7 289 0 0,0 1 1 0 0,0 0 0 0 0,1 0-1 0 0,-1-1 1 0 0,0 1 0 0 0,1 0-1 0 0,-1 0 1 0 0,0 0-1 0 0,1-1 1 0 0,-1 1 0 0 0,0 0-1 0 0,1 0 1 0 0,-1 0 0 0 0,1 0-1 0 0,-1 0 1 0 0,0 0 0 0 0,1 0-1 0 0,-1 0 1 0 0,0 0 0 0 0,1 0-1 0 0,-1 0 1 0 0,1 0 0 0 0,-1 0-1 0 0,0 0 1 0 0,1 0-1 0 0,-1 1 1 0 0,0-1 0 0 0,1 0-1 0 0,-1 0 1 0 0,0 0 0 0 0,1 1-1 0 0,18 18-3573 0 0,-13-11 1424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7:22.2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1 208 0 0,'0'0'5128'0'0,"-3"1"-4456"0"0,0 0-548 0 0,1 0-1 0 0,0 0 1 0 0,0 1 0 0 0,0-1-1 0 0,1 0 1 0 0,-1 1 0 0 0,0-1-1 0 0,0 1 1 0 0,1 0 0 0 0,-1-1-1 0 0,1 1 1 0 0,0 0 0 0 0,-1 0-1 0 0,1 0 1 0 0,0 0 0 0 0,0 0-1 0 0,0 1 1 0 0,0 1 0 0 0,-1 3 86 0 0,0 0 0 0 0,0 0 1 0 0,1 1-1 0 0,0-1 0 0 0,0 0 1 0 0,1 8-1 0 0,0-6-74 0 0,0 0-1 0 0,1 0 1 0 0,0-1-1 0 0,0 1 1 0 0,1 0 0 0 0,0-1-1 0 0,0 1 1 0 0,1-1-1 0 0,1 0 1 0 0,-1 0-1 0 0,6 8 1 0 0,-5-11-98 0 0,0 0-1 0 0,0-1 0 0 0,0 0 1 0 0,1 0-1 0 0,0 0 1 0 0,-1-1-1 0 0,1 0 1 0 0,1 0-1 0 0,6 4 1 0 0,-10-6-40 0 0,0-1 0 0 0,-1 1 0 0 0,1-1 0 0 0,0 1 0 0 0,-1-1 0 0 0,1 1 0 0 0,0-1 0 0 0,-1 0 0 0 0,1 0 0 0 0,0 0 0 0 0,0 0 0 0 0,-1 0 0 0 0,1 0 0 0 0,0-1 0 0 0,-1 1 0 0 0,1 0 0 0 0,0-1 0 0 0,-1 1 0 0 0,1-1 0 0 0,-1 0 0 0 0,1 0 0 0 0,0 1 0 0 0,-1-1 0 0 0,0 0 0 0 0,1 0 0 0 0,-1-1 0 0 0,0 1 0 0 0,1 0 0 0 0,-1 0 0 0 0,0 0 0 0 0,0-1 0 0 0,0 1 0 0 0,0-1 0 0 0,0 1 0 0 0,0-1 0 0 0,-1 1 0 0 0,2-4 0 0 0,0-2-146 0 0,0 0-1 0 0,0 0 0 0 0,-1 0 1 0 0,0 0-1 0 0,0 0 0 0 0,-1 0 1 0 0,0 0-1 0 0,0-1 0 0 0,-1 1 1 0 0,0 0-1 0 0,0 0 0 0 0,-1 0 1 0 0,1 0-1 0 0,-6-11 0 0 0,5 12-232 0 0,0-1-1 0 0,-1 1 1 0 0,0 0-1 0 0,0 0 1 0 0,-1 0-1 0 0,1 0 1 0 0,-1 1 0 0 0,-1-1-1 0 0,1 1 1 0 0,-1 0-1 0 0,0 0 1 0 0,0 1-1 0 0,0-1 1 0 0,-1 1-1 0 0,-8-5 1 0 0,-2 3-1546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7:22.5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0 125 808 0 0,'0'1'200'0'0,"0"-1"1"0"0,0 1-1 0 0,1-1 0 0 0,-1 1 1 0 0,0 0-1 0 0,0-1 0 0 0,1 1 1 0 0,-1-1-1 0 0,0 1 0 0 0,0 0 1 0 0,1-1-1 0 0,-1 1 0 0 0,1-1 1 0 0,-1 1-1 0 0,1-1 0 0 0,-1 1 1 0 0,1-1-1 0 0,-1 0 0 0 0,1 1 1 0 0,0 0-1 0 0,8-1 117 0 0,0 1 0 0 0,0-2 0 0 0,-1 1 0 0 0,1-1 0 0 0,0 0-1 0 0,-1-1 1 0 0,1 0 0 0 0,15-7 0 0 0,-6 4 17 0 0,44-13-67 0 0,58-16 930 0 0,127-20-1 0 0,-221 49-1644 0 0,1 2-1 0 0,-1 1 1 0 0,1 1-1 0 0,27 3 1 0 0,-53-2 157 0 0,1 1 0 0 0,0-1 0 0 0,-1 0 0 0 0,1 1 0 0 0,0-1 0 0 0,-1 1 0 0 0,1 0 0 0 0,-1 0 0 0 0,1 0 0 0 0,-1-1 0 0 0,1 1 0 0 0,-1 1 0 0 0,1-1 0 0 0,-1 0 0 0 0,2 3 0 0 0,2 3-1940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7:22.9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13 584 0 0,'-1'1'236'0'0,"1"0"0"0"0,-1-1 0 0 0,0 1 0 0 0,1 0 0 0 0,-1 0 0 0 0,0 0 0 0 0,1 0 0 0 0,-1 0 0 0 0,1 0 0 0 0,0 0 0 0 0,-1 0 0 0 0,1 0 0 0 0,0 0-1 0 0,0 0 1 0 0,-1 0 0 0 0,1 0 0 0 0,0 0 0 0 0,0 0 0 0 0,0 0 0 0 0,0 0 0 0 0,1 0 0 0 0,-1 0 0 0 0,0 1 0 0 0,0-1 0 0 0,0 0 0 0 0,1 0 0 0 0,-1 0 0 0 0,1 0 0 0 0,-1 0 0 0 0,1-1 0 0 0,-1 1 0 0 0,2 1 0 0 0,23 45 490 0 0,-16-30 99 0 0,16 30 103 0 0,1-1-1 0 0,3-1 1 0 0,47 55 0 0 0,-76-98-853 0 0,1-1 0 0 0,0 0 0 0 0,0 1 0 0 0,0-1 1 0 0,0 0-1 0 0,0 0 0 0 0,0 0 0 0 0,0 0 0 0 0,0 1 0 0 0,0-2 1 0 0,1 1-1 0 0,-1 0 0 0 0,0 0 0 0 0,1 0 0 0 0,-1 0 1 0 0,0-1-1 0 0,1 1 0 0 0,-1-1 0 0 0,1 1 0 0 0,-1-1 0 0 0,1 0 1 0 0,-1 1-1 0 0,1-1 0 0 0,-1 0 0 0 0,1 0 0 0 0,2 0 1 0 0,-3-2-23 0 0,1 1 0 0 0,0-1 0 0 0,-1 0-1 0 0,1 1 1 0 0,-1-1 0 0 0,1 0 0 0 0,-1 0 0 0 0,0 0 0 0 0,1 0 0 0 0,-1 0 0 0 0,0 0 0 0 0,-1 0 0 0 0,1 0 0 0 0,0 0 0 0 0,-1-1 0 0 0,1 1 0 0 0,-1 0 0 0 0,1-5 0 0 0,17-141-146 0 0,1-7-2836 0 0,-19 154 2600 0 0,7-21-1202 0 0</inkml:trace>
  <inkml:trace contextRef="#ctx0" brushRef="#br0" timeOffset="1">499 132 904 0 0,'2'10'4619'0'0,"2"13"-2434"0"0,-3 34-241 0 0,0 21-2231 0 0,-5-28-5186 0 0,2-42 3281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7:23.2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11 348 0 0,'2'-9'2348'0'0,"2"7"-1520"0"0,15 11-940 0 0,-9-3-228 0 0,0 1-172 0 0,-2-1-556 0 0,2-3 244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7:23.6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28 700 0 0,'11'38'3110'0'0,"-4"-17"-2369"0"0,-1 1-1 0 0,-1-1 1 0 0,2 26 0 0 0,8 34 484 0 0,-16-65-813 0 0,0-18-176 0 0,-3-29-129 0 0,3 17 37 0 0,0 0-1 0 0,1 0 1 0 0,1 0-1 0 0,0-1 1 0 0,1 2-1 0 0,0-1 1 0 0,1 0-1 0 0,0 0 1 0 0,2 1-1 0 0,-1 0 0 0 0,2-1 1 0 0,8-15-1 0 0,-12 26-71 0 0,0-1 0 0 0,1 1-1 0 0,-1 0 1 0 0,1 0 0 0 0,-1 0 0 0 0,1 1-1 0 0,0-1 1 0 0,0 0 0 0 0,0 1 0 0 0,1 0-1 0 0,-1 0 1 0 0,1 0 0 0 0,-1 0 0 0 0,1 1-1 0 0,-1-1 1 0 0,1 1 0 0 0,0 0-1 0 0,0 0 1 0 0,0 0 0 0 0,0 0 0 0 0,-1 1-1 0 0,1 0 1 0 0,0 0 0 0 0,0 0 0 0 0,0 0-1 0 0,0 0 1 0 0,0 1 0 0 0,0 0-1 0 0,0 0 1 0 0,0 0 0 0 0,-1 0 0 0 0,1 0-1 0 0,0 1 1 0 0,-1 0 0 0 0,1 0 0 0 0,5 4-1 0 0,-1-1-119 0 0,0 0 0 0 0,0 1-1 0 0,0 1 1 0 0,0-1 0 0 0,-1 1-1 0 0,-1 0 1 0 0,1 1 0 0 0,-1-1-1 0 0,0 1 1 0 0,-1 1 0 0 0,0-1-1 0 0,0 1 1 0 0,6 15 0 0 0,3 37-2128 0 0,-11-19-2629 0 0,-3-15 1646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7:40.8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0 448 0 0,'0'0'6101'0'0,"1"5"-5425"0"0,12 39 1044 0 0,27 60 1 0 0,-6-16-721 0 0,5 23 259 0 0,26 127-1 0 0,18 85-296 0 0,-61-259-3363 0 0,-22-64 2360 0 0,0 0 1 0 0,0 0 0 0 0,1 1-1 0 0,-1-1 1 0 0,0 0 0 0 0,0 0-1 0 0,0 0 1 0 0,0 0 0 0 0,1 0-1 0 0,-1 0 1 0 0,0 1 0 0 0,0-1-1 0 0,0 0 1 0 0,1 0 0 0 0,-1 0-1 0 0,0 0 1 0 0,0 0-1 0 0,0 0 1 0 0,1 0 0 0 0,-1 0-1 0 0,0 0 1 0 0,0 0 0 0 0,0 0-1 0 0,1 0 1 0 0,-1 0 0 0 0,0 0-1 0 0,0 0 1 0 0,0 0 0 0 0,1 0-1 0 0,-1 0 1 0 0,0 0 0 0 0,0 0-1 0 0,0-1 1 0 0,1 1-1 0 0,-1 0 1 0 0,0 0 0 0 0,0 0-1 0 0,0 0 1 0 0,0 0 0 0 0,1 0-1 0 0,-1-1 1 0 0,0 1 0 0 0,0 0-1 0 0,0 0 1 0 0,0 0 0 0 0,0 0-1 0 0,0-1 1 0 0,1 1 0 0 0,-1 0-1 0 0,8-10-1006 0 0,-8 10 930 0 0,6-25-4619 0 0,-2 10 2018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7:41.2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20 478 640 0 0,'-20'-4'5676'0'0,"78"-24"-4299"0"0,96-33 0 0 0,-45 20-874 0 0,67-30 228 0 0,121-51 167 0 0,-212 89-832 0 0,-58 23-273 0 0,1 0-1 0 0,-1-2 0 0 0,-1-2 1 0 0,30-18-1 0 0,-45 25-112 0 0,-9 6 167 0 0,0 0-1 0 0,0 0 0 0 0,0 0 1 0 0,-1 0-1 0 0,1 0 0 0 0,0 0 0 0 0,0-1 1 0 0,-1 1-1 0 0,1-1 0 0 0,-1 1 0 0 0,1-1 1 0 0,-1 1-1 0 0,0-1 0 0 0,0 0 1 0 0,1 0-1 0 0,-1 0 0 0 0,0 0 0 0 0,-1 0 1 0 0,2-2-1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7:41.7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25 474 196 0 0,'0'0'5417'0'0,"-3"-3"-4730"0"0,0-2-349 0 0,0-1 0 0 0,0 0 0 0 0,1 0 0 0 0,-1 0-1 0 0,1 0 1 0 0,1 0 0 0 0,-1-1 0 0 0,1 1 0 0 0,0-1 0 0 0,0 1 0 0 0,1-11 0 0 0,3-81 1465 0 0,-3 98-1800 0 0,0-10 115 0 0,0-1 5 0 0,1 1 1 0 0,0-1-1 0 0,1 1 1 0 0,0-1-1 0 0,0 1 0 0 0,6-14 1 0 0,-7 22-112 0 0,1-1 0 0 0,-1 0-1 0 0,1 1 1 0 0,0-1 0 0 0,0 1 0 0 0,0 0-1 0 0,0 0 1 0 0,0 0 0 0 0,0 0 0 0 0,0 0-1 0 0,1 0 1 0 0,-1 0 0 0 0,1 1 0 0 0,0-1 0 0 0,-1 1-1 0 0,1 0 1 0 0,0 0 0 0 0,0 0 0 0 0,0 0-1 0 0,0 0 1 0 0,0 1 0 0 0,0-1 0 0 0,0 1-1 0 0,0 0 1 0 0,0 0 0 0 0,0 0 0 0 0,5 1 0 0 0,16 1 1 0 0,1 1 0 0 0,-1 2 0 0 0,-1 0 1 0 0,1 2-1 0 0,-1 0 0 0 0,24 12 1 0 0,134 74 93 0 0,0 0 25 0 0,-168-87-105 0 0,0-1 1 0 0,0 0 0 0 0,1-1 0 0 0,0-1 0 0 0,0 0 0 0 0,0-1 0 0 0,22 1-1 0 0,-30-3 4 0 0,-1-1-1 0 0,1 0 0 0 0,0 0 1 0 0,0 0-1 0 0,-1 0 0 0 0,1-1 1 0 0,0 0-1 0 0,-1 0 1 0 0,0-1-1 0 0,1 0 0 0 0,-1 1 1 0 0,0-2-1 0 0,-1 1 0 0 0,1-1 1 0 0,-1 1-1 0 0,1-1 0 0 0,-1 0 1 0 0,0-1-1 0 0,0 1 0 0 0,5-10 1 0 0,-1 3-28 0 0,-2-1 0 0 0,1 0 0 0 0,-2-1 0 0 0,0 1 0 0 0,0-1 1 0 0,-1 0-1 0 0,-1 0 0 0 0,0 0 0 0 0,2-26 0 0 0,-3-2-1040 0 0,-8-78 0 0 0,4 99 482 0 0,2-3-1900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7:42.1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14 28 0 0,'0'-1'212'0'0,"-1"0"0"0"0,1 0 1 0 0,-1 0-1 0 0,1 0 0 0 0,-1 1 0 0 0,0-1 0 0 0,1 0 1 0 0,-1 1-1 0 0,0-1 0 0 0,0 0 0 0 0,0 1 0 0 0,1-1 1 0 0,-1 1-1 0 0,0-1 0 0 0,0 1 0 0 0,0-1 0 0 0,0 1 1 0 0,0 0-1 0 0,0-1 0 0 0,0 1 0 0 0,0 0 0 0 0,0 0 1 0 0,0 0-1 0 0,0 0 0 0 0,0 0 0 0 0,0 0 1 0 0,0 0-1 0 0,-1 0 0 0 0,1 3-14 0 0,1 0-1 0 0,0-1 1 0 0,0 1 0 0 0,0-1 0 0 0,0 1-1 0 0,0 0 1 0 0,0-1 0 0 0,1 1 0 0 0,-1 0-1 0 0,1-1 1 0 0,1 5 0 0 0,13 43 861 0 0,2-2 1 0 0,39 78-1 0 0,-14-37-340 0 0,-13-21-392 0 0,219 551 1065 0 0,-243-604-1580 0 0,12 30-1552 0 0,-31-67-5447 0 0,4 4 4343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7:42.5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0 753 84 0 0,'0'0'4190'0'0,"4"0"-3484"0"0,31-10-111 0 0,-1-2-1 0 0,0-1 1 0 0,-1-1-1 0 0,0-2 0 0 0,32-22 1 0 0,3 1-119 0 0,41-19 94 0 0,501-237 2095 0 0,-431 217-2101 0 0,141-55-201 0 0,-171 81-2278 0 0,-178 44-5023 0 0,2 8 4498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7:43.2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58 813 392 0 0,'0'0'7763'0'0,"0"-3"-7207"0"0,-5-57 1452 0 0,-11-91 419 0 0,7 99-1938 0 0,-1 0-62 0 0,2 0 1 0 0,-1-76-1 0 0,8 115-381 0 0,2-1 0 0 0,0 0 0 0 0,0 1-1 0 0,2-1 1 0 0,-1 1 0 0 0,2-1 0 0 0,0 1-1 0 0,0 0 1 0 0,1 0 0 0 0,1 1-1 0 0,0 0 1 0 0,1 0 0 0 0,0 0 0 0 0,12-15-1 0 0,-9 17-39 0 0,1 0-1 0 0,-1 1 0 0 0,1 0 0 0 0,1 1 0 0 0,0 0 0 0 0,0 1 0 0 0,1 0 1 0 0,-1 1-1 0 0,2 1 0 0 0,-1 0 0 0 0,0 0 0 0 0,1 1 0 0 0,0 1 0 0 0,23-2 1 0 0,-8 2-15 0 0,0 2 1 0 0,-1 0-1 0 0,1 3 1 0 0,0 0-1 0 0,-1 2 1 0 0,35 8-1 0 0,-39-5 18 0 0,0 1-1 0 0,0 2 0 0 0,-1 0 0 0 0,37 23 0 0 0,79 63 87 0 0,171 170 607 0 0,-65-51 24 0 0,-223-196-531 0 0,2-1 0 0 0,0-1 0 0 0,0-1 0 0 0,39 18 0 0 0,-57-31-88 0 0,0-1 1 0 0,0 1-1 0 0,0-1 0 0 0,1 0 0 0 0,-1 0 0 0 0,1-1 0 0 0,-1 0 0 0 0,1 0 0 0 0,-1-1 0 0 0,1 1 1 0 0,0-1-1 0 0,0-1 0 0 0,-1 1 0 0 0,1-1 0 0 0,-1-1 0 0 0,1 1 0 0 0,-1-1 0 0 0,1 0 0 0 0,-1 0 1 0 0,0-1-1 0 0,0 0 0 0 0,0 0 0 0 0,0 0 0 0 0,-1-1 0 0 0,9-7 0 0 0,-1-2-35 0 0,-1 0 0 0 0,-1 0 0 0 0,0-2-1 0 0,-1 1 1 0 0,-1-1 0 0 0,0-1 0 0 0,-1 1 0 0 0,0-2-1 0 0,-2 1 1 0 0,0-1 0 0 0,0 0 0 0 0,-2 0 0 0 0,0 0-1 0 0,-1-1 1 0 0,-1 1 0 0 0,-1-1 0 0 0,-1-30 0 0 0,-1 15-671 0 0,-2 1 0 0 0,-1-1 0 0 0,-2 1 0 0 0,-1 0 1 0 0,-1 1-1 0 0,-2 0 0 0 0,-2 0 0 0 0,-26-52 0 0 0,31 71-1482 0 0,-1 0 0 0 0,0 0 0 0 0,-16-16-1 0 0,3 5-2713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32.4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1 616 0 0,'6'4'9866'0'0,"-5"-5"-9717"0"0,0 27 2801 0 0,-4 32-2279 0 0,3-57-441 0 0,-5 133 1529 0 0,-6 51-5768 0 0,4-163-2033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32.8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 24 1388 0 0,'0'-2'228'0'0,"0"1"-1"0"0,0 0 1 0 0,0 0-1 0 0,0 0 1 0 0,1 0-1 0 0,-1 0 1 0 0,0 0-1 0 0,0 0 1 0 0,1 0-1 0 0,-1 0 1 0 0,0 0-1 0 0,1 0 0 0 0,-1 1 1 0 0,1-1-1 0 0,0 0 1 0 0,-1 0-1 0 0,1 0 1 0 0,-1 0-1 0 0,1 1 1 0 0,0-1-1 0 0,0 0 1 0 0,0 1-1 0 0,-1-1 1 0 0,1 0-1 0 0,1 0 1 0 0,11 21 4701 0 0,-1 5-4396 0 0,22 22 321 0 0,1-1 0 0 0,3-2 0 0 0,1-2 0 0 0,49 41 0 0 0,55 59 151 0 0,-132-129-952 0 0,7 5 67 0 0,-2 1-1 0 0,-1 0 1 0 0,22 36 0 0 0,-33-47-95 0 0,0 0 0 0 0,-1 1 1 0 0,0 0-1 0 0,0 0 1 0 0,-1 0-1 0 0,0 0 1 0 0,0 0-1 0 0,-1 1 1 0 0,0-1-1 0 0,-1 0 0 0 0,0 1 1 0 0,-1-1-1 0 0,-1 13 1 0 0,-3-2 8 0 0,-1 1 1 0 0,0 0-1 0 0,-2-1 0 0 0,0 0 1 0 0,-2-1-1 0 0,0 0 1 0 0,-1 0-1 0 0,0-1 1 0 0,-2-1-1 0 0,-25 29 0 0 0,-17 11 54 0 0,-91 74-1 0 0,133-120-72 0 0,-83 65 16 0 0,-34 31-442 0 0,110-88-469 0 0,1 0-1 0 0,-17 26 0 0 0,25-22-1453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33.3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131 18 64 0 0,'13'-17'10603'0'0,"-21"45"-6009"0"0,0-2-4354 0 0,-4 25 680 0 0,-17 66 518 0 0,-22 199-1 0 0,50-303-1656 0 0,1-5-176 0 0,0 1-1 0 0,-1-1 1 0 0,0 0-1 0 0,0 0 1 0 0,-1 0-1 0 0,0 0 0 0 0,-6 15 1 0 0,5-30-1036 0 0,0 0 0 0 0,1 0 0 0 0,0-1 1 0 0,1 1-1 0 0,-1 0 0 0 0,1-8 0 0 0,-4-13-1886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33.7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71 404 0 0,'1'-8'795'0'0,"1"0"0"0"0,0 0 0 0 0,0 0-1 0 0,1 0 1 0 0,0 0 0 0 0,4-7 0 0 0,-7 14-668 0 0,1 0 1 0 0,0 1-1 0 0,0-1 1 0 0,0 0-1 0 0,0 1 0 0 0,0-1 1 0 0,0 1-1 0 0,0-1 1 0 0,0 1-1 0 0,0 0 0 0 0,0-1 1 0 0,0 1-1 0 0,0 0 1 0 0,0 0-1 0 0,0 0 1 0 0,0 0-1 0 0,1 0 0 0 0,-1 0 1 0 0,0 0-1 0 0,0 0 1 0 0,0 0-1 0 0,0 0 0 0 0,0 1 1 0 0,0-1-1 0 0,2 1 1 0 0,30 12 1366 0 0,-24-9-1083 0 0,11 7 149 0 0,0 0 1 0 0,-1 2 0 0 0,0 0 0 0 0,27 25-1 0 0,9 7 99 0 0,126 103 1105 0 0,-157-125-2142 0 0,-1 1 1 0 0,-1 1 0 0 0,-1 1 0 0 0,34 57-1 0 0,-50-73-2032 0 0,-22-21-2012 0 0,2-1 1509 0 0,5-1 221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34.4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27 1096 0 0,'-10'-27'8678'0'0,"18"54"-3717"0"0,9 29-3384 0 0,-3 28-493 0 0,-3 1-1 0 0,-4 0 0 0 0,-5 105 1 0 0,-2 34-465 0 0,6-197-1339 0 0,-1-6-3992 0 0,6-45-3800 0 0,-2 10 4395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35.0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65 256 0 0,'0'-8'7377'0'0,"-12"35"-5568"0"0,-21 92 604 0 0,30-107-2230 0 0,1 1 0 0 0,1-1 0 0 0,0 1 1 0 0,1 0-1 0 0,1-1 0 0 0,-1 1 0 0 0,6 21 0 0 0,-4-24-61 0 0,0 0 1 0 0,1-1-1 0 0,0 1 0 0 0,1 0 1 0 0,0-1-1 0 0,9 16 0 0 0,-12-23-109 0 0,1-1 0 0 0,-1 1 0 0 0,0-1 0 0 0,1 0-1 0 0,-1 1 1 0 0,1-1 0 0 0,-1 0 0 0 0,1 0-1 0 0,-1 0 1 0 0,1 0 0 0 0,0 0 0 0 0,0 0 0 0 0,-1-1-1 0 0,1 1 1 0 0,0-1 0 0 0,4 2 0 0 0,-3-2-12 0 0,0-1 1 0 0,0 1 0 0 0,0 0 0 0 0,0-1 0 0 0,0 1-1 0 0,0-1 1 0 0,0 0 0 0 0,0 0 0 0 0,0 0 0 0 0,0-1-1 0 0,0 1 1 0 0,0-1 0 0 0,4-3 0 0 0,5-5-9 0 0,1-1 0 0 0,-1-1 0 0 0,-1 0 1 0 0,0-1-1 0 0,-1 0 0 0 0,-1-1 0 0 0,0 0 1 0 0,0 0-1 0 0,-2-1 0 0 0,11-26 0 0 0,26-44 78 0 0,-39 77-21 0 0,-1 1-24 0 0,0 0-1 0 0,1 0 1 0 0,-1 1 0 0 0,1 0-1 0 0,0 0 1 0 0,1 0 0 0 0,6-6-1 0 0,-10 11-23 0 0,0 0-1 0 0,0 0 0 0 0,0 0 1 0 0,0 1-1 0 0,0-1 1 0 0,0 0-1 0 0,0 1 0 0 0,0 0 1 0 0,0-1-1 0 0,0 1 1 0 0,0 0-1 0 0,0 0 0 0 0,0 0 1 0 0,1 0-1 0 0,-1 0 1 0 0,0 1-1 0 0,0-1 1 0 0,0 1-1 0 0,0-1 0 0 0,0 1 1 0 0,0 0-1 0 0,0 0 1 0 0,0-1-1 0 0,-1 1 0 0 0,1 1 1 0 0,0-1-1 0 0,0 0 1 0 0,-1 0-1 0 0,1 1 0 0 0,-1-1 1 0 0,1 1-1 0 0,-1-1 1 0 0,2 3-1 0 0,11 12-13 0 0,-2 0 0 0 0,0 1 0 0 0,-1 0 0 0 0,0 1 0 0 0,-1 0-1 0 0,-2 1 1 0 0,0 0 0 0 0,0 0 0 0 0,-2 1 0 0 0,-1 0 0 0 0,0 0 0 0 0,2 21 0 0 0,-5-28-40 0 0,0 16 36 0 0,-8-29 46 0 0,-7-13-8 0 0,9 7 3 0 0,0-1 1 0 0,1 0-1 0 0,0 0 1 0 0,1 0-1 0 0,-1 0 1 0 0,1-1 0 0 0,1 1-1 0 0,-1-1 1 0 0,1 1-1 0 0,1-1 1 0 0,-1 1-1 0 0,1-1 1 0 0,2-9 0 0 0,-2 6 17 0 0,0-3 73 0 0,1-1-1 0 0,1 1 1 0 0,0-1-1 0 0,1 1 1 0 0,0 0-1 0 0,1 0 1 0 0,1 1-1 0 0,0-1 0 0 0,1 1 1 0 0,0 0-1 0 0,14-21 1 0 0,-15 27-46 0 0,0 0 0 0 0,0 1 0 0 0,1 0 1 0 0,-1 0-1 0 0,1 0 0 0 0,1 1 0 0 0,-1 0 0 0 0,1 0 0 0 0,0 0 0 0 0,0 1 0 0 0,0 0 1 0 0,1 1-1 0 0,-1 0 0 0 0,1 0 0 0 0,0 0 0 0 0,0 1 0 0 0,0 0 0 0 0,0 0 1 0 0,1 1-1 0 0,-1 0 0 0 0,15 1 0 0 0,-16 0-36 0 0,0 1 0 0 0,0 0 0 0 0,0 0 0 0 0,0 1 0 0 0,0 0 0 0 0,-1 0 0 0 0,1 0 1 0 0,-1 1-1 0 0,0 0 0 0 0,0 0 0 0 0,0 1 0 0 0,0 0 0 0 0,0 0 0 0 0,10 9 0 0 0,-9-4-21 0 0,1-1 0 0 0,-1 1 0 0 0,-1 0 0 0 0,0 1 1 0 0,0 0-1 0 0,-1 0 0 0 0,0 0 0 0 0,5 16 0 0 0,-1 5-1002 0 0,-1 0-1 0 0,-2 1 1 0 0,-1 0 0 0 0,-2 0-1 0 0,0 47 1 0 0,-3-77 837 0 0,0 2-596 0 0,0 0-1 0 0,0 1 1 0 0,0-1-1 0 0,-1 0 1 0 0,1 0-1 0 0,-1 0 1 0 0,0 0-1 0 0,-2 4 1 0 0,-1 2-2448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35.4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57 236 0 0,'33'-20'6700'0'0,"-29"16"-6147"0"0,0 1 1 0 0,0 0 0 0 0,1 0 0 0 0,-1 1-1 0 0,1-1 1 0 0,0 1 0 0 0,0 0 0 0 0,0 1-1 0 0,9-3 1 0 0,18-1-771 0 0,0 2 1 0 0,50 2-1 0 0,18 7-6206 0 0,-69-3 3383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35.8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205 229 1304 0 0,'2'-9'12060'0'0,"7"173"-8158"0"0,0 5-5792 0 0,-12-118-1015 0 0,-2-32-3905 0 0</inkml:trace>
  <inkml:trace contextRef="#ctx0" brushRef="#br0" timeOffset="1">27 44 744 0 0,'-6'-11'1244'0'0,"2"7"-84"0"0,0-3-96 0 0,0 0-112 0 0,-4-2 1889 0 0,14 3-2149 0 0,18 8-624 0 0,-5 0-216 0 0,7 1-280 0 0,3 1-184 0 0,-3 3-652 0 0,5 1-1369 0 0,-3-3 609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36.1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47 128 0 0,'3'4'6744'0'0,"11"15"-5300"0"0,-3 4-1146 0 0,0 0 0 0 0,-1 1 0 0 0,-1 0 0 0 0,-2 1 0 0 0,0 0 0 0 0,-2 0 0 0 0,0 0 0 0 0,-2 0 0 0 0,-1 1 0 0 0,-1 0 0 0 0,-3 40 0 0 0,2-64-292 0 0,-1 0-1 0 0,1 0 0 0 0,0 0 0 0 0,0 0 0 0 0,-1-1 1 0 0,1 1-1 0 0,-1 0 0 0 0,0 0 0 0 0,1-1 0 0 0,-1 1 1 0 0,0 0-1 0 0,0-1 0 0 0,0 1 0 0 0,0 0 0 0 0,0-1 1 0 0,0 0-1 0 0,-1 1 0 0 0,1-1 0 0 0,-1 0 0 0 0,1 1 1 0 0,0-1-1 0 0,-1 0 0 0 0,0 0 0 0 0,1 0 0 0 0,-1 0 1 0 0,0-1-1 0 0,1 1 0 0 0,-1 0 0 0 0,0-1 0 0 0,-2 1 1 0 0,1-1 2 0 0,1 0-1 0 0,0-1 1 0 0,-1 1 0 0 0,1-1 0 0 0,0 1 0 0 0,0-1 0 0 0,0 0-1 0 0,0 0 1 0 0,-1 0 0 0 0,1 0 0 0 0,0-1 0 0 0,1 1 0 0 0,-1 0 0 0 0,0-1-1 0 0,0 1 1 0 0,1-1 0 0 0,-1 0 0 0 0,1 0 0 0 0,-1 1 0 0 0,1-1 0 0 0,0 0-1 0 0,-1 0 1 0 0,1 0 0 0 0,0 0 0 0 0,-1-4 0 0 0,-2-8 89 0 0,-1 0 1 0 0,2 0 0 0 0,0 0-1 0 0,1 0 1 0 0,0-1 0 0 0,1 0-1 0 0,1 1 1 0 0,0-1-1 0 0,1 1 1 0 0,0-1 0 0 0,1 1-1 0 0,1-1 1 0 0,1 1 0 0 0,0 0-1 0 0,0 0 1 0 0,2 1-1 0 0,-1-1 1 0 0,2 1 0 0 0,7-12-1 0 0,-8 15 22 0 0,0 1-1 0 0,1 0 0 0 0,-1 0 0 0 0,2 1 0 0 0,-1 0 1 0 0,1 0-1 0 0,0 1 0 0 0,1 0 0 0 0,0 1 1 0 0,0-1-1 0 0,15-6 0 0 0,-17 10-50 0 0,1 0 0 0 0,0 0 1 0 0,0 1-1 0 0,0 0 0 0 0,0 1 0 0 0,0-1 1 0 0,0 2-1 0 0,0-1 0 0 0,0 1 0 0 0,0 0 1 0 0,0 1-1 0 0,1 0 0 0 0,-1 0 0 0 0,0 1 0 0 0,-1 0 1 0 0,15 5-1 0 0,-13-3-36 0 0,-1 0 0 0 0,0 0 0 0 0,0 1 0 0 0,0 0 0 0 0,-1 1 0 0 0,0 0 0 0 0,0 0 0 0 0,0 0 0 0 0,-1 1 0 0 0,0 0 0 0 0,0 0 0 0 0,0 1-1 0 0,-1-1 1 0 0,5 11 0 0 0,5 12-228 0 0,-2 0 0 0 0,16 51 0 0 0,-21-57-75 0 0,3 16-880 0 0,6 40 0 0 0,-1-3-4165 0 0,-11-61 1991 0 0,-4-1 251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36.5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47 404 0 0,'8'-1'5567'0'0,"2"10"-4925"0"0,-2 1 1 0 0,1 0-1 0 0,-2 1 1 0 0,1 0 0 0 0,-1 0-1 0 0,-1 0 1 0 0,6 13 0 0 0,33 96 1261 0 0,-28-72-1165 0 0,3 10-18 0 0,-14-36-117 0 0,2 1 0 0 0,0-2 0 0 0,2 1 0 0 0,13 22 0 0 0,-23-44-551 0 0,1 0 0 0 0,-1 0-1 0 0,1 0 1 0 0,-1 0 0 0 0,1 0 0 0 0,-1 0-1 0 0,0 0 1 0 0,1 0 0 0 0,-1 0 0 0 0,1-1-1 0 0,-1 1 1 0 0,0 0 0 0 0,1 0 0 0 0,-1-1-1 0 0,1 1 1 0 0,-1 0 0 0 0,0 0-1 0 0,1-1 1 0 0,-1 1 0 0 0,0 0 0 0 0,0-1-1 0 0,1 1 1 0 0,-1 0 0 0 0,0-1 0 0 0,0 1-1 0 0,1-1 1 0 0,-1 1 0 0 0,0 0 0 0 0,0-1-1 0 0,0 1 1 0 0,0-1 0 0 0,0 1 0 0 0,0-1-1 0 0,1 1 1 0 0,-1-1 0 0 0,12-27 175 0 0,-9 19 58 0 0,45-114 522 0 0,14-33-1481 0 0,-54 140 213 0 0,1 0-1 0 0,1 0 1 0 0,0 1 0 0 0,0 0 0 0 0,2 1-1 0 0,22-23 1 0 0,-28 31-201 0 0,1 1 0 0 0,0-1 1 0 0,1 1-1 0 0,14-7 0 0 0,15 2-6105 0 0,-21 9 2966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37.0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53 254 408 0 0,'37'-5'5107'0'0,"6"-8"-3531"0"0,-1-1 1 0 0,72-35 0 0 0,-110 47-1564 0 0,-1 1 0 0 0,0-1 0 0 0,0 0 0 0 0,0 0 0 0 0,0 0 0 0 0,0 0 0 0 0,0 0 0 0 0,0-1 0 0 0,-1 1 0 0 0,1-1 0 0 0,-1 0 0 0 0,0 0 0 0 0,0 1 0 0 0,0-2 0 0 0,0 1 0 0 0,0 0 0 0 0,-1 0 0 0 0,1-1 0 0 0,1-6 0 0 0,-3 8-11 0 0,0-1 0 0 0,-1 1 0 0 0,1-1 0 0 0,0 1 0 0 0,-1-1-1 0 0,1 1 1 0 0,-1 0 0 0 0,0-1 0 0 0,0 1 0 0 0,0 0 0 0 0,0 0 0 0 0,0-1 0 0 0,-1 1 0 0 0,1 0-1 0 0,-1 0 1 0 0,1 0 0 0 0,-1 0 0 0 0,0 1 0 0 0,0-1 0 0 0,1 0 0 0 0,-1 1 0 0 0,0-1 0 0 0,-1 1-1 0 0,1 0 1 0 0,0 0 0 0 0,0 0 0 0 0,-1 0 0 0 0,1 0 0 0 0,0 0 0 0 0,-4 0 0 0 0,-3-2 20 0 0,0 1 0 0 0,1 0 1 0 0,-1 0-1 0 0,-1 1 0 0 0,1 1 1 0 0,0-1-1 0 0,0 2 0 0 0,0-1 1 0 0,0 1-1 0 0,0 0 0 0 0,0 1 0 0 0,0 0 1 0 0,0 1-1 0 0,1 0 0 0 0,-1 0 1 0 0,1 0-1 0 0,-1 1 0 0 0,1 1 1 0 0,1-1-1 0 0,-1 1 0 0 0,0 1 1 0 0,1-1-1 0 0,-8 9 0 0 0,8-8 23 0 0,0 1 0 0 0,0 0 1 0 0,1 0-1 0 0,0 1 0 0 0,0-1 0 0 0,1 1 0 0 0,0 1 0 0 0,0-1 0 0 0,1 1 0 0 0,0 0 0 0 0,0 0 0 0 0,1 0 1 0 0,1 0-1 0 0,-1 0 0 0 0,1 1 0 0 0,1-1 0 0 0,0 1 0 0 0,0-1 0 0 0,1 1 0 0 0,0 0 0 0 0,1-1 0 0 0,1 12 0 0 0,0-15-25 0 0,0 0 0 0 0,0-1-1 0 0,0 1 1 0 0,1 0 0 0 0,0-1-1 0 0,0 0 1 0 0,1 1 0 0 0,-1-1-1 0 0,1-1 1 0 0,0 1 0 0 0,0 0-1 0 0,1-1 1 0 0,-1 0 0 0 0,1 0-1 0 0,0 0 1 0 0,0-1 0 0 0,0 0-1 0 0,1 0 1 0 0,-1 0 0 0 0,1 0-1 0 0,0-1 1 0 0,-1 0 0 0 0,1 0-1 0 0,0-1 1 0 0,7 2 0 0 0,5 0 9 0 0,-1-1 1 0 0,0-1-1 0 0,1 0 1 0 0,-1-1-1 0 0,1-1 1 0 0,-1-1-1 0 0,33-7 1 0 0,-19 1 39 0 0,0-1 1 0 0,-1-1-1 0 0,0-2 0 0 0,-1-1 1 0 0,0-1-1 0 0,-1-2 0 0 0,-1-1 1 0 0,0-1-1 0 0,-2-1 0 0 0,0-1 1 0 0,34-35-1 0 0,-57 52-49 0 0,8-9 246 0 0,1 1 1 0 0,0 0 0 0 0,0 1 0 0 0,1 0-1 0 0,19-12 1 0 0,-28 22-250 0 0,-1 0 0 0 0,1 0 0 0 0,-1 1 0 0 0,1-1 0 0 0,-1 1 1 0 0,1-1-1 0 0,-1 1 0 0 0,0 0 0 0 0,1 0 0 0 0,-1 0 0 0 0,0 1 0 0 0,0-1 0 0 0,0 0 0 0 0,0 1 0 0 0,0-1 0 0 0,0 1 0 0 0,3 3 1 0 0,-3-3-18 0 0,8 7-9 0 0,0 1 0 0 0,-1 0 1 0 0,0 1-1 0 0,-1 0 0 0 0,0 0 0 0 0,-1 1 0 0 0,10 20 0 0 0,-1 5-256 0 0,15 50 0 0 0,-22-38 61 0 0,-9-48 469 0 0,-1-5-182 0 0,-2-8-16 0 0,0-1 1 0 0,1 1-1 0 0,0-1 0 0 0,1 0 1 0 0,1 1-1 0 0,0-1 1 0 0,0 0-1 0 0,4-19 1 0 0,24-102-90 0 0,-28 134 21 0 0,2-8-93 0 0,0-1 1 0 0,1 1-1 0 0,0 0 1 0 0,0 0-1 0 0,1 1 1 0 0,0-1-1 0 0,0 1 1 0 0,1 0-1 0 0,0 0 1 0 0,0 0-1 0 0,1 0 1 0 0,0 1-1 0 0,0 0 1 0 0,0 0-1 0 0,10-6 1 0 0,-8 7-372 0 0,0 1 1 0 0,0 0-1 0 0,0 0 1 0 0,1 0-1 0 0,14-3 0 0 0,-10 4-1112 0 0,-1 1 0 0 0,1 0 0 0 0,24 0-1 0 0,-17 2-1332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37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35 20 0 0,'-7'-35'11437'0'0,"3"49"-10253"0"0,3 11-555 0 0,0 0-1 0 0,2-1 1 0 0,1 1-1 0 0,1 0 1 0 0,1 0-1 0 0,9 29 1 0 0,-7-22-238 0 0,1 2-625 0 0,-2 1 1 0 0,-1 0-1 0 0,-2 0 0 0 0,-2 1 0 0 0,-1-1 0 0 0,-6 41 1 0 0,2-49-1412 0 0,0-1 0 0 0,-2 0 0 0 0,-1-1 0 0 0,-1 1 0 0 0,-15 27 1 0 0,16-34-1691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37.7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1 121 1172 0 0,'7'-6'483'0'0,"0"0"1"0"0,1 0-1 0 0,0 0 0 0 0,0 1 1 0 0,0 1-1 0 0,1-1 0 0 0,0 1 0 0 0,0 1 1 0 0,0-1-1 0 0,11-1 0 0 0,96-19 1458 0 0,-112 23-1856 0 0,122-18 2400 0 0,205-4-1 0 0,-311 24-1283 0 0,-26 6-259 0 0,-12 10-795 0 0,12-10-140 0 0,1 1 1 0 0,0 0-1 0 0,0 0 1 0 0,1 1-1 0 0,1-1 0 0 0,-1 1 1 0 0,1 0-1 0 0,1 0 1 0 0,-1 0-1 0 0,2 0 1 0 0,-1 1-1 0 0,1-1 0 0 0,1 0 1 0 0,0 19-1 0 0,3 6-2232 0 0,0 0 0 0 0,15 57-1 0 0,-13-76-1257 0 0,1-2 262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38.0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25 165 232 0 0,'-5'-13'1321'0'0,"0"-1"0"0"0,1 0 0 0 0,1-1 0 0 0,0 1 0 0 0,1 0 0 0 0,0-1 0 0 0,1 0 0 0 0,2-19 0 0 0,-1 33-1309 0 0,0 0 0 0 0,1 0 0 0 0,-1 0 0 0 0,1 0 0 0 0,-1 0 0 0 0,1 1 0 0 0,-1-1 0 0 0,1 0 0 0 0,0 0 0 0 0,-1 0 0 0 0,1 1 1 0 0,0-1-1 0 0,0 0 0 0 0,-1 1 0 0 0,1-1 0 0 0,0 1 0 0 0,0-1 0 0 0,0 1 0 0 0,0-1 0 0 0,0 1 0 0 0,0-1 0 0 0,0 1 0 0 0,0 0 0 0 0,0 0 0 0 0,0-1 0 0 0,0 1 0 0 0,0 0 0 0 0,0 0 0 0 0,0 0 0 0 0,0 0 0 0 0,0 0 0 0 0,0 0 0 0 0,0 1 0 0 0,0-1 0 0 0,1 0 0 0 0,44 11-1431 0 0,-34-7 895 0 0,46 17-5263 0 0,-37-14 3071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38.7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76 672 0 0,'12'1'7521'0'0,"-6"2"-7756"0"0,-1 4 442 0 0,0 0-1 0 0,-1 1 0 0 0,0 0 1 0 0,0 0-1 0 0,-1 0 1 0 0,0 0-1 0 0,0 0 1 0 0,-1 1-1 0 0,0 0 1 0 0,0-1-1 0 0,-1 1 1 0 0,-1 0-1 0 0,1 0 1 0 0,-2 14-1 0 0,1-16-187 0 0,-1 1 0 0 0,0-1 0 0 0,0 0 0 0 0,0 0 0 0 0,-1 0 0 0 0,0 0-1 0 0,-1 0 1 0 0,1 0 0 0 0,-1 0 0 0 0,-1-1 0 0 0,1 1 0 0 0,-1-1 0 0 0,0 0 0 0 0,-1 0-1 0 0,1 0 1 0 0,-1-1 0 0 0,-10 9 0 0 0,15-14-12 0 0,-1 1-1 0 0,1-1 1 0 0,0 0-1 0 0,-1 1 1 0 0,1-1-1 0 0,-1 0 1 0 0,1 0-1 0 0,-1 0 1 0 0,1 1 0 0 0,-1-1-1 0 0,0 0 1 0 0,1 0-1 0 0,-1 0 1 0 0,1 0-1 0 0,-1 0 1 0 0,1 0-1 0 0,-1 0 1 0 0,1 0 0 0 0,-1 0-1 0 0,0 0 1 0 0,1 0-1 0 0,-1 0 1 0 0,1-1-1 0 0,-1 1 1 0 0,1 0-1 0 0,-1 0 1 0 0,1 0 0 0 0,-1-1-1 0 0,1 1 1 0 0,-1 0-1 0 0,1-1 1 0 0,-1 1-1 0 0,1 0 1 0 0,0-1-1 0 0,-1 1 1 0 0,1-1 0 0 0,0 1-1 0 0,-1-1 1 0 0,1 1-1 0 0,0-1 1 0 0,-1 1-1 0 0,1-1 1 0 0,0 1-1 0 0,0-1 1 0 0,0 1 0 0 0,-1-1-1 0 0,1 1 1 0 0,0-1-1 0 0,0 1 1 0 0,0-1-1 0 0,0 1 1 0 0,0-1-1 0 0,0 0 1 0 0,-1-32 373 0 0,7 16-252 0 0,0-1-1 0 0,1 1 1 0 0,1 0 0 0 0,1 1-1 0 0,0 0 1 0 0,1 0 0 0 0,1 1-1 0 0,0 0 1 0 0,1 1 0 0 0,1 1-1 0 0,0 0 1 0 0,1 0-1 0 0,0 1 1 0 0,1 1 0 0 0,0 0-1 0 0,0 1 1 0 0,30-13 0 0 0,-40 21-65 0 0,1 0-1 0 0,-1 0 1 0 0,1 1 0 0 0,-1 0 0 0 0,1 0 0 0 0,0 0 0 0 0,-1 1 0 0 0,1 0 0 0 0,0 0 0 0 0,-1 0 0 0 0,1 1 0 0 0,0 0-1 0 0,-1 0 1 0 0,1 0 0 0 0,-1 1 0 0 0,1 0 0 0 0,-1 0 0 0 0,0 0 0 0 0,1 1 0 0 0,-1-1 0 0 0,6 5 0 0 0,4 6 80 0 0,0 0 0 0 0,-1 1 0 0 0,0 0 1 0 0,21 30-1 0 0,-19-23-30 0 0,33 32 1 0 0,-34-40-131 0 0,0 0 1 0 0,0-1-1 0 0,2-1 1 0 0,-1 0 0 0 0,1-1-1 0 0,1-1 1 0 0,0-1-1 0 0,0 0 1 0 0,0-2 0 0 0,1 0-1 0 0,0-1 1 0 0,0-1-1 0 0,1 0 1 0 0,-1-2 0 0 0,1 0-1 0 0,0-1 1 0 0,-1-1-1 0 0,1-1 1 0 0,0-1 0 0 0,-1 0-1 0 0,25-7 1 0 0,-34 6 0 0 0,-1 1 0 0 0,1-1 0 0 0,0-1 0 0 0,-1 0 0 0 0,0 0 0 0 0,0-1-1 0 0,0 0 1 0 0,-1 0 0 0 0,1-1 0 0 0,-1 0 0 0 0,11-12 0 0 0,-16 15 23 0 0,0 0-1 0 0,-1-1 0 0 0,1 1 1 0 0,-1-1-1 0 0,0 1 0 0 0,0-1 1 0 0,-1 0-1 0 0,1 1 1 0 0,-1-1-1 0 0,1 0 0 0 0,-1 0 1 0 0,-1 0-1 0 0,1 0 0 0 0,0 0 1 0 0,-1 0-1 0 0,0-1 0 0 0,0 1 1 0 0,0 0-1 0 0,-1 0 1 0 0,1 0-1 0 0,-1 0 0 0 0,0 0 1 0 0,0 0-1 0 0,0 0 0 0 0,-1 0 1 0 0,1 0-1 0 0,-1 1 0 0 0,0-1 1 0 0,0 1-1 0 0,-5-7 1 0 0,5 6-8 0 0,0 1 0 0 0,-1-1 0 0 0,1 1 0 0 0,-1 0 1 0 0,0 0-1 0 0,0 1 0 0 0,0-1 0 0 0,0 0 1 0 0,0 1-1 0 0,-1 0 0 0 0,1-1 0 0 0,-1 2 0 0 0,1-1 1 0 0,-1 0-1 0 0,0 1 0 0 0,0-1 0 0 0,0 1 1 0 0,1 0-1 0 0,-1 0 0 0 0,0 1 0 0 0,0-1 1 0 0,-1 1-1 0 0,1 0 0 0 0,0 0 0 0 0,0 0 0 0 0,0 1 1 0 0,0-1-1 0 0,0 1 0 0 0,0 0 0 0 0,0 0 1 0 0,1 0-1 0 0,-1 1 0 0 0,0-1 0 0 0,0 1 1 0 0,1 0-1 0 0,-7 5 0 0 0,3-3-55 0 0,0 1-1 0 0,1 0 1 0 0,0 0-1 0 0,0 1 1 0 0,0-1-1 0 0,1 1 1 0 0,0 1-1 0 0,0-1 1 0 0,1 1-1 0 0,-1 0 1 0 0,1 0-1 0 0,1 0 1 0 0,-1 0-1 0 0,1 1 1 0 0,1-1-1 0 0,-1 1 1 0 0,1 0 0 0 0,-1 10-1 0 0,3-15 13 0 0,-1 0 0 0 0,1 0 0 0 0,0 0 0 0 0,0 0 0 0 0,0 1 0 0 0,1-1 0 0 0,-1 0 0 0 0,1 0 0 0 0,-1 0 0 0 0,1 0 0 0 0,0-1 0 0 0,0 1 0 0 0,1 0 0 0 0,-1 0 0 0 0,1 0 0 0 0,-1-1 0 0 0,1 1 0 0 0,0-1 0 0 0,0 1 0 0 0,4 3 0 0 0,-3-4 16 0 0,0-1-1 0 0,0 1 0 0 0,0-1 1 0 0,0 0-1 0 0,0 1 1 0 0,0-2-1 0 0,1 1 0 0 0,-1 0 1 0 0,0-1-1 0 0,1 1 0 0 0,-1-1 1 0 0,1 0-1 0 0,-1 0 0 0 0,0 0 1 0 0,1-1-1 0 0,-1 1 0 0 0,0-1 1 0 0,1 0-1 0 0,4-1 0 0 0,5-3 15 0 0,1 0 0 0 0,-2 0 0 0 0,1-1-1 0 0,-1-1 1 0 0,1 0 0 0 0,-2-1 0 0 0,1 0-1 0 0,17-17 1 0 0,5-9 349 0 0,37-48 1 0 0,-42 47 437 0 0,43-42 1 0 0,-71 76-756 0 0,0 0 1 0 0,0 0 0 0 0,0 0-1 0 0,0 0 1 0 0,0 0-1 0 0,0 0 1 0 0,0 0 0 0 0,0 0-1 0 0,1 1 1 0 0,-1-1 0 0 0,0 0-1 0 0,1 1 1 0 0,-1-1-1 0 0,0 1 1 0 0,1-1 0 0 0,-1 1-1 0 0,0 0 1 0 0,1 0-1 0 0,-1-1 1 0 0,1 1 0 0 0,-1 0-1 0 0,1 0 1 0 0,-1 0-1 0 0,0 1 1 0 0,1-1 0 0 0,-1 0-1 0 0,1 1 1 0 0,1 0 0 0 0,-1 0-6 0 0,-1 1 1 0 0,1 0 0 0 0,0-1-1 0 0,-1 1 1 0 0,1 0 0 0 0,-1 0-1 0 0,1 0 1 0 0,-1 1 0 0 0,0-1 0 0 0,0 0-1 0 0,0 0 1 0 0,0 1 0 0 0,0-1-1 0 0,0 5 1 0 0,2 9 18 0 0,0 1 0 0 0,-1 0 0 0 0,-1 30 0 0 0,-4 88 133 0 0,-8 170 77 0 0,3-222-161 0 0,-30 142-1 0 0,-188 515 357 0 0,131-454-237 0 0,86-260-182 0 0,2 0 128 0 0,-1-1-1 0 0,-2 0 0 0 0,0-1 0 0 0,-25 42 0 0 0,32-62-97 0 0,0 1-1 0 0,0 0 0 0 0,-1-1 0 0 0,0 0 1 0 0,0 0-1 0 0,0 0 0 0 0,0 0 1 0 0,0-1-1 0 0,-1 1 0 0 0,0-1 0 0 0,0 0 1 0 0,0-1-1 0 0,0 1 0 0 0,0-1 1 0 0,0 0-1 0 0,-1 0 0 0 0,1-1 0 0 0,-1 1 1 0 0,1-1-1 0 0,-1 0 0 0 0,1-1 1 0 0,-1 1-1 0 0,0-1 0 0 0,1-1 0 0 0,-1 1 1 0 0,0-1-1 0 0,1 0 0 0 0,-7-1 0 0 0,-5-4 56 0 0,2 1 0 0 0,-1-2 0 0 0,1 0-1 0 0,0-1 1 0 0,1-1 0 0 0,0 0-1 0 0,0-1 1 0 0,1 0 0 0 0,0-1-1 0 0,0 0 1 0 0,2-1 0 0 0,-1-1 0 0 0,2 0-1 0 0,-15-22 1 0 0,-1-6 137 0 0,2 0 1 0 0,2-2-1 0 0,-30-83 0 0 0,40 90-117 0 0,1-1-1 0 0,2 0 1 0 0,2-1-1 0 0,1 0 1 0 0,2 0 0 0 0,1 0-1 0 0,2 0 1 0 0,2-1-1 0 0,9-58 1 0 0,-4 65-74 0 0,1 0 0 0 0,1 0 1 0 0,1 1-1 0 0,3 0 0 0 0,0 0 1 0 0,2 1-1 0 0,0 1 0 0 0,3 1 1 0 0,0 0-1 0 0,2 1 0 0 0,31-36 1 0 0,-12 24-298 0 0,2 2 1 0 0,1 1 0 0 0,2 2-1 0 0,72-44 1 0 0,-46 39-1700 0 0,0 4-1 0 0,115-41 0 0 0,-120 52-947 0 0,-4-2-3650 0 0,-29 9 2111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39.9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107 373 256 0 0,'-23'-64'7267'0'0,"22"64"-7218"0"0,1 0 0 0 0,0 0-1 0 0,-1-1 1 0 0,1 1-1 0 0,0 0 1 0 0,-1 0-1 0 0,1 0 1 0 0,0 0 0 0 0,-1-1-1 0 0,1 1 1 0 0,-1 0-1 0 0,1 0 1 0 0,0 0-1 0 0,-1 0 1 0 0,1 0 0 0 0,0 0-1 0 0,-1 0 1 0 0,1 0-1 0 0,-1 0 1 0 0,1 0-1 0 0,0 0 1 0 0,-1 0 0 0 0,1 0-1 0 0,0 1 1 0 0,-1-1-1 0 0,1 0 1 0 0,-1 0 0 0 0,1 0-1 0 0,0 1 1 0 0,-1-1-1 0 0,1 0 1 0 0,0 0-1 0 0,0 0 1 0 0,-1 1 0 0 0,1-1-1 0 0,0 0 1 0 0,0 1-1 0 0,-1-1 1 0 0,1 0-1 0 0,0 1 1 0 0,0-1 0 0 0,0 0-1 0 0,-1 1 1 0 0,1-1-1 0 0,0 0 1 0 0,0 1 0 0 0,0-1-1 0 0,0 1 1 0 0,0-1-1 0 0,0 0 1 0 0,0 1-1 0 0,-11 25 412 0 0,10-24-266 0 0,-15 56 429 0 0,3 1 0 0 0,2 0 0 0 0,3 1 1 0 0,2 0-1 0 0,3 79 0 0 0,5-135 265 0 0,2-10-323 0 0,10-24-113 0 0,11-44-202 0 0,-3-40 37 0 0,-4-1 0 0 0,-5 0 0 0 0,-4-149 1 0 0,0 202 92 0 0,-8 60-352 0 0,4 5-4 0 0,12 14-4 0 0,-2 0 1 0 0,0 1-1 0 0,0 1 0 0 0,-2 0 0 0 0,-1 1 0 0 0,18 36 0 0 0,51 145 115 0 0,-39-89-91 0 0,-26-69-329 0 0,-1 2 1 0 0,-3 0 0 0 0,-1 1 0 0 0,-3 0 0 0 0,-1 0-1 0 0,0 59 1 0 0,-7-62-1037 0 0,-1-1 0 0 0,-3 0 0 0 0,-2 0 0 0 0,-10 42 0 0 0,8-56-2426 0 0,-2-5 283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40.2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83 820 0 0,'4'-17'872'0'0,"2"4"-120"0"0,3 0-88 0 0,1 2-136 0 0,4 0-56 0 0,2 2-84 0 0,5 4-100 0 0,7 1-76 0 0,7 4-112 0 0,6 0-108 0 0,2 0-80 0 0,-1 6-104 0 0,5-1-124 0 0,-2 2-116 0 0,-14 1-248 0 0,1-3-732 0 0,-3 6 328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40.9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1 101 264 0 0,'28'-57'8653'0'0,"-12"90"-7522"0"0,31 166 195 0 0,-44-171-1140 0 0,0 0-1 0 0,-2 42 0 0 0,-2-40 159 0 0,1-29-181 0 0,-1-5-83 0 0,-1-4-5 0 0,0 0 1 0 0,0 0-1 0 0,1-1 0 0 0,0 1 1 0 0,1-1-1 0 0,-1 1 0 0 0,2-1 1 0 0,1-10-1 0 0,15-75 257 0 0,-16 93-328 0 0,28-90 439 0 0,-27 85-402 0 0,0 0 0 0 0,1 1 1 0 0,0-1-1 0 0,0 1 0 0 0,0 0 0 0 0,1 0 1 0 0,0 0-1 0 0,0 0 0 0 0,0 0 0 0 0,1 1 0 0 0,-1 0 1 0 0,11-7-1 0 0,-11 10-32 0 0,0-1 0 0 0,0 1 0 0 0,0 0 0 0 0,0 0 0 0 0,0 1 1 0 0,0-1-1 0 0,1 1 0 0 0,-1 0 0 0 0,0 0 0 0 0,0 1 0 0 0,1-1 0 0 0,-1 1 0 0 0,0 0 0 0 0,0 0 0 0 0,0 0 1 0 0,0 0-1 0 0,0 1 0 0 0,0 0 0 0 0,0 0 0 0 0,-1 0 0 0 0,1 0 0 0 0,4 4 0 0 0,5 3-2 0 0,0 1-1 0 0,0 0 0 0 0,-1 1 1 0 0,16 19-1 0 0,82 109-272 0 0,-109-138 267 0 0,0 0 0 0 0,0 0 0 0 0,0 0 0 0 0,1 0-1 0 0,-1 0 1 0 0,0-1 0 0 0,0 1 0 0 0,1 0 0 0 0,-1-1-1 0 0,1 1 1 0 0,-1-1 0 0 0,0 1 0 0 0,1-1 0 0 0,-1 0 0 0 0,1 0-1 0 0,-1 1 1 0 0,1-1 0 0 0,-1 0 0 0 0,1 0 0 0 0,-1 0-1 0 0,1-1 1 0 0,-1 1 0 0 0,1 0 0 0 0,-1-1 0 0 0,0 1-1 0 0,1-1 1 0 0,-1 1 0 0 0,1-1 0 0 0,-1 1 0 0 0,0-1 0 0 0,0 0-1 0 0,2-1 1 0 0,43-33 48 0 0,-39 28-45 0 0,10-9 47 0 0,-1 0 0 0 0,-1-2 0 0 0,22-32 0 0 0,-26 33 18 0 0,2 1 0 0 0,0 0 0 0 0,0 1 0 0 0,28-24 1 0 0,-40 38-70 0 0,1 0 0 0 0,-1 0 0 0 0,1 0-1 0 0,0 1 1 0 0,0-1 0 0 0,-1 0 0 0 0,1 1 0 0 0,0 0 0 0 0,0-1 0 0 0,0 1 0 0 0,-1 0 0 0 0,1 0 0 0 0,0 0 0 0 0,0 0 0 0 0,0 0 0 0 0,0 0 0 0 0,-1 1 0 0 0,1-1 0 0 0,0 1-1 0 0,0-1 1 0 0,0 1 0 0 0,-1 0 0 0 0,1-1 0 0 0,0 1 0 0 0,-1 0 0 0 0,1 0 0 0 0,-1 0 0 0 0,1 1 0 0 0,-1-1 0 0 0,2 2 0 0 0,7 6-20 0 0,-1 0 1 0 0,0 1 0 0 0,10 13-1 0 0,-10-11-9 0 0,5 6-63 0 0,-1 1 0 0 0,15 32 1 0 0,-20-35-46 0 0,0-1 1 0 0,1 0 0 0 0,1 0-1 0 0,0-1 1 0 0,22 23 0 0 0,-30-35 123 0 0,0-1 0 0 0,1 1 0 0 0,-1-1 1 0 0,0 0-1 0 0,1 0 0 0 0,-1 0 0 0 0,1 0 1 0 0,-1 0-1 0 0,1-1 0 0 0,-1 1 0 0 0,1-1 1 0 0,0 1-1 0 0,-1-1 0 0 0,1 0 0 0 0,0 0 1 0 0,-1 0-1 0 0,1 0 0 0 0,0-1 0 0 0,-1 1 1 0 0,1-1-1 0 0,-1 0 0 0 0,1 1 1 0 0,-1-1-1 0 0,1 0 0 0 0,-1-1 0 0 0,0 1 1 0 0,1 0-1 0 0,-1-1 0 0 0,0 1 0 0 0,3-3 1 0 0,7-5-10 0 0,-1 0 0 0 0,1-1 0 0 0,16-20 1 0 0,-28 29 20 0 0,24-29 140 0 0,-1-1 0 0 0,-2-1 1 0 0,24-47-1 0 0,10-18 1189 0 0,-54 96-1319 0 0,-1 1 0 0 0,0 0 0 0 0,0-1 0 0 0,0 1 0 0 0,0 0 0 0 0,1-1 0 0 0,-1 1 0 0 0,0 0 0 0 0,0 0 0 0 0,1-1 0 0 0,-1 1 0 0 0,0 0 0 0 0,1 0 0 0 0,-1-1 0 0 0,0 1 0 0 0,1 0-1 0 0,-1 0 1 0 0,0 0 0 0 0,1 0 0 0 0,-1-1 0 0 0,0 1 0 0 0,1 0 0 0 0,-1 0 0 0 0,0 0 0 0 0,1 0 0 0 0,-1 0 0 0 0,1 0 0 0 0,-1 0 0 0 0,0 0 0 0 0,1 0 0 0 0,-1 0 0 0 0,0 0 0 0 0,1 0 0 0 0,-1 0 0 0 0,1 1-1 0 0,0-1 1 0 0,10 14 145 0 0,4 22-31 0 0,-7 5-50 0 0,-2 0-1 0 0,-1 1 0 0 0,-2 0 1 0 0,-3 0-1 0 0,0 0 0 0 0,-13 74 1 0 0,-92 361-205 0 0,19-108-2729 0 0,75-329 528 0 0,10-111-4468 0 0,1 33 4378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41.2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61 756 0 0,'0'-1'72'0'0,"1"-5"361"0"0,0 1 0 0 0,0 0 0 0 0,1-1 0 0 0,0 1 0 0 0,0 0 0 0 0,0 0 0 0 0,0 0 0 0 0,4-5 0 0 0,-6 9-318 0 0,1 1 1 0 0,0-1-1 0 0,-1 1 0 0 0,1-1 0 0 0,0 0 1 0 0,0 1-1 0 0,0-1 0 0 0,-1 1 0 0 0,1-1 1 0 0,0 1-1 0 0,0 0 0 0 0,0-1 0 0 0,0 1 1 0 0,0 0-1 0 0,0 0 0 0 0,0 0 0 0 0,0-1 1 0 0,0 1-1 0 0,1 0 0 0 0,1 1-11 0 0,0-1-1 0 0,-1 1 0 0 0,1 0 1 0 0,-1 0-1 0 0,1 0 1 0 0,0 0-1 0 0,-1 0 1 0 0,0 0-1 0 0,5 4 1 0 0,14 12 309 0 0,-1 1 0 0 0,0 1 0 0 0,-1 1-1 0 0,-1 1 1 0 0,25 39 0 0 0,-34-47-420 0 0,0 1 0 0 0,-1 0-1 0 0,-1 1 1 0 0,0-1 0 0 0,-1 1 0 0 0,-1 1-1 0 0,0-1 1 0 0,-1 1 0 0 0,2 16-1 0 0,-5-22-397 0 0,0 0 0 0 0,0 0-1 0 0,-1 1 1 0 0,0-1-1 0 0,-1 0 1 0 0,0 0 0 0 0,-1 0-1 0 0,0-1 1 0 0,-1 1-1 0 0,1 0 1 0 0,-2-1 0 0 0,0 1-1 0 0,0-1 1 0 0,0 0-1 0 0,-9 11 1 0 0,4-5-1838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41.6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1 848 392 0 0,'15'-9'1386'0'0,"-1"-1"-1"0"0,0 0 1 0 0,-1-1-1 0 0,0 0 1 0 0,-1-1-1 0 0,17-19 1 0 0,61-92 2593 0 0,-41 53-2641 0 0,-26 39-1114 0 0,-1-2 0 0 0,-2 0 0 0 0,-1-2 0 0 0,-1 0 0 0 0,-2-1 1 0 0,-2 0-1 0 0,-1-1 0 0 0,-2-1 0 0 0,-2 0 0 0 0,-1-1 0 0 0,-2 1 0 0 0,2-73 0 0 0,-8 111-225 0 0,0-1 1 0 0,0 0-1 0 0,0 0 0 0 0,0 0 0 0 0,0 1 1 0 0,0-1-1 0 0,0 0 0 0 0,0 0 1 0 0,0 0-1 0 0,0 1 0 0 0,-1-1 1 0 0,1 0-1 0 0,0 0 0 0 0,-1 1 0 0 0,1-1 1 0 0,0 0-1 0 0,-1 1 0 0 0,1-1 1 0 0,-1 0-1 0 0,1 1 0 0 0,-1-1 0 0 0,0 1 1 0 0,1-1-1 0 0,-1 1 0 0 0,1-1 1 0 0,-1 1-1 0 0,0-1 0 0 0,0 1 0 0 0,1 0 1 0 0,-1-1-1 0 0,-1 1 0 0 0,0-1-1 0 0,0 1 0 0 0,-1 0-1 0 0,1 0 1 0 0,-1 0-1 0 0,1 0 1 0 0,0 1 0 0 0,-1-1-1 0 0,1 1 1 0 0,0-1 0 0 0,-5 3-1 0 0,-54 28-48 0 0,56-28 43 0 0,-17 13 6 0 0,0 0 0 0 0,1 2-1 0 0,1 0 1 0 0,1 1 0 0 0,0 1 0 0 0,2 1 0 0 0,0 0 0 0 0,2 1-1 0 0,0 1 1 0 0,1 0 0 0 0,2 1 0 0 0,0 1 0 0 0,2 0 0 0 0,0 0-1 0 0,2 1 1 0 0,1 0 0 0 0,1 1 0 0 0,-3 33 0 0 0,8-48 5 0 0,1 0 1 0 0,0 0 0 0 0,1 0 0 0 0,0 0 0 0 0,1-1-1 0 0,0 1 1 0 0,1 0 0 0 0,0 0 0 0 0,1-1-1 0 0,0 0 1 0 0,1 0 0 0 0,0 0 0 0 0,1 0 0 0 0,0-1-1 0 0,1 0 1 0 0,0 0 0 0 0,0-1 0 0 0,1 0 0 0 0,0 0-1 0 0,17 13 1 0 0,-12-12-31 0 0,1 0-1 0 0,0-1 0 0 0,1-1 1 0 0,0 0-1 0 0,0 0 1 0 0,1-2-1 0 0,0 0 1 0 0,0-1-1 0 0,0-1 0 0 0,1 0 1 0 0,0-1-1 0 0,-1-1 1 0 0,1 0-1 0 0,17-1 1 0 0,11-3-232 0 0,-1-2 0 0 0,1-1 0 0 0,-1-3 0 0 0,74-23 0 0 0,-92 23 141 0 0,0-2 1 0 0,-1-1-1 0 0,0 0 1 0 0,-1-2-1 0 0,-1-1 1 0 0,0-1-1 0 0,0-1 1 0 0,-2-1-1 0 0,21-20 0 0 0,-32 25 202 0 0,0 0 0 0 0,0 0 0 0 0,-1-1 0 0 0,-1 0 0 0 0,0 0 0 0 0,-1-1-1 0 0,0 0 1 0 0,6-22 0 0 0,-40 174 462 0 0,11-27-7286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41.9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72 416 0 0,'-4'-15'976'0'0,"1"1"-108"0"0,3 3-88 0 0,0 2-96 0 0,0 1-88 0 0,7-1-80 0 0,3 4-76 0 0,2 5-107 0 0,0 0-73 0 0,5 1-148 0 0,1 7-176 0 0,-2 1-100 0 0,11 2-124 0 0,-7 4-145 0 0,3 3-407 0 0,1-2-908 0 0,-4 1 400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42.9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383 81 52 0 0,'-11'-12'1049'0'0,"0"0"1"0"0,0 0-1 0 0,-1 1 1 0 0,-1 1-1 0 0,-21-14 515 0 0,33 25-1504 0 0,-1-1-1 0 0,1 1 0 0 0,0 0 0 0 0,-1-1 0 0 0,1 1 1 0 0,0 0-1 0 0,-1 0 0 0 0,1 0 0 0 0,0 0 0 0 0,0 0 1 0 0,0 0-1 0 0,0 0 0 0 0,0 0 0 0 0,0 0 0 0 0,0 1 1 0 0,0-1-1 0 0,1 0 0 0 0,-1 1 0 0 0,0-1 0 0 0,1 1 1 0 0,-1-1-1 0 0,1 0 0 0 0,-1 1 0 0 0,1-1 0 0 0,0 1 1 0 0,0 1-1 0 0,-8 42 617 0 0,8-44-640 0 0,-6 263 2100 0 0,8-186-1745 0 0,-3 0 0 0 0,-21 143-1 0 0,-49 55-1087 0 0,4-96-2500 0 0,66-179 3134 0 0,1-1 0 0 0,0 1 0 0 0,0-1 0 0 0,0 1 0 0 0,0-1 0 0 0,0 1 0 0 0,-1-1 0 0 0,1 1-1 0 0,0-1 1 0 0,0 1 0 0 0,-1-1 0 0 0,1 1 0 0 0,0-1 0 0 0,-1 0 0 0 0,1 1 0 0 0,0-1 0 0 0,-1 0 0 0 0,1 1 0 0 0,-1-1 0 0 0,1 0 0 0 0,-1 1 0 0 0,1-1-1 0 0,-1 0 1 0 0,1 0 0 0 0,0 0 0 0 0,-1 1 0 0 0,0-1 0 0 0,1 0 0 0 0,-1 0 0 0 0,1 0 0 0 0,-1 0 0 0 0,1 0 0 0 0,-1 0 0 0 0,1 0 0 0 0,-1 0 0 0 0,1 0 0 0 0,-1 0-1 0 0,1 0 1 0 0,-1 0 0 0 0,0-1 0 0 0,-17-20-1233 0 0,-8-35 352 0 0,18 34 993 0 0,2 1 0 0 0,0-2 1 0 0,2 1-1 0 0,0 0 0 0 0,1-1 1 0 0,2 1-1 0 0,1-30 0 0 0,0 41 132 0 0,1 0 0 0 0,0-1-1 0 0,1 1 1 0 0,1 0-1 0 0,-1 0 1 0 0,2 0 0 0 0,0 0-1 0 0,0 1 1 0 0,0-1-1 0 0,2 1 1 0 0,-1 0 0 0 0,1 1-1 0 0,1-1 1 0 0,0 1-1 0 0,0 0 1 0 0,13-11 0 0 0,-2 6 109 0 0,1 0 0 0 0,1 2 1 0 0,0 0-1 0 0,1 2 0 0 0,0 0 0 0 0,1 1 1 0 0,0 1-1 0 0,0 2 0 0 0,1 0 1 0 0,-1 1-1 0 0,26-2 0 0 0,35-1 487 0 0,143 6-1 0 0,-204 2-675 0 0,162 5 1012 0 0,-183-5-1073 0 0,1 0 0 0 0,-1-1-1 0 0,0 1 1 0 0,1 0 0 0 0,-1 0-1 0 0,0 0 1 0 0,1 0 0 0 0,-1 0-1 0 0,0 0 1 0 0,1 0-1 0 0,-1 0 1 0 0,0 1 0 0 0,1-1-1 0 0,-1 1 1 0 0,0-1 0 0 0,0 1-1 0 0,1-1 1 0 0,-1 1 0 0 0,0-1-1 0 0,0 1 1 0 0,0 0 0 0 0,0 0-1 0 0,0 0 1 0 0,0 0 0 0 0,0-1-1 0 0,0 1 1 0 0,0 1 0 0 0,0-1-1 0 0,0 1 1 0 0,-1 1-2 0 0,0-1 1 0 0,-1 1-1 0 0,1 0 0 0 0,-1-1 1 0 0,0 1-1 0 0,1-1 0 0 0,-1 1 1 0 0,-1-1-1 0 0,1 1 0 0 0,0-1 1 0 0,-2 3-1 0 0,-10 21 60 0 0,0 41-914 0 0,6-20-1444 0 0,-10-4-4660 0 0,13-34 3979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43.3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41 780 0 0,'0'-7'1112'0'0,"0"-1"-104"0"0,0 1-88 0 0,4-2-104 0 0,-2 5-92 0 0,4 0 485 0 0,8 3-817 0 0,3 2-116 0 0,-1 1-180 0 0,11 6-176 0 0,-1 3-176 0 0,5 2-148 0 0,1-4-164 0 0,-1 5-437 0 0,2-3-1091 0 0,-5 4 484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43.6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0 156 348 0 0,'12'-10'1100'0'0,"-2"-1"0"0"0,1-1 0 0 0,-2 1 0 0 0,1-2 0 0 0,-2 1 0 0 0,14-27-1 0 0,-6 13 52 0 0,-2 5-122 0 0,-14 21-1013 0 0,0 0 0 0 0,0 0 0 0 0,0 0 0 0 0,0 0-1 0 0,0 0 1 0 0,0 0 0 0 0,0 0 0 0 0,0 1 0 0 0,0-1 0 0 0,0 0 0 0 0,0 0 0 0 0,0 0-1 0 0,0 0 1 0 0,0 0 0 0 0,0 0 0 0 0,0 0 0 0 0,0 0 0 0 0,0 0 0 0 0,0 0 0 0 0,0 0 0 0 0,0 0-1 0 0,0 0 1 0 0,0 0 0 0 0,1 0 0 0 0,-1 1 0 0 0,0-1 0 0 0,0 0 0 0 0,0 0 0 0 0,0 0-1 0 0,0 0 1 0 0,0 0 0 0 0,0 0 0 0 0,0 0 0 0 0,0 0 0 0 0,0 0 0 0 0,0 0 0 0 0,0 0-1 0 0,1 0 1 0 0,-1 0 0 0 0,0 0 0 0 0,0 0 0 0 0,0 0 0 0 0,-15 40 591 0 0,2-6-542 0 0,7-16-28 0 0,2 1 1 0 0,0 0-1 0 0,1 0 0 0 0,1 1 1 0 0,1-1-1 0 0,0 0 1 0 0,3 24-1 0 0,-2-39-14 0 0,1 1-1 0 0,-1-1 0 0 0,1 0 1 0 0,0 1-1 0 0,0-1 1 0 0,1 0-1 0 0,-1 0 1 0 0,1 0-1 0 0,0 0 1 0 0,0 0-1 0 0,0 0 0 0 0,1-1 1 0 0,-1 1-1 0 0,1-1 1 0 0,0 1-1 0 0,0-1 1 0 0,0 0-1 0 0,1 0 0 0 0,-1 0 1 0 0,1-1-1 0 0,-1 1 1 0 0,1-1-1 0 0,0 0 1 0 0,0 0-1 0 0,0 0 1 0 0,0 0-1 0 0,0-1 0 0 0,0 0 1 0 0,1 1-1 0 0,-1-2 1 0 0,0 1-1 0 0,1 0 1 0 0,-1-1-1 0 0,0 0 0 0 0,1 0 1 0 0,-1 0-1 0 0,7-2 1 0 0,19-1 310 0 0,0-2 0 0 0,0-2 0 0 0,0 0 0 0 0,-1-2 0 0 0,-1-1 0 0 0,49-25 0 0 0,-69 31-273 0 0,0 0 0 0 0,0 0 0 0 0,1 1 0 0 0,-1 0 0 0 0,1 0 0 0 0,-1 1 0 0 0,1 0 0 0 0,0 1 0 0 0,0 0 0 0 0,0 0 0 0 0,0 1 0 0 0,0 0 0 0 0,0 0 0 0 0,0 1 0 0 0,0 1 0 0 0,0-1 0 0 0,0 1 0 0 0,-1 1 0 0 0,1 0-1 0 0,-1 0 1 0 0,1 1 0 0 0,-1 0 0 0 0,0 0 0 0 0,0 0 0 0 0,8 8 0 0 0,184 150 142 0 0,-194-158-149 0 0,0 0 1 0 0,-1-1 0 0 0,1 0 0 0 0,1 0 0 0 0,-1 0 0 0 0,0-1 0 0 0,1 0 0 0 0,-1-1-1 0 0,1 1 1 0 0,0-1 0 0 0,-1 0 0 0 0,1-1 0 0 0,0 0 0 0 0,0 0 0 0 0,-1 0 0 0 0,1-1 0 0 0,0 0-1 0 0,0 0 1 0 0,11-4 0 0 0,8-4 268 0 0,-1-2 1 0 0,0 0-1 0 0,39-25 0 0 0,-14 8-156 0 0,128-78 435 0 0,-17 9-5173 0 0,-159 96 4289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45.1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11 536 0 0,'-7'-10'11770'0'0,"20"50"-9672"0"0,10 12-1066 0 0,31 107 0 0 0,-45-119-3737 0 0,8 66 0 0 0,-18-93-2768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45.4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94 344 0 0,'-32'-93'6633'0'0,"54"121"-6862"0"0,13 8-3284 0 0,-14-18 1690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45.9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116 1 672 0 0,'-3'9'5404'0'0,"-11"30"-3493"0"0,12-21-1456 0 0,0 0 1 0 0,1 0-1 0 0,3 34 1 0 0,-1-34-247 0 0,0 1 1 0 0,-1-1-1 0 0,-5 37 1 0 0,4-51-185 0 0,0 0-1 0 0,0 0 1 0 0,0 0-1 0 0,0 0 1 0 0,-1 0 0 0 0,0 0-1 0 0,1-1 1 0 0,-1 1-1 0 0,0 0 1 0 0,-1-1 0 0 0,1 0-1 0 0,-1 1 1 0 0,0-1-1 0 0,1 0 1 0 0,-1 0 0 0 0,-1 0-1 0 0,1-1 1 0 0,-5 4-1 0 0,7-6 26 0 0,-19-9 47 0 0,17 7-75 0 0,1-1 0 0 0,0 1 1 0 0,-1-1-1 0 0,1 0 0 0 0,0 0 0 0 0,0 0 0 0 0,1 0 0 0 0,-1 0 1 0 0,1 0-1 0 0,-1-1 0 0 0,1 1 0 0 0,0 0 0 0 0,0-1 1 0 0,0 1-1 0 0,1-1 0 0 0,-1 1 0 0 0,1-1 0 0 0,0 1 0 0 0,0-1 1 0 0,1-5-1 0 0,0-6 102 0 0,0 0 1 0 0,2 0 0 0 0,4-18-1 0 0,-4 22-6 0 0,0 1 0 0 0,1 1 0 0 0,0-1 0 0 0,0 1 0 0 0,1-1 0 0 0,0 1-1 0 0,1 0 1 0 0,0 1 0 0 0,0 0 0 0 0,1 0 0 0 0,0 0 0 0 0,0 1 0 0 0,1-1 0 0 0,0 2 0 0 0,0-1 0 0 0,17-9 0 0 0,-17 13-67 0 0,0-1-1 0 0,-1 1 1 0 0,1 1 0 0 0,0-1 0 0 0,1 1 0 0 0,-1 0 0 0 0,0 1 0 0 0,1 0 0 0 0,-1 1 0 0 0,0-1 0 0 0,1 2-1 0 0,-1-1 1 0 0,0 1 0 0 0,1 0 0 0 0,-1 1 0 0 0,0 0 0 0 0,0 0 0 0 0,0 1 0 0 0,0 0 0 0 0,0 0-1 0 0,8 6 1 0 0,-1 0-28 0 0,-1 1 0 0 0,0 0 0 0 0,0 1 0 0 0,-1 1 1 0 0,-1 0-1 0 0,0 1 0 0 0,-1 0 0 0 0,0 1 0 0 0,-1 0 0 0 0,10 17 0 0 0,-9-12-368 0 0,-1 1 1 0 0,-1 0 0 0 0,-1 1-1 0 0,0-1 1 0 0,-2 1 0 0 0,-1 1-1 0 0,5 35 1 0 0,-10-56 256 0 0,0 0 0 0 0,0 0 1 0 0,0-1-1 0 0,0 1 0 0 0,0 0 0 0 0,0 0 0 0 0,1 0 1 0 0,-1 0-1 0 0,0-1 0 0 0,0 1 0 0 0,0 0 1 0 0,1 0-1 0 0,-1-1 0 0 0,0 1 0 0 0,1 0 0 0 0,-1-1 1 0 0,1 1-1 0 0,-1 0 0 0 0,1-1 0 0 0,-1 1 1 0 0,1 0-1 0 0,-1-1 0 0 0,1 1 0 0 0,0-1 1 0 0,-1 1-1 0 0,1-1 0 0 0,0 1 0 0 0,-1-1 0 0 0,1 0 1 0 0,0 1-1 0 0,0-1 0 0 0,1 0 12 0 0,0 0 0 0 0,0-1-1 0 0,-1 1 1 0 0,1-1 0 0 0,0 1 0 0 0,-1-1 0 0 0,1 1-1 0 0,0-1 1 0 0,-1 0 0 0 0,1 0 0 0 0,-1 0-1 0 0,1 0 1 0 0,-1 0 0 0 0,2-2 0 0 0,53-58-172 0 0,-43 46-76 0 0,10-12 357 0 0,26-44 0 0 0,-30 44 948 0 0,34-42 0 0 0,-39 50 1 0 0,7-4 1107 0 0,-20 22-1849 0 0,34 22 639 0 0,63 120 245 0 0,-31-41-466 0 0,0-12 735 0 0,-67-88-1368 0 0,1 0 1 0 0,-1 1-1 0 0,0-1 1 0 0,1 0-1 0 0,-1 0 1 0 0,0 1-1 0 0,1-1 0 0 0,-1 0 1 0 0,1 0-1 0 0,-1 0 1 0 0,1 0-1 0 0,-1 0 1 0 0,0 0-1 0 0,1 0 0 0 0,-1 1 1 0 0,1-1-1 0 0,-1 0 1 0 0,0-1-1 0 0,1 1 1 0 0,-1 0-1 0 0,1 0 1 0 0,-1 0-1 0 0,1 0 0 0 0,-1 0 1 0 0,0 0-1 0 0,1 0 1 0 0,-1-1-1 0 0,1 1 1 0 0,-1 0-1 0 0,0 0 0 0 0,1 0 1 0 0,-1-1-1 0 0,0 1 1 0 0,1 0-1 0 0,-1-1 1 0 0,0 1-1 0 0,1-1 1 0 0,14-12 354 0 0,-14 12-343 0 0,5-9-85 0 0,0 0-1 0 0,0 0 0 0 0,-1 0 1 0 0,0-1-1 0 0,-1 0 1 0 0,0 0-1 0 0,-1 0 1 0 0,0 0-1 0 0,0 0 1 0 0,-1-1-1 0 0,0-11 0 0 0,4-14-667 0 0,3-36-1153 0 0,0 0-1147 0 0,6 24-3484 0 0,-7 31 2891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46.6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106 234 264 0 0,'2'1'531'0'0,"1"0"0"0"0,-1 0 1 0 0,0 0-1 0 0,1 0 0 0 0,-1-1 0 0 0,0 1 0 0 0,1-1 0 0 0,-1 1 1 0 0,1-1-1 0 0,-1 0 0 0 0,1 0 0 0 0,-1 0 0 0 0,1 0 0 0 0,-1-1 1 0 0,4 0-1 0 0,0-1-158 0 0,0 1 1 0 0,0-2-1 0 0,0 1 1 0 0,0-1-1 0 0,-1 0 1 0 0,6-4-1 0 0,0 0-274 0 0,0-1 0 0 0,-1 0 0 0 0,0-1 0 0 0,-1 0 0 0 0,13-16 0 0 0,-21 24-102 0 0,0 0 0 0 0,0 0 0 0 0,-1 0 1 0 0,1 0-1 0 0,0 0 0 0 0,0-1 0 0 0,0 1 0 0 0,-1 0 0 0 0,1 0 0 0 0,0 0 0 0 0,-1-1 0 0 0,1 1 1 0 0,-1 0-1 0 0,0-1 0 0 0,1 1 0 0 0,-1 0 0 0 0,0-1 0 0 0,0 1 0 0 0,0-1 0 0 0,0 1 0 0 0,0 0 1 0 0,0-1-1 0 0,0 1 0 0 0,-1 0 0 0 0,1-1 0 0 0,0 1 0 0 0,-1 0 0 0 0,1-1 0 0 0,-1 1 0 0 0,1 0 1 0 0,-1 0-1 0 0,0-1 0 0 0,1 1 0 0 0,-1 0 0 0 0,0 0 0 0 0,0 0 0 0 0,0 0 0 0 0,0 0 0 0 0,0 0 1 0 0,0 0-1 0 0,0 0 0 0 0,0 1 0 0 0,0-1 0 0 0,-1 0 0 0 0,1 1 0 0 0,0-1 0 0 0,0 0 0 0 0,-1 1 1 0 0,1 0-1 0 0,-3-1 0 0 0,-1-1-11 0 0,-1 1 0 0 0,0-1 0 0 0,-1 1 0 0 0,1 1-1 0 0,0-1 1 0 0,0 1 0 0 0,0 0 0 0 0,0 1 0 0 0,0-1 0 0 0,-11 3 0 0 0,6 1 8 0 0,0 1-1 0 0,0 0 1 0 0,0 0 0 0 0,1 1-1 0 0,0 0 1 0 0,0 1-1 0 0,0 0 1 0 0,1 1 0 0 0,0 0-1 0 0,0 0 1 0 0,1 1 0 0 0,-9 12-1 0 0,13-15 23 0 0,0 0 0 0 0,0 0-1 0 0,0 0 1 0 0,1 0 0 0 0,0 0-1 0 0,0 1 1 0 0,0 0 0 0 0,1 0-1 0 0,0-1 1 0 0,0 1 0 0 0,1 0-1 0 0,0 0 1 0 0,0 1 0 0 0,1-1-1 0 0,0 0 1 0 0,0 0 0 0 0,0 0-1 0 0,1 0 1 0 0,0 0 0 0 0,1 0-1 0 0,4 13 1 0 0,-3-15-3 0 0,0 1 0 0 0,1-1 0 0 0,0 0 1 0 0,0 0-1 0 0,0 0 0 0 0,0 0 0 0 0,1-1 0 0 0,0 0 0 0 0,0 0 0 0 0,0 0 1 0 0,1 0-1 0 0,-1-1 0 0 0,1 0 0 0 0,0 0 0 0 0,8 3 0 0 0,7 1 27 0 0,0 0 0 0 0,0-1 1 0 0,26 4-1 0 0,-29-7-32 0 0,0-1 0 0 0,0-1 1 0 0,0 0-1 0 0,0-2 0 0 0,0 0 0 0 0,-1 0 1 0 0,1-2-1 0 0,25-7 0 0 0,-31 7 20 0 0,-1-1 0 0 0,1-1-1 0 0,-1 0 1 0 0,0-1-1 0 0,-1 0 1 0 0,0 0 0 0 0,0-1-1 0 0,0 0 1 0 0,-1-1 0 0 0,0 0-1 0 0,0-1 1 0 0,-1 0 0 0 0,11-15-1 0 0,2-7 141 0 0,-11 15-7 0 0,0 1 1 0 0,1 0-1 0 0,1 0 0 0 0,0 1 1 0 0,22-19-1 0 0,-30 30-148 0 0,0 1-1 0 0,0-1 1 0 0,0 1 0 0 0,0 0-1 0 0,0 0 1 0 0,0 0-1 0 0,0 0 1 0 0,1 1-1 0 0,-1 0 1 0 0,1 0 0 0 0,-1 0-1 0 0,1 1 1 0 0,-1-1-1 0 0,1 1 1 0 0,0 0-1 0 0,-1 0 1 0 0,1 1 0 0 0,-1-1-1 0 0,1 1 1 0 0,-1 0-1 0 0,1 0 1 0 0,-1 1-1 0 0,0-1 1 0 0,1 1 0 0 0,-1 0-1 0 0,0 0 1 0 0,7 5-1 0 0,4 3-81 0 0,1 1 0 0 0,-1 0 0 0 0,-1 1-1 0 0,0 1 1 0 0,-1 0 0 0 0,0 1 0 0 0,-1 0-1 0 0,-1 1 1 0 0,0 0 0 0 0,-1 1 0 0 0,-1 0-1 0 0,15 34 1 0 0,-22-40 80 0 0,-6-23 53 0 0,2 8-33 0 0,1-1 0 0 0,0 0-1 0 0,0 1 1 0 0,1-1 0 0 0,0 0 0 0 0,0-10-1 0 0,4 0-69 0 0,1 1-1 0 0,0-1 0 0 0,1 1 1 0 0,1 0-1 0 0,0 0 1 0 0,1 1-1 0 0,0 0 0 0 0,1 0 1 0 0,1 1-1 0 0,0 0 1 0 0,1 1-1 0 0,0 0 0 0 0,22-18 1 0 0,-9 11-769 0 0,1 2 1 0 0,1 0-1 0 0,0 2 1 0 0,1 0-1 0 0,1 2 1 0 0,44-14-1 0 0,-43 18-2006 0 0,-1 3 214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47.0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35 204 0 0,'-1'-2'918'0'0,"-1"-1"-1"0"0,1 0 1 0 0,0 0 0 0 0,0 0-1 0 0,0 0 1 0 0,0-1-1 0 0,-1-9 4782 0 0,11 45-3368 0 0,8 36-948 0 0,-3 0 0 0 0,8 111-1 0 0,-21-131-1808 0 0,-1 0 0 0 0,-2 0 0 0 0,-2 0 0 0 0,-18 78 1 0 0,-7-1-2250 0 0,11-44-5021 0 0,14-67 4147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47.3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0 179 184 0 0,'5'-5'314'0'0,"0"0"0"0"0,0 1 0 0 0,1-1 0 0 0,-1 1-1 0 0,1 0 1 0 0,0 0 0 0 0,0 1 0 0 0,0 0 0 0 0,1 0 0 0 0,-1 0 0 0 0,9-2 0 0 0,83-19 1062 0 0,-72 18-938 0 0,361-52 2693 0 0,-236 39-2059 0 0,-124 17-774 0 0,-21 2-76 0 0,1 0 1 0 0,0-1-1 0 0,-1 0 1 0 0,1 0 0 0 0,-1 0-1 0 0,1-1 1 0 0,-1 0-1 0 0,0 0 1 0 0,8-4-1 0 0,-14 6-163 0 0,0-1 0 0 0,1 1-1 0 0,-1 0 1 0 0,0-1 0 0 0,0 1 0 0 0,1 0-1 0 0,-1-1 1 0 0,0 1 0 0 0,1 0-1 0 0,-1 0 1 0 0,1-1 0 0 0,-1 1 0 0 0,0 0-1 0 0,1 0 1 0 0,-1-1 0 0 0,1 1 0 0 0,-1 0-1 0 0,0 0 1 0 0,1 0 0 0 0,-1 0-1 0 0,1 0 1 0 0,-1 0 0 0 0,1 0 0 0 0,-1 0-1 0 0,1 0 1 0 0,-1 0 0 0 0,1 0 0 0 0,-1 0-1 0 0,0 0 1 0 0,1 0 0 0 0,-1 0 0 0 0,1 0-1 0 0,-1 1 1 0 0,1-1 0 0 0,-1 0-1 0 0,0 0 1 0 0,1 0 0 0 0,-1 1 0 0 0,0-1-1 0 0,1 0 1 0 0,-1 1 0 0 0,0-1 0 0 0,1 0-1 0 0,-1 1 1 0 0,0-1 0 0 0,1 0-1 0 0,-1 1 1 0 0,0-1 0 0 0,0 1 0 0 0,0-1-1 0 0,1 0 1 0 0,-1 1 0 0 0,0-1 0 0 0,0 1-1 0 0,0-1 1 0 0,0 1 0 0 0,0-1 0 0 0,-1 33 1296 0 0,0-22-1300 0 0,2 3-62 0 0,2-1 0 0 0,0 1 0 0 0,0-1 0 0 0,1 0 0 0 0,0 0 0 0 0,2 0 0 0 0,-1-1 0 0 0,9 13 0 0 0,17 47-2677 0 0,-18-38 341 0 0,-2-6-3739 0 0,-7-18 2630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47.7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72 616 0 0,'-6'-13'1196'0'0,"4"4"-40"0"0,-4 0-128 0 0,4-1-96 0 0,0 3-103 0 0,0 2-121 0 0,4-5-156 0 0,0 7-160 0 0,4-1-144 0 0,4 2-168 0 0,4 2-200 0 0,5 4-144 0 0,7 0-152 0 0,-5-3-740 0 0,-1 7-1257 0 0,-4-1 557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48.3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1 464 0 0,'6'3'914'0'0,"0"0"-1"0"0,-1 0 1 0 0,1 1 0 0 0,-1 0-1 0 0,0 0 1 0 0,0 1 0 0 0,6 6-1 0 0,28 45 1115 0 0,-27-33-1897 0 0,-1 1-1 0 0,-1 0 0 0 0,7 27 0 0 0,-13-37-99 0 0,-2-1-1 0 0,1 1 1 0 0,-2-1-1 0 0,1 1 1 0 0,-2 15 0 0 0,0-23-38 0 0,0 0 1 0 0,-1 0 0 0 0,0 0-1 0 0,0 0 1 0 0,0 0 0 0 0,-1 0 0 0 0,1-1-1 0 0,-1 1 1 0 0,-1 0 0 0 0,1-1-1 0 0,-1 0 1 0 0,0 1 0 0 0,-7 8 0 0 0,9-13 8 0 0,1-1 1 0 0,-1 1 0 0 0,1 0 0 0 0,-1 0 0 0 0,0 0 0 0 0,0-1-1 0 0,1 1 1 0 0,-1 0 0 0 0,0-1 0 0 0,0 1 0 0 0,0-1-1 0 0,0 1 1 0 0,0-1 0 0 0,0 1 0 0 0,0-1 0 0 0,0 0 0 0 0,0 1-1 0 0,0-1 1 0 0,0 0 0 0 0,0 0 0 0 0,-1 0 0 0 0,1 0-1 0 0,1 0 1 0 0,-1-1-1 0 0,1 1 1 0 0,-1-1 0 0 0,1 1-1 0 0,-1-1 1 0 0,1 1-1 0 0,-1-1 1 0 0,1 1-1 0 0,-1-1 1 0 0,1 1 0 0 0,0-1-1 0 0,-1 1 1 0 0,1-1-1 0 0,0 0 1 0 0,0 1-1 0 0,-1-1 1 0 0,1 0 0 0 0,0 1-1 0 0,0-1 1 0 0,0 0-1 0 0,0-1 1 0 0,2-44 155 0 0,3 28-44 0 0,0 1 0 0 0,1 0 0 0 0,0 0 0 0 0,2 1 0 0 0,0 0 0 0 0,0 0 0 0 0,2 1 0 0 0,0 0 0 0 0,1 0 0 0 0,0 1 0 0 0,1 1 0 0 0,1 0 0 0 0,21-17 0 0 0,-25 22-8 0 0,1 2-1 0 0,0-1 1 0 0,0 1 0 0 0,1 1-1 0 0,0 0 1 0 0,0 0-1 0 0,0 1 1 0 0,0 0 0 0 0,1 1-1 0 0,-1 1 1 0 0,1 0-1 0 0,0 0 1 0 0,0 1-1 0 0,0 0 1 0 0,0 1 0 0 0,0 1-1 0 0,-1 0 1 0 0,1 0-1 0 0,0 2 1 0 0,0-1-1 0 0,14 6 1 0 0,29 14 228 0 0,-1 3 0 0 0,65 40-1 0 0,-75-39-349 0 0,1-2 0 0 0,0-1 0 0 0,93 30 0 0 0,-111-46-231 0 0,0-2-1 0 0,1 0 0 0 0,42 1 0 0 0,-55-6 115 0 0,0 0 0 0 0,0-1-1 0 0,0-1 1 0 0,0 0 0 0 0,0-1 0 0 0,0-1-1 0 0,-1 0 1 0 0,16-7 0 0 0,-25 8 122 0 0,-1 1 1 0 0,0-1 0 0 0,1 1-1 0 0,-1-1 1 0 0,0-1 0 0 0,-1 1-1 0 0,1 0 1 0 0,-1-1 0 0 0,1 0-1 0 0,-1 0 1 0 0,0 0 0 0 0,0 0-1 0 0,-1 0 1 0 0,1-1-1 0 0,-1 1 1 0 0,0-1 0 0 0,0 0-1 0 0,-1 0 1 0 0,1 1 0 0 0,-1-1-1 0 0,0 0 1 0 0,0 0 0 0 0,-1 0-1 0 0,0 0 1 0 0,0 0 0 0 0,0 0-1 0 0,0 0 1 0 0,-1 0 0 0 0,-1-8-1 0 0,1 6 33 0 0,-1 1-1 0 0,1 0 0 0 0,-1 0 0 0 0,0-1 0 0 0,-1 2 0 0 0,0-1 1 0 0,1 0-1 0 0,-2 0 0 0 0,1 1 0 0 0,-1 0 0 0 0,0-1 1 0 0,0 1-1 0 0,0 1 0 0 0,-1-1 0 0 0,0 1 0 0 0,0-1 0 0 0,0 2 1 0 0,0-1-1 0 0,0 0 0 0 0,-1 1 0 0 0,0 0 0 0 0,0 0 0 0 0,-6-2 1 0 0,7 4-10 0 0,0 0 0 0 0,0 0 0 0 0,-1 0 0 0 0,1 1 0 0 0,0 0 0 0 0,0 0 0 0 0,-1 0 1 0 0,1 1-1 0 0,0-1 0 0 0,0 1 0 0 0,-1 0 0 0 0,1 1 0 0 0,0-1 0 0 0,0 1 0 0 0,0 0 1 0 0,1 0-1 0 0,-1 1 0 0 0,0 0 0 0 0,1-1 0 0 0,0 1 0 0 0,-1 1 0 0 0,1-1 0 0 0,1 1 1 0 0,-1-1-1 0 0,0 1 0 0 0,1 0 0 0 0,-5 8 0 0 0,3-5-7 0 0,1 0 0 0 0,0 0 0 0 0,1 0 0 0 0,0 0 0 0 0,0 0 0 0 0,0 1 0 0 0,1 0 0 0 0,0-1 0 0 0,1 1 0 0 0,-1 0 0 0 0,2 0 0 0 0,-1 0-1 0 0,1 0 1 0 0,0 0 0 0 0,1 0 0 0 0,0-1 0 0 0,3 16 0 0 0,-1-14-66 0 0,0 0 0 0 0,0 0 0 0 0,1 0 0 0 0,1 0 1 0 0,-1-1-1 0 0,1 0 0 0 0,1 0 0 0 0,11 13 0 0 0,-14-18 15 0 0,0 0 0 0 0,1 0 0 0 0,-1 0 0 0 0,1 0 0 0 0,0-1 0 0 0,0 1 0 0 0,0-1 0 0 0,0 0 0 0 0,0 0 0 0 0,0-1 0 0 0,0 1 0 0 0,1-1 0 0 0,-1 0 0 0 0,1 0 0 0 0,-1-1 0 0 0,1 1 0 0 0,-1-1 0 0 0,1 0-1 0 0,-1 0 1 0 0,8-1 0 0 0,2-2-6 0 0,0 0 0 0 0,-1 0 0 0 0,1-2-1 0 0,-1 0 1 0 0,0 0 0 0 0,0-1 0 0 0,-1 0-1 0 0,1-2 1 0 0,-1 1 0 0 0,-1-1 0 0 0,0-1-1 0 0,15-14 1 0 0,-8 4 136 0 0,-1-1-1 0 0,-1 0 0 0 0,0-1 1 0 0,-2-1-1 0 0,22-44 1 0 0,-23 39 65 0 0,-3 5 245 0 0,1 1 0 0 0,16-23 0 0 0,-27 43-386 0 0,0 1 1 0 0,0 0-1 0 0,0 0 1 0 0,0-1-1 0 0,1 1 1 0 0,-1 0-1 0 0,0 0 1 0 0,0 0-1 0 0,0-1 1 0 0,1 1-1 0 0,-1 0 0 0 0,0 0 1 0 0,0 0-1 0 0,1 0 1 0 0,-1 0-1 0 0,0-1 1 0 0,0 1-1 0 0,1 0 1 0 0,-1 0-1 0 0,0 0 1 0 0,1 0-1 0 0,-1 0 1 0 0,0 0-1 0 0,0 0 1 0 0,1 0-1 0 0,-1 0 1 0 0,0 0-1 0 0,0 0 1 0 0,1 0-1 0 0,-1 0 1 0 0,0 0-1 0 0,1 0 1 0 0,-1 0-1 0 0,0 1 1 0 0,0-1-1 0 0,1 0 1 0 0,-1 0-1 0 0,0 0 1 0 0,0 0-1 0 0,1 1 1 0 0,-1-1-1 0 0,0 0 1 0 0,11 15 113 0 0,1 20-49 0 0,-1 42 57 0 0,-1-14 21 0 0,3 126 0 0 0,-29 67 34 0 0,-72 389 0 0 0,38-221 20 0 0,39-305-39 0 0,11-116-130 0 0,0-1-1 0 0,0 1 1 0 0,-1 0 0 0 0,1-1 0 0 0,0 1-1 0 0,-1 0 1 0 0,0-1 0 0 0,1 1-1 0 0,-1-1 1 0 0,0 1 0 0 0,0-1-1 0 0,-1 1 1 0 0,1-1 0 0 0,-1 0 0 0 0,1 0-1 0 0,-1 0 1 0 0,1 1 0 0 0,-1-2-1 0 0,0 1 1 0 0,0 0 0 0 0,0 0-1 0 0,-4 2 1 0 0,3-3 4 0 0,0-1 0 0 0,0 1 0 0 0,0-1-1 0 0,0 0 1 0 0,0 0 0 0 0,0 0 0 0 0,0 0 0 0 0,-1-1 0 0 0,1 1-1 0 0,0-1 1 0 0,0 0 0 0 0,1 0 0 0 0,-1 0 0 0 0,0 0-1 0 0,0 0 1 0 0,0-1 0 0 0,1 1 0 0 0,-1-1 0 0 0,-3-3 0 0 0,-25-15 134 0 0,2-3 1 0 0,1 0 0 0 0,1-2-1 0 0,-37-42 1 0 0,13 5 67 0 0,-43-70-1 0 0,70 95-137 0 0,2-1-1 0 0,1-1 0 0 0,3 0 1 0 0,1-2-1 0 0,2 0 0 0 0,2-1 1 0 0,1 0-1 0 0,-10-81 0 0 0,19 97-113 0 0,1-1-1 0 0,1 0 1 0 0,2 0-1 0 0,0 0 1 0 0,2 1-1 0 0,1-1 1 0 0,1 1-1 0 0,2 0 1 0 0,0 0-1 0 0,2 0 1 0 0,0 1-1 0 0,2 1 1 0 0,1-1-1 0 0,1 2 1 0 0,26-37-1 0 0,-12 28-388 0 0,1 0 0 0 0,2 2-1 0 0,51-41 1 0 0,113-68-3796 0 0,-126 92 1537 0 0,-21 17-1371 0 0,-1 3 308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49.0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95 107 704 0 0,'4'-22'1936'0'0,"9"-28"5462"0"0,-14 55-6753 0 0,-7 64 535 0 0,-3 0 0 0 0,-22 72 0 0 0,20-85-561 0 0,-5 60 1 0 0,2-10 101 0 0,4-82 599 0 0,44-266-606 0 0,-26 167-303 0 0,3 0 0 0 0,27-104 0 0 0,-34 168-267 0 0,-1 8-114 0 0,-1 1 0 0 0,0 0 1 0 0,1-1-1 0 0,-1 1 0 0 0,1 0 1 0 0,-1 0-1 0 0,1-1 0 0 0,0 1 0 0 0,0 0 1 0 0,0 0-1 0 0,0 0 0 0 0,1 0 0 0 0,-1 0 1 0 0,1 0-1 0 0,-1 0 0 0 0,2-1 1 0 0,0 4-18 0 0,0 0 0 0 0,-1 1 1 0 0,1-1-1 0 0,-1 1 0 0 0,0 0 1 0 0,1-1-1 0 0,-1 1 0 0 0,0 0 1 0 0,0 0-1 0 0,2 3 0 0 0,1 0 16 0 0,6 6-12 0 0,-1 0 0 0 0,-1 1-1 0 0,0 0 1 0 0,0 1 0 0 0,-1-1 0 0 0,0 2 0 0 0,6 15 0 0 0,36 106-121 0 0,-42-111 62 0 0,8 27-439 0 0,-3 0 1 0 0,-1 0 0 0 0,-3 1-1 0 0,-3 0 1 0 0,1 73 0 0 0,-6-103 61 0 0,-4 204-2691 0 0,-1-189 726 0 0,0-1 1 0 0,-11 38-1 0 0,1-22-1391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50.0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3 263 68 0 0,'-1'-9'609'0'0,"0"-1"-1"0"0,1 1 1 0 0,0-1 0 0 0,0 1-1 0 0,1-1 1 0 0,1 1-1 0 0,2-12 1 0 0,-2 17-456 0 0,-1 1 0 0 0,1-1 0 0 0,0 0 0 0 0,0 1 1 0 0,0 0-1 0 0,1-1 0 0 0,-1 1 0 0 0,1 0 0 0 0,0 0 0 0 0,-1 1 0 0 0,1-1 0 0 0,1 0 0 0 0,-1 1 0 0 0,0 0 0 0 0,0 0 1 0 0,1 0-1 0 0,0 0 0 0 0,-1 0 0 0 0,1 1 0 0 0,5-2 0 0 0,12-3-35 0 0,1 1 1 0 0,0 0-1 0 0,1 2 0 0 0,-1 0 0 0 0,39 1 1 0 0,115 16-1089 0 0,1 0-967 0 0,-170-13 1891 0 0,0-1 0 0 0,0-1 1 0 0,0 1-1 0 0,0-1 0 0 0,0-1 1 0 0,0 1-1 0 0,-1-1 1 0 0,1 0-1 0 0,-1-1 0 0 0,1 1 1 0 0,6-5-1 0 0,-10 5 246 0 0,1-1 1 0 0,-1 0-1 0 0,0 0 0 0 0,0 0 1 0 0,0 0-1 0 0,-1 0 0 0 0,1-1 1 0 0,-1 1-1 0 0,0-1 0 0 0,0 1 0 0 0,0-1 1 0 0,0 0-1 0 0,-1 0 0 0 0,1 0 1 0 0,-1 0-1 0 0,0 0 0 0 0,0 0 1 0 0,0-8-1 0 0,6-14 2232 0 0,-7 26-2407 0 0,0 0 1 0 0,0-1 0 0 0,0 1 0 0 0,0 0 0 0 0,1 0 0 0 0,-1 0 0 0 0,0 0 0 0 0,0 0-1 0 0,0 0 1 0 0,0 0 0 0 0,1-1 0 0 0,-1 1 0 0 0,0 0 0 0 0,0 0 0 0 0,0 0 0 0 0,1 0 0 0 0,-1 0-1 0 0,0 0 1 0 0,0 0 0 0 0,0 0 0 0 0,1 0 0 0 0,-1 0 0 0 0,0 0 0 0 0,0 0 0 0 0,0 0 0 0 0,1 0-1 0 0,-1 0 1 0 0,0 0 0 0 0,0 0 0 0 0,0 1 0 0 0,1-1 0 0 0,-1 0 0 0 0,0 0 0 0 0,0 0 0 0 0,0 0-1 0 0,1 0 1 0 0,-1 0 0 0 0,0 1 0 0 0,0-1 0 0 0,0 0 0 0 0,0 0 0 0 0,0 0 0 0 0,0 0 0 0 0,1 1-1 0 0,-1-1 1 0 0,0 0 0 0 0,0 0 0 0 0,0 0 0 0 0,0 0 0 0 0,0 1 0 0 0,0-1 0 0 0,19 47 777 0 0,-11-22-639 0 0,0-2-57 0 0,-2 0 0 0 0,-1 1 0 0 0,0-1 0 0 0,1 40 0 0 0,-4-42-69 0 0,-2-9-7 0 0,0 0 0 0 0,-1 0-1 0 0,-1 0 1 0 0,0 0 0 0 0,-1-1 0 0 0,0 1-1 0 0,0-1 1 0 0,-7 14 0 0 0,9-23-11 0 0,1-1 51 0 0,-2-1-66 0 0,1 0-1 0 0,0 0 0 0 0,0 0 1 0 0,0-1-1 0 0,-1 1 0 0 0,1 0 0 0 0,0-1 1 0 0,0 1-1 0 0,0-1 0 0 0,0 1 1 0 0,0-1-1 0 0,0 0 0 0 0,0 1 0 0 0,0-1 1 0 0,0 0-1 0 0,0 0 0 0 0,1 0 1 0 0,-1 0-1 0 0,0 0 0 0 0,0 0 0 0 0,1 0 1 0 0,-1 0-1 0 0,1 0 0 0 0,-1 0 1 0 0,1 0-1 0 0,-1 0 0 0 0,1 0 0 0 0,0 0 1 0 0,-1 0-1 0 0,1-1 0 0 0,0 1 1 0 0,0 0-1 0 0,0 0 0 0 0,0-2 0 0 0,-3-48 135 0 0,3 44-104 0 0,0-12 59 0 0,1 0 1 0 0,1 0-1 0 0,6-23 1 0 0,-6 34-43 0 0,0 0 0 0 0,0 0 0 0 0,1 0 0 0 0,0 0 0 0 0,1 1 0 0 0,0-1 0 0 0,0 1 0 0 0,0 0 0 0 0,1 0 0 0 0,7-7 0 0 0,-10 11-42 0 0,0 1 0 0 0,1 0 0 0 0,-1 0 0 0 0,0 0 0 0 0,1 1 0 0 0,0-1 0 0 0,0 0 1 0 0,-1 1-1 0 0,1 0 0 0 0,0-1 0 0 0,0 1 0 0 0,0 1 0 0 0,0-1 0 0 0,0 0 0 0 0,0 1 0 0 0,1-1 0 0 0,-1 1 1 0 0,0 0-1 0 0,0 0 0 0 0,5 1 0 0 0,-2 0-4 0 0,0 1 0 0 0,0-1 1 0 0,-1 1-1 0 0,1 1 0 0 0,0-1 0 0 0,-1 1 0 0 0,0 0 1 0 0,1 1-1 0 0,-1-1 0 0 0,5 5 0 0 0,1 2-38 0 0,0 0-1 0 0,-1 1 0 0 0,0 0 0 0 0,-1 0 1 0 0,0 1-1 0 0,0 1 0 0 0,-2-1 1 0 0,8 17-1 0 0,-6-11-225 0 0,2 0 1 0 0,22 31 0 0 0,-33-49 253 0 0,1 0 1 0 0,0 0-1 0 0,0 0 1 0 0,-1 0-1 0 0,1 0 1 0 0,0 0-1 0 0,0 0 0 0 0,-1 0 1 0 0,1-1-1 0 0,0 1 1 0 0,0 0-1 0 0,-1-1 1 0 0,1 1-1 0 0,0 0 1 0 0,-1-1-1 0 0,1 1 1 0 0,0-1-1 0 0,-1 1 1 0 0,1-1-1 0 0,-1 1 1 0 0,1-1-1 0 0,-1 1 0 0 0,1-1 1 0 0,-1 0-1 0 0,1 1 1 0 0,-1-2-1 0 0,22-22 0 0 0,-17 19-8 0 0,18-23 1 0 0,-18 20-7 0 0,2 1 1 0 0,-1-1 0 0 0,1 1 0 0 0,1 0-1 0 0,10-8 1 0 0,-15 13 3 0 0,0 0 0 0 0,0 1 0 0 0,0 0 1 0 0,0-1-1 0 0,0 1 0 0 0,0 0 0 0 0,0 0 0 0 0,1 1 0 0 0,-1-1 0 0 0,0 1 0 0 0,0-1 1 0 0,1 1-1 0 0,-1 0 0 0 0,0 1 0 0 0,1-1 0 0 0,-1 0 0 0 0,0 1 0 0 0,1 0 0 0 0,-1 0 1 0 0,6 2-1 0 0,7 4-168 0 0,0 2 1 0 0,0 0-1 0 0,0 0 1 0 0,16 15-1 0 0,-20-15-28 0 0,0 0 0 0 0,1-1-1 0 0,0 0 1 0 0,0-1-1 0 0,0 0 1 0 0,28 9-1 0 0,-35-14 166 0 0,1-1-1 0 0,-1 0 1 0 0,0 0-1 0 0,1-1 0 0 0,-1 0 1 0 0,1 0-1 0 0,-1 0 0 0 0,0-1 1 0 0,1 0-1 0 0,-1 0 0 0 0,0 0 1 0 0,0-1-1 0 0,0 0 0 0 0,0 0 1 0 0,0-1-1 0 0,0 0 0 0 0,0 0 1 0 0,-1 0-1 0 0,10-7 0 0 0,-5 0 102 0 0,0 0-1 0 0,0 0 1 0 0,-1-1-1 0 0,0 0 0 0 0,-1 0 1 0 0,-1-1-1 0 0,0 0 0 0 0,7-15 1 0 0,-10 18 31 0 0,12-24 833 0 0,30-45 0 0 0,-46 77-902 0 0,0 1 1 0 0,0-1-1 0 0,1 0 1 0 0,-1 1-1 0 0,0-1 1 0 0,1 1-1 0 0,-1-1 1 0 0,1 1-1 0 0,-1-1 1 0 0,0 1-1 0 0,1-1 1 0 0,-1 1-1 0 0,1 0 1 0 0,-1-1-1 0 0,1 1 1 0 0,0 0-1 0 0,-1-1 1 0 0,1 1-1 0 0,-1 0 1 0 0,1 0-1 0 0,0-1 1 0 0,-1 1-1 0 0,1 0 1 0 0,-1 0-1 0 0,1 0 1 0 0,0 0-1 0 0,-1 0 1 0 0,1 0-1 0 0,0 0 1 0 0,0 0-1 0 0,11 16 275 0 0,-3 30-11 0 0,-6 17-85 0 0,-2 1 1 0 0,-4-1-1 0 0,-11 72 1 0 0,-48 192-133 0 0,45-248-230 0 0,-47 244-3092 0 0,66-305 2835 0 0,0-10-1139 0 0,12-33-7014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50.4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12 720 0 0,'0'0'119'0'0,"0"0"0"0"0,0-1 0 0 0,0 1 0 0 0,0-1 0 0 0,-1 1 0 0 0,1 0 0 0 0,0-1 0 0 0,1 1 0 0 0,-1-1 0 0 0,0 1 0 0 0,0 0 0 0 0,0-1 0 0 0,0 1 0 0 0,0 0 0 0 0,0-1 0 0 0,0 1 0 0 0,1-1 0 0 0,-1 1 0 0 0,0 0 0 0 0,0-1 0 0 0,0 1 0 0 0,1 0 0 0 0,-1 0 0 0 0,0-1 0 0 0,0 1 0 0 0,1 0 0 0 0,-1 0 0 0 0,0-1 0 0 0,1 1 0 0 0,-1 0 0 0 0,0 0 0 0 0,1 0 0 0 0,-1-1 0 0 0,1 1 0 0 0,-1 0 0 0 0,0 0 0 0 0,1 0 0 0 0,-1 0 0 0 0,0 0 0 0 0,1 0 0 0 0,20 9 1924 0 0,26 30-1232 0 0,-39-31-179 0 0,117 108 1195 0 0,-113-103-1761 0 0,0 1 1 0 0,0 0 0 0 0,-2 1 0 0 0,0 0 0 0 0,0 0 0 0 0,-2 1 0 0 0,10 23-1 0 0,-16-33-102 0 0,-1 1-1 0 0,0-1 1 0 0,0 1-1 0 0,0 0 0 0 0,-1-1 1 0 0,0 1-1 0 0,0 0 1 0 0,-1-1-1 0 0,0 1 0 0 0,0 0 1 0 0,0-1-1 0 0,-1 1 1 0 0,0-1-1 0 0,-5 10 1 0 0,5-11-183 0 0,-1 0 1 0 0,1 0 0 0 0,-1 0 0 0 0,-1-1-1 0 0,1 1 1 0 0,-1-1 0 0 0,-7 8 0 0 0,8-10-227 0 0,-1 1 1 0 0,1-1-1 0 0,0 0 1 0 0,-1 0 0 0 0,1 0-1 0 0,-1 0 1 0 0,0-1 0 0 0,1 1-1 0 0,-1-1 1 0 0,0 0-1 0 0,-7 1 1 0 0,3-2-1707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50.8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1 921 408 0 0,'19'-5'947'0'0,"1"-1"1"0"0,-1-1-1 0 0,-1 0 1 0 0,1-1-1 0 0,-1-1 0 0 0,0-1 1 0 0,-1-1-1 0 0,0 0 1 0 0,-1-1-1 0 0,29-28 0 0 0,-23 18-427 0 0,-2-1 0 0 0,-1 0 0 0 0,0-2 0 0 0,-2 0-1 0 0,-1-1 1 0 0,22-46 0 0 0,-27 43-328 0 0,-2 0-1 0 0,0 0 1 0 0,-2-1 0 0 0,-1 0 0 0 0,-2 0-1 0 0,2-57 1 0 0,-6 32-15 0 0,-3-1 0 0 0,-18-102 0 0 0,19 143-126 0 0,-6-15 52 0 0,2 29-82 0 0,-4 16-26 0 0,3 1 14 0 0,1 1 0 0 0,1-1 0 0 0,-4 22 1 0 0,-3 8 49 0 0,1-5 23 0 0,1 1 0 0 0,2 0 0 0 0,2 1 1 0 0,2 0-1 0 0,1 0 0 0 0,3 0 0 0 0,1 0 0 0 0,3 0 0 0 0,1 0 0 0 0,2-1 1 0 0,2 0-1 0 0,19 55 0 0 0,-25-86-95 0 0,2 1-1 0 0,-1-1 1 0 0,2 0 0 0 0,-1 0-1 0 0,1 0 1 0 0,1-1 0 0 0,0 0-1 0 0,1 0 1 0 0,0-1 0 0 0,0 0 0 0 0,1 0-1 0 0,0-1 1 0 0,0 0 0 0 0,1-1-1 0 0,0 0 1 0 0,0 0 0 0 0,1-1-1 0 0,0-1 1 0 0,0 1 0 0 0,1-2-1 0 0,-1 0 1 0 0,1 0 0 0 0,0-1-1 0 0,0 0 1 0 0,0-1 0 0 0,0-1 0 0 0,0 0-1 0 0,1 0 1 0 0,-1-1 0 0 0,18-3-1 0 0,-5 1-111 0 0,0-2 1 0 0,0-1-1 0 0,0-1 0 0 0,0 0 0 0 0,-1-2 0 0 0,-1-1 0 0 0,1-2 1 0 0,-1 0-1 0 0,25-16 0 0 0,-31 15 59 0 0,0 0 1 0 0,-2 0-1 0 0,1-2 1 0 0,-2 0-1 0 0,1 0 1 0 0,-2-1-1 0 0,0-1 1 0 0,-1-1-1 0 0,-1 0 0 0 0,0 0 1 0 0,15-36-1 0 0,-17 31 42 0 0,-2 9 113 0 0,-2 0 1 0 0,1-1-1 0 0,-2 0 1 0 0,0 1-1 0 0,-1-2 1 0 0,0 1-1 0 0,1-27 1 0 0,-3 21 106 0 0,-1 3 452 0 0,-13 30-383 0 0,8-3-212 0 0,0 0 0 0 0,0 0 0 0 0,1 0 0 0 0,0 0 0 0 0,0 0 0 0 0,-3 22 0 0 0,-5 69-481 0 0,9-66-232 0 0,2-23 52 0 0,-7 44-1622 0 0,-7-23-5266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51.1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1 110 336 0 0,'5'-7'862'0'0,"1"-1"0"0"0,0 1 0 0 0,0 0-1 0 0,0 1 1 0 0,1 0 0 0 0,0 0 0 0 0,16-10 0 0 0,-13 11-773 0 0,-1 1-1 0 0,1 1 1 0 0,0-1-1 0 0,1 1 1 0 0,-1 1 0 0 0,19-2-1 0 0,110-14-4667 0 0,-113 14 2739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51.5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422 25 216 0 0,'-1'-2'120'0'0,"0"1"1"0"0,1-1-1 0 0,-1 1 0 0 0,0-1 0 0 0,0 1 1 0 0,0 0-1 0 0,0-1 0 0 0,0 1 0 0 0,0 0 1 0 0,-1 0-1 0 0,1 0 0 0 0,0 0 0 0 0,-1 0 1 0 0,1 0-1 0 0,0 0 0 0 0,-1 0 0 0 0,1 1 1 0 0,-1-1-1 0 0,1 0 0 0 0,-1 1 1 0 0,0-1-1 0 0,1 1 0 0 0,-1 0 0 0 0,0-1 1 0 0,1 1-1 0 0,-1 0 0 0 0,0 0 0 0 0,1 0 1 0 0,-1 0-1 0 0,0 1 0 0 0,1-1 0 0 0,-1 0 1 0 0,1 1-1 0 0,-1-1 0 0 0,0 1 1 0 0,1-1-1 0 0,-1 1 0 0 0,1 0 0 0 0,-1 0 1 0 0,1-1-1 0 0,0 1 0 0 0,-1 0 0 0 0,1 0 1 0 0,0 1-1 0 0,0-1 0 0 0,-2 1 0 0 0,-3 4 216 0 0,-1 1-1 0 0,1-1 1 0 0,0 1 0 0 0,1 0-1 0 0,0 1 1 0 0,0-1-1 0 0,-5 12 1 0 0,-4 15 311 0 0,1 1 0 0 0,2 0 1 0 0,-9 47-1 0 0,-10 115 660 0 0,10-55-705 0 0,-123 470 412 0 0,127-544-2337 0 0,-14 135 0 0 0,26-166-252 0 0,-1-24-3291 0 0</inkml:trace>
  <inkml:trace contextRef="#ctx0" brushRef="#br0" timeOffset="1">128 881 740 0 0,'11'-15'590'0'0,"0"0"0"0"0,1 0 0 0 0,1 1 1 0 0,0 1-1 0 0,1 0 0 0 0,0 1 0 0 0,1 0 0 0 0,0 2 0 0 0,1-1 0 0 0,0 2 0 0 0,1 0 1 0 0,22-8-1 0 0,9 0 318 0 0,1 2 0 0 0,0 3 1 0 0,65-8-1 0 0,-79 14-460 0 0,-11 1 521 0 0,48-2 1 0 0,-71 7-926 0 0,0 0 0 0 0,0 0 0 0 0,0 1 0 0 0,0-1 0 0 0,0 1 0 0 0,0-1 0 0 0,0 1 0 0 0,0-1 0 0 0,0 1 0 0 0,0-1 0 0 0,0 1 0 0 0,0 0 0 0 0,0 0 0 0 0,0-1 0 0 0,0 1 0 0 0,0 0 0 0 0,-1 0 0 0 0,1 0 0 0 0,0 0 0 0 0,-1 0 0 0 0,1 0 0 0 0,-1 0 0 0 0,1 0 0 0 0,-1 0 0 0 0,0 0 0 0 0,1 0 0 0 0,-1 0 0 0 0,0 1 0 0 0,0-1 0 0 0,1 2 0 0 0,1 39 505 0 0,-2-37-462 0 0,-11 198-1639 0 0,7-151-1313 0 0,-1-31-3075 0 0,2-11 2521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51.8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50 156 0 0,'2'-5'1936'0'0,"2"-6"-1156"0"0,2 7-112 0 0,1-1-104 0 0,3 3-132 0 0,0-2-124 0 0,6 2-164 0 0,1-3-208 0 0,5 3-176 0 0,-2 0-212 0 0,1 0-256 0 0,7-1-764 0 0,-1 1 340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52.2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0 784 0 0,'0'0'1510'0'0,"0"36"1720"0"0,0-21-2957 0 0,1 0 1 0 0,1 0 0 0 0,0-1-1 0 0,0 1 1 0 0,1-1 0 0 0,1 1-1 0 0,1-1 1 0 0,0 0 0 0 0,1-1-1 0 0,0 1 1 0 0,1-1 0 0 0,0 0-1 0 0,1-1 1 0 0,1 1 0 0 0,16 17-1 0 0,-22-28-214 0 0,-1 0 0 0 0,1-1 0 0 0,-1 1 1 0 0,1 0-1 0 0,0-1 0 0 0,0 0 0 0 0,-1 1 0 0 0,1-1 0 0 0,0 0 0 0 0,0-1 0 0 0,0 1 0 0 0,0 0 0 0 0,1-1 0 0 0,-1 0 0 0 0,0 0 0 0 0,0 0 0 0 0,0 0 1 0 0,0 0-1 0 0,0 0 0 0 0,0-1 0 0 0,0 0 0 0 0,0 0 0 0 0,0 1 0 0 0,4-3 0 0 0,8-4 192 0 0,-1 0 0 0 0,0 0 0 0 0,23-18 0 0 0,9-3 142 0 0,-41 25-370 0 0,0 0 0 0 0,1 1 0 0 0,-1 0 0 0 0,0 1 0 0 0,1-1 0 0 0,0 1 0 0 0,-1 0 0 0 0,1 0 0 0 0,0 1 0 0 0,-1-1 1 0 0,1 1-1 0 0,0 1 0 0 0,-1-1 0 0 0,1 1 0 0 0,0 0 0 0 0,-1 0 0 0 0,1 0 0 0 0,-1 1 0 0 0,1 0 0 0 0,-1 0 0 0 0,0 1 0 0 0,0-1 0 0 0,0 1 0 0 0,0 0 0 0 0,0 1 0 0 0,-1-1 0 0 0,1 1 1 0 0,-1 0-1 0 0,0 0 0 0 0,0 0 0 0 0,0 0 0 0 0,-1 1 0 0 0,5 7 0 0 0,25 37 69 0 0,51 103-1 0 0,-81-146-104 0 0,-2-1 164 0 0,1-1-1 0 0,0 0 1 0 0,0 0-1 0 0,0 0 1 0 0,1 0-1 0 0,-1 0 1 0 0,1 0 0 0 0,0 0-1 0 0,0-1 1 0 0,0 0-1 0 0,1 1 1 0 0,-1-1-1 0 0,1 0 1 0 0,4 2-1 0 0,-5-5-32 0 0,1 0-1 0 0,-1-1 1 0 0,0 1-1 0 0,1-1 1 0 0,-1 0 0 0 0,0 0-1 0 0,0 0 1 0 0,1 0-1 0 0,-1 0 1 0 0,4-3-1 0 0,-2 1 92 0 0,139-61 1546 0 0,-40 16-1614 0 0,169-54 0 0 0,-237 91-632 0 0,50-13-811 0 0,-79 23 745 0 0,-1 0 1 0 0,1 0 0 0 0,0 0 0 0 0,0 1-1 0 0,0 0 1 0 0,0 1 0 0 0,-1-1-1 0 0,1 2 1 0 0,0-1 0 0 0,8 3-1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52.9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57 584 0 0,'-2'-5'4367'0'0,"-1"-15"-1375"0"0,4 17-2815 0 0,1 1-1 0 0,0 0 0 0 0,0 0 1 0 0,0 0-1 0 0,0 0 0 0 0,0 0 1 0 0,1 0-1 0 0,-1 1 0 0 0,0-1 0 0 0,1 1 1 0 0,-1 0-1 0 0,6-3 0 0 0,-1 3-74 0 0,-1-1 0 0 0,0 1-1 0 0,1 0 1 0 0,-1 0-1 0 0,1 1 1 0 0,0 0-1 0 0,-1 0 1 0 0,1 1 0 0 0,7 1-1 0 0,-3 0-134 0 0,0 0 0 0 0,0 1 0 0 0,0 1 1 0 0,-1 0-1 0 0,1 0 0 0 0,-1 1 0 0 0,0 0 0 0 0,15 11 0 0 0,-22-14 38 0 0,-1 0 0 0 0,1 0-1 0 0,-1 1 1 0 0,1-1 0 0 0,-1 1 0 0 0,0-1 0 0 0,0 1 0 0 0,0 0-1 0 0,-1 0 1 0 0,1 0 0 0 0,-1 0 0 0 0,1 0 0 0 0,-1 0 0 0 0,0 0-1 0 0,0 1 1 0 0,-1-1 0 0 0,1 0 0 0 0,-1 1 0 0 0,1-1 0 0 0,-1 0-1 0 0,0 1 1 0 0,0-1 0 0 0,0 0 0 0 0,-1 1 0 0 0,1-1-1 0 0,-1 0 1 0 0,0 0 0 0 0,0 1 0 0 0,0-1 0 0 0,0 0 0 0 0,-1 0-1 0 0,1 0 1 0 0,-1 0 0 0 0,0 0 0 0 0,0 0 0 0 0,0-1 0 0 0,-4 5-1 0 0,2-3 89 0 0,0 0-1 0 0,0 0 0 0 0,1 1 1 0 0,-1-1-1 0 0,1 1 1 0 0,0 0-1 0 0,0 0 0 0 0,1 0 1 0 0,0 0-1 0 0,-1 0 1 0 0,2 1-1 0 0,-3 6 0 0 0,4-8-60 0 0,0 0 1 0 0,1-1-1 0 0,-1 1 0 0 0,1 0 0 0 0,0 0 1 0 0,0-1-1 0 0,0 1 0 0 0,0 0 0 0 0,0-1 0 0 0,1 1 1 0 0,0-1-1 0 0,0 0 0 0 0,0 1 0 0 0,0-1 0 0 0,0 0 1 0 0,1 0-1 0 0,-1 0 0 0 0,6 4 0 0 0,8 8 17 0 0,1-2-1 0 0,22 16 1 0 0,-18-15-21 0 0,-1 1 1 0 0,19 19 0 0 0,-34-30-46 0 0,-1 1 0 0 0,0-1 1 0 0,0 1-1 0 0,0 0 0 0 0,-1 1 1 0 0,1-1-1 0 0,-1 1 0 0 0,-1-1 1 0 0,1 1-1 0 0,-1 0 0 0 0,0 0 1 0 0,0 0-1 0 0,1 7 0 0 0,-3-11-45 0 0,0 1 1 0 0,0 0-1 0 0,0 0 0 0 0,-1 0 0 0 0,1 0 0 0 0,-1 0 0 0 0,1-1 1 0 0,-1 1-1 0 0,0 0 0 0 0,0 0 0 0 0,0-1 0 0 0,0 1 0 0 0,-1-1 1 0 0,1 1-1 0 0,-1-1 0 0 0,0 1 0 0 0,0-1 0 0 0,1 0 1 0 0,-1 0-1 0 0,-1 0 0 0 0,1 0 0 0 0,0 0 0 0 0,0-1 0 0 0,-1 1 1 0 0,-2 1-1 0 0,-2 1-785 0 0,0 0 0 0 0,0-1 0 0 0,0 0 0 0 0,0 0 1 0 0,-1-1-1 0 0,1 0 0 0 0,-16 2 0 0 0,8-3-1724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53.3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72 9 140 0 0,'4'-2'451'0'0,"1"1"1"0"0,0-1-1 0 0,0 1 0 0 0,-1 0 1 0 0,1 1-1 0 0,0-1 0 0 0,0 1 1 0 0,0 0-1 0 0,0 0 0 0 0,0 0 1 0 0,0 1-1 0 0,0-1 0 0 0,0 1 1 0 0,0 1-1 0 0,-1-1 0 0 0,7 3 1 0 0,4 1 208 0 0,1 2 1 0 0,-1-1-1 0 0,22 15 1 0 0,6 6 213 0 0,-1 1-1 0 0,-2 3 1 0 0,-1 2 0 0 0,36 37-1 0 0,-59-52-714 0 0,-1 0-1 0 0,0 1 0 0 0,-2 0 0 0 0,0 2 0 0 0,-1-1 0 0 0,-1 1 1 0 0,-1 1-1 0 0,-1 0 0 0 0,-1 0 0 0 0,-1 1 0 0 0,4 24 1 0 0,-7-21-84 0 0,-1 0 1 0 0,-1 1-1 0 0,-1-1 1 0 0,-1 1-1 0 0,-2-1 1 0 0,-1 1-1 0 0,0-1 1 0 0,-2 0-1 0 0,-2 0 1 0 0,0-1 0 0 0,-15 36-1 0 0,3-21-77 0 0,-1-1 1 0 0,-1-1-1 0 0,-3-1 0 0 0,-1 0 0 0 0,-2-2 0 0 0,-39 41 1 0 0,-74 60-776 0 0,122-120 273 0 0,-1-2 1 0 0,-1 0-1 0 0,0-1 0 0 0,-1 0 1 0 0,-1-2-1 0 0,-23 9 0 0 0,41-19-48 0 0,1 0-1 0 0,-1 0 0 0 0,0 0 1 0 0,-1 0-1 0 0,1-1 0 0 0,0 0 1 0 0,0 1-1 0 0,0-2 0 0 0,0 1 1 0 0,0 0-1 0 0,0-1 0 0 0,-5-1 1 0 0,-10-6-2897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53.8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512 182 244 0 0,'2'-12'879'0'0,"-1"0"-1"0"0,0-1 1 0 0,0 1-1 0 0,-2 0 1 0 0,1-1 0 0 0,-2 1-1 0 0,1 0 1 0 0,-6-18-1 0 0,6 27-750 0 0,0 0 0 0 0,0 0 0 0 0,0 0 0 0 0,-1 1 0 0 0,1-1-1 0 0,-1 0 1 0 0,1 0 0 0 0,-1 1 0 0 0,0-1 0 0 0,0 1 0 0 0,-1 0 0 0 0,1-1-1 0 0,0 1 1 0 0,-1 0 0 0 0,1 0 0 0 0,-1 1 0 0 0,0-1 0 0 0,1 1 0 0 0,-1-1-1 0 0,0 1 1 0 0,0 0 0 0 0,0 0 0 0 0,0 0 0 0 0,0 0 0 0 0,0 0 0 0 0,-1 1-1 0 0,1-1 1 0 0,0 1 0 0 0,0 0 0 0 0,0 0 0 0 0,0 0 0 0 0,-1 1 0 0 0,1-1-1 0 0,0 1 1 0 0,0 0 0 0 0,0 0 0 0 0,-6 2 0 0 0,0 0-54 0 0,0 1 0 0 0,0 0 0 0 0,1 1 0 0 0,-1 0 0 0 0,1 0 1 0 0,0 1-1 0 0,0 0 0 0 0,1 0 0 0 0,-1 1 0 0 0,2 0 0 0 0,-1 0 0 0 0,1 0 0 0 0,0 1 0 0 0,-8 14 1 0 0,3-3 13 0 0,1 0 0 0 0,0 1 1 0 0,1 0-1 0 0,2 1 1 0 0,-8 31-1 0 0,10-34-99 0 0,1 0 0 0 0,1 0 0 0 0,1 0 0 0 0,1 1 0 0 0,0-1 0 0 0,1 1 1 0 0,1-1-1 0 0,1 1 0 0 0,0-1 0 0 0,2 0 0 0 0,0 1 0 0 0,1-2 0 0 0,0 1 0 0 0,2-1 0 0 0,0 0 0 0 0,1 0 0 0 0,15 23 0 0 0,6-4-237 0 0,48 49-1 0 0,-51-59 97 0 0,-2 0 1 0 0,0 2-1 0 0,26 41 0 0 0,-48-66 155 0 0,-1-1 1 0 0,1 0 0 0 0,-1 1-1 0 0,0-1 1 0 0,0 1 0 0 0,0-1-1 0 0,0 1 1 0 0,0 0 0 0 0,0-1-1 0 0,-1 1 1 0 0,0 0 0 0 0,1 0-1 0 0,-1-1 1 0 0,0 1 0 0 0,0 0-1 0 0,0 0 1 0 0,-1 0 0 0 0,1-1-1 0 0,-1 1 1 0 0,1 0 0 0 0,-1-1-1 0 0,0 1 1 0 0,-1 3 0 0 0,-1-2 8 0 0,0-1 1 0 0,0 1-1 0 0,0-1 0 0 0,0 0 1 0 0,0 0-1 0 0,-1 0 1 0 0,0 0-1 0 0,1-1 1 0 0,-1 1-1 0 0,0-1 1 0 0,0 0-1 0 0,0 0 0 0 0,-5 1 1 0 0,-10 3 32 0 0,1-1 0 0 0,-1-1 1 0 0,0 0-1 0 0,0-1 0 0 0,-33 0 1 0 0,32-4-106 0 0,0 0 0 0 0,1-2 0 0 0,-1 0 0 0 0,1-1 0 0 0,0 0 0 0 0,-31-13 0 0 0,36 11-488 0 0,1 0 0 0 0,0-1-1 0 0,-23-16 1 0 0,28 16-499 0 0,-1 0-1 0 0,2 0 0 0 0,-1-1 0 0 0,1 1 0 0 0,-12-18 0 0 0,10 8-1757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54.2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33 956 0 0,'44'-20'8834'0'0,"-2"51"-6153"0"0,15 49-1037 0 0,-48-64-1515 0 0,1 0 1 0 0,0-1-1 0 0,1-1 1 0 0,1 0-1 0 0,0-1 1 0 0,0 0-1 0 0,2 0 1 0 0,26 18-1 0 0,-39-30-127 0 0,1 0-1 0 0,0 0 1 0 0,0 0 0 0 0,-1-1-1 0 0,1 1 1 0 0,0-1-1 0 0,0 1 1 0 0,0-1 0 0 0,0 0-1 0 0,-1 1 1 0 0,1-1 0 0 0,0 0-1 0 0,0 0 1 0 0,0 0-1 0 0,0-1 1 0 0,0 1 0 0 0,0 0-1 0 0,-1-1 1 0 0,1 1 0 0 0,0-1-1 0 0,2-1 1 0 0,0 0-5 0 0,0 0-1 0 0,-1-1 1 0 0,0 1 0 0 0,1-1 0 0 0,-1 0 0 0 0,0 0 0 0 0,0 0-1 0 0,-1-1 1 0 0,4-4 0 0 0,3-6 23 0 0,-2 0-1 0 0,1-1 1 0 0,10-30 0 0 0,40-97 1918 0 0,-58 141-1921 0 0,0 1-1 0 0,1-1 1 0 0,-1 1-1 0 0,0 0 1 0 0,0-1 0 0 0,0 1-1 0 0,1-1 1 0 0,-1 1-1 0 0,0 0 1 0 0,0-1-1 0 0,1 1 1 0 0,-1 0 0 0 0,0 0-1 0 0,0-1 1 0 0,1 1-1 0 0,-1 0 1 0 0,0 0 0 0 0,1-1-1 0 0,-1 1 1 0 0,1 0-1 0 0,-1 0 1 0 0,0 0 0 0 0,1 0-1 0 0,-1-1 1 0 0,1 1-1 0 0,-1 0 1 0 0,0 0 0 0 0,1 0-1 0 0,-1 0 1 0 0,1 0-1 0 0,-1 0 1 0 0,1 0 0 0 0,-1 0-1 0 0,0 0 1 0 0,1 0-1 0 0,-1 1 1 0 0,1-1 0 0 0,-1 0-1 0 0,1 0 1 0 0,17 16 203 0 0,8 27-82 0 0,-14-10-274 0 0,-2 1 0 0 0,-1 0 0 0 0,5 45 1 0 0,-7 47-3654 0 0,-4-104 2545 0 0,0-1-1036 0 0,-5-9-2770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54.9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1 107 600 0 0,'2'-12'1305'0'0,"0"-1"-1"0"0,1 1 0 0 0,0 1 1 0 0,1-1-1 0 0,1 0 1 0 0,0 1-1 0 0,7-13 1121 0 0,-8 28-1949 0 0,8 10-202 0 0,0 0 0 0 0,-2 0 0 0 0,1 1-1 0 0,-2 0 1 0 0,0 1 0 0 0,-1 0-1 0 0,-1 1 1 0 0,6 17 0 0 0,1 9 20 0 0,-2 1 1 0 0,7 49 0 0 0,-14-7-144 0 0,-12-104 134 0 0,-2-18-196 0 0,7 17-12 0 0,2 0 0 0 0,0 0 0 0 0,1 0 0 0 0,6-37 0 0 0,-5 46-58 0 0,1 0-1 0 0,0 0 1 0 0,0 0-1 0 0,0 0 1 0 0,1 1-1 0 0,1-1 1 0 0,0 1 0 0 0,0 0-1 0 0,1 0 1 0 0,10-12-1 0 0,-14 19-22 0 0,0 1-1 0 0,-1-1 1 0 0,1 1-1 0 0,0-1 1 0 0,0 1-1 0 0,0 0 1 0 0,0 0 0 0 0,0 0-1 0 0,0 0 1 0 0,0 0-1 0 0,1 0 1 0 0,-1 1-1 0 0,0-1 1 0 0,0 1-1 0 0,1-1 1 0 0,-1 1-1 0 0,0 0 1 0 0,1 0 0 0 0,-1 0-1 0 0,4 1 1 0 0,0 0-4 0 0,-1 0 0 0 0,0 1 0 0 0,0-1 0 0 0,0 1 0 0 0,-1 1 1 0 0,1-1-1 0 0,0 1 0 0 0,8 6 0 0 0,-4-1-9 0 0,1 0 0 0 0,-1 0 0 0 0,0 2 0 0 0,-1-1 1 0 0,0 1-1 0 0,0 0 0 0 0,6 12 0 0 0,-5-2-29 0 0,0 2 0 0 0,-1-1-1 0 0,-2 1 1 0 0,6 30 0 0 0,-2-11-40 0 0,-9-18 353 0 0,-2-33-220 0 0,0 0 1 0 0,0-1 0 0 0,0 1-1 0 0,2-1 1 0 0,-1 1 0 0 0,1 0-1 0 0,1-1 1 0 0,0 1 0 0 0,0 0-1 0 0,1 0 1 0 0,6-16-1 0 0,-2 11 33 0 0,-1 0-1 0 0,2 0 0 0 0,0 0 0 0 0,1 1 1 0 0,1 0-1 0 0,20-23 0 0 0,-27 33-81 0 0,1 0 0 0 0,1 1 0 0 0,-1-1 1 0 0,1 1-1 0 0,-1-1 0 0 0,1 1 0 0 0,0 1 0 0 0,0-1 0 0 0,0 1 1 0 0,1 0-1 0 0,-1 0 0 0 0,0 0 0 0 0,1 1 0 0 0,-1 0 0 0 0,1 0 1 0 0,0 0-1 0 0,-1 1 0 0 0,1 0 0 0 0,0 0 0 0 0,-1 0 0 0 0,1 1 1 0 0,-1 0-1 0 0,1 0 0 0 0,0 0 0 0 0,-1 1 0 0 0,0 0 0 0 0,1 0 1 0 0,-1 0-1 0 0,0 0 0 0 0,0 1 0 0 0,0 0 0 0 0,-1 0 0 0 0,1 1 1 0 0,-1-1-1 0 0,1 1 0 0 0,-1 0 0 0 0,0 0 0 0 0,-1 0 0 0 0,1 0 1 0 0,-1 1-1 0 0,0 0 0 0 0,0-1 0 0 0,0 1 0 0 0,0 0 0 0 0,-1 1 1 0 0,0-1-1 0 0,2 8 0 0 0,2 13-555 0 0,-2-1 0 0 0,0 1 1 0 0,-2 0-1 0 0,-1 1 0 0 0,-3 29 1 0 0,2-4-2011 0 0,-7-11-3900 0 0,3-31 3426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55.8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1 115 752 0 0,'20'-57'7353'0'0,"-20"57"-7283"0"0,1 0-1 0 0,-1-1 0 0 0,1 1 0 0 0,0 0 0 0 0,-1-1 1 0 0,1 1-1 0 0,-1 0 0 0 0,1 0 0 0 0,0-1 0 0 0,-1 1 1 0 0,1 0-1 0 0,0 0 0 0 0,-1 0 0 0 0,1 0 0 0 0,0 0 1 0 0,-1 0-1 0 0,1 0 0 0 0,0 0 0 0 0,-1 0 0 0 0,1 0 1 0 0,0 0-1 0 0,-1 1 0 0 0,1-1 0 0 0,0 0 0 0 0,-1 0 1 0 0,1 1-1 0 0,-1-1 0 0 0,1 0 0 0 0,0 1 0 0 0,-1-1 1 0 0,1 1-1 0 0,-1-1 0 0 0,1 0 0 0 0,-1 1 1 0 0,0 0-1 0 0,1-1 0 0 0,-1 1 0 0 0,1-1 0 0 0,-1 1 1 0 0,1 0-1 0 0,23 26 570 0 0,-22-25-413 0 0,11 18-25 0 0,-1-1 0 0 0,-1 2-1 0 0,-1 0 1 0 0,0 0-1 0 0,-2 1 1 0 0,0 0-1 0 0,-2 0 1 0 0,0 1 0 0 0,-1 0-1 0 0,-2 0 1 0 0,0 0-1 0 0,-1 26 1 0 0,-2-47-197 0 0,0 0 0 0 0,0 0-1 0 0,0 0 1 0 0,0 0 0 0 0,-1 0 0 0 0,1 0 0 0 0,0-1 0 0 0,-1 1-1 0 0,0 0 1 0 0,1 0 0 0 0,-1 0 0 0 0,0 0 0 0 0,0-1 0 0 0,0 1-1 0 0,0 0 1 0 0,0-1 0 0 0,-1 1 0 0 0,1-1 0 0 0,0 1 0 0 0,-1-1-1 0 0,1 0 1 0 0,-1 1 0 0 0,-2 0 0 0 0,4-1 13 0 0,-27-16 67 0 0,22 9-56 0 0,1 0 0 0 0,0 0 0 0 0,0-1 0 0 0,1 1 0 0 0,0-1-1 0 0,0 0 1 0 0,0 0 0 0 0,1 0 0 0 0,0 0 0 0 0,1-1 0 0 0,-1 1 0 0 0,1 0-1 0 0,1-1 1 0 0,-1 1 0 0 0,2-9 0 0 0,0-5 82 0 0,0 0 1 0 0,2 0-1 0 0,0 1 1 0 0,8-24-1 0 0,-10 39-92 0 0,1-1-1 0 0,-1 1 1 0 0,2 0-1 0 0,-1-1 0 0 0,0 1 1 0 0,1 1-1 0 0,0-1 0 0 0,0 0 1 0 0,1 1-1 0 0,-1-1 1 0 0,1 1-1 0 0,0 0 0 0 0,0 0 1 0 0,0 0-1 0 0,0 1 1 0 0,1 0-1 0 0,0 0 0 0 0,0 0 1 0 0,-1 0-1 0 0,2 1 0 0 0,-1-1 1 0 0,0 1-1 0 0,0 1 1 0 0,1-1-1 0 0,-1 1 0 0 0,9-1 1 0 0,-6 1-16 0 0,1 1 0 0 0,-1 0 0 0 0,0 1 0 0 0,0 0 0 0 0,0 0 0 0 0,0 1 1 0 0,0 0-1 0 0,0 1 0 0 0,0-1 0 0 0,-1 1 0 0 0,1 1 0 0 0,-1 0 0 0 0,0 0 0 0 0,0 0 0 0 0,0 1 1 0 0,0 0-1 0 0,9 9 0 0 0,-1 3-55 0 0,-1 1 0 0 0,-1 1 0 0 0,-1 0 0 0 0,-1 1 0 0 0,0 0 0 0 0,-1 0 0 0 0,9 30 0 0 0,-7-21-106 0 0,-1-9-304 0 0,-7-35 343 0 0,0-10 160 0 0,-1 10-28 0 0,3-17 15 0 0,1 2 0 0 0,2-1 0 0 0,12-29-1 0 0,-17 51 0 0 0,1-1 0 0 0,0 1-1 0 0,0 1 1 0 0,1-1-1 0 0,0 1 1 0 0,1 0-1 0 0,0 0 1 0 0,0 1-1 0 0,0 0 1 0 0,1 0-1 0 0,0 1 1 0 0,0 0 0 0 0,14-8-1 0 0,-18 13 5 0 0,1-1-1 0 0,-1 0 1 0 0,0 1-1 0 0,1 0 1 0 0,-1 0-1 0 0,1 1 1 0 0,0-1 0 0 0,-1 1-1 0 0,1 0 1 0 0,-1 0-1 0 0,1 0 1 0 0,0 1-1 0 0,-1 0 1 0 0,1 0-1 0 0,-1 0 1 0 0,1 0-1 0 0,-1 1 1 0 0,0-1 0 0 0,0 1-1 0 0,1 0 1 0 0,-1 0-1 0 0,-1 1 1 0 0,1 0-1 0 0,5 3 1 0 0,10 9 126 0 0,-1 1 0 0 0,0 1 0 0 0,20 25 0 0 0,-23-26-95 0 0,16 19 62 0 0,-11-11-4 0 0,1-1-1 0 0,0-1 1 0 0,2-1-1 0 0,36 25 1 0 0,-51-41-103 0 0,0 0 1 0 0,1 0 0 0 0,0-1 0 0 0,-1-1 0 0 0,2 1-1 0 0,-1-1 1 0 0,0-1 0 0 0,0 0 0 0 0,1 0 0 0 0,-1-1-1 0 0,1 0 1 0 0,0-1 0 0 0,-1 0 0 0 0,1 0 0 0 0,-1-1 0 0 0,1 0-1 0 0,-1-1 1 0 0,17-5 0 0 0,-18 5-37 0 0,0-1-1 0 0,0-1 1 0 0,0 1-1 0 0,-1-1 1 0 0,1-1-1 0 0,-1 1 1 0 0,0-1-1 0 0,0-1 1 0 0,0 1-1 0 0,-1-1 1 0 0,0 0-1 0 0,0 0 1 0 0,0-1-1 0 0,-1 0 1 0 0,0 0-1 0 0,0 0 1 0 0,-1-1-1 0 0,0 0 1 0 0,5-13 0 0 0,-5 8-27 0 0,0 0 1 0 0,-1 0-1 0 0,-1 0 0 0 0,0 0 1 0 0,0-1-1 0 0,-2 1 1 0 0,0 0-1 0 0,0-1 1 0 0,-1 1-1 0 0,-1 0 1 0 0,0-1-1 0 0,-5-14 1 0 0,7 24 28 0 0,-2 0 0 0 0,1 1 0 0 0,0-1 0 0 0,-1 1 0 0 0,1-1 0 0 0,-1 1 0 0 0,0 0 0 0 0,-1-1 0 0 0,1 1-1 0 0,0 0 1 0 0,-1 1 0 0 0,1-1 0 0 0,-1 0 0 0 0,0 1 0 0 0,-6-5 0 0 0,8 7-19 0 0,-25 14-21 0 0,21-9 73 0 0,1 1 1 0 0,0-1-1 0 0,0 1 1 0 0,1 0-1 0 0,0 0 0 0 0,0 1 1 0 0,0-1-1 0 0,1 1 1 0 0,0-1-1 0 0,0 1 0 0 0,1 0 1 0 0,0 0-1 0 0,0-1 1 0 0,0 1-1 0 0,1 0 1 0 0,0 0-1 0 0,0 0 0 0 0,1 0 1 0 0,2 11-1 0 0,0-6-75 0 0,-1 0-1 0 0,2-1 0 0 0,0 1 0 0 0,0-1 1 0 0,1 0-1 0 0,0 0 0 0 0,1 0 1 0 0,1-1-1 0 0,-1 1 0 0 0,10 10 0 0 0,-5-9-531 0 0,1 0 0 0 0,0 0 0 0 0,24 17 0 0 0,-31-26-378 0 0,1 1 1 0 0,0-1-1 0 0,-1 0 0 0 0,1-1 0 0 0,1 1 1 0 0,-1-1-1 0 0,9 2 0 0 0,0-2-2427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56.1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78 748 0 0,'-6'-15'1096'0'0,"-2"2"-100"0"0,6 4-108 0 0,-2 0-96 0 0,2 0-84 0 0,4 0-103 0 0,2 3-113 0 0,4 1-112 0 0,4 3-160 0 0,3 2-136 0 0,5 0-160 0 0,10 5-168 0 0,3 3-164 0 0,0 1-641 0 0,-5 2-1131 0 0,13 3 496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57.0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7 24 0 0,'0'0'975'0'0,"-8"22"3942"0"0,9-6-4522 0 0,1 0 0 0 0,1 0 0 0 0,1 0 0 0 0,0 0 0 0 0,7 17 0 0 0,12 50 287 0 0,-21-64-533 0 0,0 1 0 0 0,-1-1 0 0 0,0 0 0 0 0,-4 27 0 0 0,1-37-80 0 0,1 1 0 0 0,-1 0-1 0 0,-1-1 1 0 0,0 0 0 0 0,0 0 0 0 0,-1 0 0 0 0,0 0-1 0 0,-1 0 1 0 0,1-1 0 0 0,-10 13 0 0 0,13-20-52 0 0,1 0-1 0 0,-1 0 1 0 0,0 0 0 0 0,0 0 0 0 0,0 0 0 0 0,1 0 0 0 0,-1 0 0 0 0,0 0 0 0 0,0 0 0 0 0,0-1 0 0 0,0 1 0 0 0,-1 0 0 0 0,1 0-1 0 0,0-1 1 0 0,0 1 0 0 0,0-1 0 0 0,0 1 0 0 0,-1-1 0 0 0,1 0 0 0 0,0 1 0 0 0,-1-1 0 0 0,1 0 0 0 0,0 0 0 0 0,-2 0-1 0 0,2 0-2 0 0,0-1-1 0 0,0 0 0 0 0,-1 1 0 0 0,1-1 0 0 0,0 0 0 0 0,0 0 0 0 0,0 0 0 0 0,0 0 1 0 0,1 0-1 0 0,-1 0 0 0 0,0 0 0 0 0,0 0 0 0 0,1 0 0 0 0,-1 0 0 0 0,0-1 0 0 0,1 1 1 0 0,-1 0-1 0 0,0-3 0 0 0,-1-5 74 0 0,-1 0 1 0 0,1-1-1 0 0,1 0 1 0 0,-1-17-1 0 0,3 14 9 0 0,0-1 0 0 0,0 0 1 0 0,1 0-1 0 0,1 1 0 0 0,1-1 0 0 0,0 1 0 0 0,0 0 1 0 0,1 0-1 0 0,1 1 0 0 0,0-1 0 0 0,1 1 0 0 0,0 0 0 0 0,1 1 1 0 0,1 0-1 0 0,-1 0 0 0 0,2 1 0 0 0,11-11 0 0 0,-13 14-1 0 0,0 1 1 0 0,0 0-1 0 0,1 0 0 0 0,-1 0 0 0 0,1 1 0 0 0,1 1 0 0 0,-1 0 0 0 0,1 0 0 0 0,-1 1 0 0 0,1 0 0 0 0,0 0 1 0 0,0 1-1 0 0,0 1 0 0 0,1 0 0 0 0,-1 0 0 0 0,0 1 0 0 0,1 0 0 0 0,-1 0 0 0 0,0 2 0 0 0,0-1 0 0 0,0 1 1 0 0,0 0-1 0 0,18 8 0 0 0,11 8 155 0 0,-2 1-1 0 0,67 47 1 0 0,-16-10-35 0 0,-55-36-294 0 0,1-2 0 0 0,1-2 0 0 0,0-1 1 0 0,1-2-1 0 0,1-1 0 0 0,73 13 0 0 0,-87-21-41 0 0,0-2 0 0 0,1 0 0 0 0,-1-2 0 0 0,0-1-1 0 0,1 0 1 0 0,-1-2 0 0 0,0-1 0 0 0,0-1 0 0 0,-1 0 0 0 0,0-2 0 0 0,1-1-1 0 0,37-18 1 0 0,-53 21 122 0 0,0 1 0 0 0,-1-1-1 0 0,1-1 1 0 0,-1 1 0 0 0,0-1-1 0 0,-1 0 1 0 0,1 0 0 0 0,-1-1-1 0 0,0 1 1 0 0,-1-1 0 0 0,0 0 0 0 0,0-1-1 0 0,0 1 1 0 0,-1-1 0 0 0,0 1-1 0 0,0-1 1 0 0,-1 0 0 0 0,0 0-1 0 0,-1 0 1 0 0,2-11 0 0 0,-3 13 28 0 0,1 0 1 0 0,-1 1-1 0 0,-1-1 1 0 0,1 1-1 0 0,-1-1 1 0 0,1 0-1 0 0,-2 1 1 0 0,1-1-1 0 0,-1 1 1 0 0,1 0-1 0 0,-1 0 1 0 0,-1-1-1 0 0,1 1 1 0 0,-1 0-1 0 0,0 1 1 0 0,0-1-1 0 0,0 0 1 0 0,-1 1 0 0 0,0 0-1 0 0,0 0 1 0 0,0 0-1 0 0,0 0 1 0 0,0 1-1 0 0,-1-1 1 0 0,0 1-1 0 0,1 0 1 0 0,-1 1-1 0 0,0-1 1 0 0,-1 1-1 0 0,-6-2 1 0 0,4 2 18 0 0,0 0 0 0 0,0 1 1 0 0,-1 0-1 0 0,1 0 0 0 0,0 1 0 0 0,0 0 1 0 0,0 0-1 0 0,-1 1 0 0 0,1 0 0 0 0,0 1 1 0 0,0 0-1 0 0,0 0 0 0 0,0 0 1 0 0,1 1-1 0 0,-1 1 0 0 0,1-1 0 0 0,-1 1 1 0 0,1 0-1 0 0,-10 8 0 0 0,12-8-30 0 0,0 0-1 0 0,1 0 1 0 0,-1 1-1 0 0,1-1 1 0 0,0 1 0 0 0,0 0-1 0 0,0 0 1 0 0,1 0-1 0 0,-1 1 1 0 0,1-1-1 0 0,1 1 1 0 0,-1 0 0 0 0,1 0-1 0 0,0 0 1 0 0,0 0-1 0 0,1 0 1 0 0,0 0-1 0 0,0 0 1 0 0,0 1 0 0 0,1-1-1 0 0,0 0 1 0 0,0 1-1 0 0,0-1 1 0 0,1 0-1 0 0,0 0 1 0 0,3 9 0 0 0,-2-7-34 0 0,1 0 1 0 0,0 0-1 0 0,0 0 1 0 0,1 0 0 0 0,0-1-1 0 0,0 0 1 0 0,1 1 0 0 0,0-2-1 0 0,0 1 1 0 0,1-1 0 0 0,0 1-1 0 0,0-2 1 0 0,0 1-1 0 0,1-1 1 0 0,0 0 0 0 0,0 0-1 0 0,0 0 1 0 0,0-1 0 0 0,1-1-1 0 0,0 1 1 0 0,-1-1 0 0 0,2 0-1 0 0,-1-1 1 0 0,0 0-1 0 0,0 0 1 0 0,1-1 0 0 0,-1 0-1 0 0,0 0 1 0 0,1-1 0 0 0,-1 0-1 0 0,1-1 1 0 0,-1 0 0 0 0,1 0-1 0 0,7-3 1 0 0,-2 0-13 0 0,0 0 1 0 0,-1-2-1 0 0,1 0 0 0 0,-1 0 1 0 0,-1-1-1 0 0,1-1 0 0 0,-2 0 1 0 0,1-1-1 0 0,-1 0 0 0 0,20-21 1 0 0,-9 5 74 0 0,-1-1 0 0 0,-2-2 0 0 0,28-50-1 0 0,-33 52 208 0 0,2 1-1 0 0,33-44 1 0 0,-48 69-251 0 0,0 0-1 0 0,-1 0 1 0 0,1-1-1 0 0,0 1 1 0 0,0 0 0 0 0,-1 0-1 0 0,1 0 1 0 0,0 0 0 0 0,0 0-1 0 0,-1 0 1 0 0,1 0 0 0 0,0 0-1 0 0,0 0 1 0 0,-1 1-1 0 0,1-1 1 0 0,0 0 0 0 0,-1 0-1 0 0,1 1 1 0 0,0-1 0 0 0,-1 0-1 0 0,1 1 1 0 0,0-1 0 0 0,-1 1-1 0 0,1-1 1 0 0,-1 1-1 0 0,1-1 1 0 0,0 1 0 0 0,-1-1-1 0 0,1 1 1 0 0,-1-1 0 0 0,0 1-1 0 0,1 0 1 0 0,-1-1 0 0 0,0 1-1 0 0,1 0 1 0 0,-1 1-1 0 0,18 27 73 0 0,7 29 59 0 0,-3 2-1 0 0,-2 0 1 0 0,-3 1-1 0 0,-2 1 1 0 0,-3 1 0 0 0,-3 0-1 0 0,1 99 1 0 0,-41 447 457 0 0,29-590-580 0 0,-36 315 236 0 0,22-231-124 0 0,-36 121 0 0 0,49-214-114 0 0,-8 28 37 0 0,-26 60 0 0 0,33-89-13 0 0,0-1 1 0 0,0 0-1 0 0,0 0 1 0 0,-1-1-1 0 0,-1 0 1 0 0,1 1-1 0 0,-1-2 1 0 0,0 1-1 0 0,-1-1 1 0 0,1 0-1 0 0,-1 0 1 0 0,-1 0-1 0 0,-9 5 1 0 0,13-10 0 0 0,1 1 0 0 0,-1-1 0 0 0,0 0 0 0 0,0 0 0 0 0,1-1 0 0 0,-1 1 0 0 0,0-1 0 0 0,0 0 0 0 0,0 0 0 0 0,0 0 0 0 0,0 0 1 0 0,1-1-1 0 0,-1 1 0 0 0,0-1 0 0 0,0 0 0 0 0,1-1 0 0 0,-1 1 0 0 0,0 0 0 0 0,1-1 0 0 0,-1 0 0 0 0,1 0 0 0 0,0 0 1 0 0,0 0-1 0 0,0 0 0 0 0,-3-4 0 0 0,-8-6 117 0 0,0-2 0 0 0,1 0 1 0 0,-19-28-1 0 0,25 33-95 0 0,-11-17 83 0 0,1-2-1 0 0,2 0 1 0 0,1-1-1 0 0,1 0 0 0 0,1-1 1 0 0,2 0-1 0 0,1-1 1 0 0,-9-58-1 0 0,7 5 86 0 0,4-1 1 0 0,3-96-1 0 0,5 120-166 0 0,3 0 1 0 0,2 0-1 0 0,28-115 0 0 0,-24 142-242 0 0,1 1 1 0 0,2-1-1 0 0,1 2 1 0 0,2 0-1 0 0,1 1 1 0 0,1 0-1 0 0,2 1 1 0 0,32-36-1 0 0,-10 20-915 0 0,2 2 0 0 0,2 2-1 0 0,2 2 1 0 0,1 2 0 0 0,96-55 0 0 0,4 17-4704 0 0,-116 60 2634 0 0,13-5-541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57.6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 33 12125 0 0,'10'-11'40'0'0,"13"-11"6"0"0,-16 24 89 0 0,-9 16 161 0 0,-16 53 407 0 0,-11 43 416 0 0,-19 152 1 0 0,33-167-688 0 0,8-62-32 0 0,2 1-1 0 0,-1 39 549 0 0,6-82-778 0 0,30-313 695 0 0,-17 238-586 0 0,2 2 1 0 0,28-81-1 0 0,-42 156-243 0 0,14-31 199 0 0,-15 33-229 0 0,1 1 0 0 0,-1-1 0 0 0,1 0 0 0 0,-1 0-1 0 0,1 0 1 0 0,0 0 0 0 0,0 1 0 0 0,-1-1 0 0 0,1 0 0 0 0,0 1 0 0 0,0-1-1 0 0,0 0 1 0 0,0 1 0 0 0,0-1 0 0 0,0 1 0 0 0,0 0 0 0 0,0-1-1 0 0,0 1 1 0 0,0 0 0 0 0,0-1 0 0 0,0 1 0 0 0,0 0 0 0 0,0 0 0 0 0,0 0-1 0 0,0 0 1 0 0,0 0 0 0 0,0 0 0 0 0,0 0 0 0 0,0 1 0 0 0,0-1-1 0 0,0 0 1 0 0,0 0 0 0 0,0 1 0 0 0,1 0 0 0 0,6 4 4 0 0,-1 0-1 0 0,0 1 1 0 0,0 0 0 0 0,0 0-1 0 0,-1 0 1 0 0,0 1 0 0 0,0 0-1 0 0,-1 0 1 0 0,1 1 0 0 0,-2 0-1 0 0,1 0 1 0 0,-1 0 0 0 0,0 0 0 0 0,-1 0-1 0 0,4 14 1 0 0,5 21 36 0 0,14 79 0 0 0,-26-121-46 0 0,19 159-1258 0 0,-2 231 1 0 0,-12-176-2288 0 0,-6-110-399 0 0,0-61 78 0 0,-1 2 213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59.4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1108 1216 0 0,'-4'-9'797'0'0,"-1"-1"0"0"0,2 1-1 0 0,-1-1 1 0 0,1 0 0 0 0,1 0-1 0 0,0-1 1 0 0,-1-12 0 0 0,3 20-631 0 0,1-1 0 0 0,-1 0 0 0 0,1 0 0 0 0,-1 0 0 0 0,1 1-1 0 0,0-1 1 0 0,1 0 0 0 0,-1 1 0 0 0,0-1 0 0 0,1 1 0 0 0,0-1 0 0 0,0 1 0 0 0,0 0 0 0 0,0 0 0 0 0,1 0 0 0 0,-1 0 0 0 0,1 0 0 0 0,0 0 0 0 0,0 1 0 0 0,0 0 0 0 0,0-1-1 0 0,7-3 1 0 0,7-3 43 0 0,1 0 0 0 0,0 1 1 0 0,1 0-1 0 0,0 2 0 0 0,32-7 0 0 0,100-9-165 0 0,-100 20-365 0 0,0 1 1 0 0,0 4-1 0 0,0 1 0 0 0,62 14 0 0 0,-110-18 345 0 0,0 1 0 0 0,0 0 0 0 0,0 1 0 0 0,1-1 0 0 0,-1 1 0 0 0,0-1 0 0 0,0 1 0 0 0,-1 0-1 0 0,1 0 1 0 0,0 0 0 0 0,-1 0 0 0 0,1 1 0 0 0,-1-1 0 0 0,0 1 0 0 0,0-1 0 0 0,0 1 0 0 0,0 0 0 0 0,0 0 0 0 0,0 0 0 0 0,-1 0 0 0 0,1 0 0 0 0,-1 0 0 0 0,0 1 0 0 0,0-1 0 0 0,0 0-1 0 0,-1 1 1 0 0,1-1 0 0 0,-1 0 0 0 0,0 4 0 0 0,2 15 187 0 0,-2-1-1 0 0,0 1 1 0 0,-6 33-1 0 0,3-23-41 0 0,-6 48 262 0 0,-2 55 1995 0 0,14-138-2352 0 0,-1 0-1 0 0,1-1 0 0 0,-1 1 0 0 0,0-1 0 0 0,0 1 0 0 0,0-1 1 0 0,0 0-1 0 0,0 0 0 0 0,-1 0 0 0 0,2-6 0 0 0,1-1 75 0 0,44-107 622 0 0,-30 69-388 0 0,2 1 0 0 0,2 1 0 0 0,2 1 0 0 0,52-76 0 0 0,-74 120-371 0 0,-1 0 0 0 0,1 0-1 0 0,-1 0 1 0 0,1 1-1 0 0,0-1 1 0 0,0 0-1 0 0,0 1 1 0 0,0-1-1 0 0,0 1 1 0 0,0-1 0 0 0,0 1-1 0 0,0 0 1 0 0,1 0-1 0 0,-1 0 1 0 0,0 0-1 0 0,1 1 1 0 0,-1-1-1 0 0,1 0 1 0 0,-1 1 0 0 0,0 0-1 0 0,1-1 1 0 0,0 1-1 0 0,-1 0 1 0 0,1 1-1 0 0,-1-1 1 0 0,0 0-1 0 0,1 1 1 0 0,-1-1 0 0 0,1 1-1 0 0,-1 0 1 0 0,1 0-1 0 0,-1 0 1 0 0,0 0-1 0 0,0 0 1 0 0,0 0-1 0 0,1 0 1 0 0,1 3 0 0 0,8 5 2 0 0,-1 1 1 0 0,0 1 0 0 0,-1 0 0 0 0,0 0 0 0 0,8 14-1 0 0,-2-5-5 0 0,46 68-94 0 0,-39-53-172 0 0,46 53-1 0 0,-62-79 194 0 0,1-1-1 0 0,0-1 1 0 0,0 0-1 0 0,1 0 1 0 0,0 0-1 0 0,0-1 1 0 0,1-1-1 0 0,0 1 1 0 0,0-2-1 0 0,0 1 1 0 0,13 3-1 0 0,-18-7 49 0 0,1 0 0 0 0,-1 0 0 0 0,1-1 0 0 0,-1 1 1 0 0,1-1-1 0 0,-1 0 0 0 0,1-1 0 0 0,-1 1 0 0 0,1-1 0 0 0,-1 0 0 0 0,1 0 0 0 0,-1-1 0 0 0,0 0 0 0 0,0 0 1 0 0,1 0-1 0 0,-1 0 0 0 0,-1-1 0 0 0,1 0 0 0 0,0 0 0 0 0,-1 0 0 0 0,1-1 0 0 0,-1 1 0 0 0,0-1 1 0 0,0 0-1 0 0,-1-1 0 0 0,6-7 0 0 0,7-11 34 0 0,-2-1 0 0 0,-1 0 1 0 0,-1-1-1 0 0,12-34 0 0 0,3-4 199 0 0,-19 44-117 0 0,-7 15-75 0 0,0 1 1 0 0,0 0 0 0 0,1 0 0 0 0,-1 0-1 0 0,1 0 1 0 0,0 0 0 0 0,0 0 0 0 0,3-4-1 0 0,-4 6-21 0 0,1 1 1 0 0,-1-1-1 0 0,0 0 0 0 0,0 1 0 0 0,1-1 0 0 0,-1 1 0 0 0,0 0 0 0 0,1-1 0 0 0,-1 1 0 0 0,0 0 1 0 0,1 0-1 0 0,-1-1 0 0 0,1 1 0 0 0,-1 0 0 0 0,0 1 0 0 0,1-1 0 0 0,-1 0 0 0 0,1 0 0 0 0,-1 1 0 0 0,0-1 1 0 0,1 0-1 0 0,-1 1 0 0 0,0-1 0 0 0,1 1 0 0 0,1 1 0 0 0,20 11-3 0 0,0 1 0 0 0,-1 1-1 0 0,0 1 1 0 0,35 35 0 0 0,-5-6-78 0 0,-41-36 77 0 0,14 13-150 0 0,1-2 0 0 0,0-1 0 0 0,2-1 0 0 0,30 15 0 0 0,-50-29 104 0 0,0-1-1 0 0,1 0 0 0 0,-1 0 0 0 0,1-1 1 0 0,0 1-1 0 0,0-2 0 0 0,0 0 0 0 0,0 0 1 0 0,0 0-1 0 0,0-1 0 0 0,0 0 1 0 0,0-1-1 0 0,0 0 0 0 0,0-1 0 0 0,0 0 1 0 0,0 0-1 0 0,0-1 0 0 0,-1 0 0 0 0,13-6 1 0 0,-8 2 30 0 0,0-1 0 0 0,-1-1 1 0 0,0 0-1 0 0,0 0 0 0 0,-1-1 0 0 0,0-1 1 0 0,-1 0-1 0 0,0 0 0 0 0,-1-1 1 0 0,0 0-1 0 0,8-17 0 0 0,6-14 465 0 0,-2-1 0 0 0,16-51 0 0 0,-33 83-267 0 0,-4 10-137 0 0,1 1-1 0 0,-1-1 1 0 0,0 1-1 0 0,1-1 1 0 0,0 1-1 0 0,-1 0 1 0 0,1-1-1 0 0,0 1 1 0 0,0 0-1 0 0,-1-1 1 0 0,1 1-1 0 0,0 0 1 0 0,0 0-1 0 0,1 0 1 0 0,-1 0-1 0 0,0 0 1 0 0,0 0-1 0 0,2-1 1 0 0,-2 2-25 0 0,-1 0 0 0 0,1 0 0 0 0,0 0 0 0 0,-1 1 0 0 0,1-1 0 0 0,0 0 0 0 0,-1 0 0 0 0,1 1 0 0 0,-1-1 0 0 0,1 1 0 0 0,0-1 0 0 0,-1 0 0 0 0,1 1 0 0 0,-1-1 0 0 0,1 1 0 0 0,-1-1 0 0 0,0 1 0 0 0,1-1 0 0 0,-1 1 0 0 0,1 0 0 0 0,-1-1 0 0 0,0 1 0 0 0,1-1 0 0 0,-1 1 0 0 0,0 0 0 0 0,0 1 0 0 0,3 6 36 0 0,0 0 1 0 0,-1 0-1 0 0,0 0 1 0 0,-1 1 0 0 0,1 9-1 0 0,12 192 490 0 0,-5-93-100 0 0,-5 139 1 0 0,-13-146-382 0 0,-22 112-1 0 0,16-151-385 0 0,-26 73 0 0 0,38-130 222 0 0,2-11 59 0 0,1 0-1 0 0,0 0 1 0 0,-1 0 0 0 0,0 0 0 0 0,0 0-1 0 0,0 0 1 0 0,0 0 0 0 0,0 0-1 0 0,-1-1 1 0 0,-2 6 0 0 0,-5-31-220 0 0,1-19 36 0 0,2 0 0 0 0,2 0 0 0 0,2-1 0 0 0,4-59 0 0 0,-1 55 71 0 0,3-144-753 0 0,44-285 0 0 0,-39 417 1052 0 0,4 0 0 0 0,2 1 0 0 0,3 0 1 0 0,42-94-1 0 0,-59 150-125 0 0,-1 0 0 0 0,1-1 0 0 0,0 1 1 0 0,0 0-1 0 0,1 0 0 0 0,-1 0 1 0 0,0 0-1 0 0,1 0 0 0 0,0 0 1 0 0,-1 0-1 0 0,1 0 0 0 0,0 1 0 0 0,0-1 1 0 0,0 1-1 0 0,0-1 0 0 0,0 1 1 0 0,0 0-1 0 0,0 0 0 0 0,0 0 0 0 0,0 0 1 0 0,1 0-1 0 0,-1 0 0 0 0,0 0 1 0 0,1 1-1 0 0,-1 0 0 0 0,1-1 0 0 0,-1 1 1 0 0,4 0-1 0 0,-1 1-15 0 0,0 1 1 0 0,-1-1-1 0 0,1 1 1 0 0,-1 0-1 0 0,0 0 1 0 0,0 1-1 0 0,0-1 1 0 0,0 1-1 0 0,0 0 1 0 0,0 0-1 0 0,-1 0 1 0 0,1 1-1 0 0,-1-1 1 0 0,4 6-1 0 0,3 4-91 0 0,0 0 0 0 0,0 0-1 0 0,-2 1 1 0 0,0 0 0 0 0,0 1-1 0 0,-1 0 1 0 0,-1 0-1 0 0,-1 0 1 0 0,4 17 0 0 0,-7-23-29 0 0,0 0 1 0 0,-1 0-1 0 0,0 1 1 0 0,-1-1-1 0 0,0 0 1 0 0,-1 1 0 0 0,0-1-1 0 0,0 0 1 0 0,-1 1-1 0 0,0-1 1 0 0,0 0-1 0 0,-1 0 1 0 0,-1-1-1 0 0,1 1 1 0 0,-1-1 0 0 0,-1 1-1 0 0,-5 7 1 0 0,-41 42-1218 0 0,51-57 1258 0 0,4-2-85 0 0,0-1 145 0 0,0 1 0 0 0,-1-1-1 0 0,1 0 1 0 0,0 0 0 0 0,0 0-1 0 0,4-5 1 0 0,10-4 5 0 0,41-18 125 0 0,-16 9 263 0 0,-1-2 0 0 0,42-30 0 0 0,-71 43-264 0 0,0-1 1 0 0,-1-1-1 0 0,0 0 1 0 0,-1 0-1 0 0,0-1 1 0 0,-1-1 0 0 0,-1 0-1 0 0,0 0 1 0 0,0-1-1 0 0,7-17 1 0 0,5-21 50 0 0,-2-1 0 0 0,-2-1 1 0 0,13-74-1 0 0,13-168 89 0 0,-37 244-176 0 0,1 13-37 0 0,-5 32-27 0 0,0 0 1 0 0,0 1-1 0 0,-1-1 1 0 0,0 0-1 0 0,-1 0 1 0 0,1 0-1 0 0,-1 0 1 0 0,-1 0-1 0 0,-1-13 1 0 0,1 19-30 0 0,-12 26-23 0 0,-7 27 128 0 0,2 0 1 0 0,2 1 0 0 0,3 0 0 0 0,-8 61 0 0 0,10-13 300 0 0,1 130 1 0 0,10-187-269 0 0,2 1 0 0 0,3-1 0 0 0,14 66 0 0 0,-16-95-86 0 0,1 1-1 0 0,1-1 0 0 0,0 0 0 0 0,1-1 0 0 0,1 0 0 0 0,0 0 0 0 0,1 0 1 0 0,0-1-1 0 0,1 0 0 0 0,1 0 0 0 0,0-1 0 0 0,0-1 0 0 0,17 14 0 0 0,-20-20-28 0 0,1 0 0 0 0,0-1-1 0 0,0 0 1 0 0,0-1-1 0 0,1 0 1 0 0,-1 0-1 0 0,1-1 1 0 0,0 0-1 0 0,-1 0 1 0 0,1-1-1 0 0,0 0 1 0 0,0 0-1 0 0,0-1 1 0 0,0-1-1 0 0,0 1 1 0 0,0-2-1 0 0,15-3 1 0 0,-1 0-45 0 0,0-2 0 0 0,-1-1 0 0 0,0 0 1 0 0,-1-2-1 0 0,33-19 0 0 0,-31 14-4 0 0,-1-1 1 0 0,0-1-1 0 0,-1-1 0 0 0,-1 0 0 0 0,-1-2 0 0 0,26-34 1 0 0,-20 19 46 0 0,-2 0 1 0 0,-2-2-1 0 0,26-59 1 0 0,-19-8 1270 0 0,-28 103-964 0 0,-6 26-177 0 0,-19 49 103 0 0,10-35-831 0 0,3 1 0 0 0,-8 44 0 0 0,19-72-155 0 0,0-1-1 0 0,2 0 1 0 0,-1 0 0 0 0,3 12-1 0 0,2 3-7805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59.7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11 129 584 0 0,'-1'-2'200'0'0,"-1"0"-1"0"0,1 0 1 0 0,0 0-1 0 0,0-1 1 0 0,0 1-1 0 0,0 0 1 0 0,1-1-1 0 0,-1 1 1 0 0,1 0-1 0 0,-1-1 1 0 0,1 1-1 0 0,0-1 1 0 0,0 1 0 0 0,0-1-1 0 0,0 1 1 0 0,0 0-1 0 0,0-1 1 0 0,1 1-1 0 0,-1-1 1 0 0,1 1-1 0 0,0 0 1 0 0,0-1-1 0 0,0 1 1 0 0,0 0-1 0 0,0 0 1 0 0,0 0 0 0 0,0 0-1 0 0,1 0 1 0 0,-1 0-1 0 0,1 0 1 0 0,2-2-1 0 0,1 0-72 0 0,-1 1 0 0 0,1-1-1 0 0,0 2 1 0 0,0-1 0 0 0,0 0-1 0 0,0 1 1 0 0,1 0 0 0 0,-1 0-1 0 0,1 1 1 0 0,-1-1 0 0 0,1 1-1 0 0,8 0 1 0 0,200-20-5430 0 0,-182 18 3438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00.1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572 1 1012 0 0,'-1'0'180'0'0,"0"0"0"0"0,1-1-1 0 0,-1 1 1 0 0,0 0 0 0 0,0 0 0 0 0,0 0 0 0 0,1 0-1 0 0,-1 0 1 0 0,0 0 0 0 0,0 0 0 0 0,0 0 0 0 0,1 0-1 0 0,-1 1 1 0 0,0-1 0 0 0,0 0 0 0 0,1 0 0 0 0,-1 1-1 0 0,0-1 1 0 0,0 1 0 0 0,1-1 0 0 0,-1 0 0 0 0,0 1-1 0 0,1-1 1 0 0,-1 1 0 0 0,1-1 0 0 0,-2 2 0 0 0,-21 17 738 0 0,5 0-310 0 0,1 2-1 0 0,1 0 1 0 0,1 0-1 0 0,1 1 1 0 0,1 1 0 0 0,1 1-1 0 0,1 0 1 0 0,-14 44-1 0 0,3 12 535 0 0,-16 120 0 0 0,27-127-1001 0 0,-4 0 0 0 0,-29 88 1 0 0,-85 169-1963 0 0,31-117-2416 0 0,80-184-166 0 0,9-22 1871 0 0</inkml:trace>
  <inkml:trace contextRef="#ctx0" brushRef="#br0" timeOffset="1">1 1114 20 0 0,'2'-15'315'0'0,"0"-1"1"0"0,1 0-1 0 0,1 1 0 0 0,0 0 1 0 0,1 0-1 0 0,1 0 0 0 0,1 1 1 0 0,-1-1-1 0 0,2 1 1 0 0,0 1-1 0 0,1 0 0 0 0,0 0 1 0 0,1 1-1 0 0,1 0 0 0 0,0 0 1 0 0,0 1-1 0 0,14-9 0 0 0,-8 8 59 0 0,0 0 0 0 0,1 2 0 0 0,0 0 0 0 0,1 1 0 0 0,0 1 0 0 0,0 1 0 0 0,1 0 0 0 0,-1 2 0 0 0,2 0 0 0 0,-1 1 0 0 0,0 1 0 0 0,34 0 0 0 0,10 3 678 0 0,119 14-1 0 0,-156-10-760 0 0,1 2 0 0 0,-1 0 0 0 0,1 2-1 0 0,-2 1 1 0 0,1 1 0 0 0,42 24 0 0 0,-66-32-235 0 0,0 0 1 0 0,0 0-1 0 0,0 1 1 0 0,-1-1-1 0 0,1 1 1 0 0,-1 0-1 0 0,0-1 1 0 0,1 1-1 0 0,-1 0 1 0 0,0 0-1 0 0,-1 1 1 0 0,1-1-1 0 0,-1 0 1 0 0,1 1-1 0 0,-1-1 1 0 0,0 1-1 0 0,0-1 1 0 0,-1 1-1 0 0,1-1 1 0 0,-1 1-1 0 0,1-1 1 0 0,-1 1-1 0 0,-1 6 1 0 0,-1 7 77 0 0,0 1 1 0 0,-1-1-1 0 0,-10 30 1 0 0,5-20-301 0 0,-13 41-1918 0 0,2-26-6100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00.4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12 140 0 0,'6'-4'516'0'0,"3"2"-92"0"0,-1-1-120 0 0,2 1-112 0 0,2 2-136 0 0,4 2-148 0 0,-1 1-168 0 0,-1 1-276 0 0,4 0 124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00.8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0 604 0 0,'0'0'2026'0'0,"-1"4"-1402"0"0,-1 6-303 0 0,1 1 0 0 0,0-1 1 0 0,1 1-1 0 0,0-1 0 0 0,0 0 1 0 0,1 1-1 0 0,1-1 1 0 0,0 0-1 0 0,5 16 0 0 0,-2-8-39 0 0,1-1-1 0 0,1 1 1 0 0,0-1-1 0 0,18 28 1 0 0,-20-37-188 0 0,0 0 1 0 0,0-1-1 0 0,1 0 1 0 0,0 0-1 0 0,0 0 1 0 0,1-1-1 0 0,11 9 1 0 0,-15-13-54 0 0,1 0 0 0 0,-1-1 0 0 0,0 1-1 0 0,1-1 1 0 0,-1 0 0 0 0,1 0 0 0 0,-1 0 0 0 0,1 0 0 0 0,0-1 0 0 0,-1 1 0 0 0,1-1 0 0 0,0 0 0 0 0,-1 0-1 0 0,1 0 1 0 0,0-1 0 0 0,-1 1 0 0 0,1-1 0 0 0,-1 0 0 0 0,1 0 0 0 0,-1 0 0 0 0,1 0 0 0 0,3-3 0 0 0,15-7 358 0 0,-1-1 0 0 0,-1-2 1 0 0,24-18-1 0 0,-31 21-191 0 0,0 0 0 0 0,1 1-1 0 0,0 1 1 0 0,0 1 0 0 0,1 0 0 0 0,1 0-1 0 0,-1 2 1 0 0,1 0 0 0 0,18-5 0 0 0,-29 11-165 0 0,1-1 0 0 0,-1 1 0 0 0,1 0 0 0 0,-1 0 0 0 0,1 0 0 0 0,-1 1 0 0 0,1 0 0 0 0,-1 0 0 0 0,0 0 0 0 0,1 1 0 0 0,-1-1 0 0 0,0 1 0 0 0,9 5 0 0 0,1 3 59 0 0,0 0 1 0 0,25 22 0 0 0,23 15 58 0 0,-53-41-119 0 0,1 0 0 0 0,0-1 1 0 0,-1 0-1 0 0,2-1 0 0 0,-1-1 0 0 0,15 4 1 0 0,-20-6 20 0 0,1-1 1 0 0,0 0-1 0 0,0 0 1 0 0,0 0 0 0 0,-1-1-1 0 0,1 0 1 0 0,0 0 0 0 0,0 0-1 0 0,-1-1 1 0 0,1 0-1 0 0,-1-1 1 0 0,10-4 0 0 0,92-51 708 0 0,-52 27-418 0 0,99-40 0 0 0,-132 62-351 0 0,64-19-138 0 0,-80 26-31 0 0,1 0 1 0 0,-1 1-1 0 0,1 0 1 0 0,-1 0-1 0 0,1 1 0 0 0,0 0 1 0 0,-1 0-1 0 0,1 1 1 0 0,9 2-1 0 0,-15-2 12 0 0,0-1 0 0 0,-1 1-1 0 0,1-1 1 0 0,0 1-1 0 0,-1 0 1 0 0,1 0 0 0 0,-1 0-1 0 0,1 0 1 0 0,-1 0 0 0 0,0 0-1 0 0,1 0 1 0 0,-1 0-1 0 0,0 1 1 0 0,0-1 0 0 0,0 0-1 0 0,0 1 1 0 0,1 1-1 0 0,-2-2-138 0 0,1 0 0 0 0,-1 0 0 0 0,0 0 0 0 0,1 0 0 0 0,-1 0-1 0 0,0 0 1 0 0,0 0 0 0 0,0 0 0 0 0,0 0 0 0 0,0 0 0 0 0,0 0-1 0 0,0 0 1 0 0,0 0 0 0 0,-1 0 0 0 0,1 0 0 0 0,0 0 0 0 0,-1 0-1 0 0,1 0 1 0 0,0 0 0 0 0,-1 1 0 0 0,-9 12-3193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02.0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69 656 0 0,'8'-68'8383'0'0,"-20"161"-3906"0"0,4-24-4022 0 0,-2-1 1 0 0,-27 94-1 0 0,27-132-210 0 0,-1 0 0 0 0,-19 33 0 0 0,30-62-211 0 0,0 0-10 0 0,0 5-17 0 0,35-12-154 0 0,5-7-211 0 0,0-1-1 0 0,60-34 1 0 0,-92 44 393 0 0,0-1 0 0 0,0 0-1 0 0,0-1 1 0 0,-1 0 0 0 0,1 0 0 0 0,-1 0 0 0 0,-1-1 0 0 0,0 0-1 0 0,0 0 1 0 0,0-1 0 0 0,-1 0 0 0 0,0 0 0 0 0,0 0 0 0 0,5-14-1 0 0,-6 10 612 0 0,0 1-1 0 0,-1-1 1 0 0,-1 0 0 0 0,0 0-1 0 0,0 0 1 0 0,-1-20 1181 0 0,5 80-1425 0 0,4 44-950 0 0,2-34-736 0 0,8 26-2410 0 0,-17-76 1797 0 0,0-1 0 0 0,0 0 0 0 0,1 0 0 0 0,8 13 1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02.3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0 114 10677 0 0,'27'-106'2196'0'0,"-27"105"-2175"0"0,0 1 0 0 0,0-1 0 0 0,0 1 0 0 0,1 0-1 0 0,-1-1 1 0 0,0 1 0 0 0,0 0 0 0 0,1-1 0 0 0,-1 1 0 0 0,0 0 0 0 0,0-1-1 0 0,1 1 1 0 0,-1 0 0 0 0,0-1 0 0 0,1 1 0 0 0,-1 0 0 0 0,0 0-1 0 0,1 0 1 0 0,-1-1 0 0 0,0 1 0 0 0,1 0 0 0 0,-1 0 0 0 0,1 0 0 0 0,-1 0-1 0 0,0 0 1 0 0,1 0 0 0 0,-1-1 0 0 0,1 1 0 0 0,-1 0 0 0 0,0 0 0 0 0,1 0-1 0 0,-1 0 1 0 0,1 1 0 0 0,-1-1 0 0 0,0 0 0 0 0,1 0 0 0 0,-1 0-1 0 0,1 0 1 0 0,-1 0 0 0 0,1 1 0 0 0,16 6 474 0 0,-16-7-544 0 0,10 8 209 0 0,0 0 0 0 0,0 1 0 0 0,-1 0 0 0 0,-1 0 1 0 0,1 1-1 0 0,-1 0 0 0 0,-1 1 0 0 0,0 0 0 0 0,-1 0 0 0 0,7 13 0 0 0,7 9 162 0 0,-18-28-279 0 0,143 227 1347 0 0,-132-205-1272 0 0,-1 1 0 0 0,-1 0 0 0 0,-2 1 0 0 0,0 0 0 0 0,-2 0 0 0 0,7 58 0 0 0,-14-68-97 0 0,-1-1 0 0 0,-1 0 1 0 0,-1 0-1 0 0,0 0 0 0 0,-2-1 0 0 0,0 1 1 0 0,-1-1-1 0 0,0 1 0 0 0,-1-1 1 0 0,-10 17-1 0 0,-5 7-317 0 0,-2-2-1 0 0,-50 67 1 0 0,52-79-317 0 0,-2-1-1 0 0,-48 43 1 0 0,55-55-697 0 0,-1-1 0 0 0,-1-1 1 0 0,-21 11-1 0 0,21-16-2769 0 0,3-5 308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02.7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36 1124 0 0,'-8'-35'7468'0'0,"8"55"-2467"0"0,9 65-2108 0 0,38 384 765 0 0,-36-390-3931 0 0,-3-32-1079 0 0,1 71 1 0 0,-7-101 578 0 0,-2-15 538 0 0,1 1 1 0 0,-1-1 0 0 0,0 0-1 0 0,0 1 1 0 0,0-1 0 0 0,0 0 0 0 0,0 1-1 0 0,0-1 1 0 0,0 0 0 0 0,-1 1 0 0 0,0 2-1 0 0,-9-28-7681 0 0,-2 0 4725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03.2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22 1044 0 0,'0'-1'134'0'0,"0"1"0"0"0,0-1 0 0 0,0 0 0 0 0,0 0 0 0 0,0 0 0 0 0,0 0 1 0 0,1 1-1 0 0,-1-1 0 0 0,0 0 0 0 0,0 0 0 0 0,0 0 0 0 0,1 1 0 0 0,-1-1 0 0 0,0 0 0 0 0,1 0 0 0 0,-1 1 0 0 0,1-1 0 0 0,-1 0 0 0 0,1 1 0 0 0,-1-1 0 0 0,1 0 1 0 0,-1 1-1 0 0,1-1 0 0 0,0 1 0 0 0,-1-1 0 0 0,1 1 0 0 0,0-1 0 0 0,0 1 0 0 0,-1 0 0 0 0,1-1 0 0 0,1 1 0 0 0,1-1 64 0 0,-1 1 0 0 0,1 0 0 0 0,0 0 0 0 0,-1 0-1 0 0,1 1 1 0 0,0-1 0 0 0,-1 0 0 0 0,1 1 0 0 0,-1 0 0 0 0,5 1 0 0 0,12 6 252 0 0,-1 1 0 0 0,21 14 0 0 0,-23-13 36 0 0,-8-6-387 0 0,268 150 2345 0 0,-212-113-2152 0 0,-1 2 0 0 0,65 60 0 0 0,-120-95-302 0 0,0 0 0 0 0,0 1-1 0 0,0 0 1 0 0,-1 0-1 0 0,-1 0 1 0 0,1 1 0 0 0,-2 0-1 0 0,8 16 1 0 0,-11-21-16 0 0,-1 0 0 0 0,1 0 0 0 0,-1 0 0 0 0,1 0 0 0 0,-1 0 0 0 0,-1 0 0 0 0,1 0 0 0 0,-1 1 0 0 0,0-1 1 0 0,0 0-1 0 0,-1 0 0 0 0,1 0 0 0 0,-1 1 0 0 0,0-1 0 0 0,-1 0 0 0 0,1 0 0 0 0,-1 0 0 0 0,0 0 0 0 0,0-1 0 0 0,-6 9 0 0 0,2-4-80 0 0,-1 0-1 0 0,0-1 0 0 0,-1 1 1 0 0,0-2-1 0 0,-17 14 0 0 0,22-19 57 0 0,1 0 0 0 0,-1 0 0 0 0,0 0 0 0 0,0 0 0 0 0,0-1-1 0 0,0 1 1 0 0,0-1 0 0 0,-1 0 0 0 0,1 0 0 0 0,0 0 0 0 0,-1 0 0 0 0,1 0-1 0 0,0-1 1 0 0,-1 1 0 0 0,1-1 0 0 0,-1 0 0 0 0,1 0 0 0 0,-1-1 0 0 0,1 1-1 0 0,0-1 1 0 0,-1 1 0 0 0,-5-3 0 0 0,8 2 25 0 0,0 1 1 0 0,0 0-1 0 0,1-1 1 0 0,-1 1 0 0 0,0-1-1 0 0,0 1 1 0 0,1-1-1 0 0,-1 1 1 0 0,0-1-1 0 0,1 0 1 0 0,-1 1-1 0 0,1-1 1 0 0,-1 0-1 0 0,1 1 1 0 0,-1-1-1 0 0,1 0 1 0 0,-1 0-1 0 0,1 0 1 0 0,0 1-1 0 0,-1-1 1 0 0,1 0-1 0 0,0 0 1 0 0,0 0-1 0 0,0 0 1 0 0,-1 0-1 0 0,1 1 1 0 0,0-3-1 0 0,1 1-1 0 0,-1 0 0 0 0,1 0 0 0 0,0 0 0 0 0,0 0 0 0 0,0 0 0 0 0,0 0 0 0 0,0 0 0 0 0,0 0 0 0 0,0 0 0 0 0,1 0 0 0 0,1-1 0 0 0,45-39-147 0 0,-45 39 145 0 0,48-29-8 0 0,2 2 1 0 0,0 2 0 0 0,88-33 0 0 0,-58 27 51 0 0,8-4 60 0 0,126-60 1093 0 0,-143 60 2409 0 0,-79 64-2483 0 0,-1-17-886 0 0,0 0 1 0 0,1 0 0 0 0,0 0 0 0 0,0 1-1 0 0,1-1 1 0 0,0 1 0 0 0,1 0-1 0 0,0 1 1 0 0,1-1 0 0 0,0 0-1 0 0,-1 21 1 0 0,3-14-424 0 0,1-1 0 0 0,0 0 0 0 0,2 0 0 0 0,5 21 0 0 0,-1-11-600 0 0,5 22-1762 0 0,-9-17-3562 0 0,-3-17 2287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03.6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94 968 0 0,'4'-18'1268'0'0,"2"3"-144"0"0,0-2-124 0 0,4 5-156 0 0,2 1-163 0 0,3 1-137 0 0,1 3-188 0 0,0 5-260 0 0,3 2-212 0 0,11-2-296 0 0,-13 6-649 0 0,3 2-1147 0 0,0-3 508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04.1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235 144 492 0 0,'0'-15'1226'0'0,"-1"1"1"0"0,-1-1-1 0 0,-3-16 0 0 0,4 26-874 0 0,0 0 0 0 0,-1 1 0 0 0,1-1 0 0 0,-1 0 0 0 0,0 1 0 0 0,0-1 0 0 0,0 1 0 0 0,-1 0 0 0 0,0 0-1 0 0,0-1 1 0 0,0 2 0 0 0,-7-8 0 0 0,9 10-289 0 0,0 1-1 0 0,0-1 0 0 0,0 0 0 0 0,0 1 1 0 0,-1 0-1 0 0,1-1 0 0 0,0 1 1 0 0,0 0-1 0 0,-1 0 0 0 0,1-1 0 0 0,0 1 1 0 0,0 0-1 0 0,-1 0 0 0 0,1 0 1 0 0,0 1-1 0 0,-1-1 0 0 0,1 0 0 0 0,0 0 1 0 0,0 1-1 0 0,0-1 0 0 0,-1 1 1 0 0,1-1-1 0 0,0 1 0 0 0,0-1 1 0 0,0 1-1 0 0,0 0 0 0 0,0 0 0 0 0,0-1 1 0 0,0 1-1 0 0,0 0 0 0 0,0 0 1 0 0,0 0-1 0 0,0 0 0 0 0,1 0 0 0 0,-1 0 1 0 0,0 0-1 0 0,1 0 0 0 0,-1 1 1 0 0,0 0-1 0 0,-25 51 461 0 0,25-50-439 0 0,-21 62 419 0 0,2 1 1 0 0,3 1 0 0 0,-12 111-1 0 0,0 207 399 0 0,27-355-839 0 0,-1 70-1060 0 0,4 1-1 0 0,19 129 1 0 0,-18-221 386 0 0,0 7-1698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04.4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0 332 224 0 0,'0'-7'486'0'0,"1"0"0"0"0,-1-1 0 0 0,1 1 0 0 0,1 0 0 0 0,-1 0 0 0 0,1 0-1 0 0,1 0 1 0 0,-1 0 0 0 0,1 0 0 0 0,0 0 0 0 0,1 1 0 0 0,-1 0 0 0 0,7-8 0 0 0,-3 5-156 0 0,0 1 0 0 0,1 0 0 0 0,0 1 1 0 0,1 0-1 0 0,0 0 0 0 0,0 1 0 0 0,0 0 0 0 0,11-5 0 0 0,17-5 90 0 0,0 2 1 0 0,1 1-1 0 0,74-14 0 0 0,-87 21-93 0 0,249-37-735 0 0,-59 12-6298 0 0,-168 22 3954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04.8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432 64 112 0 0,'-5'-7'406'0'0,"0"1"0"0"0,0 0 0 0 0,-1 0 0 0 0,0 1 1 0 0,0-1-1 0 0,-1 1 0 0 0,1 1 0 0 0,-1-1 0 0 0,-9-3 0 0 0,14 7-296 0 0,0 0-1 0 0,0 0 1 0 0,0 0 0 0 0,0 1-1 0 0,-1-1 1 0 0,1 1-1 0 0,0 0 1 0 0,0 0 0 0 0,-1 0-1 0 0,1 0 1 0 0,0 0 0 0 0,0 0-1 0 0,0 0 1 0 0,-1 1 0 0 0,1-1-1 0 0,0 1 1 0 0,0-1-1 0 0,0 1 1 0 0,0 0 0 0 0,0 0-1 0 0,0 0 1 0 0,0 0 0 0 0,0 1-1 0 0,0-1 1 0 0,0 0-1 0 0,1 1 1 0 0,-1-1 0 0 0,0 1-1 0 0,1 0 1 0 0,0-1 0 0 0,-1 1-1 0 0,1 0 1 0 0,0 0 0 0 0,0 0-1 0 0,0 0 1 0 0,-1 3-1 0 0,-4 8 196 0 0,0 0 0 0 0,1 1 0 0 0,1 0 0 0 0,0 0 0 0 0,1 0 0 0 0,1 1-1 0 0,0-1 1 0 0,1 1 0 0 0,1 23 0 0 0,3 14 680 0 0,14 68 1 0 0,-10-79-505 0 0,-5-30-409 0 0,57 479 2880 0 0,-56-424-3190 0 0,-2 0 0 0 0,-4 0 0 0 0,-2 0 0 0 0,-3 0 1 0 0,-24 91-1 0 0,31-155-137 0 0,-13 38-158 0 0,-1-25-1580 0 0,15-14 1818 0 0,-1-1 0 0 0,0 0 0 0 0,0 1-1 0 0,1-1 1 0 0,-1 0 0 0 0,0 0 0 0 0,0 1-1 0 0,0-1 1 0 0,1 0 0 0 0,-1 0 0 0 0,0 0-1 0 0,0 0 1 0 0,0 0 0 0 0,0 0 0 0 0,0 0 0 0 0,1-1-1 0 0,-1 1 1 0 0,0 0 0 0 0,0 0 0 0 0,0-1-1 0 0,-1 0 1 0 0,-16-8-2976 0 0</inkml:trace>
  <inkml:trace contextRef="#ctx0" brushRef="#br0" timeOffset="1">0 878 1212 0 0,'5'-29'7587'0'0,"6"21"-7139"0"0,0 1-1 0 0,0 1 0 0 0,1 0 0 0 0,0 0 0 0 0,0 1 0 0 0,1 0 1 0 0,-1 1-1 0 0,1 1 0 0 0,15-2 0 0 0,-9 0-160 0 0,285-56-717 0 0,-99 40-7606 0 0,-176 20 5168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05.5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1 285 900 0 0,'0'6'9453'0'0,"0"-6"-9381"0"0,19-4 293 0 0,-1-1 1 0 0,0 0 0 0 0,0-2-1 0 0,0 0 1 0 0,-1-1-1 0 0,0-1 1 0 0,0 0-1 0 0,-1-2 1 0 0,-1 1-1 0 0,1-2 1 0 0,24-24-1 0 0,-39 34-371 0 0,1 1-1 0 0,0-1 1 0 0,-1 1 0 0 0,1-1-1 0 0,-1 0 1 0 0,0 1-1 0 0,1-1 1 0 0,-1 0-1 0 0,0 0 1 0 0,0 0-1 0 0,0 0 1 0 0,-1 0-1 0 0,1 0 1 0 0,0 0 0 0 0,-1 0-1 0 0,1-1 1 0 0,-1 1-1 0 0,0 0 1 0 0,1 0-1 0 0,-1 0 1 0 0,0-1-1 0 0,-1 1 1 0 0,1 0-1 0 0,0 0 1 0 0,-1 0-1 0 0,1 0 1 0 0,-1-1 0 0 0,1 1-1 0 0,-1 0 1 0 0,0 0-1 0 0,0 0 1 0 0,0 0-1 0 0,0 0 1 0 0,0 1-1 0 0,-1-1 1 0 0,1 0-1 0 0,-3-2 1 0 0,1 2-3 0 0,0-1 0 0 0,-1 1 0 0 0,1 0 0 0 0,-1 0 0 0 0,0 1 0 0 0,1-1 0 0 0,-1 1 0 0 0,0 0 0 0 0,0 0 0 0 0,0 0 0 0 0,0 0 0 0 0,0 1 0 0 0,0-1 0 0 0,0 1-1 0 0,0 0 1 0 0,0 1 0 0 0,0-1 0 0 0,0 1 0 0 0,-6 1 0 0 0,3 0 7 0 0,1 1-1 0 0,-1-1 1 0 0,1 1-1 0 0,-1 1 0 0 0,1 0 1 0 0,0-1-1 0 0,0 2 1 0 0,1-1-1 0 0,-1 1 1 0 0,1 0-1 0 0,0 0 0 0 0,0 0 1 0 0,1 1-1 0 0,-6 7 1 0 0,4-4 7 0 0,1 1 1 0 0,0-1 0 0 0,0 1 0 0 0,1 0 0 0 0,0 1 0 0 0,1-1-1 0 0,0 1 1 0 0,0-1 0 0 0,0 14 0 0 0,2-17-10 0 0,0 0 1 0 0,1 0-1 0 0,0 0 0 0 0,1 0 0 0 0,-1 0 1 0 0,1-1-1 0 0,0 1 0 0 0,1 0 1 0 0,0 0-1 0 0,0-1 0 0 0,1 1 1 0 0,-1-1-1 0 0,1 0 0 0 0,4 7 0 0 0,-3-9-14 0 0,-1 0 0 0 0,0 0 0 0 0,1 0 0 0 0,0-1 0 0 0,0 0 0 0 0,0 0 0 0 0,0 0 0 0 0,1 0 0 0 0,-1 0-1 0 0,1-1 1 0 0,-1 0 0 0 0,1 0 0 0 0,0 0 0 0 0,0-1 0 0 0,0 1 0 0 0,0-1 0 0 0,0 0 0 0 0,0-1-1 0 0,0 1 1 0 0,10-1 0 0 0,5-1-27 0 0,0-1 1 0 0,-1-1-1 0 0,0 0 0 0 0,1-1 0 0 0,-1-1 0 0 0,-1-1 0 0 0,1-1 0 0 0,-1 0 1 0 0,0-2-1 0 0,-1 0 0 0 0,32-22 0 0 0,-11 3 133 0 0,-1-3 0 0 0,-2 0 1 0 0,55-65-1 0 0,-86 91-47 0 0,0 1 1 0 0,1-1-1 0 0,0 1 0 0 0,0-1 1 0 0,0 1-1 0 0,1 1 0 0 0,-1-1 1 0 0,8-2-1 0 0,-11 5-34 0 0,0 0 0 0 0,0 0 0 0 0,0 0 0 0 0,0 1 0 0 0,0-1 1 0 0,1 1-1 0 0,-1 0 0 0 0,0 0 0 0 0,0 0 0 0 0,1 0 0 0 0,-1 0 0 0 0,0 0 0 0 0,0 0 0 0 0,1 1 1 0 0,-1-1-1 0 0,0 1 0 0 0,0 0 0 0 0,0-1 0 0 0,0 1 0 0 0,0 0 0 0 0,0 0 0 0 0,0 0 1 0 0,0 1-1 0 0,0-1 0 0 0,0 0 0 0 0,2 4 0 0 0,8 7-5 0 0,0 1-1 0 0,-1 1 1 0 0,-1 0 0 0 0,0 0 0 0 0,-1 1-1 0 0,-1 0 1 0 0,8 18 0 0 0,2 14-76 0 0,13 56 1 0 0,-30-97 70 0 0,3 10 37 0 0,-6-18 118 0 0,-5-33-29 0 0,7 6-71 0 0,2 0 0 0 0,1-1 0 0 0,1 1 0 0 0,15-51 0 0 0,-16 69-28 0 0,0 0 0 0 0,1 0 0 0 0,1 0 0 0 0,0 1 0 0 0,0 0 0 0 0,1 0 0 0 0,0 0 0 0 0,1 1 0 0 0,0 0 0 0 0,1 0 0 0 0,0 1 0 0 0,0-1 0 0 0,0 2 0 0 0,1-1 0 0 0,12-6 0 0 0,-16 11-22 0 0,0 0 1 0 0,1 0 0 0 0,0 1 0 0 0,-1 0-1 0 0,1 0 1 0 0,0 0 0 0 0,0 1-1 0 0,0 0 1 0 0,0 0 0 0 0,0 0 0 0 0,0 1-1 0 0,1 0 1 0 0,-1 0 0 0 0,0 1 0 0 0,0-1-1 0 0,0 1 1 0 0,0 1 0 0 0,0-1-1 0 0,0 1 1 0 0,0 0 0 0 0,-1 0 0 0 0,1 1-1 0 0,-1 0 1 0 0,8 4 0 0 0,-2 2-109 0 0,1 0 0 0 0,-2 0 0 0 0,0 1 0 0 0,0 0 0 0 0,0 1 0 0 0,-2 0 0 0 0,1 1 0 0 0,-1 0 0 0 0,9 18 0 0 0,-9-15-239 0 0,1-1-1 0 0,0 0 0 0 0,1-1 1 0 0,1 0-1 0 0,0-1 0 0 0,1 0 1 0 0,15 12-1 0 0,-16-15-805 0 0,1-1-1 0 0,0 0 1 0 0,0-1 0 0 0,0 0 0 0 0,16 5-1 0 0,-4-3-1380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05.9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136 55 516 0 0,'-1'-4'472'0'0,"1"1"1"0"0,-1-1-1 0 0,0 1 1 0 0,0 0-1 0 0,0-1 1 0 0,0 1-1 0 0,-1 0 1 0 0,1 0-1 0 0,-1 0 0 0 0,0 0 1 0 0,0 0-1 0 0,0 0 1 0 0,-3-3-1 0 0,3 5-321 0 0,1 0-1 0 0,-1 0 1 0 0,0 1-1 0 0,1-1 1 0 0,-1 0-1 0 0,0 1 1 0 0,0 0 0 0 0,0-1-1 0 0,1 1 1 0 0,-1 0-1 0 0,0 0 1 0 0,0 0-1 0 0,0 0 1 0 0,0 0-1 0 0,1 0 1 0 0,-1 1-1 0 0,0-1 1 0 0,0 1-1 0 0,1-1 1 0 0,-1 1-1 0 0,0 0 1 0 0,0-1 0 0 0,1 1-1 0 0,-1 0 1 0 0,1 0-1 0 0,-1 0 1 0 0,1 0-1 0 0,-2 2 1 0 0,-3 2 46 0 0,1 0 1 0 0,0 0-1 0 0,0 0 1 0 0,0 0-1 0 0,1 1 1 0 0,0 0-1 0 0,0 0 1 0 0,0 0 0 0 0,1 0-1 0 0,0 0 1 0 0,0 1-1 0 0,0 0 1 0 0,1-1-1 0 0,0 1 1 0 0,1 0-1 0 0,-1 0 1 0 0,1 0-1 0 0,1 0 1 0 0,-1 14-1 0 0,1-12-94 0 0,0 1 0 0 0,1 0 0 0 0,0-1-1 0 0,0 1 1 0 0,1-1 0 0 0,0 0 0 0 0,1 1-1 0 0,0-1 1 0 0,1 0 0 0 0,-1 0 0 0 0,2-1-1 0 0,-1 1 1 0 0,1-1 0 0 0,8 10 0 0 0,-5-9-104 0 0,1 1 1 0 0,0-2 0 0 0,1 1-1 0 0,0-1 1 0 0,0-1 0 0 0,1 0 0 0 0,-1 0-1 0 0,2-1 1 0 0,-1 0 0 0 0,1-1 0 0 0,0 0-1 0 0,0-1 1 0 0,0-1 0 0 0,0 0 0 0 0,1 0-1 0 0,-1-1 1 0 0,1-1 0 0 0,0 0-1 0 0,22-2 1 0 0,-19 1-35 0 0,0 0-1 0 0,0-2 0 0 0,0 0 1 0 0,-1-1-1 0 0,1 0 1 0 0,-1-1-1 0 0,1-1 0 0 0,-1-1 1 0 0,-1 0-1 0 0,1 0 1 0 0,-1-2-1 0 0,0 0 0 0 0,-1 0 1 0 0,0-2-1 0 0,0 1 1 0 0,-1-2-1 0 0,0 1 0 0 0,-1-2 1 0 0,0 1-1 0 0,-1-2 1 0 0,0 1-1 0 0,10-20 0 0 0,64-131 3135 0 0,-83 164-3059 0 0,0-1 0 0 0,0 1 0 0 0,0-1 0 0 0,1 1 0 0 0,-1-1-1 0 0,0 1 1 0 0,0 0 0 0 0,0-1 0 0 0,0 1 0 0 0,-1 0 0 0 0,1 0-1 0 0,0 0 1 0 0,0 0 0 0 0,0 0 0 0 0,-1 0 0 0 0,1 0 0 0 0,0 0 0 0 0,-1 0-1 0 0,1 0 1 0 0,-1 0 0 0 0,0 0 0 0 0,1 2 0 0 0,17 33-20 0 0,-13-17-640 0 0,-1 0 0 0 0,0 0 0 0 0,1 29 0 0 0,-4 23-6733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06.4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64 360 0 0,'-6'-11'1268'0'0,"4"2"-104"0"0,-4 2-84 0 0,2-2-100 0 0,2 3-91 0 0,2 1-105 0 0,0-3 436 0 0,8-1-812 0 0,-2 9-68 0 0,20 6-476 0 0,-9 3-156 0 0,3-6-184 0 0,1 3-196 0 0,-3 1-484 0 0,6 4-1245 0 0,-3-2 553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07.0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17 164 0 0,'10'0'7719'0'0,"-4"3"-7911"0"0,0 4 404 0 0,0 0 0 0 0,0 0 0 0 0,-1 0 0 0 0,0 1 0 0 0,-1 0 0 0 0,1 0 0 0 0,-1 0 0 0 0,-1 1 0 0 0,0-1 0 0 0,0 1 0 0 0,2 14 0 0 0,1-4-23 0 0,-1-1-134 0 0,-1 1 1 0 0,-1 0 0 0 0,-1 0 0 0 0,0-1-1 0 0,-1 1 1 0 0,-1 0 0 0 0,-1 0-1 0 0,-1 0 1 0 0,-1 0 0 0 0,0 0 0 0 0,-11 33-1 0 0,28-85-33 0 0,1 1-1 0 0,1 0 0 0 0,2 1 1 0 0,1 1-1 0 0,2 1 0 0 0,1 1 1 0 0,43-44-1 0 0,-59 68 65 0 0,0-1 0 0 0,0 1 0 0 0,0 0 1 0 0,1 1-1 0 0,-1 0 0 0 0,1 0 0 0 0,0 0 0 0 0,0 1 0 0 0,0 0 0 0 0,0 0 1 0 0,1 1-1 0 0,-1-1 0 0 0,0 2 0 0 0,1-1 0 0 0,-1 1 0 0 0,1 0 0 0 0,-1 1 0 0 0,11 1 1 0 0,14 5 160 0 0,-1 0 1 0 0,0 2-1 0 0,30 13 1 0 0,7 2-23 0 0,-12-8-39 0 0,-15-1-224 0 0,1-3 0 0 0,0-2 0 0 0,1-1 1 0 0,0-3-1 0 0,0-1 0 0 0,46-1 1 0 0,-84-4 8 0 0,0 0 0 0 0,0-1 1 0 0,0 1-1 0 0,0-1 0 0 0,-1 0 1 0 0,1-1-1 0 0,0 1 0 0 0,-1-1 0 0 0,1 0 1 0 0,4-2-1 0 0,-8 3 22 0 0,0 0-1 0 0,0 0 1 0 0,0-1-1 0 0,0 1 1 0 0,0 0-1 0 0,0 0 0 0 0,0-1 1 0 0,0 1-1 0 0,0 0 1 0 0,0-1-1 0 0,-1 1 1 0 0,1-1-1 0 0,-1 1 1 0 0,1-1-1 0 0,-1 1 1 0 0,0-1-1 0 0,1 1 1 0 0,-1-1-1 0 0,0 0 1 0 0,0 1-1 0 0,0-1 1 0 0,0 1-1 0 0,0-1 1 0 0,0 0-1 0 0,-1 1 1 0 0,1-1-1 0 0,-1 1 1 0 0,1-1-1 0 0,-1 1 1 0 0,1-1-1 0 0,-1 1 1 0 0,0 0-1 0 0,1-1 1 0 0,-1 1-1 0 0,-1-2 1 0 0,-11-16 80 0 0,-1 0 1 0 0,0 1 0 0 0,-1 0 0 0 0,-1 1 0 0 0,-1 1 0 0 0,0 0 0 0 0,-27-18 0 0 0,43 34-68 0 0,0-1-1 0 0,0 0 1 0 0,0 1 0 0 0,0-1-1 0 0,1 1 1 0 0,-1-1 0 0 0,0 1-1 0 0,0 0 1 0 0,0-1 0 0 0,0 1 0 0 0,0 0-1 0 0,0 0 1 0 0,0 0 0 0 0,0-1-1 0 0,0 1 1 0 0,0 0 0 0 0,0 0-1 0 0,0 1 1 0 0,0-1 0 0 0,0 0-1 0 0,0 0 1 0 0,0 0 0 0 0,0 1-1 0 0,0-1 1 0 0,0 0 0 0 0,0 1 0 0 0,0-1-1 0 0,0 1 1 0 0,0-1 0 0 0,0 1-1 0 0,0 0 1 0 0,1-1 0 0 0,-1 1-1 0 0,0 0 1 0 0,0-1 0 0 0,1 1-1 0 0,-1 0 1 0 0,1 0 0 0 0,-1 0-1 0 0,0 0 1 0 0,1 0 0 0 0,0-1 0 0 0,-1 1-1 0 0,1 0 1 0 0,0 0 0 0 0,-1 0-1 0 0,1 0 1 0 0,0 2 0 0 0,-3 4 11 0 0,1-1 0 0 0,0 1 0 0 0,1 0 0 0 0,0 0 0 0 0,-1 13 0 0 0,3 7-44 0 0,2 0 0 0 0,1 0 1 0 0,2 0-1 0 0,0-1 1 0 0,2 0-1 0 0,0 0 1 0 0,21 40-1 0 0,-29-65 24 0 0,1 0 0 0 0,-1 0 0 0 0,1 1-1 0 0,-1-1 1 0 0,1 0 0 0 0,-1 0 0 0 0,1 0 0 0 0,0 0 0 0 0,0 0 0 0 0,-1 0-1 0 0,1 0 1 0 0,0 0 0 0 0,0-1 0 0 0,0 1 0 0 0,0 0 0 0 0,0 0 0 0 0,0-1-1 0 0,0 1 1 0 0,0 0 0 0 0,1-1 0 0 0,-1 1 0 0 0,0-1 0 0 0,0 0 0 0 0,0 1-1 0 0,1-1 1 0 0,-1 0 0 0 0,0 0 0 0 0,2 0 0 0 0,0 0-3 0 0,0-1-1 0 0,0 0 1 0 0,-1 0 0 0 0,1 0 0 0 0,0 0-1 0 0,-1 0 1 0 0,1-1 0 0 0,-1 1 0 0 0,0-1-1 0 0,1 0 1 0 0,-1 0 0 0 0,3-2 0 0 0,4-6-8 0 0,0 0 0 0 0,0 0 0 0 0,-1-1 0 0 0,12-20 1 0 0,92-162 325 0 0,-111 191-307 0 0,0 1-1 0 0,0-1 1 0 0,0 1-1 0 0,0-1 1 0 0,0 1-1 0 0,0 0 1 0 0,0-1-1 0 0,1 1 1 0 0,-1 0-1 0 0,0 0 1 0 0,1 0-1 0 0,-1 0 1 0 0,1 0 0 0 0,-1 0-1 0 0,1 0 1 0 0,-1 1-1 0 0,1-1 1 0 0,0 0-1 0 0,-1 1 1 0 0,1-1-1 0 0,0 1 1 0 0,0 0-1 0 0,2 0 1 0 0,-2 0-1 0 0,1 1 1 0 0,-1-1 0 0 0,0 1 0 0 0,1 0-1 0 0,-1 0 1 0 0,0 0 0 0 0,0 0 0 0 0,0 0-1 0 0,0 1 1 0 0,0-1 0 0 0,0 1 0 0 0,0-1-1 0 0,0 1 1 0 0,2 3 0 0 0,6 6 10 0 0,-1 2-1 0 0,-1-1 1 0 0,0 1 0 0 0,7 15 0 0 0,-15-28-15 0 0,30 63 45 0 0,-3 1 1 0 0,-3 1 0 0 0,-2 1 0 0 0,-4 1 0 0 0,-2 0-1 0 0,-4 2 1 0 0,-2-1 0 0 0,-3 1 0 0 0,-4 1 0 0 0,-2-1-1 0 0,-4 0 1 0 0,-2 0 0 0 0,-4 0 0 0 0,-2 0 0 0 0,-40 127-1 0 0,40-165-3 0 0,-2 0 0 0 0,-1-1 0 0 0,-1-1 0 0 0,-1 0 0 0 0,-23 28-1 0 0,27-40 53 0 0,-1-1 0 0 0,-1-1 0 0 0,0 0 0 0 0,-1-1 0 0 0,0 0-1 0 0,-2-1 1 0 0,1-1 0 0 0,-2-1 0 0 0,-22 12 0 0 0,35-21-34 0 0,-1 1 1 0 0,1-1 0 0 0,-1 0-1 0 0,1 0 1 0 0,-1-1 0 0 0,0 0-1 0 0,1 0 1 0 0,-1 0 0 0 0,0-1-1 0 0,0 1 1 0 0,0-2 0 0 0,0 1-1 0 0,0 0 1 0 0,1-1 0 0 0,-1 0-1 0 0,0-1 1 0 0,0 1 0 0 0,1-1-1 0 0,-1 0 1 0 0,1-1 0 0 0,0 1-1 0 0,-1-1 1 0 0,1 0-1 0 0,-5-4 1 0 0,3 1 7 0 0,0-1 0 0 0,0 1 1 0 0,1-2-1 0 0,0 1 0 0 0,0-1 0 0 0,1 0 0 0 0,0 0 0 0 0,0 0 0 0 0,1 0 0 0 0,0-1 1 0 0,0 0-1 0 0,1 0 0 0 0,1 0 0 0 0,-3-12 0 0 0,-2-23 13 0 0,2 0 0 0 0,2 0 0 0 0,2 0 0 0 0,2 0 1 0 0,11-72-1 0 0,58-215-1036 0 0,-49 253 55 0 0,4 1 1 0 0,3 2-1 0 0,3 0 0 0 0,4 2 0 0 0,2 1 1 0 0,4 3-1 0 0,56-75 0 0 0,-96 143 879 0 0,107-128-5578 0 0,-47 71 2386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07.7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101 205 192 0 0,'26'-50'7843'0'0,"-25"55"-7619"0"0,0-1-1 0 0,-1 1 1 0 0,0 0-1 0 0,0-1 1 0 0,0 1 0 0 0,-1 0-1 0 0,1-1 1 0 0,-1 1-1 0 0,-3 8 1 0 0,0 8 236 0 0,-29 187 1865 0 0,-20 166-246 0 0,39-302-1765 0 0,9-56-158 0 0,1 1-1 0 0,1 0 0 0 0,-1 26 1 0 0,2-27 739 0 0,3-39-561 0 0,29-138-119 0 0,17-290 0 0 0,-35 193-159 0 0,-12 247 16 0 0,0-1 0 0 0,1 1 1 0 0,1 0-1 0 0,0 1 1 0 0,0-1-1 0 0,1 0 1 0 0,5-11-1 0 0,-8 21-33 0 0,4 4 7 0 0,6 7-11 0 0,0 1 0 0 0,-1 0 0 0 0,0 0 0 0 0,-1 1 0 0 0,0 0 0 0 0,-1 0-1 0 0,9 19 1 0 0,37 103 221 0 0,-48-120-235 0 0,37 103 212 0 0,37 171 0 0 0,-68-222-893 0 0,-2 2 0 0 0,-4-1 0 0 0,-3 1 0 0 0,-2 0-1 0 0,-13 88 1 0 0,7-71-1439 0 0,2-19-4618 0 0,3-46 2950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08.1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40 330 976 0 0,'-6'-12'502'0'0,"0"0"-1"0"0,1-1 1 0 0,0 0-1 0 0,1 0 1 0 0,0 0-1 0 0,1 0 1 0 0,0 0-1 0 0,-1-26 1 0 0,4 33-360 0 0,0 0 0 0 0,1-1 0 0 0,0 1 0 0 0,0 0 0 0 0,0-1 0 0 0,1 1 0 0 0,0 0 0 0 0,0 0 0 0 0,0 0 0 0 0,1 0 0 0 0,0 1 0 0 0,0-1 0 0 0,0 1 0 0 0,1-1 0 0 0,0 1 0 0 0,0 0 0 0 0,0 1 0 0 0,1-1 0 0 0,-1 1 0 0 0,1 0 0 0 0,6-4 0 0 0,5-1-106 0 0,0 0-1 0 0,0 1 1 0 0,1 1-1 0 0,0 0 0 0 0,1 2 1 0 0,0 0-1 0 0,0 1 1 0 0,0 0-1 0 0,0 2 1 0 0,0 0-1 0 0,0 1 1 0 0,1 1-1 0 0,25 3 1 0 0,-6 1-419 0 0,1 1-1 0 0,-1 2 1 0 0,-1 2 0 0 0,1 1 0 0 0,48 21-1 0 0,-68-23-599 0 0,0 0-1 0 0,-1 1 1 0 0,21 15-1 0 0,-24-13-633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08.7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7 209 3180 0 0,'12'9'1032'0'0,"-16"-19"1049"0"0,-7-17-331 0 0,10 20-1421 0 0,0 1-1 0 0,0-1 1 0 0,1 0-1 0 0,0 1 0 0 0,0-1 1 0 0,1 1-1 0 0,0-1 1 0 0,0 0-1 0 0,2-7 1 0 0,-2 11-241 0 0,-1 1 1 0 0,1-1-1 0 0,-1 1 1 0 0,1 0-1 0 0,0 0 0 0 0,0-1 1 0 0,0 1-1 0 0,0 0 1 0 0,0 0-1 0 0,1 0 1 0 0,-1 0-1 0 0,0 0 1 0 0,1 0-1 0 0,0 1 1 0 0,-1-1-1 0 0,1 0 1 0 0,0 1-1 0 0,0-1 1 0 0,0 1-1 0 0,0 0 1 0 0,0 0-1 0 0,0-1 1 0 0,0 1-1 0 0,1 1 1 0 0,-1-1-1 0 0,0 0 1 0 0,5 0-1 0 0,-4 1-54 0 0,1 1 0 0 0,-1 0 0 0 0,0 0 0 0 0,0 0 0 0 0,0 0 0 0 0,0 0-1 0 0,0 1 1 0 0,0-1 0 0 0,0 1 0 0 0,0 0 0 0 0,-1 0 0 0 0,1 0 0 0 0,0 0 0 0 0,-1 0 0 0 0,0 1-1 0 0,0-1 1 0 0,0 1 0 0 0,0 0 0 0 0,0-1 0 0 0,0 1 0 0 0,0 0 0 0 0,-1 0 0 0 0,2 6 0 0 0,4 7 40 0 0,-1 0 1 0 0,8 33 0 0 0,-9-23-58 0 0,-2 0-1 0 0,0-1 0 0 0,-2 1 0 0 0,0 0 0 0 0,-2 0 0 0 0,-1 0 0 0 0,-2 0 1 0 0,-10 45-1 0 0,-10-3 88 0 0,24-68-102 0 0,0 1 0 0 0,-1-1-1 0 0,1 0 1 0 0,0 0 0 0 0,0 0-1 0 0,0 1 1 0 0,0-1 0 0 0,-1 0-1 0 0,1 0 1 0 0,0 0 0 0 0,0 0-1 0 0,0 1 1 0 0,0-1-1 0 0,-1 0 1 0 0,1 0 0 0 0,0 0-1 0 0,0 0 1 0 0,-1 0 0 0 0,1 0-1 0 0,0 0 1 0 0,0 0 0 0 0,-1 0-1 0 0,1 0 1 0 0,0 0 0 0 0,0 0-1 0 0,-1 0 1 0 0,1 0 0 0 0,0 0-1 0 0,0 0 1 0 0,-1 0 0 0 0,1 0-1 0 0,0 0 1 0 0,0 0-1 0 0,0 0 1 0 0,-1 0 0 0 0,1 0-1 0 0,0 0 1 0 0,0-1 0 0 0,-1 1-1 0 0,1 0 1 0 0,0 0 0 0 0,0 0-1 0 0,0 0 1 0 0,0-1 0 0 0,-1 1-1 0 0,1 0 1 0 0,0 0 0 0 0,0 0-1 0 0,0-1 1 0 0,0 1-1 0 0,0 0 1 0 0,0 0 0 0 0,-1 0-1 0 0,1-1 1 0 0,-8-11 16 0 0,8 12-20 0 0,-3-9 7 0 0,1-1 0 0 0,0 1 1 0 0,0-1-1 0 0,1 0 0 0 0,1 1 0 0 0,0-1 1 0 0,0 0-1 0 0,0 0 0 0 0,2 1 0 0 0,2-16 0 0 0,0-8 23 0 0,0 3 68 0 0,1 0-1 0 0,11-39 0 0 0,-13 56-23 0 0,1 1 0 0 0,1-1 1 0 0,0 1-1 0 0,1 0 0 0 0,0 1 0 0 0,1-1 0 0 0,15-19 0 0 0,-20 29-64 0 0,-1 0 1 0 0,1 0-1 0 0,-1 0 0 0 0,1 0 0 0 0,0 0 0 0 0,0 0 1 0 0,0 0-1 0 0,0 1 0 0 0,0-1 0 0 0,0 1 1 0 0,1 0-1 0 0,-1-1 0 0 0,0 1 0 0 0,1 0 0 0 0,-1 0 1 0 0,0 1-1 0 0,1-1 0 0 0,0 0 0 0 0,-1 1 0 0 0,1-1 1 0 0,-1 1-1 0 0,1 0 0 0 0,-1 0 0 0 0,1 0 1 0 0,0 0-1 0 0,-1 1 0 0 0,1-1 0 0 0,-1 1 0 0 0,1-1 1 0 0,-1 1-1 0 0,1 0 0 0 0,-1 0 0 0 0,1 0 1 0 0,-1 0-1 0 0,0 0 0 0 0,0 1 0 0 0,1-1 0 0 0,-1 1 1 0 0,0-1-1 0 0,0 1 0 0 0,-1 0 0 0 0,1 0 1 0 0,0 0-1 0 0,2 3 0 0 0,7 11-18 0 0,0 1 0 0 0,0 0 1 0 0,-2 0-1 0 0,14 35 0 0 0,-12-25-23 0 0,38 97-706 0 0,-33-81 43 0 0,-16-42 602 0 0,21-17-265 0 0,-13 6 316 0 0,1 0-1 0 0,-1-1 1 0 0,-1 1-1 0 0,0-2 1 0 0,-1 1 0 0 0,0-1-1 0 0,0 0 1 0 0,5-19-1 0 0,20-39-24 0 0,-15 41 65 0 0,-6 10 22 0 0,1 0 0 0 0,0 1 0 0 0,28-32-1 0 0,-38 48-17 0 0,0 1 1 0 0,1 0-1 0 0,-1 0 0 0 0,1 0 0 0 0,0 0 0 0 0,-1 0 0 0 0,1 0 0 0 0,0 0 0 0 0,-1 1 0 0 0,1-1 1 0 0,0 1-1 0 0,0-1 0 0 0,0 1 0 0 0,-1 0 0 0 0,1-1 0 0 0,0 1 0 0 0,0 0 0 0 0,0 0 0 0 0,0 0 1 0 0,0 1-1 0 0,0-1 0 0 0,-1 0 0 0 0,1 1 0 0 0,0-1 0 0 0,0 1 0 0 0,0-1 0 0 0,-1 1 0 0 0,1 0 1 0 0,1 1-1 0 0,3 1 0 0 0,0 1 0 0 0,0 0 0 0 0,-1 0 0 0 0,0 0 0 0 0,0 1 0 0 0,6 5 1 0 0,53 69 1 0 0,-37-45 22 0 0,36 35-1 0 0,-52-58-61 0 0,1-1 0 0 0,0 0 0 0 0,1-1 0 0 0,0 0-1 0 0,1-1 1 0 0,27 12 0 0 0,-23-13-83 0 0,1-1 0 0 0,-1-1-1 0 0,1-1 1 0 0,0 0-1 0 0,0-2 1 0 0,0 0 0 0 0,1-1-1 0 0,-1-1 1 0 0,0 0 0 0 0,35-7-1 0 0,-40 4 52 0 0,0 0 0 0 0,-1-1 0 0 0,1 0 0 0 0,-1-1 0 0 0,0 0-1 0 0,-1-1 1 0 0,1-1 0 0 0,-1 0 0 0 0,-1-1 0 0 0,1 0 0 0 0,-1 0 0 0 0,-1-1-1 0 0,1-1 1 0 0,-2 0 0 0 0,17-21 0 0 0,-19 19 98 0 0,-1-2 0 0 0,-1 1-1 0 0,0-1 1 0 0,0 0 0 0 0,-1 0 0 0 0,-1 0-1 0 0,-1-1 1 0 0,0 1 0 0 0,-1-1 0 0 0,0-20 0 0 0,5-36 940 0 0,-5 56-666 0 0,3-5 845 0 0,-1 20-658 0 0,3 11-297 0 0,2 20 111 0 0,-1 1-1 0 0,-1 0 1 0 0,-2-1 0 0 0,-1 2 0 0 0,-2 46 0 0 0,0-48-157 0 0,-2 54 105 0 0,-4-1 1 0 0,-4 1-1 0 0,-24 106 0 0 0,-56 204-3031 0 0,83-367 1260 0 0,24-84-7313 0 0,-10 19 6114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09.1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4 133 188 0 0,'-1'-37'1576'0'0,"-1"26"-747"0"0,2 1-1 0 0,-1-1 0 0 0,2 1 0 0 0,-1-1 0 0 0,1 1 0 0 0,3-14 0 0 0,-3 23-767 0 0,-1 1 0 0 0,0-1 0 0 0,0 1 0 0 0,1-1 0 0 0,-1 1 0 0 0,0-1 0 0 0,1 1 0 0 0,-1-1 0 0 0,1 1 0 0 0,-1 0 0 0 0,1-1 0 0 0,-1 1 0 0 0,1-1 0 0 0,-1 1 0 0 0,1 0 0 0 0,-1 0 0 0 0,1-1 0 0 0,-1 1 0 0 0,1 0 0 0 0,-1 0 0 0 0,1 0 0 0 0,-1-1 0 0 0,1 1 0 0 0,0 0 0 0 0,-1 0 0 0 0,1 0 0 0 0,-1 0 0 0 0,1 0 0 0 0,0 0 0 0 0,-1 0 0 0 0,1 0 0 0 0,-1 0 0 0 0,1 1 0 0 0,0-1 0 0 0,-1 0 0 0 0,2 1 0 0 0,23 10 735 0 0,-18-8-678 0 0,5 3-8 0 0,0 1 0 0 0,-1 0 0 0 0,0 0 0 0 0,0 1-1 0 0,-1 1 1 0 0,0 0 0 0 0,0 0 0 0 0,-1 1 0 0 0,0 0 0 0 0,-1 1-1 0 0,0 0 1 0 0,0 0 0 0 0,-1 1 0 0 0,-1 0 0 0 0,5 13 0 0 0,-7-15-133 0 0,0 0 1 0 0,-1 0-1 0 0,-1 0 1 0 0,0 1 0 0 0,0-1-1 0 0,-1 1 1 0 0,0 0-1 0 0,-1-1 1 0 0,0 1 0 0 0,-1 0-1 0 0,0-1 1 0 0,0 1-1 0 0,-1-1 1 0 0,-1 1 0 0 0,0-1-1 0 0,0 0 1 0 0,-1 0 0 0 0,0 0-1 0 0,-8 12 1 0 0,-1 2-407 0 0,-23 35-434 0 0,34-56 415 0 0,-1-1 1 0 0,1 1-1 0 0,-1 0 0 0 0,0-1 1 0 0,1 1-1 0 0,-1-1 0 0 0,0 0 0 0 0,-6 3 1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09.5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0 957 464 0 0,'5'-2'424'0'0,"0"-1"0"0"0,-1 0 0 0 0,0 0 0 0 0,1 0 0 0 0,-1 0 0 0 0,0-1 0 0 0,-1 0 0 0 0,1 0 0 0 0,0 0 0 0 0,-1 0 0 0 0,0 0 0 0 0,0-1 0 0 0,3-7 0 0 0,30-72 2246 0 0,-26 58-2100 0 0,9-26-165 0 0,-3-1 1 0 0,-2-1 0 0 0,-2 0 0 0 0,-2 0 0 0 0,-3-1 0 0 0,-3 0 0 0 0,-1-1 0 0 0,-4 1 0 0 0,-9-78 0 0 0,-22-35 651 0 0,29 171-1021 0 0,0-1-1 0 0,1 1 1 0 0,-1 0 0 0 0,0 0-1 0 0,1 0 1 0 0,-1 0-1 0 0,1 1 1 0 0,0-1 0 0 0,0 1-1 0 0,-2 6 1 0 0,-10 30 73 0 0,1 0 1 0 0,3 1-1 0 0,1 0 1 0 0,2 0-1 0 0,2 1 0 0 0,1 0 1 0 0,3 0-1 0 0,3 46 0 0 0,6-8 98 0 0,3-2-1 0 0,4 1 0 0 0,34 104 1 0 0,-44-165-196 0 0,1 0 0 0 0,1-1 0 0 0,1 1 0 0 0,1-2 0 0 0,0 1 0 0 0,1-1 0 0 0,0-1 0 0 0,20 22 0 0 0,-22-29-34 0 0,0-1 1 0 0,0 1-1 0 0,1-1 0 0 0,0-1 0 0 0,0 1 1 0 0,1-2-1 0 0,0 1 0 0 0,0-1 1 0 0,0-1-1 0 0,1 0 0 0 0,-1 0 0 0 0,1-1 1 0 0,0 0-1 0 0,0-1 0 0 0,18 1 1 0 0,-5-2-78 0 0,0-1 1 0 0,1-1-1 0 0,-1-2 1 0 0,0 0-1 0 0,0-1 1 0 0,0-2 0 0 0,-1 0-1 0 0,0-1 1 0 0,0-2-1 0 0,0 0 1 0 0,37-23 0 0 0,-42 21 72 0 0,-1 0 1 0 0,-1-2 0 0 0,0 1 0 0 0,0-2 0 0 0,-1 0 0 0 0,-1-1-1 0 0,-1-1 1 0 0,0 0 0 0 0,-1-1 0 0 0,0 0 0 0 0,-2 0 0 0 0,0-1-1 0 0,-1-1 1 0 0,9-25 0 0 0,-2-14 633 0 0,13-89 1 0 0,-25 124-235 0 0,-2 12 537 0 0,-5 37-657 0 0,-6 53-150 0 0,15 84-308 0 0,-2-97-2774 0 0,-2 0-5384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09.9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0 153 180 0 0,'11'-10'520'0'0,"1"0"0"0"0,-1 1 1 0 0,1 0-1 0 0,1 1 0 0 0,0 1 0 0 0,0 0 0 0 0,0 0 0 0 0,1 1 1 0 0,0 1-1 0 0,0 0 0 0 0,20-3 0 0 0,19-2-608 0 0,99-5-1 0 0,-49 7-442 0 0,33-13-2680 0 0,-105 14 1800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10.3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533 229 228 0 0,'-1'-9'263'0'0,"0"-1"0"0"0,-1 1 0 0 0,0 0 0 0 0,-1 0 0 0 0,0 0-1 0 0,0 1 1 0 0,-1-1 0 0 0,0 1 0 0 0,0 0 0 0 0,-1 0 0 0 0,-7-10 0 0 0,3 6 197 0 0,-1 0 1 0 0,0 0-1 0 0,-1 0 0 0 0,0 1 1 0 0,-24-18-1 0 0,30 26-259 0 0,1 0 0 0 0,-1 0 0 0 0,1 0 0 0 0,-1 1 1 0 0,0 0-1 0 0,0 0 0 0 0,0 0 0 0 0,0 0 0 0 0,0 1 0 0 0,-1 0 0 0 0,1 0 0 0 0,-9 0 0 0 0,11 1-99 0 0,0 1 0 0 0,0 0 0 0 0,-1 0 0 0 0,1 0 0 0 0,0 0 0 0 0,0 0 0 0 0,0 0 0 0 0,1 1 1 0 0,-1 0-1 0 0,0-1 0 0 0,1 1 0 0 0,-1 0 0 0 0,1 0 0 0 0,-1 1 0 0 0,1-1 0 0 0,0 0 0 0 0,0 1 0 0 0,0-1 0 0 0,0 1 0 0 0,0 0 0 0 0,1 0 0 0 0,-3 4 0 0 0,-3 9 206 0 0,0 0-1 0 0,1 1 0 0 0,1 0 1 0 0,0 0-1 0 0,1 0 1 0 0,-3 32-1 0 0,3 112 890 0 0,4-118-953 0 0,0 20 69 0 0,1 103 510 0 0,-31 259 0 0 0,12-296-1189 0 0,-24 134-1254 0 0,30-212-1324 0 0,-23 65-1 0 0,30-105-379 0 0</inkml:trace>
  <inkml:trace contextRef="#ctx0" brushRef="#br0" timeOffset="1">1 977 1052 0 0,'13'-18'712'0'0,"0"0"-1"0"0,1 1 1 0 0,1 1 0 0 0,1 0-1 0 0,0 1 1 0 0,1 1 0 0 0,1 0-1 0 0,0 1 1 0 0,0 1 0 0 0,2 1-1 0 0,-1 1 1 0 0,1 0 0 0 0,24-7-1 0 0,31-8 153 0 0,2 4 0 0 0,103-16 0 0 0,-89 20 101 0 0,-88 17-918 0 0,0-1 0 0 0,0 0 0 0 0,0 1 0 0 0,0 0 0 0 0,0 0 0 0 0,1 0 0 0 0,-1 0 0 0 0,0 0 0 0 0,0 0 0 0 0,0 1 0 0 0,0 0 0 0 0,0 0 0 0 0,0-1 0 0 0,0 1 0 0 0,-1 1 0 0 0,1-1 0 0 0,0 0 0 0 0,-1 1 0 0 0,5 2-1 0 0,-4-1 30 0 0,0 0-1 0 0,-1 1 1 0 0,1-1-1 0 0,-1 0 0 0 0,0 1 1 0 0,1 0-1 0 0,-2-1 0 0 0,1 1 1 0 0,0 0-1 0 0,-1 0 0 0 0,1 0 1 0 0,0 7-1 0 0,1 10 191 0 0,-1 1-1 0 0,-1 0 1 0 0,-1 0 0 0 0,-3 31-1 0 0,2-43-224 0 0,-3 57 263 0 0,-6 62-1355 0 0,7-112 40 0 0,0-1 0 0 0,-1 0 0 0 0,-7 17 0 0 0,-1-12-5441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10.6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56 312 0 0,'-5'-10'1236'0'0,"5"1"-84"0"0,0 4-124 0 0,5-4-96 0 0,-1-1-95 0 0,0 7-129 0 0,2-1-140 0 0,4 0-140 0 0,0 3-164 0 0,7 1-224 0 0,1 3-168 0 0,0 1-236 0 0,7 1-272 0 0,-7 5-429 0 0,4 1-1151 0 0,1 3 508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11.0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10 572 0 0,'0'-9'7005'0'0,"1"12"-6526"0"0,92 207 2559 0 0,-91-204-3012 0 0,1 0 0 0 0,0 0 0 0 0,0 0-1 0 0,1-1 1 0 0,0 0 0 0 0,0 1 0 0 0,0-1 0 0 0,0-1-1 0 0,1 1 1 0 0,0-1 0 0 0,0 0 0 0 0,0 0-1 0 0,0 0 1 0 0,8 4 0 0 0,-9-6-4 0 0,1 0 0 0 0,-1-1-1 0 0,1 1 1 0 0,0-1 0 0 0,0 0 0 0 0,-1 0 0 0 0,1-1-1 0 0,0 1 1 0 0,0-1 0 0 0,0 0 0 0 0,0 0 0 0 0,0-1-1 0 0,-1 1 1 0 0,1-1 0 0 0,0 0 0 0 0,0-1 0 0 0,-1 1-1 0 0,1-1 1 0 0,5-3 0 0 0,15-8 513 0 0,43-32-1 0 0,-54 34-301 0 0,0 0 1 0 0,1 1-1 0 0,0 1 0 0 0,1 1 0 0 0,0 0 1 0 0,1 1-1 0 0,18-6 0 0 0,-31 13-221 0 0,0-1-1 0 0,1 1 1 0 0,-1 0 0 0 0,0 0-1 0 0,0 0 1 0 0,0 1 0 0 0,0 0-1 0 0,0-1 1 0 0,0 1 0 0 0,0 1-1 0 0,0-1 1 0 0,0 1 0 0 0,0-1-1 0 0,-1 1 1 0 0,1 0 0 0 0,-1 0-1 0 0,1 1 1 0 0,3 3 0 0 0,8 6-71 0 0,-1 1 1 0 0,22 26-1 0 0,-12-12 16 0 0,-8-11 18 0 0,0 0 1 0 0,1-1 0 0 0,0-1-1 0 0,32 20 1 0 0,-43-30 83 0 0,1-1-1 0 0,-1 0 1 0 0,1 0 0 0 0,0-1-1 0 0,0 0 1 0 0,0 0 0 0 0,0-1-1 0 0,1 0 1 0 0,-1 0 0 0 0,0-1-1 0 0,0 0 1 0 0,1 0 0 0 0,-1 0-1 0 0,0-1 1 0 0,0 0 0 0 0,1-1-1 0 0,-1 1 1 0 0,11-5-1 0 0,-2 0-157 0 0,26-11 350 0 0,1 3 1 0 0,49-10 0 0 0,-75 21-889 0 0,0 1 0 0 0,0 1 0 0 0,23 1 0 0 0,-26 1-965 0 0,-1 1 1 0 0,1 0 0 0 0,0 1-1 0 0,24 8 1 0 0,-23-4-1747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11.8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251 11 312 0 0,'-2'-1'263'0'0,"0"0"-1"0"0,0-1 1 0 0,0 1-1 0 0,0 0 1 0 0,0 0-1 0 0,0 0 1 0 0,0 1-1 0 0,-1-1 1 0 0,1 1 0 0 0,0-1-1 0 0,0 1 1 0 0,-1-1-1 0 0,1 1 1 0 0,0 0-1 0 0,-1 0 1 0 0,1 1-1 0 0,0-1 1 0 0,-1 0 0 0 0,1 1-1 0 0,-4 0 1 0 0,2 1-57 0 0,1 0 1 0 0,-1 0 0 0 0,0 0 0 0 0,1 0 0 0 0,0 1 0 0 0,-1 0-1 0 0,1-1 1 0 0,0 1 0 0 0,0 0 0 0 0,-4 7 0 0 0,1-2-13 0 0,0 1 1 0 0,0 1 0 0 0,1-1 0 0 0,1 1-1 0 0,0 0 1 0 0,0 0 0 0 0,1 0 0 0 0,-4 17 0 0 0,5-4 5 0 0,0 1 0 0 0,1 0 1 0 0,2 0-1 0 0,0-1 1 0 0,1 1-1 0 0,2-1 0 0 0,0 1 1 0 0,15 42-1 0 0,-1-19 50 0 0,2-2 0 0 0,2 0 1 0 0,33 50-1 0 0,-48-85-207 0 0,-1 1 1 0 0,-1 0 0 0 0,1 0-1 0 0,-2 0 1 0 0,0 1-1 0 0,0-1 1 0 0,2 17-1 0 0,-5-24-40 0 0,0 0 0 0 0,-1 0 0 0 0,0 0 0 0 0,0 0 0 0 0,0 0 0 0 0,-1 0 0 0 0,1 0 0 0 0,-1-1 0 0 0,0 1 0 0 0,0 0 0 0 0,0 0 0 0 0,0 0 0 0 0,-1-1 0 0 0,0 1 0 0 0,1-1 0 0 0,-1 1 0 0 0,-1-1 0 0 0,1 0 0 0 0,0 0 0 0 0,-1 0 0 0 0,1 0 0 0 0,-1 0 0 0 0,0 0 0 0 0,0-1 0 0 0,-7 5 0 0 0,3-3-100 0 0,0 1-1 0 0,-1-1 1 0 0,1-1-1 0 0,-1 1 1 0 0,0-1 0 0 0,0-1-1 0 0,-1 1 1 0 0,1-1 0 0 0,0-1-1 0 0,-1 0 1 0 0,1 0-1 0 0,-1 0 1 0 0,-8-1 0 0 0,10-1-311 0 0,0-1 0 0 0,0 1 0 0 0,0-1 1 0 0,1 0-1 0 0,-1 0 0 0 0,1-1 0 0 0,-1 0 0 0 0,1 0 1 0 0,0-1-1 0 0,0 1 0 0 0,1-1 0 0 0,-1 0 1 0 0,1-1-1 0 0,0 0 0 0 0,0 0 0 0 0,-8-9 0 0 0,-10-17-2284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12.1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0 105 544 0 0,'16'-18'612'0'0,"5"2"-80"0"0,-5 3-40 0 0,11 2-52 0 0,-1-2-76 0 0,-1 6-28 0 0,1 1-32 0 0,3 2-12 0 0,1 3-92 0 0,1-3-36 0 0,-1 2-60 0 0,13 0-112 0 0,-10 0-112 0 0,10 1-84 0 0,-11-1-476 0 0,1 2-728 0 0,0-2 324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12.5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396 26 1268 0 0,'-5'-25'14739'0'0,"30"49"-13919"0"0,23 18-64 0 0,-2 3 0 0 0,-2 1 1 0 0,-2 2-1 0 0,-2 2 0 0 0,-2 1 0 0 0,58 108 1 0 0,-81-128-599 0 0,-1 2 0 0 0,-2 0 1 0 0,-1 0-1 0 0,-1 1 0 0 0,-2 1 1 0 0,-2-1-1 0 0,-1 1 0 0 0,-1 0 1 0 0,-2 0-1 0 0,-2 1 1 0 0,-1-1-1 0 0,-2 0 0 0 0,-10 51 1 0 0,-4-24 72 0 0,-2-1 0 0 0,-4 0 1 0 0,-50 98-1 0 0,-116 163-154 0 0,83-148-765 0 0,-36 73-1603 0 0,5-9-2449 0 0,43-83-4090 0 0,55-91 3883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21.4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406 70 808 0 0,'0'-6'783'0'0,"-1"1"0"0"0,1-1 0 0 0,-1 1 0 0 0,-1-1 0 0 0,1 1 0 0 0,-4-9 0 0 0,4 13-657 0 0,1 0 0 0 0,0 0-1 0 0,-1-1 1 0 0,0 1-1 0 0,1 0 1 0 0,-1 0 0 0 0,0 0-1 0 0,1 0 1 0 0,-1-1 0 0 0,0 1-1 0 0,0 0 1 0 0,0 1 0 0 0,0-1-1 0 0,0 0 1 0 0,0 0 0 0 0,0 0-1 0 0,0 0 1 0 0,0 1-1 0 0,0-1 1 0 0,-1 1 0 0 0,1-1-1 0 0,0 1 1 0 0,0-1 0 0 0,-1 1-1 0 0,1 0 1 0 0,0-1 0 0 0,-1 1-1 0 0,1 0 1 0 0,0 0 0 0 0,-1 0-1 0 0,1 0 1 0 0,0 0-1 0 0,-1 0 1 0 0,1 1 0 0 0,0-1-1 0 0,0 0 1 0 0,-3 1 0 0 0,-18 10 223 0 0,1 1 0 0 0,0 1-1 0 0,0 1 1 0 0,1 0 0 0 0,1 2 0 0 0,0 0 0 0 0,1 1 0 0 0,-30 38 0 0 0,28-30-98 0 0,2 1 1 0 0,0 0-1 0 0,2 2 0 0 0,1 0 1 0 0,1 1-1 0 0,-17 52 0 0 0,28-68-188 0 0,0 0-1 0 0,0 0 1 0 0,2 1-1 0 0,0-1 1 0 0,0 1-1 0 0,1-1 1 0 0,0 1-1 0 0,2-1 1 0 0,-1 1-1 0 0,2-1 1 0 0,0 0-1 0 0,0 0 1 0 0,1 0-1 0 0,1 0 1 0 0,6 12-1 0 0,-8-18-47 0 0,1 0-1 0 0,1 0 0 0 0,-1 0 1 0 0,1 0-1 0 0,0-1 1 0 0,1 0-1 0 0,-1 0 1 0 0,1 0-1 0 0,0-1 1 0 0,1 0-1 0 0,-1 0 1 0 0,1 0-1 0 0,0-1 1 0 0,0 0-1 0 0,1 0 1 0 0,-1-1-1 0 0,1 0 1 0 0,0-1-1 0 0,0 1 1 0 0,0-1-1 0 0,0-1 1 0 0,0 1-1 0 0,0-2 1 0 0,0 1-1 0 0,15-2 1 0 0,-21 2-5 0 0,1-1 0 0 0,-1 0 0 0 0,1 0 0 0 0,-1 0 0 0 0,1-1 0 0 0,-1 1 0 0 0,1-1 0 0 0,-1 1 0 0 0,0-1 0 0 0,1 0 0 0 0,-1 0 0 0 0,0 0 1 0 0,1 0-1 0 0,-1 0 0 0 0,0 0 0 0 0,0-1 0 0 0,0 1 0 0 0,0-1 0 0 0,0 1 0 0 0,-1-1 0 0 0,1 0 0 0 0,0 0 0 0 0,-1 0 0 0 0,1 0 0 0 0,-1 0 1 0 0,0 0-1 0 0,1 0 0 0 0,-1 0 0 0 0,0-1 0 0 0,0 1 0 0 0,-1 0 0 0 0,1-1 0 0 0,0 1 0 0 0,-1-1 0 0 0,0 1 0 0 0,1-1 0 0 0,-1 1 0 0 0,0-4 0 0 0,-1 2-9 0 0,0-1-1 0 0,0 0 1 0 0,0 1-1 0 0,0-1 0 0 0,-1 1 1 0 0,0-1-1 0 0,0 1 1 0 0,0 0-1 0 0,0 0 0 0 0,-1 0 1 0 0,0 0-1 0 0,1 0 1 0 0,-2 0-1 0 0,1 1 0 0 0,0 0 1 0 0,-1-1-1 0 0,1 1 1 0 0,-1 0-1 0 0,-6-3 0 0 0,0 1-186 0 0,0 1 0 0 0,-1 0 0 0 0,0 0-1 0 0,0 1 1 0 0,0 1 0 0 0,-20-3 0 0 0,-18-4-4432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21.7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61 13577 0 0,'2'-5'56'0'0,"0"0"-1"0"0,0 0 1 0 0,1 0 0 0 0,0 1-1 0 0,0-1 1 0 0,0 0 0 0 0,1 1-1 0 0,-1 0 1 0 0,1 0-1 0 0,0 0 1 0 0,9-6 0 0 0,-12 10 58 0 0,4 2 1 0 0,0 0 0 0 0,1 0-1 0 0,-1 1 1 0 0,0 0-1 0 0,0 0 1 0 0,0 1 0 0 0,-1-1-1 0 0,1 1 1 0 0,-1 0 0 0 0,0 0-1 0 0,0 0 1 0 0,6 9 0 0 0,3 1 100 0 0,229 257 1438 0 0,-187-212-1349 0 0,65 89 0 0 0,-97-115-230 0 0,-2 0 1 0 0,-2 1 0 0 0,0 1-1 0 0,23 66 1 0 0,-39-89-63 0 0,0 1 0 0 0,0-1 0 0 0,-1 1 0 0 0,-1 0 0 0 0,0-1 0 0 0,-1 1-1 0 0,-1 0 1 0 0,0 0 0 0 0,0-1 0 0 0,-1 1 0 0 0,-1-1 0 0 0,0 1 0 0 0,-1-1 0 0 0,0 0 0 0 0,0 0 0 0 0,-2-1 0 0 0,1 1 0 0 0,-2-1-1 0 0,-12 18 1 0 0,-12 11 10 0 0,-2-1 0 0 0,-1-2-1 0 0,-64 54 1 0 0,73-69-28 0 0,-10 9-227 0 0,-57 53-600 0 0,35-25-3230 0 0,53-52 2212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15.4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133 55 76 0 0,'-11'-26'6372'0'0,"16"40"-6465"0"0,-5-13 4 0 0,10 43-1715 0 0,-16-48 4286 0 0,-9-17-42 0 0,-10-23 1329 0 0,24 44-3484 0 0,-13-19 4227 0 0,-4 346-1804 0 0,3-102-1393 0 0,5 120-225 0 0,11-253-1070 0 0,0-60-2605 0 0,-1 0-4728 0 0,-19-49 1684 0 0,4 3 981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15.7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158 921 68 0 0,'-21'0'1418'0'0,"-30"2"5275"0"0,139-22-2253 0 0,-45 12-3917 0 0,235-66-182 0 0,-98 9-3581 0 0,-134 42-1825 0 0,-30 11 2155 0 0</inkml:trace>
  <inkml:trace contextRef="#ctx0" brushRef="#br0" timeOffset="1">45 166 92 0 0,'-2'-1'259'0'0,"-1"0"-1"0"0,0 0 1 0 0,0-1 0 0 0,1 1-1 0 0,-1-1 1 0 0,1 1 0 0 0,-1-1-1 0 0,1 0 1 0 0,-1 0 0 0 0,1 0-1 0 0,0 0 1 0 0,0 0-1 0 0,0 0 1 0 0,0-1 0 0 0,1 1-1 0 0,-1-1 1 0 0,1 1 0 0 0,-1-1-1 0 0,-1-4 1 0 0,3 5-152 0 0,0 0 0 0 0,0 0 0 0 0,0 0 0 0 0,0-1 1 0 0,1 1-1 0 0,-1 0 0 0 0,0 0 0 0 0,1 0 0 0 0,0 0 0 0 0,-1 0 0 0 0,1 0 0 0 0,0 1 0 0 0,0-1 0 0 0,0 0 0 0 0,0 0 1 0 0,1 0-1 0 0,-1 1 0 0 0,0-1 0 0 0,1 1 0 0 0,-1-1 0 0 0,1 1 0 0 0,-1-1 0 0 0,1 1 0 0 0,0 0 0 0 0,-1 0 0 0 0,1 0 1 0 0,0 0-1 0 0,4-1 0 0 0,19-9 56 0 0,0 1-1 0 0,1 2 1 0 0,0 1 0 0 0,1 1 0 0 0,32-4-1 0 0,-46 8-170 0 0,40-6-517 0 0,96-2 0 0 0,-113 10-1581 0 0,58 10 1 0 0,-44 0-189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16.2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2 496 0 0,'-2'-1'335'0'0,"0"1"-1"0"0,0 0 0 0 0,0 0 1 0 0,0 0-1 0 0,0 0 1 0 0,0 0-1 0 0,0 1 1 0 0,0-1-1 0 0,0 1 1 0 0,0-1-1 0 0,0 1 1 0 0,1-1-1 0 0,-1 1 0 0 0,0 0 1 0 0,0 0-1 0 0,1 0 1 0 0,-1 0-1 0 0,0 0 1 0 0,1 1-1 0 0,-1-1 1 0 0,-2 3-1 0 0,3 0-143 0 0,-1 0 0 0 0,1 0 0 0 0,0 0 0 0 0,0 1 0 0 0,0-1 0 0 0,0 0 0 0 0,1 1 0 0 0,-1-1 0 0 0,1 5 0 0 0,0 17 425 0 0,1 0 0 0 0,9 46 0 0 0,0 21 169 0 0,-11 13-125 0 0,0-95-548 0 0,0 0 1 0 0,-1 0 0 0 0,-1 0 0 0 0,0-1 0 0 0,0 1 0 0 0,-1-1-1 0 0,-7 15 1 0 0,11-25-100 0 0,-1 0-1 0 0,1 0 1 0 0,-1 0 0 0 0,1 0-1 0 0,-1 0 1 0 0,1 0-1 0 0,-1 0 1 0 0,1 0 0 0 0,-1 0-1 0 0,1 0 1 0 0,-1 0-1 0 0,1 0 1 0 0,-1 0 0 0 0,1 0-1 0 0,-1 0 1 0 0,1-1-1 0 0,-1 1 1 0 0,1 0 0 0 0,-1 0-1 0 0,1-1 1 0 0,0 1-1 0 0,-1 0 1 0 0,1 0 0 0 0,-1-1-1 0 0,1 1 1 0 0,0-1-1 0 0,-1 1 1 0 0,1 0 0 0 0,0-1-1 0 0,0 1 1 0 0,-1-1-1 0 0,1 1 1 0 0,0-1 0 0 0,0 1-1 0 0,0 0 1 0 0,-1-1-1 0 0,1 1 1 0 0,0-2 0 0 0,-13-21 50 0 0,7 5 10 0 0,2 0 0 0 0,0 0 1 0 0,0-1-1 0 0,2 1 0 0 0,0-1 0 0 0,2 0 0 0 0,0 0 1 0 0,1 1-1 0 0,0-1 0 0 0,2 0 0 0 0,0 1 0 0 0,1-1 0 0 0,1 1 1 0 0,1 0-1 0 0,1 1 0 0 0,0 0 0 0 0,17-29 0 0 0,-20 40-45 0 0,0 0 0 0 0,1 0 0 0 0,-1 1-1 0 0,1 0 1 0 0,1 0 0 0 0,-1 0-1 0 0,1 0 1 0 0,0 1 0 0 0,0 0 0 0 0,0 0-1 0 0,0 1 1 0 0,1 0 0 0 0,0 0-1 0 0,-1 0 1 0 0,1 1 0 0 0,0 0 0 0 0,0 0-1 0 0,0 1 1 0 0,1 0 0 0 0,-1 0-1 0 0,0 1 1 0 0,0-1 0 0 0,1 2 0 0 0,-1-1-1 0 0,0 1 1 0 0,0 0 0 0 0,0 0-1 0 0,11 5 1 0 0,-5-3-5 0 0,-1 2 0 0 0,0 0 0 0 0,0 0 0 0 0,0 1 0 0 0,0 0 0 0 0,-1 1 0 0 0,0 1 0 0 0,-1 0 0 0 0,1 0 0 0 0,-2 1 0 0 0,1 0 0 0 0,-1 1 0 0 0,0 0 1 0 0,-1 0-1 0 0,8 14 0 0 0,-4-1-93 0 0,-2 0 0 0 0,0 1 0 0 0,-1 0 0 0 0,-1 1 0 0 0,5 30 0 0 0,14 133-4833 0 0,-23-145 2083 0 0,-2-27-533 0 0,-2-4 257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16.5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22 1336 0 0,'12'-19'3092'0'0,"-1"16"765"0"0,-8 6-3448 0 0,0-1 1 0 0,0 1 0 0 0,-1 0-1 0 0,0 0 1 0 0,1 0 0 0 0,-1 0-1 0 0,0 0 1 0 0,3 6 0 0 0,7 14 292 0 0,-2 0 0 0 0,0 1 1 0 0,-1 0-1 0 0,8 40 0 0 0,14 104 1149 0 0,-25-114-1848 0 0,-3 1 0 0 0,-1 0 0 0 0,-3-1 0 0 0,-14 91 0 0 0,-61 209-7088 0 0,66-318 3200 0 0,-1-10 298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17.9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5 410 284 0 0,'0'-2'179'0'0,"-1"0"-1"0"0,0 0 1 0 0,0 0 0 0 0,1 0-1 0 0,-1 0 1 0 0,1 0-1 0 0,0 0 1 0 0,0 0 0 0 0,0 0-1 0 0,0-1 1 0 0,0 1-1 0 0,0 0 1 0 0,0 0 0 0 0,1 0-1 0 0,-1 0 1 0 0,1 0 0 0 0,-1 0-1 0 0,1 0 1 0 0,0 0-1 0 0,0 0 1 0 0,0 0 0 0 0,0 0-1 0 0,0 0 1 0 0,0 1 0 0 0,1-1-1 0 0,-1 0 1 0 0,1 1-1 0 0,-1-1 1 0 0,1 1 0 0 0,-1 0-1 0 0,1-1 1 0 0,0 1 0 0 0,0 0-1 0 0,-1 0 1 0 0,1 0-1 0 0,0 0 1 0 0,3-1 0 0 0,10-4 261 0 0,0 0 0 0 0,1 0 0 0 0,28-6 0 0 0,-30 9-180 0 0,66-12 657 0 0,1 3 0 0 0,148-2 0 0 0,-144 12-557 0 0,-1-4 0 0 0,121-24 0 0 0,-195 28-361 0 0,0 0 0 0 0,-1-1 1 0 0,0-1-1 0 0,1 1 0 0 0,-1-2 0 0 0,-1 1 1 0 0,13-9-1 0 0,-19 12 7 0 0,-1 0 1 0 0,1-1-1 0 0,0 0 0 0 0,0 1 1 0 0,-1-1-1 0 0,1 0 0 0 0,-1 0 1 0 0,1 0-1 0 0,-1 0 0 0 0,0 0 1 0 0,0 0-1 0 0,0 0 0 0 0,0 0 0 0 0,0 0 1 0 0,-1 0-1 0 0,1-1 0 0 0,-1 1 1 0 0,1 0-1 0 0,-1-1 0 0 0,0 1 1 0 0,0 0-1 0 0,0-1 0 0 0,0 1 1 0 0,0-1-1 0 0,0 1 0 0 0,-1 0 0 0 0,1 0 1 0 0,-1-1-1 0 0,1 1 0 0 0,-1 0 1 0 0,0 0-1 0 0,0 0 0 0 0,0-1 1 0 0,0 1-1 0 0,-1 0 0 0 0,-2-3 1 0 0,2 1 15 0 0,-1 1 1 0 0,1-1-1 0 0,-1 1 1 0 0,0-1-1 0 0,0 1 1 0 0,-1 0 0 0 0,1 0-1 0 0,-1 1 1 0 0,1-1-1 0 0,-1 1 1 0 0,0-1-1 0 0,0 1 1 0 0,0 0 0 0 0,0 1-1 0 0,0-1 1 0 0,0 1-1 0 0,-1-1 1 0 0,1 1 0 0 0,0 1-1 0 0,-1-1 1 0 0,1 1-1 0 0,-1-1 1 0 0,1 1-1 0 0,-1 0 1 0 0,1 1 0 0 0,-1-1-1 0 0,1 1 1 0 0,0 0-1 0 0,-1 0 1 0 0,1 1-1 0 0,0-1 1 0 0,0 1 0 0 0,0 0-1 0 0,-5 2 1 0 0,0 1 24 0 0,0 0 0 0 0,0 1 0 0 0,1-1-1 0 0,0 2 1 0 0,0-1 0 0 0,1 1 0 0 0,-1 0 0 0 0,2 1 0 0 0,-1 0 0 0 0,1 0 0 0 0,0 0 0 0 0,0 1 0 0 0,1-1 0 0 0,-5 14 0 0 0,6-11-21 0 0,0 0 0 0 0,1 1 0 0 0,1-1 0 0 0,-1 1 0 0 0,2-1-1 0 0,0 1 1 0 0,0-1 0 0 0,1 1 0 0 0,1 0 0 0 0,0 0 0 0 0,0-1 0 0 0,1 1 0 0 0,1-1 0 0 0,0 0 0 0 0,0 1 0 0 0,1-1 0 0 0,0-1 0 0 0,1 1 0 0 0,1-1 0 0 0,0 0 0 0 0,0 0 0 0 0,0 0 0 0 0,2-1 0 0 0,-1 0 0 0 0,1 0 0 0 0,0-1 0 0 0,1 0 0 0 0,0 0 0 0 0,0-1 0 0 0,0 0 0 0 0,1-1 0 0 0,0 0 0 0 0,1-1 0 0 0,-1 0-1 0 0,1 0 1 0 0,22 5 0 0 0,-18-7-54 0 0,0-1 0 0 0,0 0-1 0 0,0-1 1 0 0,0-1 0 0 0,0 0-1 0 0,1-1 1 0 0,-1-1-1 0 0,0 0 1 0 0,0-2 0 0 0,-1 1-1 0 0,1-2 1 0 0,-1 1 0 0 0,0-2-1 0 0,0 0 1 0 0,15-10-1 0 0,-5 2 19 0 0,-2-1 0 0 0,0-1 0 0 0,0-1 0 0 0,-2-1 0 0 0,0 0 0 0 0,-1-2 0 0 0,27-36 0 0 0,33-52 1120 0 0,-53 73-646 0 0,-26 34-371 0 0,0-4-51 0 0,-1 1 0 0 0,0-1 0 0 0,-1 0-1 0 0,1 0 1 0 0,-1 1 0 0 0,0-1 0 0 0,0 1-1 0 0,0 0 1 0 0,-1-1 0 0 0,0 1 0 0 0,1 0 0 0 0,-1 0-1 0 0,-1 1 1 0 0,1-1 0 0 0,-1 1 0 0 0,-6-6 0 0 0,-10-7-38 0 0,-40-25 0 0 0,52 36 5 0 0,4 3-13 0 0,1 0 0 0 0,-1 0 0 0 0,1 1 1 0 0,-1-1-1 0 0,0 1 0 0 0,1 0 1 0 0,-1 0-1 0 0,0 0 0 0 0,0 1 1 0 0,0-1-1 0 0,0 1 0 0 0,0 0 0 0 0,1 0 1 0 0,-1 0-1 0 0,0 1 0 0 0,0-1 1 0 0,0 1-1 0 0,0 0 0 0 0,1 0 0 0 0,-1 0 1 0 0,0 1-1 0 0,1-1 0 0 0,-1 1 1 0 0,1 0-1 0 0,-1 0 0 0 0,1 0 1 0 0,0 1-1 0 0,0-1 0 0 0,0 1 0 0 0,0-1 1 0 0,1 1-1 0 0,-6 6 0 0 0,4-3 8 0 0,-1 0 0 0 0,1 0 0 0 0,0 0-1 0 0,0 0 1 0 0,1 0 0 0 0,0 1 0 0 0,0 0 0 0 0,1 0-1 0 0,-1 0 1 0 0,1 0 0 0 0,1 0 0 0 0,-1 0 0 0 0,1 0-1 0 0,1 0 1 0 0,-1 1 0 0 0,1-1 0 0 0,1 9 0 0 0,1-9 5 0 0,-1 1 1 0 0,1-1-1 0 0,0 0 0 0 0,0 0 1 0 0,1 0-1 0 0,0 0 1 0 0,0-1-1 0 0,1 1 1 0 0,-1-1-1 0 0,9 10 1 0 0,-8-12-3 0 0,0 0 0 0 0,1 0 1 0 0,0 0-1 0 0,0-1 0 0 0,0 1 1 0 0,0-1-1 0 0,1-1 0 0 0,-1 1 1 0 0,1-1-1 0 0,0 0 0 0 0,0 0 1 0 0,0 0-1 0 0,8 1 0 0 0,-1-2-34 0 0,-1 0-1 0 0,1 0 1 0 0,-1-1 0 0 0,1 0-1 0 0,0-2 1 0 0,-1 1 0 0 0,0-1-1 0 0,1-1 1 0 0,-1 0-1 0 0,0-1 1 0 0,0 0 0 0 0,-1-1-1 0 0,20-11 1 0 0,-17 8 2 0 0,0-1 0 0 0,0 0-1 0 0,-1-1 1 0 0,0-1 0 0 0,-1 0 0 0 0,0-1 0 0 0,-1 0 0 0 0,-1-1 0 0 0,18-26 0 0 0,-21 28 69 0 0,0 0 1 0 0,0 0 0 0 0,17-18-1 0 0,-24 29-49 0 0,2 1 4 0 0,0 0 0 0 0,0 0 0 0 0,0 0 0 0 0,-1 0 0 0 0,1 1 0 0 0,0-1 0 0 0,-1 1 0 0 0,1-1 0 0 0,-1 1 0 0 0,0 0 0 0 0,1 0 0 0 0,-1-1 1 0 0,0 1-1 0 0,0 0 0 0 0,0 0 0 0 0,0 0 0 0 0,0 0 0 0 0,-1 0 0 0 0,1 0 0 0 0,-1 0 0 0 0,1 4 0 0 0,13 54-7 0 0,-13-59 7 0 0,20 127 219 0 0,8 247 0 0 0,-48 130-7 0 0,-8-310 27 0 0,21-167-60 0 0,-2 1 0 0 0,0-1-1 0 0,-2-1 1 0 0,-23 46-1 0 0,33-72-153 0 0,-1 0 0 0 0,1 0-1 0 0,-1 0 1 0 0,1 0-1 0 0,-1 0 1 0 0,1 0 0 0 0,-1 0-1 0 0,0 0 1 0 0,1 0-1 0 0,-1 0 1 0 0,0 0 0 0 0,0 0-1 0 0,0-1 1 0 0,0 1-1 0 0,0 0 1 0 0,0 0 0 0 0,0-1-1 0 0,0 1 1 0 0,0-1-1 0 0,0 1 1 0 0,0-1 0 0 0,0 0-1 0 0,-1 1 1 0 0,1-1-1 0 0,-1 0 1 0 0,0 0-2 0 0,1-1 0 0 0,0 1 0 0 0,-1-1 0 0 0,1 0 0 0 0,0 1-1 0 0,0-1 1 0 0,0 0 0 0 0,0 0 0 0 0,0 0 0 0 0,0 0 0 0 0,0 0 0 0 0,0 0 0 0 0,0 0 0 0 0,0 0 0 0 0,0 0 0 0 0,1-1 0 0 0,-2-1-1 0 0,-4-10 52 0 0,0 0-1 0 0,2 0 1 0 0,-5-17-1 0 0,7 24-71 0 0,-6-28-19 0 0,1 0 1 0 0,2-1-1 0 0,1 0 0 0 0,2 0 0 0 0,3-47 1 0 0,27-173-677 0 0,-25 232 615 0 0,6-39-163 0 0,2 0 0 0 0,3 0 1 0 0,3 1-1 0 0,2 1 0 0 0,3 1 0 0 0,3 1 1 0 0,2 1-1 0 0,63-98 0 0 0,-70 125 158 0 0,1 1 0 0 0,2 1 0 0 0,0 1 0 0 0,2 1 0 0 0,1 1 0 0 0,53-39 0 0 0,-75 61 69 0 0,0 0-1 0 0,0 1 1 0 0,0-1-1 0 0,1 1 1 0 0,-1 0-1 0 0,1 0 1 0 0,0 0-1 0 0,0 1 0 0 0,0 0 1 0 0,-1 0-1 0 0,1 0 1 0 0,0 0-1 0 0,0 1 1 0 0,0 0-1 0 0,0 0 1 0 0,0 0-1 0 0,0 1 1 0 0,0 0-1 0 0,0 0 1 0 0,0 0-1 0 0,7 3 1 0 0,-6-1 5 0 0,-1 0 0 0 0,0 0-1 0 0,1 1 1 0 0,-1 0 0 0 0,-1 0 0 0 0,1 1 0 0 0,-1-1 0 0 0,1 1 0 0 0,-1 0 0 0 0,-1 0 0 0 0,1 0 0 0 0,-1 1 0 0 0,0-1 0 0 0,0 1 0 0 0,0 0 0 0 0,2 8-1 0 0,-1-3 8 0 0,-1 0-1 0 0,0 1 1 0 0,-1 0-1 0 0,0 0 0 0 0,-1-1 1 0 0,0 1-1 0 0,-1 0 1 0 0,-1 0-1 0 0,1 0 0 0 0,-2 0 1 0 0,-3 14-1 0 0,5-25 8 0 0,0-1 0 0 0,0 1 0 0 0,0-1 0 0 0,0 1 0 0 0,0-1 0 0 0,0 1 0 0 0,0-1 0 0 0,0 1 0 0 0,0-1 0 0 0,0 1 0 0 0,0-1 0 0 0,-1 1 0 0 0,1-1 0 0 0,0 1 0 0 0,0-1 0 0 0,-1 1 0 0 0,1-1 0 0 0,0 0 0 0 0,-1 1 0 0 0,1-1 0 0 0,0 0 0 0 0,-1 1 0 0 0,1-1 0 0 0,0 0 0 0 0,-1 1 0 0 0,1-1 0 0 0,-1 0 0 0 0,1 1 0 0 0,-1-1 0 0 0,1 0 0 0 0,-1 0 0 0 0,1 0 0 0 0,-1 0 0 0 0,1 1 0 0 0,-1-1 0 0 0,1 0 0 0 0,-1 0 0 0 0,1 0 0 0 0,-1 0 0 0 0,1 0 0 0 0,-1 0 0 0 0,1 0 0 0 0,-1 0 0 0 0,1-1 0 0 0,-1 1 0 0 0,1 0 0 0 0,-1 0 0 0 0,1 0 0 0 0,0 0 0 0 0,-1-1 0 0 0,1 1 0 0 0,-1 0 0 0 0,1-1 0 0 0,-1 1 0 0 0,-1-1 10 0 0,1-1-1 0 0,-1 1 0 0 0,1 0 1 0 0,-1 0-1 0 0,1-1 0 0 0,0 1 1 0 0,0-1-1 0 0,0 1 0 0 0,0-1 1 0 0,0 1-1 0 0,0-1 0 0 0,0 0 1 0 0,0 1-1 0 0,0-4 0 0 0,-2-15 38 0 0,1 1 0 0 0,1 0 0 0 0,1-1 0 0 0,1 1-1 0 0,1 0 1 0 0,0-1 0 0 0,1 1 0 0 0,2 0 0 0 0,8-25 0 0 0,-10 36-55 0 0,0 0-1 0 0,1 0 1 0 0,0 0 0 0 0,1 0-1 0 0,-1 1 1 0 0,1 0 0 0 0,1 0 0 0 0,-1 0-1 0 0,1 1 1 0 0,9-7 0 0 0,-10 9-28 0 0,0 1 1 0 0,0-1-1 0 0,0 1 1 0 0,1 1-1 0 0,-1-1 1 0 0,1 1-1 0 0,0 0 1 0 0,0 0 0 0 0,0 1-1 0 0,0 0 1 0 0,0 0-1 0 0,0 0 1 0 0,0 1-1 0 0,0 0 1 0 0,0 0-1 0 0,7 1 1 0 0,-5 0-116 0 0,0 1 0 0 0,-1-1 0 0 0,1 2 1 0 0,0-1-1 0 0,-1 1 0 0 0,1 0 0 0 0,-1 1 0 0 0,0 0 1 0 0,0 0-1 0 0,0 0 0 0 0,7 8 0 0 0,8 7-1290 0 0,36 41 1 0 0,7 6-5344 0 0,-47-51 4008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18.5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297 356 264 0 0,'-3'-4'330'0'0,"-1"0"0"0"0,1 0 0 0 0,-1 1 0 0 0,0-1 0 0 0,0 1 0 0 0,0 0 0 0 0,-1 0 0 0 0,1 0 0 0 0,-1 0 1 0 0,0 1-1 0 0,1 0 0 0 0,-1 0 0 0 0,0 0 0 0 0,0 1 0 0 0,0-1 0 0 0,-1 1 0 0 0,1 1 0 0 0,0-1 0 0 0,0 1 0 0 0,-1-1 0 0 0,1 1 0 0 0,0 1 0 0 0,0-1 0 0 0,-6 2 0 0 0,0 0 13 0 0,1 0-1 0 0,0 0 0 0 0,-1 1 0 0 0,1 1 1 0 0,1-1-1 0 0,-1 2 0 0 0,0-1 1 0 0,1 1-1 0 0,0 1 0 0 0,-16 12 0 0 0,20-13-196 0 0,0 1 0 0 0,0-1 0 0 0,1 1-1 0 0,0 0 1 0 0,0 1 0 0 0,0-1 0 0 0,1 1-1 0 0,0 0 1 0 0,0-1 0 0 0,1 1 0 0 0,0 0-1 0 0,0 1 1 0 0,1-1 0 0 0,-1 0 0 0 0,2 0-1 0 0,-1 13 1 0 0,1-15-109 0 0,0 0 1 0 0,0-1-1 0 0,0 1 1 0 0,1 0-1 0 0,0 0 0 0 0,0-1 1 0 0,0 1-1 0 0,1-1 1 0 0,-1 1-1 0 0,1-1 0 0 0,0 0 1 0 0,0 1-1 0 0,1-1 0 0 0,-1 0 1 0 0,1 0-1 0 0,0-1 1 0 0,0 1-1 0 0,0-1 0 0 0,1 1 1 0 0,-1-1-1 0 0,1 0 1 0 0,0 0-1 0 0,0 0 0 0 0,0-1 1 0 0,0 0-1 0 0,6 3 0 0 0,-5-3-33 0 0,1-1-1 0 0,-1 0 1 0 0,0 0-1 0 0,1 0 0 0 0,-1-1 1 0 0,1 0-1 0 0,-1 0 1 0 0,1 0-1 0 0,-1-1 0 0 0,0 0 1 0 0,1 0-1 0 0,-1 0 1 0 0,0-1-1 0 0,1 1 0 0 0,-1-1 1 0 0,0-1-1 0 0,0 1 1 0 0,-1-1-1 0 0,8-4 0 0 0,9-8 0 0 0,-1-1 0 0 0,37-36 0 0 0,-25 21 16 0 0,-25 24 9 0 0,0 1-1 0 0,1 0 1 0 0,0 0 0 0 0,0 1 0 0 0,0 0 0 0 0,0 0 0 0 0,1 1 0 0 0,0 0-1 0 0,0 1 1 0 0,0 0 0 0 0,10-3 0 0 0,-13 6-1 0 0,0-1 1 0 0,0 1-1 0 0,0 0 0 0 0,0 1 1 0 0,0-1-1 0 0,0 1 0 0 0,0 0 1 0 0,0 1-1 0 0,0 0 1 0 0,-1-1-1 0 0,1 2 0 0 0,-1-1 1 0 0,1 1-1 0 0,-1-1 0 0 0,0 2 1 0 0,0-1-1 0 0,0 0 0 0 0,0 1 1 0 0,4 5-1 0 0,59 65 237 0 0,-59-62-224 0 0,1 1 0 0 0,0-1 0 0 0,1-1 0 0 0,1 0 0 0 0,0 0 0 0 0,0-1 0 0 0,1-1 0 0 0,0 0 0 0 0,0-1 0 0 0,20 9 0 0 0,-28-15-68 0 0,-1-2-1 0 0,1 1 0 0 0,0 0 0 0 0,-1-1 1 0 0,1 0-1 0 0,0 0 0 0 0,-1-1 1 0 0,1 1-1 0 0,0-1 0 0 0,-1 0 1 0 0,1 0-1 0 0,-1 0 0 0 0,1-1 1 0 0,-1 0-1 0 0,0 1 0 0 0,0-2 1 0 0,0 1-1 0 0,0 0 0 0 0,0-1 0 0 0,0 0 1 0 0,0 0-1 0 0,-1 0 0 0 0,0 0 1 0 0,6-6-1 0 0,2-5-121 0 0,1 1 0 0 0,-2-2 0 0 0,0 1 0 0 0,-1-1 0 0 0,9-19 0 0 0,-9 14 46 0 0,-1 0 0 0 0,-1 0 0 0 0,-1-1 0 0 0,-1 0 0 0 0,3-29 0 0 0,2-108-229 0 0,-2 8 562 0 0,-8 130-147 0 0,2 2 391 0 0,4 32-177 0 0,1 23-124 0 0,-2 1-1 0 0,-1 0 1 0 0,-3 65 0 0 0,1-2-57 0 0,-6 224-1993 0 0,-2-106-4325 0 0,6-196 2920 0 0,0-5 251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19.0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0 200 940 0 0,'2'-7'286'0'0,"1"1"1"0"0,-1-1-1 0 0,1 0 0 0 0,0 1 0 0 0,1 0 1 0 0,-1 0-1 0 0,1 0 0 0 0,0 0 0 0 0,1 0 1 0 0,-1 1-1 0 0,1 0 0 0 0,0 0 1 0 0,1 0-1 0 0,-1 1 0 0 0,1-1 0 0 0,0 2 1 0 0,0-1-1 0 0,0 0 0 0 0,1 1 0 0 0,-1 0 1 0 0,1 1-1 0 0,0-1 0 0 0,-1 1 0 0 0,1 1 1 0 0,0-1-1 0 0,0 1 0 0 0,8 0 0 0 0,2 1 25 0 0,0 0 0 0 0,0 2 0 0 0,0 0-1 0 0,0 1 1 0 0,-1 1 0 0 0,31 10 0 0 0,-4 4 257 0 0,47 26 1 0 0,-50-23-35 0 0,69 26 1 0 0,-102-44-389 0 0,0-2 0 0 0,-1 1 1 0 0,1-1-1 0 0,0 0 1 0 0,0 0-1 0 0,-1 0 1 0 0,1-1-1 0 0,0 0 0 0 0,0-1 1 0 0,0 0-1 0 0,0 0 1 0 0,-1 0-1 0 0,1-1 0 0 0,0 0 1 0 0,8-3-1 0 0,1-4 228 0 0,0 1 0 0 0,-1-2-1 0 0,0 0 1 0 0,23-21 0 0 0,-33 26-321 0 0,1 1 0 0 0,0-1 0 0 0,1 1 0 0 0,-1 0 0 0 0,1 0 0 0 0,-1 1 0 0 0,1 0 0 0 0,0 0 0 0 0,0 1 0 0 0,1 0 1 0 0,-1 0-1 0 0,0 0 0 0 0,1 1 0 0 0,8 0 0 0 0,-9 1-35 0 0,0 1-1 0 0,0 0 1 0 0,0 0 0 0 0,-1 1 0 0 0,1 0 0 0 0,0 0-1 0 0,-1 1 1 0 0,0 0 0 0 0,1 0 0 0 0,-1 0-1 0 0,-1 1 1 0 0,1-1 0 0 0,0 2 0 0 0,-1-1 0 0 0,9 9-1 0 0,2 4-3 0 0,-1 2-1 0 0,0 0 1 0 0,-1 1-1 0 0,-1 0 1 0 0,-1 1 0 0 0,12 30-1 0 0,-15-31 247 0 0,1-1 0 0 0,1 0 1 0 0,20 28-1 0 0,-30-47-219 0 0,-1 1 1 0 0,1-1 0 0 0,0 1 0 0 0,-1-1-1 0 0,1 0 1 0 0,0 1 0 0 0,-1-1-1 0 0,1 0 1 0 0,0 0 0 0 0,-1 1-1 0 0,1-1 1 0 0,0 0 0 0 0,0 0-1 0 0,-1 0 1 0 0,1 0 0 0 0,0 0-1 0 0,0 0 1 0 0,-1 0 0 0 0,1 0-1 0 0,0 0 1 0 0,0 0 0 0 0,-1-1-1 0 0,1 1 1 0 0,0 0 0 0 0,0 0-1 0 0,-1-1 1 0 0,1 1 0 0 0,0 0-1 0 0,-1-1 1 0 0,1 1 0 0 0,-1-1 0 0 0,2 0-1 0 0,20-18 417 0 0,-21 19-431 0 0,69-75 692 0 0,90-125-1 0 0,-94 113-1517 0 0,-20 30-3796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22.1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9 708 0 0,'1'-1'211'0'0,"-1"1"1"0"0,0-1-1 0 0,1 1 1 0 0,0-2 633 0 0,0 1-634 0 0,-1 1 1 0 0,1 0-1 0 0,0-1 0 0 0,-1 1 1 0 0,1 0-1 0 0,-1-1 1 0 0,1 1-1 0 0,-1 0 0 0 0,1 0 1 0 0,0-1-1 0 0,-1 1 0 0 0,1 0 1 0 0,0 0-1 0 0,-1 0 0 0 0,1 0 1 0 0,0 0-1 0 0,-1 0 1 0 0,1 0-1 0 0,0 0 0 0 0,-1 0 1 0 0,1 0-1 0 0,0 0 0 0 0,0 1 1 0 0,18 17 2896 0 0,12 46-1390 0 0,-24-49-833 0 0,11 32 137 0 0,-2 1-1 0 0,-2 1 0 0 0,13 76 1 0 0,-20-82-853 0 0,-3 1 1 0 0,-1 0-1 0 0,-4 72 0 0 0,-3-72-1541 0 0,-16 74-1 0 0,19-116 1129 0 0,1 0-1 0 0,0 0 0 0 0,-1 0 1 0 0,1 0-1 0 0,-1 0 0 0 0,0 0 0 0 0,0-1 1 0 0,0 1-1 0 0,0 0 0 0 0,0 0 0 0 0,0 0 1 0 0,-2 1-1 0 0,2-3 46 0 0,1 0 1 0 0,-1 0-1 0 0,0 0 1 0 0,1 0-1 0 0,-1 0 0 0 0,0 0 1 0 0,0 0-1 0 0,1 0 1 0 0,-1 0-1 0 0,0 0 0 0 0,1-1 1 0 0,-1 1-1 0 0,0 0 0 0 0,1-1 1 0 0,-1 1-1 0 0,0 0 1 0 0,1-1-1 0 0,-1 1 0 0 0,1-1 1 0 0,-1 1-1 0 0,1-1 1 0 0,-1 1-1 0 0,1-1 0 0 0,-1 1 1 0 0,1-1-1 0 0,-1 1 1 0 0,1-1-1 0 0,0 0 0 0 0,-1 1 1 0 0,1-1-1 0 0,0 0 0 0 0,-1 0 1 0 0,-10-18-2876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22.5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43 1096 0 0,'5'-32'2645'0'0,"-5"31"-2533"0"0,0 0-1 0 0,1 1 1 0 0,-1-1 0 0 0,0 1 0 0 0,1-1-1 0 0,-1 1 1 0 0,1-1 0 0 0,-1 1-1 0 0,0-1 1 0 0,1 1 0 0 0,-1-1 0 0 0,1 1-1 0 0,-1-1 1 0 0,1 1 0 0 0,-1 0-1 0 0,1-1 1 0 0,0 1 0 0 0,-1 0 0 0 0,1 0-1 0 0,-1-1 1 0 0,1 1 0 0 0,0 0-1 0 0,-1 0 1 0 0,2 0 0 0 0,2 1 207 0 0,1 0 1 0 0,-1 0 0 0 0,1 0-1 0 0,-1 1 1 0 0,0 0-1 0 0,0-1 1 0 0,0 2-1 0 0,0-1 1 0 0,4 4 0 0 0,3 0-433 0 0,280 175 3717 0 0,-248-150-3314 0 0,-1 2-1 0 0,-1 1 1 0 0,-3 3 0 0 0,51 59-1 0 0,-81-86-279 0 0,0 1-1 0 0,0 0 0 0 0,-1 0 1 0 0,-1 1-1 0 0,0 0 0 0 0,0 1 1 0 0,-2-1-1 0 0,1 1 0 0 0,-1 0 1 0 0,-1 0-1 0 0,-1 0 0 0 0,1 0 1 0 0,-2 0-1 0 0,0 1 0 0 0,-1-1 1 0 0,0 1-1 0 0,-1-1 0 0 0,0 0 1 0 0,-1 1-1 0 0,-1-1 0 0 0,0 0 1 0 0,-1 0-1 0 0,0-1 0 0 0,-1 1 1 0 0,0-1-1 0 0,-1 0 0 0 0,0 0 1 0 0,-1 0-1 0 0,-1-1 0 0 0,0 0 1 0 0,0-1-1 0 0,-1 0 0 0 0,-11 10 1 0 0,2-1-148 0 0,-1-1 0 0 0,-2-1 0 0 0,1-1 0 0 0,-2-1 0 0 0,0-1 0 0 0,0 0 0 0 0,-2-2 0 0 0,1-1 0 0 0,-38 12 0 0 0,57-22-20 0 0,0 0-1 0 0,1 0 1 0 0,-1-1 0 0 0,0 1-1 0 0,0-1 1 0 0,0 0-1 0 0,0 0 1 0 0,1 0-1 0 0,-1-1 1 0 0,0 0 0 0 0,0 1-1 0 0,0-1 1 0 0,1-1-1 0 0,-5-1 1 0 0,5 2-288 0 0,1-1 0 0 0,-1 1 1 0 0,1-1-1 0 0,-1 0 0 0 0,1 0 1 0 0,0 0-1 0 0,0 0 0 0 0,0 0 0 0 0,0-1 1 0 0,0 1-1 0 0,0-1 0 0 0,-1-2 1 0 0,-4-13-2616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22.8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142 427 12069 0 0,'109'-63'3105'0'0,"-123"86"-2452"0"0,1-3-220 0 0,0 1 0 0 0,2 0-1 0 0,-10 25 1 0 0,18-38-353 0 0,1-1-1 0 0,0 0 1 0 0,0 1 0 0 0,1-1-1 0 0,0 1 1 0 0,0-1-1 0 0,1 1 1 0 0,0-1-1 0 0,0 1 1 0 0,1 0 0 0 0,0-1-1 0 0,1 1 1 0 0,3 12-1 0 0,26 57-678 0 0,-28-72 255 0 0,-1 0 0 0 0,1-1 0 0 0,0 1 0 0 0,1-1 0 0 0,-1 0 0 0 0,1 0 0 0 0,-1 0 0 0 0,1 0 1 0 0,0 0-1 0 0,1-1 0 0 0,-1 0 0 0 0,8 5 0 0 0,1-6-2002 0 0</inkml:trace>
  <inkml:trace contextRef="#ctx0" brushRef="#br0" timeOffset="1">4 86 312 0 0,'-1'-6'468'0'0,"0"1"0"0"0,0 0 0 0 0,1 0 0 0 0,0-1 0 0 0,0 1-1 0 0,0 0 1 0 0,1 0 0 0 0,0-1 0 0 0,2-8 0 0 0,-2 12-361 0 0,0 1 0 0 0,1-1 0 0 0,-1 0 0 0 0,1 1 0 0 0,-1-1 0 0 0,1 1 0 0 0,0-1 0 0 0,-1 1 0 0 0,1 0 0 0 0,0-1 0 0 0,0 1 0 0 0,0 0 0 0 0,0 0 0 0 0,0 1 0 0 0,0-1 0 0 0,0 0 0 0 0,1 1 0 0 0,-1-1 0 0 0,0 1 0 0 0,0 0 0 0 0,0-1 0 0 0,1 1 0 0 0,-1 0 0 0 0,0 0 0 0 0,4 1 0 0 0,12 1-165 0 0,-1 1 0 0 0,1 0 0 0 0,-1 1 1 0 0,0 1-1 0 0,0 0 0 0 0,0 2 0 0 0,-1 0 0 0 0,1 0 1 0 0,-2 2-1 0 0,18 12 0 0 0,67 30-3934 0 0,-72-39 2223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23.2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270 225 304 0 0,'1'-8'400'0'0,"2"-17"969"0"0,-1-1 0 0 0,-1-32 0 0 0,-1 52-1044 0 0,0 0 0 0 0,-1 0 0 0 0,0 0-1 0 0,0 0 1 0 0,0 0 0 0 0,-1 0 0 0 0,0 0-1 0 0,0 1 1 0 0,0-1 0 0 0,-1 1 0 0 0,0 0 0 0 0,0-1-1 0 0,0 1 1 0 0,-1 1 0 0 0,-6-9 0 0 0,8 12-257 0 0,0-1 0 0 0,-1 1 1 0 0,1 0-1 0 0,0 0 0 0 0,-1 0 1 0 0,1 0-1 0 0,0 1 0 0 0,-1-1 1 0 0,1 1-1 0 0,-1-1 0 0 0,1 1 1 0 0,-1 0-1 0 0,1 0 0 0 0,-1 0 1 0 0,1 0-1 0 0,-1 0 0 0 0,1 1 1 0 0,0-1-1 0 0,-1 1 0 0 0,1-1 1 0 0,-1 1-1 0 0,1 0 0 0 0,0 0 1 0 0,-1 0-1 0 0,1 1 0 0 0,0-1 1 0 0,0 0-1 0 0,-2 3 0 0 0,-8 4 192 0 0,0 0 1 0 0,1 2-1 0 0,-16 15 0 0 0,16-12-108 0 0,0 0 0 0 0,1 1-1 0 0,0 0 1 0 0,1 1 0 0 0,1 0 0 0 0,0 0 0 0 0,2 1 0 0 0,-1 0 0 0 0,2 0 0 0 0,0 1 0 0 0,1-1-1 0 0,1 1 1 0 0,-3 32 0 0 0,3 17 248 0 0,3 0 0 0 0,11 85-1 0 0,-6-89-212 0 0,2-7-57 0 0,3 1-1 0 0,24 74 1 0 0,7 40-635 0 0,-36-144 174 0 0,-2 0 1 0 0,0 1-1 0 0,-2-1 1 0 0,-4 40-1 0 0,2-50-135 0 0,-2 0-1 0 0,0 0 1 0 0,-9 25-1 0 0,10-36-62 0 0,0 1 0 0 0,0-1 0 0 0,-1 0-1 0 0,0 1 1 0 0,0-1 0 0 0,0 0 0 0 0,-1-1 0 0 0,1 1 0 0 0,-1-1 0 0 0,0 1 0 0 0,-1-1-1 0 0,1 0 1 0 0,-6 3 0 0 0,-10 3-2566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23.6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0 848 252 0 0,'16'-16'801'0'0,"1"1"0"0"0,0 0 0 0 0,1 2 0 0 0,0 0 0 0 0,1 1 0 0 0,1 1 0 0 0,-1 0 0 0 0,2 2-1 0 0,0 0 1 0 0,36-9 0 0 0,15 1 1124 0 0,142-14-1 0 0,-9 2-768 0 0,-190 26-1314 0 0,0-1 0 0 0,0 0 0 0 0,-1-1 0 0 0,1-1 0 0 0,-1 0-1 0 0,-1-1 1 0 0,1-1 0 0 0,-1 0 0 0 0,0-1 0 0 0,-1 0 0 0 0,0-1 0 0 0,20-21 0 0 0,-24 21 61 0 0,0-1-1 0 0,0 1 1 0 0,-1-2-1 0 0,-1 1 0 0 0,0-1 1 0 0,0 0-1 0 0,-1 0 1 0 0,-1 0-1 0 0,0-1 0 0 0,-1 0 1 0 0,0 1-1 0 0,-1-1 1 0 0,0 0-1 0 0,-1-1 1 0 0,-1-16-1 0 0,-1-11 83 0 0,-12-77 0 0 0,11 106 189 0 0,-1 0 0 0 0,0 0 0 0 0,-1 0 0 0 0,0 1 0 0 0,-1-1 0 0 0,0 1 0 0 0,-1 0 0 0 0,0 0 0 0 0,-1 1 0 0 0,-14-18-1 0 0,20 27-135 0 0,0 0-1 0 0,0 0 1 0 0,-1 1-1 0 0,1-1 1 0 0,0 0-1 0 0,0 1 1 0 0,0-1-1 0 0,0 1 0 0 0,-1 0 1 0 0,1-1-1 0 0,0 1 1 0 0,-1 0-1 0 0,1-1 1 0 0,0 1-1 0 0,0 0 0 0 0,-1 0 1 0 0,1 0-1 0 0,0 0 1 0 0,-1 1-1 0 0,1-1 1 0 0,0 0-1 0 0,-1 0 0 0 0,1 1 1 0 0,0-1-1 0 0,0 1 1 0 0,0-1-1 0 0,-1 1 1 0 0,1-1-1 0 0,0 1 1 0 0,0 0-1 0 0,0 0 0 0 0,0 0 1 0 0,0-1-1 0 0,0 1 1 0 0,0 0-1 0 0,0 0 1 0 0,1 0-1 0 0,-1 0 0 0 0,0 0 1 0 0,0 1-1 0 0,0 0 1 0 0,-5 5 204 0 0,1 1 0 0 0,0 0 0 0 0,0 0 0 0 0,-5 12 0 0 0,4-3 31 0 0,0 1 0 0 0,2 0 0 0 0,0 1 0 0 0,0-1 0 0 0,2 1 0 0 0,0 24 0 0 0,7 117 1069 0 0,-3-123-1038 0 0,13 155 757 0 0,-3-72-375 0 0,-8 204 0 0 0,-5-175-1078 0 0,1-83-1075 0 0,-4-25-360 0 0,-6-20-2445 0 0,-3-21-1598 0 0,0-7 1491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23.9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0 127 548 0 0,'0'-3'479'0'0,"1"0"0"0"0,-1 0 0 0 0,1-1 0 0 0,-1 1 0 0 0,1 0 0 0 0,0 0 0 0 0,0 0 0 0 0,0 0 0 0 0,1 0 0 0 0,-1 0 0 0 0,1 0 0 0 0,-1 0 0 0 0,1 1 0 0 0,0-1 0 0 0,4-4 0 0 0,-1 2 74 0 0,1 1 0 0 0,-1-1 0 0 0,1 1 0 0 0,0 0 1 0 0,0 0-1 0 0,12-5 0 0 0,2 1 72 0 0,1 1 1 0 0,0 1-1 0 0,37-6 0 0 0,-31 8-917 0 0,1 2 0 0 0,43 1 0 0 0,12 6-3084 0 0,-37-2-1079 0 0,-16-1 1149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25.1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29 477 156 0 0,'14'10'8963'0'0,"-12"-10"-8491"0"0,21-1 2949 0 0,21-13-1238 0 0,-27 6-1882 0 0,-1-1 0 0 0,0 0-1 0 0,-1-1 1 0 0,0-1 0 0 0,25-23 0 0 0,-32 27-353 0 0,-2 0 1 0 0,1 0 0 0 0,-1 0 0 0 0,0-1-1 0 0,-1 0 1 0 0,0-1 0 0 0,0 1 0 0 0,0-1-1 0 0,-1 0 1 0 0,-1 0 0 0 0,0 0 0 0 0,4-17-1 0 0,-6 20 22 0 0,-1 0 0 0 0,0 0 0 0 0,0 0 0 0 0,0 0-1 0 0,-1 0 1 0 0,1 0 0 0 0,-1 0 0 0 0,-1 0-1 0 0,1 0 1 0 0,-1 0 0 0 0,0 0 0 0 0,-1 1-1 0 0,1-1 1 0 0,-1 1 0 0 0,0-1 0 0 0,-1 1-1 0 0,1 0 1 0 0,-5-4 0 0 0,5 6 30 0 0,0-1-1 0 0,0 2 1 0 0,0-1 0 0 0,0 0-1 0 0,-1 1 1 0 0,1-1 0 0 0,-1 1 0 0 0,0 0-1 0 0,1 0 1 0 0,-1 1 0 0 0,0-1 0 0 0,0 1-1 0 0,0 0 1 0 0,0 0 0 0 0,-1 0-1 0 0,1 1 1 0 0,0-1 0 0 0,0 1 0 0 0,0 0-1 0 0,-1 0 1 0 0,1 0 0 0 0,0 1 0 0 0,0-1-1 0 0,0 1 1 0 0,0 0 0 0 0,-5 2-1 0 0,-1 1 72 0 0,0 1-1 0 0,1 0 0 0 0,-1 1 0 0 0,1 0 0 0 0,0 0 1 0 0,1 1-1 0 0,0 0 0 0 0,0 1 0 0 0,0 0 0 0 0,1 0 1 0 0,0 0-1 0 0,0 1 0 0 0,1 0 0 0 0,1 0 0 0 0,-1 1 1 0 0,1 0-1 0 0,1 0 0 0 0,0 0 0 0 0,0 0 0 0 0,-2 12 1 0 0,4-12-41 0 0,0-1 1 0 0,0 1-1 0 0,1 0 1 0 0,0 0-1 0 0,0 0 1 0 0,1 0-1 0 0,0-1 1 0 0,1 1 0 0 0,1 0-1 0 0,-1 0 1 0 0,1-1-1 0 0,1 1 1 0 0,0-1-1 0 0,0 1 1 0 0,1-1-1 0 0,0 0 1 0 0,0 0 0 0 0,1-1-1 0 0,1 1 1 0 0,-1-1-1 0 0,1 0 1 0 0,9 9-1 0 0,-7-11-75 0 0,0 0-1 0 0,0-1 1 0 0,1 0 0 0 0,-1-1-1 0 0,1 1 1 0 0,0-2-1 0 0,0 1 1 0 0,0-1 0 0 0,1-1-1 0 0,-1 1 1 0 0,1-2-1 0 0,14 2 1 0 0,8-1-325 0 0,-1-1 1 0 0,49-5-1 0 0,-29-3-190 0 0,1-2-1 0 0,-1-2 0 0 0,0-3 1 0 0,-2-2-1 0 0,1-2 0 0 0,-2-2 0 0 0,89-51 1 0 0,-114 58 525 0 0,0-1 0 0 0,-1-1 0 0 0,-1-1 0 0 0,0-1 0 0 0,-1-1 1 0 0,-1-1-1 0 0,-1 0 0 0 0,0-2 0 0 0,24-37 0 0 0,-39 53 290 0 0,0 0 0 0 0,0 0-1 0 0,-1 0 1 0 0,0 0 0 0 0,0-1-1 0 0,0 1 1 0 0,-1 0 0 0 0,1-1 0 0 0,-1 0-1 0 0,-1 1 1 0 0,1-1 0 0 0,-1 0 0 0 0,0 1-1 0 0,0-1 1 0 0,-2-9 0 0 0,2 15-229 0 0,-1 0 0 0 0,1-1 0 0 0,-1 1 0 0 0,1 0 0 0 0,0 0 0 0 0,-1 0 0 0 0,1-1 0 0 0,-1 1 0 0 0,1 0 0 0 0,-1 0 0 0 0,1 0 0 0 0,-1 0 0 0 0,1 0 0 0 0,0 0 0 0 0,-1 0 0 0 0,1 0 0 0 0,-1 0 0 0 0,1 0 0 0 0,-1 0 0 0 0,1 0 0 0 0,-1 0 0 0 0,1 1 0 0 0,0-1 0 0 0,-1 0 0 0 0,1 0 0 0 0,-1 0 0 0 0,1 0 0 0 0,0 1 0 0 0,-1-1 0 0 0,1 0 0 0 0,-1 1 0 0 0,1-1 0 0 0,0 0 0 0 0,0 1 0 0 0,-1-1 0 0 0,1 0 0 0 0,0 1 0 0 0,-1-1 0 0 0,1 1 0 0 0,-15 15 445 0 0,-1 14-137 0 0,1 1 0 0 0,2 1-1 0 0,1 0 1 0 0,1 0 0 0 0,2 1-1 0 0,-8 58 1 0 0,2-17 124 0 0,12-56-105 0 0,13-49-335 0 0,8-25-58 0 0,15-31-8 0 0,-23 58 91 0 0,1 0-1 0 0,1 1 1 0 0,23-39 0 0 0,-33 64-4 0 0,1-1 0 0 0,-1 0 1 0 0,1 0-1 0 0,0 1 0 0 0,0 0 0 0 0,0-1 1 0 0,0 1-1 0 0,1 0 0 0 0,-1 0 0 0 0,1 1 1 0 0,5-4-1 0 0,-7 6-29 0 0,1-1 0 0 0,-1 1 1 0 0,0-1-1 0 0,1 1 0 0 0,-1 0 1 0 0,1 0-1 0 0,-1 0 0 0 0,0 0 1 0 0,1 0-1 0 0,-1 0 0 0 0,1 1 1 0 0,-1-1-1 0 0,0 1 0 0 0,1 0 1 0 0,-1 0-1 0 0,0 0 0 0 0,0 0 1 0 0,0 0-1 0 0,1 0 0 0 0,-1 0 1 0 0,0 1-1 0 0,-1-1 0 0 0,3 3 1 0 0,14 11 28 0 0,-1 1 1 0 0,0 1-1 0 0,-2 0 1 0 0,25 35-1 0 0,27 32-50 0 0,-60-78-32 0 0,1 0 0 0 0,-1-1 0 0 0,1 0-1 0 0,-1 0 1 0 0,1-1 0 0 0,1 0 0 0 0,-1 0-1 0 0,1-1 1 0 0,-1 0 0 0 0,1-1 0 0 0,0 0-1 0 0,0 0 1 0 0,15 0 0 0 0,-2 0-183 0 0,0-1 0 0 0,0-2 0 0 0,0 0 0 0 0,32-6 0 0 0,-39 4 84 0 0,-1 0 0 0 0,0-1 0 0 0,0-1-1 0 0,0 0 1 0 0,-1-1 0 0 0,0 0-1 0 0,0-1 1 0 0,0-1 0 0 0,-1 0 0 0 0,0 0-1 0 0,-1-1 1 0 0,0-1 0 0 0,20-21-1 0 0,-19 16 37 0 0,-1-1 0 0 0,-1 0 0 0 0,-1 0 1 0 0,0-1-1 0 0,-1 0 0 0 0,0-1 0 0 0,-2 0 0 0 0,0 0 0 0 0,-1 0 0 0 0,4-25 0 0 0,-9 39 70 0 0,5-28-105 0 0,-5 32 127 0 0,1-1 1 0 0,-1 0-1 0 0,0 0 1 0 0,0 1-1 0 0,0-1 1 0 0,0 0-1 0 0,0 0 0 0 0,0 1 1 0 0,0-1-1 0 0,0 0 1 0 0,0 0-1 0 0,0 0 1 0 0,0 1-1 0 0,0-1 1 0 0,0 0-1 0 0,-1 0 0 0 0,1 1 1 0 0,0-1-1 0 0,0 0 1 0 0,-1 1-1 0 0,1-1 1 0 0,-1 0-1 0 0,1 1 1 0 0,-1-1-1 0 0,1 0 0 0 0,-1 1 1 0 0,1-1-1 0 0,-2 0 1 0 0,-2 2 2 0 0,0 0 0 0 0,1 0 0 0 0,-1 0 0 0 0,0 1 0 0 0,1-1 1 0 0,-1 1-1 0 0,0 0 0 0 0,1 0 0 0 0,0 0 0 0 0,0 1 0 0 0,-1-1 0 0 0,2 1 1 0 0,-1 0-1 0 0,0-1 0 0 0,0 1 0 0 0,1 1 0 0 0,-1-1 0 0 0,-1 5 0 0 0,-6 6-9 0 0,1 0 0 0 0,-12 29 0 0 0,16-32 15 0 0,1 0-1 0 0,0 0 1 0 0,1 1-1 0 0,0-1 0 0 0,1 1 1 0 0,0 0-1 0 0,1 0 1 0 0,0-1-1 0 0,1 1 1 0 0,2 21-1 0 0,-1-28-4 0 0,0 1 0 0 0,1-1 0 0 0,-1 0-1 0 0,1 0 1 0 0,0 0 0 0 0,0 0 0 0 0,1 0-1 0 0,-1 0 1 0 0,1-1 0 0 0,0 1 0 0 0,0-1-1 0 0,1 0 1 0 0,-1 0 0 0 0,1 0 0 0 0,0 0-1 0 0,0-1 1 0 0,1 1 0 0 0,-1-1 0 0 0,0 0-1 0 0,1-1 1 0 0,0 1 0 0 0,0-1-1 0 0,0 0 1 0 0,0 0 0 0 0,7 2 0 0 0,1-1-44 0 0,0-1 0 0 0,0 0 1 0 0,0 0-1 0 0,0-1 0 0 0,0-1 1 0 0,0-1-1 0 0,0 0 0 0 0,0 0 1 0 0,17-5-1 0 0,5-3-75 0 0,-2-1 0 0 0,40-18 0 0 0,-61 22 101 0 0,0 0-1 0 0,0 0 0 0 0,-1-1 0 0 0,0 0 0 0 0,-1-1 1 0 0,0-1-1 0 0,12-11 0 0 0,2-7 41 0 0,27-38 0 0 0,-21 26 133 0 0,-30 37-141 0 0,1 1-1 0 0,0-1 1 0 0,0 1 0 0 0,0-1 0 0 0,0 1-1 0 0,0 0 1 0 0,0-1 0 0 0,0 1-1 0 0,1 0 1 0 0,-1 0 0 0 0,0 0 0 0 0,1 0-1 0 0,-1 0 1 0 0,1 0 0 0 0,-1 1-1 0 0,1-1 1 0 0,-1 0 0 0 0,1 1 0 0 0,0-1-1 0 0,-1 1 1 0 0,1-1 0 0 0,0 1-1 0 0,-1 0 1 0 0,1 0 0 0 0,0 0 0 0 0,-1 0-1 0 0,1 0 1 0 0,0 0 0 0 0,-1 0-1 0 0,1 1 1 0 0,1-1 0 0 0,2 3 9 0 0,0 1 1 0 0,0-1-1 0 0,-1 1 1 0 0,0 0 0 0 0,1 0-1 0 0,-1 0 1 0 0,6 9-1 0 0,-6-7-11 0 0,14 16-5 0 0,-1 1 0 0 0,26 46 1 0 0,-37-58 5 0 0,-1 1-1 0 0,0 0 1 0 0,0-1-1 0 0,-1 2 1 0 0,-1-1 0 0 0,0 0-1 0 0,0 1 1 0 0,0 22 0 0 0,-3-35 9 0 0,0 0 1 0 0,1 1-1 0 0,-1-1 1 0 0,0 0-1 0 0,0 0 1 0 0,0 1-1 0 0,0-1 1 0 0,0 0-1 0 0,0 1 1 0 0,0-1-1 0 0,0 0 1 0 0,0 0-1 0 0,0 1 1 0 0,0-1-1 0 0,0 0 1 0 0,0 1-1 0 0,0-1 1 0 0,0 0-1 0 0,0 0 1 0 0,0 1-1 0 0,0-1 1 0 0,-1 0-1 0 0,1 0 1 0 0,0 1-1 0 0,0-1 1 0 0,0 0-1 0 0,0 0 1 0 0,-1 1-1 0 0,1-1 1 0 0,0 0-1 0 0,0 0 1 0 0,0 0-1 0 0,-1 1 1 0 0,1-1-1 0 0,0 0 1 0 0,0 0-1 0 0,-1 0 1 0 0,1 0-1 0 0,0 0 1 0 0,0 0-1 0 0,-1 1 1 0 0,1-1-1 0 0,0 0 1 0 0,0 0-1 0 0,-1 0 1 0 0,-12-12 179 0 0,-9-28 93 0 0,18 23-182 0 0,1 0 0 0 0,0-1-1 0 0,1 1 1 0 0,1-1-1 0 0,0 1 1 0 0,1-1-1 0 0,1 1 1 0 0,4-22 0 0 0,-3 28-37 0 0,0 1 0 0 0,0 0 0 0 0,1 1 1 0 0,1-1-1 0 0,-1 0 0 0 0,2 1 1 0 0,-1 0-1 0 0,1-1 0 0 0,0 2 0 0 0,1-1 1 0 0,0 1-1 0 0,1 0 0 0 0,-1 0 0 0 0,1 1 1 0 0,12-10-1 0 0,-15 14-41 0 0,0 0-1 0 0,1 1 1 0 0,-1-1 0 0 0,1 1 0 0 0,-1 0-1 0 0,1 0 1 0 0,0 0 0 0 0,0 1 0 0 0,0 0-1 0 0,0 0 1 0 0,0 0 0 0 0,0 0-1 0 0,0 1 1 0 0,0 0 0 0 0,1 0 0 0 0,8 2-1 0 0,-6 0 4 0 0,0 0 0 0 0,0 0 0 0 0,-1 1-1 0 0,1 0 1 0 0,-1 1 0 0 0,0 0-1 0 0,0 0 1 0 0,0 0 0 0 0,12 11-1 0 0,-7-3-13 0 0,0 0-1 0 0,0 0 1 0 0,-2 1 0 0 0,1 0-1 0 0,-2 1 1 0 0,0 0-1 0 0,0 1 1 0 0,-1 0-1 0 0,10 29 1 0 0,55 205-2857 0 0,-71-245 2393 0 0,0 1 1 0 0,0-1 0 0 0,0 1 0 0 0,0-1 0 0 0,1 0-1 0 0,0 0 1 0 0,5 7 0 0 0,8-1-5551 0 0,-9-10 2753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25.5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1 158 1040 0 0,'4'-26'850'0'0,"-3"17"-188"0"0,1-1 0 0 0,-1 1 0 0 0,1-1 0 0 0,1 1 0 0 0,0 0 0 0 0,0 0 0 0 0,1 0 0 0 0,0 0 0 0 0,0 1 0 0 0,1-1 0 0 0,0 1 0 0 0,9-10 0 0 0,-13 17-538 0 0,1 1 1 0 0,-1-1 0 0 0,1 0 0 0 0,-1 1 0 0 0,0-1-1 0 0,1 1 1 0 0,0 0 0 0 0,-1-1 0 0 0,1 1-1 0 0,-1 0 1 0 0,1 0 0 0 0,-1 0 0 0 0,1 0 0 0 0,-1 0-1 0 0,1 0 1 0 0,0 1 0 0 0,-1-1 0 0 0,1 0 0 0 0,-1 1-1 0 0,1-1 1 0 0,-1 1 0 0 0,1 0 0 0 0,-1-1-1 0 0,0 1 1 0 0,1 0 0 0 0,-1 0 0 0 0,0 0 0 0 0,0 0-1 0 0,1 0 1 0 0,-1 0 0 0 0,1 2 0 0 0,37 38 1145 0 0,-38-40-1154 0 0,10 14 241 0 0,-1 0-1 0 0,-1 0 0 0 0,0 1 0 0 0,-1 0 0 0 0,11 31 0 0 0,19 90 710 0 0,-37-130-1008 0 0,6 27-94 0 0,-1-1 0 0 0,-2 1-1 0 0,-2 0 1 0 0,-1 1 0 0 0,-1-1 0 0 0,-2 0 0 0 0,-10 53 0 0 0,6-60-468 0 0,-1-1 0 0 0,-1 0-1 0 0,-1 0 1 0 0,-1-1 0 0 0,-15 25-1 0 0,16-34-1392 0 0,-1 0-1 0 0,-1 0 1 0 0,-1-1-1 0 0,-22 23 1 0 0,19-24-1665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25.8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0 201 864 0 0,'6'-12'436'0'0,"1"0"-1"0"0,0 1 1 0 0,0 0-1 0 0,2 0 1 0 0,-1 1-1 0 0,1 0 1 0 0,0 0 0 0 0,1 1-1 0 0,0 0 1 0 0,1 1-1 0 0,0 0 1 0 0,0 1-1 0 0,1 0 1 0 0,0 1 0 0 0,0 0-1 0 0,0 1 1 0 0,1 0-1 0 0,24-5 1 0 0,15-1 337 0 0,0 2 0 0 0,0 3 1 0 0,75-1-1 0 0,-120 7-635 0 0,5 0 121 0 0,0 0 1 0 0,0 0-1 0 0,0 1 0 0 0,0 1 0 0 0,0 0 1 0 0,0 0-1 0 0,-1 1 0 0 0,1 1 0 0 0,-1 0 1 0 0,0 1-1 0 0,18 10 0 0 0,-23-11-119 0 0,0 0 0 0 0,-1 0 0 0 0,1 1 0 0 0,-1 0-1 0 0,0 0 1 0 0,-1 1 0 0 0,1-1 0 0 0,-1 1 0 0 0,0 0 0 0 0,-1 0-1 0 0,1 0 1 0 0,-1 1 0 0 0,0-1 0 0 0,-1 1 0 0 0,1-1 0 0 0,-2 1 0 0 0,1 0-1 0 0,-1 0 1 0 0,0 0 0 0 0,1 13 0 0 0,-1 22-189 0 0,-3 0 0 0 0,-6 49 0 0 0,3-63-1877 0 0,-1 1 1 0 0,-9 26 0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26.2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10 171 924 0 0,'-3'-10'1017'0'0,"1"1"0"0"0,0-1 0 0 0,1 0 0 0 0,0 0 0 0 0,0 1 0 0 0,2-20 0 0 0,-1 25-708 0 0,1 0-1 0 0,-1 0 1 0 0,1 0-1 0 0,-1 0 0 0 0,1 0 1 0 0,0 0-1 0 0,1 0 0 0 0,-1 1 1 0 0,1-1-1 0 0,-1 0 0 0 0,1 1 1 0 0,0-1-1 0 0,1 1 0 0 0,-1 0 1 0 0,0 0-1 0 0,1 0 1 0 0,0 0-1 0 0,0 0 0 0 0,4-3 1 0 0,-3 4-343 0 0,-1 1 1 0 0,1-1-1 0 0,0 1 1 0 0,0 0-1 0 0,-1 0 1 0 0,1 1-1 0 0,0-1 1 0 0,0 1-1 0 0,0 0 1 0 0,0 0 0 0 0,0 0-1 0 0,-1 1 1 0 0,1-1-1 0 0,0 1 1 0 0,0 0-1 0 0,7 2 1 0 0,24 13-2246 0 0,-7 5-3457 0 0,-16-12 2569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26.5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302 461 216 0 0,'-7'-7'942'0'0,"1"-1"0"0"0,-1 1 0 0 0,-1 1 0 0 0,1-1 0 0 0,-1 1 0 0 0,0 1 0 0 0,-1-1 1 0 0,-10-4-1 0 0,14 9-734 0 0,1-1 0 0 0,-1 1 0 0 0,0 0 0 0 0,1 1 0 0 0,-1-1 0 0 0,0 1 0 0 0,1 0 0 0 0,-1 0 0 0 0,0 0 0 0 0,1 1 0 0 0,-1 0 0 0 0,0 0 0 0 0,1 0 0 0 0,-1 0 1 0 0,1 1-1 0 0,0 0 0 0 0,-1 0 0 0 0,1 0 0 0 0,-7 5 0 0 0,2-2-44 0 0,0 1 0 0 0,0 1 1 0 0,1 0-1 0 0,0 0 0 0 0,0 1 0 0 0,1 0 1 0 0,-1 0-1 0 0,2 1 0 0 0,-1-1 0 0 0,1 2 1 0 0,1-1-1 0 0,0 1 0 0 0,0-1 0 0 0,1 1 1 0 0,0 1-1 0 0,-3 10 0 0 0,4-7-36 0 0,1-1 0 0 0,0 1 0 0 0,0-1 0 0 0,2 1 0 0 0,-1 0 0 0 0,2-1 0 0 0,0 1 0 0 0,0 0 0 0 0,2-1 0 0 0,-1 1 0 0 0,2-1 0 0 0,7 20 0 0 0,-10-30-112 0 0,0 0 1 0 0,0 0 0 0 0,1 0-1 0 0,-1-1 1 0 0,1 1 0 0 0,0 0-1 0 0,0-1 1 0 0,0 1-1 0 0,0-1 1 0 0,0 1 0 0 0,1-1-1 0 0,-1 0 1 0 0,0 0 0 0 0,1 0-1 0 0,0 0 1 0 0,0-1 0 0 0,-1 1-1 0 0,1-1 1 0 0,5 2 0 0 0,-3-2-5 0 0,0 0 0 0 0,0 0 1 0 0,0-1-1 0 0,0 0 1 0 0,-1 0-1 0 0,1 0 0 0 0,0 0 1 0 0,0-1-1 0 0,0 0 0 0 0,0 0 1 0 0,7-3-1 0 0,4-2-2 0 0,0-1 0 0 0,-1-1-1 0 0,0 0 1 0 0,-1-1 0 0 0,0 0-1 0 0,17-16 1 0 0,3-5-39 0 0,-19 16 149 0 0,1 0 1 0 0,0 1-1 0 0,1 0 1 0 0,0 1-1 0 0,22-10 1 0 0,-33 19-55 0 0,0 1 1 0 0,0 0-1 0 0,0 0 0 0 0,0 1 1 0 0,1-1-1 0 0,-1 1 1 0 0,1 1-1 0 0,-1-1 0 0 0,1 1 1 0 0,-1 0-1 0 0,1 1 1 0 0,-1-1-1 0 0,1 1 1 0 0,-1 1-1 0 0,0-1 0 0 0,0 1 1 0 0,1 0-1 0 0,-1 1 1 0 0,0-1-1 0 0,-1 1 0 0 0,8 4 1 0 0,21 15 359 0 0,32 28 0 0 0,-35-25-102 0 0,59 35-1 0 0,-80-54-272 0 0,-1-1 0 0 0,2 0 0 0 0,-1-1 1 0 0,1 0-1 0 0,-1-1 0 0 0,1 0 0 0 0,0-1 0 0 0,0 0 0 0 0,0-1 0 0 0,19 0 0 0 0,-17-2-65 0 0,0-1-1 0 0,-1 0 1 0 0,1-1-1 0 0,-1-1 1 0 0,0 0-1 0 0,0-1 1 0 0,-1 0-1 0 0,1-1 1 0 0,-1 0-1 0 0,0 0 1 0 0,-1-1-1 0 0,1-1 1 0 0,-1 0-1 0 0,-1 0 1 0 0,0-1-1 0 0,0 0 1 0 0,-1-1-1 0 0,14-19 0 0 0,-7 6-54 0 0,0-1 0 0 0,-1 0-1 0 0,-2-1 1 0 0,0-1 0 0 0,-2 0-1 0 0,-1 0 1 0 0,9-44 0 0 0,9-120-156 0 0,2-6 81 0 0,-26 173 203 0 0,3-9-27 0 0,-6 32-48 0 0,-1 29-13 0 0,-5 20-144 0 0,-2 0 0 0 0,-2 0 1 0 0,-2-1-1 0 0,-2-1 0 0 0,-31 69 0 0 0,-39 50-3497 0 0,-17-15-5548 0 0,82-127 5279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27.0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12 233 544 0 0,'-1'-2'361'0'0,"-1"-1"0"0"0,1 0-1 0 0,-1 0 1 0 0,1 0 0 0 0,0 1 0 0 0,0-1 0 0 0,0 0-1 0 0,1-1 1 0 0,-1 1 0 0 0,1 0 0 0 0,0 0 0 0 0,-1 0-1 0 0,1 0 1 0 0,1 0 0 0 0,-1 0 0 0 0,0 0-1 0 0,1-1 1 0 0,-1 1 0 0 0,1 0 0 0 0,2-3 0 0 0,-2 4-197 0 0,0 0 0 0 0,1 0 0 0 0,-1 0 0 0 0,1 0 0 0 0,-1 1 0 0 0,1-1 0 0 0,0 1 0 0 0,0-1 0 0 0,0 1 0 0 0,0 0 0 0 0,0-1 0 0 0,0 1 0 0 0,0 0 0 0 0,0 0 0 0 0,0 1 0 0 0,0-1 0 0 0,1 0 0 0 0,-1 1 0 0 0,0-1 0 0 0,1 1 0 0 0,-1 0 0 0 0,0 0 0 0 0,1 0 0 0 0,-1 0 0 0 0,0 0 0 0 0,5 1 0 0 0,7 2-56 0 0,1 0 0 0 0,-1 1 0 0 0,0 0 0 0 0,0 1-1 0 0,0 1 1 0 0,0 0 0 0 0,13 9 0 0 0,7 6 217 0 0,44 34 1 0 0,8 24-501 0 0,-64-57 106 0 0,1-1-1 0 0,1 0 1 0 0,37 24 0 0 0,-56-43 176 0 0,0 0 0 0 0,1 0 0 0 0,-1-1 0 0 0,0 1 0 0 0,1-1 1 0 0,-1 0-1 0 0,1 0 0 0 0,-1-1 0 0 0,1 0 0 0 0,-1 0 1 0 0,1 0-1 0 0,-1 0 0 0 0,1-1 0 0 0,-1 0 0 0 0,1 0 0 0 0,-1-1 1 0 0,0 1-1 0 0,0-1 0 0 0,6-3 0 0 0,15-7 279 0 0,0-1 1 0 0,36-25-1 0 0,-26 16-78 0 0,1-1 820 0 0,2 2 1 0 0,0 2-1 0 0,1 1 1 0 0,80-22-1 0 0,-79 31-874 0 0,0-2-1 0 0,63-26 0 0 0,-87 28-1202 0 0,1 0-1 0 0,30-22 1 0 0,-36 22-336 0 0,-1 0 0 0 0,0-1 1 0 0,-1 0-1 0 0,15-20 0 0 0,-6-3-4147 0 0,-5-5 417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38.8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13 1136 0 0,'-10'-13'7776'0'0,"22"15"-2961"0"0,1 1-5801 0 0,58 11 1923 0 0,88 15 324 0 0,-136-26-1070 0 0,0-2 0 0 0,0 0-1 0 0,0-2 1 0 0,45-6 0 0 0,-59 5-106 0 0,-1 0 0 0 0,1-1 1 0 0,0 0-1 0 0,-1 0 0 0 0,0-1 0 0 0,1 0 1 0 0,11-9-1 0 0,-20 13 41 0 0,1 0-124 0 0,0 0-1 0 0,-1 0 1 0 0,1 1 0 0 0,-1-1 0 0 0,1 0-1 0 0,-1 1 1 0 0,0-1 0 0 0,1 0-1 0 0,-1 1 1 0 0,1-1 0 0 0,-1 1 0 0 0,0-1-1 0 0,1 1 1 0 0,-1-1 0 0 0,0 1 0 0 0,1-1-1 0 0,-1 1 1 0 0,0-1 0 0 0,0 1 0 0 0,0-1-1 0 0,1 1 1 0 0,-1-1 0 0 0,0 1-1 0 0,0-1 1 0 0,0 1 0 0 0,0 0 0 0 0,0-1-1 0 0,0 1 1 0 0,0-1 0 0 0,0 1 0 0 0,0-1-1 0 0,0 1 1 0 0,0 0 0 0 0,-1-1-1 0 0,1 1 1 0 0,0-1 0 0 0,-1 2 0 0 0,-7 29 46 0 0,6-24-36 0 0,-85 308-69 0 0,76-275-168 0 0,-19 65-2561 0 0,-51 122-1 0 0,56-180-2641 0 0,18-31 2308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39.2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0 288 608 0 0,'0'-5'447'0'0,"1"0"-1"0"0,-1-1 1 0 0,1 1-1 0 0,0 0 1 0 0,0-1 0 0 0,1 1-1 0 0,-1 0 1 0 0,1 0-1 0 0,0 0 1 0 0,0 0 0 0 0,1 0-1 0 0,0 1 1 0 0,0-1-1 0 0,5-6 1 0 0,-2 4-89 0 0,1 1 1 0 0,0 0-1 0 0,0 0 0 0 0,0 1 1 0 0,1 0-1 0 0,-1 0 0 0 0,18-7 1 0 0,7-1-136 0 0,1 3 0 0 0,0 0 1 0 0,56-7-1 0 0,-61 12 10 0 0,145-37-1970 0 0,-62 2-3519 0 0,-69 23 2833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39.5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264 41 9577 0 0,'-2'-4'36'0'0,"1"-1"0"0"0,-1 0 0 0 0,1 1 0 0 0,-1-1-1 0 0,0 1 1 0 0,-7-9 779 0 0,10 17-460 0 0,0 5-153 0 0,1 0-1 0 0,1 1 1 0 0,-1-1 0 0 0,2 0-1 0 0,-1-1 1 0 0,1 1-1 0 0,0-1 1 0 0,1 0-1 0 0,11 15 1 0 0,63 70 615 0 0,-60-73-656 0 0,24 26 86 0 0,-20-24-83 0 0,-1 2 1 0 0,-1 0-1 0 0,-1 2 1 0 0,29 47 0 0 0,-45-65-140 0 0,0 0 0 0 0,-1 0 0 0 0,0 0 0 0 0,0 0 0 0 0,-1 1-1 0 0,0-1 1 0 0,-1 1 0 0 0,0-1 0 0 0,0 1 0 0 0,0 0 0 0 0,-1-1 0 0 0,-1 1 0 0 0,1 0 0 0 0,-2-1 0 0 0,1 1 0 0 0,-1-1 0 0 0,0 1 0 0 0,-1-1 0 0 0,0 0 0 0 0,0 0 0 0 0,-1 0 0 0 0,-6 10 0 0 0,-7 8 17 0 0,-1-1-1 0 0,-1 0 0 0 0,-1-2 1 0 0,-1 0-1 0 0,-36 28 1 0 0,-129 89-278 0 0,154-117-282 0 0,4-2-523 0 0,-43 23 0 0 0,63-40-147 0 0,-1 0 1 0 0,1 0 0 0 0,-1-1 0 0 0,0 0 0 0 0,-17 3 0 0 0,5-5-2127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39.9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0 844 0 0,'0'0'1887'0'0,"3"3"-970"0"0,11 18-84 0 0,0 0-1 0 0,-2 0 0 0 0,0 1 1 0 0,-1 1-1 0 0,7 24 1 0 0,7 12 135 0 0,115 301 3223 0 0,-111-280-677 0 0,-22-97-2725 0 0,26-67-163 0 0,-3-1-1 0 0,27-134 1 0 0,-21 75-1290 0 0,-35 136 162 0 0,1 1-1 0 0,1 0 1 0 0,-1-1 0 0 0,1 1 0 0 0,0 0-1 0 0,1 0 1 0 0,8-11 0 0 0,-11 18 121 0 0,1 0 0 0 0,-1 1 0 0 0,1-1 0 0 0,0 0 1 0 0,-1 1-1 0 0,1-1 0 0 0,-1 1 0 0 0,1 0 0 0 0,-1 0 0 0 0,1-1 0 0 0,-1 1 0 0 0,0 0 0 0 0,1 0 0 0 0,-1 0 1 0 0,0 0-1 0 0,0 0 0 0 0,1 1 0 0 0,-1-1 0 0 0,0 0 0 0 0,1 2 0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40.5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219 380 932 0 0,'-18'3'3438'0'0,"8"1"-2911"0"0,-1 0 1 0 0,1 1-1 0 0,0 0 0 0 0,1 1 0 0 0,-1 0 0 0 0,1 1 0 0 0,0 0 0 0 0,1 0 0 0 0,-1 0 0 0 0,1 1 0 0 0,1 1 0 0 0,0-1 0 0 0,-12 20 0 0 0,10-14-168 0 0,0 0 0 0 0,2 0-1 0 0,0 1 1 0 0,0 0 0 0 0,1 1-1 0 0,1-1 1 0 0,1 1 0 0 0,0 0-1 0 0,-2 19 1 0 0,6-27-273 0 0,0 0-1 0 0,0 0 1 0 0,0 0-1 0 0,1 0 1 0 0,0 0 0 0 0,1 0-1 0 0,0 0 1 0 0,0-1-1 0 0,1 1 1 0 0,0 0-1 0 0,0-1 1 0 0,0 0 0 0 0,1 0-1 0 0,0 0 1 0 0,1-1-1 0 0,-1 1 1 0 0,1-1 0 0 0,1 0-1 0 0,-1 0 1 0 0,1-1-1 0 0,0 1 1 0 0,0-1-1 0 0,1-1 1 0 0,-1 1 0 0 0,1-1-1 0 0,0 0 1 0 0,12 4-1 0 0,-11-4-110 0 0,0-2-1 0 0,0 1 0 0 0,0-1 0 0 0,1 0 0 0 0,-1-1 0 0 0,1 0 1 0 0,-1 0-1 0 0,1-1 0 0 0,-1 0 0 0 0,1-1 0 0 0,-1 1 0 0 0,1-2 1 0 0,-1 1-1 0 0,0-1 0 0 0,1 0 0 0 0,-1-1 0 0 0,0 0 0 0 0,-1 0 1 0 0,1-1-1 0 0,0 0 0 0 0,-1 0 0 0 0,0-1 0 0 0,0 0 0 0 0,0 0 1 0 0,-1-1-1 0 0,7-6 0 0 0,-8 6-16 0 0,-1 0 0 0 0,1 0 0 0 0,-1 0-1 0 0,0-1 1 0 0,0 1 0 0 0,-1-1 0 0 0,0 0 0 0 0,0 0 0 0 0,-1 0 0 0 0,0 0 0 0 0,0-1 0 0 0,1-11 0 0 0,-1 6-14 0 0,-2 0 1 0 0,0-1 0 0 0,-1 1-1 0 0,0 0 1 0 0,-1 0 0 0 0,-6-24 0 0 0,1 17-22 0 0,0-1 1 0 0,-1 1 0 0 0,-1 0 0 0 0,-1 1 0 0 0,-1 0 0 0 0,0 1 0 0 0,-1 0 0 0 0,-25-27-1 0 0,32 40 43 0 0,1 0-1 0 0,-2 0 1 0 0,1 0-1 0 0,0 0 0 0 0,-1 1 1 0 0,0 0-1 0 0,0 1 1 0 0,0-1-1 0 0,0 1 1 0 0,0 0-1 0 0,-1 0 0 0 0,0 1 1 0 0,1 0-1 0 0,-1 0 1 0 0,-8 0-1 0 0,14 1 28 0 0,0 1-1 0 0,0 0 1 0 0,0 0-1 0 0,0 0 1 0 0,0 0 0 0 0,0 0-1 0 0,0 1 1 0 0,0-1-1 0 0,0 0 1 0 0,0 0 0 0 0,0 1-1 0 0,0-1 1 0 0,0 0-1 0 0,1 1 1 0 0,-1-1 0 0 0,0 1-1 0 0,0-1 1 0 0,0 1-1 0 0,0 0 1 0 0,1-1 0 0 0,-1 1-1 0 0,0 0 1 0 0,0-1-1 0 0,1 1 1 0 0,-1 0 0 0 0,1 0-1 0 0,-1 0 1 0 0,1 0-1 0 0,-1 0 1 0 0,1-1 0 0 0,-1 1-1 0 0,1 0 1 0 0,0 0-1 0 0,0 0 1 0 0,-1 0 0 0 0,1 0-1 0 0,0 0 1 0 0,0 0-1 0 0,0 0 1 0 0,0 0 0 0 0,0 0-1 0 0,0 0 1 0 0,0 0 0 0 0,1 2-1 0 0,-1 0-43 0 0,1 0 0 0 0,0 1 1 0 0,0-1-1 0 0,0 0 0 0 0,1 0 0 0 0,-1 0 0 0 0,1 0 1 0 0,-1 0-1 0 0,1 0 0 0 0,0 0 0 0 0,3 3 0 0 0,6 3-202 0 0,-1-1-1 0 0,1 0 1 0 0,1-1-1 0 0,0 0 1 0 0,0 0-1 0 0,0-2 1 0 0,21 8-1 0 0,-2-3-305 0 0,1-2 0 0 0,33 5 0 0 0,-30-8 47 0 0,-1-2 1 0 0,1-2-1 0 0,0-1 1 0 0,0-1 0 0 0,42-8-1 0 0,-57 6 322 0 0,0-1 1 0 0,0-1-1 0 0,0-1 0 0 0,-1 0 0 0 0,1-2 0 0 0,-2 0 0 0 0,1-1 1 0 0,-1-1-1 0 0,-1-1 0 0 0,19-14 0 0 0,-28 18 224 0 0,-1-1 0 0 0,0 0 1 0 0,-1 0-1 0 0,1-1 0 0 0,-2 0 0 0 0,1 0 0 0 0,-2 0 0 0 0,1 0 1 0 0,-1-1-1 0 0,0 0 0 0 0,-1 0 0 0 0,0 0 0 0 0,-1 0 0 0 0,0-1 1 0 0,0 1-1 0 0,-1-1 0 0 0,-1 1 0 0 0,0-13 0 0 0,-1 2 615 0 0,-1 0 0 0 0,-1 0 1 0 0,0 0-1 0 0,-2 1 0 0 0,0-1 0 0 0,-1 1 0 0 0,-18-38 0 0 0,24 58-612 0 0,0-1 0 0 0,0 1 0 0 0,0 0 0 0 0,-1 0 0 0 0,1-1 0 0 0,0 1 0 0 0,0 0 0 0 0,0-1 0 0 0,0 1-1 0 0,0 0 1 0 0,0 0 0 0 0,-1-1 0 0 0,1 1 0 0 0,0 0 0 0 0,0 0 0 0 0,0 0 0 0 0,-1-1 0 0 0,1 1 0 0 0,0 0 0 0 0,0 0 0 0 0,0 0 0 0 0,-1 0 0 0 0,1-1 0 0 0,0 1 0 0 0,0 0 0 0 0,-1 0 0 0 0,1 0-1 0 0,0 0 1 0 0,-1 0 0 0 0,1 0 0 0 0,0 0 0 0 0,0 0 0 0 0,-1 0 0 0 0,1 0 0 0 0,0 0 0 0 0,-1 0 0 0 0,1 0 0 0 0,0 0 0 0 0,0 0 0 0 0,-1 0 0 0 0,1 0 0 0 0,0 0 0 0 0,-1 0 0 0 0,1 0 0 0 0,0 0-1 0 0,0 1 1 0 0,-1-1 0 0 0,1 0 0 0 0,0 0 0 0 0,-1 1 0 0 0,-10 19 778 0 0,-3 29-140 0 0,8-11-223 0 0,1-1-1 0 0,2 2 1 0 0,2 65 0 0 0,22 116 729 0 0,2 50-508 0 0,-24-244-1116 0 0,2 0-1 0 0,0-1 1 0 0,9 41-1 0 0,-10-65 385 0 0,1-1-1 0 0,-1 1 0 0 0,0 0 1 0 0,0-1-1 0 0,0 1 1 0 0,0-1-1 0 0,1 1 0 0 0,-1-1 1 0 0,0 1-1 0 0,0-1 0 0 0,1 1 1 0 0,-1-1-1 0 0,0 0 1 0 0,1 1-1 0 0,-1-1 0 0 0,0 1 1 0 0,1-1-1 0 0,-1 0 1 0 0,1 1-1 0 0,-1-1 0 0 0,1 0 1 0 0,-1 0-1 0 0,1 1 1 0 0,-1-1-1 0 0,1 0 0 0 0,-1 0 1 0 0,1 0-1 0 0,-1 1 1 0 0,1-1-1 0 0,-1 0 0 0 0,1 0 1 0 0,-1 0-1 0 0,1 0 1 0 0,0 0-1 0 0,-1 0 0 0 0,1 0 1 0 0,-1 0-1 0 0,1 0 0 0 0,-1-1 1 0 0,1 1-1 0 0,-1 0 1 0 0,1 0-1 0 0,-1 0 0 0 0,1-1 1 0 0,-1 1-1 0 0,1 0 1 0 0,-1 0-1 0 0,1-1 0 0 0,-1 1 1 0 0,1 0-1 0 0,-1-1 1 0 0,0 1-1 0 0,1-1 0 0 0,-1 0 1 0 0,23-25-3191 0 0,-9 5-397 0 0,0-6 282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40.9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1 101 392 0 0,'11'-22'1294'0'0,"15"-27"1437"0"0,-25 47-2432 0 0,1-1 0 0 0,-1 1 0 0 0,1 0 1 0 0,0 0-1 0 0,-1 0 0 0 0,1 0 0 0 0,0 0 0 0 0,0 0 1 0 0,1 0-1 0 0,-1 0 0 0 0,0 1 0 0 0,0-1 0 0 0,1 1 1 0 0,3-2-1 0 0,-5 4-166 0 0,1-1 1 0 0,0 1-1 0 0,0-1 1 0 0,-1 1-1 0 0,1 0 1 0 0,-1-1-1 0 0,1 1 0 0 0,-1 0 1 0 0,1 0-1 0 0,-1 0 1 0 0,1 0-1 0 0,-1 0 1 0 0,0 1-1 0 0,1-1 1 0 0,-1 0-1 0 0,0 1 1 0 0,0-1-1 0 0,0 0 0 0 0,0 1 1 0 0,1 2-1 0 0,17 31 1190 0 0,-5 13-595 0 0,-2 0 0 0 0,-2 1 1 0 0,-2 0-1 0 0,-2 1 0 0 0,-1 68 1 0 0,-1-29-154 0 0,-4-34-711 0 0,-3 0 0 0 0,-3 1-1 0 0,-1-2 1 0 0,-22 79 0 0 0,9-40-2786 0 0,20-85 2275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41.2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21 744 0 0,'29'-5'7744'0'0,"46"-3"-6734"0"0,-65 7-428 0 0,78-6 956 0 0,140 9 1 0 0,-20 13-2747 0 0,-117-8-741 0 0,-29-3-3008 0 0,-31-2 2118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41.6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0 976 0 0,'4'8'10820'0'0,"1"-4"-11650"0"0,18 0-1767 0 0,-11-5-836 0 0,0 1 657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42.1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1 116 0 0,'6'3'410'0'0,"-1"1"0"0"0,1 0-1 0 0,-1 1 1 0 0,0-1 0 0 0,-1 1 0 0 0,1 0 0 0 0,-1 0-1 0 0,0 0 1 0 0,0 1 0 0 0,0 0 0 0 0,4 10 0 0 0,29 78 1834 0 0,-17-38-1145 0 0,1-1 338 0 0,15 69 0 0 0,-24-77-368 0 0,2 0-1 0 0,34 76 0 0 0,-48-122-977 0 0,1 0 0 0 0,-1 0 1 0 0,0 0-1 0 0,1 1 0 0 0,0-1 0 0 0,-1 0 1 0 0,1 0-1 0 0,0 0 0 0 0,-1 0 0 0 0,1 0 0 0 0,0 0 1 0 0,0 0-1 0 0,0 0 0 0 0,0-1 0 0 0,0 1 1 0 0,0 0-1 0 0,0 0 0 0 0,0-1 0 0 0,0 1 1 0 0,0-1-1 0 0,0 1 0 0 0,0-1 0 0 0,1 1 0 0 0,-1-1 1 0 0,0 0-1 0 0,0 0 0 0 0,1 1 0 0 0,-1-1 1 0 0,0 0-1 0 0,2 0 0 0 0,0-1-23 0 0,-1-1 0 0 0,1 1-1 0 0,-1 0 1 0 0,1-1 0 0 0,-1 1-1 0 0,0-1 1 0 0,0 0 0 0 0,0 0 0 0 0,0 0-1 0 0,0 0 1 0 0,0 0 0 0 0,-1 0 0 0 0,3-3-1 0 0,6-12 77 0 0,0 0 0 0 0,-1-1-1 0 0,7-19 1 0 0,6-31-68 0 0,-2-2-1 0 0,-4 0 0 0 0,12-104 1 0 0,-20 119-471 0 0,4-27-2588 0 0,-16 89 163 0 0,2-3 2491 0 0,1 0 0 0 0,-1 0 1 0 0,1 0-1 0 0,0 1 0 0 0,-1 5 0 0 0,-16 45-5660 0 0,10-34 3204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43.3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0 274 232 0 0,'0'0'73'0'0,"1"-1"0"0"0,-1 1 0 0 0,0 0 0 0 0,0 0 0 0 0,0-1-1 0 0,0 1 1 0 0,1 0 0 0 0,-1 0 0 0 0,0-1 0 0 0,0 1 0 0 0,1 0 0 0 0,-1 0 0 0 0,0 0 0 0 0,0-1 0 0 0,1 1 0 0 0,-1 0-1 0 0,0 0 1 0 0,0 0 0 0 0,1 0 0 0 0,-1 0 0 0 0,0 0 0 0 0,1 0 0 0 0,-1-1 0 0 0,0 1 0 0 0,1 0 0 0 0,-1 0 0 0 0,0 0-1 0 0,1 0 1 0 0,-1 0 0 0 0,0 0 0 0 0,0 1 0 0 0,1-1 0 0 0,-1 0 0 0 0,0 0 0 0 0,1 0 0 0 0,-1 0 0 0 0,0 0-1 0 0,1 0 1 0 0,-1 0 0 0 0,0 1 0 0 0,1-1 0 0 0,13 15 1264 0 0,9 25-455 0 0,-21-37-622 0 0,18 38 356 0 0,-2 1-1 0 0,-2 0 1 0 0,-1 1-1 0 0,-3 1 1 0 0,-1 0-1 0 0,-2 0 0 0 0,3 55 1 0 0,-7-4 223 0 0,-4 1 0 0 0,-15 135 0 0 0,-37 75 307 0 0,31-209-519 0 0,3 2 1 0 0,-4 147 0 0 0,21-242-593 0 0,3 62 389 0 0,-3-62-359 0 0,0 0-1 0 0,1 0 1 0 0,0 0 0 0 0,0 0-1 0 0,0 0 1 0 0,1 0 0 0 0,-1 0 0 0 0,1 0-1 0 0,0 0 1 0 0,0-1 0 0 0,0 1-1 0 0,5 6 1 0 0,-5-10-45 0 0,-1 1 0 0 0,1-1 1 0 0,-1 0-1 0 0,1 1 0 0 0,-1-1 0 0 0,1 0 1 0 0,-1 0-1 0 0,1 0 0 0 0,-1 0 0 0 0,1 0 1 0 0,-1-1-1 0 0,1 1 0 0 0,-1 0 0 0 0,1-1 1 0 0,-1 1-1 0 0,0-1 0 0 0,1 1 0 0 0,-1-1 0 0 0,0 0 1 0 0,1 1-1 0 0,-1-1 0 0 0,0 0 0 0 0,2-1 1 0 0,-1 0-18 0 0,15-10 37 0 0,-1 0 0 0 0,0-2 0 0 0,-1 0 0 0 0,-1-1 0 0 0,0 0 0 0 0,-1-1 0 0 0,-1 0 0 0 0,15-27 0 0 0,-14 25-77 0 0,6-13-115 0 0,-1 0 1 0 0,-1-1-1 0 0,-1-1 1 0 0,-3-1-1 0 0,0 0 0 0 0,-2 0 1 0 0,7-40-1 0 0,-14 51 48 0 0,0-1 1 0 0,-1 1-1 0 0,-2-1 0 0 0,0 0 1 0 0,-1 1-1 0 0,-2-1 0 0 0,0 0 1 0 0,-2 1-1 0 0,-1 0 0 0 0,0 0 1 0 0,-16-40-1 0 0,-4 12-159 0 0,-62-91 0 0 0,71 116 216 0 0,12 21 32 0 0,0 0 0 0 0,1-1 0 0 0,0 1 0 0 0,0-1 0 0 0,1 0 0 0 0,-1 0 0 0 0,1 0 0 0 0,1 0 0 0 0,-1 0 0 0 0,1 0 0 0 0,0-1 0 0 0,0 1 0 0 0,1 0 0 0 0,0-1 0 0 0,0 1-1 0 0,0 0 1 0 0,2-7 0 0 0,0 6-15 0 0,1 1 0 0 0,-1 0 0 0 0,1 0 0 0 0,0 0 0 0 0,1 1 0 0 0,-1-1 0 0 0,1 1 1 0 0,0-1-1 0 0,1 1 0 0 0,-1 1 0 0 0,1-1 0 0 0,0 1 0 0 0,0-1 0 0 0,0 2 0 0 0,1-1 0 0 0,7-4 0 0 0,16-8-95 0 0,1 2 0 0 0,0 1 0 0 0,0 1 0 0 0,57-14 1 0 0,-27 13-143 0 0,100-8 1 0 0,-158 20 258 0 0,0 1 0 0 0,-1 0 0 0 0,1 0 0 0 0,0 0 0 0 0,0 0 0 0 0,-1 0 0 0 0,1 0 0 0 0,0 0 0 0 0,-1 0 0 0 0,1 1 0 0 0,0-1 0 0 0,0 1 0 0 0,-1-1 0 0 0,1 1 0 0 0,-1 0 0 0 0,1 0 0 0 0,-1 0 0 0 0,1 0 0 0 0,-1 0 0 0 0,1 0 0 0 0,-1 0 0 0 0,0 0 0 0 0,3 3 0 0 0,-3-2 12 0 0,0 0 1 0 0,-1 1-1 0 0,1-1 0 0 0,0 0 1 0 0,-1 1-1 0 0,1-1 0 0 0,-1 1 1 0 0,0 0-1 0 0,1-1 0 0 0,-1 1 1 0 0,0-1-1 0 0,-1 1 0 0 0,1-1 1 0 0,-1 5-1 0 0,-4 10 92 0 0,-1 0 0 0 0,0 0 0 0 0,-15 29-1 0 0,17-38-63 0 0,1-2-6 0 0,0 1-1 0 0,0 0 1 0 0,1-1 0 0 0,0 1 0 0 0,0 0 0 0 0,0 0-1 0 0,1 0 1 0 0,0 1 0 0 0,0-1 0 0 0,1 0-1 0 0,0 0 1 0 0,0 1 0 0 0,1-1 0 0 0,0 0 0 0 0,0 0-1 0 0,1 0 1 0 0,0 0 0 0 0,0 0 0 0 0,6 12 0 0 0,-4-13-28 0 0,0 0 0 0 0,0 0 0 0 0,1 0 0 0 0,0-1 0 0 0,0 0 1 0 0,0 0-1 0 0,0 0 0 0 0,1-1 0 0 0,0 1 0 0 0,0-1 0 0 0,0-1 1 0 0,1 1-1 0 0,-1-1 0 0 0,1 0 0 0 0,0-1 0 0 0,0 1 1 0 0,0-1-1 0 0,0-1 0 0 0,0 1 0 0 0,11 0 0 0 0,-5-1-98 0 0,1 0 0 0 0,-1-1 0 0 0,1 0 0 0 0,-1-1 0 0 0,1 0 0 0 0,-1-2 0 0 0,0 1 0 0 0,0-1 0 0 0,14-6 0 0 0,-23 7 45 0 0,1 1 1 0 0,-1-2-1 0 0,1 1 1 0 0,-1 0-1 0 0,1-1 1 0 0,-1 0-1 0 0,0 0 1 0 0,0 0-1 0 0,-1-1 1 0 0,1 1-1 0 0,-1-1 1 0 0,0 0-1 0 0,0 0 1 0 0,0 0-1 0 0,0 0 1 0 0,0-1-1 0 0,-1 1 1 0 0,0-1-1 0 0,0 1 1 0 0,0-1-1 0 0,-1 0 1 0 0,0 0-1 0 0,1 0 1 0 0,-2 0-1 0 0,1 0 1 0 0,-1 0-1 0 0,1 0 1 0 0,-2-6-1 0 0,-1-9-45 0 0,-2 1-1 0 0,0 1 1 0 0,-1-1-1 0 0,-1 1 1 0 0,0-1-1 0 0,-2 2 1 0 0,-18-33-1 0 0,15 29 3 0 0,1-1 0 0 0,0 0-1 0 0,1 0 1 0 0,-9-42 0 0 0,17 59 86 0 0,0 1 0 0 0,1-1 0 0 0,0 0 0 0 0,0 1 0 0 0,0-1 0 0 0,1 1 0 0 0,-1-1 0 0 0,1 1 0 0 0,0-1-1 0 0,1 1 1 0 0,-1 0 0 0 0,1-1 0 0 0,-1 1 0 0 0,1 0 0 0 0,1 0 0 0 0,-1 0 0 0 0,0 0 0 0 0,1 0 0 0 0,0 1 0 0 0,0-1 0 0 0,4-2 0 0 0,7-7-19 0 0,1 1 0 0 0,0 1 0 0 0,1 1 0 0 0,17-10 0 0 0,38-26-40 0 0,-62 39 71 0 0,0 0 0 0 0,-1-1 1 0 0,1 0-1 0 0,-2-1 0 0 0,1 0 1 0 0,-1 0-1 0 0,-1 0 0 0 0,0-1 1 0 0,0 0-1 0 0,6-14 1 0 0,-9 16 20 0 0,0 0 0 0 0,-1-1 1 0 0,0 1-1 0 0,0-1 0 0 0,-1 1 1 0 0,0-1-1 0 0,0 0 0 0 0,-1 1 1 0 0,0-1-1 0 0,-1 0 0 0 0,0 1 1 0 0,0-1-1 0 0,-1 0 0 0 0,-4-13 1 0 0,-4-3 240 0 0,-1 1 0 0 0,-1 0-1 0 0,-22-32 1 0 0,30 49-170 0 0,4 7-65 0 0,0-1 0 0 0,-1 1 0 0 0,1-1 0 0 0,0 1 0 0 0,0-1 0 0 0,0 1 0 0 0,-1-1 0 0 0,1 1 0 0 0,0 0 0 0 0,0-1 0 0 0,-1 1 0 0 0,1-1 0 0 0,0 1 0 0 0,-1 0 0 0 0,1-1 0 0 0,0 1 0 0 0,-1 0 1 0 0,1 0-1 0 0,-1-1 0 0 0,1 1 0 0 0,-1 0 0 0 0,1 0 0 0 0,-1-1 0 0 0,1 1 0 0 0,0 0 0 0 0,-1 0 0 0 0,1 0 0 0 0,-1 0 0 0 0,1 0 0 0 0,-1 0 0 0 0,0 0 0 0 0,-4 14 235 0 0,5 30 22 0 0,5 23 278 0 0,0-8-28 0 0,13 63 1 0 0,0-17-199 0 0,-5 0-1 0 0,-5 1 1 0 0,-4-1-1 0 0,-10 110 1 0 0,-1-145-554 0 0,3-53-39 0 0,2 1 0 0 0,0 0 0 0 0,1-1 0 0 0,1 1 0 0 0,1 0 1 0 0,0 0-1 0 0,7 29 0 0 0,-8-46 145 0 0,0 0 0 0 0,0 0 0 0 0,1-1 0 0 0,-1 1-1 0 0,0 0 1 0 0,0-1 0 0 0,0 1 0 0 0,1 0 0 0 0,-1-1 0 0 0,0 1 0 0 0,1 0 0 0 0,-1-1 0 0 0,0 1 0 0 0,1 0-1 0 0,-1-1 1 0 0,1 1 0 0 0,-1-1 0 0 0,1 1 0 0 0,-1-1 0 0 0,1 1 0 0 0,-1-1 0 0 0,1 0 0 0 0,0 1 0 0 0,-1-1-1 0 0,1 0 1 0 0,0 1 0 0 0,-1-1 0 0 0,1 0 0 0 0,0 0 0 0 0,-1 1 0 0 0,1-1 0 0 0,0 0 0 0 0,-1 0 0 0 0,1 0-1 0 0,0 0 1 0 0,0 0 0 0 0,-1 0 0 0 0,2 0 0 0 0,20-14-4110 0 0,-20 12 4310 0 0,13-14-3010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43.7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0 155 8521 0 0,'5'-18'-22'0'0,"19"-61"587"0"0,-22 75-467 0 0,-1 0 1 0 0,1 0-1 0 0,0-1 0 0 0,0 2 0 0 0,0-1 1 0 0,1 0-1 0 0,0 0 0 0 0,-1 1 1 0 0,1-1-1 0 0,0 1 0 0 0,1 0 0 0 0,-1 0 1 0 0,0 0-1 0 0,5-3 0 0 0,-6 6 221 0 0,20 17 438 0 0,-19-13-647 0 0,0 1 0 0 0,0-1 1 0 0,0 0-1 0 0,-1 1 0 0 0,1-1 0 0 0,-1 1 1 0 0,0 0-1 0 0,-1 0 0 0 0,1 0 0 0 0,1 7 1 0 0,6 56 648 0 0,-6-39-440 0 0,12 118 816 0 0,-7 1 1 0 0,-11 156-1 0 0,-6-211-1117 0 0,5-67-386 0 0,1 0-1 0 0,2 1 1 0 0,0-1-1 0 0,2 1 1 0 0,4 29-1 0 0,-4-53 157 0 0,0 0-1 0 0,-1-1 0 0 0,1 1 1 0 0,0 0-1 0 0,0 0 1 0 0,1-1-1 0 0,-1 1 1 0 0,1-1-1 0 0,-1 1 1 0 0,4 3-1 0 0,-4-5-177 0 0,0 0 0 0 0,0 0 0 0 0,0 0 0 0 0,0-1 0 0 0,0 1 0 0 0,0 0 0 0 0,0-1-1 0 0,0 1 1 0 0,1-1 0 0 0,-1 1 0 0 0,0-1 0 0 0,0 1 0 0 0,0-1 0 0 0,1 0 0 0 0,-1 0 0 0 0,2 0 0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44.7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391 342 7221 0 0,'-9'-5'81'0'0,"-1"0"0"0"0,0 1 1 0 0,0 0-1 0 0,-1 1 0 0 0,1 0 1 0 0,-1 0-1 0 0,0 1 0 0 0,0 0 1 0 0,1 1-1 0 0,-1 1 0 0 0,0 0 1 0 0,0 0-1 0 0,0 1 0 0 0,0 0 1 0 0,0 1-1 0 0,0 0 0 0 0,1 1 1 0 0,-1 0-1 0 0,1 0 0 0 0,-16 9 1 0 0,16-8 16 0 0,0 1 0 0 0,1 0 0 0 0,0 0 0 0 0,0 1 0 0 0,0 0 0 0 0,0 1 0 0 0,1 0 0 0 0,0 1 0 0 0,1-1 0 0 0,0 1 0 0 0,0 1 0 0 0,1-1 0 0 0,0 1 0 0 0,0 0 0 0 0,1 1 0 0 0,0-1 0 0 0,0 1 1 0 0,1 0-1 0 0,1 0 0 0 0,-5 21 0 0 0,6-14-4 0 0,1 0 1 0 0,1-1-1 0 0,0 1 1 0 0,1 0-1 0 0,1 0 1 0 0,0-1-1 0 0,7 20 1 0 0,-7-28-56 0 0,0 0 0 0 0,1 0-1 0 0,0 0 1 0 0,1-1 0 0 0,-1 1 0 0 0,2-1 0 0 0,-1 0-1 0 0,1 0 1 0 0,0 0 0 0 0,0-1 0 0 0,1 0 0 0 0,0 0 0 0 0,0 0-1 0 0,0-1 1 0 0,1 0 0 0 0,11 7 0 0 0,-15-10-23 0 0,0-1 1 0 0,0 1-1 0 0,1-1 1 0 0,-1 0-1 0 0,0 0 1 0 0,1 0-1 0 0,0 0 1 0 0,-1-1-1 0 0,1 1 1 0 0,-1-1 0 0 0,1 0-1 0 0,-1 0 1 0 0,1 0-1 0 0,0-1 1 0 0,-1 1-1 0 0,1-1 1 0 0,5-2-1 0 0,-3 1 8 0 0,-1-1 0 0 0,1 0 0 0 0,-1 0 0 0 0,0 0 0 0 0,0-1 0 0 0,0 0 0 0 0,0 0 1 0 0,0 0-1 0 0,5-8 0 0 0,6-9 58 0 0,-1 0 0 0 0,-1-1 0 0 0,20-45 1 0 0,-27 53-54 0 0,-6 12-23 0 0,5-11 42 0 0,0 0 1 0 0,0 0-1 0 0,2 1 1 0 0,-1-1-1 0 0,2 2 0 0 0,0-1 1 0 0,0 1-1 0 0,1 1 1 0 0,12-11-1 0 0,-20 19-38 0 0,1 1-1 0 0,-1 0 1 0 0,1 0-1 0 0,-1 0 1 0 0,1 0 0 0 0,0 0-1 0 0,0 1 1 0 0,-1-1 0 0 0,1 1-1 0 0,0 0 1 0 0,0-1-1 0 0,-1 1 1 0 0,1 1 0 0 0,0-1-1 0 0,0 0 1 0 0,0 1-1 0 0,-1-1 1 0 0,1 1 0 0 0,0 0-1 0 0,-1 0 1 0 0,1 0 0 0 0,0 0-1 0 0,-1 0 1 0 0,0 1-1 0 0,1-1 1 0 0,-1 1 0 0 0,0-1-1 0 0,1 1 1 0 0,2 4 0 0 0,8 6 16 0 0,-2 1 0 0 0,1 0 0 0 0,16 27 0 0 0,-7-12 11 0 0,-19-25-32 0 0,0 0 1 0 0,0 0-1 0 0,0-1 0 0 0,1 1 1 0 0,-1-1-1 0 0,1 1 0 0 0,0-1 1 0 0,-1 0-1 0 0,1 0 0 0 0,0 0 1 0 0,0-1-1 0 0,0 1 0 0 0,1-1 1 0 0,-1 0-1 0 0,0 1 0 0 0,0-1 1 0 0,1-1-1 0 0,-1 1 0 0 0,5 0 1 0 0,-4-2 0 0 0,1 1 1 0 0,-1-1-1 0 0,0-1 1 0 0,1 1 0 0 0,-1 0-1 0 0,0-1 1 0 0,0 0-1 0 0,0 0 1 0 0,0 0-1 0 0,0-1 1 0 0,0 0 0 0 0,0 1-1 0 0,-1-1 1 0 0,5-5-1 0 0,12-12 7 0 0,-2-1-1 0 0,30-41 1 0 0,-35 43-9 0 0,0 1 0 0 0,2 1 0 0 0,0 0 0 0 0,0 1 0 0 0,20-15 0 0 0,-31 28 0 0 0,1 0 0 0 0,1 0-1 0 0,-1 0 1 0 0,0 1-1 0 0,1 0 1 0 0,-1 0 0 0 0,1 1-1 0 0,-1 0 1 0 0,1-1 0 0 0,0 2-1 0 0,0-1 1 0 0,-1 1 0 0 0,1 0-1 0 0,0 0 1 0 0,0 0-1 0 0,0 1 1 0 0,-1 0 0 0 0,1 0-1 0 0,6 3 1 0 0,12 4 23 0 0,0 1 1 0 0,0 1-1 0 0,25 15 1 0 0,11 5 23 0 0,-29-17-48 0 0,1-2 0 0 0,0 0 1 0 0,64 11-1 0 0,-83-21-66 0 0,-1 0-1 0 0,1 0 1 0 0,0-1 0 0 0,0-1-1 0 0,0 0 1 0 0,-1 0-1 0 0,1-1 1 0 0,0-1 0 0 0,-1-1-1 0 0,0 1 1 0 0,0-2-1 0 0,0 0 1 0 0,16-9 0 0 0,-22 11 15 0 0,-1 0 0 0 0,0 0 0 0 0,0 0 0 0 0,0-1 1 0 0,-1 0-1 0 0,1 0 0 0 0,-1 0 0 0 0,0 0 0 0 0,0-1 1 0 0,0 0-1 0 0,-1 0 0 0 0,0 0 0 0 0,3-6 0 0 0,-5 7 25 0 0,1 0-1 0 0,-1-1 0 0 0,-1 1 1 0 0,1-1-1 0 0,-1 1 1 0 0,1-1-1 0 0,-1 1 0 0 0,0-1 1 0 0,-1 1-1 0 0,1-1 0 0 0,-1 1 1 0 0,0-1-1 0 0,0 1 0 0 0,-1 0 1 0 0,1-1-1 0 0,-1 1 0 0 0,-4-8 1 0 0,1 3-7 0 0,-1-1-1 0 0,0 1 1 0 0,0 0 0 0 0,-1 0-1 0 0,0 1 1 0 0,-1-1 0 0 0,0 2-1 0 0,0-1 1 0 0,-1 1 0 0 0,-15-10-1 0 0,18 13 22 0 0,0 1-1 0 0,1 0 0 0 0,-1 0 0 0 0,0 1 1 0 0,-1 0-1 0 0,1 0 0 0 0,0 0 1 0 0,-1 0-1 0 0,1 1 0 0 0,-1 0 0 0 0,1 1 1 0 0,-1 0-1 0 0,1 0 0 0 0,-1 0 0 0 0,1 1 1 0 0,-1-1-1 0 0,1 2 0 0 0,-1-1 1 0 0,-10 4-1 0 0,6 0 4 0 0,-1 1-1 0 0,0 0 1 0 0,1 1 0 0 0,0 0 0 0 0,1 1-1 0 0,0 0 1 0 0,0 0 0 0 0,0 1 0 0 0,1 0-1 0 0,1 1 1 0 0,0 0 0 0 0,-10 16 0 0 0,13-19 8 0 0,1 0-1 0 0,1 1 1 0 0,-1 0 0 0 0,1 0 0 0 0,0 0 0 0 0,1 0 0 0 0,0 1 0 0 0,0-1 0 0 0,1 0 0 0 0,0 1 0 0 0,0 0 0 0 0,1-1 0 0 0,0 1 0 0 0,1-1 0 0 0,0 1 0 0 0,0-1 0 0 0,1 1 0 0 0,0-1 0 0 0,6 16 0 0 0,-6-20 1 0 0,1 1 1 0 0,-1-1-1 0 0,1 1 0 0 0,0-1 1 0 0,1 0-1 0 0,-1 0 1 0 0,1-1-1 0 0,0 1 1 0 0,-1-1-1 0 0,1 0 1 0 0,1 0-1 0 0,-1 0 0 0 0,0 0 1 0 0,1-1-1 0 0,0 0 1 0 0,-1 0-1 0 0,1 0 1 0 0,0 0-1 0 0,0-1 0 0 0,0 0 1 0 0,0 0-1 0 0,0 0 1 0 0,0 0-1 0 0,1-1 1 0 0,-1 0-1 0 0,5-1 0 0 0,11 1 2 0 0,1-2 0 0 0,-1-1 0 0 0,0 0 0 0 0,36-12 0 0 0,-17 0 24 0 0,0-2 0 0 0,-2-2 0 0 0,0-1 0 0 0,-1-2 0 0 0,49-38 0 0 0,73-44 368 0 0,-155 102-386 0 0,0 1 1 0 0,-1-1-1 0 0,1 0 1 0 0,0 1-1 0 0,0 0 0 0 0,-1 0 1 0 0,1 0-1 0 0,0 0 1 0 0,0 1-1 0 0,0-1 0 0 0,0 1 1 0 0,0 0-1 0 0,0 0 1 0 0,0 1-1 0 0,0-1 1 0 0,0 1-1 0 0,0 0 0 0 0,5 1 1 0 0,-3 1-3 0 0,0 0 0 0 0,-1 0 0 0 0,1 1 1 0 0,-1-1-1 0 0,1 1 0 0 0,-1 0 0 0 0,0 1 1 0 0,-1-1-1 0 0,1 1 0 0 0,4 6 0 0 0,7 12 16 0 0,-1 0 0 0 0,-2 1 0 0 0,0 0 0 0 0,11 31 0 0 0,-23-51-17 0 0,85 247 132 0 0,-86-250-110 0 0,0-1 1 0 0,0 0-1 0 0,0 1 1 0 0,0-1 0 0 0,0 1-1 0 0,0-1 1 0 0,0 1 0 0 0,0-1-1 0 0,1 0 1 0 0,-1 1-1 0 0,0-1 1 0 0,0 0 0 0 0,1 1-1 0 0,-1-1 1 0 0,0 0 0 0 0,0 1-1 0 0,1-1 1 0 0,-1 0-1 0 0,0 1 1 0 0,1-1 0 0 0,-1 0-1 0 0,0 0 1 0 0,1 1 0 0 0,-1-1-1 0 0,1 0 1 0 0,-1 0 0 0 0,0 0-1 0 0,1 0 1 0 0,-1 1-1 0 0,1-1 1 0 0,-1 0 0 0 0,0 0-1 0 0,1 0 1 0 0,-1 0 0 0 0,1 0-1 0 0,0 0 1 0 0,17-12 515 0 0,17-31-47 0 0,-31 36-311 0 0,215-329 2867 0 0,-68 96-1401 0 0,-121 202-1330 0 0,1-1-830 0 0,-17 12-2840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55:47.2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265 185 252,'10'-33'1790,"-7"25"-1336,-1 0 1,1 0-1,-1 0 0,0 0 1,-1-1-1,0 1 1,0 0-1,-1-1 0,0 1 1,-1 0-1,0 0 0,-2-13 1,1 18-386,1 1 1,0 0 0,-1 0-1,0 0 1,1 0-1,-1 0 1,0 1 0,0-1-1,0 0 1,0 1-1,0 0 1,0-1 0,0 1-1,-1 0 1,1 0-1,0 0 1,-1 0 0,1 1-1,-1-1 1,1 0 0,-1 1-1,1 0 1,-4 0-1,-4-1 68,0 0 0,0 1 0,0 1 0,-15 1 0,15 0-67,0 0 0,0 1 0,0 0 0,1 1 0,-1 0 0,1 0-1,0 1 1,0 0 0,0 1 0,1-1 0,0 2 0,-14 12 0,19-15-52,-1 1 0,1-1 1,0 1-1,0-1 0,0 1 1,1 0-1,0 0 0,0 0 0,0 1 1,0-1-1,1 0 0,0 1 1,0-1-1,0 1 0,1-1 0,0 1 1,0-1-1,0 1 0,1 0 1,0-1-1,0 0 0,0 1 1,1-1-1,-1 0 0,4 7 0,0-2 24,1 1-1,0-1 1,0 0-1,1 0 1,0-1-1,1 0 1,14 14-1,72 52 248,-37-32-305,-35-26 1,36 32-75,-55-46 79,-1-1 0,0 1-1,0 0 1,0 0-1,0 0 1,0 0-1,0 0 1,-1 0-1,1 0 1,-1 0 0,0 1-1,0-1 1,0 1-1,-1-1 1,1 0-1,-1 1 1,0 5-1,-1-7 9,1 1 0,-1-1 0,0 0 0,-1 0 0,1 1 0,0-1 0,-1 0 0,1 0 0,-1-1 0,1 1-1,-1 0 1,0 0 0,0-1 0,0 1 0,0-1 0,0 0 0,0 1 0,0-1 0,0 0 0,-1 0 0,1-1 0,0 1-1,-1 0 1,1-1 0,-1 1 0,-4-1 0,-6 3 0,-1-2 0,0 0 0,-19-1 0,21 0 87,0-1 0,0-1 0,0 0 0,-22-7-1,32 9-63,1-1-1,-1 1 0,1-1 0,-1 1 0,1-1 0,-1 1 0,1-1 0,-1 0 0,1 0 0,0 0 0,-1 1 0,1-1 0,0-1 0,0 1 0,0 0 0,0 0 1,0 0-1,0-1 0,0 1 0,0 0 0,0-1 0,1 1 0,-1-1 0,0 1 0,1-1 0,0 1 0,-1-1 0,1 1 0,0-1 0,-1 1 0,1-1 0,0 1 1,0-1-1,1 0 0,-1 1 0,0-1 0,0 1 0,1-1 0,-1 1 0,1-1 0,-1 1 0,1-1 0,0 1 0,-1-1 0,1 1 0,0 0 0,0-1 0,2-1 1,7-9 15,-1 1 1,2 0 0,0 1 0,0 0 0,0 0 0,2 1-1,-1 1 1,20-10 0,115-48-752,-128 59 536,56-21-737,25-10-1284,-38 8-2370,-32 14 1769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55:47.6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19 984,'0'0'1129,"0"-1"-756,-1 0-1,1 0 1,0 0 0,0 0-1,0 0 1,0 0 0,0 0-1,0 0 1,0-1 0,1 1 0,-1 0-1,0 0 1,1 0 0,-1 0-1,1-1 1,5 3-108,0-1 0,0 1-1,-1 1 1,1-1 0,-1 1-1,1 0 1,-1 1 0,1-1 0,5 5-1,52 35 967,-29-19-679,387 279 2773,-410-293-3257,-1 0 0,0 0 1,0 1-1,-1 0 0,-1 1 0,0-1 1,7 14-1,-12-19-30,-1 1 0,1-1-1,-1 1 1,0-1 0,-1 1 0,0 0-1,0 0 1,0 0 0,0 0 0,-1 0 0,0 0-1,0 0 1,-1 0 0,0 0 0,0 0 0,0 0-1,-1-1 1,-2 7 0,-4 7 97,-1 0 1,-1 0-1,-1-1 0,0 0 1,-2-1-1,0 0 0,-1-1 1,0-1-1,-1 0 0,-26 19 1,-18 9 218,-110 59 0,84-52-10,43-26-271,18-12-117,1 2 0,1 0 0,0 1 0,0 1 0,2 2 0,-31 32 0,48-47-176,1-1-1,1 1 1,-1-1 0,0 1-1,1 0 1,-1 0 0,1 0-1,0 0 1,0 0 0,0 0-1,0 1 1,0 2 0,1-4-212,0 0 1,0 0 0,1 0 0,-1-1-1,0 1 1,1 0 0,-1 0 0,1-1-1,0 1 1,-1 0 0,1 0-1,0-1 1,2 4 0,18-5-7216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55:54.3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470 133 224,'44'-58'3876,"-43"58"-3613,0-1-176,0 0 0,0 0 0,0 0 0,0 1 0,0-1 0,0 0 1,0 0-1,-1 0 0,1 0 0,0 0 0,-1-1 0,1 1 0,-1 0 0,1 0 0,-1 0 0,1-1 0,-1 1 0,0 0 0,0 0 0,1-1 1,-1 1-1,0 0 0,0 0 0,0-2 0,-3-34 1974,3 36-2019,-1 1 1,1-1-1,-1 0 0,1 1 1,-1-1-1,0 1 1,0-1-1,1 1 0,-1-1 1,0 1-1,0-1 1,1 1-1,-1 0 0,0-1 1,0 1-1,0 0 0,0 0 1,0 0-1,0 0 1,1 0-1,-1-1 0,0 2 1,0-1-1,0 0 1,-1 0-1,-33 10 355,-34 25-182,65-32-141,-15 7 62,1 2 0,1 0 0,0 0 0,0 2 0,-26 27 0,39-37-111,0 1 1,1-1 0,-1 1-1,1 0 1,0 0 0,1 0-1,-1 0 1,1 1 0,0-1 0,0 0-1,1 1 1,0 0 0,0-1-1,0 1 1,0 0 0,1-1-1,0 1 1,0 0 0,1 0 0,0-1-1,0 1 1,0 0 0,0-1-1,1 1 1,0-1 0,4 8-1,4 4 71,0-1 0,1 0 0,1-1 0,0 0-1,2-1 1,-1-1 0,2 0 0,-1 0-1,20 11 1,-31-21-79,1-1 7,48 43 257,-49-42-266,-1 0 0,1 0 0,0 0 1,-1 0-1,0 0 0,0 0 0,0 1 0,0-1 0,0 1 0,-1-1 0,1 1 0,-1 0 0,0 0 0,1 5 1,-3-7-8,1-1 0,-1 1 1,1-1-1,-1 1 1,0-1-1,0 0 1,1 1-1,-1-1 0,0 0 1,0 1-1,0-1 1,0 0-1,-1 0 1,1 0-1,0 0 0,0 0 1,-1 0-1,1 0 1,0-1-1,-1 1 1,1 0-1,-1-1 0,-2 1 1,-41 13 83,37-12-62,-31 7 65,0-1-1,-70 5 0,88-12-78,-1-1 0,1-1-1,0-1 1,0-1 0,0 0-1,-37-12 1,35 1-977,23 13 897,0 1 0,-1-1-1,1 1 1,0-1-1,0 1 1,0 0 0,0-1-1,0 1 1,0-1 0,0 1-1,0-1 1,0 1 0,0-1-1,0 1 1,0-1 0,0 1-1,0-1 1,0 1 0,0-1-1,1 1 1,-1 0-1,0-1 1,0 1 0,0-1-1,1 1 1,-1 0 0,0-1-1,1 1 1,0-1 0,3-3-844,1 1 0,0 0 0,-1 0 0,1 0 0,1 1 0,7-4 0,10-3-1835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55:54.7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45 660,'1'-1'162,"0"0"0,-1 0 0,1 0 0,-1-1 0,0 1 0,1 0 0,-1 0 0,0 0 0,1-1 0,-1 1 0,0 0 0,0 0 0,0 0 0,0-1 0,0 1 0,0 0 0,-1 0 0,1-1 0,0 1 0,-1 0 0,1 0 0,-1 0 0,1 0 0,-1 0 0,1-1 0,-1 1 0,0 0 0,1 0 0,-1 0 0,0 1 0,0-1 0,0 0 0,0 0 0,0 0 0,0 1 0,0-1 0,0 0 0,0 1 0,0-1 0,0 1 0,0-1 0,-1 1 0,1 0 0,0-1 0,0 1 0,-1 0 0,1 0 0,0 0 0,-2 0 0,-4 0 93,1 0 0,-1 0 0,1 1 0,0 0 0,-1 0 0,1 0 0,0 1 1,-9 4-1,3 0-43,1 0 0,0 1 0,0 1 0,1 0 0,0 0 0,1 1 0,0 1 0,0-1 0,-11 16 0,16-19-137,-1 1-1,1-1 1,0 1 0,0 0 0,1 0 0,0 0 0,0 0 0,1 1 0,0-1 0,0 1 0,0-1 0,1 1-1,1 0 1,-1-1 0,1 1 0,0 0 0,2 10 0,0-13-75,0 1-1,1-1 1,-1 0-1,1 0 1,0 0 0,1 0-1,-1-1 1,1 1 0,0-1-1,0 0 1,0 0-1,0 0 1,1-1 0,-1 1-1,1-1 1,0 0-1,0-1 1,0 1 0,1-1-1,-1 0 1,1 0 0,9 2-1,9 1-325,1 0-1,0-2 0,45 1 1,-33-4-454,0-2 1,45-8 0,21-14-4992,-65 9 2903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5:55.5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357 570 628 0 0,'-6'-3'604'0'0,"-4"-2"192"0"0,-12-3 499 0 0,9 5-908 0 0,-1 0-1 0 0,0 1 1 0 0,1 1 0 0 0,-1 0 0 0 0,0 1-1 0 0,0 1 1 0 0,0 0 0 0 0,0 0 0 0 0,1 2-1 0 0,-1 0 1 0 0,1 0 0 0 0,-1 1 0 0 0,1 1-1 0 0,0 0 1 0 0,1 1 0 0 0,-1 0 0 0 0,1 1-1 0 0,-20 15 1 0 0,28-19-335 0 0,0 0 1 0 0,1 0-1 0 0,-1 0 1 0 0,1 1-1 0 0,0-1 1 0 0,0 1-1 0 0,0 0 1 0 0,1 0-1 0 0,-1 0 1 0 0,1 0-1 0 0,0 0 1 0 0,0 1-1 0 0,0-1 1 0 0,1 1-1 0 0,0-1 1 0 0,0 1-1 0 0,0 0 1 0 0,0-1-1 0 0,0 1 1 0 0,1 0-1 0 0,0 0 1 0 0,0-1-1 0 0,1 1 1 0 0,-1 0-1 0 0,1 0 0 0 0,0-1 1 0 0,0 1-1 0 0,0-1 1 0 0,1 1-1 0 0,0-1 1 0 0,0 1-1 0 0,0-1 1 0 0,0 0-1 0 0,1 0 1 0 0,-1 0-1 0 0,1 0 1 0 0,0-1-1 0 0,0 1 1 0 0,1-1-1 0 0,-1 1 1 0 0,1-1-1 0 0,0 0 1 0 0,-1-1-1 0 0,1 1 1 0 0,0 0-1 0 0,1-1 1 0 0,-1 0-1 0 0,9 3 1 0 0,-1-1-112 0 0,0 1 1 0 0,0-2-1 0 0,0 0 1 0 0,0 0 0 0 0,1-1-1 0 0,-1-1 1 0 0,1 0 0 0 0,-1 0-1 0 0,1-2 1 0 0,-1 1-1 0 0,1-2 1 0 0,-1 1 0 0 0,0-2-1 0 0,1 0 1 0 0,-1 0-1 0 0,0-1 1 0 0,-1 0 0 0 0,1-1-1 0 0,-1-1 1 0 0,0 0 0 0 0,0 0-1 0 0,0-1 1 0 0,-1 0-1 0 0,0-1 1 0 0,-1 0 0 0 0,0-1-1 0 0,0 0 1 0 0,-1 0 0 0 0,0-1-1 0 0,0 0 1 0 0,6-12-1 0 0,48-86 1385 0 0,-62 107-1306 0 0,0 1-1 0 0,0 0 0 0 0,0 0 0 0 0,0-1 0 0 0,1 1 0 0 0,-1 0 0 0 0,0-1 0 0 0,0 1 0 0 0,0 0 1 0 0,0 0-1 0 0,1-1 0 0 0,-1 1 0 0 0,0 0 0 0 0,0 0 0 0 0,0-1 0 0 0,1 1 0 0 0,-1 0 0 0 0,0 0 1 0 0,0 0-1 0 0,1-1 0 0 0,-1 1 0 0 0,0 0 0 0 0,1 0 0 0 0,-1 0 0 0 0,0 0 0 0 0,0 0 0 0 0,1 0 0 0 0,-1 0 1 0 0,0-1-1 0 0,1 1 0 0 0,-1 0 0 0 0,0 0 0 0 0,1 0 0 0 0,-1 0 0 0 0,0 0 0 0 0,1 1 0 0 0,-1-1 1 0 0,0 0-1 0 0,1 0 0 0 0,7 14 351 0 0,4 36-95 0 0,-9-35-72 0 0,0-5-144 0 0,0 0 0 0 0,0 0 0 0 0,1-1 0 0 0,1 1 0 0 0,-1-1 0 0 0,1 0 1 0 0,1 0-1 0 0,0 0 0 0 0,0-1 0 0 0,1 1 0 0 0,0-2 0 0 0,0 1 0 0 0,1-1 0 0 0,0 0 0 0 0,0-1 0 0 0,11 7 0 0 0,-11-8-39 0 0,-1-2 0 0 0,1 1 0 0 0,0-1 0 0 0,0 0 0 0 0,1 0 0 0 0,-1-1 0 0 0,0-1 0 0 0,1 1 0 0 0,-1-1 0 0 0,1 0 1 0 0,-1-1-1 0 0,1 0 0 0 0,-1-1 0 0 0,1 1 0 0 0,-1-2 0 0 0,1 1 0 0 0,-1-1 0 0 0,1 0 0 0 0,15-7 0 0 0,-7 0-24 0 0,0 0 0 0 0,0-1 0 0 0,-1 0 0 0 0,-1-2 0 0 0,1 0 0 0 0,-2 0 0 0 0,0-1-1 0 0,0-1 1 0 0,-1-1 0 0 0,-1 1 0 0 0,-1-2 0 0 0,0 0 0 0 0,-1 0 0 0 0,0-1 0 0 0,11-29 0 0 0,0-11-28 0 0,-2 0 1 0 0,-3-2 0 0 0,15-101-1 0 0,-24 124 24 0 0,-2 0-1 0 0,-2 0 1 0 0,-1 0-1 0 0,-4-54 1 0 0,-3 88 28 0 0,-4 10 5 0 0,-8 14 76 0 0,7-1 28 0 0,1 1-1 0 0,1-1 1 0 0,1 2-1 0 0,0-1 1 0 0,2 1-1 0 0,1 0 1 0 0,1 0-1 0 0,1 0 1 0 0,0 0-1 0 0,5 44 1 0 0,0-34 43 0 0,2 0 0 0 0,1 0 1 0 0,2-1-1 0 0,1 0 1 0 0,2-1-1 0 0,0 1 0 0 0,18 30 1 0 0,-23-51-135 0 0,1-1 0 0 0,0 0 0 0 0,1 0 0 0 0,0 0 0 0 0,0-1 0 0 0,1 0 0 0 0,0-1 0 0 0,1 0 0 0 0,0 0 0 0 0,0-1 0 0 0,0 0 0 0 0,1-1 1 0 0,0 0-1 0 0,1-1 0 0 0,-1 0 0 0 0,1-1 0 0 0,0 0 0 0 0,0-1 0 0 0,0 0 0 0 0,0-1 0 0 0,17 1 0 0 0,-13-2-14 0 0,0 0 1 0 0,1-1-1 0 0,-1-1 0 0 0,0-1 1 0 0,0 0-1 0 0,1-1 0 0 0,-2-1 0 0 0,1 0 1 0 0,0-1-1 0 0,-1-1 0 0 0,0 0 1 0 0,0-1-1 0 0,-1-1 0 0 0,1 0 1 0 0,22-18-1 0 0,-27 16-6 0 0,0 0-1 0 0,0 0 1 0 0,-1-1 0 0 0,0 0 0 0 0,-1-1 0 0 0,0 0-1 0 0,-1 0 1 0 0,10-23 0 0 0,-14 27-16 0 0,0 1-1 0 0,-1-1 1 0 0,1 0-1 0 0,-2 1 1 0 0,1-1 0 0 0,-1 0-1 0 0,0 0 1 0 0,-1 0-1 0 0,1 0 1 0 0,-2 0 0 0 0,1 0-1 0 0,-1 0 1 0 0,0 0-1 0 0,-1 0 1 0 0,0 0 0 0 0,-4-12-1 0 0,5 18-3 0 0,0 1 0 0 0,0-1 0 0 0,0 0-1 0 0,0 0 1 0 0,0 1 0 0 0,0-1 0 0 0,0 1 0 0 0,0-1-1 0 0,-1 1 1 0 0,1-1 0 0 0,0 1 0 0 0,-1 0 0 0 0,1 0-1 0 0,-1 0 1 0 0,0 0 0 0 0,1 0 0 0 0,-1 0 0 0 0,0 0-1 0 0,0 0 1 0 0,1 0 0 0 0,-1 1 0 0 0,0-1 0 0 0,0 1-1 0 0,0 0 1 0 0,0-1 0 0 0,0 1 0 0 0,0 0 0 0 0,0 0-1 0 0,0 0 1 0 0,0 0 0 0 0,0 1 0 0 0,0-1 0 0 0,1 0-1 0 0,-1 1 1 0 0,0-1 0 0 0,0 1 0 0 0,0 0 0 0 0,0 0-1 0 0,1 0 1 0 0,-1 0 0 0 0,0 0 0 0 0,-1 1 0 0 0,-4 3 16 0 0,0-1 1 0 0,1 1 0 0 0,0 0 0 0 0,0 1 0 0 0,1 0 0 0 0,-1 0 0 0 0,1 0-1 0 0,0 0 1 0 0,-5 11 0 0 0,5-10 29 0 0,1 1 1 0 0,0-1-1 0 0,1 1 0 0 0,-1 0 0 0 0,1 0 0 0 0,1 0 1 0 0,0 0-1 0 0,0 1 0 0 0,1-1 0 0 0,0 0 1 0 0,0 1-1 0 0,1 0 0 0 0,0-1 0 0 0,0 1 0 0 0,3 13 1 0 0,-1-13-63 0 0,0 1 1 0 0,1-1-1 0 0,0 0 1 0 0,1 0-1 0 0,0 0 1 0 0,0 0 0 0 0,0-1-1 0 0,1 0 1 0 0,1 0-1 0 0,0 0 1 0 0,0 0 0 0 0,0-1-1 0 0,1 0 1 0 0,0 0-1 0 0,0-1 1 0 0,0 0-1 0 0,1 0 1 0 0,0-1 0 0 0,0 0-1 0 0,1 0 1 0 0,14 5-1 0 0,-6-3-700 0 0,0-1 0 0 0,0-1-1 0 0,0 0 1 0 0,27 3 0 0 0,-21-6-2222 0 0,0 0 0 0 0,46-3 0 0 0,-25-3-1452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55:56.4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186 306 208,'1'-1'267,"-1"0"0,1 0 0,0 1 0,0-2 0,-1 1 0,1 0-1,-1 0 1,1 0 0,-1 0 0,1 0 0,-1 0 0,0 0 0,0-1 0,1 1 0,-1 0 0,0-2 0,0 3-173,-1 0 1,1-1-1,0 1 1,0-1 0,0 1-1,-1 0 1,1-1 0,0 1-1,-1 0 1,1-1 0,0 1-1,0 0 1,-1 0 0,1-1-1,-1 1 1,1 0-1,0 0 1,-1-1 0,1 1-1,-1 0 1,1 0 0,0 0-1,-1 0 1,1 0 0,-1 0-1,1 0 1,-1 0-1,0 0 1,-2 0 19,0 0 1,0 1-1,1-1 1,-1 1-1,0-1 0,0 1 1,0 0-1,0 0 0,1 1 1,-1-1-1,1 0 0,-3 3 1,-8 7 108,0 0 1,1 1-1,1 0 1,0 1-1,1 1 1,0 0-1,1 0 1,1 0-1,0 1 1,1 1-1,1-1 1,0 1-1,1 0 1,1 1-1,0-1 1,1 1-1,-1 32 1,4-41-177,1-1 0,0 1 0,0-1 0,1 1 0,0-1 0,0 0 0,1 0 0,0 0 0,0 0 0,1 0 0,0-1 0,0 1 0,0-1 0,1 0 0,0-1 0,0 1 0,0-1 0,1 0 0,0 0 0,0 0 0,0-1 0,0 0 0,1 0 0,-1-1 0,10 4 0,1 0-4,0-1 0,1 0 0,-1-1 0,1-2-1,0 1 1,0-2 0,0 0 0,0-1 0,26-3 0,-3-2-67,0-1 0,-1-3 0,0-1 0,0-2 0,-1-2 0,0-1 0,-1-2 0,48-29 0,-64 32-31,-1-2 0,0 0 0,-1-1 0,0-2 0,-1 0 0,-2-1 0,0 0 0,0-1 0,-2-1 0,-1-1-1,0 0 1,-2-1 0,-1-1 0,12-33 0,-12 28 24,-2 0-1,-1 0 0,-2-1 1,-1 0-1,-1 0 0,-1-1 1,-3-45-1,1 74 35,-1 1 0,0-1 1,0 0-1,0 0 0,0 0 1,0 1-1,-1-1 0,1 0 0,0 0 1,-1 1-1,0-1 0,1 0 1,-1 0-1,0 1 0,0-1 1,0 1-1,0-1 0,0 1 0,0-1 1,0 1-1,0 0 0,-1 0 1,1-1-1,0 1 0,-1 0 0,1 0 1,-1 0-1,0 0 0,-2-1 1,1 3 6,1 1 1,-1-1 0,1 0 0,-1 1 0,1-1-1,0 1 1,0 0 0,0 0 0,0 0 0,0 0-1,0 0 1,0 0 0,-1 3 0,-1 0 26,-5 8 19,1-1 0,0 1 0,1 0 0,0 1 0,1-1 0,1 1 0,0 1 0,1-1 0,0 1 0,1-1 1,-2 29-1,3-10 57,2 1 0,0 0 1,2-1-1,9 42 1,-7-54-54,2-1-1,0 0 1,1 0 0,1-1 0,1 0 0,1 0 0,0-1 0,1 0 0,1-1 0,1 0 0,21 21-1,-33-36-47,1 0 0,0-1-1,0 1 1,0 0-1,0-1 1,0 1-1,1-1 1,-1 0-1,0 0 1,1 1 0,-1-2-1,1 1 1,-1 0-1,1 0 1,-1-1-1,1 1 1,0-1 0,-1 0-1,1 0 1,0 0-1,2-1 1,-1 0 0,0 0-1,1-1 1,-1 1 0,0-1-1,-1 0 1,1 0 0,0-1 0,-1 1-1,1-1 1,-1 0 0,5-4 0,6-8 11,-2-1 0,0 0 0,-1-1 0,11-21 0,-21 36-20,13-25 6,-10 18-10,0 1 0,0-1 1,1 1-1,0 0 0,0 1 0,0-1 1,1 1-1,1 0 0,-1 0 0,1 1 1,12-9-1,-16 14-2,-1 1 0,0-1 0,0 1 0,1 0 0,-1-1 0,0 1 0,1 0 0,-1 1 0,0-1 0,0 0 0,1 1 0,-1-1 0,0 1 0,0 0 0,1-1 0,-1 1 0,0 0 0,0 0 0,0 1 0,0-1 0,-1 0 0,1 1 0,0-1 0,0 1 0,-1 0 0,3 2 0,41 51-7,-40-48 12,20 28-553,50 54-1,-63-78-323,-1 0-1,27 17 0,-28-22-428,0-1 0,1 1-1,0-2 1,19 7 0,-3-4-1943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55:56.8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191 62 7961,'-6'-5'53,"1"0"1,-1 0-1,1 1 1,-1 0-1,0 0 1,-1 1 0,1-1-1,-13-4 1,16 8-3,0-1 1,-1 1 0,1 0 0,0 0-1,0 0 1,-1 0 0,1 1 0,0-1-1,0 1 1,-1 0 0,1 0 0,0 0-1,0 0 1,0 0 0,0 1-1,1-1 1,-1 1 0,0 0 0,0 0-1,1 0 1,-5 4 0,2 0 53,0 0 1,0 0-1,0 1 1,1-1-1,0 1 1,0 0-1,1 0 0,-1 0 1,2 1-1,-1-1 1,1 1-1,0-1 1,1 1-1,-2 14 1,2-3 80,1 0 1,0 0-1,1 0 1,2 0-1,4 20 1,-7-38-176,0 0 0,0 0 0,0 0 0,1 0 0,-1 0 0,0-1 1,0 1-1,1 0 0,-1 0 0,1 0 0,-1-1 0,1 1 0,-1 0 0,1 0 0,-1-1 1,1 1-1,0-1 0,-1 1 0,1 0 0,0-1 0,-1 1 0,1-1 0,0 0 0,0 1 1,0-1-1,0 1 0,-1-1 0,1 0 0,1 0 0,0 0 12,0 0 0,0 0 1,1 0-1,-1-1 0,0 1 0,0-1 0,0 0 1,0 1-1,0-1 0,0 0 0,3-2 0,4-3 75,-1 0 1,0-1-1,14-14 0,3-8 194,29-47 1,-38 51-70,2 0 0,0 1-1,37-36 1,-52 57-193,-1 1 0,1-1 0,0 1 0,-1 0 0,1 0-1,0 0 1,0 0 0,0 1 0,1-1 0,-1 1 0,0 0 0,1 0 0,-1 0 0,0 0 0,1 1-1,-1-1 1,1 1 0,-1 0 0,1 0 0,-1 0 0,1 0 0,-1 1 0,1-1 0,-1 1-1,1 0 1,-1 0 0,0 0 0,7 4 0,-4-1-4,-1 0 0,1 1 1,-1 0-1,0 0 0,0 0 0,0 0 0,-1 1 0,0 0 1,0 0-1,0 0 0,-1 1 0,0-1 0,4 11 0,0 5-204,-1 1 0,0 0 0,3 42-1,-6-19-2715,-2-2-3851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55:57.2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62 236,'12'0'3326,"-5"10"-2898,0 1-1,-1 0 1,0 1-1,-1-1 0,0 1 1,-1 0-1,0 1 1,-1-1-1,0 1 1,1 20-1,7 20 212,-7-35-407,-2 0-1,0 0 0,0 23 0,-2-32-139,0 0-1,-1-1 1,0 1 0,0 0-1,-1 0 1,0-1 0,0 1-1,-7 14 1,8-22-81,1 0 0,0 0-1,-1 0 1,1 0 0,-1-1 0,1 1 0,-1 0 0,1 0-1,-1 0 1,0 0 0,0 0 0,1-1 0,-1 1 0,0 0-1,0-1 1,0 1 0,0 0 0,0-1 0,1 1-1,-1-1 1,0 0 0,0 1 0,0-1 0,-1 0 0,1 1-1,0-1 1,0 0 0,0 0 0,0 0 0,0 0 0,0 0-1,0 0 1,0 0 0,0-1 0,0 1 0,0 0 0,0 0-1,0-1 1,0 1 0,0-1 0,0 1 0,0-1-1,0 1 1,-1-2 0,0 0 20,0 0 1,0 0-1,0 0 0,0 0 0,1-1 0,-1 1 0,1 0 1,-1-1-1,1 1 0,0-1 0,0 0 0,0 1 1,0-1-1,1 0 0,-1-5 0,0-16 100,1 1-1,1-1 1,1 0-1,2 1 1,0 0-1,1-1 1,2 2-1,11-29 0,-13 39-78,0 0 0,1 0 0,1 0 0,0 1-1,0 0 1,1 0 0,0 1 0,1 0 0,1 1-1,-1-1 1,1 2 0,1 0 0,0 0 0,0 1-1,0 0 1,14-6 0,-19 11-35,-1 0 0,0 0 1,1 0-1,-1 1 0,1 0 0,-1 0 0,1 1 1,0-1-1,-1 1 0,1 0 0,0 1 1,-1-1-1,1 1 0,-1 0 0,1 1 0,-1-1 1,1 1-1,-1 0 0,0 1 0,0-1 1,0 1-1,0 0 0,0 0 0,-1 0 0,1 1 1,-1 0-1,0 0 0,0 0 0,0 0 0,-1 0 1,1 1-1,3 8 0,7 11-79,-1 1-1,-1 0 0,-1 1 1,-2 0-1,8 30 1,-12-40-285,1 1-1,0-2 1,2 1 0,0-1 0,12 18 0,-14-24-794,1 0 1,0-1 0,0 0-1,1 0 1,14 10-1,-5-7-1652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55:58.3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378 75 56,'-1'-3'258,"-1"-1"0,0 1 1,-1 0-1,1 0 0,0 0 0,-1 0 0,0 0 1,0 1-1,1-1 0,-2 1 0,1 0 0,0 0 0,0 0 1,-1 0-1,-5-2 0,2 1 41,-1 1 1,0 0-1,1 1 1,-1 0-1,0 0 1,0 0-1,-11 1 1,7 1-31,-1 0 0,1 1 0,0 1 0,1-1 0,-1 2 0,0 0 0,1 0 0,0 1 0,-21 12 0,22-9-78,-1 1 1,2 0-1,-1 1 0,1 0 1,1 0-1,-1 1 1,2 0-1,0 0 0,0 1 1,1 0-1,-8 24 0,11-31-146,1 1 0,1 0-1,-1-1 1,1 1 0,0 0-1,1 0 1,-1 0 0,1 0 0,0 0-1,0-1 1,1 1 0,0 0-1,0 0 1,0 0 0,1-1-1,0 1 1,0-1 0,0 1-1,1-1 1,0 0 0,0 0-1,0 0 1,1 0 0,-1 0-1,1-1 1,0 1 0,0-1-1,1 0 1,5 3 0,-7-5-59,0 0 1,0 0 0,0 0-1,1-1 1,-1 1-1,0-1 1,1 0-1,-1 0 1,1 0 0,-1 0-1,1-1 1,0 0-1,-1 1 1,1-1-1,-1 0 1,1-1 0,0 1-1,3-2 1,-1 0-8,0 0-1,1 0 1,-2-1 0,1 0 0,0 0-1,-1-1 1,1 0 0,-1 1 0,7-8-1,1-3-6,0 0-1,-1-2 0,0 1 0,-1-1 1,16-31-1,7-31 24,-20 45 63,1 1 0,24-38 0,-39 69-53,0 0 0,0 0-1,1 0 1,-1 0 0,1 0-1,-1 1 1,1-1 0,-1 0-1,1 0 1,-1 1 0,1-1-1,0 0 1,-1 1 0,1-1 0,0 1-1,0-1 1,0 1 0,-1-1-1,1 1 1,0-1 0,0 1-1,0 0 1,0-1 0,0 1-1,0 0 1,-1 0 0,1 0 0,0 0-1,0 0 1,0 0 0,0 0-1,0 0 1,0 0 0,1 1-1,0 0 1,0 1 1,0 0-1,-1 0 0,1 0 0,-1 0 0,1 0 0,-1 0 0,0 0 1,0 0-1,0 0 0,0 1 0,1 4 0,4 14 25,-2 0-1,3 24 1,-7-42-15,3 35 37,-1 1-1,-2 0 0,-1-1 1,-10 52-1,-40 148 92,19-105-83,26-105-40,-1 1 1,-1-1 0,-2-1-1,-19 41 1,24-59-15,0 0 0,0-1-1,-1 0 1,0 0 0,-1 0 0,0-1 0,0 1 0,0-2 0,-1 1 0,0-1 0,-1 0 0,1-1 0,-1 0 0,0 0 0,0-1 0,-17 5 0,18-6 1,-1-1 0,1-1 0,-1 1 0,0-1 0,1-1 0,-1 0 0,-11-1 0,18 1-5,-1 0 0,1-1 1,0 1-1,0-1 0,0 1 1,-1-1-1,1 0 0,0 0 1,0 0-1,0 0 0,1 0 1,-1-1-1,0 1 0,0 0 1,0-1-1,1 1 0,-1-1 1,1 0-1,0 0 0,-1 1 1,1-1-1,0 0 0,0 0 1,0 0-1,0 0 0,0-1 1,1 1-1,-1 0 0,1 0 1,-1 0-1,1-1 0,0 1 1,0 0-1,0-4 0,1-6 1,0 1 0,2-1 0,-1 1 0,1-1 0,1 1 0,0 0 0,0 0 0,1 0 0,1 1 1,0 0-1,9-12 0,4-4-15,1 1 0,1 1 0,24-21 1,11-2-160,2 3 1,88-50-1,41-30-229,-160 103 339,-2 0 1,0-2-1,-1-1 0,33-42 1,-50 56 38,0-1-1,0 0 1,-1-1 0,-1 1 0,0-1-1,-1 0 1,0-1 0,4-20 0,-7 29 15,0 0 1,0-1-1,-1 1 1,0 0-1,0 0 1,0 0 0,0-1-1,-1 1 1,0 0-1,1 0 1,-2 0-1,1 0 1,0 0-1,-1 0 1,0 0-1,0 0 1,0 1-1,0-1 1,0 1-1,-1-1 1,0 1 0,1 0-1,-1 0 1,0 0-1,-1 0 1,1 1-1,0-1 1,-1 1-1,-7-4 1,8 5 2,0 1 0,1-1 0,-1 0 0,0 1 0,0 0 1,0 0-1,0 0 0,0 0 0,0 0 0,0 0 0,1 1 0,-1-1 1,0 1-1,0 0 0,0 0 0,1 0 0,-1 0 0,1 1 0,-1-1 1,1 1-1,-1-1 0,1 1 0,0 0 0,0 0 0,-4 4 0,-4 4 17,1 1 0,0 0-1,-13 22 1,17-25 12,1 2 1,0-1 0,0 0 0,1 1-1,1-1 1,-1 1 0,1 0-1,1 0 1,0 0 0,0 0-1,1 0 1,1 0 0,0 0 0,0 0-1,0 0 1,4 10 0,-3-12 6,0 0 1,1 0 0,0 0-1,0 0 1,1-1 0,-1 1-1,2-1 1,-1 0 0,1 0 0,0-1-1,1 1 1,-1-1 0,1-1-1,1 1 1,-1-1 0,1 0-1,0 0 1,0 0 0,11 4 0,-12-7-3,0 0 0,0-1 1,0 0-1,0 0 0,0 0 1,0-1-1,0 0 1,0 0-1,0 0 0,0-1 1,0 0-1,0 0 0,0-1 1,0 0-1,0 0 1,0 0-1,-1 0 0,1-1 1,-1 0-1,0 0 0,7-6 1,10-8 90,0-2 0,-1-1 1,26-31-1,2 0 164,-40 42-234,6-6 55,0 1-1,1 1 1,0 0 0,1 1-1,23-11 1,-36 20-89,1 1 0,0 0 0,0 1-1,0-1 1,0 1 0,0 0 0,0 0-1,0 1 1,0-1 0,1 1 0,-1 0 0,0 1-1,0-1 1,0 1 0,0 0 0,0 0 0,0 1-1,0-1 1,0 1 0,0 0 0,0 1-1,-1-1 1,1 1 0,-1 0 0,0 0 0,5 5-1,2 2 7,-1 0 0,0 0 0,-1 2 0,0-1 0,-1 1 0,13 25 0,31 85 31,-7-14 35,-45-107-49,0 0-1,1 0 0,-1 0 1,0 0-1,1 0 0,0 0 0,-1 0 1,1 0-1,0 0 0,-1 0 1,1 0-1,0 0 0,0 0 0,0-1 1,0 1-1,0 0 0,-1-1 0,1 1 1,1-1-1,-1 1 0,0-1 1,0 1-1,0-1 0,0 0 0,0 1 1,0-1-1,0 0 0,0 0 1,2 0-1,1-1 62,0 0 0,-1-1 0,1 0 0,0 1 0,-1-1 1,0 0-1,6-5 0,-5 4-84,36-30 457,-1-2-1,-1-2 1,-3-1-1,47-65 1,-8 11-95,22-13-1882,-51 65-9115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02.8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69 380 0 0,'-51'-68'11513'0'0,"56"133"-9981"0"0,15 31-423 0 0,0 8-334 0 0,-14-67-360 0 0,1 0 0 0 0,17 54 0 0 0,-18-75-147 0 0,0 0-1 0 0,1 0 1 0 0,1-1-1 0 0,0 0 1 0 0,1 0-1 0 0,1-1 1 0 0,19 23-1 0 0,-27-36-212 0 0,-1 1-1 0 0,1-1 1 0 0,0 0-1 0 0,0 0 1 0 0,0 0-1 0 0,0 0 1 0 0,0 0-1 0 0,0 0 1 0 0,0 0-1 0 0,0-1 0 0 0,0 1 1 0 0,0-1-1 0 0,1 0 1 0 0,-1 1-1 0 0,0-1 1 0 0,0 0-1 0 0,0 0 1 0 0,1-1-1 0 0,2 1 1 0 0,45-13 458 0 0,-40 10-439 0 0,47-19 322 0 0,0-3 0 0 0,-2-2 0 0 0,53-35 1 0 0,-99 57-360 0 0,47-28 150 0 0,141-88-24 0 0,-163 99-469 0 0,28-23-3056 0 0,-56 39 3333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03.2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 54 612 0 0,'-3'-2'594'0'0,"0"-1"0"0"0,-1 0 0 0 0,1 1 0 0 0,1-1 0 0 0,-1 0 0 0 0,0-1 0 0 0,1 1 0 0 0,-3-4 0 0 0,-14-16 6116 0 0,21 30-6475 0 0,0 1 1 0 0,0-1 0 0 0,0 0-1 0 0,1 0 1 0 0,0 0 0 0 0,0 0-1 0 0,7 11 1 0 0,3 7 206 0 0,94 285 3173 0 0,-101-291-3344 0 0,19 61 729 0 0,-22-73-822 0 0,-1-1 0 0 0,1 0-1 0 0,0 0 1 0 0,1 0-1 0 0,0 0 1 0 0,-1-1 0 0 0,2 1-1 0 0,-1-1 1 0 0,8 7-1 0 0,-8-10-87 0 0,-1 0 0 0 0,1 0-1 0 0,0-1 1 0 0,0 1 0 0 0,1-1-1 0 0,-1 0 1 0 0,0 0-1 0 0,0-1 1 0 0,0 1 0 0 0,1-1-1 0 0,-1 0 1 0 0,0 0 0 0 0,0 0-1 0 0,1-1 1 0 0,-1 1 0 0 0,0-1-1 0 0,0 0 1 0 0,0 0-1 0 0,6-3 1 0 0,13-4 124 0 0,-1-2 1 0 0,24-13-1 0 0,-34 17-107 0 0,21-11 8 0 0,411-203-188 0 0,-402 203-997 0 0,40-21-1673 0 0,-33 5-8430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11.1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48 276 0 0,'-19'2'11020'0'0,"40"4"-10748"0"0,0-1 0 0 0,1-1 0 0 0,0-1 0 0 0,30 0 0 0 0,98-5 452 0 0,-110 1-525 0 0,245-10 793 0 0,250-4 566 0 0,-442 17-1440 0 0,-135-35-11125 0 0,32 22 8059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11.5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72 0 440 0 0,'2'7'542'0'0,"0"-1"0"0"0,0 0 0 0 0,1 0 0 0 0,-1-1-1 0 0,1 1 1 0 0,1 0 0 0 0,-1-1 0 0 0,1 0 0 0 0,0 0 0 0 0,0 0 0 0 0,1 0 0 0 0,8 7 0 0 0,13 16 571 0 0,-4 1-298 0 0,-12-17-478 0 0,0 1 0 0 0,0 1 0 0 0,9 19 0 0 0,-17-29-320 0 0,0 1 0 0 0,0 0 0 0 0,0-1 1 0 0,-1 1-1 0 0,0 0 0 0 0,0 0 1 0 0,0 0-1 0 0,0 1 0 0 0,-1-1 1 0 0,0 0-1 0 0,0 0 0 0 0,-1 0 1 0 0,1 0-1 0 0,-3 10 0 0 0,-2-1-208 0 0,0 0-1 0 0,-1-1 1 0 0,-1 0-1 0 0,0 0 0 0 0,0 0 1 0 0,-1-1-1 0 0,-1 0 1 0 0,0-1-1 0 0,-1 0 0 0 0,-11 10 1 0 0,5-6-957 0 0,-1-1-1 0 0,-1 0 1 0 0,-22 13 0 0 0,-3-4-1284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12.6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39 288 584 0 0,'0'-84'11386'0'0,"1"89"-11062"0"0,4 21 62 0 0,-2 1 0 0 0,-1 0 0 0 0,-2 0 1 0 0,-2 34-1 0 0,-21 116 785 0 0,11-91-658 0 0,0-25 1968 0 0,12-67-2224 0 0,2-13-91 0 0,26-209 921 0 0,-14 139-896 0 0,47-165 0 0 0,-55 231-159 0 0,9-27 27 0 0,-14 48-63 0 0,0 0 0 0 0,0 0-1 0 0,0 0 1 0 0,0 0 0 0 0,0 0-1 0 0,0 0 1 0 0,0 0 0 0 0,1 0 0 0 0,-1 1-1 0 0,0-1 1 0 0,1 1 0 0 0,0-1-1 0 0,-1 1 1 0 0,1-1 0 0 0,0 1-1 0 0,0 0 1 0 0,2-1 0 0 0,-2 1 2 0 0,0 1 0 0 0,0 0 1 0 0,0 0-1 0 0,-1 0 0 0 0,1 1 1 0 0,0-1-1 0 0,0 0 0 0 0,0 1 1 0 0,-1-1-1 0 0,1 1 0 0 0,0-1 1 0 0,-1 1-1 0 0,1 0 0 0 0,0 0 0 0 0,-1 0 1 0 0,1 0-1 0 0,-1 0 0 0 0,0 0 1 0 0,1 0-1 0 0,-1 0 0 0 0,2 3 1 0 0,26 30 31 0 0,-27-30-19 0 0,17 24 51 0 0,-2 1 1 0 0,-1 1 0 0 0,-1 0-1 0 0,-1 1 1 0 0,-2 0-1 0 0,12 48 1 0 0,28 203-981 0 0,-42-216-41 0 0,-8 14-4595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13.0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49 158 356 0 0,'-5'0'736'0'0,"-22"-5"2070"0"0,26 5-2633 0 0,0 0 1 0 0,0 0-1 0 0,0 0 0 0 0,1-1 1 0 0,-1 1-1 0 0,0 0 1 0 0,0 0-1 0 0,1-1 0 0 0,-1 1 1 0 0,0 0-1 0 0,0-1 0 0 0,1 1 1 0 0,-1-1-1 0 0,1 1 0 0 0,-1-1 1 0 0,0 1-1 0 0,1-1 1 0 0,-1 0-1 0 0,1 1 0 0 0,-1-1 1 0 0,1 1-1 0 0,-1-1 0 0 0,1 0 1 0 0,-1-2 700 0 0,58-20 1290 0 0,262-44-1132 0 0,-97 25-8257 0 0,-190 35 4465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13.3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2 628 0 0,'-32'4'14781'0'0,"38"-4"-14503"0"0,91 3 189 0 0,6 0-1809 0 0,0-8-4038 0 0,-87 2 1809 0 0,-5 0 274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13.7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57 140 0 0,'-21'19'6031'0'0,"51"-21"-3539"0"0,-17 1-2770 0 0,303-38 384 0 0,-105 12-5021 0 0,-154 20 2903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14.0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50 236 0 0,'-16'3'1918'0'0,"-7"1"6880"0"0,63 0-7216 0 0,61-2 1 0 0,111-20-2803 0 0,-127 2-1161 0 0,-32-1-2599 0 0,-24 6 1864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14.6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0 257 1156 0 0,'0'0'3052'0'0,"14"25"-421"0"0,-4 90 1235 0 0,9 183-35 0 0,-18-282-2350 0 0,1-38-1116 0 0,-1-45-252 0 0,-8-18-11 0 0,-5-152-147 0 0,13 215 24 0 0,0 0 0 0 0,2-1-1 0 0,0 1 1 0 0,2 0 0 0 0,0 1 0 0 0,1-1-1 0 0,2 1 1 0 0,12-26 0 0 0,-17 42 12 0 0,1-1 0 0 0,0 1 0 0 0,0-1 0 0 0,1 1 0 0 0,0 0 0 0 0,0 1 0 0 0,0-1 0 0 0,0 1 0 0 0,1 0 0 0 0,-1 0-1 0 0,1 1 1 0 0,0-1 0 0 0,0 1 0 0 0,1 1 0 0 0,-1-1 0 0 0,0 1 0 0 0,1 0 0 0 0,0 0 0 0 0,-1 1 0 0 0,1 0 0 0 0,0 0 0 0 0,0 1 0 0 0,-1 0 0 0 0,1 0 0 0 0,9 2 0 0 0,-11-2-15 0 0,0 1-1 0 0,0 0 1 0 0,0 0 0 0 0,0 0-1 0 0,0 1 1 0 0,0-1 0 0 0,0 1 0 0 0,0 0-1 0 0,0 1 1 0 0,-1-1 0 0 0,0 1-1 0 0,1 0 1 0 0,-1 0 0 0 0,0 1-1 0 0,0-1 1 0 0,-1 1 0 0 0,1-1-1 0 0,-1 1 1 0 0,1 1 0 0 0,-1-1-1 0 0,-1 0 1 0 0,1 1 0 0 0,-1-1 0 0 0,1 1-1 0 0,-1 0 1 0 0,0 0 0 0 0,-1 0-1 0 0,0 0 1 0 0,1 0 0 0 0,-1 0-1 0 0,-1 0 1 0 0,1 0 0 0 0,-1 6-1 0 0,0 0-24 0 0,-2 0 0 0 0,1 0 0 0 0,-1-1-1 0 0,0 1 1 0 0,-1-1 0 0 0,-1 1 0 0 0,1-1 0 0 0,-2 0-1 0 0,1 0 1 0 0,-1 0 0 0 0,-1-1 0 0 0,-12 17-1 0 0,-7 4-46 0 0,-2-1 0 0 0,-38 33-1 0 0,10-9-31 0 0,54-52 127 0 0,-1 0 0 0 0,1 0 0 0 0,0 1-1 0 0,-1-1 1 0 0,1 0 0 0 0,0 1 0 0 0,0-1 0 0 0,0 1 0 0 0,0-1 0 0 0,0 1 0 0 0,0 0-1 0 0,1 0 1 0 0,-1-1 0 0 0,0 1 0 0 0,1 0 0 0 0,0 0 0 0 0,-1-1 0 0 0,1 1-1 0 0,0 0 1 0 0,0 0 0 0 0,0 0 0 0 0,0 0 0 0 0,0-1 0 0 0,0 1 0 0 0,1 2 0 0 0,0-1 2 0 0,1-1 0 0 0,-1 1 0 0 0,1-1 0 0 0,0 1 0 0 0,0-1 0 0 0,0 0 0 0 0,0 0 1 0 0,0 0-1 0 0,0 0 0 0 0,0-1 0 0 0,1 1 0 0 0,-1 0 0 0 0,1-1 0 0 0,3 2 0 0 0,7 3-11 0 0,0-1-1 0 0,1 0 0 0 0,0-1 1 0 0,0-1-1 0 0,16 3 0 0 0,20-1-301 0 0,0-1 0 0 0,0-3 0 0 0,0-2 0 0 0,0-2 0 0 0,0-2 0 0 0,73-18 0 0 0,-97 17 170 0 0,-1-2 0 0 0,0-1-1 0 0,0-1 1 0 0,-1-1 0 0 0,-1-1-1 0 0,1-1 1 0 0,-2-1-1 0 0,0-1 1 0 0,-1 0 0 0 0,0-2-1 0 0,-2-1 1 0 0,0-1 0 0 0,33-40-1 0 0,-34 33 546 0 0,0-1 0 0 0,-2 0-1 0 0,-1-2 1 0 0,17-41 0 0 0,-32 70-385 0 0,0 0 0 0 0,0 0 0 0 0,0-1 1 0 0,0 1-1 0 0,1 0 0 0 0,-1 0 0 0 0,0-1 1 0 0,0 1-1 0 0,0 0 0 0 0,0 0 0 0 0,0-1 1 0 0,0 1-1 0 0,0 0 0 0 0,0 0 0 0 0,0-1 1 0 0,0 1-1 0 0,0 0 0 0 0,0 0 0 0 0,0-1 1 0 0,0 1-1 0 0,0 0 0 0 0,0 0 0 0 0,0-1 0 0 0,-1 1 1 0 0,1 0-1 0 0,0 0 0 0 0,0 0 0 0 0,0-1 1 0 0,0 1-1 0 0,0 0 0 0 0,-1 0 0 0 0,1 0 1 0 0,0-1-1 0 0,0 1 0 0 0,0 0 0 0 0,0 0 1 0 0,-1 0-1 0 0,1 0 0 0 0,0 0 0 0 0,-1-1 1 0 0,-12 2 300 0 0,-11 8-1 0 0,13-2-229 0 0,1 1 0 0 0,0 0 0 0 0,0 1 0 0 0,1-1 0 0 0,0 2 1 0 0,0 0-1 0 0,1 0 0 0 0,1 0 0 0 0,-1 1 0 0 0,2 0 0 0 0,-8 15 0 0 0,6-8-24 0 0,0 0-1 0 0,1 1 1 0 0,1 0 0 0 0,1 0 0 0 0,0 0 0 0 0,-3 33-1 0 0,7-20-208 0 0,2 0-1 0 0,0 1 1 0 0,3-1-1 0 0,0 0 0 0 0,2-1 1 0 0,1 1-1 0 0,12 30 1 0 0,-6-14-910 0 0,0-2-3136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14.9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0 175 460 0 0,'5'-5'557'0'0,"0"0"1"0"0,0 0-1 0 0,0 1 0 0 0,1-1 1 0 0,-1 1-1 0 0,1 1 0 0 0,0-1 1 0 0,0 1-1 0 0,11-5 0 0 0,64-18 1154 0 0,-59 19-1164 0 0,74-19 491 0 0,1 4 1 0 0,2 4-1 0 0,123-6 0 0 0,-109 19-4853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15.3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64 528 0 0,'5'2'323'0'0,"-1"0"0"0"0,1-1-1 0 0,0 0 1 0 0,0 0 0 0 0,-1 0 0 0 0,1-1-1 0 0,0 0 1 0 0,0 0 0 0 0,0 0 0 0 0,-1 0 0 0 0,1-1-1 0 0,0 0 1 0 0,6-1 0 0 0,6 0 253 0 0,493-36 4855 0 0,-290 24-4086 0 0,39 2 73 0 0,-92 10-4581 0 0,-159 3 1524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15.6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82 110 972 0 0,'-5'13'1015'0'0,"0"0"-1"0"0,1 0 1 0 0,1 1-1 0 0,-3 19 1 0 0,2 11 327 0 0,3 52 0 0 0,0-32-416 0 0,10 198 3973 0 0,-23-314-4121 0 0,5 23-598 0 0,-4-27 127 0 0,-10-102 0 0 0,22 134-252 0 0,0 0 0 0 0,1 1 0 0 0,2-1 0 0 0,0 0 1 0 0,2 0-1 0 0,0 1 0 0 0,9-25 0 0 0,-9 38-43 0 0,1 1 0 0 0,0-1 0 0 0,0 1-1 0 0,1 0 1 0 0,0 1 0 0 0,1-1 0 0 0,0 1 0 0 0,0 0 0 0 0,1 1 0 0 0,0 0 0 0 0,0 0-1 0 0,1 1 1 0 0,-1 0 0 0 0,1 0 0 0 0,1 1 0 0 0,12-5 0 0 0,-16 6-27 0 0,1 2 1 0 0,0-1-1 0 0,0 1 0 0 0,0 0 1 0 0,0 0-1 0 0,0 1 0 0 0,0 0 1 0 0,0 0-1 0 0,1 1 0 0 0,-1 0 1 0 0,0 0-1 0 0,0 0 0 0 0,1 1 1 0 0,-1 0-1 0 0,0 1 0 0 0,0 0 1 0 0,0 0-1 0 0,0 0 0 0 0,-1 1 1 0 0,1 0-1 0 0,-1 0 0 0 0,1 1 1 0 0,-1-1-1 0 0,9 9 0 0 0,-12-10-6 0 0,0 0 0 0 0,-1 1 0 0 0,0-1-1 0 0,1 1 1 0 0,-1 0 0 0 0,0 0 0 0 0,0 0 0 0 0,-1 0 0 0 0,1 0-1 0 0,0 0 1 0 0,-1 0 0 0 0,0 0 0 0 0,0 1 0 0 0,0-1-1 0 0,0 0 1 0 0,-1 1 0 0 0,1-1 0 0 0,-1 1 0 0 0,0 4 0 0 0,-1-2-11 0 0,0 0 1 0 0,0 0-1 0 0,0 0 1 0 0,-1-1-1 0 0,0 1 1 0 0,-1-1-1 0 0,1 1 1 0 0,-1-1-1 0 0,0 0 1 0 0,-5 7-1 0 0,-7 7-58 0 0,-1-1 1 0 0,-1-1-1 0 0,0-1 1 0 0,-29 21-1 0 0,28-24-7 0 0,12-10 132 0 0,0 1-1 0 0,1 0 0 0 0,-1 0 1 0 0,1 1-1 0 0,0 0 0 0 0,-8 8 1 0 0,13-12-20 0 0,-1 0 0 0 0,1 0 0 0 0,-1 0 0 0 0,1 0 0 0 0,-1 0 0 0 0,1 0 0 0 0,0 0 0 0 0,-1 0 0 0 0,1 0 0 0 0,0 0 0 0 0,0 0 0 0 0,0 0 0 0 0,0 0 0 0 0,0 0 0 0 0,0 1 0 0 0,0-1 0 0 0,0 0 0 0 0,0 0 0 0 0,1 1 0 0 0,0 0 11 0 0,0 0 1 0 0,0 0-1 0 0,0 0 0 0 0,0 0 0 0 0,1-1 1 0 0,-1 1-1 0 0,1-1 0 0 0,-1 1 0 0 0,1-1 1 0 0,-1 1-1 0 0,1-1 0 0 0,0 0 0 0 0,3 2 0 0 0,23 10 112 0 0,0-1 0 0 0,1-1 0 0 0,0-2 0 0 0,61 11-1 0 0,-24-5-11 0 0,8 1-1676 0 0,142 10 0 0 0,-162-30-3031 0 0,-41 2 1782 0 0,3 0-759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16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1 268 0 0,'7'8'17268'0'0,"0"34"-13718"0"0,3 54-5354 0 0,-6-38 660 0 0,1 14-1950 0 0,3 3-3349 0 0,2-8 1606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44.4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76 102 404 0 0,'-6'-2'759'0'0,"-1"-1"1"0"0,1 0-1 0 0,0 0 1 0 0,0-1-1 0 0,0 1 1 0 0,0-1-1 0 0,1-1 1 0 0,-7-6-1 0 0,10 11-664 0 0,1-1 0 0 0,0 0 0 0 0,0 1 0 0 0,0-1 0 0 0,1 0 0 0 0,-1 0-1 0 0,0 0 1 0 0,0 0 0 0 0,0 0 0 0 0,1 0 0 0 0,-1 0 0 0 0,0 0 0 0 0,1-1 0 0 0,-1 1 0 0 0,1 0-1 0 0,-1 0 1 0 0,1 0 0 0 0,0-1 0 0 0,-1 1 0 0 0,1 0 0 0 0,0 0 0 0 0,0-1 0 0 0,0 1 0 0 0,0 0-1 0 0,0 0 1 0 0,0-1 0 0 0,0 1 0 0 0,1 0 0 0 0,-1 0 0 0 0,0-1 0 0 0,1 1 0 0 0,-1 0 0 0 0,1 0-1 0 0,-1 0 1 0 0,1 0 0 0 0,0-1 0 0 0,-1 1 0 0 0,1 0 0 0 0,0 0 0 0 0,0 0 0 0 0,0 1 0 0 0,-1-1 0 0 0,1 0-1 0 0,0 0 1 0 0,0 0 0 0 0,1 1 0 0 0,-1-1 0 0 0,0 0 0 0 0,0 1 0 0 0,0-1 0 0 0,0 1 0 0 0,3-1-1 0 0,1-1-58 0 0,0 0 0 0 0,0 0 0 0 0,1 1-1 0 0,-1 0 1 0 0,1 0 0 0 0,-1 0-1 0 0,1 1 1 0 0,-1-1 0 0 0,1 1 0 0 0,0 1-1 0 0,-1-1 1 0 0,1 1 0 0 0,-1 0-1 0 0,0 0 1 0 0,1 1 0 0 0,-1 0 0 0 0,0 0-1 0 0,0 0 1 0 0,0 0 0 0 0,0 1-1 0 0,0 0 1 0 0,0 0 0 0 0,-1 0 0 0 0,1 0-1 0 0,-1 1 1 0 0,0 0 0 0 0,5 6-1 0 0,-3-4-74 0 0,0 1-1 0 0,0 0 1 0 0,-1 1-1 0 0,0-1 0 0 0,-1 1 1 0 0,1 0-1 0 0,-2 0 1 0 0,1 0-1 0 0,-1 1 0 0 0,0-1 1 0 0,-1 1-1 0 0,0 0 1 0 0,0-1-1 0 0,-1 1 0 0 0,0 0 1 0 0,-1 11-1 0 0,-3 0 2 0 0,0-1 0 0 0,-2-1 1 0 0,0 1-1 0 0,-1 0 0 0 0,-1-1 0 0 0,-1-1 0 0 0,-15 26 0 0 0,8-14 13 0 0,-17 47 0 0 0,32-75 24 0 0,-1 0-1 0 0,1 0 1 0 0,-1 1 0 0 0,1-1 0 0 0,-1 0 0 0 0,1 1-1 0 0,0-1 1 0 0,0 1 0 0 0,0-1 0 0 0,0 1-1 0 0,0-1 1 0 0,0 0 0 0 0,0 1 0 0 0,0-1 0 0 0,0 1-1 0 0,1-1 1 0 0,-1 0 0 0 0,1 1 0 0 0,-1-1 0 0 0,1 0-1 0 0,-1 0 1 0 0,1 1 0 0 0,0-1 0 0 0,-1 0 0 0 0,1 0-1 0 0,1 1 1 0 0,0 0-48 0 0,0-1 1 0 0,0 0-1 0 0,0 0 0 0 0,1 0 1 0 0,-1 0-1 0 0,0 0 0 0 0,1 0 1 0 0,-1 0-1 0 0,0-1 0 0 0,1 0 1 0 0,-1 1-1 0 0,1-1 0 0 0,3 0 0 0 0,7-1-411 0 0,0 0-1 0 0,0-1 1 0 0,0 0-1 0 0,18-6 0 0 0,24-13-4102 0 0,-30 7 1938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4:44.7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25 224 0 0,'-1'-1'257'0'0,"1"0"0"0"0,0 1 1 0 0,0-1-1 0 0,-1 0 0 0 0,1 0 0 0 0,0 0 0 0 0,0 0 1 0 0,0 1-1 0 0,0-1 0 0 0,0 0 0 0 0,0 0 0 0 0,1 0 1 0 0,-1 0-1 0 0,0 1 0 0 0,0-1 0 0 0,0 0 0 0 0,1 0 1 0 0,-1 0-1 0 0,0 1 0 0 0,1-1 0 0 0,-1 0 0 0 0,1 1 1 0 0,-1-1-1 0 0,1 0 0 0 0,-1 1 0 0 0,1-1 0 0 0,-1 0 0 0 0,1 1 1 0 0,0-1-1 0 0,-1 1 0 0 0,2-1 0 0 0,28 16 2314 0 0,-26-13-2748 0 0,65 42 1612 0 0,-13-10-606 0 0,-1 3 1 0 0,71 62-1 0 0,-113-88-757 0 0,0 1 1 0 0,-1 1 0 0 0,-1 0-1 0 0,0 0 1 0 0,-1 1 0 0 0,-1 1-1 0 0,0-1 1 0 0,0 2-1 0 0,-2-1 1 0 0,0 1 0 0 0,-1 0-1 0 0,0 0 1 0 0,-2 1 0 0 0,5 23-1 0 0,-8-23-72 0 0,-1 1 0 0 0,-1 0 0 0 0,0 0 0 0 0,-2-1 0 0 0,0 1 0 0 0,-1-1 0 0 0,0 0 0 0 0,-1 0 0 0 0,-1 0-1 0 0,-1-1 1 0 0,-1 1 0 0 0,0-2 0 0 0,-13 21 0 0 0,-11 10-596 0 0,-1-2-1 0 0,-76 78 0 0 0,27-43-1086 0 0,22-33-5236 0 0,49-38 3844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23.7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3014 2 620 0 0,'0'0'2978'0'0,"-6"0"-2058"0"0,-54-1 1662 0 0,-1 3 1 0 0,-99 16-1 0 0,-126 39-883 0 0,147-27-864 0 0,-316 85 433 0 0,382-95-1119 0 0,-403 90 654 0 0,272-66-619 0 0,-466 82-154 0 0,504-110-131 0 0,148-16-397 0 0,-1 0 0 0 0,0-1 0 0 0,1-1 0 0 0,-1-1 0 0 0,1 0 0 0 0,-34-12 0 0 0,-24-10-8170 0 0,58 21 5866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24.9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2 655 216 0 0,'-1'-9'6301'0'0,"46"84"-5163"0"0,73 89 0 0 0,-89-129-971 0 0,2-1 0 0 0,1-2 0 0 0,2-1 1 0 0,53 38-1 0 0,-70-57-121 0 0,5 4 34 0 0,1 0 0 0 0,1-2 1 0 0,0-1-1 0 0,35 14 0 0 0,-53-24-53 0 0,0-1 1 0 0,0 0-1 0 0,0-1 1 0 0,0 0-1 0 0,1 0 0 0 0,-1 0 1 0 0,0 0-1 0 0,1-1 1 0 0,-1 0-1 0 0,0-1 1 0 0,0 1-1 0 0,1-1 0 0 0,-1-1 1 0 0,0 1-1 0 0,0-1 1 0 0,0 0-1 0 0,0 0 1 0 0,0-1-1 0 0,0 1 0 0 0,-1-1 1 0 0,1-1-1 0 0,-1 1 1 0 0,0-1-1 0 0,8-7 1 0 0,1-4 13 0 0,-2 1 0 0 0,0-2 0 0 0,0 0 0 0 0,-2 0 0 0 0,0-1 0 0 0,-1 0 0 0 0,0-1 1 0 0,-2 0-1 0 0,0 0 0 0 0,-1 0 0 0 0,6-29 0 0 0,0-21 13 0 0,6-129 1 0 0,-15 135-13 0 0,3-17 7 0 0,21-106 0 0 0,-21 156-41 0 0,1 1 0 0 0,2-1-1 0 0,1 2 1 0 0,1-1 0 0 0,2 2 0 0 0,0-1 0 0 0,18-24-1 0 0,-26 44-9 0 0,0 0-1 0 0,0 1 1 0 0,1-1-1 0 0,0 1 1 0 0,0 0-1 0 0,1 1 0 0 0,0-1 1 0 0,0 1-1 0 0,0 1 1 0 0,0-1-1 0 0,1 1 1 0 0,0 1-1 0 0,0-1 0 0 0,0 1 1 0 0,0 0-1 0 0,15-2 1 0 0,-12 4-4 0 0,0 0 1 0 0,1 1-1 0 0,-1 0 1 0 0,0 0 0 0 0,1 1-1 0 0,-1 1 1 0 0,0 0-1 0 0,0 1 1 0 0,0 0 0 0 0,0 0-1 0 0,0 2 1 0 0,11 5-1 0 0,8 5-19 0 0,-1 2 0 0 0,-1 1 0 0 0,-1 1 0 0 0,49 45 0 0 0,82 107-2206 0 0,-153-165 1645 0 0,-1 1 1 0 0,1 0-1 0 0,-1 0 0 0 0,-1 0 1 0 0,1 0-1 0 0,3 13 0 0 0,-4-13-193 0 0,8 15-1594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25.3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0 84 0 0,'0'0'4240'0'0,"-18"6"-7644"0"0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33.4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74 24 28 0 0,'-74'-24'10293'0'0,"78"26"-9910"0"0,27 12-18 0 0,0-1 0 0 0,0-2 1 0 0,1-1-1 0 0,0-1 1 0 0,39 4-1 0 0,171 10 297 0 0,-119-21-1054 0 0,0-6-1 0 0,127-21 1 0 0,-242 24-62 0 0,1-1 0 0 0,0 0 0 0 0,-1-1 0 0 0,14-5 0 0 0,-1-4-4836 0 0,-14 7 2577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33.7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170 0 272 0 0,'0'0'2526'0'0,"2"3"-1724"0"0,12 11-261 0 0,0-1-1 0 0,1 0 1 0 0,1-2 0 0 0,0 1 0 0 0,0-2 0 0 0,28 13 0 0 0,23 16 237 0 0,-51-28-605 0 0,5 2 83 0 0,0 2 0 0 0,0 0 0 0 0,-1 1 0 0 0,20 23-1 0 0,-35-35-220 0 0,-1 1-1 0 0,-1-1 0 0 0,1 1 0 0 0,-1 0 0 0 0,1 1 1 0 0,-1-1-1 0 0,-1 0 0 0 0,1 1 0 0 0,-1 0 0 0 0,0 0 0 0 0,0-1 1 0 0,-1 1-1 0 0,0 0 0 0 0,0 0 0 0 0,0 0 0 0 0,-1 0 1 0 0,0 1-1 0 0,0-1 0 0 0,0 0 0 0 0,-1 0 0 0 0,0 0 1 0 0,0 0-1 0 0,-3 7 0 0 0,-3 4-26 0 0,0-1 0 0 0,-1 0 0 0 0,-1 0 0 0 0,-1-1 0 0 0,0 0 1 0 0,-1 0-1 0 0,0-2 0 0 0,-2 1 0 0 0,1-1 0 0 0,-29 21 0 0 0,-13 5-710 0 0,-93 52 1 0 0,113-71 225 0 0,-83 38-3790 0 0,62-34 1801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58:46.4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68 24,'-1'-7'1059,"0"-1"-1,0 0 1,1 0 0,0 0-1,1-9 1,0 6 2574,-3 42-2547,-31 449 3617,28-394-4221,-7 526 1325,18-545-1968,0-7-1690,-9-26-5298,7-58 3768,-3 0 260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47.0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49 252 0 0,'-1'-9'1030'0'0,"-1"-19"1527"0"0,2 27-2501 0 0,0 1 1 0 0,0-1-1 0 0,0 1 0 0 0,0-1 0 0 0,0 1 1 0 0,0-1-1 0 0,1 1 0 0 0,-1-1 0 0 0,0 1 1 0 0,0 0-1 0 0,0-1 0 0 0,1 1 0 0 0,-1-1 1 0 0,0 1-1 0 0,1 0 0 0 0,-1-1 0 0 0,0 1 1 0 0,1 0-1 0 0,-1-1 0 0 0,0 1 0 0 0,1 0 1 0 0,-1-1-1 0 0,1 1 0 0 0,-1 0 0 0 0,0 0 0 0 0,1 0 1 0 0,-1-1-1 0 0,1 1 0 0 0,-1 0 0 0 0,1 0 1 0 0,-1 0-1 0 0,1 0 0 0 0,-1 0 0 0 0,0 0 1 0 0,1 0-1 0 0,-1 0 0 0 0,1 0 0 0 0,-1 0 1 0 0,1 0-1 0 0,-1 0 0 0 0,1 0 0 0 0,-1 0 1 0 0,1 1-1 0 0,-1-1 0 0 0,1 0 0 0 0,-1 0 1 0 0,0 0-1 0 0,1 1 0 0 0,0-1 0 0 0,33 17 899 0 0,39 24 1 0 0,10 6-138 0 0,332 122 1317 0 0,-176-80-1460 0 0,-113-40-405 0 0,-52-23-91 0 0,-1 4 1 0 0,85 48 0 0 0,-91-47 706 0 0,-66-30-698 0 0,-36 22 256 0 0,-254 152 30 0 0,132-73-227 0 0,-61 51 87 0 0,57-37-81 0 0,-17 20 99 0 0,61-43-132 0 0,18-6 90 0 0,53-45-191 0 0,45-41-237 0 0,2-8-1644 0 0,0 0 1306 0 0,0 0 0 0 0,0 0 0 0 0,1 0 0 0 0,0 0 0 0 0,5-10 0 0 0,8-32-6284 0 0,-10 27 3662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47.4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 1024 0 0,'0'0'6730'0'0,"4"0"-6235"0"0,6 0-300 0 0,146-2 2357 0 0,-51-6-3984 0 0,-89 11 159 0 0,-3 0-3298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47.8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98 1 8 0 0,'-14'22'8020'0'0,"15"29"-5523"0"0,0-21-1990 0 0,-1-1 0 0 0,-1 1 0 0 0,-2-1 0 0 0,-7 35 1 0 0,9-57-800 0 0,-20 62-484 0 0,3-36-1313 0 0,17-31 1598 0 0,-1 0-1 0 0,0 0 1 0 0,1-1 0 0 0,-1 1 0 0 0,0 0-1 0 0,0-1 1 0 0,0 1 0 0 0,0-1 0 0 0,0 0 0 0 0,-4 3-1 0 0,-2-1-2040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58:48.1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37 460,'32'-7'8138,"45"1"-8030,-31 2 496,-2 0-775,22-2-904,-24-2-3314,-33 6 2318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58:48.5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661 26 300,'-30'-25'8968,"2"29"-7773,-176 57 719,-75 27-1185,181-49-466,98-39-260,-1 1-1,1-1 1,-1 1-1,0-1 0,1 1 1,-1-1-1,1 1 1,0-1-1,-1 1 1,1 0-1,-1-1 1,1 1-1,0-1 1,-1 1-1,1 0 0,0 0 1,0-1-1,0 1 1,-1 0-1,1-1 1,0 1-1,0 0 1,0 0-1,0-1 1,0 1-1,0 0 0,1 0 1,-1-1-1,0 1 1,0 0-1,1 1 1,10 25 153,-8-22-97,8 24 153,-1 0-1,-1 1 1,-2 0-1,0 0 0,-2 1 1,1 50-1,-11 192 423,2-234-584,-28 282 420,7-111-149,14-134-235,6-47-179,0 0 0,1 1 0,3 41 0,3-54 373,1-5-3287,0-10 1414,-4-1 1460,1-1 1,-1 0-1,1 0 0,-1 0 0,0 0 1,1 0-1,-1 0 0,0 0 0,1 0 1,-1 0-1,1 0 0,-1 0 1,0 0-1,1-1 0,-1 1 0,0 0 1,1 0-1,-1 0 0,0 0 0,1-1 1,-1 1-1,3-5-1991,-3 5 1992,0 0-1,0-1 0,1 1 0,-1 0 1,0-1-1,0 1 0,-1-1 1,5-10-3191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58:48.8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73 1 408,'-15'8'982,"10"-6"-522,-1 1 0,1 0 0,0 0-1,0 0 1,0 1 0,0-1 0,0 1 0,1 0-1,0 1 1,-5 5 0,39-6 1197,157-29-520,28-2-6639,-184 26 3398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6:58:49.2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93 760,'-34'29'5249,"52"-25"-4023,-8-4-978,1 0 0,0-1 0,-1-1 0,1 1 0,0-2 0,12-4 0,31-5 48,105-20-2179,-122 24-113,-36 8 1630,-15 9 2185,66-23-2276,101-15 0,-63 14-2264,-32 5 919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50.2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1642 73 132 0 0,'-1'-50'5609'0'0,"0"48"-5412"0"0,-1 0 1 0 0,0 0 0 0 0,0 0-1 0 0,1 1 1 0 0,-1-1 0 0 0,0 1-1 0 0,-1-1 1 0 0,1 1 0 0 0,0 0 0 0 0,0 0-1 0 0,-1 0 1 0 0,1 0 0 0 0,0 0-1 0 0,-1 0 1 0 0,1 1 0 0 0,-1-1 0 0 0,1 1-1 0 0,-1 0 1 0 0,1 0 0 0 0,-1 0-1 0 0,1 0 1 0 0,-4 0 0 0 0,-69 10 1250 0 0,45-5-669 0 0,-170 19 1132 0 0,-1-10 0 0 0,-255-13 0 0 0,1-25 368 0 0,438 23-2206 0 0,-83-9 526 0 0,99 10-542 0 0,0 0-54 0 0,0-1 0 0 0,0 1 0 0 0,0-1 1 0 0,0 1-1 0 0,0-1 0 0 0,0 1 0 0 0,0 0 0 0 0,-1-1 0 0 0,1 1 0 0 0,0 0 0 0 0,0 0 1 0 0,0 0-1 0 0,0 0 0 0 0,0 0 0 0 0,0 0 0 0 0,0 0 0 0 0,-1 1 0 0 0,1-1 1 0 0,0 0-1 0 0,0 0 0 0 0,-1 1 0 0 0,-23 5-63 0 0,24-6 34 0 0,31 16-10489 0 0,-19-16 6457 0 0,-1 0 308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51.5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1542 13 524 0 0,'12'-12'6433'0'0,"0"40"-5712"0"0,-1 0 1 0 0,-2 1-1 0 0,0 0 0 0 0,-2 1 0 0 0,3 31 0 0 0,2 16 4 0 0,17 106 1638 0 0,7 214-1 0 0,-34-127-454 0 0,-2 16 31 0 0,16-97-490 0 0,-7-113-874 0 0,-7-54-317 0 0,2 0 0 0 0,0 0 0 0 0,9 25 0 0 0,-9-38-116 0 0,-4-9-125 0 0,1 1-1 0 0,-1-1 1 0 0,1 1 0 0 0,-1-1 0 0 0,1 1 0 0 0,-1 0 0 0 0,0-1 0 0 0,1 1 0 0 0,-1 0-1 0 0,0-1 1 0 0,1 1 0 0 0,-1 0 0 0 0,0-1 0 0 0,0 1 0 0 0,0 0 0 0 0,0 0 0 0 0,0-1 0 0 0,0 1-1 0 0,0 0 1 0 0,0 0 0 0 0,0-1 0 0 0,0 1 0 0 0,0 0 0 0 0,0 0 0 0 0,0-1 0 0 0,-1 1-1 0 0,1 0 1 0 0,0-1 0 0 0,0 1 0 0 0,-1 0 0 0 0,1-1 0 0 0,-1 1 0 0 0,1 0 0 0 0,0-1-1 0 0,-1 1 1 0 0,1-1 0 0 0,-1 1 0 0 0,0-1 0 0 0,1 1 0 0 0,-1-1 0 0 0,-1 1 0 0 0,1 0 62 0 0,-2-3-66 0 0,0 0-13 0 0,0 0 0 0 0,0 0-1 0 0,0 0 1 0 0,0 1 0 0 0,0-1-1 0 0,-1 1 1 0 0,1 0 0 0 0,-1 0 0 0 0,1 0-1 0 0,-1 0 1 0 0,1 1 0 0 0,-1-1-1 0 0,0 1 1 0 0,1 0 0 0 0,-1 0-1 0 0,1 0 1 0 0,-8 2 0 0 0,-4 0 6 0 0,-514 31-101 0 0,6 41-336 0 0,169-22 159 0 0,139-25 72 0 0,214-27 80 0 0,-1 1-1 0 0,1-1 0 0 0,0 0 0 0 0,0 1 1 0 0,0-1-1 0 0,0 0 0 0 0,-1 0 0 0 0,1 0 1 0 0,0 0-1 0 0,0 0 0 0 0,0 0 0 0 0,-1 0 0 0 0,1-1 1 0 0,0 1-1 0 0,0 0 0 0 0,0-1 0 0 0,0 1 1 0 0,0 0-1 0 0,-1-1 0 0 0,1 0 0 0 0,0 1 1 0 0,0-1-1 0 0,0 1 0 0 0,0-1 0 0 0,0-1 0 0 0,1 1-281 0 0,0-1-1 0 0,0 0 0 0 0,0 1 0 0 0,0-1 0 0 0,1 1 0 0 0,-1-1 0 0 0,1 0 0 0 0,-1 1 1 0 0,1-1-1 0 0,0 1 0 0 0,-1 0 0 0 0,1-1 0 0 0,1-1 0 0 0,8-17-6788 0 0,-4 8 2911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53.0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1 176 8 0 0,'0'9'9512'0'0,"0"-9"-9372"0"0,29 7 2049 0 0,37-2-2002 0 0,250-6 1896 0 0,-228 3-1577 0 0,-86-2-456 0 0,18-4 2277 0 0,-19 3-2184 0 0,1-42 201 0 0,1 0 0 0 0,12-51 0 0 0,-15 93-349 0 0,0 1 1 0 0,0 0-1 0 0,0-1 1 0 0,0 1-1 0 0,0-1 0 0 0,0 1 1 0 0,0-1-1 0 0,0 1 1 0 0,0-1-1 0 0,0 1 1 0 0,1 0-1 0 0,-1-1 0 0 0,0 1 1 0 0,0-1-1 0 0,0 1 1 0 0,0-1-1 0 0,1 1 0 0 0,-1 0 1 0 0,0-1-1 0 0,0 1 1 0 0,1 0-1 0 0,-1-1 1 0 0,0 1-1 0 0,1 0 0 0 0,-1-1 1 0 0,0 1-1 0 0,1 0 1 0 0,-1 0-1 0 0,1 0 0 0 0,-1-1 1 0 0,0 1-1 0 0,1 0 1 0 0,-1 0-1 0 0,1 0 0 0 0,-1 0 1 0 0,1-1-1 0 0,-1 1 1 0 0,0 0-1 0 0,1 0 1 0 0,15 15-86 0 0,15 40 52 0 0,-28-48 33 0 0,21 45-14 0 0,-19-38 19 0 0,1 0 1 0 0,0-1 0 0 0,1 1-1 0 0,1-2 1 0 0,0 1-1 0 0,0-1 1 0 0,15 15-1 0 0,-22-26 4 0 0,0 0 0 0 0,0 0 0 0 0,1 0 0 0 0,-1 0 0 0 0,1 0 0 0 0,-1 0 0 0 0,1 0 0 0 0,-1 0 0 0 0,1-1 0 0 0,-1 1 0 0 0,1-1 0 0 0,0 1 0 0 0,-1-1 0 0 0,1 0 1 0 0,0 1-1 0 0,0-1 0 0 0,-1 0 0 0 0,1 0 0 0 0,0 0 0 0 0,-1 0 0 0 0,1-1 0 0 0,3 0 0 0 0,-2 0 0 0 0,0 0 0 0 0,1-1-1 0 0,-1 0 1 0 0,0 0 0 0 0,0 0 0 0 0,1 0 0 0 0,-2 0 0 0 0,1-1 0 0 0,0 1 0 0 0,2-4 0 0 0,7-9-52 0 0,-1 0 1 0 0,0 0-1 0 0,11-23 0 0 0,-18 30-13 0 0,9-15-40 0 0,-6 14 22 0 0,-2-1 0 0 0,1 0 1 0 0,-1-1-1 0 0,7-21 1 0 0,-12 32 69 0 0,0 0 1 0 0,0 0 0 0 0,0-1 0 0 0,0 1 0 0 0,0 0 0 0 0,0-1 0 0 0,0 1 0 0 0,0 0 0 0 0,0 0 0 0 0,0-1-1 0 0,0 1 1 0 0,1 0 0 0 0,-1-1 0 0 0,0 1 0 0 0,0 0 0 0 0,0 0 0 0 0,0-1 0 0 0,0 1 0 0 0,1 0-1 0 0,-1 0 1 0 0,0 0 0 0 0,0-1 0 0 0,0 1 0 0 0,1 0 0 0 0,-1 0 0 0 0,0 0 0 0 0,0 0 0 0 0,1-1 0 0 0,-1 1-1 0 0,0 0 1 0 0,0 0 0 0 0,1 0 0 0 0,-1 0 0 0 0,0 0 0 0 0,1 0 0 0 0,-1 0 0 0 0,0 0 0 0 0,0 0-1 0 0,1 0 1 0 0,-1 0 0 0 0,0 0 0 0 0,1 0 0 0 0,-1 0 0 0 0,13 12-160 0 0,15 32 46 0 0,-22-32 19 0 0,7 9 25 0 0,-11-17 67 0 0,-1-1 1 0 0,1 1-1 0 0,0 0 0 0 0,0-1 1 0 0,1 1-1 0 0,-1-1 1 0 0,1 0-1 0 0,-1 1 0 0 0,1-1 1 0 0,0-1-1 0 0,0 1 1 0 0,1 0-1 0 0,-1-1 0 0 0,0 1 1 0 0,1-1-1 0 0,0 0 0 0 0,5 2 1 0 0,-7-4 6 0 0,0 0-4 0 0,77-15-87 0 0,-35 4-126 0 0,-17 6 46 0 0,1 0 0 0 0,0 2 0 0 0,0 1 0 0 0,0 2-1 0 0,0 0 1 0 0,32 6 0 0 0,-8 0 82 0 0,0-2-1 0 0,0-2 1 0 0,0-3 0 0 0,0-1-1 0 0,78-15 1 0 0,75-13-23 0 0,-202 30 117 0 0,-1 0 0 0 0,8 0 10 0 0,10-2 854 0 0,-15 1-2932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53.6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68 976 0 0,'6'11'6482'0'0,"19"38"-4463"0"0,3 9-636 0 0,-16-32-340 0 0,1 0 0 0 0,25 37 0 0 0,-38-62-1000 0 0,0-1 0 0 0,1 1 0 0 0,-1-1 0 0 0,0 0 0 0 0,0 1 0 0 0,1-1 0 0 0,-1 0 0 0 0,0 0 0 0 0,1 1 0 0 0,-1-1 0 0 0,0 0 0 0 0,1 0 0 0 0,-1 1 0 0 0,1-1 0 0 0,-1 0 0 0 0,0 0 0 0 0,1 0 0 0 0,-1 0 0 0 0,1 0 0 0 0,-1 1 0 0 0,0-1 0 0 0,1 0 0 0 0,-1 0 1 0 0,1 0-1 0 0,-1 0 0 0 0,1 0 0 0 0,-1 0 0 0 0,0 0 0 0 0,1-1 0 0 0,-1 1 0 0 0,1 0 0 0 0,-1 0 0 0 0,1 0 0 0 0,13-14 540 0 0,8-29-411 0 0,-19 36-4 0 0,5-11-296 0 0,-1 0 1 0 0,-1-1-1 0 0,-1 1 1 0 0,-1-1-1 0 0,0 0 1 0 0,-1-1-1 0 0,-1 1 1 0 0,-1 0 0 0 0,-2-29-1 0 0,-2 33-146 0 0,2 5-1910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54.0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0 608 0 0,'0'0'5531'0'0,"2"4"-4774"0"0,13 24 208 0 0,-1 1 1 0 0,-2 1-1 0 0,-1 0 0 0 0,12 54 1 0 0,-18-57-1414 0 0,-1-1 0 0 0,1 31 0 0 0,-5-36-971 0 0,-1-1 0 0 0,0 0-1 0 0,-6 27 1 0 0,0-21-1227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55.2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6 149 612 0 0,'-5'-3'9159'0'0,"72"-4"-8181"0"0,0 2 0 0 0,76 5 0 0 0,-65 1-546 0 0,21-2 116 0 0,-98 1-533 0 0,1 0 0 0 0,0 0 0 0 0,-1 0 0 0 0,1 0 0 0 0,0 0 0 0 0,-1 0 0 0 0,1-1 0 0 0,-1 1 0 0 0,1-1 0 0 0,-1 1 0 0 0,1-1 0 0 0,-1 0 0 0 0,1 0 0 0 0,-1 1 0 0 0,1-1 0 0 0,-1 0 0 0 0,0 0 0 0 0,1 0 0 0 0,-1-1 0 0 0,1 0 0 0 0,0-1 17 0 0,0 0 0 0 0,-1 0 0 0 0,1 0 0 0 0,-1-1 0 0 0,0 1 0 0 0,0 0 0 0 0,0-1-1 0 0,0 1 1 0 0,0-4 0 0 0,15-34 161 0 0,-3 11-56 0 0,-12 29-146 0 0,1 2-8 0 0,1-1 17 0 0,-1 1-1 0 0,0 0 0 0 0,0 0 1 0 0,1 0-1 0 0,-1 0 1 0 0,0 1-1 0 0,0-1 0 0 0,0 0 1 0 0,0 1-1 0 0,0 0 0 0 0,0-1 1 0 0,-1 1-1 0 0,1 0 0 0 0,-1 0 1 0 0,1 0-1 0 0,1 3 0 0 0,26 43-7 0 0,-25-39 8 0 0,16 28 12 0 0,-14-24-3 0 0,0-1 1 0 0,0 0 0 0 0,1 0 0 0 0,1 0 0 0 0,0-1 0 0 0,13 13 0 0 0,-20-24 17 0 0,1 0-20 0 0,0 0-1 0 0,0-1 1 0 0,1 0 0 0 0,-1 1 0 0 0,0-1-1 0 0,0 0 1 0 0,0 0 0 0 0,0 0-1 0 0,0 0 1 0 0,0-1 0 0 0,0 1-1 0 0,0 0 1 0 0,-1-1 0 0 0,1 0 0 0 0,0 1-1 0 0,-1-1 1 0 0,0 0 0 0 0,1 0-1 0 0,-1 1 1 0 0,0-1 0 0 0,2-4 0 0 0,24-57 30 0 0,-11 26-8 0 0,-15 33-34 0 0,2 0 0 0 0,-1 1 0 0 0,0-1 0 0 0,1 1 1 0 0,-1 0-1 0 0,1-1 0 0 0,0 1 0 0 0,4-4 0 0 0,-5 7-44 0 0,26 18-159 0 0,35 66-248 0 0,-61-81 434 0 0,0 0 0 0 0,0 1 0 0 0,0-1 1 0 0,0 0-1 0 0,0 0 0 0 0,1-1 1 0 0,-1 1-1 0 0,1 0 0 0 0,0-1 1 0 0,0 1-1 0 0,0-1 0 0 0,0 0 0 0 0,0 0 1 0 0,1 0-1 0 0,-1-1 0 0 0,0 1 1 0 0,1-1-1 0 0,-1 0 0 0 0,1 0 0 0 0,0 0 1 0 0,-1 0-1 0 0,1 0 0 0 0,0-1 1 0 0,0 0-1 0 0,-1 0 0 0 0,1 0 0 0 0,7-1 1 0 0,-1-2 1 0 0,0-1 1 0 0,-1 0-1 0 0,1 0 0 0 0,-1-1 1 0 0,0 0-1 0 0,0-1 1 0 0,0 0-1 0 0,14-13 1 0 0,-3 2-4 0 0,1-2-5 0 0,1 1 0 0 0,1 2 0 0 0,41-24 0 0 0,-57 37 22 0 0,1-1 0 0 0,-1 1 0 0 0,1 0 0 0 0,0 1 0 0 0,0 0 0 0 0,0 0 0 0 0,1 1 0 0 0,-1 0 0 0 0,0 0 0 0 0,1 1 0 0 0,-1 0 0 0 0,0 1 0 0 0,1 0 0 0 0,-1 0 0 0 0,0 0 0 0 0,0 1 0 0 0,8 3 0 0 0,6 2 14 0 0,-1-1 0 0 0,1-1 0 0 0,0-1 0 0 0,1-1 0 0 0,-1-1 0 0 0,0-1 0 0 0,33-3 0 0 0,13-5-69 0 0,72-17-1 0 0,-66 9-42 0 0,-3-2-587 0 0,-70 16 471 0 0,7 1 171 0 0,-4 0-665 0 0,-30 4-6295 0 0,9-2 4593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55.8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82 360 0 0,'1'-2'225'0'0,"0"2"-1"0"0,0-1 1 0 0,1 0 0 0 0,-1 0-1 0 0,0 0 1 0 0,1 1-1 0 0,-1-1 1 0 0,1 0 0 0 0,-1 1-1 0 0,1 0 1 0 0,-1-1 0 0 0,1 1-1 0 0,-1 0 1 0 0,1 0 0 0 0,-1-1-1 0 0,1 1 1 0 0,0 0-1 0 0,-1 1 1 0 0,1-1 0 0 0,-1 0-1 0 0,1 0 1 0 0,1 1 0 0 0,2 1 21 0 0,-1 0 0 0 0,1 0-1 0 0,-1 0 1 0 0,0 0 0 0 0,1 1 0 0 0,-1 0 0 0 0,4 4 0 0 0,5 4 179 0 0,0 2-1 0 0,-1 0 1 0 0,12 16-1 0 0,28 42 1097 0 0,-16-20 220 0 0,50 53 0 0 0,-86-103-1676 0 0,0-1 0 0 0,1 1 0 0 0,-1-1 1 0 0,1 1-1 0 0,-1-1 0 0 0,1 1 0 0 0,-1-1 0 0 0,1 1 0 0 0,-1-1 0 0 0,1 0 0 0 0,0 1 0 0 0,-1-1 0 0 0,1 0 0 0 0,-1 0 0 0 0,1 1 0 0 0,0-1 0 0 0,-1 0 0 0 0,1 0 0 0 0,0 0 0 0 0,-1 0 0 0 0,1 0 0 0 0,0 0 1 0 0,-1 0-1 0 0,1 0 0 0 0,0 0 0 0 0,-1 0 0 0 0,1 0 0 0 0,0 0 0 0 0,-1 0 0 0 0,1-1 0 0 0,0 1 0 0 0,-1 0 0 0 0,1 0 0 0 0,-1-1 0 0 0,2 1 0 0 0,15-26 827 0 0,2-44-431 0 0,-18 68-386 0 0,14-89-116 0 0,-9 54-1066 0 0,0 0 1 0 0,20-58 0 0 0,-25 93 871 0 0,-1 0 0 0 0,1 0 0 0 0,0 0 1 0 0,1 0-1 0 0,-1 0 0 0 0,0 0 1 0 0,1 0-1 0 0,-1 1 0 0 0,1-1 0 0 0,-1 0 1 0 0,1 1-1 0 0,0-1 0 0 0,3-1 0 0 0,10-3-5498 0 0,-5 4 2588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56.1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1 700 0 0,'0'0'761'0'0,"17"-1"2526"0"0,-13 4-3164 0 0,0 1-1 0 0,0-1 1 0 0,0 1 0 0 0,-1 0 0 0 0,0 0 0 0 0,1 0 0 0 0,-1 0-1 0 0,-1 0 1 0 0,1 1 0 0 0,-1-1 0 0 0,1 1 0 0 0,-1 0 0 0 0,-1 0-1 0 0,1 0 1 0 0,-1 0 0 0 0,0 0 0 0 0,0 0 0 0 0,0 0-1 0 0,0 0 1 0 0,-1 0 0 0 0,0 1 0 0 0,0-1 0 0 0,-2 7 0 0 0,0 5 126 0 0,0 0 0 0 0,-1 0 0 0 0,-1 0 0 0 0,-1 0 1 0 0,-10 24-1 0 0,13-35-164 0 0,0-3-9 0 0,0 1 0 0 0,1-1 0 0 0,0 1 0 0 0,0-1 0 0 0,0 1 0 0 0,0-1 0 0 0,0 1 0 0 0,0 4 0 0 0,1-7-65 0 0,1 0 0 0 0,-1 0 1 0 0,1-1-1 0 0,-1 1 0 0 0,1 0 0 0 0,-1 0 0 0 0,1 0 1 0 0,-1-1-1 0 0,1 1 0 0 0,-1 0 0 0 0,1-1 0 0 0,0 1 1 0 0,0 0-1 0 0,-1-1 0 0 0,1 1 0 0 0,0-1 0 0 0,0 1 1 0 0,0-1-1 0 0,-1 1 0 0 0,1-1 0 0 0,0 0 0 0 0,0 1 1 0 0,0-1-1 0 0,0 0 0 0 0,0 0 0 0 0,0 0 0 0 0,0 0 0 0 0,0 0 1 0 0,0 0-1 0 0,0 0 0 0 0,0 0 0 0 0,0 0 0 0 0,-1 0 1 0 0,1 0-1 0 0,0 0 0 0 0,2-1 0 0 0,38-4-651 0 0,51-11 0 0 0,-35 4-2646 0 0,-39 8 1448 0 0,0-1-396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57.2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6 226 472 0 0,'-6'-4'7801'0'0,"238"-24"-4409"0"0,-8-2-2252 0 0,-216 29-1163 0 0,-5 1 87 0 0,0 0-1 0 0,1 0 0 0 0,-1 0 1 0 0,0-1-1 0 0,0 1 0 0 0,0-1 1 0 0,0 0-1 0 0,0 0 0 0 0,5-3 0 0 0,-6 3-29 0 0,-1-1 0 0 0,0 1 0 0 0,0-1-1 0 0,1 1 1 0 0,-1-1 0 0 0,0 0 0 0 0,-1 1 0 0 0,1-1-1 0 0,0 0 1 0 0,0 0 0 0 0,-1 0 0 0 0,1 0-1 0 0,-1 1 1 0 0,0-1 0 0 0,1 0 0 0 0,-1 0 0 0 0,0 0-1 0 0,0 0 1 0 0,0 0 0 0 0,-1-2 0 0 0,11-56 396 0 0,-4 30-300 0 0,-5 28-129 0 0,-1 1 1 0 0,0-1 0 0 0,1 1 0 0 0,0-1 0 0 0,-1 1-1 0 0,1 0 1 0 0,0-1 0 0 0,0 1 0 0 0,0 0 0 0 0,-1-1-1 0 0,1 1 1 0 0,1 0 0 0 0,-1 0 0 0 0,0 0 0 0 0,0 0-1 0 0,0 0 1 0 0,1 0 0 0 0,2-1 0 0 0,-3 2 0 0 0,22 14-31 0 0,1 23-15 0 0,36 45 50 0 0,-59-81 2 0 0,0 0 0 0 0,0 1 0 0 0,0-1 0 0 0,0 0 0 0 0,0 0 0 0 0,1 0 0 0 0,-1 0 0 0 0,0 0 0 0 0,1 0 0 0 0,-1 0 0 0 0,1 0 0 0 0,-1 0 0 0 0,1-1 0 0 0,0 1 0 0 0,-1 0 0 0 0,4 0 0 0 0,-3-2 0 0 0,0 1 1 0 0,1-1 0 0 0,-1 1-1 0 0,0-1 1 0 0,0 0-1 0 0,0 0 1 0 0,0 0 0 0 0,0 0-1 0 0,0 0 1 0 0,0 0-1 0 0,0-1 1 0 0,-1 1 0 0 0,1-1-1 0 0,2-2 1 0 0,77-76 85 0 0,-79 79-105 0 0,0 0 0 0 0,0 0 0 0 0,0 0 0 0 0,0 1 0 0 0,0-1 0 0 0,0 1 0 0 0,0-1 0 0 0,0 1 0 0 0,0 0 0 0 0,0 0 0 0 0,0 0 0 0 0,0 0-1 0 0,0 0 1 0 0,0 1 0 0 0,0-1 0 0 0,1 0 0 0 0,-1 1 0 0 0,0 0 0 0 0,3 1 0 0 0,41 18-184 0 0,-43-19 185 0 0,26 11-9 0 0,-1-2 0 0 0,1-1 0 0 0,1-1 1 0 0,-1-1-1 0 0,40 3 0 0 0,-51-9 23 0 0,0 0-1 0 0,0-1 1 0 0,0-1 0 0 0,0-1-1 0 0,34-7 1 0 0,80-33 48 0 0,-99 29-43 0 0,0 2 1 0 0,1 1-1 0 0,58-9 0 0 0,8 10-1894 0 0,-99 9 1808 0 0,-1 0-1 0 0,0 0 1 0 0,1 0-1 0 0,-1 0 0 0 0,1 0 1 0 0,-1 0-1 0 0,1 1 1 0 0,-1-1-1 0 0,0 0 0 0 0,1 0 1 0 0,-1 0-1 0 0,0 0 1 0 0,1 1-1 0 0,-1-1 0 0 0,1 0 1 0 0,-1 0-1 0 0,0 1 1 0 0,1-1-1 0 0,-1 0 0 0 0,0 0 1 0 0,0 1-1 0 0,1-1 1 0 0,-1 0-1 0 0,0 1 0 0 0,0-1 1 0 0,1 1-1 0 0,-1-1 1 0 0,0 0-1 0 0,0 1 0 0 0,0-1 1 0 0,0 0-1 0 0,0 1 1 0 0,1-1-1 0 0,-1 1 0 0 0,0-1 1 0 0,0 1-1 0 0,0-1 1 0 0,0 0-1 0 0,0 1 0 0 0,0-1 1 0 0,-1 1-1 0 0,1 0-129 0 0,0-1 0 0 0,0 1 0 0 0,-1-1 0 0 0,1 1 0 0 0,0-1 0 0 0,-10 6-3726 0 0,-5-3 1531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57.7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10 139 776 0 0,'-10'-16'8435'0'0,"22"33"-7929"0"0,0-1 1 0 0,1 0-1 0 0,0 0 1 0 0,2-2-1 0 0,0 1 1 0 0,0-2-1 0 0,23 15 1 0 0,-36-26-431 0 0,1 0 1 0 0,0 0-1 0 0,-1 0 1 0 0,1 0 0 0 0,0 0-1 0 0,0-1 1 0 0,0 0-1 0 0,1 1 1 0 0,-1-1 0 0 0,0 0-1 0 0,0 0 1 0 0,1-1-1 0 0,-1 1 1 0 0,0-1 0 0 0,1 0-1 0 0,-1 0 1 0 0,1 0-1 0 0,-1 0 1 0 0,0 0 0 0 0,1-1-1 0 0,3 0 1 0 0,-3-2-9 0 0,0 1 1 0 0,0 0 0 0 0,0-1 0 0 0,0 0-1 0 0,0 0 1 0 0,-1 0 0 0 0,1-1-1 0 0,-1 1 1 0 0,0-1 0 0 0,0 0-1 0 0,0 0 1 0 0,-1 0 0 0 0,1 0-1 0 0,2-8 1 0 0,1-3-259 0 0,0 0-1 0 0,-1 0 0 0 0,-1-1 1 0 0,-1 0-1 0 0,0 0 0 0 0,-1 0 1 0 0,0-22-1 0 0,4-22-2746 0 0,0 49 1503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58.1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17 504 0 0,'0'0'773'0'0,"16"-15"2514"0"0,-15 15-3245 0 0,1-1 0 0 0,-1 1 1 0 0,1 0-1 0 0,-1 0 0 0 0,1 0 1 0 0,0 0-1 0 0,-1 0 0 0 0,1 0 1 0 0,-1 1-1 0 0,1-1 0 0 0,-1 0 1 0 0,1 1-1 0 0,-1-1 0 0 0,1 1 1 0 0,-1-1-1 0 0,0 1 0 0 0,1 0 1 0 0,-1 0-1 0 0,0 0 0 0 0,0 0 1 0 0,1 0-1 0 0,-1 0 0 0 0,0 0 1 0 0,0 0-1 0 0,0 0 0 0 0,0 0 1 0 0,0 0-1 0 0,0 1 0 0 0,-1-1 1 0 0,1 0-1 0 0,1 2 0 0 0,-2 0-43 0 0,1-1-1 0 0,0 1 1 0 0,-1 0-1 0 0,0-1 1 0 0,0 1 0 0 0,1 0-1 0 0,-2-1 1 0 0,1 1-1 0 0,0 0 1 0 0,0-1-1 0 0,-1 1 1 0 0,1-1-1 0 0,-1 1 1 0 0,0-1-1 0 0,0 1 1 0 0,0-1-1 0 0,0 1 1 0 0,-3 3 0 0 0,-29 37 75 0 0,25-36-64 0 0,1 1 1 0 0,1 1-1 0 0,0-1 0 0 0,0 1 1 0 0,-7 14-1 0 0,13-22 1 0 0,0-1 1 0 0,0 1-1 0 0,0-1 0 0 0,0 1 0 0 0,-1 0 0 0 0,1-1 1 0 0,0 1-1 0 0,0-1 0 0 0,0 1 0 0 0,0 0 0 0 0,0-1 0 0 0,1 1 1 0 0,-1-1-1 0 0,0 1 0 0 0,0 0 0 0 0,0-1 0 0 0,0 1 1 0 0,1-1-1 0 0,-1 1 0 0 0,0-1 0 0 0,1 1 0 0 0,-1-1 0 0 0,0 1 1 0 0,1-1-1 0 0,-1 1 0 0 0,1-1 0 0 0,-1 1 0 0 0,0-1 1 0 0,1 0-1 0 0,-1 1 0 0 0,1-1 0 0 0,-1 0 0 0 0,1 1 0 0 0,0-1 1 0 0,-1 0-1 0 0,1 0 0 0 0,-1 1 0 0 0,1-1 0 0 0,-1 0 1 0 0,1 0-1 0 0,0 0 0 0 0,-1 0 0 0 0,1 0 0 0 0,0 0 1 0 0,37 2 222 0 0,-21-1-150 0 0,-14-1-71 0 0,0 0-1 0 0,-1 1 1 0 0,1-1 0 0 0,0 1-1 0 0,-1 0 1 0 0,1 0-1 0 0,-1 0 1 0 0,1 0-1 0 0,-1 0 1 0 0,0 1-1 0 0,1-1 1 0 0,-1 1 0 0 0,0-1-1 0 0,0 1 1 0 0,0 0-1 0 0,0 0 1 0 0,0 0-1 0 0,-1 0 1 0 0,3 3 0 0 0,-4-3-45 0 0,1 1 1 0 0,-1-1 0 0 0,0 1 0 0 0,0-1-1 0 0,0 0 1 0 0,0 1 0 0 0,-1-1 0 0 0,1 1-1 0 0,-1-1 1 0 0,1 1 0 0 0,-1-1 0 0 0,0 0-1 0 0,0 0 1 0 0,0 1 0 0 0,0-1 0 0 0,0 0-1 0 0,-1 0 1 0 0,1 0 0 0 0,-1 0 0 0 0,1 0 0 0 0,-3 2-1 0 0,-34 36-3574 0 0,29-34 2023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59.0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17 258 740 0 0,'-2'-3'329'0'0,"0"0"1"0"0,0 0-1 0 0,0-1 0 0 0,1 1 0 0 0,-1 0 1 0 0,1-1-1 0 0,0 1 0 0 0,0 0 0 0 0,0-1 1 0 0,1 1-1 0 0,-1-1 0 0 0,1 0 0 0 0,0 1 1 0 0,0-1-1 0 0,0 1 0 0 0,0-1 0 0 0,1 1 1 0 0,0-1-1 0 0,-1 1 0 0 0,1-1 0 0 0,3-5 1 0 0,1-12 702 0 0,2 0 0 0 0,12-25 0 0 0,-13 31-651 0 0,-3 7-47 0 0,1 0-1 0 0,0-1 1 0 0,0 2 0 0 0,0-1-1 0 0,12-13 1 0 0,-15 19-302 0 0,0 1 0 0 0,0 0 0 0 0,0 0 0 0 0,0 0 0 0 0,1 1 0 0 0,-1-1 0 0 0,0 0 0 0 0,1 0 0 0 0,-1 1 0 0 0,1-1 0 0 0,-1 0 0 0 0,1 1 0 0 0,-1 0 0 0 0,1-1 0 0 0,-1 1 0 0 0,1 0 0 0 0,0 0 0 0 0,-1 0 0 0 0,1 0 0 0 0,-1 0 0 0 0,1 0 0 0 0,-1 0 0 0 0,1 1 0 0 0,-1-1 0 0 0,1 0 0 0 0,-1 1 0 0 0,1-1 0 0 0,-1 1 0 0 0,1 0 0 0 0,-1-1 0 0 0,0 1 0 0 0,1 0 0 0 0,-1 0 0 0 0,0 0 0 0 0,1 0 0 0 0,-1 0 0 0 0,0 0 0 0 0,0 0 0 0 0,0 1 0 0 0,1 1 0 0 0,7 8 39 0 0,0 1 0 0 0,-1-1 0 0 0,-1 1 0 0 0,0 1 0 0 0,-1 0 1 0 0,0 0-1 0 0,8 27 0 0 0,12 25 70 0 0,-21-52-89 0 0,-5-11-37 0 0,1 1 0 0 0,-1 0 0 0 0,1-1 1 0 0,0 1-1 0 0,0-1 0 0 0,0 1 0 0 0,0-1 1 0 0,1 0-1 0 0,-1 1 0 0 0,1-1 0 0 0,-1 0 0 0 0,1 0 1 0 0,0 0-1 0 0,0 0 0 0 0,0 0 0 0 0,0 0 1 0 0,0-1-1 0 0,3 3 0 0 0,-2-5-5 0 0,0 1 1 0 0,0-1-1 0 0,0 0 1 0 0,-1-1-1 0 0,1 1 0 0 0,0 0 1 0 0,-1-1-1 0 0,1 1 0 0 0,-1-1 1 0 0,1 0-1 0 0,-1 0 1 0 0,0 0-1 0 0,0 0 0 0 0,0 0 1 0 0,0 0-1 0 0,3-6 0 0 0,27-41 33 0 0,-17 22-36 0 0,-7 11 13 0 0,0 1 0 0 0,0 1 0 0 0,2-1 0 0 0,0 2 0 0 0,19-22-1 0 0,-27 35-8 0 0,0-1-1 0 0,1 1 0 0 0,-1-1 0 0 0,0 1 0 0 0,0 0 0 0 0,1 0 0 0 0,-1 0 0 0 0,1 0 0 0 0,-1 0 0 0 0,0 1 0 0 0,0-1 0 0 0,1 1 0 0 0,-1 0 0 0 0,0-1 0 0 0,0 1 0 0 0,0 0 0 0 0,1 0 0 0 0,1 2 0 0 0,4 1 12 0 0,7 2 17 0 0,0 1 0 0 0,0 1 1 0 0,19 14-1 0 0,-26-15-54 0 0,1-1-1 0 0,-1-1 1 0 0,1 1-1 0 0,0-2 1 0 0,1 1-1 0 0,-1-1 1 0 0,1 0-1 0 0,-1-1 1 0 0,1-1-1 0 0,0 1 1 0 0,20 1 0 0 0,-27-4-178 0 0,0 0 0 0 0,0 0 1 0 0,0 0-1 0 0,0-1 0 0 0,0 1 1 0 0,-1-1-1 0 0,1 0 0 0 0,0 0 1 0 0,0 0-1 0 0,-1 0 0 0 0,1 0 1 0 0,-1 0-1 0 0,1-1 0 0 0,-1 0 1 0 0,1 1-1 0 0,-1-1 0 0 0,0 0 1 0 0,0 0-1 0 0,0 0 0 0 0,0 0 1 0 0,0 0-1 0 0,0-1 0 0 0,-1 1 1 0 0,1-1-1 0 0,-1 1 0 0 0,2-4 1 0 0,9-12-2734 0 0,2 7 1320 0 0,-5 5 2547 0 0,15 2 137 0 0,0 1 0 0 0,27 1 0 0 0,-11 0-428 0 0,38-2 166 0 0,18-1-525 0 0,114-21 1 0 0,-190 18-2006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8:59.6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79 12 0 0,'-2'-4'8374'0'0,"25"31"-7311"0"0,-1 0-1 0 0,-1 2 1 0 0,-1 0 0 0 0,-2 1-1 0 0,19 41 1 0 0,-2-10 1562 0 0,-34-61-2591 0 0,0-1 0 0 0,0 1 0 0 0,0-1-1 0 0,0 1 1 0 0,0-1 0 0 0,0 1 0 0 0,0-1 0 0 0,0 0 0 0 0,0 0 0 0 0,0 1 0 0 0,0-1-1 0 0,0 0 1 0 0,0 0 0 0 0,0 0 0 0 0,-1 0 0 0 0,1 0 0 0 0,0 0 0 0 0,-1 0 0 0 0,1 0-1 0 0,-1 0 1 0 0,1 0 0 0 0,-1-1 0 0 0,1 1 0 0 0,-1 0 0 0 0,0-2 0 0 0,10-39 216 0 0,-7 26-262 0 0,3-12-426 0 0,3-49 0 0 0,-7 51-935 0 0,1 0-1 0 0,11-45 1 0 0,-3 48-1034 0 0,3 11-3362 0 0,-7 9 2767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00.0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 0 460 0 0,'-1'11'778'0'0,"-1"-1"0"0"0,0 0 0 0 0,-1 0-1 0 0,0 0 1 0 0,-1 0 0 0 0,1 0 0 0 0,-9 13 0 0 0,6-10-255 0 0,0 0 0 0 0,0 1 0 0 0,-3 17 0 0 0,6-20-334 0 0,1 0 0 0 0,1 1-1 0 0,-1-1 1 0 0,2 1 0 0 0,0-1 0 0 0,0 1 0 0 0,1-1 0 0 0,3 15 0 0 0,-3-23-176 0 0,0 0 1 0 0,-1-1-1 0 0,2 1 1 0 0,-1-1-1 0 0,0 0 1 0 0,0 1-1 0 0,1-1 1 0 0,-1 0-1 0 0,1 0 1 0 0,0 0-1 0 0,-1 0 0 0 0,1 0 1 0 0,0 0-1 0 0,0 0 1 0 0,0-1-1 0 0,4 3 1 0 0,-2-3-26 0 0,-1 1 0 0 0,1-1 0 0 0,0 0 0 0 0,-1 0 0 0 0,1-1 0 0 0,0 1 0 0 0,0-1 0 0 0,0 0 0 0 0,0 0 0 0 0,0 0 0 0 0,-1 0 0 0 0,1-1 0 0 0,0 1 0 0 0,6-3 0 0 0,-4 1-18 0 0,0 0 0 0 0,0 0 0 0 0,0-1 0 0 0,0 0 0 0 0,-1 0 0 0 0,1 0 0 0 0,-1-1 0 0 0,0 0 1 0 0,0 0-1 0 0,0 0 0 0 0,-1-1 0 0 0,0 1 0 0 0,0-1 0 0 0,4-6 0 0 0,6-10 139 0 0,-1 0 0 0 0,13-30-1 0 0,-5 10 1316 0 0,-17 41-15 0 0,-2 11-992 0 0,-2 14-16 0 0,-29 134 940 0 0,26-131-1902 0 0,1-1 1 0 0,1 1 0 0 0,5 49-1 0 0,8-26-2371 0 0,-5-23-1775 0 0,-3-11 1607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02.6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52 141 92 0 0,'-6'9'428'0'0,"0"1"0"0"0,0-1 0 0 0,1 1 1 0 0,1 0-1 0 0,-1 1 0 0 0,2-1 0 0 0,-1 1 0 0 0,2-1 0 0 0,-1 1 1 0 0,0 13-1 0 0,1-3 131 0 0,0 0 0 0 0,1 0 0 0 0,2 0 0 0 0,7 30 2970 0 0,-8-51-3423 0 0,3-31 724 0 0,0-43-579 0 0,-3 41-114 0 0,-1-4 32 0 0,6-45 0 0 0,-4 72-154 0 0,0 1-1 0 0,1 0 0 0 0,0-1 1 0 0,1 1-1 0 0,0 0 0 0 0,0 0 1 0 0,1 0-1 0 0,0 1 0 0 0,1-1 1 0 0,5-7-1 0 0,-7 12-25 0 0,1 1 0 0 0,0 0 0 0 0,0 0 1 0 0,0 0-1 0 0,0 0 0 0 0,1 0 0 0 0,-1 1 0 0 0,1 0 0 0 0,-1 0 0 0 0,1 0 0 0 0,0 0 0 0 0,0 1 1 0 0,-1 0-1 0 0,1 0 0 0 0,0 0 0 0 0,0 1 0 0 0,0 0 0 0 0,0 0 0 0 0,1 0 0 0 0,-1 0 0 0 0,5 2 1 0 0,-7-2 5 0 0,0 0 0 0 0,0 1 0 0 0,1-1 0 0 0,-1 1 0 0 0,0 0 0 0 0,0 0 1 0 0,0 0-1 0 0,0 0 0 0 0,0 1 0 0 0,0-1 0 0 0,0 1 0 0 0,0 0 0 0 0,-1 0 0 0 0,1 0 1 0 0,-1 0-1 0 0,1 0 0 0 0,-1 0 0 0 0,0 1 0 0 0,0-1 0 0 0,0 1 0 0 0,0 0 1 0 0,0-1-1 0 0,-1 1 0 0 0,1 0 0 0 0,-1 0 0 0 0,1 0 0 0 0,-1 0 0 0 0,0 0 1 0 0,-1 1-1 0 0,1-1 0 0 0,0 0 0 0 0,-1 5 0 0 0,0-2 5 0 0,-1 1 0 0 0,1-1 1 0 0,-2 1-1 0 0,1-1 0 0 0,-1 0 0 0 0,0 1 0 0 0,0-1 0 0 0,0 0 0 0 0,-1 0 0 0 0,0 0 1 0 0,-1-1-1 0 0,-6 10 0 0 0,-5 3 38 0 0,0-1 0 0 0,-24 21-1 0 0,-2 2 145 0 0,40-39-177 0 0,0-1 1 0 0,0 1-1 0 0,0 0 1 0 0,0 0-1 0 0,1 0 1 0 0,-1 0 0 0 0,0 0-1 0 0,0 0 1 0 0,1 0-1 0 0,-1 0 1 0 0,1 0-1 0 0,-1 0 1 0 0,1 1-1 0 0,-1-1 1 0 0,1 0-1 0 0,0 0 1 0 0,0 0-1 0 0,-1 1 1 0 0,1-1-1 0 0,0 0 1 0 0,0 0 0 0 0,0 0-1 0 0,0 1 1 0 0,1-1-1 0 0,-1 0 1 0 0,0 0-1 0 0,0 0 1 0 0,1 1-1 0 0,-1-1 1 0 0,1 2-1 0 0,1-1 2 0 0,0 0-1 0 0,0 0 0 0 0,1 0 0 0 0,-1 0 0 0 0,0 0 1 0 0,1 0-1 0 0,-1-1 0 0 0,1 1 0 0 0,-1-1 0 0 0,1 0 1 0 0,0 0-1 0 0,3 2 0 0 0,11 2-52 0 0,0-1-1 0 0,0-1 0 0 0,23 3 1 0 0,-27-5-161 0 0,138 7-1502 0 0,-129-9-299 0 0,1 0 0 0 0,32-8 0 0 0,-33 5-474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02.9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0 592 0 0,'0'0'3291'0'0,"-1"26"-1427"0"0,5-11-1390 0 0,-1-1 0 0 0,0 1 0 0 0,0 20 0 0 0,7 35-918 0 0,-8-61-198 0 0,0 0 1 0 0,-1 0-1 0 0,0 0 1 0 0,0 0-1 0 0,-2 19 1 0 0,-1-3-1245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03.4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45 288 0 0,'0'0'2436'0'0,"2"31"1353"0"0,0-22-3566 0 0,-1 0 0 0 0,1-1 0 0 0,-2 1-1 0 0,1 0 1 0 0,-1 0 0 0 0,-1 0 0 0 0,1 0 0 0 0,-2 0-1 0 0,1 0 1 0 0,-1 0 0 0 0,0-1 0 0 0,-1 1 0 0 0,0-1-1 0 0,-8 16 1 0 0,4-5 60 0 0,7-19-265 0 0,0 1 1 0 0,0-1 0 0 0,-1 1 0 0 0,1-1 0 0 0,0 1-1 0 0,0-1 1 0 0,0 1 0 0 0,-1-1 0 0 0,1 1-1 0 0,0-1 1 0 0,0 0 0 0 0,-1 1 0 0 0,1-1 0 0 0,0 0-1 0 0,-1 1 1 0 0,1-1 0 0 0,0 0 0 0 0,-1 1 0 0 0,1-1-1 0 0,-1 0 1 0 0,1 1 0 0 0,0-1 0 0 0,-1 0-1 0 0,1 0 1 0 0,-1 0 0 0 0,1 0 0 0 0,-1 1 0 0 0,1-1-1 0 0,-1 0 1 0 0,1 0 0 0 0,-1 0 0 0 0,1 0 0 0 0,-1 0-1 0 0,1 0 1 0 0,-1 0 0 0 0,1 0 0 0 0,-1 0 0 0 0,1 0-1 0 0,0-1 1 0 0,-1 1 0 0 0,1 0 0 0 0,-1 0-1 0 0,1 0 1 0 0,-1 0 0 0 0,1-1 0 0 0,-1 1 0 0 0,1 0-1 0 0,0-1 1 0 0,-1 1 0 0 0,1 0 0 0 0,0-1 0 0 0,-1 1-1 0 0,1 0 1 0 0,0-1 0 0 0,-1 1 0 0 0,1 0-1 0 0,0-1 1 0 0,0 1 0 0 0,-1-1 0 0 0,1 1 0 0 0,0-1-1 0 0,0 1 1 0 0,0-1 0 0 0,0 1 0 0 0,0-1 0 0 0,0 0-1 0 0,-15-34 148 0 0,12 18-125 0 0,1 0-1 0 0,0 0 1 0 0,2-1 0 0 0,0 1 0 0 0,3-19 0 0 0,-3 32-42 0 0,1 0 1 0 0,-1 0 0 0 0,1 0 0 0 0,1 0 0 0 0,-1 0-1 0 0,0 0 1 0 0,1 1 0 0 0,0-1 0 0 0,0 0 0 0 0,0 1-1 0 0,0 0 1 0 0,1-1 0 0 0,-1 1 0 0 0,1 0 0 0 0,0 0-1 0 0,0 0 1 0 0,0 1 0 0 0,0-1 0 0 0,0 1 0 0 0,1 0-1 0 0,-1-1 1 0 0,1 1 0 0 0,0 1 0 0 0,-1-1 0 0 0,1 1-1 0 0,0-1 1 0 0,5 0 0 0 0,-8 2-2 0 0,1 0-1 0 0,0-1 1 0 0,0 1 0 0 0,-1 0-1 0 0,1 0 1 0 0,0 0-1 0 0,0 1 1 0 0,-1-1 0 0 0,1 0-1 0 0,0 1 1 0 0,0-1-1 0 0,-1 1 1 0 0,1-1 0 0 0,-1 1-1 0 0,1 0 1 0 0,0 0-1 0 0,-1 0 1 0 0,1 0 0 0 0,-1 0-1 0 0,0 0 1 0 0,1 0 0 0 0,-1 0-1 0 0,0 1 1 0 0,0-1-1 0 0,0 0 1 0 0,0 1 0 0 0,0-1-1 0 0,0 1 1 0 0,0-1-1 0 0,0 1 1 0 0,-1 0 0 0 0,1-1-1 0 0,0 3 1 0 0,2 3 2 0 0,-1 0 0 0 0,0 0 0 0 0,-1 0 1 0 0,0 1-1 0 0,0-1 0 0 0,0 11 0 0 0,-3 81-5 0 0,3-98-6 0 0,-1 1 0 0 0,1-1-1 0 0,-1 1 1 0 0,1-1-1 0 0,-1 1 1 0 0,1-1-1 0 0,0 1 1 0 0,0-1 0 0 0,-1 0-1 0 0,1 1 1 0 0,0-1-1 0 0,0 0 1 0 0,1 0-1 0 0,-1 0 1 0 0,0 0 0 0 0,0 0-1 0 0,0 0 1 0 0,1 0-1 0 0,-1 0 1 0 0,0 0-1 0 0,1 0 1 0 0,-1-1-1 0 0,1 1 1 0 0,-1-1 0 0 0,1 1-1 0 0,-1-1 1 0 0,1 1-1 0 0,0-1 1 0 0,-1 0-1 0 0,1 0 1 0 0,-1 0 0 0 0,1 0-1 0 0,0 0 1 0 0,-1 0-1 0 0,2-1 1 0 0,10 0-271 0 0,0 0 0 0 0,-1-1 1 0 0,19-6-1 0 0,-16 4-228 0 0,-4 1-405 0 0,0 0 0 0 0,-1-1 1 0 0,1 0-1 0 0,-1 0 1 0 0,13-9-1 0 0,-9 4-1437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03.7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11 728 0 0,'2'-10'7103'0'0,"0"15"-7000"0"0,1-1 0 0 0,-1 1-1 0 0,-1 0 1 0 0,1 0-1 0 0,0 0 1 0 0,-1 1-1 0 0,0-1 1 0 0,-1 0-1 0 0,1 0 1 0 0,-1 1 0 0 0,0-1-1 0 0,-1 9 1 0 0,-2 2 66 0 0,0 0 0 0 0,-11 29 0 0 0,9-29-89 0 0,2-8-48 0 0,-4 21 101 0 0,8-29-139 0 0,-1 1 1 0 0,0-1-1 0 0,1 1 1 0 0,-1-1-1 0 0,0 1 1 0 0,1-1-1 0 0,-1 1 1 0 0,1-1-1 0 0,-1 0 1 0 0,1 1-1 0 0,-1-1 1 0 0,1 0-1 0 0,-1 1 1 0 0,1-1-1 0 0,0 0 1 0 0,-1 1-1 0 0,1-1 1 0 0,-1 0-1 0 0,1 0 1 0 0,0 0-1 0 0,-1 0 1 0 0,1 0-1 0 0,-1 0 1 0 0,1 0-1 0 0,0 0 1 0 0,-1 0-1 0 0,1 0 1 0 0,0 0-1 0 0,-1 0 1 0 0,1 0-1 0 0,-1 0 1 0 0,1 0-1 0 0,0-1 1 0 0,-1 1 0 0 0,1 0-1 0 0,-1 0 1 0 0,1-1-1 0 0,-1 1 1 0 0,1-1-1 0 0,0 0 1 0 0,102-35-4216 0 0,-91 32 2598 0 0,6-3-541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05.3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20 142 352 0 0,'1'-7'6681'0'0,"4"33"-5834"0"0,-1 0-1 0 0,1 41 0 0 0,1 12 762 0 0,-9-82-1590 0 0,1 0-1 0 0,0 0 1 0 0,1-1-1 0 0,-1 1 0 0 0,1 0 1 0 0,-1-1-1 0 0,1 1 1 0 0,0-1-1 0 0,0 1 1 0 0,1-1-1 0 0,-1-6 0 0 0,0 5 8 0 0,-7-26-41 0 0,3 0-1 0 0,-3-34 0 0 0,7 53-6 0 0,1-1-1 0 0,0 1 0 0 0,1 0 1 0 0,0 0-1 0 0,1-1 1 0 0,1 1-1 0 0,0 0 1 0 0,5-14-1 0 0,-7 24 15 0 0,-1 1-1 0 0,1-1 0 0 0,0 0 1 0 0,0 1-1 0 0,0-1 0 0 0,0 0 1 0 0,0 1-1 0 0,0-1 0 0 0,0 1 1 0 0,1 0-1 0 0,-1-1 0 0 0,0 1 1 0 0,1 0-1 0 0,-1 0 0 0 0,1 0 1 0 0,0 0-1 0 0,-1 0 1 0 0,1 0-1 0 0,0 0 0 0 0,-1 1 1 0 0,1-1-1 0 0,0 1 0 0 0,0-1 1 0 0,0 1-1 0 0,-1-1 0 0 0,1 1 1 0 0,0 0-1 0 0,3 0 0 0 0,0 1-3 0 0,-1 0 0 0 0,0 0 0 0 0,0 0 0 0 0,0 0 0 0 0,0 1 0 0 0,0-1-1 0 0,-1 1 1 0 0,1 0 0 0 0,0 0 0 0 0,-1 1 0 0 0,0-1 0 0 0,6 6 0 0 0,-6-5 5 0 0,0 1 1 0 0,0 0 0 0 0,0 0-1 0 0,0 0 1 0 0,-1 0 0 0 0,0 0-1 0 0,0 1 1 0 0,0-1 0 0 0,0 1-1 0 0,-1 0 1 0 0,1-1 0 0 0,-1 1-1 0 0,-1 0 1 0 0,1 0 0 0 0,-1 0-1 0 0,1 0 1 0 0,-1-1 0 0 0,-1 1-1 0 0,1 0 1 0 0,-2 8 0 0 0,-1 1-31 0 0,0-1 1 0 0,-1 1 0 0 0,0-1-1 0 0,-1 0 1 0 0,-12 25 0 0 0,16-38 30 0 0,1 0 0 0 0,0 0 1 0 0,0 0-1 0 0,0 0 1 0 0,0 1-1 0 0,0-1 0 0 0,-1 0 1 0 0,1 0-1 0 0,0 0 1 0 0,0 1-1 0 0,0-1 1 0 0,0 0-1 0 0,0 0 0 0 0,0 0 1 0 0,0 1-1 0 0,0-1 1 0 0,0 0-1 0 0,0 0 0 0 0,0 0 1 0 0,0 1-1 0 0,0-1 1 0 0,0 0-1 0 0,0 0 0 0 0,0 0 1 0 0,0 1-1 0 0,0-1 1 0 0,0 0-1 0 0,0 0 0 0 0,0 0 1 0 0,0 0-1 0 0,1 1 1 0 0,-1-1-1 0 0,0 0 1 0 0,0 0-1 0 0,0 0 0 0 0,0 0 1 0 0,0 1-1 0 0,0-1 1 0 0,1 0-1 0 0,-1 0 0 0 0,0 0 1 0 0,0 0-1 0 0,0 0 1 0 0,0 0-1 0 0,1 1 0 0 0,-1-1 1 0 0,0 0-1 0 0,0 0 1 0 0,1 0-1 0 0,16-1-133 0 0,27-11 47 0 0,-36 9 14 0 0,30-8-62 0 0,0-1-1 0 0,60-30 1 0 0,-88 38 594 0 0,-17 12-329 0 0,5-6-126 0 0,1 0 1 0 0,-1-1 0 0 0,0 1 0 0 0,1 0-1 0 0,-1 0 1 0 0,1 0 0 0 0,-1 0-1 0 0,1 0 1 0 0,0 0 0 0 0,0 0 0 0 0,0 1-1 0 0,0-1 1 0 0,0 0 0 0 0,0 1-1 0 0,1-1 1 0 0,-1 0 0 0 0,1 4 0 0 0,2-2-11 0 0,1 0 1 0 0,-1 0-1 0 0,1-1 1 0 0,0 1 0 0 0,0-1-1 0 0,0 1 1 0 0,1-1-1 0 0,-1 0 1 0 0,1-1 0 0 0,0 1-1 0 0,0-1 1 0 0,0 1-1 0 0,0-1 1 0 0,6 2 0 0 0,22 15-1 0 0,-30-18 12 0 0,0 0 1 0 0,0 1-1 0 0,0-1 0 0 0,0 1 1 0 0,-1 0-1 0 0,1 0 0 0 0,0 0 1 0 0,-1 0-1 0 0,0 0 0 0 0,1 0 1 0 0,-1 0-1 0 0,0 0 0 0 0,0 0 1 0 0,0 1-1 0 0,0-1 0 0 0,-1 0 1 0 0,1 1-1 0 0,0-1 0 0 0,-1 0 1 0 0,0 1-1 0 0,0-1 0 0 0,0 1 1 0 0,0-1-1 0 0,0 1 1 0 0,0-1-1 0 0,0 0 0 0 0,-1 1 1 0 0,1-1-1 0 0,-1 1 0 0 0,0-1 1 0 0,-1 3-1 0 0,-2 3-740 0 0,0 0 1 0 0,0 0 0 0 0,0 0-1 0 0,-1-1 1 0 0,0 0-1 0 0,-1 0 1 0 0,-10 9-1 0 0,3-5-1356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05.7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14 280 0 0,'0'0'5600'0'0,"-1"3"-5027"0"0,-5 21 552 0 0,1 1 1 0 0,1 0-1 0 0,-1 45 1 0 0,5-69-899 0 0,3-33-369 0 0,-2 25 125 0 0,0 0-1 0 0,1 1 0 0 0,0-1 0 0 0,0 0 1 0 0,1 1-1 0 0,0 0 0 0 0,0-1 0 0 0,1 1 1 0 0,-1 0-1 0 0,1 1 0 0 0,0-1 0 0 0,1 1 1 0 0,-1 0-1 0 0,1 0 0 0 0,10-8 0 0 0,-11 10 23 0 0,1 0 1 0 0,-1 0-1 0 0,1 1 0 0 0,-1-1 0 0 0,1 1 0 0 0,0 0 0 0 0,0 0 0 0 0,0 1 0 0 0,1 0 0 0 0,-1-1 0 0 0,0 2 1 0 0,7-1-1 0 0,-9 1 15 0 0,0 0 0 0 0,-1 1 0 0 0,1-1 0 0 0,0 1-1 0 0,-1 0 1 0 0,1 0 0 0 0,0 0 0 0 0,-1 0 0 0 0,1 0 0 0 0,-1 1 0 0 0,0-1 0 0 0,1 1 0 0 0,-1-1 0 0 0,0 1 0 0 0,0 0 0 0 0,0 0 0 0 0,0 0 0 0 0,0 0 0 0 0,-1 0 0 0 0,1 1 0 0 0,-1-1 0 0 0,1 0 0 0 0,-1 1 0 0 0,0-1 0 0 0,0 1 0 0 0,1 3 0 0 0,-1-2 19 0 0,0 1 0 0 0,0-1-1 0 0,0 1 1 0 0,-1-1 0 0 0,0 1 0 0 0,0-1 0 0 0,0 1 0 0 0,0-1 0 0 0,-1 1 0 0 0,0-1 0 0 0,0 1 0 0 0,0-1-1 0 0,0 1 1 0 0,-4 7 0 0 0,2-6 32 0 0,1 0 0 0 0,0 1 0 0 0,1-1 0 0 0,0 1 0 0 0,-1 9 0 0 0,2-15-67 0 0,0 1-1 0 0,0 0 1 0 0,0-1-1 0 0,0 1 0 0 0,1 0 1 0 0,-1-1-1 0 0,1 1 1 0 0,-1-1-1 0 0,1 1 1 0 0,0-1-1 0 0,-1 1 1 0 0,1-1-1 0 0,0 1 1 0 0,0-1-1 0 0,0 0 1 0 0,0 1-1 0 0,0-1 1 0 0,0 0-1 0 0,1 0 1 0 0,-1 0-1 0 0,0 0 0 0 0,1 0 1 0 0,-1 0-1 0 0,1 0 1 0 0,-1 0-1 0 0,0-1 1 0 0,1 1-1 0 0,0-1 1 0 0,-1 1-1 0 0,1-1 1 0 0,-1 1-1 0 0,1-1 1 0 0,0 0-1 0 0,-1 0 1 0 0,1 0-1 0 0,1 0 0 0 0,10 1-196 0 0,-1-2 0 0 0,1 1-1 0 0,23-6 1 0 0,-16 3 27 0 0,306-45-6280 0 0,-232 35 3568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07.1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17 468 308 0 0,'-1'0'142'0'0,"0"0"-1"0"0,1 0 1 0 0,-1 0-1 0 0,0-1 1 0 0,0 1-1 0 0,1 0 1 0 0,-1 0-1 0 0,0 0 1 0 0,1-1-1 0 0,-1 1 1 0 0,0 0-1 0 0,1-1 1 0 0,-1 1-1 0 0,0 0 1 0 0,1-1-1 0 0,-1 1 1 0 0,1-1-1 0 0,-1 1 1 0 0,1-1-1 0 0,-1 0 1 0 0,1 1-1 0 0,-1-1 1 0 0,1 1-1 0 0,-1-1 1 0 0,1 0-1 0 0,0 1 1 0 0,-1-2-1 0 0,15-9 1650 0 0,35-3-593 0 0,19 3-93 0 0,118-3 0 0 0,-72 8-581 0 0,73-8 166 0 0,338-30 734 0 0,-5-30-25 0 0,-504 70-1353 0 0,166-37 497 0 0,-157 34-430 0 0,0-1 0 0 0,-1-2 0 0 0,0 0 0 0 0,0-2 0 0 0,22-15 0 0 0,-30 18-19 0 0,-14 9-80 0 0,0-1-1 0 0,0 0 1 0 0,0 0 0 0 0,-1 0 0 0 0,1 0 0 0 0,0 0 0 0 0,0-1-1 0 0,-1 1 1 0 0,1 0 0 0 0,-1-1 0 0 0,1 1 0 0 0,-1-1 0 0 0,0 0 0 0 0,1 1-1 0 0,-1-1 1 0 0,2-3 0 0 0,-3 4 12 0 0,-11-4 29 0 0,10 4-54 0 0,0 1 0 0 0,0-1-1 0 0,0 0 1 0 0,0 1 0 0 0,0-1 0 0 0,0 1 0 0 0,-1-1 0 0 0,1 1-1 0 0,0 0 1 0 0,0-1 0 0 0,0 1 0 0 0,0 0 0 0 0,-1 0 0 0 0,1 0-1 0 0,0 0 1 0 0,0 0 0 0 0,0 0 0 0 0,-2 0 0 0 0,-23 6 16 0 0,1 1 1 0 0,-1 1-1 0 0,2 1 0 0 0,-1 1 1 0 0,1 1-1 0 0,1 1 1 0 0,0 1-1 0 0,1 1 1 0 0,0 2-1 0 0,1 0 0 0 0,1 1 1 0 0,0 0-1 0 0,2 2 1 0 0,-33 41-1 0 0,49-57-1 0 0,0-1 0 0 0,0 1-1 0 0,0 1 1 0 0,0-1 0 0 0,1 0-1 0 0,-1 0 1 0 0,1 0 0 0 0,0 1-1 0 0,0-1 1 0 0,0 1 0 0 0,1-1 0 0 0,-1 1-1 0 0,1-1 1 0 0,-1 1 0 0 0,1-1-1 0 0,0 1 1 0 0,2 6 0 0 0,-1-7-1 0 0,0-1 0 0 0,0 0 0 0 0,1 0-1 0 0,0 0 1 0 0,-1 0 0 0 0,1 0 0 0 0,0 0 0 0 0,0 0 0 0 0,0 0 0 0 0,0-1 0 0 0,0 1-1 0 0,0-1 1 0 0,1 1 0 0 0,-1-1 0 0 0,0 0 0 0 0,1 0 0 0 0,-1 0 0 0 0,1 0 0 0 0,-1-1-1 0 0,1 1 1 0 0,0-1 0 0 0,-1 1 0 0 0,1-1 0 0 0,4 0 0 0 0,11 1 12 0 0,0-1 0 0 0,-1 0 1 0 0,1-1-1 0 0,0-2 0 0 0,-1 1 1 0 0,1-2-1 0 0,-1 0 0 0 0,0-2 0 0 0,0 1 1 0 0,31-17-1 0 0,-33 15-13 0 0,0-1 0 0 0,-1-1-1 0 0,0-1 1 0 0,0 0 0 0 0,-1 0 0 0 0,-1-1-1 0 0,0-1 1 0 0,0 0 0 0 0,-1-1 0 0 0,-1 0-1 0 0,16-26 1 0 0,-23 34-12 0 0,0 0 0 0 0,0-1 0 0 0,-1 0 0 0 0,0 1 0 0 0,0-1 0 0 0,-1 0 0 0 0,1 0 0 0 0,-1 0-1 0 0,0 0 1 0 0,-1 0 0 0 0,0 0 0 0 0,0 0 0 0 0,0 0 0 0 0,-1 0 0 0 0,1 0 0 0 0,-1 0 0 0 0,-1 0 0 0 0,1 0 0 0 0,-1 0 0 0 0,0 0-1 0 0,-1 1 1 0 0,1-1 0 0 0,-1 1 0 0 0,0 0 0 0 0,0 0 0 0 0,-1 0 0 0 0,0 0 0 0 0,0 0 0 0 0,0 1 0 0 0,-7-6 0 0 0,3 3-42 0 0,0 1 0 0 0,0 0 0 0 0,-1 0 1 0 0,0 1-1 0 0,0 0 0 0 0,0 1 1 0 0,0 0-1 0 0,-1 0 0 0 0,0 1 0 0 0,0 1 1 0 0,0-1-1 0 0,0 2 0 0 0,0-1 1 0 0,0 1-1 0 0,-1 1 0 0 0,1 0 1 0 0,-12 1-1 0 0,-5 3-220 0 0,-1 2 0 0 0,2 0 0 0 0,-28 11 0 0 0,46-15 27 0 0,0 1 0 0 0,0 1 0 0 0,0 0 1 0 0,0 0-1 0 0,1 0 0 0 0,-1 1 0 0 0,1 0 0 0 0,0 1 0 0 0,0-1 0 0 0,1 1 0 0 0,0 1 0 0 0,0-1 0 0 0,-8 12 0 0 0,13-16-4 0 0,-1 1 1 0 0,1 0-1 0 0,0 0 0 0 0,0 0 0 0 0,0 0 0 0 0,0-1 0 0 0,1 1 0 0 0,-1 0 0 0 0,0 4 0 0 0,7 14-4185 0 0,2-8 1705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07.4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1 116 332 0 0,'1'-11'7995'0'0,"12"36"-5790"0"0,15 45-1083 0 0,-15-28-224 0 0,2-1-1 0 0,1 0 1 0 0,2-2 0 0 0,29 47-1 0 0,-47-85-822 0 0,0 0 0 0 0,1 0-1 0 0,-1-1 1 0 0,0 1 0 0 0,0 0 0 0 0,1 0-1 0 0,-1-1 1 0 0,1 1 0 0 0,-1 0-1 0 0,1-1 1 0 0,-1 1 0 0 0,1-1 0 0 0,-1 1-1 0 0,1-1 1 0 0,0 1 0 0 0,-1-1 0 0 0,1 1-1 0 0,0-1 1 0 0,-1 1 0 0 0,1-1 0 0 0,0 0-1 0 0,0 1 1 0 0,-1-1 0 0 0,1 0 0 0 0,0 0-1 0 0,0 0 1 0 0,-1 1 0 0 0,1-1-1 0 0,0 0 1 0 0,0 0 0 0 0,0 0 0 0 0,-1 0-1 0 0,1 0 1 0 0,0-1 0 0 0,0 1 0 0 0,0 0-1 0 0,-1 0 1 0 0,1 0 0 0 0,0-1 0 0 0,0 1-1 0 0,-1 0 1 0 0,1-1 0 0 0,0 1-1 0 0,-1-1 1 0 0,1 1 0 0 0,0-1 0 0 0,0 0-1 0 0,21-40 1155 0 0,-20 38-1222 0 0,14-48 14 0 0,-1-1 0 0 0,-2 0 1 0 0,-3-1-1 0 0,6-92 0 0 0,-16 140-290 0 0,0 0-258 0 0,0 0 0 0 0,1-1 0 0 0,0 1 1 0 0,0 0-1 0 0,0 0 0 0 0,0 0 0 0 0,1 0 0 0 0,4-9 0 0 0,15 23-8706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07.8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161 0 260 0 0,'-32'62'5878'0'0,"20"-41"-4645"0"0,1 1-1 0 0,1 1 1 0 0,-13 39-1 0 0,21-56-1090 0 0,1 1 0 0 0,-1-1 0 0 0,1 0 0 0 0,1 0 0 0 0,0 1 0 0 0,-1-1 0 0 0,2 1-1 0 0,-1-1 1 0 0,1 0 0 0 0,0 0 0 0 0,0 1 0 0 0,1-1 0 0 0,0 0 0 0 0,0 0 0 0 0,0 0-1 0 0,1 0 1 0 0,0-1 0 0 0,0 1 0 0 0,5 5 0 0 0,-5-6-75 0 0,0-1 1 0 0,0 0-1 0 0,1 0 1 0 0,0-1-1 0 0,0 1 1 0 0,0-1-1 0 0,0 1 1 0 0,0-1-1 0 0,1-1 0 0 0,-1 1 1 0 0,1-1-1 0 0,0 0 1 0 0,0 0-1 0 0,0 0 1 0 0,0 0-1 0 0,0-1 1 0 0,0 0-1 0 0,8 1 1 0 0,-6-2 17 0 0,0 0 1 0 0,0-1 0 0 0,0 0 0 0 0,0 0 0 0 0,0 0 0 0 0,0-1-1 0 0,-1 0 1 0 0,1 0 0 0 0,-1-1 0 0 0,1 0 0 0 0,-1 0 0 0 0,11-7-1 0 0,-10 6-32 0 0,-1-1 0 0 0,1 0 0 0 0,-1 0 0 0 0,0 0 0 0 0,-1-1-1 0 0,1 0 1 0 0,-1 0 0 0 0,0 0 0 0 0,-1-1 0 0 0,0 1-1 0 0,0-1 1 0 0,0 0 0 0 0,0 0 0 0 0,-1-1 0 0 0,-1 1 0 0 0,1-1-1 0 0,-1 1 1 0 0,0-1 0 0 0,-1 0 0 0 0,0 0 0 0 0,0 0 0 0 0,-1 0-1 0 0,0 0 1 0 0,0 0 0 0 0,-2-8 0 0 0,1 9-129 0 0,-1 1 0 0 0,0 0 1 0 0,0 0-1 0 0,-1 0 0 0 0,0 0 0 0 0,0 0 1 0 0,0 0-1 0 0,0 1 0 0 0,-1 0 0 0 0,0-1 0 0 0,0 1 1 0 0,-1 1-1 0 0,1-1 0 0 0,-1 1 0 0 0,0-1 1 0 0,-1 2-1 0 0,-8-7 0 0 0,4 6-261 0 0,0-1 1 0 0,0 2-1 0 0,-1-1 0 0 0,1 2 1 0 0,-1-1-1 0 0,0 1 0 0 0,0 1 1 0 0,0 0-1 0 0,0 0 0 0 0,-11 2 1 0 0,-87 5-5899 0 0,50 0 2648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11.9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9 436 0 0,'10'8'9170'0'0,"-9"-8"-8928"0"0,31 4 2004 0 0,35-3-1924 0 0,99-4 627 0 0,4-2-2936 0 0,-56-6-4450 0 0,-93 8 3656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13.0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94 109 328 0 0,'0'0'1722'0'0,"-2"3"-892"0"0,-3 10-244 0 0,1 0 1 0 0,0 0-1 0 0,1 0 1 0 0,1 0-1 0 0,0 0 1 0 0,-1 27-1 0 0,7 90 1331 0 0,0-74-1153 0 0,1 106 2327 0 0,-6-168-3015 0 0,-1-1 1 0 0,0 1-1 0 0,0 0 1 0 0,0 0-1 0 0,-1 0 1 0 0,-5-9-1 0 0,-3-7 59 0 0,1-5-61 0 0,2 0-1 0 0,0 0 1 0 0,2-1 0 0 0,1 1 0 0 0,-2-54 0 0 0,6 67-90 0 0,1 0 0 0 0,1 0 0 0 0,0 0-1 0 0,1 1 1 0 0,1-1 0 0 0,0 0 0 0 0,0 1 0 0 0,2 0-1 0 0,-1 0 1 0 0,2 0 0 0 0,0 0 0 0 0,0 1-1 0 0,15-21 1 0 0,-13 25-53 0 0,0 1 1 0 0,0 0-1 0 0,0 0 0 0 0,1 1 0 0 0,0 0 0 0 0,0 0 0 0 0,1 1 1 0 0,-1 0-1 0 0,1 1 0 0 0,0 0 0 0 0,0 1 0 0 0,1 0 1 0 0,-1 0-1 0 0,1 1 0 0 0,-1 1 0 0 0,1 0 0 0 0,0 0 0 0 0,0 1 1 0 0,0 0-1 0 0,-1 1 0 0 0,22 4 0 0 0,-29-5 44 0 0,1 1-1 0 0,-1 0 1 0 0,0 0-1 0 0,0 0 1 0 0,0 0-1 0 0,0 1 1 0 0,0-1-1 0 0,0 1 1 0 0,0 0-1 0 0,0-1 1 0 0,-1 2-1 0 0,1-1 1 0 0,-1 0-1 0 0,1 0 1 0 0,-1 1-1 0 0,0-1 1 0 0,0 1-1 0 0,0 0 1 0 0,0-1-1 0 0,0 1 1 0 0,1 4-1 0 0,-2-4 20 0 0,-1 0-1 0 0,0 0 0 0 0,0 0 1 0 0,0 0-1 0 0,0 0 1 0 0,0 0-1 0 0,0 0 0 0 0,-1 0 1 0 0,0 0-1 0 0,1 0 0 0 0,-1 0 1 0 0,0 0-1 0 0,-1-1 0 0 0,1 1 1 0 0,0 0-1 0 0,-1-1 1 0 0,1 1-1 0 0,-1-1 0 0 0,0 0 1 0 0,0 1-1 0 0,0-1 0 0 0,0 0 1 0 0,-4 3-1 0 0,-19 15 39 0 0,0-1 0 0 0,-1-1 0 0 0,-1-1 0 0 0,-34 16 1 0 0,27-16 83 0 0,2 2 0 0 0,-49 36 0 0 0,79-54-107 0 0,1 0 0 0 0,-1 1-1 0 0,0-1 1 0 0,0 1 0 0 0,1-1-1 0 0,-1 1 1 0 0,1 0 0 0 0,-1 0-1 0 0,1-1 1 0 0,0 1-1 0 0,0 0 1 0 0,0 0 0 0 0,0 0-1 0 0,0 0 1 0 0,0 1 0 0 0,0-1-1 0 0,1 0 1 0 0,-1 0-1 0 0,1 0 1 0 0,-1 1 0 0 0,1-1-1 0 0,0 0 1 0 0,0 4 0 0 0,1-3-3 0 0,0 0 1 0 0,0-1 0 0 0,1 1-1 0 0,-1 0 1 0 0,1 0 0 0 0,-1-1-1 0 0,1 1 1 0 0,0-1 0 0 0,0 0-1 0 0,0 1 1 0 0,0-1 0 0 0,1 0-1 0 0,-1 0 1 0 0,1-1-1 0 0,2 3 1 0 0,9 4-20 0 0,1 0 0 0 0,-1 0 0 0 0,2-2 0 0 0,30 10 0 0 0,-13-8-193 0 0,0-1-1 0 0,1-2 0 0 0,-1-1 1 0 0,1-1-1 0 0,58-4 0 0 0,-68 0-29 0 0,0-2-1 0 0,0-1 1 0 0,0-1-1 0 0,0-1 1 0 0,-1-1-1 0 0,0-1 0 0 0,0-1 1 0 0,36-20-1 0 0,-44 21 238 0 0,-1-1 1 0 0,0-1-1 0 0,-1-1 0 0 0,0 0 1 0 0,0-1-1 0 0,-1 0 0 0 0,-1 0 1 0 0,0-2-1 0 0,0 1 0 0 0,-2-1 0 0 0,0-1 1 0 0,0 0-1 0 0,-1 0 0 0 0,-1 0 1 0 0,-1-1-1 0 0,0 0 0 0 0,-1-1 1 0 0,-1 1-1 0 0,5-34 0 0 0,-9 39 103 0 0,0-33 665 0 0,0 42-713 0 0,-1 0 0 0 0,1 0 0 0 0,-1 0 0 0 0,1 0 0 0 0,-1 1 0 0 0,0-1 0 0 0,0 0 0 0 0,0 0 1 0 0,0 1-1 0 0,0-1 0 0 0,0 0 0 0 0,-1 1 0 0 0,1 0 0 0 0,0-1 0 0 0,-1 1 0 0 0,1 0 0 0 0,-1-1 0 0 0,1 1 0 0 0,-4-1 0 0 0,3 2-13 0 0,-1 1-1 0 0,0 0 1 0 0,0 0 0 0 0,0 0-1 0 0,1 1 1 0 0,-1-1-1 0 0,0 1 1 0 0,1-1-1 0 0,-1 1 1 0 0,1 0 0 0 0,0 0-1 0 0,0 0 1 0 0,-4 4-1 0 0,-3 7 46 0 0,-1 0-1 0 0,1 1 1 0 0,1 0-1 0 0,1 1 1 0 0,0-1-1 0 0,1 2 1 0 0,-7 23-1 0 0,1 10-38 0 0,-7 55 0 0 0,7 74-909 0 0,9-85-258 0 0,3-91 1031 0 0,0 0 0 0 0,0 1 0 0 0,-1-1 0 0 0,1 0 0 0 0,0 0 1 0 0,-1 1-1 0 0,1-1 0 0 0,-1 0 0 0 0,0 0 0 0 0,0 0 1 0 0,0 0-1 0 0,0 0 0 0 0,0 0 0 0 0,0 0 0 0 0,0 0 0 0 0,-1 0 1 0 0,1 0-1 0 0,-1-1 0 0 0,1 1 0 0 0,-1 0 0 0 0,0-1 0 0 0,1 0 1 0 0,-1 1-1 0 0,0-1 0 0 0,0 0 0 0 0,0 0 0 0 0,-4 2 0 0 0,2-3-167 0 0,1 1 0 0 0,0-1 0 0 0,-1 0 0 0 0,1 0 0 0 0,0 0 0 0 0,-1-1 0 0 0,1 1 0 0 0,0-1 0 0 0,0 0 0 0 0,-1 1 0 0 0,1-1 0 0 0,0-1 0 0 0,0 1 0 0 0,0 0 0 0 0,0-1 0 0 0,0 0 0 0 0,0 0 0 0 0,-4-4 0 0 0,-9-6-1422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13.4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1 146 344 0 0,'1'-5'201'0'0,"0"0"-1"0"0,1 1 1 0 0,0-1-1 0 0,0 1 1 0 0,0-1-1 0 0,0 1 1 0 0,1 0-1 0 0,0 0 1 0 0,0 0 0 0 0,0 0-1 0 0,0 0 1 0 0,0 1-1 0 0,1-1 1 0 0,-1 1-1 0 0,1 0 1 0 0,0 0-1 0 0,0 1 1 0 0,1-1 0 0 0,-1 1-1 0 0,9-4 1 0 0,8-2 346 0 0,0 1 0 0 0,1 1 0 0 0,30-5 0 0 0,-23 5-104 0 0,23-3 271 0 0,91-5 0 0 0,-14 11-4413 0 0,-115 8 115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13.7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1 171 708 0 0,'0'1'100'0'0,"0"0"-1"0"0,0-1 1 0 0,0 1-1 0 0,0-1 1 0 0,0 1-1 0 0,0-1 1 0 0,0 1 0 0 0,0 0-1 0 0,0-1 1 0 0,0 1-1 0 0,0-1 1 0 0,1 1-1 0 0,-1-1 1 0 0,0 1-1 0 0,0-1 1 0 0,0 1 0 0 0,1-1-1 0 0,-1 1 1 0 0,0-1-1 0 0,1 1 1 0 0,-1-1-1 0 0,1 1 1 0 0,-1-1 0 0 0,0 1-1 0 0,1-1 1 0 0,-1 0-1 0 0,1 1 1 0 0,-1-1-1 0 0,1 0 1 0 0,-1 0-1 0 0,1 1 1 0 0,-1-1 0 0 0,1 0-1 0 0,0 0 1 0 0,-1 0-1 0 0,1 0 1 0 0,-1 1-1 0 0,1-1 1 0 0,-1 0 0 0 0,1 0-1 0 0,0 0 1 0 0,-1 0-1 0 0,1 0 1 0 0,-1-1-1 0 0,1 1 1 0 0,-1 0-1 0 0,2 0 1 0 0,36-3 882 0 0,-36 2-819 0 0,260-52 2968 0 0,-78 13-1982 0 0,-132 30-895 0 0,390-63 1620 0 0,-429 72-1911 0 0,4-1-342 0 0,-1 0-1 0 0,1 1 0 0 0,0 1 0 0 0,31 3 0 0 0,-71 12-2652 0 0,-25 1-955 0 0,19-8 1686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14.1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58 256 0 0,'-5'28'1219'0'0,"0"1"0"0"0,3 0-1 0 0,0 0 1 0 0,1 0 0 0 0,5 38-1 0 0,-1 47 454 0 0,-3-9 203 0 0,-18-174-366 0 0,16 55-1463 0 0,-3-30 74 0 0,1 0 0 0 0,3-54 0 0 0,1 87-115 0 0,1-1-1 0 0,0 1 1 0 0,1-1 0 0 0,1 1 0 0 0,0 0 0 0 0,0 0 0 0 0,1 0 0 0 0,0 0 0 0 0,1 1 0 0 0,0-1 0 0 0,1 1 0 0 0,0 0 0 0 0,13-15 0 0 0,-14 20-14 0 0,1 0-1 0 0,0 0 1 0 0,0 0 0 0 0,1 1-1 0 0,-1 0 1 0 0,1 1-1 0 0,0-1 1 0 0,0 1-1 0 0,0 1 1 0 0,0-1 0 0 0,0 1-1 0 0,10-1 1 0 0,-13 2 6 0 0,-1 0 1 0 0,0 1-1 0 0,0-1 0 0 0,1 1 1 0 0,-1 0-1 0 0,0 0 1 0 0,1 0-1 0 0,-1 1 1 0 0,0-1-1 0 0,0 1 0 0 0,1-1 1 0 0,-1 1-1 0 0,0 0 1 0 0,0 1-1 0 0,0-1 0 0 0,0 0 1 0 0,0 1-1 0 0,0 0 1 0 0,0-1-1 0 0,-1 1 0 0 0,1 0 1 0 0,-1 1-1 0 0,1-1 1 0 0,-1 0-1 0 0,0 1 1 0 0,0-1-1 0 0,0 1 0 0 0,0 0 1 0 0,2 4-1 0 0,-2 1 21 0 0,-1-1-1 0 0,1 0 0 0 0,-2 1 1 0 0,1-1-1 0 0,-1 0 1 0 0,-1 1-1 0 0,1-1 0 0 0,-1 1 1 0 0,0-1-1 0 0,-1 0 1 0 0,0 0-1 0 0,0 1 0 0 0,0-1 1 0 0,-6 9-1 0 0,4-6 38 0 0,1 1-1 0 0,0 0 0 0 0,0 0 1 0 0,1 0-1 0 0,-2 22 1 0 0,4-30-32 0 0,1 0 0 0 0,-1 0 0 0 0,1 1 0 0 0,0-1 1 0 0,0 0-1 0 0,0 0 0 0 0,0 0 0 0 0,0 0 0 0 0,1 0 1 0 0,-1 0-1 0 0,1 0 0 0 0,0 0 0 0 0,0 0 0 0 0,0-1 1 0 0,0 1-1 0 0,0-1 0 0 0,1 1 0 0 0,-1-1 0 0 0,1 0 1 0 0,-1 0-1 0 0,1 0 0 0 0,0 0 0 0 0,0-1 0 0 0,4 3 1 0 0,9 3-67 0 0,1-1 1 0 0,0-1-1 0 0,0 0 1 0 0,0-1-1 0 0,1-1 1 0 0,-1 0-1 0 0,1-1 1 0 0,0-1-1 0 0,0-1 1 0 0,20-2-1 0 0,5-3-904 0 0,-1-1 1 0 0,0-2-1 0 0,43-14 0 0 0,-17-4-3912 0 0,-40 11 2074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14.5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 0 472 0 0,'-1'0'9337'0'0,"-8"15"-6785"0"0,-8 27-1379 0 0,12-25-970 0 0,1 0-1 0 0,1 1 1 0 0,0-1 0 0 0,1 1 0 0 0,1-1-1 0 0,1 1 1 0 0,1 0 0 0 0,0-1 0 0 0,6 30-1 0 0,-6-44-995 0 0,5 20 1044 0 0,-2-14-2527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14.8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38 128 0 0,'4'-15'6823'0'0,"-3"14"-6603"0"0,11 17 2931 0 0,17 51-1784 0 0,-19-44-222 0 0,8 18-186 0 0,-3-5-195 0 0,1-1 0 0 0,2 0 1 0 0,2-1-1 0 0,26 34 0 0 0,-39-59-786 0 0,15 14 1905 0 0,-21-23-1842 0 0,0 0 0 0 0,0 0 0 0 0,0 0 0 0 0,-1 1 0 0 0,1-1 0 0 0,0 0 0 0 0,0-1 0 0 0,0 1 1 0 0,0 0-1 0 0,0 0 0 0 0,-1 0 0 0 0,1 0 0 0 0,0-1 0 0 0,0 1 0 0 0,0 0 0 0 0,-1-1 0 0 0,1 1 0 0 0,0-1 0 0 0,0 1 0 0 0,-1-1 0 0 0,1 1 0 0 0,0-1 1 0 0,-1 1-1 0 0,1-1 0 0 0,-1 0 0 0 0,1 1 0 0 0,-1-1 0 0 0,1 0 0 0 0,-1 1 0 0 0,1-1 0 0 0,-1 0 0 0 0,1 0 0 0 0,-1 1 0 0 0,0-1 0 0 0,0 0 1 0 0,1-1-1 0 0,5-13-8 0 0,0 1 0 0 0,-1 0 1 0 0,0-1-1 0 0,-1 0 0 0 0,-1 0 1 0 0,2-21-1 0 0,0-96-1346 0 0,-2 17-2511 0 0,1 100 2366 0 0,-2 9-669 0 0</inkml:trace>
  <inkml:trace contextRef="#ctx0" brushRef="#br0" timeOffset="1">532 222 932 0 0,'-7'93'8644'0'0,"0"-1"-6068"0"0,7-64-2440 0 0,-1 1-1 0 0,-6 37 0 0 0,-11-8-2076 0 0,15-51 1140 0 0,-1-1-1 0 0,0 0 1 0 0,0 0-1 0 0,0 0 1 0 0,0 0-1 0 0,-8 7 0 0 0,-2 0-2016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15.1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365 0 596 0 0,'-19'15'633'0'0,"0"1"0"0"0,1 1-1 0 0,1 1 1 0 0,0 0 0 0 0,1 1-1 0 0,2 1 1 0 0,0 0 0 0 0,0 1 0 0 0,-12 29-1 0 0,-8 25 769 0 0,-34 111 0 0 0,67-183-1364 0 0,-20 72 1089 0 0,-19 142 0 0 0,27-127-140 0 0,0 140 0 0 0,13-133-179 0 0,20 145-1 0 0,-11-196-522 0 0,1 0 0 0 0,2 0 0 0 0,3-2 0 0 0,1 0 0 0 0,2 0 0 0 0,2-2 0 0 0,2 0 0 0 0,1-2 0 0 0,54 70 0 0 0,-50-78-232 0 0,2-1 1 0 0,1-2 0 0 0,1 0-1 0 0,1-2 1 0 0,2-2 0 0 0,1-1-1 0 0,0-1 1 0 0,2-2-1 0 0,0-2 1 0 0,79 28 0 0 0,-67-31-567 0 0,2-3 0 0 0,0-2 1 0 0,1-2-1 0 0,0-3 0 0 0,74 1 1 0 0,-62-8-3835 0 0,127-20 1 0 0,-114 4 274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15.5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0 76 0 0,'2'29'7483'0'0,"-3"47"-5062"0"0,-2 53 160 0 0,17 184 0 0 0,-11-272-3213 0 0,-5 77 0 0 0,0-102-328 0 0,0 1 1 0 0,-1-1 0 0 0,-1 0-1 0 0,-7 19 1 0 0,5-21-2479 0 0,-5-3 263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15.9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13 226 1052 0 0,'-10'-7'4821'0'0,"9"6"-4567"0"0,1 1 0 0 0,0-1-1 0 0,-1 0 1 0 0,1 1 0 0 0,0-1-1 0 0,0 0 1 0 0,0 1 0 0 0,0-1 0 0 0,-1 0-1 0 0,1 0 1 0 0,23-14 1804 0 0,88-30-1236 0 0,-66 28-1663 0 0,53-28-1 0 0,-81 35-508 0 0,0 0-1 0 0,-1-1 1 0 0,21-19-1 0 0,-9 3-1156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16.2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36 64 0 0,'0'0'3698'0'0,"13"2"800"0"0,-4-6-4160 0 0,-1 0-1 0 0,1 1 1 0 0,0 0 0 0 0,-1 1-1 0 0,16-3 1 0 0,30-8-6703 0 0,-45 10 4156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16.9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80 100 688 0 0,'0'0'86'0'0,"0"0"0"0"0,-1 0 0 0 0,1-1 0 0 0,0 1 0 0 0,0 0-1 0 0,-1 0 1 0 0,1 0 0 0 0,0 0 0 0 0,0 0 0 0 0,-1 0 0 0 0,1 0 0 0 0,0 0 0 0 0,-1 0 0 0 0,1 0 0 0 0,0 0 0 0 0,0 0-1 0 0,-1 0 1 0 0,1 0 0 0 0,0 0 0 0 0,0 0 0 0 0,-1 0 0 0 0,1 0 0 0 0,0 1 0 0 0,0-1 0 0 0,-1 0 0 0 0,1 0-1 0 0,0 0 1 0 0,0 0 0 0 0,-1 0 0 0 0,1 1 0 0 0,0-1 0 0 0,0 0 0 0 0,0 0 0 0 0,-1 1 0 0 0,1-1 0 0 0,0 0-1 0 0,0 0 1 0 0,0 0 0 0 0,0 1 0 0 0,0-1 0 0 0,0 0 0 0 0,-1 1 0 0 0,1-1 0 0 0,0 0 0 0 0,0 1 0 0 0,-8 23 1523 0 0,0 19-475 0 0,-15 199 2576 0 0,13-109-2244 0 0,6-104-416 0 0,2-38-311 0 0,2-49-150 0 0,0 46-631 0 0,-7-118 12 0 0,0-31-305 0 0,7 143 265 0 0,2-1-1 0 0,0 1 0 0 0,1 0 0 0 0,1 0 0 0 0,0 1 0 0 0,12-28 0 0 0,-15 42 49 0 0,0-1 1 0 0,1 1-1 0 0,-1 0 1 0 0,1 0-1 0 0,0 0 1 0 0,0 0-1 0 0,0 0 1 0 0,0 0-1 0 0,1 1 1 0 0,-1-1-1 0 0,1 1 1 0 0,0-1-1 0 0,-1 1 1 0 0,1 0-1 0 0,0 0 1 0 0,0 0-1 0 0,0 1 1 0 0,5-2-1 0 0,-4 2-2 0 0,0 0-1 0 0,1 1 1 0 0,-1-1-1 0 0,1 1 1 0 0,-1 0-1 0 0,1 0 1 0 0,-1 1-1 0 0,0-1 1 0 0,1 1-1 0 0,-1 0 1 0 0,0 0-1 0 0,1 1 1 0 0,-1-1-1 0 0,7 5 1 0 0,-9-5 14 0 0,0 1 1 0 0,1 0 0 0 0,-1 0-1 0 0,0 0 1 0 0,0 0-1 0 0,0 1 1 0 0,0-1 0 0 0,-1 0-1 0 0,1 1 1 0 0,0-1-1 0 0,-1 1 1 0 0,0 0 0 0 0,0 0-1 0 0,0-1 1 0 0,0 1-1 0 0,0 0 1 0 0,0 0 0 0 0,-1 0-1 0 0,1 0 1 0 0,-1 0-1 0 0,0 0 1 0 0,0 0 0 0 0,0 0-1 0 0,0 0 1 0 0,-1 0-1 0 0,-1 5 1 0 0,1 1-2 0 0,0-1 0 0 0,-1 1-1 0 0,0-1 1 0 0,-1 1 0 0 0,0-1 0 0 0,0 0 0 0 0,-1 0-1 0 0,-4 8 1 0 0,1-7 8 0 0,-50 78-68 0 0,52-77 91 0 0,0 0-1 0 0,1-1 1 0 0,0 1-1 0 0,0 1 1 0 0,1-1 0 0 0,1 0-1 0 0,-3 16 1 0 0,5-23-11 0 0,0-1 0 0 0,0 1 0 0 0,0-1 0 0 0,0 0 0 0 0,0 1 0 0 0,1-1 1 0 0,-1 0-1 0 0,1 1 0 0 0,-1-1 0 0 0,1 0 0 0 0,0 0 0 0 0,0 0 0 0 0,0 1 0 0 0,0-1 0 0 0,1 0 1 0 0,-1 0-1 0 0,0-1 0 0 0,1 1 0 0 0,-1 0 0 0 0,4 2 0 0 0,-1-1-8 0 0,0 0 1 0 0,0 0-1 0 0,1-1 0 0 0,-1 0 0 0 0,1 0 1 0 0,-1 0-1 0 0,1 0 0 0 0,0-1 0 0 0,7 2 1 0 0,3-1-86 0 0,0 0 0 0 0,0-2 1 0 0,0 1-1 0 0,0-2 0 0 0,24-3 1 0 0,-17 0-132 0 0,0-1 1 0 0,0-1 0 0 0,-1-1-1 0 0,0-1 1 0 0,-1-1 0 0 0,1 0-1 0 0,36-25 1 0 0,-48 28 151 0 0,-1-1-1 0 0,1 1 1 0 0,-1-2 0 0 0,0 1-1 0 0,-1-1 1 0 0,0 0 0 0 0,0 0 0 0 0,-1-1-1 0 0,0 0 1 0 0,0 0 0 0 0,-1-1-1 0 0,0 0 1 0 0,-1 1 0 0 0,0-1-1 0 0,-1-1 1 0 0,0 1 0 0 0,0-1 0 0 0,1-15-1 0 0,-4 23 88 0 0,0 0-1 0 0,0-1 1 0 0,0 1-1 0 0,-1 0 1 0 0,0-1-1 0 0,1 1 0 0 0,-1 0 1 0 0,0 0-1 0 0,0 0 1 0 0,-1 0-1 0 0,-2-5 1 0 0,4 7-12 0 0,-1 0 0 0 0,1 1 1 0 0,-1-1-1 0 0,1 0 0 0 0,-1 1 0 0 0,1-1 1 0 0,-1 1-1 0 0,1-1 0 0 0,-1 0 0 0 0,0 1 1 0 0,1 0-1 0 0,-1-1 0 0 0,0 1 0 0 0,1-1 1 0 0,-1 1-1 0 0,0 0 0 0 0,0-1 0 0 0,0 1 1 0 0,1 0-1 0 0,-1 0 0 0 0,0 0 0 0 0,0 0 1 0 0,0 0-1 0 0,1 0 0 0 0,-1 0 1 0 0,0 0-1 0 0,0 0 0 0 0,0 0 0 0 0,1 0 1 0 0,-1 0-1 0 0,0 0 0 0 0,0 1 0 0 0,1-1 1 0 0,-1 0-1 0 0,0 1 0 0 0,0-1 0 0 0,1 0 1 0 0,-1 1-1 0 0,0-1 0 0 0,1 1 0 0 0,-1-1 1 0 0,1 1-1 0 0,-1 0 0 0 0,0-1 0 0 0,1 1 1 0 0,-1-1-1 0 0,1 1 0 0 0,0 0 0 0 0,-1-1 1 0 0,0 2-1 0 0,-11 14 135 0 0,0 1 1 0 0,1 0-1 0 0,0 1 1 0 0,2 0-1 0 0,0 1 1 0 0,1 0-1 0 0,1 0 1 0 0,0 0-1 0 0,2 1 0 0 0,0 0 1 0 0,-3 39-1 0 0,6-20-83 0 0,2 0 0 0 0,1 0 0 0 0,2-1 0 0 0,1 1-1 0 0,15 54 1 0 0,-17-88-200 0 0,-1 1 0 0 0,0-1-1 0 0,0 1 1 0 0,0-1 0 0 0,-1 1-1 0 0,1-1 1 0 0,-2 1 0 0 0,1-1-1 0 0,-2 11 1 0 0,1-14 35 0 0,0 0 0 0 0,0 0 1 0 0,0 0-1 0 0,-1 0 0 0 0,1 0 1 0 0,-1-1-1 0 0,1 1 0 0 0,-1 0 0 0 0,0-1 1 0 0,1 1-1 0 0,-1-1 0 0 0,0 0 0 0 0,0 0 1 0 0,0 0-1 0 0,0 0 0 0 0,0 0 0 0 0,0 0 1 0 0,0 0-1 0 0,-1 0 0 0 0,1-1 1 0 0,0 1-1 0 0,0-1 0 0 0,-1 0 0 0 0,1 0 1 0 0,0 0-1 0 0,-5 0 0 0 0,-2 0-391 0 0,-1-1 1 0 0,0 0-1 0 0,0-1 0 0 0,1 0 1 0 0,-19-6-1 0 0,-5-1-1900 0 0,4 3 476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17.3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131 171 3512 0 0,'-19'-4'130'0'0,"-49"-10"222"0"0,24 2 4335 0 0,101-6-2998 0 0,-17 3-1144 0 0,-20 10-387 0 0,87-25-309 0 0,218-30-1 0 0,-303 55-651 0 0,16-3-376 0 0,-18 12-3548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17.7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0 96 0 0,'0'0'3930'0'0,"8"38"17"0"0,-6 5-3147 0 0,-2-1 0 0 0,-1 1-1 0 0,-2 0 1 0 0,-3-1-1 0 0,-1 0 1 0 0,-2 0-1 0 0,-15 43 1 0 0,24-84-771 0 0,0 1 1 0 0,0-1-1 0 0,-1 0 0 0 0,1 1 0 0 0,-1-1 1 0 0,1 0-1 0 0,-1 0 0 0 0,0 1 1 0 0,1-1-1 0 0,-1 0 0 0 0,0 0 1 0 0,0 0-1 0 0,0 0 0 0 0,0 0 0 0 0,-2 2 1 0 0,3-3-16 0 0,-1 0 1 0 0,1 0-1 0 0,-1-1 0 0 0,1 1 1 0 0,-1 0-1 0 0,1 0 0 0 0,0 0 1 0 0,-1-1-1 0 0,1 1 1 0 0,-1 0-1 0 0,1-1 0 0 0,0 1 1 0 0,-1 0-1 0 0,1-1 1 0 0,0 1-1 0 0,0 0 0 0 0,-1-1 1 0 0,1 1-1 0 0,0-1 0 0 0,0 1 1 0 0,-1 0-1 0 0,1-1 1 0 0,0 1-1 0 0,0-1 0 0 0,0 1 1 0 0,0-1-1 0 0,0 1 1 0 0,-1-2-1 0 0,-5-47 234 0 0,5 15-317 0 0,2-1 0 0 0,2 1 0 0 0,1 0 0 0 0,2-1-1 0 0,1 2 1 0 0,1-1 0 0 0,2 1 0 0 0,15-34 0 0 0,-24 66 62 0 0,-1 0-1 0 0,0 0 1 0 0,1 0-1 0 0,-1 0 1 0 0,1-1 0 0 0,0 1-1 0 0,-1 0 1 0 0,1 0-1 0 0,0 0 1 0 0,-1 0-1 0 0,1 1 1 0 0,0-1 0 0 0,0 0-1 0 0,0 0 1 0 0,0 0-1 0 0,0 1 1 0 0,0-1 0 0 0,0 0-1 0 0,0 1 1 0 0,0-1-1 0 0,0 1 1 0 0,0-1 0 0 0,1 1-1 0 0,-1 0 1 0 0,0-1-1 0 0,2 1 1 0 0,-2 0 1 0 0,1 1 0 0 0,0-1 0 0 0,-1 1 0 0 0,1 0 1 0 0,-1 0-1 0 0,1-1 0 0 0,-1 1 0 0 0,0 0 0 0 0,1 0 0 0 0,-1 0 1 0 0,0 0-1 0 0,0 1 0 0 0,0-1 0 0 0,0 0 0 0 0,0 0 0 0 0,2 3 0 0 0,1 3 3 0 0,1 1 0 0 0,-2-1 0 0 0,1 1 0 0 0,-1 0-1 0 0,0-1 1 0 0,-1 1 0 0 0,2 9 0 0 0,-3-7 15 0 0,-1 0 0 0 0,0 1 0 0 0,-1-1 0 0 0,0 0 0 0 0,-4 15 1 0 0,3-19 14 0 0,0 1 1 0 0,1-1-1 0 0,0 1 1 0 0,0-1-1 0 0,1 1 1 0 0,-1-1-1 0 0,2 1 1 0 0,-1-1-1 0 0,1 1 1 0 0,-1-1-1 0 0,2 1 1 0 0,-1-1-1 0 0,1 1 1 0 0,4 9-1 0 0,-3-13 1 0 0,0 1 0 0 0,0-1 1 0 0,0 0-1 0 0,0 0 0 0 0,1-1 0 0 0,0 1 0 0 0,-1-1 0 0 0,1 0 1 0 0,0 0-1 0 0,0 0 0 0 0,0 0 0 0 0,0 0 0 0 0,0-1 0 0 0,1 0 1 0 0,-1 0-1 0 0,0 0 0 0 0,1-1 0 0 0,6 1 0 0 0,8 1-29 0 0,1-2 0 0 0,31-2 0 0 0,-23-1-611 0 0,-1-1 1 0 0,-1-1-1 0 0,1-2 0 0 0,36-13 0 0 0,-32 1-1275 0 0,-17-1-3390 0 0,-10 11 2266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18.4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1 167 1008 0 0,'0'-1'326'0'0,"0"-1"0"0"0,-1 0 0 0 0,1 1 0 0 0,0-1 0 0 0,0 0-1 0 0,0 1 1 0 0,1-1 0 0 0,-1 1 0 0 0,0-1 0 0 0,0 0 0 0 0,1 1 0 0 0,-1-1 0 0 0,1 1 0 0 0,0-1 0 0 0,-1 1-1 0 0,1-1 1 0 0,0 1 0 0 0,2-3 0 0 0,-3 4-177 0 0,1 0 0 0 0,0 0 0 0 0,0 1-1 0 0,0-1 1 0 0,0 0 0 0 0,-1 0 0 0 0,1 1 0 0 0,0-1-1 0 0,0 0 1 0 0,0 1 0 0 0,-1-1 0 0 0,1 1 0 0 0,0-1 0 0 0,-1 1-1 0 0,1-1 1 0 0,0 1 0 0 0,-1 0 0 0 0,1-1 0 0 0,-1 1-1 0 0,1 0 1 0 0,-1-1 0 0 0,1 1 0 0 0,-1 0 0 0 0,1 0-1 0 0,32 62 2130 0 0,-21-30-1273 0 0,14 60 0 0 0,-21-69-540 0 0,1 0 0 0 0,1-1 0 0 0,1 1 1 0 0,1-2-1 0 0,22 42 0 0 0,-30-63-442 0 0,0-1 0 0 0,-1 1 0 0 0,1-1 0 0 0,0 0 0 0 0,0 1 0 0 0,-1-1 0 0 0,1 0 0 0 0,0 1 0 0 0,0-1 0 0 0,0 0 0 0 0,-1 0 0 0 0,1 0-1 0 0,0 0 1 0 0,0 0 0 0 0,0 0 0 0 0,0 0 0 0 0,-1 0 0 0 0,1 0 0 0 0,0 0 0 0 0,0 0 0 0 0,0 0 0 0 0,-1-1 0 0 0,1 1 0 0 0,0 0 0 0 0,0 0 0 0 0,0-1 0 0 0,-1 1 0 0 0,1-1 0 0 0,0 1 0 0 0,-1-1 0 0 0,1 1 0 0 0,0-1 0 0 0,-1 1 0 0 0,1-1 0 0 0,-1 0 0 0 0,1 1 0 0 0,-1-1 0 0 0,1 0 0 0 0,-1 1-1 0 0,1-1 1 0 0,-1-1 0 0 0,24-30 181 0 0,-8 2-229 0 0,-2-1 0 0 0,-1 0 1 0 0,-1-1-1 0 0,-2-1 0 0 0,11-59 0 0 0,-11 49-1089 0 0,1 0-1 0 0,25-64 1 0 0,-35 105 840 0 0,0-1 0 0 0,1 1 1 0 0,-1 0-1 0 0,1-1 0 0 0,-1 1 1 0 0,1 0-1 0 0,0 0 0 0 0,0 0 1 0 0,0 0-1 0 0,3-2 0 0 0,17-4-6442 0 0,-12 7 3368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18.8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0 824 0 0,'0'0'956'0'0,"-2"24"3260"0"0,3-9-3719 0 0,0-1 1 0 0,2 1 0 0 0,0-1-1 0 0,7 20 1 0 0,-7-23-308 0 0,1 0 0 0 0,-1 0 0 0 0,-1 0 0 0 0,0 0 0 0 0,-1 0 1 0 0,0 1-1 0 0,0-1 0 0 0,-2 17 0 0 0,-11 20 714 0 0,8-34-238 0 0,1-1 0 0 0,0 1 0 0 0,-1 25 0 0 0,4-38-622 0 0,1 0 1 0 0,-1 0-1 0 0,0 0 1 0 0,1-1-1 0 0,0 1 1 0 0,-1 0-1 0 0,1 0 0 0 0,0-1 1 0 0,-1 1-1 0 0,1 0 1 0 0,0-1-1 0 0,0 1 1 0 0,-1-1-1 0 0,1 1 1 0 0,0-1-1 0 0,0 1 1 0 0,0-1-1 0 0,0 0 1 0 0,0 1-1 0 0,0-1 1 0 0,-1 0-1 0 0,1 0 1 0 0,0 0-1 0 0,0 0 1 0 0,0 1-1 0 0,0-1 1 0 0,0 0-1 0 0,0-1 1 0 0,0 1-1 0 0,0 0 1 0 0,1 0-1 0 0,38-3 188 0 0,-36 2-178 0 0,139-25 64 0 0,15-2-1329 0 0,-85 13-1194 0 0,-27 3-3231 0 0,-25 9 2070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19.2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86 392 0 0,'0'0'1400'0'0,"-14"-27"7562"0"0,20 23-8907 0 0,1 0-1 0 0,1 1 1 0 0,-1 0 0 0 0,0 0 0 0 0,1 1 0 0 0,0 0 0 0 0,-1 0 0 0 0,1 1 0 0 0,0 0 0 0 0,0 0-1 0 0,11 1 1 0 0,14-3-517 0 0,200-23-6151 0 0,-184 22 4172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19.5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1 234 616 0 0,'6'-4'1160'0'0,"-1"1"0"0"0,1-1 0 0 0,-1 0 0 0 0,0 0 0 0 0,10-9 0 0 0,-11 8-918 0 0,0 1-1 0 0,1-1 0 0 0,0 1 0 0 0,0 1 1 0 0,0-1-1 0 0,1 1 0 0 0,10-5 0 0 0,11-1-434 0 0,1 2 0 0 0,0 1-1 0 0,0 2 1 0 0,45-3 0 0 0,54 5-4471 0 0,-86 2 2480 0 0</inkml:trace>
  <inkml:trace contextRef="#ctx0" brushRef="#br0" timeOffset="1">859 144 764 0 0,'16'-4'1813'0'0,"0"0"0"0"0,0-1 0 0 0,0-1 0 0 0,16-7 0 0 0,-13 4-1142 0 0,1 1 0 0 0,27-6 0 0 0,162-24-1064 0 0,-29 7-6017 0 0,-125 20 3575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19.9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1187 28 432 0 0,'0'-1'255'0'0,"0"0"0"0"0,0 0 0 0 0,0-1 0 0 0,0 1 0 0 0,0 0 0 0 0,0 0 0 0 0,1 0 0 0 0,-1 1 0 0 0,0-1 0 0 0,0 0 0 0 0,1 0 0 0 0,-1 0 0 0 0,1 0 0 0 0,-1 0 0 0 0,1 0 0 0 0,0 0 0 0 0,-1 0 0 0 0,1 1 0 0 0,0-1 0 0 0,-1 0 0 0 0,1 1 0 0 0,0-1 0 0 0,0 0 0 0 0,0 1 0 0 0,-1-1 0 0 0,1 1 0 0 0,1-1 0 0 0,1 0 34 0 0,0 0 0 0 0,0 1 0 0 0,0-1 0 0 0,0 1 0 0 0,0-1 0 0 0,0 1 0 0 0,0 0 1 0 0,0 1-1 0 0,5 0 0 0 0,7 2 130 0 0,0 0 0 0 0,26 11 1 0 0,-35-12-34 0 0,12 6-123 0 0,-1 0-1 0 0,1 1 0 0 0,-1 1 1 0 0,-1 1-1 0 0,0 0 1 0 0,0 1-1 0 0,-1 1 0 0 0,-1 0 1 0 0,0 2-1 0 0,0-1 1 0 0,20 32-1 0 0,-7-5 354 0 0,-1 2 0 0 0,-3 1 0 0 0,27 71 0 0 0,-36-79-364 0 0,-3 1-1 0 0,-1 1 0 0 0,-2 0 1 0 0,-1 1-1 0 0,-2-1 1 0 0,-2 1-1 0 0,-1 0 0 0 0,-2 0 1 0 0,-2 0-1 0 0,-1 0 1 0 0,-3 0-1 0 0,0-1 0 0 0,-3 0 1 0 0,-1 0-1 0 0,-16 36 1 0 0,13-46-107 0 0,0-1 0 0 0,-3 0-1 0 0,0-2 1 0 0,-1 0 0 0 0,-33 36 0 0 0,13-22-6 0 0,-2-1 0 0 0,-53 41 0 0 0,48-48-295 0 0,-1-1 0 0 0,-2-2 0 0 0,0-3 1 0 0,-55 22-1 0 0,-211 56-1725 0 0,-42-31-2229 0 0,115-47-3280 0 0,80-17 2401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38.3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85 320 0 0,'-13'-17'3290'0'0,"11"15"-2978"0"0,1 1-1 0 0,-1-1 0 0 0,1 1 0 0 0,0-1 1 0 0,0 0-1 0 0,-1 1 0 0 0,1-1 0 0 0,0 0 1 0 0,1 0-1 0 0,-1 0 0 0 0,0 0 1 0 0,1 0-1 0 0,-2-2 0 0 0,2 2-215 0 0,0 1-1 0 0,-1 0 1 0 0,1-1 0 0 0,0 1-1 0 0,0 0 1 0 0,0-1 0 0 0,0 1-1 0 0,0 0 1 0 0,0-1 0 0 0,0 1-1 0 0,1 0 1 0 0,-1-1-1 0 0,0 1 1 0 0,1 0 0 0 0,-1 0-1 0 0,1-1 1 0 0,-1 1 0 0 0,1 0-1 0 0,-1 0 1 0 0,1 0 0 0 0,0 0-1 0 0,0 0 1 0 0,0 0 0 0 0,0 0-1 0 0,-1 0 1 0 0,1 0 0 0 0,2-1-1 0 0,0 1-9 0 0,0 0 0 0 0,-1 0 1 0 0,1 0-1 0 0,0 0 0 0 0,0 1 0 0 0,-1 0 0 0 0,1-1 0 0 0,0 1 1 0 0,0 0-1 0 0,0 0 0 0 0,0 1 0 0 0,4 0 0 0 0,11 3 70 0 0,0 1-1 0 0,0 0 1 0 0,19 9 0 0 0,-31-11-11 0 0,43 20 94 0 0,-2 2-1 0 0,0 3 1 0 0,-2 1 0 0 0,55 47-1 0 0,-65-47-138 0 0,-2 2 0 0 0,-1 1-1 0 0,-2 1 1 0 0,-1 2 0 0 0,-1 1 0 0 0,-3 1-1 0 0,0 2 1 0 0,-3 0 0 0 0,-1 1-1 0 0,-2 1 1 0 0,21 70 0 0 0,-19-40 100 0 0,-4 1 0 0 0,-3 1 1 0 0,-3 0-1 0 0,-3 1 0 0 0,-4 0 1 0 0,-5 95-1 0 0,-8-16 525 0 0,-5 156 1135 0 0,14-226-804 0 0,19 139 0 0 0,-11-161-633 0 0,-2-11-8 0 0,3 0-1 0 0,1 0 1 0 0,22 59-1 0 0,3-13 133 0 0,31 74 344 0 0,-51-136-722 0 0,-9-19-81 0 0,0-1 0 0 0,1 0 0 0 0,10 14 0 0 0,-14-24 462 0 0,16 20-4290 0 0,-18-50-7395 0 0,-2 15 7072 0 0,0 0 308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39.1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0 180 0 0,'0'0'7713'0'0,"0"15"-4796"0"0,-16 39-226 0 0,12-45-2207 0 0,0 1 0 0 0,1 0-1 0 0,0 0 1 0 0,1 0 0 0 0,0 0 0 0 0,-1 11 0 0 0,3-18-368 0 0,0-1 0 0 0,0 1 1 0 0,0-1-1 0 0,0 1 0 0 0,1 0 1 0 0,-1-1-1 0 0,1 1 0 0 0,0-1 0 0 0,-1 1 1 0 0,1-1-1 0 0,0 1 0 0 0,0-1 1 0 0,1 0-1 0 0,-1 1 0 0 0,0-1 1 0 0,1 0-1 0 0,3 4 0 0 0,-2-4-42 0 0,0 0-1 0 0,0 0 1 0 0,0-1-1 0 0,1 1 1 0 0,-1-1-1 0 0,1 0 1 0 0,-1 0-1 0 0,1 0 1 0 0,-1 0-1 0 0,1 0 1 0 0,0-1-1 0 0,-1 1 1 0 0,7-1-1 0 0,71-3 363 0 0,-1-3 0 0 0,0-4 0 0 0,108-27 0 0 0,-91 17-214 0 0,153-29-283 0 0,-249 49-17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39.4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1018 0 180 0 0,'0'0'4196'0'0,"21"39"13"0"0,-6-17-3245 0 0,2 0 0 0 0,28 30 1 0 0,16 19 170 0 0,-52-60-960 0 0,-1 1 0 0 0,-1 0 0 0 0,0 0 0 0 0,0 1 1 0 0,-1 0-1 0 0,-1 0 0 0 0,0 1 0 0 0,5 21 0 0 0,-9-28-121 0 0,-1 1 1 0 0,1-1-1 0 0,-1 0 1 0 0,-1 1-1 0 0,0-1 1 0 0,0 0-1 0 0,0 1 0 0 0,-1-1 1 0 0,0 0-1 0 0,0 0 1 0 0,0 0-1 0 0,-1 0 1 0 0,-1 0-1 0 0,1-1 1 0 0,-1 0-1 0 0,0 1 0 0 0,0-1 1 0 0,-7 6-1 0 0,-3 5-41 0 0,-2-2 0 0 0,0 0 1 0 0,-1-1-1 0 0,0-1 0 0 0,-1 0 0 0 0,0-1 0 0 0,-1-1 0 0 0,-32 13 0 0 0,0-3-354 0 0,-1-3 0 0 0,-67 15 1 0 0,31-14-1015 0 0,-175 18-1 0 0,249-36 1220 0 0,-267 19-5466 0 0,138-21 2300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55.1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31 412 308 0 0,'-30'-34'17179'0'0,"33"43"-17181"0"0,1-1 1 0 0,0 1-1 0 0,0-1 1 0 0,1 0-1 0 0,0-1 0 0 0,1 1 1 0 0,0-1-1 0 0,7 8 0 0 0,22 31 142 0 0,6 14 265 0 0,3-2 1 0 0,62 64-1 0 0,-103-119-320 0 0,0 0 1 0 0,0 0 0 0 0,1-1 0 0 0,-1 1-1 0 0,1-1 1 0 0,-1 0 0 0 0,1 0-1 0 0,0 0 1 0 0,0 0 0 0 0,0-1-1 0 0,0 0 1 0 0,0 1 0 0 0,0-2 0 0 0,0 1-1 0 0,0 0 1 0 0,0-1 0 0 0,1 1-1 0 0,-1-1 1 0 0,0-1 0 0 0,0 1-1 0 0,0 0 1 0 0,1-1 0 0 0,-1 0 0 0 0,6-2-1 0 0,8-3 102 0 0,-1 0 1 0 0,0-2-1 0 0,0 0 0 0 0,18-13 0 0 0,602-398 2174 0 0,-457 300-1722 0 0,-89 61-350 0 0,1 7-21 0 0,-62 37-20 0 0,46-32-1 0 0,-62 38 507 0 0,-13 8-1020 0 0,0-1-1 0 0,-1 1 1 0 0,1-1-1 0 0,0 1 1 0 0,0 0-1 0 0,0-1 0 0 0,-1 1 1 0 0,1 0-1 0 0,0 0 1 0 0,0 0-1 0 0,0-1 1 0 0,0 1-1 0 0,0 0 1 0 0,-1 0-1 0 0,1 0 1 0 0,0 0-1 0 0,0 1 1 0 0,0-1-1 0 0,0 0 1 0 0,0 0-1 0 0,-1 0 0 0 0,1 1 1 0 0,0-1-1 0 0,0 0 1 0 0,0 1-1 0 0,-1-1 1 0 0,1 1-1 0 0,0-1 1 0 0,-1 1-1 0 0,2 0 1 0 0,-3 3-199 0 0,0-1 0 0 0,0 1 1 0 0,-1-1-1 0 0,1 0 0 0 0,-1 0 1 0 0,0 0-1 0 0,1 0 0 0 0,-1 0 1 0 0,-1 0-1 0 0,1 0 0 0 0,-3 2 1 0 0,-8 12-5045 0 0,-1-2 1368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6:59:55.9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64 908 404 0 0,'-4'-3'656'0'0,"-1"1"-1"0"0,1-1 1 0 0,0-1-1 0 0,1 1 1 0 0,-1-1 0 0 0,1 1-1 0 0,-1-1 1 0 0,1 0-1 0 0,0 0 1 0 0,0 0-1 0 0,1-1 1 0 0,0 1 0 0 0,-1-1-1 0 0,1 1 1 0 0,1-1-1 0 0,-1 0 1 0 0,-1-7-1 0 0,-4-5 2043 0 0,5 9 138 0 0,13 15-2380 0 0,19 19-155 0 0,-1 2 1 0 0,-2 0 0 0 0,-1 2-1 0 0,32 46 1 0 0,-1-2 199 0 0,-40-52-494 0 0,-10-12 302 0 0,2 1-1 0 0,0-1 0 0 0,0 0 0 0 0,15 12 0 0 0,-21-20-211 0 0,0 0 0 0 0,-1 0-1 0 0,1-1 1 0 0,0 1 0 0 0,0-1 0 0 0,0 1-1 0 0,0-1 1 0 0,1 0 0 0 0,-1 0 0 0 0,0-1-1 0 0,0 1 1 0 0,1-1 0 0 0,-1 1 0 0 0,0-1-1 0 0,1 0 1 0 0,-1 0 0 0 0,0-1 0 0 0,0 1-1 0 0,1-1 1 0 0,-1 1 0 0 0,0-1-1 0 0,6-3 1 0 0,12-5 110 0 0,-1-2 0 0 0,0 0 0 0 0,0-2 1 0 0,25-20-1 0 0,65-67 179 0 0,-54 48-216 0 0,83-58 169 0 0,-78 63-236 0 0,119-87-884 0 0,6 7-1 0 0,278-141 0 0 0,-252 157-3096 0 0,-32 17-4877 0 0,-89 45 2551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15.3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131 398 336 0 0,'0'19'6224'0'0,"0"67"-4473"0"0,0 271 2031 0 0,-6-300-352 0 0,-1-80-2795 0 0,-14-66 85 0 0,-10-109 1 0 0,21 122-542 0 0,1 8-35 0 0,1-80 0 0 0,8 119-118 0 0,1 0 0 0 0,1 0 0 0 0,2 0 0 0 0,1 1 0 0 0,12-39 0 0 0,-15 61-27 0 0,1 0-1 0 0,0-1 0 0 0,0 1 1 0 0,0 1-1 0 0,1-1 0 0 0,0 0 1 0 0,0 1-1 0 0,1 0 0 0 0,-1 0 1 0 0,1 0-1 0 0,0 1 0 0 0,0-1 1 0 0,1 1-1 0 0,-1 1 0 0 0,1-1 1 0 0,0 1-1 0 0,0 0 0 0 0,0 0 1 0 0,0 0-1 0 0,1 1 0 0 0,-1 0 1 0 0,1 0-1 0 0,-1 1 0 0 0,1 0 1 0 0,0 0-1 0 0,0 0 0 0 0,8 1 1 0 0,-9 0-10 0 0,1 1 0 0 0,0-1 0 0 0,-1 1 0 0 0,1 0 0 0 0,-1 1 0 0 0,1-1 0 0 0,-1 1 0 0 0,0 1 0 0 0,0-1 0 0 0,0 1 0 0 0,0 0 0 0 0,0 0 0 0 0,-1 1 0 0 0,1 0 0 0 0,-1 0 0 0 0,0 0 0 0 0,0 1 1 0 0,0-1-1 0 0,-1 1 0 0 0,1 0 0 0 0,-1 0 0 0 0,-1 1 0 0 0,1-1 0 0 0,-1 1 0 0 0,0 0 0 0 0,0 0 0 0 0,3 11 0 0 0,-4-8-11 0 0,-1-1 0 0 0,0 1 0 0 0,0 0 0 0 0,-1-1 0 0 0,0 1 0 0 0,-1 0 1 0 0,0-1-1 0 0,0 1 0 0 0,-1-1 0 0 0,0 1 0 0 0,-1-1 0 0 0,1 0 0 0 0,-2 0 0 0 0,-5 11 0 0 0,0-1-18 0 0,-2 0 0 0 0,0 0-1 0 0,0-1 1 0 0,-26 27 0 0 0,7-16 0 0 0,0-1 0 0 0,-1-2 0 0 0,-49 29 0 0 0,-8 7-72 0 0,87-60 107 0 0,1-1 0 0 0,-1 1 1 0 0,0-1-1 0 0,1 1 0 0 0,-1-1 0 0 0,0 1 1 0 0,1-1-1 0 0,-1 1 0 0 0,1-1 0 0 0,-1 1 1 0 0,1 0-1 0 0,-1-1 0 0 0,1 1 0 0 0,0 0 1 0 0,-1 0-1 0 0,1-1 0 0 0,0 1 0 0 0,-1 0 0 0 0,1 0 1 0 0,0-1-1 0 0,0 1 0 0 0,0 0 0 0 0,0 0 1 0 0,0 0-1 0 0,0-1 0 0 0,0 1 0 0 0,0 0 1 0 0,0 1-1 0 0,1 0 1 0 0,0-1 1 0 0,0 1-1 0 0,0-1 1 0 0,0 1-1 0 0,0-1 0 0 0,0 0 1 0 0,0 0-1 0 0,1 1 1 0 0,-1-1-1 0 0,0 0 0 0 0,1 0 1 0 0,2 2-1 0 0,57 23-8 0 0,-53-24-2 0 0,76 26-129 0 0,2-4 0 0 0,0-3 0 0 0,1-4-1 0 0,111 6 1 0 0,-180-23 30 0 0,0 0-1 0 0,0-2 1 0 0,0 0 0 0 0,-1-1-1 0 0,1 0 1 0 0,-1-2 0 0 0,0 0-1 0 0,0-1 1 0 0,0 0-1 0 0,-1-2 1 0 0,0 0 0 0 0,0-1-1 0 0,-1 0 1 0 0,0-1-1 0 0,23-21 1 0 0,-26 20 74 0 0,0 0 0 0 0,-1-1-1 0 0,0 0 1 0 0,-1-1 0 0 0,0 0-1 0 0,-1 0 1 0 0,0-1 0 0 0,-1-1 0 0 0,-1 0-1 0 0,0 0 1 0 0,-1 0 0 0 0,-1 0 0 0 0,0-1-1 0 0,-1 0 1 0 0,-1 0 0 0 0,0 0 0 0 0,0-23-1 0 0,-9 18 192 0 0,6 20-148 0 0,-1 1 0 0 0,1-1 1 0 0,-1 1-1 0 0,1 0 0 0 0,-1-1 1 0 0,1 1-1 0 0,-1 0 0 0 0,1 0 1 0 0,-1-1-1 0 0,1 1 1 0 0,-1 0-1 0 0,0 0 0 0 0,1 0 1 0 0,-1 0-1 0 0,1 0 0 0 0,-1 0 1 0 0,0 0-1 0 0,1 0 0 0 0,-1 0 1 0 0,1 0-1 0 0,-1 0 0 0 0,1 0 1 0 0,-2 1-1 0 0,-2 0 3 0 0,1 1 0 0 0,0-1 0 0 0,0 1 0 0 0,-1 0 0 0 0,1 1 0 0 0,0-1 0 0 0,1 0 0 0 0,-1 1 0 0 0,-5 5 0 0 0,1 1 8 0 0,0 1 0 0 0,1 0 1 0 0,0 0-1 0 0,0 1 0 0 0,1-1 0 0 0,1 1 1 0 0,0 0-1 0 0,0 1 0 0 0,1-1 1 0 0,0 1-1 0 0,1-1 0 0 0,-1 17 1 0 0,1 16 11 0 0,2 1 0 0 0,6 43-1 0 0,-2-22-4 0 0,-3-55-22 0 0,3 43-27 0 0,-2-1 0 0 0,-3 1 0 0 0,-2 0 0 0 0,-16 89 0 0 0,17-136-100 0 0,1-1-1 0 0,-1 0 0 0 0,0 0 0 0 0,-1 0 1 0 0,1 0-1 0 0,-1-1 0 0 0,-1 1 1 0 0,1-1-1 0 0,-1 1 0 0 0,1-1 0 0 0,-2 0 1 0 0,-7 7-1 0 0,9-10-33 0 0,1 0-1 0 0,-1-1 0 0 0,0 1 1 0 0,0 0-1 0 0,0-1 1 0 0,-1 0-1 0 0,1 0 1 0 0,0 0-1 0 0,0 0 0 0 0,-1-1 1 0 0,1 1-1 0 0,-1-1 1 0 0,1 0-1 0 0,0 0 1 0 0,-1 0-1 0 0,1 0 1 0 0,0 0-1 0 0,-1-1 0 0 0,1 0 1 0 0,0 0-1 0 0,-1 0 1 0 0,1 0-1 0 0,0 0 1 0 0,-6-4-1 0 0,-35-18-4004 0 0,22 5 1776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15.7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1 860 328 0 0,'0'-2'155'0'0,"0"-1"1"0"0,1 0-1 0 0,-1 0 0 0 0,1 0 0 0 0,-1 0 1 0 0,1 0-1 0 0,0 1 0 0 0,0-1 0 0 0,0 0 1 0 0,0 1-1 0 0,1-1 0 0 0,1-2 0 0 0,1 0 36 0 0,0 1-1 0 0,0-1 0 0 0,0 1 0 0 0,1 1 0 0 0,-1-1 1 0 0,1 1-1 0 0,0-1 0 0 0,0 1 0 0 0,8-3 0 0 0,10-4 310 0 0,0 2 0 0 0,45-11 0 0 0,-50 15-287 0 0,249-43 1452 0 0,-13 3-1976 0 0,-211 33-1649 0 0,77-31 1 0 0,-77 24 47 0 0</inkml:trace>
  <inkml:trace contextRef="#ctx0" brushRef="#br0" timeOffset="1">1267 85 1000 0 0,'1'-4'3533'0'0,"4"-12"-2037"0"0,3 11-1107 0 0,-1 1 0 0 0,1 0 0 0 0,-1 0 0 0 0,1 1 0 0 0,0 0 0 0 0,0 0 0 0 0,0 1 0 0 0,16-3 0 0 0,75-4 549 0 0,-77 8-618 0 0,93-7 219 0 0,24-2-1582 0 0,-48 7-4503 0 0,-72 4 2880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16.0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12 121 400 0 0,'-11'13'1662'0'0,"12"-7"273"0"0,28-6 92 0 0,-22 0-2251 0 0,281-31 2263 0 0,-241 22-2916 0 0,0-1 0 0 0,-1-3 0 0 0,0-2 0 0 0,47-22 0 0 0,-44 12-1065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16.4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247 118 764 0 0,'-15'15'6878'0'0,"-19"18"-6142"0"0,20-14-349 0 0,1 0-1 0 0,0 1 1 0 0,2 0-1 0 0,0 1 1 0 0,2 0 0 0 0,0 0-1 0 0,1 1 1 0 0,-7 36-1 0 0,12-49-311 0 0,2 1-1 0 0,-1-1 0 0 0,2 1 0 0 0,-1 0 0 0 0,1 0 0 0 0,1-1 0 0 0,-1 1 1 0 0,2 0-1 0 0,-1-1 0 0 0,2 1 0 0 0,-1-1 0 0 0,1 1 0 0 0,0-1 0 0 0,1 0 0 0 0,0 0 1 0 0,1-1-1 0 0,0 1 0 0 0,0-1 0 0 0,0 0 0 0 0,1 0 0 0 0,1-1 0 0 0,-1 0 0 0 0,8 7 1 0 0,-6-7-45 0 0,1 0 0 0 0,-1-1 1 0 0,1 0-1 0 0,0 0 0 0 0,0-1 1 0 0,1 0-1 0 0,0-1 0 0 0,0 0 1 0 0,0 0-1 0 0,0-1 1 0 0,0 0-1 0 0,1-1 0 0 0,-1 0 1 0 0,1-1-1 0 0,-1 0 0 0 0,1-1 1 0 0,0 0-1 0 0,0-1 0 0 0,-1 0 1 0 0,1 0-1 0 0,-1-1 0 0 0,1 0 1 0 0,-1-1-1 0 0,0-1 0 0 0,0 1 1 0 0,0-2-1 0 0,0 1 1 0 0,-1-1-1 0 0,0-1 0 0 0,0 0 1 0 0,10-8-1 0 0,-10 5-15 0 0,-1 0 0 0 0,1-1 0 0 0,-2 0 0 0 0,1 0 0 0 0,-2-1 1 0 0,1 0-1 0 0,-1 0 0 0 0,-1-1 0 0 0,0 1 0 0 0,-1-1 0 0 0,0 0 0 0 0,-1-1 0 0 0,0 1 0 0 0,-1 0 0 0 0,0-1 0 0 0,-1 0 1 0 0,-1-15-1 0 0,0 6-4 0 0,-1 1 0 0 0,-1-1 0 0 0,0 1 0 0 0,-2 0 0 0 0,-1 0-1 0 0,-1 0 1 0 0,0 1 0 0 0,-2-1 0 0 0,-13-26 0 0 0,14 36-109 0 0,0 1-1 0 0,-1-1 1 0 0,0 2-1 0 0,0-1 1 0 0,-1 1-1 0 0,0 0 1 0 0,-1 1-1 0 0,0 0 1 0 0,0 1-1 0 0,-1 0 1 0 0,0 1-1 0 0,0 0 1 0 0,-1 0-1 0 0,1 1 0 0 0,-1 1 1 0 0,-24-6-1 0 0,-2 1-1358 0 0,0 3-1 0 0,-1 1 0 0 0,0 2 1 0 0,-48 2-1 0 0,-5 5-1932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32.7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87 156 0 0,'0'0'12142'0'0,"3"-2"-11647"0"0,13-5-249 0 0,0 0 1 0 0,1 1 0 0 0,-1 1 0 0 0,1 1 0 0 0,0 0 0 0 0,1 1-1 0 0,29-1 1 0 0,-9-1-53 0 0,47-8-40 0 0,121-12-794 0 0,-176 23-698 0 0,0 2 0 0 0,43 6-1 0 0,-56-1-3835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33.0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48 56 0 0,'-17'12'5456'0'0,"28"-13"-1032"0"0,5-4-5224 0 0,63-10 372 0 0,97-7 1 0 0,-78 12-3634 0 0,-51 3 1685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33.4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46 980 0 0,'2'-4'685'0'0,"-1"-1"-1"0"0,1 1 1 0 0,0 0-1 0 0,0 0 1 0 0,1 0-1 0 0,-1 0 1 0 0,1 0-1 0 0,0 0 1 0 0,6-5 779 0 0,-6 12-709 0 0,7 7-376 0 0,-2-1 0 0 0,1 1 0 0 0,-1 0 0 0 0,-1 0 0 0 0,0 1 0 0 0,0 0 0 0 0,-1 1 0 0 0,0-1 0 0 0,-1 1 0 0 0,4 14 1 0 0,33 137 1808 0 0,-34-129-1847 0 0,1 22-208 0 0,-3 0 0 0 0,-2 1 0 0 0,-3-1 0 0 0,-8 81-1 0 0,6-113-454 0 0,0 34-2611 0 0,14-76-4868 0 0,-5 0 4610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33.7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159 13 436 0 0,'1'-1'134'0'0,"-1"1"-1"0"0,0-1 1 0 0,0 0 0 0 0,1 1-1 0 0,-1-1 1 0 0,0 0 0 0 0,1 1-1 0 0,-1-1 1 0 0,0 1 0 0 0,1-1-1 0 0,-1 0 1 0 0,1 1 0 0 0,-1-1-1 0 0,1 1 1 0 0,-1 0 0 0 0,1-1-1 0 0,0 1 1 0 0,-1-1 0 0 0,1 1-1 0 0,0 0 1 0 0,-1-1 0 0 0,1 1-1 0 0,0 0 1 0 0,-1 0 0 0 0,1 0-1 0 0,0-1 1 0 0,-1 1 0 0 0,1 0-1 0 0,0 0 1 0 0,-1 0 0 0 0,1 0-1 0 0,0 0 1 0 0,0 0 0 0 0,-1 1 0 0 0,1-1-1 0 0,0 0 1 0 0,-1 0 0 0 0,1 0-1 0 0,0 1 1 0 0,-1-1 0 0 0,1 0-1 0 0,0 1 1 0 0,-1-1 0 0 0,1 0-1 0 0,-1 1 1 0 0,1-1 0 0 0,-1 1-1 0 0,1-1 1 0 0,-1 1 0 0 0,1-1-1 0 0,-1 1 1 0 0,1-1 0 0 0,-1 1-1 0 0,1 0 1 0 0,-1-1 0 0 0,0 1-1 0 0,0 0 1 0 0,1 0 0 0 0,27 56 956 0 0,-17-31-148 0 0,21 29-112 0 0,33 78 1 0 0,-58-114-1337 0 0,0 0 0 0 0,-1 1 0 0 0,-1-1 0 0 0,-1 1 0 0 0,-1 1-1 0 0,0-1 1 0 0,-2 0 0 0 0,-1 25 0 0 0,-3-16-2319 0 0,-6-7 217 0 0</inkml:trace>
  <inkml:trace contextRef="#ctx0" brushRef="#br0" timeOffset="1">74 387 9337 0 0,'-11'-6'120'0'0,"5"3"19"0"0,0 0 0 0 0,0 0 1 0 0,0-1-1 0 0,0 0 0 0 0,1 0 0 0 0,0-1 1 0 0,0 1-1 0 0,0-1 0 0 0,-7-9 1 0 0,12 13-129 0 0,0 0 1 0 0,0 0 0 0 0,0 0 0 0 0,0 0 0 0 0,0 0-1 0 0,0 0 1 0 0,1 0 0 0 0,-1 0 0 0 0,0 1-1 0 0,0-1 1 0 0,1 0 0 0 0,-1 0 0 0 0,1 0 0 0 0,-1 0-1 0 0,1 0 1 0 0,-1 1 0 0 0,1-1 0 0 0,0 0 0 0 0,-1 0-1 0 0,1 1 1 0 0,0-1 0 0 0,-1 0 0 0 0,1 1-1 0 0,0-1 1 0 0,0 1 0 0 0,0-1 0 0 0,-1 1 0 0 0,1 0-1 0 0,0-1 1 0 0,2 0 0 0 0,31-12 94 0 0,-31 12-89 0 0,68-19-420 0 0,1 4 0 0 0,105-9 0 0 0,1-1-1537 0 0,-73 5-2113 0 0,-55 8 1725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34.4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0 242 400 0 0,'4'-11'6319'0'0,"4"37"-4507"0"0,7 45-937 0 0,48 209 1599 0 0,-57-254-2236 0 0,-1 0-1 0 0,-1 0 0 0 0,-2 1 0 0 0,-1 33 281 0 0,-8-95-358 0 0,-59-414-712 0 0,63 434 518 0 0,2-1 0 0 0,0 0 0 0 0,0 1-1 0 0,2-1 1 0 0,0 0 0 0 0,1 0 0 0 0,5-22 0 0 0,-6 33 24 0 0,1 0 1 0 0,0 1 0 0 0,0-1 0 0 0,1 0 0 0 0,0 1-1 0 0,-1-1 1 0 0,1 1 0 0 0,0 0 0 0 0,1 0-1 0 0,-1 0 1 0 0,1 1 0 0 0,0-1 0 0 0,0 1-1 0 0,0 0 1 0 0,0 0 0 0 0,1 0 0 0 0,-1 1 0 0 0,1-1-1 0 0,-1 1 1 0 0,1 0 0 0 0,0 0 0 0 0,0 1-1 0 0,0 0 1 0 0,0 0 0 0 0,0 0 0 0 0,6 0-1 0 0,0 0-5 0 0,1 0 0 0 0,-1 1 0 0 0,0 1 0 0 0,1 0 0 0 0,-1 0 0 0 0,0 1 0 0 0,0 1 0 0 0,0 0 0 0 0,15 6 0 0 0,-18-6-15 0 0,0 0-1 0 0,-1 1 1 0 0,0 0-1 0 0,0 0 1 0 0,0 1-1 0 0,0-1 1 0 0,-1 1-1 0 0,0 1 1 0 0,0-1 0 0 0,0 1-1 0 0,-1 0 1 0 0,1 1-1 0 0,6 12 1 0 0,-10-15 16 0 0,0 0-1 0 0,-1 1 1 0 0,0-1 0 0 0,0 1 0 0 0,0-1 0 0 0,0 1-1 0 0,-1 0 1 0 0,0-1 0 0 0,0 1 0 0 0,0 0-1 0 0,0-1 1 0 0,-1 1 0 0 0,0 0 0 0 0,0-1 0 0 0,0 1-1 0 0,-1-1 1 0 0,1 0 0 0 0,-1 1 0 0 0,0-1 0 0 0,0 0-1 0 0,-1 0 1 0 0,1 0 0 0 0,-6 6 0 0 0,-7 9-16 0 0,-1 0 1 0 0,-1-1-1 0 0,-23 20 1 0 0,25-24 15 0 0,-62 46-47 0 0,60-48 47 0 0,0 0 0 0 0,0 2 0 0 0,1-1 0 0 0,1 2 0 0 0,-27 32 0 0 0,41-45 14 0 0,0-1 0 0 0,0 1 0 0 0,0 0 0 0 0,-1 0 0 0 0,2-1 0 0 0,-1 1 0 0 0,0 0 0 0 0,0 0 0 0 0,1 0 0 0 0,-1 0 0 0 0,1 0-1 0 0,-1 0 1 0 0,1 0 0 0 0,0 0 0 0 0,0 0 0 0 0,0 0 0 0 0,0 0 0 0 0,0 0 0 0 0,0 0 0 0 0,0 0 0 0 0,1 0 0 0 0,-1 0 0 0 0,2 2 0 0 0,-1-2 0 0 0,1 1 0 0 0,0-1 0 0 0,0 0 0 0 0,0 0 0 0 0,0 0 0 0 0,0 0 0 0 0,0 0 0 0 0,0-1 0 0 0,1 1 0 0 0,-1-1 0 0 0,1 1 0 0 0,-1-1 1 0 0,1 0-1 0 0,3 2 0 0 0,10 1 0 0 0,1 0 1 0 0,-1 0 0 0 0,0-2-1 0 0,22 1 1 0 0,18-2-144 0 0,-1-2-1 0 0,1-3 0 0 0,-1-2 1 0 0,0-3-1 0 0,-1-2 1 0 0,0-2-1 0 0,-1-3 1 0 0,0-2-1 0 0,-2-2 1 0 0,0-3-1 0 0,64-38 1 0 0,-95 47 132 0 0,0-1 0 0 0,-1 0 1 0 0,0-1-1 0 0,-2-2 0 0 0,0 1 1 0 0,0-2-1 0 0,-2 0 0 0 0,-1-1 1 0 0,0-1-1 0 0,-1 0 0 0 0,-2-1 0 0 0,0 0 1 0 0,-1 0-1 0 0,-1-2 0 0 0,-1 1 1 0 0,5-30-1 0 0,-11 47 36 0 0,7-46 333 0 0,-9 50-333 0 0,1 0 0 0 0,-1 0 0 0 0,0 0 0 0 0,0 0 0 0 0,0 0-1 0 0,0 0 1 0 0,0 0 0 0 0,0 1 0 0 0,0-1 0 0 0,-1 0 0 0 0,1 0 0 0 0,-1 0 0 0 0,0 0 0 0 0,1 0-1 0 0,-1 1 1 0 0,0-1 0 0 0,0 0 0 0 0,0 1 0 0 0,0-1 0 0 0,0 1 0 0 0,-2-3 0 0 0,-1 4-7 0 0,0 1 1 0 0,0-1-1 0 0,0 1 1 0 0,0 0-1 0 0,0 0 1 0 0,0 0 0 0 0,0 0-1 0 0,1 1 1 0 0,-1-1-1 0 0,0 1 1 0 0,1 0-1 0 0,-1 0 1 0 0,-3 4 0 0 0,-5 4 9 0 0,1 0 1 0 0,0 0 0 0 0,0 1-1 0 0,1 1 1 0 0,1-1-1 0 0,0 2 1 0 0,1-1 0 0 0,0 1-1 0 0,1 1 1 0 0,0-1 0 0 0,-9 29-1 0 0,6-10 12 0 0,2 0-1 0 0,1 1 0 0 0,1 0 1 0 0,-2 48-1 0 0,9-34-234 0 0,2-1 0 0 0,2 0-1 0 0,3 0 1 0 0,20 73 0 0 0,-9-38-1690 0 0,-19-80 1786 0 0,1 0 0 0 0,-1-1 0 0 0,0 1 0 0 0,0 0 0 0 0,0 0 0 0 0,0 0 0 0 0,0-1 0 0 0,0 1 0 0 0,0 0 0 0 0,0 0 0 0 0,0 0 1 0 0,0-1-1 0 0,-1 1 0 0 0,1 0 0 0 0,0 0 0 0 0,0 0 0 0 0,-1-1 0 0 0,1 1 0 0 0,0 0 0 0 0,-1-1 0 0 0,1 1 0 0 0,-1 0 0 0 0,1-1 0 0 0,-1 1 0 0 0,1 0 1 0 0,-1-1-1 0 0,0 1 0 0 0,1-1 0 0 0,-1 1 0 0 0,0-1 0 0 0,1 0 0 0 0,-1 1 0 0 0,0-1 0 0 0,0 0 0 0 0,1 1 0 0 0,-1-1 0 0 0,0 0 0 0 0,0 0 0 0 0,1 1 0 0 0,-1-1 1 0 0,0 0-1 0 0,0 0 0 0 0,0 0 0 0 0,1 0 0 0 0,-1 0 0 0 0,0 0 0 0 0,0 0 0 0 0,0-1 0 0 0,1 1 0 0 0,-1 0 0 0 0,-1-1 0 0 0,-11-2-1623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34.8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1 191 156 0 0,'-1'-3'147'0'0,"1"0"-1"0"0,1 1 1 0 0,-1-1 0 0 0,0 0 0 0 0,1 0-1 0 0,0 0 1 0 0,-1 0 0 0 0,1 0 0 0 0,0 1-1 0 0,0-1 1 0 0,1 0 0 0 0,-1 1-1 0 0,1-1 1 0 0,-1 1 0 0 0,1-1 0 0 0,0 1-1 0 0,0 0 1 0 0,0 0 0 0 0,0 0 0 0 0,0 0-1 0 0,0 0 1 0 0,0 0 0 0 0,1 0-1 0 0,-1 1 1 0 0,1-1 0 0 0,0 1 0 0 0,-1 0-1 0 0,4-1 1 0 0,12-7 350 0 0,0 1 0 0 0,34-9 0 0 0,-50 17-462 0 0,83-22 1102 0 0,152-19 0 0 0,94 15-2394 0 0,-300 29-2504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35.1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1 284 88 0 0,'108'-10'2254'0'0,"131"-31"-1"0"0,-68 9-767 0 0,708-129 4023 0 0,-795 145-5122 0 0,-50 8-626 0 0,1 2-1 0 0,61-4 0 0 0,-95 10-160 0 0,-23 10-1642 0 0,16-6 1834 0 0,-79 21-4446 0 0,47-13 2428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35.5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74 239 588 0 0,'-14'48'1660'0'0,"1"1"-1"0"0,3 0 1 0 0,-7 96 0 0 0,10-79-670 0 0,-1 94 2713 0 0,7-165-3496 0 0,-2-34 29 0 0,2 1 0 0 0,6-62-1 0 0,0-6-203 0 0,-5 66-42 0 0,2-1 0 0 0,12-64 0 0 0,-10 85 2 0 0,1 1-1 0 0,1 0 1 0 0,1 0-1 0 0,0 0 1 0 0,1 1-1 0 0,1 0 1 0 0,16-24 0 0 0,-16 31-15 0 0,0 1 0 0 0,0 0 0 0 0,0 1 0 0 0,2 0 0 0 0,-1 0 0 0 0,1 1 0 0 0,15-9 0 0 0,-21 14-16 0 0,0 0 1 0 0,0 0-1 0 0,1 0 1 0 0,-1 1-1 0 0,0 0 1 0 0,1 0-1 0 0,0 0 1 0 0,-1 1-1 0 0,1 0 1 0 0,0 0-1 0 0,0 0 1 0 0,0 1-1 0 0,0 0 1 0 0,-1 0-1 0 0,1 0 0 0 0,0 1 1 0 0,0 0-1 0 0,0 0 1 0 0,7 3-1 0 0,-10-3 17 0 0,-1 0 0 0 0,1 0-1 0 0,0 1 1 0 0,-1-1 0 0 0,1 1-1 0 0,-1 0 1 0 0,0 0 0 0 0,1 0-1 0 0,-1 0 1 0 0,0 0 0 0 0,0 0-1 0 0,0 1 1 0 0,0-1-1 0 0,-1 1 1 0 0,1-1 0 0 0,-1 1-1 0 0,1-1 1 0 0,-1 1 0 0 0,0 0-1 0 0,1 4 1 0 0,-1-3-1 0 0,-1 1 0 0 0,0 0 0 0 0,0-1 0 0 0,0 1 0 0 0,0 0 0 0 0,-1-1 0 0 0,0 1 0 0 0,0-1 0 0 0,0 1 0 0 0,0-1 0 0 0,-4 9 0 0 0,-2 1-7 0 0,-1 0 1 0 0,0 0 0 0 0,-1-1-1 0 0,-1 0 1 0 0,0-1-1 0 0,-18 18 1 0 0,-12 3 75 0 0,30-26 34 0 0,0 0 0 0 0,1 1-1 0 0,0 0 1 0 0,1 1 0 0 0,0-1 0 0 0,-13 19 0 0 0,20-26-62 0 0,1 0 1 0 0,-1 0 0 0 0,1-1-1 0 0,0 1 1 0 0,0 0 0 0 0,-1 0-1 0 0,1 0 1 0 0,0 0-1 0 0,0 0 1 0 0,0-1 0 0 0,0 1-1 0 0,0 0 1 0 0,0 0 0 0 0,0 0-1 0 0,0 0 1 0 0,0 0-1 0 0,0-1 1 0 0,0 1 0 0 0,1 0-1 0 0,-1 0 1 0 0,0 0 0 0 0,1 0-1 0 0,-1-1 1 0 0,1 1 0 0 0,-1 0-1 0 0,0 0 1 0 0,2 0-1 0 0,24 17 271 0 0,38 3-11 0 0,-60-20-248 0 0,136 37 269 0 0,89 20-2474 0 0,-189-52 499 0 0,-15-4-2848 0 0,-13-3 1986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35.8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1 844 0 0,'0'0'1238'0'0,"22"26"4289"0"0,-7 103-285 0 0,-13-91-5679 0 0,3 0 0 0 0,9 42 0 0 0,17 50-5825 0 0,-24-85 3292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36.2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 1 968 0 0,'-46'86'2260'0'0,"5"1"0"0"0,-38 114 0 0 0,54-122-1649 0 0,3 2 0 0 0,4 1 0 0 0,4 0 1 0 0,3 1-1 0 0,0 121 0 0 0,13-103-101 0 0,20 133 1 0 0,-12-180-337 0 0,2 1 1 0 0,2-2 0 0 0,3 0-1 0 0,41 88 1 0 0,-40-107-156 0 0,1 0 0 0 0,2-2 0 0 0,1 0-1 0 0,2-2 1 0 0,0 0 0 0 0,3-2 0 0 0,46 40 0 0 0,-24-29-243 0 0,2-1 1 0 0,2-3-1 0 0,1-3 1 0 0,1-1-1 0 0,81 30 0 0 0,-72-37-1990 0 0,0-4 0 0 0,112 21-1 0 0,-85-26-864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36.7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206 1 864 0 0,'15'35'3437'0'0,"27"51"1"0"0,73 96-376 0 0,13 26-1317 0 0,-65-89-300 0 0,62 167 1 0 0,-104-227-1075 0 0,-4 0 0 0 0,-2 1 0 0 0,-2 0 0 0 0,-3 1 1 0 0,2 84-1 0 0,-10-69-101 0 0,-4-1 1 0 0,-4 1 0 0 0,-2-1-1 0 0,-4 0 1 0 0,-33 113 0 0 0,3-60 53 0 0,-5-2 0 0 0,-114 215 0 0 0,152-325-417 0 0,-153 249-891 0 0,137-229-411 0 0,-2-1 0 0 0,-1-1 0 0 0,-1-1 0 0 0,-67 55 0 0 0,55-57-3226 0 0,-2-6 354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37.7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96 156 0 0,'0'0'2298'0'0,"1"4"-1576"0"0,41 97 2693 0 0,107 189 0 0 0,-120-237-2761 0 0,89 153 2235 0 0,-118-205-2809 0 0,0 0-1 0 0,0 0 0 0 0,0-1 1 0 0,1 1-1 0 0,-1 0 1 0 0,0 0-1 0 0,1-1 0 0 0,-1 1 1 0 0,0 0-1 0 0,1-1 1 0 0,-1 1-1 0 0,1-1 0 0 0,-1 1 1 0 0,1 0-1 0 0,-1-1 0 0 0,1 1 1 0 0,-1-1-1 0 0,1 1 1 0 0,0-1-1 0 0,-1 0 0 0 0,1 1 1 0 0,0-1-1 0 0,0 1 1 0 0,-1-1-1 0 0,1 0 0 0 0,0 0 1 0 0,0 0-1 0 0,-1 1 1 0 0,1-1-1 0 0,0 0 0 0 0,0 0 1 0 0,-1 0-1 0 0,1 0 1 0 0,0 0-1 0 0,0 0 0 0 0,-1 0 1 0 0,1-1-1 0 0,1 1 0 0 0,0-2 20 0 0,0 1 0 0 0,1-1-1 0 0,-1 0 1 0 0,0 0-1 0 0,-1-1 1 0 0,1 1-1 0 0,0 0 1 0 0,-1-1 0 0 0,1 1-1 0 0,-1-1 1 0 0,2-2-1 0 0,29-83 272 0 0,-30 81-176 0 0,17-69 280 0 0,18-145 0 0 0,-32 177-400 0 0,6-49 16 0 0,-4 29-730 0 0,16-73 1 0 0,-23 137 588 0 0,1 0 1 0 0,-1 0-1 0 0,0-1 1 0 0,0 1-1 0 0,0 0 1 0 0,0 0-1 0 0,0-1 1 0 0,0 1-1 0 0,0 0 0 0 0,0 0 1 0 0,0-1-1 0 0,0 1 1 0 0,1 0-1 0 0,-1 0 1 0 0,0 0-1 0 0,0-1 1 0 0,0 1-1 0 0,0 0 0 0 0,1 0 1 0 0,-1 0-1 0 0,0 0 1 0 0,0-1-1 0 0,0 1 1 0 0,1 0-1 0 0,-1 0 1 0 0,0 0-1 0 0,0 0 1 0 0,1 0-1 0 0,-1 0 0 0 0,0 0 1 0 0,0 0-1 0 0,1 0 1 0 0,-1 0-1 0 0,0 0 1 0 0,0 0-1 0 0,1 0 1 0 0,-1 0-1 0 0,0 0 0 0 0,0 0 1 0 0,1 0-1 0 0,-1 0 1 0 0,0 0-1 0 0,0 0 1 0 0,1 0-1 0 0,-1 0 1 0 0,0 0-1 0 0,0 0 0 0 0,0 1 1 0 0,1-1-1 0 0,-1 0 1 0 0,0 0-1 0 0,0 0 1 0 0,0 0-1 0 0,1 0 1 0 0,-1 1-1 0 0,0-1 0 0 0,0 0 1 0 0,0 0-1 0 0,0 1 1 0 0,0-1-1 0 0,1 0 1 0 0,17 26-1732 0 0,12 33-603 0 0,-11-5-3015 0 0,-8-20 2292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38.2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31 173 9201 0 0,'-7'-17'607'0'0,"1"0"1"0"0,1-1-1 0 0,1 0 1 0 0,1 0-1 0 0,-3-24 1 0 0,9 21 430 0 0,-2-1 1957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39.1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103 726 212 0 0,'-1'0'64'0'0,"0"-1"-1"0"0,0 0 1 0 0,0 0-1 0 0,1 0 1 0 0,-1 0 0 0 0,0 0-1 0 0,0 0 1 0 0,0 0-1 0 0,1 0 1 0 0,-1 0 0 0 0,1 0-1 0 0,-1 0 1 0 0,1 0-1 0 0,-1 0 1 0 0,1 0 0 0 0,0-1-1 0 0,-1 1 1 0 0,1 0-1 0 0,0 0 1 0 0,0-1 0 0 0,0 1-1 0 0,0 0 1 0 0,0 0-1 0 0,0-1 1 0 0,0 1 0 0 0,0 0-1 0 0,1 0 1 0 0,-1 0-1 0 0,0-1 1 0 0,1 1 0 0 0,-1 0-1 0 0,1 0 1 0 0,-1 0 0 0 0,1 0-1 0 0,1-2 1 0 0,0-2 80 0 0,1 0 0 0 0,-1 0 1 0 0,1 0-1 0 0,1 0 0 0 0,-1 0 0 0 0,8-7 1 0 0,17-10 5 0 0,1 2 1 0 0,1 1 0 0 0,1 1 0 0 0,1 1 0 0 0,0 2-1 0 0,1 1 1 0 0,0 2 0 0 0,1 1 0 0 0,1 2 0 0 0,57-8-1 0 0,-80 15-116 0 0,-1 1-1 0 0,1 0 0 0 0,0 1 0 0 0,0 0 0 0 0,0 1 0 0 0,-1 0 0 0 0,1 1 0 0 0,0 0 1 0 0,20 7-1 0 0,-27-7-18 0 0,-1 0 0 0 0,0 0 0 0 0,-1 0 1 0 0,1 0-1 0 0,0 1 0 0 0,-1 0 0 0 0,1-1 0 0 0,-1 1 1 0 0,0 0-1 0 0,0 1 0 0 0,0-1 0 0 0,0 0 0 0 0,-1 1 1 0 0,1 0-1 0 0,-1-1 0 0 0,0 1 0 0 0,0 0 0 0 0,0 0 1 0 0,-1 0-1 0 0,1 1 0 0 0,-1-1 0 0 0,0 0 0 0 0,0 0 1 0 0,-1 1-1 0 0,1-1 0 0 0,-1 1 0 0 0,0-1 0 0 0,0 0 1 0 0,-1 7-1 0 0,-1 1 60 0 0,-1 1-1 0 0,1-1 1 0 0,-2 1-1 0 0,0-1 1 0 0,-1 0 0 0 0,0 0-1 0 0,0-1 1 0 0,-1 0 0 0 0,-1 0-1 0 0,0 0 1 0 0,0 0-1 0 0,-1-1 1 0 0,-1-1 0 0 0,1 1-1 0 0,-14 10 1 0 0,1-3 86 0 0,-1 0 1 0 0,0-1-1 0 0,-1-1 0 0 0,0-2 1 0 0,-2 0-1 0 0,-27 10 0 0 0,36-16 29 0 0,-1-1-1 0 0,0-1 0 0 0,0 0 1 0 0,0-2-1 0 0,-1 0 1 0 0,1 0-1 0 0,-36-1 0 0 0,48-3-142 0 0,0 1-1 0 0,0 0 1 0 0,0-1-1 0 0,0 0 1 0 0,1 0-1 0 0,-1-1 1 0 0,0 1-1 0 0,1-1 0 0 0,-1 0 1 0 0,1 0-1 0 0,0-1 1 0 0,-1 1-1 0 0,1-1 1 0 0,0 0-1 0 0,1 0 1 0 0,-1 0-1 0 0,0-1 1 0 0,1 1-1 0 0,0-1 1 0 0,0 0-1 0 0,0 0 1 0 0,0 0-1 0 0,1 0 0 0 0,-1-1 1 0 0,1 1-1 0 0,0-1 1 0 0,0 1-1 0 0,1-1 1 0 0,0 0-1 0 0,-1 1 1 0 0,1-1-1 0 0,0-7 1 0 0,0-7-20 0 0,0 1 1 0 0,1-1-1 0 0,1 1 1 0 0,1-1-1 0 0,0 1 1 0 0,1 0 0 0 0,2 0-1 0 0,-1 0 1 0 0,2 0-1 0 0,1 1 1 0 0,0-1-1 0 0,1 2 1 0 0,0-1-1 0 0,20-27 1 0 0,-15 27-52 0 0,-1 0-1 0 0,2 1 0 0 0,0 1 1 0 0,1 0-1 0 0,1 0 1 0 0,0 2-1 0 0,1 0 1 0 0,0 1-1 0 0,1 1 1 0 0,0 0-1 0 0,1 1 1 0 0,35-12-1 0 0,-40 17 13 0 0,0 1 0 0 0,1 1 0 0 0,0 1 0 0 0,-1 0 1 0 0,1 1-1 0 0,0 0 0 0 0,0 1 0 0 0,0 1 0 0 0,-1 0 0 0 0,1 1 0 0 0,0 1 0 0 0,-1 0 0 0 0,1 1 0 0 0,-1 1 0 0 0,14 6 0 0 0,-18-6 6 0 0,0 0 0 0 0,-1 1 1 0 0,1 0-1 0 0,-1 1 0 0 0,0 0 1 0 0,-1 0-1 0 0,0 1 0 0 0,0 0 0 0 0,0 0 1 0 0,-1 1-1 0 0,-1 0 0 0 0,1 0 1 0 0,-1 1-1 0 0,-1 0 0 0 0,0 0 1 0 0,0 0-1 0 0,-1 1 0 0 0,-1-1 0 0 0,1 1 1 0 0,1 14-1 0 0,-2-1 15 0 0,0-1 0 0 0,-2 1 0 0 0,-1 0 1 0 0,0 0-1 0 0,-2 0 0 0 0,-1-1 0 0 0,-1 1 0 0 0,-1-1 0 0 0,0 0 0 0 0,-2 0 0 0 0,-1-1 1 0 0,-1 1-1 0 0,-1-2 0 0 0,0 1 0 0 0,-2-2 0 0 0,-1 1 0 0 0,0-2 0 0 0,-1 0 0 0 0,-1 0 1 0 0,-23 20-1 0 0,15-15 62 0 0,-2-2 1 0 0,-1-1-1 0 0,-1-1 1 0 0,0-1-1 0 0,-2-1 0 0 0,0-2 1 0 0,-1-1-1 0 0,0-1 1 0 0,-1-1-1 0 0,-1-2 1 0 0,0-1-1 0 0,0-2 1 0 0,-63 8-1 0 0,86-15-20 0 0,0 0 0 0 0,0-1-1 0 0,0-1 1 0 0,0 1 0 0 0,0-1 0 0 0,0-1 0 0 0,0 0-1 0 0,0 0 1 0 0,1 0 0 0 0,-1-1 0 0 0,1-1-1 0 0,0 1 1 0 0,-1-2 0 0 0,2 1 0 0 0,-1-1-1 0 0,0 0 1 0 0,1 0 0 0 0,0-1 0 0 0,0 0 0 0 0,1 0-1 0 0,-7-9 1 0 0,5 5-20 0 0,1 0 1 0 0,1-1-1 0 0,-1 0 0 0 0,2-1 1 0 0,0 1-1 0 0,0-1 0 0 0,1 0 0 0 0,0 0 1 0 0,1 0-1 0 0,1-1 0 0 0,0 1 0 0 0,0-1 1 0 0,2 1-1 0 0,0-18 0 0 0,1 10-22 0 0,1-1-1 0 0,0 1 1 0 0,2 1-1 0 0,0-1 1 0 0,2 0-1 0 0,0 1 1 0 0,1 0-1 0 0,1 1 1 0 0,0-1-1 0 0,2 2 1 0 0,0-1-1 0 0,1 1 0 0 0,0 1 1 0 0,2 0-1 0 0,0 0 1 0 0,1 2-1 0 0,0-1 1 0 0,1 2-1 0 0,0 0 1 0 0,1 1-1 0 0,1 0 1 0 0,0 1-1 0 0,1 1 1 0 0,0 1-1 0 0,0 1 1 0 0,1 0-1 0 0,0 1 1 0 0,0 1-1 0 0,0 1 1 0 0,1 1-1 0 0,0 1 1 0 0,0 0-1 0 0,0 1 1 0 0,33 2-1 0 0,-35 2-18 0 0,0 0 0 0 0,0 1-1 0 0,0 1 1 0 0,-1 0 0 0 0,1 1 0 0 0,-1 2 0 0 0,0-1-1 0 0,-1 2 1 0 0,23 13 0 0 0,-34-18 8 0 0,0 0 0 0 0,0 1-1 0 0,0-1 1 0 0,-1 1 0 0 0,0 0 0 0 0,0 0 0 0 0,0 0 0 0 0,0 0-1 0 0,-1 1 1 0 0,1-1 0 0 0,-1 1 0 0 0,0 0 0 0 0,0 0-1 0 0,-1 0 1 0 0,0 1 0 0 0,0-1 0 0 0,0 1 0 0 0,-1-1 0 0 0,1 1-1 0 0,-1-1 1 0 0,0 1 0 0 0,-1 0 0 0 0,0-1 0 0 0,0 1 0 0 0,0 0-1 0 0,0 0 1 0 0,-1-1 0 0 0,0 1 0 0 0,0 0 0 0 0,-1-1-1 0 0,1 1 1 0 0,-1-1 0 0 0,-5 10 0 0 0,0-2 4 0 0,-1 0 0 0 0,-1 0 0 0 0,0-1 0 0 0,-1 0 0 0 0,0 0 0 0 0,-1-1 0 0 0,0-1 0 0 0,0 0 0 0 0,-1 0 0 0 0,-1-1 0 0 0,1-1 0 0 0,-1 0 0 0 0,-1-1 0 0 0,-25 11 0 0 0,18-10 47 0 0,0-1 1 0 0,0 0-1 0 0,-1-2 1 0 0,0 0-1 0 0,0-2 1 0 0,0 0 0 0 0,0-1-1 0 0,-1-2 1 0 0,-37-3-1 0 0,53 3-19 0 0,1-1 0 0 0,0 0 0 0 0,0 0 0 0 0,0-1 0 0 0,1 0 0 0 0,-1 0-1 0 0,0 0 1 0 0,1-1 0 0 0,-1 0 0 0 0,1 0 0 0 0,0 0 0 0 0,0-1 0 0 0,0 1-1 0 0,0-1 1 0 0,1 0 0 0 0,-1-1 0 0 0,1 1 0 0 0,0-1 0 0 0,-3-5 0 0 0,3 2-11 0 0,1 1 1 0 0,0-1 0 0 0,0 0 0 0 0,1 0 0 0 0,0 0 0 0 0,0 0-1 0 0,1 0 1 0 0,0 0 0 0 0,0 0 0 0 0,1 0 0 0 0,0-1 0 0 0,1 1-1 0 0,0 0 1 0 0,2-10 0 0 0,2-4-79 0 0,1-1 0 0 0,1 1 0 0 0,1 0 0 0 0,1 1 0 0 0,1 0 0 0 0,0 0 1 0 0,26-35-1 0 0,110-125-1441 0 0,-105 134 905 0 0,159-181-5765 0 0,-92 104 2698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40.5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117 89 11441 0 0,'-9'2'99'0'0,"-1"-1"0"0"0,1 0 0 0 0,-1-1-1 0 0,0 0 1 0 0,-9-2 0 0 0,-30 3 5561 0 0,268-38-4436 0 0,-96 19-1364 0 0,86-9-1397 0 0,-71 17-2841 0 0,-112 13-1983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40.9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92 59 1044 0 0,'-13'9'784'0'0,"5"-4"-174"0"0,0 0 1 0 0,0 0-1 0 0,1 1 1 0 0,0 0 0 0 0,0 0-1 0 0,0 1 1 0 0,1 0-1 0 0,0 0 1 0 0,-9 15-1 0 0,17-21-446 0 0,0 1 0 0 0,1-1 0 0 0,-1 0-1 0 0,0 0 1 0 0,0 0 0 0 0,1 0 0 0 0,-1 0-1 0 0,1 0 1 0 0,-1-1 0 0 0,0 1 0 0 0,4-1-1 0 0,32 2 176 0 0,0-3-1 0 0,0-1 1 0 0,66-12 0 0 0,109-35-1447 0 0,-171 38 724 0 0,158-46-4913 0 0,-129 34 2785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44.4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31 1224 0 0,'-2'-4'985'0'0,"0"1"0"0"0,0-1 0 0 0,0 1 1 0 0,-1-1-1 0 0,1 1 0 0 0,-1 0 0 0 0,-13-4 3481 0 0,16 7-4379 0 0,0 1 0 0 0,0-1 0 0 0,0 0 0 0 0,-1 1 0 0 0,0 25 1327 0 0,5 4-254 0 0,1 0-1 0 0,13 39 1 0 0,-2-6-12 0 0,62 362 5695 0 0,-44-221-4099 0 0,10 97 1251 0 0,-34-241-3901 0 0,-6-25-87 0 0,3 1 1 0 0,1-2-1 0 0,16 46 0 0 0,-23-77-284 0 0,0 0 0 0 0,0 0 0 0 0,0-1 0 0 0,0 1 0 0 0,0 0-1 0 0,-1 0 1 0 0,1 0 0 0 0,-1 0 0 0 0,0 0 0 0 0,0 0 0 0 0,0 0 0 0 0,0 0 0 0 0,-1 5 0 0 0,0-7-72 0 0,0 1 0 0 0,0 0 0 0 0,0 0 0 0 0,0 0-1 0 0,0-1 1 0 0,-1 1 0 0 0,1-1 0 0 0,0 1 0 0 0,-1-1 0 0 0,1 1 0 0 0,-1-1 0 0 0,0 0 0 0 0,1 0 0 0 0,-1 0 0 0 0,0 0 0 0 0,0 0 0 0 0,0 0 0 0 0,0 0 0 0 0,0-1 0 0 0,-2 1 0 0 0,-37 8-7809 0 0,-12-8 627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5:58.5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61 764 0 0,'0'-9'1154'0'0,"0"5"-577"0"0,-1 0 1 0 0,1 1-1 0 0,1-1 0 0 0,-1 0 1 0 0,0 0-1 0 0,1 1 1 0 0,0-1-1 0 0,0 0 1 0 0,0 1-1 0 0,4-11 2978 0 0,9 74-2349 0 0,-3 1 0 0 0,-3 1 0 0 0,1 109 0 0 0,-2-24-111 0 0,26 275 1036 0 0,2 46 66 0 0,-27-345-1639 0 0,-5-69-316 0 0,13 346 1396 0 0,-7 323 1533 0 0,45-9-476 0 0,-21-490-1782 0 0,-27-185-660 0 0,-2-16-198 0 0,-12-59-1428 0 0,-26-177-8712 0 0,25 121 363 0 0,5 45 4187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00.1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1 204 0 0,'3'0'224'0'0,"1"0"0"0"0,-1 0 1 0 0,0 1-1 0 0,0-1 0 0 0,1 1 0 0 0,-1 0 0 0 0,0 0 1 0 0,0 0-1 0 0,0 0 0 0 0,0 0 0 0 0,0 1 0 0 0,4 2 1 0 0,43 30 907 0 0,-26-17-690 0 0,58 31 783 0 0,1-3 0 0 0,147 55 0 0 0,190 37 327 0 0,545 190 507 0 0,-288-10-1217 0 0,-623-290-793 0 0,486 215 831 0 0,-456-215-625 0 0,2-4 0 0 0,126 19 0 0 0,-191-39-212 0 0,14 2 93 0 0,46 12-1 0 0,-80-16-129 0 0,0-1 1 0 0,-1 0-1 0 0,1 1 0 0 0,-1-1 0 0 0,1 0 0 0 0,0 1 0 0 0,-1-1 0 0 0,1 0 1 0 0,-1 1-1 0 0,1-1 0 0 0,-1 1 0 0 0,1 0 0 0 0,-1-1 0 0 0,1 1 0 0 0,-1-1 1 0 0,0 1-1 0 0,1-1 0 0 0,-1 1 0 0 0,0 0 0 0 0,1-1 0 0 0,-1 1 0 0 0,0 0 0 0 0,0-1 1 0 0,0 1-1 0 0,0 0 0 0 0,1 0 0 0 0,-1-1 0 0 0,0 1 0 0 0,0 0 0 0 0,0-1 1 0 0,0 1-1 0 0,-1 0 0 0 0,1 0 0 0 0,0-1 0 0 0,0 1 0 0 0,0 0 0 0 0,-1-1 1 0 0,1 1-1 0 0,0 0 0 0 0,-1-1 0 0 0,1 1 0 0 0,0-1 0 0 0,-1 1 0 0 0,1-1 0 0 0,-1 1 1 0 0,0 0-1 0 0,-22 29 89 0 0,22-29-91 0 0,-75 76 134 0 0,-39 46-9 0 0,23-22 446 0 0,-203 170 0 0 0,197-186-303 0 0,-38 29 228 0 0,-4-6 1 0 0,-5-6 0 0 0,-166 87-1 0 0,85-55 142 0 0,74-40-242 0 0,38-31-123 0 0,-76 49 339 0 0,-21 19 171 0 0,65-44-263 0 0,81-50-337 0 0,-305 158 484 0 0,325-172-537 0 0,-51 34 0 0 0,11-5-64 0 0,59-36-50 0 0,1 1 0 0 0,-39 36 0 0 0,57-47 20 0 0,0-1 1434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01.4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6 324 0 0,'12'1'11855'0'0,"31"-2"-8206"0"0,21 0-3954 0 0,346 4 2740 0 0,-313-10-1823 0 0,-95 7-524 0 0,6-1 29 0 0,-25 14-6506 0 0,4-3 590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04.1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61 504 0 0,'-16'-61'13679'0'0,"17"62"-13634"0"0,0 0 0 0 0,0 1 0 0 0,0-1 0 0 0,0 0-1 0 0,0 0 1 0 0,0 0 0 0 0,-1 1 0 0 0,1-1 0 0 0,0 0-1 0 0,-1 1 1 0 0,1-1 0 0 0,-1 1 0 0 0,1-1 0 0 0,-1 0-1 0 0,0 1 1 0 0,0-1 0 0 0,0 1 0 0 0,1-1 0 0 0,-1 1 0 0 0,-1 2-1 0 0,2 31 791 0 0,-4 103 77 0 0,-4-37-670 0 0,-5 30 11 0 0,10-67-747 0 0,3-57-460 0 0,6-42-3479 0 0,-4-3-1837 0 0,-4 28 3335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04.4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14 103 752 0 0,'0'0'1818'0'0,"-1"0"-1544"0"0,1 0 0 0 0,-1 0-1 0 0,0 0 1 0 0,0-1 0 0 0,1 1-1 0 0,-1 0 1 0 0,-7-5 3010 0 0,7 4-3010 0 0,23-10 78 0 0,1 2-1 0 0,-1 1 1 0 0,1 0-1 0 0,1 2 1 0 0,-1 0-1 0 0,1 2 1 0 0,28-2 0 0 0,3-2-306 0 0,65-9-1410 0 0,-40 8-3563 0 0,-47 5 2331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05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4404 14 588 0 0,'0'0'544'0'0,"42"-13"10569"0"0,-81 13-8845 0 0,-60 11-921 0 0,-130-2 0 0 0,109-7-822 0 0,-823 43 1695 0 0,810-38-1983 0 0,-179-1 143 0 0,146-5-133 0 0,-674 6 540 0 0,227-17-169 0 0,176-9-76 0 0,367 15-439 0 0,-1 1-20 0 0,-101-10 163 0 0,137 11-159 0 0,34 2-54 0 0,-7 8-77 0 0,6 12 24 0 0,1 0-1 0 0,1-1 1 0 0,1 1-1 0 0,0 0 1 0 0,1-1-1 0 0,7 26 0 0 0,-8-40 24 0 0,1 1-1 0 0,-1-1 1 0 0,1 1-1 0 0,0-1 1 0 0,1 0-1 0 0,-1 0 0 0 0,1 0 1 0 0,0 0-1 0 0,0 0 1 0 0,0-1-1 0 0,1 1 1 0 0,0-1-1 0 0,0 0 1 0 0,0 0-1 0 0,0 0 1 0 0,0-1-1 0 0,1 0 0 0 0,0 1 1 0 0,0-2-1 0 0,0 1 1 0 0,0 0-1 0 0,0-1 1 0 0,0 0-1 0 0,0 0 1 0 0,1-1-1 0 0,8 2 0 0 0,-5-3 6 0 0,0 0 0 0 0,0 0 0 0 0,0-1 0 0 0,0-1 0 0 0,-1 0-1 0 0,1 0 1 0 0,0 0 0 0 0,-1-1 0 0 0,1-1 0 0 0,-1 1 0 0 0,0-1-1 0 0,0-1 1 0 0,-1 1 0 0 0,1-1 0 0 0,-1-1 0 0 0,0 1-1 0 0,0-1 1 0 0,11-14 0 0 0,-15 17-13 0 0,1 0 0 0 0,-1-1 1 0 0,0 1-1 0 0,-1-1 0 0 0,1 0 0 0 0,-1 0 0 0 0,1 0 0 0 0,-1 0 0 0 0,-1-1 0 0 0,1 1 1 0 0,0 0-1 0 0,-1-1 0 0 0,0 1 0 0 0,0-1 0 0 0,-1 0 0 0 0,1 1 0 0 0,-1-1 1 0 0,0 1-1 0 0,0-1 0 0 0,0 0 0 0 0,-1 1 0 0 0,1-1 0 0 0,-1 0 0 0 0,0 1 1 0 0,-1-1-1 0 0,1 1 0 0 0,-1 0 0 0 0,0-1 0 0 0,0 1 0 0 0,0 0 0 0 0,-1 0 1 0 0,1 0-1 0 0,-1 1 0 0 0,0-1 0 0 0,0 0 0 0 0,0 1 0 0 0,-4-3 0 0 0,1 2-80 0 0,1 1-1 0 0,0-1 1 0 0,-1 1-1 0 0,1 1 0 0 0,-1-1 1 0 0,0 1-1 0 0,0 0 1 0 0,0 0-1 0 0,0 1 1 0 0,0-1-1 0 0,0 1 0 0 0,-1 1 1 0 0,1-1-1 0 0,0 1 1 0 0,-1 0-1 0 0,1 1 0 0 0,-7 1 1 0 0,-14 2-715 0 0,0 1 1 0 0,-39 14-1 0 0,56-16 521 0 0,-68 27-2931 0 0,6 8-3774 0 0,28-13 2067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07.4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 82 600 0 0,'-16'-23'2216'0'0,"9"13"-666"0"0,1 0 0 0 0,0 0 1 0 0,-8-18 1414 0 0,17 33-2698 0 0,111 178 1257 0 0,-12-15-412 0 0,-55-96-598 0 0,38 50 899 0 0,-84-120-1148 0 0,2 1 1 0 0,-1-1-1 0 0,0 1 0 0 0,0-1 0 0 0,1 0 1 0 0,0 0-1 0 0,-1 0 0 0 0,8 4 957 0 0,8-63 475 0 0,-7-54-925 0 0,-6-179 0 0 0,-6 173-1458 0 0,14 157-3590 0 0,16 59-571 0 0,-16-58-767 0 0,-3-16 1998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07.7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1 340 0 0,'0'0'5415'0'0,"-18"14"-2382"0"0,17 5-2259 0 0,0 0 0 0 0,1 0 1 0 0,2 0-1 0 0,-1-1 0 0 0,7 24 0 0 0,-4-17-1678 0 0,3 49 0 0 0,-5-66 295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08.0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41 796 0 0,'-3'-4'673'0'0,"0"1"-1"0"0,0 0 1 0 0,1-1-1 0 0,-1 1 1 0 0,1-1-1 0 0,0 0 1 0 0,-3-6-1 0 0,5 10-629 0 0,0 0 0 0 0,0-1 1 0 0,0 1-1 0 0,0 0 0 0 0,0 0 0 0 0,0 0 0 0 0,0-1 0 0 0,1 1 0 0 0,-1 0 0 0 0,0 0 1 0 0,0 0-1 0 0,0-1 0 0 0,0 1 0 0 0,0 0 0 0 0,0 0 0 0 0,0 0 0 0 0,0 0 1 0 0,1-1-1 0 0,-1 1 0 0 0,0 0 0 0 0,0 0 0 0 0,0 0 0 0 0,0 0 0 0 0,1-1 0 0 0,-1 1 1 0 0,0 0-1 0 0,0 0 0 0 0,0 0 0 0 0,0 0 0 0 0,1 0 0 0 0,-1 0 0 0 0,0 0 1 0 0,0 0-1 0 0,1 0 0 0 0,-1 0 0 0 0,0 0 0 0 0,0 0 0 0 0,0 0 0 0 0,1 0 1 0 0,-1 0-1 0 0,0 0 0 0 0,0 0 0 0 0,1 0 0 0 0,23 6-368 0 0,37 21-4140 0 0,-46-17 2613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08.4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1 532 0 0,'1'4'645'0'0,"-1"1"1"0"0,0-1-1 0 0,0 0 1 0 0,0 0-1 0 0,0 1 1 0 0,-1-1-1 0 0,-1 7 0 0 0,-2 16 699 0 0,6 9-451 0 0,2-1 0 0 0,12 51 0 0 0,-11-64-658 0 0,9 34 981 0 0,-15-60-1101 0 0,-4-13-26 0 0,0 0 0 0 0,2 1 0 0 0,0-1 0 0 0,1 0 0 0 0,0-1 0 0 0,2 1 0 0 0,0 0 0 0 0,1 0-1 0 0,0 0 1 0 0,1 0 0 0 0,8-29 0 0 0,-8 42-40 0 0,-1 1 0 0 0,1-1 1 0 0,0 0-1 0 0,0 1 0 0 0,0-1 0 0 0,0 1 0 0 0,1-1 1 0 0,-1 1-1 0 0,1 0 0 0 0,0 0 0 0 0,0 0 0 0 0,0 1 1 0 0,0-1-1 0 0,0 1 0 0 0,1-1 0 0 0,-1 1 0 0 0,1 0 0 0 0,6-2 1 0 0,-4 2-17 0 0,0 1 1 0 0,0-1-1 0 0,1 1 0 0 0,-1 1 1 0 0,0-1-1 0 0,1 1 1 0 0,-1 0-1 0 0,1 1 1 0 0,-1-1-1 0 0,0 1 0 0 0,8 2 1 0 0,-1 1-9 0 0,0 0 0 0 0,0 1 0 0 0,0 0 0 0 0,-1 1 0 0 0,0 0 0 0 0,0 1-1 0 0,0 0 1 0 0,-1 1 0 0 0,0 1 0 0 0,18 17 0 0 0,-21-16-213 0 0,0 0 0 0 0,-1 0 0 0 0,0 1 0 0 0,-1 0-1 0 0,0 0 1 0 0,0 1 0 0 0,6 22 0 0 0,-8-20-1557 0 0,-1 0-1 0 0,0 0 1 0 0,1 28 0 0 0,-3-13-1334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10.7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1760 2334 304 0 0,'1'-6'12748'0'0,"-37"4"-12338"0"0,1 1-1 0 0,0 1 1 0 0,-1 2 0 0 0,-61 12 0 0 0,40-6-243 0 0,-138 18 337 0 0,-386 45 684 0 0,506-61-1003 0 0,34-4 33 0 0,0-1-1 0 0,0-2 0 0 0,0-2 1 0 0,-54-5-1 0 0,36-2 1297 0 0,59-30-625 0 0,-19-265-59 0 0,17 229-798 0 0,-4 0-1 0 0,-17-86 1 0 0,-45-140-23 0 0,26 125-39 0 0,28 110 11 0 0,-58-282-104 0 0,60 280 73 0 0,-5-131-1 0 0,8 1 14 0 0,8 187 35 0 0,-4-32-30 0 0,0-60 0 0 0,6 99 23 0 0,0 1 0 0 0,0-1 0 0 0,0 1 0 0 0,0-1 0 0 0,0 1 0 0 0,0-1 0 0 0,1 1 0 0 0,-1 0 0 0 0,0-1 0 0 0,0 1 0 0 0,0 0 0 0 0,1 0 0 0 0,-1 0 1 0 0,0 0-1 0 0,0 0 0 0 0,1 0 0 0 0,-1 0 0 0 0,0 1 0 0 0,0-1 0 0 0,1 0 0 0 0,-1 1 0 0 0,0-1 0 0 0,0 0 0 0 0,2 2 0 0 0,57 14-379 0 0,-26-7 245 0 0,61 8-297 0 0,171 9 0 0 0,100-23-108 0 0,257-36 139 0 0,-51 1 279 0 0,364-34 54 0 0,-499 28 127 0 0,274-15-19 0 0,576-53 28 0 0,-624 40-57 0 0,-410 51 56 0 0,-183 17-27 0 0,-69-2-46 0 0,23 6-106 0 0,-21-2 123 0 0,-1-1 0 0 0,1 1 0 0 0,-1-1 0 0 0,1 1 1 0 0,-1 0-1 0 0,0 0 0 0 0,-1 0 0 0 0,1 0 1 0 0,-1 1-1 0 0,0-1 0 0 0,0 0 0 0 0,1 7 0 0 0,5 64 32 0 0,-6-43-56 0 0,22 216 47 0 0,5 201 377 0 0,-18-224-229 0 0,-8 43 152 0 0,-3-142-122 0 0,10 185 626 0 0,-2-112-207 0 0,12 50 350 0 0,-5-130-19 0 0,-10-100-464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11.8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29 202 552 0 0,'-28'-12'7043'0'0,"64"18"-6703"0"0,-1-2 0 0 0,1-2 0 0 0,54-3 0 0 0,-8 1 12 0 0,508-13 1512 0 0,-66 0-785 0 0,-174 11-552 0 0,500 1 463 0 0,578-88 436 0 0,-607 16-179 0 0,-700 64-133 0 0,-119 8-1060 0 0,-7 1-675 0 0,-92 10-2191 0 0,4 0-5012 0 0,52-9 4253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12.7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19 436 0 0,'16'-18'13244'0'0,"-6"53"-12633"0"0,0 33 977 0 0,3 77 1 0 0,-12-110-1102 0 0,-1-24-313 0 0,0 1-1 0 0,1-1 0 0 0,0 0 1 0 0,1 1-1 0 0,5 17 1 0 0,0 1 147 0 0,3 4-1017 0 0,2-13-2599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29.9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0 150 252 0 0,'0'0'5918'0'0,"5"0"-5680"0"0,12-1 122 0 0,-1-2 0 0 0,1 0 0 0 0,-1-1 0 0 0,1-1 0 0 0,-1 0-1 0 0,0-1 1 0 0,23-13 0 0 0,26-8 262 0 0,-8 8-240 0 0,89-35-11 0 0,-130 50-2175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31.5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15 269 724 0 0,'-1'96'6953'0'0,"-2"16"-4672"0"0,-1 156-550 0 0,0-199-174 0 0,2-57-17 0 0,3-47-852 0 0,1-413 256 0 0,-4 414-928 0 0,2 0 0 0 0,7-58 1 0 0,-5 75-25 0 0,1 1 1 0 0,0 0 0 0 0,2 1-1 0 0,-1-1 1 0 0,2 1 0 0 0,0-1-1 0 0,13-21 1 0 0,-17 34 3 0 0,0 1-1 0 0,0-1 1 0 0,0 1 0 0 0,0-1-1 0 0,0 1 1 0 0,0 0-1 0 0,0 0 1 0 0,1 0-1 0 0,-1 1 1 0 0,1-1 0 0 0,-1 0-1 0 0,1 1 1 0 0,0 0-1 0 0,-1-1 1 0 0,1 1 0 0 0,0 0-1 0 0,0 1 1 0 0,0-1-1 0 0,0 0 1 0 0,0 1 0 0 0,0 0-1 0 0,0 0 1 0 0,0-1-1 0 0,0 2 1 0 0,0-1 0 0 0,0 0-1 0 0,0 1 1 0 0,0-1-1 0 0,0 1 1 0 0,0 0-1 0 0,0 0 1 0 0,0 0 0 0 0,0 0-1 0 0,-1 1 1 0 0,1-1-1 0 0,4 4 1 0 0,9 6 11 0 0,0 0 1 0 0,0 1-1 0 0,-1 0 0 0 0,18 21 1 0 0,-27-27-4 0 0,17 19 46 0 0,-2 0 0 0 0,-1 1 0 0 0,-2 2 0 0 0,0 0 0 0 0,-2 0 0 0 0,-1 2 0 0 0,-1 0 0 0 0,-1 0 0 0 0,-2 1 0 0 0,-1 1 0 0 0,5 33 0 0 0,-1 9-439 0 0,-4 1 1 0 0,-3 0 0 0 0,-5 130-1 0 0,-3-186-1 0 0,0-7-337 0 0,1 1 0 0 0,0-1 0 0 0,0 1 1 0 0,5 23-1 0 0,-4-34 603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31.8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65 68 576 0 0,'-64'5'9359'0'0,"93"-6"-8776"0"0,270-34 1842 0 0,-198 19-1469 0 0,156-4 0 0 0,-253 19-1064 0 0,-1 1 0 0 0,1 0 0 0 0,0 0 0 0 0,-1 1 0 0 0,1-1 1 0 0,-1 1-1 0 0,1 0 0 0 0,0 0 0 0 0,4 2 0 0 0,-2 10-1828 0 0,-15 10-1919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47.9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 1204 0 0,'0'0'134'0'0,"0"0"0"0"0,0-1 1 0 0,0 1-1 0 0,0-1 0 0 0,1 1 0 0 0,-1 0 0 0 0,0-1 0 0 0,1 0 537 0 0,0 0-537 0 0,-1 1 0 0 0,0 0 0 0 0,1 0 0 0 0,-1 0 1 0 0,0-1-1 0 0,1 1 0 0 0,-1 0 0 0 0,1 0 0 0 0,-1 0 0 0 0,0 0 0 0 0,1-1 1 0 0,-1 1-1 0 0,1 0 0 0 0,-1 0 0 0 0,0 0 0 0 0,1 0 0 0 0,-1 0 0 0 0,1 0 1 0 0,-1 0-1 0 0,0 0 0 0 0,1 1 0 0 0,-1-1 0 0 0,1 0 0 0 0,-1 0 0 0 0,0 0 1 0 0,1 0-1 0 0,-1 0 0 0 0,1 1 0 0 0,-1-1 0 0 0,16 20 2323 0 0,1 15-1477 0 0,-10-18-157 0 0,-6-15-579 0 0,30 81 1549 0 0,113 262 2996 0 0,-136-327-4521 0 0,-6-14-106 0 0,-1 0-1 0 0,0 0 1 0 0,1 0-1 0 0,-1-1 0 0 0,1 1 1 0 0,0-1-1 0 0,1 1 0 0 0,-1-1 1 0 0,0 0-1 0 0,1 0 1 0 0,0 0-1 0 0,0 0 0 0 0,0 0 1 0 0,0-1-1 0 0,0 1 1 0 0,7 3-1 0 0,-8-6-98 0 0,-1 0 0 0 0,1 0 0 0 0,0 0 0 0 0,-1-1 0 0 0,1 1 0 0 0,0 0 0 0 0,-1-1 0 0 0,1 1 1 0 0,-1-1-1 0 0,1 0 0 0 0,-1 1 0 0 0,1-1 0 0 0,-1 0 0 0 0,1 0 0 0 0,-1 0 0 0 0,0 0 0 0 0,1 0 0 0 0,-1 0 0 0 0,0-1 0 0 0,0 1 0 0 0,0 0 0 0 0,0 0 1 0 0,1-2-1 0 0,21-34 546 0 0,-6 1-438 0 0,-3-1 0 0 0,-1-1-1 0 0,-1 0 1 0 0,11-75-1 0 0,3-11-1351 0 0,-21 95 437 0 0,4-17-1992 0 0,4 27-2565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48.2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87 31 996 0 0,'-9'22'5252'0'0,"-2"-6"-4396"0"0,1 1 0 0 0,1 0 0 0 0,0 0 0 0 0,1 1 0 0 0,1 0 0 0 0,1 0 0 0 0,-7 31 0 0 0,12-42-740 0 0,-1 0 0 0 0,1 1 0 0 0,1-1 0 0 0,-1 1 0 0 0,1-1 0 0 0,0 1 0 0 0,1-1 0 0 0,0 1 1 0 0,0-1-1 0 0,1 0 0 0 0,0 0 0 0 0,0 1 0 0 0,0-1 0 0 0,1 0 0 0 0,0-1 0 0 0,1 1 0 0 0,-1-1 1 0 0,1 1-1 0 0,1-1 0 0 0,-1 0 0 0 0,1 0 0 0 0,9 8 0 0 0,-9-9-56 0 0,1-1 0 0 0,-1 0 0 0 0,1-1 1 0 0,0 1-1 0 0,0-1 0 0 0,0 0 0 0 0,0-1 0 0 0,1 1 0 0 0,-1-1 0 0 0,1 0 0 0 0,0-1 0 0 0,-1 0 0 0 0,1 0 1 0 0,0 0-1 0 0,0-1 0 0 0,7 0 0 0 0,-5-2 4 0 0,1 1 0 0 0,-1-1 0 0 0,0 0-1 0 0,0-1 1 0 0,-1 0 0 0 0,1 0 0 0 0,-1-1 0 0 0,1 0 0 0 0,-1-1 0 0 0,0 0 0 0 0,7-6 0 0 0,-6 5-9 0 0,-1 0 1 0 0,0-1-1 0 0,-1 0 1 0 0,0-1-1 0 0,0 1 1 0 0,0-1-1 0 0,-1-1 1 0 0,0 1-1 0 0,-1-1 1 0 0,0 0 0 0 0,0 0-1 0 0,-1-1 1 0 0,-1 0-1 0 0,1 1 1 0 0,-1-1-1 0 0,-1 0 1 0 0,0 0-1 0 0,0-1 1 0 0,-1 1-1 0 0,0 0 1 0 0,-2-19-1 0 0,0 18-78 0 0,-1 1 0 0 0,-1 0 0 0 0,0-1 0 0 0,-1 1 0 0 0,0 0 0 0 0,0 0 0 0 0,-1 1 0 0 0,0-1 0 0 0,-1 1 0 0 0,-6-9 0 0 0,8 14-124 0 0,0-1 0 0 0,-1 0 1 0 0,1 1-1 0 0,-1 0 0 0 0,0 0 0 0 0,0 1 1 0 0,0-1-1 0 0,-1 1 0 0 0,1 0 0 0 0,-1 0 1 0 0,0 1-1 0 0,0 0 0 0 0,0 0 0 0 0,0 0 1 0 0,0 1-1 0 0,0 0 0 0 0,0 0 1 0 0,-12 0-1 0 0,0 2-1142 0 0,0 1 0 0 0,0 1 0 0 0,1 0-1 0 0,-1 1 1 0 0,1 1 0 0 0,-32 14 0 0 0,5 2-2486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46.2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0 162 224 0 0,'12'-31'3111'0'0,"20"-44"-1"0"0,-10 30 2416 0 0,-16 35-3462 0 0,14 40-492 0 0,191 573 3304 0 0,-200-572-4677 0 0,2 6 217 0 0,0 0 0 0 0,3-1 0 0 0,1 0 0 0 0,30 46 0 0 0,-46-81-372 0 0,-1 0 1 0 0,1-1-1 0 0,-1 1 1 0 0,1 0-1 0 0,-1-1 0 0 0,1 1 1 0 0,-1-1-1 0 0,1 1 1 0 0,-1-1-1 0 0,1 1 0 0 0,0-1 1 0 0,-1 1-1 0 0,1-1 1 0 0,0 1-1 0 0,0-1 0 0 0,-1 0 1 0 0,1 0-1 0 0,0 1 1 0 0,0-1-1 0 0,-1 0 0 0 0,1 0 1 0 0,0 0-1 0 0,0 0 0 0 0,0 0 1 0 0,-1 0-1 0 0,1 0 1 0 0,0 0-1 0 0,0 0 0 0 0,-1 0 1 0 0,1 0-1 0 0,0 0 1 0 0,0-1-1 0 0,-1 1 0 0 0,1 0 1 0 0,0-1-1 0 0,0 1 1 0 0,-1 0-1 0 0,1-1 0 0 0,0 1 1 0 0,-1-1-1 0 0,1 1 1 0 0,-1-1-1 0 0,1 1 0 0 0,-1-1 1 0 0,1 0-1 0 0,-1 1 0 0 0,1-1 1 0 0,-1 0-1 0 0,1 1 1 0 0,0-2-1 0 0,23-45 358 0 0,-19 35-178 0 0,6-13-70 0 0,-2-1-1 0 0,0-1 1 0 0,-2 0-1 0 0,4-31 1 0 0,10-118 93 0 0,-16 121-293 0 0,2-39-187 0 0,11-78-2079 0 0,-16 158 913 0 0,11 32-6054 0 0,16 75-1420 0 0,-17-56 5302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46.5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54 183 16 0 0,'8'-28'11484'0'0,"-18"105"-9162"0"0,7-61-2027 0 0,0 1 0 0 0,1-1 1 0 0,0 1-1 0 0,2 0 0 0 0,0 0 1 0 0,1 0-1 0 0,0 0 0 0 0,2-1 1 0 0,0 1-1 0 0,7 23 0 0 0,-7-32-226 0 0,0 0 0 0 0,1-1 0 0 0,0 0 0 0 0,0 0 0 0 0,0 0 0 0 0,1 0 0 0 0,0-1-1 0 0,0 1 1 0 0,1-1 0 0 0,0-1 0 0 0,10 8 0 0 0,-14-11-60 0 0,1 0-1 0 0,0 0 1 0 0,0-1-1 0 0,1 1 1 0 0,-1-1-1 0 0,0 0 1 0 0,0 0-1 0 0,1 0 1 0 0,-1 0-1 0 0,1-1 1 0 0,-1 0-1 0 0,1 1 1 0 0,-1-1-1 0 0,0 0 1 0 0,1-1-1 0 0,-1 1 1 0 0,1 0-1 0 0,-1-1 1 0 0,0 0-1 0 0,1 0 1 0 0,-1 0-1 0 0,0 0 1 0 0,0-1-1 0 0,1 1 1 0 0,-1-1-1 0 0,0 0 1 0 0,-1 0-1 0 0,1 0 1 0 0,4-3-1 0 0,1-3-26 0 0,1 0-1 0 0,-1 0 0 0 0,-1-1 0 0 0,0 0 1 0 0,0-1-1 0 0,-1 1 0 0 0,0-1 1 0 0,0-1-1 0 0,-1 1 0 0 0,-1-1 0 0 0,0 1 1 0 0,0-1-1 0 0,-1-1 0 0 0,0 1 1 0 0,-1 0-1 0 0,0-1 0 0 0,0-17 0 0 0,-2 11-111 0 0,0 0 0 0 0,-1 0 0 0 0,-1 0-1 0 0,-1 0 1 0 0,0 0 0 0 0,-1 0 0 0 0,-1 1 0 0 0,-1 0-1 0 0,0 0 1 0 0,-14-24 0 0 0,17 33-88 0 0,-1 1 1 0 0,-1 0 0 0 0,1 1-1 0 0,-1-1 1 0 0,-1 1-1 0 0,1 0 1 0 0,-1 0-1 0 0,0 1 1 0 0,0-1 0 0 0,-1 2-1 0 0,1-1 1 0 0,-1 0-1 0 0,0 1 1 0 0,0 1-1 0 0,-1-1 1 0 0,1 1 0 0 0,-1 0-1 0 0,-8-1 1 0 0,8 2-376 0 0,0 1-1 0 0,0 1 1 0 0,0-1 0 0 0,0 2 0 0 0,0-1 0 0 0,0 1 0 0 0,0 0-1 0 0,0 0 1 0 0,0 1 0 0 0,0 0 0 0 0,-13 6 0 0 0,-14 9-2297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46.9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80 273 164 0 0,'-9'5'700'0'0,"1"1"0"0"0,0 0 0 0 0,-1 1 0 0 0,2 0 0 0 0,-1 0 0 0 0,1 1 0 0 0,0 0 1 0 0,-9 15-1 0 0,16-23-619 0 0,0 1 0 0 0,0 0 1 0 0,0-1-1 0 0,0 1 0 0 0,0 0 0 0 0,0-1 1 0 0,0 1-1 0 0,0 0 0 0 0,0 0 1 0 0,0-1-1 0 0,0 1 0 0 0,0 0 1 0 0,1-1-1 0 0,-1 1 0 0 0,0 0 1 0 0,1-1-1 0 0,-1 1 0 0 0,0-1 1 0 0,1 1-1 0 0,-1-1 0 0 0,1 1 1 0 0,-1 0-1 0 0,1-1 0 0 0,-1 1 1 0 0,1-1-1 0 0,-1 0 0 0 0,1 1 0 0 0,-1-1 1 0 0,1 1-1 0 0,0-1 0 0 0,-1 0 1 0 0,1 0-1 0 0,0 1 0 0 0,-1-1 1 0 0,2 0-1 0 0,27 9 1131 0 0,7-7-668 0 0,0-2 0 0 0,0-1 0 0 0,0-1 0 0 0,-1-2 0 0 0,58-14 0 0 0,-28 6-117 0 0,470-85 2276 0 0,278-45 80 0 0,5 43-896 0 0,-731 95-2285 0 0,89 6 0 0 0,-175-2 353 0 0,1 0 1 0 0,-1 0-1 0 0,0 0 0 0 0,0 0 0 0 0,0 0 1 0 0,1 0-1 0 0,-1 1 0 0 0,0-1 1 0 0,0 0-1 0 0,0 1 0 0 0,1-1 1 0 0,-1 1-1 0 0,0-1 0 0 0,0 1 0 0 0,0-1 1 0 0,0 1-1 0 0,0 0 0 0 0,0 0 1 0 0,1 1-1 0 0,-1-2 5 0 0,-1 1 0 0 0,0 0 0 0 0,0 0 0 0 0,0-1-1 0 0,0 1 1 0 0,0 0 0 0 0,0-1 0 0 0,0 1 0 0 0,0 0 0 0 0,0-1 0 0 0,0 1 0 0 0,-1 0 0 0 0,1 0-1 0 0,0-1 1 0 0,0 1 0 0 0,-1-1 0 0 0,1 1 0 0 0,0 0 0 0 0,-1-1 0 0 0,1 1 0 0 0,-1-1 0 0 0,1 1 0 0 0,-1-1-1 0 0,0 2 1 0 0,-3 3-182 0 0,-1-1 0 0 0,-1 1-1 0 0,1-1 1 0 0,-1 0-1 0 0,-9 6 1 0 0,-78 36-2547 0 0,-142 49 0 0 0,89-44-2166 0 0,123-42 3744 0 0,-58 18-2174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47.2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6 151 1168 0 0,'-5'22'5467'0'0,"12"-4"-4706"0"0,1-1 1 0 0,1 0-1 0 0,0 0 0 0 0,2-1 1 0 0,0 0-1 0 0,0-1 1 0 0,25 25-1 0 0,10 15 281 0 0,180 216 3173 0 0,-225-269-4145 0 0,0 0 1 0 0,1-1-1 0 0,-1 1 1 0 0,1 0-1 0 0,-1-1 1 0 0,1 0-1 0 0,-1 1 1 0 0,1-1-1 0 0,0 0 1 0 0,0 0-1 0 0,0 0 0 0 0,-1 0 1 0 0,1 0-1 0 0,0 0 1 0 0,0-1-1 0 0,0 1 1 0 0,0-1-1 0 0,0 1 1 0 0,0-1-1 0 0,1 0 1 0 0,-1 0-1 0 0,0 0 0 0 0,0 0 1 0 0,0 0-1 0 0,0 0 1 0 0,0 0-1 0 0,0-1 1 0 0,0 1-1 0 0,0-1 1 0 0,0 0-1 0 0,0 1 1 0 0,0-1-1 0 0,0 0 1 0 0,0 0-1 0 0,0 0 0 0 0,2-2 1 0 0,1-3 51 0 0,0 1-1 0 0,1-1 1 0 0,-2 0 0 0 0,1-1 0 0 0,-1 1 0 0 0,0-1-1 0 0,0 0 1 0 0,5-14 0 0 0,0-3 31 0 0,-1 0-1 0 0,-2-1 1 0 0,0 0-1 0 0,2-29 1 0 0,4-106-7 0 0,-9 92-334 0 0,-2-2-176 0 0,-2 48-408 0 0,1 0 1 0 0,1 0-1 0 0,1 0 1 0 0,6-28-1 0 0,-8 50 679 0 0,0 0 0 0 0,1-1-1 0 0,-1 1 1 0 0,0 0 0 0 0,0-1 0 0 0,0 1-1 0 0,0 0 1 0 0,0 0 0 0 0,0-1 0 0 0,0 1 0 0 0,0 0-1 0 0,1-1 1 0 0,-1 1 0 0 0,0 0 0 0 0,0 0-1 0 0,0-1 1 0 0,1 1 0 0 0,-1 0 0 0 0,0 0-1 0 0,0 0 1 0 0,1-1 0 0 0,-1 1 0 0 0,0 0 0 0 0,0 0-1 0 0,1 0 1 0 0,-1 0 0 0 0,0-1 0 0 0,1 1-1 0 0,-1 0 1 0 0,0 0 0 0 0,1 0 0 0 0,-1 0 0 0 0,0 0-1 0 0,1 0 1 0 0,-1 0 0 0 0,0 0 0 0 0,0 0-1 0 0,1 0 1 0 0,-1 0 0 0 0,0 0 0 0 0,1 0 0 0 0,-1 0-1 0 0,0 0 1 0 0,1 1 0 0 0,-1-1 0 0 0,0 0-1 0 0,1 0 1 0 0,-1 0 0 0 0,0 0 0 0 0,0 1-1 0 0,1-1 1 0 0,-1 0 0 0 0,15 17-6476 0 0,-9-7 2814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49.1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0 368 0 0,'0'0'1106'0'0,"-14"7"4301"0"0,7 32-4257 0 0,1 0 1 0 0,2-1-1 0 0,2 2 0 0 0,3 40 1 0 0,-1-41-581 0 0,0-10-495 0 0,0-1-1 0 0,3 1 1 0 0,0-1-1 0 0,2 0 1 0 0,1 0-1 0 0,9 28 1 0 0,-8-45-1552 0 0,-2-44-5917 0 0,-8 17 4664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49.5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85 16 0 0,'-9'-27'2130'0'0,"6"21"-1086"0"0,0-2 0 0 0,1 1-1 0 0,0 0 1 0 0,1 0 0 0 0,-2-15 0 0 0,9 24-1236 0 0,102 39-4659 0 0,-91-33 2953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49.8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6 116 0 0,'2'7'853'0'0,"-1"0"1"0"0,0-1-1 0 0,0 1 1 0 0,-1 0-1 0 0,0 0 0 0 0,0 0 1 0 0,-1 7-1 0 0,1 33 535 0 0,15 110 1216 0 0,-12-110-2101 0 0,-2-42-432 0 0,0-1 0 0 0,-1 1 0 0 0,0-1 0 0 0,0 0 0 0 0,0 1 0 0 0,0-1 0 0 0,-1 1 0 0 0,0-1 0 0 0,0 0 0 0 0,0 1 0 0 0,0-1 0 0 0,-1 0 0 0 0,-2 5 0 0 0,3-8 5 0 0,-3-7-16 0 0,0 0-1 0 0,0 0 0 0 0,0 0 0 0 0,0 0 0 0 0,1-1 0 0 0,-2-6 1 0 0,3 6-10 0 0,1 1 1 0 0,0-1 0 0 0,1 1 0 0 0,0-1 0 0 0,0 1 0 0 0,0-1 0 0 0,1 0 0 0 0,0 1 0 0 0,0 0 0 0 0,3-10 0 0 0,0 1 88 0 0,1 1 0 0 0,0 0 0 0 0,11-20 0 0 0,-6 18 49 0 0,0 0 1 0 0,1 1-1 0 0,1 0 1 0 0,0 1-1 0 0,1 0 1 0 0,0 1-1 0 0,1 0 0 0 0,1 1 1 0 0,19-12-1 0 0,-28 21-103 0 0,0-1-1 0 0,0 1 0 0 0,1 0 0 0 0,-1 1 0 0 0,1-1 0 0 0,0 2 0 0 0,-1-1 0 0 0,1 0 0 0 0,0 1 0 0 0,0 1 0 0 0,0-1 0 0 0,8 1 0 0 0,-9 1-33 0 0,-1 0 1 0 0,1 0-1 0 0,-1 1 0 0 0,0-1 0 0 0,0 1 0 0 0,1 0 1 0 0,-1 1-1 0 0,-1-1 0 0 0,1 1 0 0 0,0 0 0 0 0,-1 0 1 0 0,1 1-1 0 0,-1-1 0 0 0,0 1 0 0 0,0 0 0 0 0,0 0 0 0 0,4 7 1 0 0,4 7 3 0 0,-1 0 0 0 0,0 1 0 0 0,-1 0 0 0 0,-1 0 0 0 0,-1 1 0 0 0,11 42 0 0 0,-8-17-964 0 0,-3 1 1 0 0,4 55-1 0 0,-10-53-1038 0 0,-3-17-5374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50.2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3 102 15261 0 0,'-3'-12'20'0'0,"3"11"2"0"0,0 0-1 0 0,0 1 0 0 0,0-1 1 0 0,0 1-1 0 0,0-1 0 0 0,0 0 1 0 0,0 1-1 0 0,1-1 0 0 0,-1 0 0 0 0,0 1 1 0 0,0-1-1 0 0,0 1 0 0 0,1-1 1 0 0,-1 1-1 0 0,0-1 0 0 0,1 0 1 0 0,-1 1-1 0 0,0-1 0 0 0,1 1 0 0 0,-1 0 1 0 0,1-1-1 0 0,-1 1 0 0 0,1-1 1 0 0,-1 1-1 0 0,1 0 0 0 0,-1-1 1 0 0,1 1-1 0 0,-1 0 0 0 0,1-1 0 0 0,0 1 1 0 0,-1 0-1 0 0,1 0 0 0 0,-1 0 1 0 0,1 0-1 0 0,0-1 0 0 0,-1 1 1 0 0,1 0-1 0 0,-1 0 0 0 0,1 0 1 0 0,0 0-1 0 0,0 1 0 0 0,31-3-5 0 0,-29 2 42 0 0,59-5-513 0 0,97-21 1 0 0,-56 8-1026 0 0,-63 11 702 0 0,22-3-1482 0 0,-22 6-2603 0 0,-21 3 1511 0 0</inkml:trace>
  <inkml:trace contextRef="#ctx0" brushRef="#br0" timeOffset="1">170 426 56 0 0,'-10'9'1124'0'0,"-1"-1"-20"0"0,3-1-24 0 0,-4 2 4017 0 0,63-25-4661 0 0,-20 3-196 0 0,13-6-220 0 0,7 1-276 0 0,2-2-160 0 0,2 0-116 0 0,-4 0-796 0 0,5-2-1433 0 0,-10 0 633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50.5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5 304 0 0,'6'-4'5523'0'0,"-5"4"-5410"0"0,2 13 1847 0 0,-2 20-182 0 0,-4 30-223 0 0,2 0 0 0 0,3 0 0 0 0,15 99 0 0 0,55 188-1782 0 0,-41-221-4210 0 0,28 257 1 0 0,-54-219 610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51.6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1 500 0 0,'-5'20'468'0'0,"0"-1"0"0"0,1 2 0 0 0,1-1-1 0 0,0 0 1 0 0,2 1 0 0 0,2 37 0 0 0,-1-3 138 0 0,1 120 1283 0 0,28 208-1 0 0,53 172 492 0 0,-48-343-1666 0 0,346 1702 2067 0 0,-373-1883-2805 0 0,57 209-55 0 0,-52-201-149 0 0,2-1-1 0 0,2 0 1 0 0,1-1 0 0 0,24 37 0 0 0,-40-73 191 0 0,-1 1 0 0 0,1-1 0 0 0,0 0 1 0 0,-1 0-1 0 0,1 0 0 0 0,0 0 0 0 0,0 1 0 0 0,0-1 0 0 0,0 0 0 0 0,0 0 0 0 0,0-1 0 0 0,0 1 0 0 0,0 0 1 0 0,1 0-1 0 0,-1 0 0 0 0,0-1 0 0 0,0 1 0 0 0,1-1 0 0 0,-1 1 0 0 0,0-1 0 0 0,1 1 0 0 0,1-1 0 0 0,-2 0-9 0 0,0-1-1 0 0,0 1 0 0 0,0-1 1 0 0,-1 1-1 0 0,1-1 0 0 0,0 1 0 0 0,0-1 1 0 0,0 0-1 0 0,0 0 0 0 0,-1 1 0 0 0,1-1 1 0 0,0 0-1 0 0,-1 0 0 0 0,1 0 0 0 0,0 0 1 0 0,-1 0-1 0 0,1 0 0 0 0,-1 0 0 0 0,0 0 1 0 0,1 0-1 0 0,-1-1 0 0 0,4-10-272 0 0,-2 0 1 0 0,1 1-1 0 0,0-21 0 0 0,-2-25-843 0 0,-2 0 0 0 0,-3 0 0 0 0,-2 0 0 0 0,-24-99 0 0 0,1 33-993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52.5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217 2118 10969 0 0,'-197'-276'-43'0'0,"193"270"93"0"0,2 4-20 0 0,0 0-1 0 0,1-1 1 0 0,-1 1 0 0 0,1 0 0 0 0,-1-1-1 0 0,1 1 1 0 0,0-1 0 0 0,0 1 0 0 0,0-1 0 0 0,-1-4-1 0 0,2 6-20 0 0,1-1-1 0 0,-1 1 0 0 0,1 0 1 0 0,-1-1-1 0 0,1 1 0 0 0,0 0 1 0 0,-1 0-1 0 0,1 0 0 0 0,0 0 1 0 0,0 0-1 0 0,0 0 0 0 0,0 0 1 0 0,0 0-1 0 0,0 0 0 0 0,0 0 1 0 0,0 0-1 0 0,0 0 0 0 0,0 1 0 0 0,0-1 1 0 0,1 0-1 0 0,-1 1 0 0 0,0-1 1 0 0,1 1-1 0 0,-1 0 0 0 0,0-1 1 0 0,1 1-1 0 0,1 0 0 0 0,52-16 197 0 0,64-8-1 0 0,-7 1-31 0 0,101-24 61 0 0,823-202 439 0 0,222-113-268 0 0,-405 107-230 0 0,243-25 10 0 0,13 66-53 0 0,-1089 211-131 0 0,635-104 111 0 0,71-13 48 0 0,-674 111-110 0 0,-21 5 160 0 0,-1-2 1 0 0,1-2-1 0 0,51-18 1 0 0,-40-1 1066 0 0,-41 26-1213 0 0,0 2-61 0 0,1 1 0 0 0,-1-1 0 0 0,0 0 0 0 0,1 1 0 0 0,-1-1 0 0 0,0 1 0 0 0,0-1 0 0 0,0 1 0 0 0,0-1 0 0 0,0 1-1 0 0,0 0 1 0 0,0-1 0 0 0,-1 1 0 0 0,1 0 0 0 0,-1 0 0 0 0,1 2 0 0 0,6 38 22 0 0,-5-23-14 0 0,23 113 31 0 0,62 441 87 0 0,-13 253 422 0 0,49-8 240 0 0,-23-441-374 0 0,-62-249-211 0 0,109 335 746 0 0,-124-388-797 0 0,10 26 125 0 0,-5 2 0 0 0,24 164 1 0 0,-51-254-266 0 0,1-1 1 0 0,-1 1 0 0 0,-1 0-1 0 0,0 0 1 0 0,-1-1-1 0 0,-1 1 1 0 0,0 0-1 0 0,-3 12 1 0 0,3-23-24 0 0,1-1 0 0 0,-1 1 0 0 0,0 0 0 0 0,1-1 0 0 0,-1 1 0 0 0,0-1 0 0 0,0 0 1 0 0,0 1-1 0 0,0-1 0 0 0,0 0 0 0 0,0 0 0 0 0,0 0 0 0 0,-1-1 0 0 0,1 1 0 0 0,0-1 0 0 0,0 1 0 0 0,-4 0 0 0 0,-44 4-69 0 0,42-5 60 0 0,-140-3-236 0 0,11 0-55 0 0,-578 53-890 0 0,625-41 1088 0 0,-1063 169-861 0 0,24 119 602 0 0,156 30 354 0 0,590-194 75 0 0,-81 34 207 0 0,-396 127 655 0 0,793-274-460 0 0,-1-4-1 0 0,-91 11 1 0 0,154-27-728 0 0,1 1-1 0 0,0-1 0 0 0,0 1 1 0 0,0 0-1 0 0,0 0 0 0 0,0 1 1 0 0,0-1-1 0 0,0 1 0 0 0,0 0 1 0 0,1 0-1 0 0,-1 0 0 0 0,1 1 1 0 0,-1-1-1 0 0,-2 4 0 0 0,0-3-584 0 0,0 0-1 0 0,0-1 0 0 0,-1 0 0 0 0,1 0 1 0 0,0 0-1 0 0,-1-1 0 0 0,1 0 0 0 0,0 0 1 0 0,-12 0-1 0 0,11 0-854 0 0,-13-1-1494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52.9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0 252 216 0 0,'4'-11'1028'0'0,"-2"-2"-160"0"0,-2-1-88 0 0,2-1-96 0 0,2 0-64 0 0,5-3-96 0 0,-3 1-112 0 0,2-3-120 0 0,-2 4-131 0 0,8-6-193 0 0,-6-4-233 0 0,-2 10-619 0 0,5-8-952 0 0,-3 0 420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57.2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59 24 1428 0 0,'-16'-10'1681'0'0,"13"9"-1052"0"0,1-1 0 0 0,-1 0 0 0 0,0 1 0 0 0,0-1 0 0 0,0 1 0 0 0,0 0 0 0 0,0 0 1 0 0,0 0-1 0 0,-3-1 0 0 0,-4 10 1875 0 0,9 16-1760 0 0,7 27-141 0 0,2 0-1 0 0,2-1 1 0 0,3 0 0 0 0,1-1 0 0 0,3 0 0 0 0,2-1-1 0 0,37 68 1 0 0,-55-115-598 0 0,5 10 139 0 0,1 0 0 0 0,0-1 0 0 0,0 0 0 0 0,17 17 0 0 0,-22-25-112 0 0,0 0-1 0 0,-1-1 1 0 0,1 1-1 0 0,0-1 1 0 0,0 0-1 0 0,0 0 1 0 0,0 0-1 0 0,0 0 1 0 0,0 0-1 0 0,0 0 1 0 0,0 0-1 0 0,1-1 1 0 0,-1 1-1 0 0,0-1 1 0 0,0 1-1 0 0,1-1 1 0 0,-1 0-1 0 0,0 0 1 0 0,1 0-1 0 0,-1 0 1 0 0,0 0-1 0 0,0-1 1 0 0,1 1-1 0 0,-1-1 1 0 0,0 1-1 0 0,0-1 1 0 0,0 0-1 0 0,0 0 1 0 0,0 0-1 0 0,0 0 1 0 0,0 0-1 0 0,0 0 1 0 0,3-3-1 0 0,6-6 50 0 0,0-1 0 0 0,0 1 0 0 0,-1-2 0 0 0,-1 0 0 0 0,0 0 0 0 0,-1-1 0 0 0,0 0 0 0 0,9-21 0 0 0,41-119 292 0 0,-44 111-235 0 0,48-122 649 0 0,-62 163-780 0 0,0 1 0 0 0,0-1 1 0 0,0 0-1 0 0,1 0 0 0 0,-1 0 1 0 0,1 1-1 0 0,-1-1 0 0 0,0 0 1 0 0,1 1-1 0 0,-1-1 0 0 0,1 0 1 0 0,0 1-1 0 0,-1-1 0 0 0,1 0 1 0 0,-1 1-1 0 0,1-1 0 0 0,0 1 1 0 0,0-1-1 0 0,-1 1 0 0 0,1 0 1 0 0,0-1-1 0 0,0 1 0 0 0,-1 0 1 0 0,1-1-1 0 0,0 1 0 0 0,0 0 1 0 0,0 0-1 0 0,0 0 0 0 0,-1 0 1 0 0,1 0-1 0 0,0 0 0 0 0,1 0 1 0 0,0 0 1 0 0,1 1 1 0 0,-1 0-1 0 0,0 0 1 0 0,0 1-1 0 0,1-1 1 0 0,-1 0-1 0 0,0 1 1 0 0,0-1-1 0 0,0 1 0 0 0,-1 0 1 0 0,3 2-1 0 0,26 34 55 0 0,-17-18-12 0 0,-12-18-41 0 0,25 43-50 0 0,-3 1 1 0 0,30 80 0 0 0,-3 25-2774 0 0,-42-114 1475 0 0,5 12-3806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57.8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1 297 616 0 0,'1'-7'1173'0'0,"0"-1"0"0"0,1 0 0 0 0,0 1 0 0 0,0-1 0 0 0,1 1 0 0 0,0 0 0 0 0,7-12 573 0 0,19 33-259 0 0,-20-6-1244 0 0,0 1-1 0 0,0 0 0 0 0,-1 0 0 0 0,0 0 0 0 0,-1 1 0 0 0,0 0 0 0 0,-1 1 1 0 0,0 0-1 0 0,6 12 0 0 0,0 6 101 0 0,-1 0 0 0 0,10 42 0 0 0,-16-6 273 0 0,-5-56-499 0 0,0-9 141 0 0,-12-21-169 0 0,8 10-72 0 0,0 0-1 0 0,1-1 1 0 0,0 1 0 0 0,1 0-1 0 0,0-1 1 0 0,1 1 0 0 0,0-1-1 0 0,0 0 1 0 0,2 1 0 0 0,-1-1-1 0 0,2 0 1 0 0,-1 1 0 0 0,2-1 0 0 0,5-17-1 0 0,-3 14 27 0 0,1-1 0 0 0,0 2-1 0 0,1-1 1 0 0,0 1-1 0 0,1 0 1 0 0,1 1 0 0 0,0 0-1 0 0,1 0 1 0 0,1 1 0 0 0,11-12-1 0 0,-18 21-6 0 0,-1-1-1 0 0,1 1 0 0 0,0 0 1 0 0,0 0-1 0 0,0 0 0 0 0,0 0 1 0 0,1 1-1 0 0,-1 0 0 0 0,0 0 1 0 0,1 0-1 0 0,0 0 0 0 0,-1 1 0 0 0,1-1 1 0 0,0 1-1 0 0,0 1 0 0 0,0-1 1 0 0,0 1-1 0 0,0 0 0 0 0,0 0 1 0 0,0 0-1 0 0,0 0 0 0 0,0 1 1 0 0,-1 0-1 0 0,1 0 0 0 0,0 1 1 0 0,0-1-1 0 0,-1 1 0 0 0,1 0 1 0 0,-1 0-1 0 0,1 0 0 0 0,-1 1 1 0 0,0 0-1 0 0,5 3 0 0 0,10 11 77 0 0,-1 0-1 0 0,-1 1 0 0 0,0 1 0 0 0,-1 1 0 0 0,17 29 1 0 0,-1-5 17 0 0,-26-36-122 0 0,1 1 0 0 0,-1-2 0 0 0,2 1 0 0 0,-1-1 0 0 0,1 0 0 0 0,9 6 0 0 0,-14-11-12 0 0,1 0-1 0 0,0 0 0 0 0,0 0 0 0 0,0-1 1 0 0,0 1-1 0 0,0-1 0 0 0,0 0 0 0 0,0 0 1 0 0,0 0-1 0 0,0-1 0 0 0,1 0 0 0 0,-1 1 1 0 0,0-2-1 0 0,0 1 0 0 0,1 0 0 0 0,-1-1 1 0 0,7-1-1 0 0,7-4-55 0 0,0 0 1 0 0,0-2 0 0 0,-1 0-1 0 0,1 0 1 0 0,-2-2-1 0 0,20-14 1 0 0,6-8-175 0 0,40-40 1 0 0,-73 63 188 0 0,0 0 1 0 0,0-1-1 0 0,-1 0 1 0 0,0-1-1 0 0,-1 1 1 0 0,0-2 0 0 0,0 1-1 0 0,7-19 1 0 0,-11 21 55 0 0,0 0 0 0 0,-1 0 0 0 0,0 0 1 0 0,-1 0-1 0 0,0 0 0 0 0,0-1 1 0 0,-1 1-1 0 0,0 0 0 0 0,0-1 0 0 0,-1 1 1 0 0,0 0-1 0 0,-5-16 0 0 0,6 25-8 0 0,0 0-1 0 0,0 0 1 0 0,-1 0-1 0 0,1 0 1 0 0,0 0-1 0 0,0 0 1 0 0,-1-1-1 0 0,1 1 1 0 0,0 0-1 0 0,0 0 1 0 0,-1 0-1 0 0,1 0 1 0 0,0 0-1 0 0,0 0 1 0 0,-1 0-1 0 0,1 0 1 0 0,0 0-1 0 0,0 0 1 0 0,-1 0-1 0 0,1 0 1 0 0,0 0-1 0 0,0 0 1 0 0,-1 0 0 0 0,1 1-1 0 0,0-1 1 0 0,0 0-1 0 0,-1 0 1 0 0,1 0-1 0 0,0 0 1 0 0,0 0-1 0 0,0 0 1 0 0,-1 1-1 0 0,1-1 1 0 0,0 0-1 0 0,0 0 1 0 0,0 0-1 0 0,0 1 1 0 0,-1-1-1 0 0,1 0 1 0 0,0 0-1 0 0,0 0 1 0 0,0 1-1 0 0,0-1 1 0 0,0 0-1 0 0,0 0 1 0 0,0 1-1 0 0,0-1 1 0 0,0 0-1 0 0,0 0 1 0 0,0 1-1 0 0,0-1 1 0 0,0 1-1 0 0,-9 14 13 0 0,8-4 14 0 0,0-1 0 0 0,0 1 0 0 0,1-1 0 0 0,0 1 0 0 0,1 0 0 0 0,0-1 0 0 0,1 1 0 0 0,0-1 0 0 0,0 0 0 0 0,9 20 0 0 0,18 35-2524 0 0,4-8-7253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58.2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44 151 408 0 0,'-33'-55'4934'0'0,"32"52"-4632"0"0,-1 0-1 0 0,1 0 1 0 0,0 0 0 0 0,-1 0 0 0 0,2 0 0 0 0,-1 0 0 0 0,0 0 0 0 0,1 0-1 0 0,-1 0 1 0 0,1 0 0 0 0,0 0 0 0 0,0 0 0 0 0,0-1 0 0 0,0 1-1 0 0,1 0 1 0 0,-1 0 0 0 0,2-6 0 0 0,1 7-241 0 0,-1 0 0 0 0,0 0-1 0 0,1 0 1 0 0,-1 0 0 0 0,1 1 0 0 0,-1-1-1 0 0,1 1 1 0 0,0-1 0 0 0,-1 1 0 0 0,1 0 0 0 0,0 0-1 0 0,5-1 1 0 0,39-7-434 0 0,65 4-3451 0 0,-91 5 1109 0 0,0 0 98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58.5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42 480 0 0,'0'-22'2297'0'0,"0"2"6130"0"0,7 45-4892 0 0,82 277 146 0 0,6 28-3391 0 0,-40-101-1297 0 0,-41-183-519 0 0,2-2-1 0 0,42 83 1 0 0,-55-122 1091 0 0,9 14-931 0 0</inkml:trace>
  <inkml:trace contextRef="#ctx0" brushRef="#br0" timeOffset="1">172 812 640 0 0,'-21'-15'1415'0'0,"-30"-26"2914"0"0,29 10 1711 0 0,21 30-5957 0 0,1 0 0 0 0,0 0-1 0 0,1 0 1 0 0,-1 0 0 0 0,0 0 0 0 0,0 0 0 0 0,0 0 0 0 0,1 0 0 0 0,-1 0-1 0 0,0 1 1 0 0,1-1 0 0 0,-1 0 0 0 0,1 0 0 0 0,-1 0 0 0 0,1 0 0 0 0,-1 1-1 0 0,1-1 1 0 0,-1 0 0 0 0,1 0 0 0 0,0 1 0 0 0,0-1 0 0 0,-1 0 0 0 0,2 0 0 0 0,22-17 391 0 0,-20 16-318 0 0,32-22-21 0 0,1 2 1 0 0,2 2 0 0 0,75-29-1 0 0,132-29-2148 0 0,-169 55 975 0 0,89-23-5791 0 0,-111 31 3620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6:59.7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0 456 404 0 0,'9'-24'3058'0'0,"-9"24"-2978"0"0,0 0 1 0 0,0-1-1 0 0,0 1 0 0 0,0 0 1 0 0,1 0-1 0 0,-1 0 1 0 0,0-1-1 0 0,0 1 1 0 0,0 0-1 0 0,1 0 0 0 0,-1 0 1 0 0,0-1-1 0 0,0 1 1 0 0,1 0-1 0 0,-1 0 0 0 0,0 0 1 0 0,0 0-1 0 0,1 0 1 0 0,-1 0-1 0 0,0 0 1 0 0,0-1-1 0 0,1 1 0 0 0,-1 0 1 0 0,0 0-1 0 0,1 0 1 0 0,-1 0-1 0 0,0 0 1 0 0,0 0-1 0 0,1 0 0 0 0,-1 0 1 0 0,0 1-1 0 0,1-1 1 0 0,-1 0-1 0 0,0 0 1 0 0,0 0-1 0 0,1 0 0 0 0,2 4 310 0 0,0-1-1 0 0,0 0 1 0 0,0 1-1 0 0,-1 0 0 0 0,1-1 1 0 0,-1 1-1 0 0,2 5 0 0 0,2 2-630 0 0,15 27 1026 0 0,16 26 504 0 0,38 96 1 0 0,97 348 1227 0 0,-106-241-1504 0 0,81 272 1070 0 0,-131-482-1854 0 0,-10-35-132 0 0,0-1 0 0 0,1 0 1 0 0,1 0-1 0 0,0-1 0 0 0,20 32 0 0 0,-28-51-134 0 0,25-33-429 0 0,-11 4 60 0 0,-1-1 0 0 0,15-45 0 0 0,-10 21 19 0 0,2 1-4 0 0,-3-1 1 0 0,-2 0 0 0 0,-2-1 0 0 0,7-75 0 0 0,-18 101 331 0 0,-1-1-1 0 0,-1 0 0 0 0,-1 0 0 0 0,-2 0 1 0 0,-1 1-1 0 0,-1-1 0 0 0,-2 1 1 0 0,0 1-1 0 0,-2-1 0 0 0,-14-28 1 0 0,7 24 54 0 0,-1 1 1 0 0,-2 1-1 0 0,-1 0 0 0 0,-2 1 1 0 0,0 2-1 0 0,-2 0 1 0 0,-1 1-1 0 0,-1 2 1 0 0,-1 0-1 0 0,-1 2 1 0 0,-49-29-1 0 0,-20-12-14 0 0,96 62 9 0 0,0 1 1 0 0,-1-1-1 0 0,1 0 0 0 0,0 1 0 0 0,-1-1 0 0 0,1 0 0 0 0,0 0 0 0 0,0 0 1 0 0,0 0-1 0 0,0 0 0 0 0,0 0 0 0 0,0 0 0 0 0,0 0 0 0 0,0 0 0 0 0,0 0 0 0 0,0-1 1 0 0,0 1-1 0 0,1 0 0 0 0,-1-1 0 0 0,1 1 0 0 0,-1 0 0 0 0,1-1 0 0 0,-1 1 1 0 0,1-2-1 0 0,0 1-1 0 0,1 1 0 0 0,-1-1 0 0 0,1 0 0 0 0,0 1 0 0 0,-1-1 0 0 0,1 1 0 0 0,0-1 0 0 0,0 1 1 0 0,0 0-1 0 0,0-1 0 0 0,0 1 0 0 0,0 0 0 0 0,0 0 0 0 0,1 0 0 0 0,-1 0 0 0 0,0 0 0 0 0,3-2 0 0 0,11-5-44 0 0,0 0 0 0 0,0 1-1 0 0,23-8 1 0 0,-21 9 37 0 0,47-17-103 0 0,68-16-1 0 0,-81 26 122 0 0,-1-2 0 0 0,0-2 0 0 0,53-27 1 0 0,-35 7 1323 0 0,-71 39-1252 0 0,0 0-1 0 0,-1 0 0 0 0,1 0 1 0 0,0 0-1 0 0,1 0 0 0 0,-1 1 0 0 0,0 0 1 0 0,1-1-1 0 0,-1 1 0 0 0,1 0 1 0 0,0 0-1 0 0,0 0 0 0 0,0 0 1 0 0,0 1-1 0 0,1-1 0 0 0,0 0 1 0 0,-1 1-1 0 0,0 6 0 0 0,0-2-100 0 0,0-1-1 0 0,1 1 0 0 0,1-1 1 0 0,-1 1-1 0 0,1 0 1 0 0,0-1-1 0 0,1 1 1 0 0,0-1-1 0 0,0 1 0 0 0,1-1 1 0 0,0 1-1 0 0,0-1 1 0 0,1 0-1 0 0,0 0 0 0 0,0 0 1 0 0,0 0-1 0 0,1 0 1 0 0,0-1-1 0 0,0 1 1 0 0,9 8-1 0 0,-9-10-44 0 0,1-1 0 0 0,0 1 0 0 0,0-1 0 0 0,0 0-1 0 0,0-1 1 0 0,0 1 0 0 0,1-1 0 0 0,0 0 0 0 0,-1 0 0 0 0,1-1 0 0 0,0 1 0 0 0,1-2-1 0 0,-1 1 1 0 0,0 0 0 0 0,0-1 0 0 0,1-1 0 0 0,-1 1 0 0 0,1-1 0 0 0,-1 0 0 0 0,0 0-1 0 0,1-1 1 0 0,-1 1 0 0 0,1-1 0 0 0,11-4 0 0 0,-15 3 35 0 0,1 1 0 0 0,-1-1 0 0 0,1 0 0 0 0,-1 0 0 0 0,0 0-1 0 0,0 0 1 0 0,0-1 0 0 0,0 1 0 0 0,-1-1 0 0 0,1 0 0 0 0,-1 0 0 0 0,1 0 0 0 0,-1 0 0 0 0,0 0 0 0 0,0 0 0 0 0,0 0 0 0 0,-1-1-1 0 0,1 1 1 0 0,-1-1 0 0 0,0 1 0 0 0,0-1 0 0 0,0 0 0 0 0,0 0 0 0 0,-1 1 0 0 0,1-1 0 0 0,-1 0 0 0 0,0 0 0 0 0,-1-7 0 0 0,0-3-47 0 0,0 0 0 0 0,-1 0 0 0 0,-1 0 0 0 0,0 0 0 0 0,-1 1 1 0 0,-7-19-1 0 0,-10-15-210 0 0,8 19-137 0 0,1-1 0 0 0,-15-56 0 0 0,25 75 294 0 0,0-1-1 0 0,1 0 1 0 0,0 0-1 0 0,0 1 1 0 0,2-1 0 0 0,-1 0-1 0 0,1 0 1 0 0,1 1-1 0 0,0-1 1 0 0,0 0 0 0 0,1 1-1 0 0,5-12 1 0 0,19-37-392 0 0,-17 40 628 0 0,-1 1 0 0 0,-1-2 0 0 0,8-32 0 0 0,-14 44 25 0 0,-1 1 0 0 0,0 0 0 0 0,-1-1 0 0 0,1 1-1 0 0,-2 0 1 0 0,1-1 0 0 0,-1 1 0 0 0,0 0 0 0 0,0-1 0 0 0,-1 1 0 0 0,0 0 0 0 0,0 0-1 0 0,-1 0 1 0 0,-5-9 0 0 0,-7-12 1196 0 0,-30-38-1 0 0,122 263 588 0 0,75 198-384 0 0,-118-290-1443 0 0,13 42-670 0 0,-40-120 348 0 0,-3-8-300 0 0,1 0 1 0 0,0-1-1 0 0,14 29 1 0 0,-19-47 485 0 0,0 0 1 0 0,0 1-1 0 0,0-1 1 0 0,0 0 0 0 0,0 0-1 0 0,0 0 1 0 0,0 1-1 0 0,1-1 1 0 0,-1 0 0 0 0,0 0-1 0 0,0 0 1 0 0,0 1-1 0 0,1-1 1 0 0,-1 0 0 0 0,0 0-1 0 0,0 0 1 0 0,0 0-1 0 0,1 0 1 0 0,-1 0 0 0 0,0 1-1 0 0,0-1 1 0 0,1 0-1 0 0,-1 0 1 0 0,0 0 0 0 0,0 0-1 0 0,1 0 1 0 0,-1 0-1 0 0,0 0 1 0 0,0 0 0 0 0,1 0-1 0 0,-1 0 1 0 0,0 0-1 0 0,0 0 1 0 0,1 0 0 0 0,-1 0-1 0 0,0 0 1 0 0,0-1 0 0 0,0 1-1 0 0,1 0 1 0 0,-1 0-1 0 0,0 0 1 0 0,0 0 0 0 0,1-1-1 0 0,10-12-694 0 0,3-22-306 0 0,-12 24 174 0 0,0 0 0 0 0,-1 0 0 0 0,-1 0 0 0 0,-1-15-1 0 0,-2-17-1651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7:00.1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12 123 324 0 0,'-3'-14'780'0'0,"-4"-46"1399"0"0,6 57-1887 0 0,1 0 0 0 0,0 1-1 0 0,0-1 1 0 0,0 0 0 0 0,0 0-1 0 0,0 0 1 0 0,1 1 0 0 0,-1-1-1 0 0,1 0 1 0 0,0 1-1 0 0,0-1 1 0 0,0 0 0 0 0,0 1-1 0 0,0-1 1 0 0,1 1 0 0 0,1-3-1 0 0,0 7-38 0 0,0 0 0 0 0,0 0 0 0 0,0 0 0 0 0,-1 1 0 0 0,1 0 0 0 0,-1-1 0 0 0,0 1 0 0 0,3 4 0 0 0,51 83 1788 0 0,-4 3 1 0 0,55 135-1 0 0,-70-145-1417 0 0,28 72 153 0 0,-28-63-1193 0 0,54 95-1 0 0,-88-182 299 0 0,-1-1 0 0 0,1 1 0 0 0,0-1 0 0 0,0 0 0 0 0,0 0 0 0 0,1 0 0 0 0,-1 0 0 0 0,1 0 0 0 0,0-1 0 0 0,0 1 0 0 0,1-1 0 0 0,-1 0 0 0 0,1-1 0 0 0,-1 1 0 0 0,1-1 0 0 0,0 0 0 0 0,0 0 0 0 0,8 2 0 0 0,-8-4-330 0 0,0 1 0 0 0,0-2 0 0 0,1 1 0 0 0,-1 0-1 0 0,0-1 1 0 0,0 0 0 0 0,0 0 0 0 0,0-1 0 0 0,0 0-1 0 0,-1 1 1 0 0,1-1 0 0 0,0-1 0 0 0,-1 1 0 0 0,1-1 0 0 0,-1 0-1 0 0,0 0 1 0 0,0 0 0 0 0,0 0 0 0 0,4-6 0 0 0,14-14-2929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7:00.8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136 370 304 0 0,'-27'4'2517'0'0,"20"1"-2176"0"0,-1 0 0 0 0,1 0 0 0 0,-1 0 0 0 0,2 1 1 0 0,-1 0-1 0 0,1 0 0 0 0,-1 1 0 0 0,2-1 0 0 0,-1 1 0 0 0,1 1 0 0 0,0-1 0 0 0,1 1 0 0 0,-1 0 1 0 0,2 0-1 0 0,-1 0 0 0 0,1 1 0 0 0,0-1 0 0 0,-1 12 0 0 0,2-14-231 0 0,1 1 0 0 0,0-1-1 0 0,0 1 1 0 0,1 0 0 0 0,-1-1 0 0 0,2 1 0 0 0,-1 0-1 0 0,1-1 1 0 0,0 1 0 0 0,0-1 0 0 0,1 1-1 0 0,0-1 1 0 0,0 0 0 0 0,0 1 0 0 0,1-1 0 0 0,0 0-1 0 0,0 0 1 0 0,1-1 0 0 0,-1 1 0 0 0,1-1-1 0 0,1 0 1 0 0,-1 0 0 0 0,1 0 0 0 0,9 8-1 0 0,-11-12-80 0 0,0 1 0 0 0,0 0 0 0 0,0-1-1 0 0,0 1 1 0 0,0-1 0 0 0,0 0 0 0 0,1 0-1 0 0,-1 0 1 0 0,0-1 0 0 0,1 1 0 0 0,-1-1-1 0 0,1 1 1 0 0,-1-1 0 0 0,1 0 0 0 0,-1-1-1 0 0,0 1 1 0 0,1-1 0 0 0,-1 1-1 0 0,1-1 1 0 0,-1 0 0 0 0,0 0 0 0 0,0-1-1 0 0,0 1 1 0 0,1 0 0 0 0,-1-1 0 0 0,-1 0-1 0 0,1 0 1 0 0,0 0 0 0 0,3-3 0 0 0,1-1 6 0 0,0 0 0 0 0,-1 0 0 0 0,0 0 0 0 0,0-1 0 0 0,0 0 0 0 0,-1 0 0 0 0,0-1 0 0 0,0 0 0 0 0,6-15 0 0 0,3-21 562 0 0,-2 0 0 0 0,7-47 0 0 0,-19 91-583 0 0,0-1 1 0 0,0 1-1 0 0,0 0 0 0 0,0-1 1 0 0,1 1-1 0 0,-1 0 1 0 0,0-1-1 0 0,0 1 0 0 0,0 0 1 0 0,0-1-1 0 0,0 1 0 0 0,0 0 1 0 0,1-1-1 0 0,-1 1 0 0 0,0 0 1 0 0,0-1-1 0 0,1 1 1 0 0,-1 0-1 0 0,0 0 0 0 0,0-1 1 0 0,1 1-1 0 0,-1 0 0 0 0,0 0 1 0 0,0 0-1 0 0,1-1 0 0 0,-1 1 1 0 0,0 0-1 0 0,1 0 0 0 0,-1 0 1 0 0,0 0-1 0 0,1 0 1 0 0,-1 0-1 0 0,1 0 0 0 0,-1 0 1 0 0,0 0-1 0 0,1-1 0 0 0,-1 2 1 0 0,0-1-1 0 0,1 0 0 0 0,17 9 172 0 0,18 27-165 0 0,-31-30 47 0 0,14 14-15 0 0,43 43 75 0 0,-56-58-130 0 0,-1 0-1 0 0,1 0 1 0 0,1-1 0 0 0,-1 0 0 0 0,1 0-1 0 0,-1-1 1 0 0,1 0 0 0 0,15 5-1 0 0,-21-8 2 0 0,1 0 0 0 0,-1 0-1 0 0,1 1 1 0 0,-1-1 0 0 0,1 0-1 0 0,0-1 1 0 0,-1 1 0 0 0,1 0-1 0 0,-1 0 1 0 0,1-1-1 0 0,-1 1 1 0 0,1 0 0 0 0,0-1-1 0 0,-1 0 1 0 0,0 1 0 0 0,1-1-1 0 0,-1 0 1 0 0,1 0 0 0 0,-1 0-1 0 0,0 0 1 0 0,0 0 0 0 0,0 0-1 0 0,1 0 1 0 0,-1 0-1 0 0,0 0 1 0 0,0-1 0 0 0,0 1-1 0 0,-1 0 1 0 0,1-1 0 0 0,0 1-1 0 0,0-1 1 0 0,-1 1 0 0 0,1-1-1 0 0,0-2 1 0 0,2-6-5 0 0,-1 0 1 0 0,0-1 0 0 0,0 1-1 0 0,0-12 1 0 0,-1 7-1 0 0,2-21 3 0 0,-2 0 0 0 0,-4-41 0 0 0,0-2 154 0 0,3 79-152 0 0,0 0-1 0 0,0 0 1 0 0,0 0 0 0 0,0 0 0 0 0,0 0 0 0 0,0-1-1 0 0,0 1 1 0 0,0 0 0 0 0,0 0 0 0 0,0 0 0 0 0,0 0 0 0 0,0 0-1 0 0,0 0 1 0 0,0-1 0 0 0,0 1 0 0 0,0 0 0 0 0,0 0-1 0 0,0 0 1 0 0,1 0 0 0 0,-1 0 0 0 0,0 0 0 0 0,0 0-1 0 0,0 0 1 0 0,0 0 0 0 0,0-1 0 0 0,0 1 0 0 0,0 0-1 0 0,0 0 1 0 0,1 0 0 0 0,-1 0 0 0 0,0 0 0 0 0,0 0-1 0 0,0 0 1 0 0,0 0 0 0 0,0 0 0 0 0,0 0 0 0 0,1 0 0 0 0,-1 0-1 0 0,0 0 1 0 0,0 0 0 0 0,0 0 0 0 0,0 0 0 0 0,0 0-1 0 0,0 0 1 0 0,1 0 0 0 0,-1 0 0 0 0,0 0 0 0 0,0 0-1 0 0,0 0 1 0 0,0 0 0 0 0,0 0 0 0 0,0 1 0 0 0,0-1-1 0 0,0 0 1 0 0,1 0 0 0 0,-1 0 0 0 0,0 0 0 0 0,0 0 0 0 0,0 0-1 0 0,0 0 1 0 0,0 0 0 0 0,0 0 0 0 0,0 1 0 0 0,0-1-1 0 0,0 0 1 0 0,13 12-28 0 0,8 15 98 0 0,-8-9 10 0 0,11 18 256 0 0,39 43 0 0 0,-55-70-273 0 0,1 0-1 0 0,0-1 1 0 0,0 0 0 0 0,1-1-1 0 0,-1 0 1 0 0,2 0 0 0 0,-1-1-1 0 0,1 0 1 0 0,18 7 0 0 0,-26-12-48 0 0,0 0 0 0 0,1 1 1 0 0,-1-1-1 0 0,1-1 0 0 0,0 1 1 0 0,-1 0-1 0 0,1-1 0 0 0,0 0 1 0 0,-1 0-1 0 0,1 0 1 0 0,0 0-1 0 0,-1 0 0 0 0,1-1 1 0 0,-1 1-1 0 0,1-1 0 0 0,-1 0 1 0 0,1-1-1 0 0,-1 1 0 0 0,1 0 1 0 0,-1-1-1 0 0,0 0 0 0 0,0 0 1 0 0,0 0-1 0 0,0 0 1 0 0,0 0-1 0 0,0 0 0 0 0,0-1 1 0 0,-1 0-1 0 0,1 1 0 0 0,-1-1 1 0 0,0 0-1 0 0,0 0 0 0 0,0 0 1 0 0,0-1-1 0 0,-1 1 1 0 0,1 0-1 0 0,-1-1 0 0 0,0 1 1 0 0,1-1-1 0 0,-1-3 0 0 0,3-9-19 0 0,-1 1 0 0 0,0-2-1 0 0,-2 1 1 0 0,0 0 0 0 0,0 0-1 0 0,-2 0 1 0 0,-3-27 0 0 0,-3 4-127 0 0,-13-47 1 0 0,15 71-7 0 0,0 1-1 0 0,0-1 1 0 0,-2 1-1 0 0,0 0 1 0 0,0 0-1 0 0,-13-15 1 0 0,19 26-24 0 0,-1 1 0 0 0,0 0 0 0 0,0 0 0 0 0,0-1 0 0 0,0 1 0 0 0,-1 0 0 0 0,1 1 0 0 0,-1-1 1 0 0,1 0-1 0 0,-1 1 0 0 0,1-1 0 0 0,-1 1 0 0 0,0 0 0 0 0,0 0 0 0 0,1 0 0 0 0,-1 0 0 0 0,0 0 1 0 0,-5 0-1 0 0,6 1-421 0 0,-1 0 0 0 0,0 1 0 0 0,1-1 0 0 0,-1 1 0 0 0,0-1 0 0 0,1 1 0 0 0,-1 0 0 0 0,1 0 0 0 0,-1 0 0 0 0,1 1 0 0 0,-1-1 0 0 0,1 0 0 0 0,-4 4 1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7:01.5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1 358 716 0 0,'5'6'7386'0'0,"7"-4"-4796"0"0,18-6-2732 0 0,-23 3 933 0 0,13-3-326 0 0,1 0-1 0 0,-1-1 1 0 0,31-13 0 0 0,-44 16-409 0 0,-1-1 1 0 0,1 0-1 0 0,-1 0 1 0 0,0-1-1 0 0,0 1 1 0 0,-1-1-1 0 0,1-1 1 0 0,-1 1 0 0 0,0-1-1 0 0,0 0 1 0 0,0 0-1 0 0,-1 0 1 0 0,1-1-1 0 0,4-8 1 0 0,-8 12-52 0 0,0 0 0 0 0,0 0 0 0 0,-1 1-1 0 0,1-1 1 0 0,0 0 0 0 0,-1 0 0 0 0,0 0 0 0 0,1 0 0 0 0,-1 0 0 0 0,0 1 0 0 0,0-1 0 0 0,0 0-1 0 0,0 0 1 0 0,-1 0 0 0 0,1 0 0 0 0,0 0 0 0 0,-1 0 0 0 0,1 1 0 0 0,-1-1 0 0 0,0 0-1 0 0,0 0 1 0 0,-1-2 0 0 0,0 2-5 0 0,0-1 1 0 0,0 1-1 0 0,-1 0 0 0 0,1-1 1 0 0,-1 1-1 0 0,0 0 0 0 0,1 1 1 0 0,-1-1-1 0 0,0 0 0 0 0,0 1 1 0 0,0 0-1 0 0,-4-2 0 0 0,-1 1-8 0 0,0-1-1 0 0,0 1 1 0 0,-1 1-1 0 0,1 0 1 0 0,-1 0 0 0 0,1 0-1 0 0,-1 1 1 0 0,0 1-1 0 0,-9 1 1 0 0,11 0 9 0 0,1 0 0 0 0,0 1 0 0 0,0 0-1 0 0,0 0 1 0 0,1 1 0 0 0,-1 0 0 0 0,1 0 0 0 0,0 0 0 0 0,0 0-1 0 0,0 1 1 0 0,1 0 0 0 0,-1 0 0 0 0,1 0 0 0 0,0 1 0 0 0,1-1 0 0 0,-1 1-1 0 0,1 0 1 0 0,0 0 0 0 0,1 0 0 0 0,-1 0 0 0 0,1 1 0 0 0,1-1 0 0 0,-1 0-1 0 0,1 1 1 0 0,-1 13 0 0 0,1-14 7 0 0,0 1 0 0 0,0 0 0 0 0,1 0 0 0 0,0-1 1 0 0,1 1-1 0 0,-1 0 0 0 0,1 0 0 0 0,0-1 0 0 0,1 1 0 0 0,0-1 0 0 0,0 1 0 0 0,0-1 0 0 0,1 1 0 0 0,0-1 0 0 0,0 0 0 0 0,1 0 0 0 0,-1-1 0 0 0,1 1 0 0 0,0-1 1 0 0,1 0-1 0 0,-1 0 0 0 0,1 0 0 0 0,0 0 0 0 0,1-1 0 0 0,10 7 0 0 0,-8-7 4 0 0,1 0 0 0 0,0-1-1 0 0,0 0 1 0 0,0-1 0 0 0,0 0 0 0 0,0 0 0 0 0,0-1-1 0 0,1 0 1 0 0,-1-1 0 0 0,0 0 0 0 0,1 0-1 0 0,-1-1 1 0 0,0 0 0 0 0,1-1 0 0 0,-1 0 0 0 0,0-1-1 0 0,0 1 1 0 0,0-2 0 0 0,-1 1 0 0 0,17-10 0 0 0,-11 4 8 0 0,-1 0 1 0 0,0-1-1 0 0,0 0 1 0 0,-1-1-1 0 0,0 0 1 0 0,-1-1-1 0 0,0-1 1 0 0,-1 1-1 0 0,0-2 1 0 0,-1 1-1 0 0,9-20 1 0 0,-13 24 45 0 0,2-6 68 0 0,1 0 1 0 0,0 0-1 0 0,1 1 1 0 0,0 0 0 0 0,13-13-1 0 0,-21 26-127 0 0,1 0 0 0 0,0 0-1 0 0,0 1 1 0 0,1-1-1 0 0,-1 0 1 0 0,0 1-1 0 0,0-1 1 0 0,0 1-1 0 0,0 0 1 0 0,0 0 0 0 0,0 0-1 0 0,1 0 1 0 0,-1 0-1 0 0,0 0 1 0 0,0 1-1 0 0,0-1 1 0 0,0 1-1 0 0,0-1 1 0 0,0 1 0 0 0,0 0-1 0 0,0 0 1 0 0,0 0-1 0 0,0 0 1 0 0,0 0-1 0 0,0 0 1 0 0,0 0-1 0 0,-1 1 1 0 0,1-1 0 0 0,2 4-1 0 0,7 4-2 0 0,0 1-1 0 0,19 22 1 0 0,-3 2 5 0 0,-1 1 0 0 0,26 48-1 0 0,-52-82 2 0 0,0-1-1 0 0,0 0 0 0 0,0 1 0 0 0,0-1 0 0 0,0 0 0 0 0,0 0 0 0 0,0 1 0 0 0,0-1 1 0 0,0 0-1 0 0,0 0 0 0 0,0 1 0 0 0,0-1 0 0 0,0 0 0 0 0,1 0 0 0 0,-1 1 0 0 0,0-1 0 0 0,0 0 1 0 0,0 0-1 0 0,0 1 0 0 0,1-1 0 0 0,-1 0 0 0 0,0 0 0 0 0,0 0 0 0 0,0 0 0 0 0,1 1 0 0 0,-1-1 1 0 0,0 0-1 0 0,0 0 0 0 0,1 0 0 0 0,-1 0 0 0 0,0 0 0 0 0,0 0 0 0 0,1 0 0 0 0,-1 1 1 0 0,0-1-1 0 0,1 0 0 0 0,-1 0 0 0 0,0 0 0 0 0,0 0 0 0 0,1 0 0 0 0,-1 0 0 0 0,0 0 0 0 0,0-1 1 0 0,1 1-1 0 0,-1 0 0 0 0,0 0 0 0 0,0 0 0 0 0,1 0 0 0 0,-1 0 0 0 0,0 0 0 0 0,0 0 1 0 0,1-1-1 0 0,-1 1 0 0 0,0 0 0 0 0,0 0 0 0 0,1 0 0 0 0,-1 0 0 0 0,0-1 0 0 0,0 1 0 0 0,7-26 173 0 0,-3-35-126 0 0,-4 46-237 0 0,1 0 0 0 0,1-1-1 0 0,0 1 1 0 0,1 0 0 0 0,1 1 0 0 0,0-1-1 0 0,1 0 1 0 0,0 1 0 0 0,1 0-1 0 0,1 0 1 0 0,0 1 0 0 0,1 0 0 0 0,1 0-1 0 0,18-21 1 0 0,-16 22-776 0 0,1 1 0 0 0,-1 0 1 0 0,2 1-1 0 0,0 1 0 0 0,0 0 0 0 0,0 1 0 0 0,1 0 1 0 0,28-11-1 0 0,-16 11-2063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7:02.4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124 650 144 0 0,'-27'9'3348'0'0,"19"-2"-2935"0"0,-1 0 0 0 0,2 1 0 0 0,-1 0 1 0 0,1 0-1 0 0,0 1 0 0 0,1-1 0 0 0,0 2 0 0 0,0-1 1 0 0,1 1-1 0 0,0 0 0 0 0,1 0 0 0 0,0 0 1 0 0,1 0-1 0 0,0 1 0 0 0,0-1 0 0 0,-1 14 1 0 0,3-16-295 0 0,0-1 1 0 0,1 1 0 0 0,0 0-1 0 0,0 0 1 0 0,1-1 0 0 0,0 1-1 0 0,0 0 1 0 0,1-1 0 0 0,0 1-1 0 0,0-1 1 0 0,1 0 0 0 0,0 0 0 0 0,0 0-1 0 0,1 0 1 0 0,-1 0 0 0 0,2-1-1 0 0,-1 1 1 0 0,1-1 0 0 0,0 0-1 0 0,0 0 1 0 0,0-1 0 0 0,1 0 0 0 0,8 7-1 0 0,-6-7-83 0 0,0 0 0 0 0,1-1 1 0 0,-1 1-1 0 0,1-1 0 0 0,0-1 0 0 0,0 0 0 0 0,0 0 0 0 0,1-1 0 0 0,-1 0 0 0 0,1-1 0 0 0,-1 0 1 0 0,15 0-1 0 0,-9-2-46 0 0,0 0-1 0 0,0-1 1 0 0,0-1 0 0 0,-1 0 0 0 0,1-1 0 0 0,-1-1 0 0 0,19-9 0 0 0,-6 1-73 0 0,-2-1 1 0 0,0-2 0 0 0,0 0-1 0 0,-2-2 1 0 0,0-1-1 0 0,-1 0 1 0 0,32-38 0 0 0,-40 41 32 0 0,-1-1 0 0 0,-1 0 0 0 0,0-1 0 0 0,-2 0 0 0 0,0-1 0 0 0,0 0 0 0 0,-2 0 0 0 0,-1-1 0 0 0,0-1 0 0 0,-1 1 0 0 0,-2-1 0 0 0,0 0 0 0 0,-1 0 0 0 0,1-34 0 0 0,-4 34 44 0 0,2-6 190 0 0,-1-1 0 0 0,-2 1 0 0 0,-1 0 0 0 0,0 0 0 0 0,-3 0 0 0 0,-9-36 0 0 0,14 62 172 0 0,-2 45-133 0 0,3-1 0 0 0,1 0 0 0 0,2 0 0 0 0,2-1 0 0 0,2 1 0 0 0,15 45-1 0 0,-13-58-125 0 0,0 1 34 0 0,19 42-1 0 0,-25-66-99 0 0,-1 0 0 0 0,1 0 0 0 0,1-1-1 0 0,-1 1 1 0 0,1-1 0 0 0,0 0 0 0 0,0 0 0 0 0,1 0 0 0 0,0-1 0 0 0,0 0 0 0 0,9 6 0 0 0,-12-9-27 0 0,-1-2-1 0 0,1 1 1 0 0,0 0 0 0 0,-1-1-1 0 0,1 1 1 0 0,0-1 0 0 0,0 0-1 0 0,0 1 1 0 0,-1-2-1 0 0,1 1 1 0 0,0 0 0 0 0,0 0-1 0 0,0-1 1 0 0,-1 0 0 0 0,1 1-1 0 0,0-1 1 0 0,-1 0-1 0 0,1 0 1 0 0,-1-1 0 0 0,1 1-1 0 0,-1 0 1 0 0,1-1 0 0 0,-1 0-1 0 0,0 1 1 0 0,0-1-1 0 0,0 0 1 0 0,0 0 0 0 0,2-2-1 0 0,5-5-31 0 0,-1-1 0 0 0,0 1 0 0 0,-1-1 0 0 0,0 0 0 0 0,6-12 0 0 0,-7 10 7 0 0,0 0 0 0 0,0-1 0 0 0,-2 1 0 0 0,1-1 0 0 0,-2 0 0 0 0,0 0 1 0 0,0-1-1 0 0,-1 1 0 0 0,-1 0 0 0 0,0-1 0 0 0,-1 1 0 0 0,0-1 0 0 0,-1 1 0 0 0,-4-17 0 0 0,-4 7 59 0 0,4 34 16 0 0,2 38 104 0 0,4-37-169 0 0,0 0 0 0 0,1 0 0 0 0,0 0 0 0 0,1 0-1 0 0,1-1 1 0 0,-1 0 0 0 0,2 1 0 0 0,0-1-1 0 0,0-1 1 0 0,1 1 0 0 0,0-1 0 0 0,1 0-1 0 0,0 0 1 0 0,0-1 0 0 0,1 0 0 0 0,0 0-1 0 0,1-1 1 0 0,0 0 0 0 0,1 0 0 0 0,-1-1-1 0 0,1-1 1 0 0,0 1 0 0 0,1-2 0 0 0,0 1-1 0 0,0-2 1 0 0,0 1 0 0 0,0-1 0 0 0,1-1-1 0 0,0 0 1 0 0,-1-1 0 0 0,1 0 0 0 0,0-1-1 0 0,0 0 1 0 0,0-1 0 0 0,0 0 0 0 0,21-3-1 0 0,-17 0-272 0 0,1 0-1 0 0,-1-1 0 0 0,0 0 1 0 0,0-1-1 0 0,-1-1 0 0 0,1-1 1 0 0,-1 0-1 0 0,0-1 0 0 0,-1-1 1 0 0,0 0-1 0 0,-1-1 0 0 0,1 0 1 0 0,11-13-1 0 0,-16 13 96 0 0,0 0 0 0 0,-1 0 0 0 0,-1-1 0 0 0,1 0 0 0 0,-2 0 0 0 0,0-1 0 0 0,0 1 0 0 0,-1-1 0 0 0,0-1 0 0 0,-1 1 0 0 0,-1-1 0 0 0,0 0 0 0 0,0 0 0 0 0,-2 0 0 0 0,1 0 0 0 0,-2 0 0 0 0,0-15 0 0 0,-9-55 73 0 0,-3 0 0 0 0,-40-138 0 0 0,28 127 2369 0 0,47 168 2527 0 0,30 64-2399 0 0,14 40-1150 0 0,-8-24-1174 0 0,14 47-3502 0 0,-71-196 3030 0 0,11 37-1623 0 0,-3-16-4807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7:02.7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14 288 1044 0 0,'-2'-3'405'0'0,"0"0"1"0"0,0-1-1 0 0,1 1 0 0 0,-1 0 0 0 0,1 0 1 0 0,0-1-1 0 0,0 1 0 0 0,1-1 0 0 0,-1 1 1 0 0,1-1-1 0 0,-1 1 0 0 0,1-1 0 0 0,0 1 1 0 0,0-1-1 0 0,1 1 0 0 0,-1-1 0 0 0,1 1 1 0 0,1-7-1 0 0,1 5-54 0 0,-1 1-1 0 0,1 0 1 0 0,0-1 0 0 0,0 1-1 0 0,0 0 1 0 0,0 0 0 0 0,1 1 0 0 0,-1-1-1 0 0,1 1 1 0 0,0 0 0 0 0,0 0-1 0 0,8-5 1 0 0,27-14 683 0 0,0 1 0 0 0,2 3-1 0 0,0 0 1 0 0,49-12 0 0 0,-25 13-839 0 0,-1 3 1 0 0,75-7-1 0 0,-135 20-409 0 0,1 1 1 0 0,0-1-1 0 0,0 1 0 0 0,0 0 0 0 0,-1 1 0 0 0,1-1 0 0 0,0 1 0 0 0,0 0 0 0 0,8 3 0 0 0,-12-4 130 0 0,-1 1 0 0 0,1-1 0 0 0,-1 0 0 0 0,1 1 0 0 0,-1-1 0 0 0,1 0 0 0 0,-1 1 0 0 0,0-1 0 0 0,1 1 0 0 0,-1-1 0 0 0,1 0 0 0 0,-1 1 0 0 0,0-1 0 0 0,1 1 0 0 0,-1-1 1 0 0,0 1-1 0 0,0 0 0 0 0,1-1 0 0 0,-1 1 0 0 0,0-1 0 0 0,0 1 0 0 0,0-1 0 0 0,0 1 0 0 0,0 0 0 0 0,0-1 0 0 0,0 1 0 0 0,0-1 0 0 0,0 1 0 0 0,0 0 0 0 0,-1 2-218 0 0,0-1 1 0 0,0 0-1 0 0,0 0 1 0 0,0 1-1 0 0,0-1 1 0 0,-1 0-1 0 0,1 0 1 0 0,-1-1-1 0 0,0 1 1 0 0,1 0-1 0 0,-5 2 1 0 0,-19 15-3778 0 0,-11 1 308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7:03.2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45 377 360 0 0,'28'-40'9936'0'0,"-28"40"-9872"0"0,-6 26 1337 0 0,-18 48 115 0 0,16-53-1175 0 0,0 1-1 0 0,1 0 0 0 0,2 0 0 0 0,0 0 0 0 0,1 1 0 0 0,1 0 1 0 0,1 27-1 0 0,2-45-268 0 0,1 0-1 0 0,-1-1 1 0 0,1 1 0 0 0,1 0 0 0 0,-1 0 0 0 0,1-1 0 0 0,-1 1-1 0 0,1-1 1 0 0,1 1 0 0 0,-1-1 0 0 0,1 0 0 0 0,-1 0 0 0 0,1 0 0 0 0,0 0-1 0 0,1 0 1 0 0,-1-1 0 0 0,7 6 0 0 0,-7-7-33 0 0,0-1 0 0 0,0 1 1 0 0,0 0-1 0 0,0-1 0 0 0,0 0 0 0 0,0 0 1 0 0,1 0-1 0 0,-1 0 0 0 0,1-1 1 0 0,-1 1-1 0 0,0-1 0 0 0,1 0 0 0 0,-1 0 1 0 0,1 0-1 0 0,-1 0 0 0 0,1 0 1 0 0,-1-1-1 0 0,0 0 0 0 0,1 0 0 0 0,-1 0 1 0 0,0 0-1 0 0,1 0 0 0 0,-1-1 0 0 0,0 1 1 0 0,4-4-1 0 0,6-3 32 0 0,0-1 0 0 0,0 0 0 0 0,-1-1 0 0 0,-1-1 0 0 0,1 0-1 0 0,16-22 1 0 0,-2-3 83 0 0,22-42-1 0 0,0-1-4 0 0,-46 76-150 0 0,-1 1 1 0 0,1-1-1 0 0,0 1 0 0 0,-1 0 0 0 0,1-1 0 0 0,1 1 1 0 0,-1 0-1 0 0,0 0 0 0 0,0 0 0 0 0,1 0 0 0 0,-1 1 1 0 0,1-1-1 0 0,0 1 0 0 0,-1-1 0 0 0,1 1 1 0 0,0 0-1 0 0,0 0 0 0 0,0 0 0 0 0,-1 1 0 0 0,1-1 1 0 0,0 0-1 0 0,6 1 0 0 0,-4 1-7 0 0,0 0 0 0 0,0 0 0 0 0,-1 0 0 0 0,1 1 0 0 0,0 0 0 0 0,0 0 0 0 0,-1 0 1 0 0,1 0-1 0 0,-1 1 0 0 0,0-1 0 0 0,0 1 0 0 0,6 5 0 0 0,9 11-71 0 0,-1 0 1 0 0,-1 1 0 0 0,30 44-1 0 0,-46-63 73 0 0,34 68-197 0 0,-21-38 424 0 0,-3-87 1370 0 0,-2-22-1896 0 0,5 0-1 0 0,2 1 1 0 0,4 1 0 0 0,4 0 0 0 0,42-95 0 0 0,-64 168 63 0 0,15-27-1348 0 0,-16 29 1370 0 0,-1 0 0 0 0,1 0-1 0 0,0 1 1 0 0,-1-1 0 0 0,1 0-1 0 0,0 1 1 0 0,0-1 0 0 0,-1 0-1 0 0,1 1 1 0 0,0-1 0 0 0,0 1-1 0 0,0 0 1 0 0,0-1 0 0 0,0 1-1 0 0,0 0 1 0 0,0-1 0 0 0,1 1-1 0 0,-2 14-6130 0 0,-1 1 2722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7:05.8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36 775 616 0 0,'-35'-51'9802'0'0,"37"56"-9097"0"0,165 353 4411 0 0,30 144-2288 0 0,-105-259-1454 0 0,-31-90 293 0 0,-67-182-1341 0 0,-5-55-1 0 0,7 53-295 0 0,2 10-41 0 0,-6-38-188 0 0,2-115 1 0 0,6 157 116 0 0,2 0 1 0 0,0 0-1 0 0,1 0 0 0 0,0 0 1 0 0,2 1-1 0 0,0-1 0 0 0,1 1 1 0 0,0 0-1 0 0,1 1 1 0 0,1 0-1 0 0,15-22 0 0 0,-19 32 33 0 0,0 0 0 0 0,0 0 0 0 0,0 0 0 0 0,1 1 0 0 0,0 0 0 0 0,0 0 0 0 0,0 0 0 0 0,1 0 0 0 0,-1 1 0 0 0,1 0-1 0 0,0 0 1 0 0,0 0 0 0 0,0 1 0 0 0,0 0 0 0 0,10-2 0 0 0,-7 3-11 0 0,1 0 0 0 0,-1 0 1 0 0,1 1-1 0 0,-1 1 0 0 0,1-1 0 0 0,-1 2 0 0 0,0-1 1 0 0,1 1-1 0 0,15 6 0 0 0,-10-3-2 0 0,-1 2 0 0 0,1-1 0 0 0,-1 2 0 0 0,-1 0 0 0 0,1 0 0 0 0,-1 1 0 0 0,-1 1 0 0 0,0 0 0 0 0,0 1 0 0 0,-1 0 0 0 0,-1 1 0 0 0,13 17 0 0 0,-17-17 38 0 0,0 0 0 0 0,0 0 0 0 0,-1 0 0 0 0,-1 1 0 0 0,0-1 0 0 0,-1 1 0 0 0,0 0 0 0 0,-1 0 0 0 0,0 0 0 0 0,-1 1 0 0 0,-1-1-1 0 0,0 0 1 0 0,-1 0 0 0 0,0 0 0 0 0,-4 16 0 0 0,3-19 2 0 0,0 1 0 0 0,-1-1 0 0 0,0 0 0 0 0,-1 0 0 0 0,0 0 0 0 0,-1 0 0 0 0,0-1 0 0 0,-1 0 0 0 0,1 0 0 0 0,-2 0 0 0 0,1 0 0 0 0,-1-1 0 0 0,-1-1 0 0 0,1 1 0 0 0,-1-1 0 0 0,-1 0-1 0 0,1-1 1 0 0,-1 0 0 0 0,-12 6 0 0 0,17-9-9 0 0,-1-1-1 0 0,1 0 0 0 0,-1 0 0 0 0,0 0 1 0 0,0-1-1 0 0,0 0 0 0 0,0 0 0 0 0,0 0 1 0 0,0-1-1 0 0,-1 1 0 0 0,1-1 0 0 0,0 0 1 0 0,0-1-1 0 0,0 1 0 0 0,0-1 0 0 0,0 0 1 0 0,0 0-1 0 0,-8-4 0 0 0,8 2-23 0 0,0 0 0 0 0,-1 0 0 0 0,1-1-1 0 0,1 0 1 0 0,-1 0 0 0 0,0 0 0 0 0,1 0 0 0 0,0-1-1 0 0,0 0 1 0 0,0 1 0 0 0,1-2 0 0 0,0 1-1 0 0,-5-9 1 0 0,3 1-61 0 0,-1-1 0 0 0,2 1 1 0 0,0-1-1 0 0,0 0 0 0 0,1 0 0 0 0,1 0 0 0 0,0-1 0 0 0,1 1 0 0 0,1 0 0 0 0,0-1 0 0 0,1 1 0 0 0,4-22 0 0 0,2 13-32 0 0,1 0-1 0 0,1 1 0 0 0,1 0 1 0 0,0 0-1 0 0,2 1 0 0 0,1 0 0 0 0,0 1 1 0 0,2 1-1 0 0,29-32 0 0 0,-19 26 179 0 0,1 1-1 0 0,0 1 1 0 0,2 2-1 0 0,0 1 1 0 0,2 1-1 0 0,38-19 1 0 0,-64 37 15 0 0,-1-1 1 0 0,1 0 0 0 0,0 1 0 0 0,0 0 0 0 0,0 0-1 0 0,0 0 1 0 0,0 1 0 0 0,0-1 0 0 0,1 1 0 0 0,-1 0-1 0 0,0 0 1 0 0,0 0 0 0 0,0 1 0 0 0,0-1 0 0 0,0 1-1 0 0,0 0 1 0 0,0 0 0 0 0,0 0 0 0 0,0 1 0 0 0,0 0-1 0 0,0-1 1 0 0,-1 1 0 0 0,1 1 0 0 0,5 3 0 0 0,5 6 135 0 0,-1 1 1 0 0,0 0-1 0 0,-1 1 1 0 0,16 23-1 0 0,19 21 124 0 0,-45-56-290 0 0,16 17 36 0 0,1-1 0 0 0,0-1 1 0 0,2-1-1 0 0,34 22 0 0 0,-49-34-79 0 0,1-1 0 0 0,-1 0 1 0 0,1 0-1 0 0,-1-1 0 0 0,1 0 0 0 0,0 0 1 0 0,0-1-1 0 0,0 0 0 0 0,1 0 1 0 0,-1 0-1 0 0,0-1 0 0 0,0 0 0 0 0,0 0 1 0 0,0-1-1 0 0,0 0 0 0 0,0-1 0 0 0,0 1 1 0 0,0-1-1 0 0,0 0 0 0 0,0-1 1 0 0,11-5-1 0 0,-10 3-26 0 0,1 0 0 0 0,-1-1 0 0 0,0 1 0 0 0,0-2 0 0 0,0 1 0 0 0,-1-1 0 0 0,0 0 0 0 0,-1-1 0 0 0,1 1-1 0 0,-1-1 1 0 0,-1-1 0 0 0,0 1 0 0 0,0-1 0 0 0,0 0 0 0 0,-1 0 0 0 0,-1 0 0 0 0,1 0 0 0 0,3-18 0 0 0,-4 2 20 0 0,0 0 1 0 0,-1 0-1 0 0,-1 0 0 0 0,-2 0 1 0 0,0 0-1 0 0,-6-30 0 0 0,-10-44 1449 0 0,16 97-1257 0 0,5 5-145 0 0,0-1 0 0 0,-1 0-1 0 0,1 1 1 0 0,-1-1 0 0 0,0 1 0 0 0,1 0 0 0 0,-1 0 0 0 0,-1 0 0 0 0,1 1 0 0 0,4 6 0 0 0,-4-6 0 0 0,39 50 96 0 0,51 60 31 0 0,-81-101-123 0 0,1 0 1 0 0,1-1-1 0 0,0 0 0 0 0,1-1 0 0 0,29 16 0 0 0,-40-25-21 0 0,0 0 0 0 0,1-1 0 0 0,0 1 0 0 0,-1-1 0 0 0,1 0-1 0 0,0-1 1 0 0,-1 1 0 0 0,1-1 0 0 0,0 0 0 0 0,-1 0 0 0 0,1 0 0 0 0,0-1 0 0 0,0 0-1 0 0,-1 0 1 0 0,1 0 0 0 0,-1 0 0 0 0,1-1 0 0 0,-1 1 0 0 0,1-1 0 0 0,-1-1-1 0 0,0 1 1 0 0,0 0 0 0 0,0-1 0 0 0,0 0 0 0 0,-1 0 0 0 0,1 0 0 0 0,-1 0 0 0 0,6-7-1 0 0,3-3-68 0 0,0-2 0 0 0,-1 0 0 0 0,0 0 0 0 0,-1-1 0 0 0,16-34 0 0 0,-14 21-25 0 0,-1 0 1 0 0,-2-1 0 0 0,-1-1-1 0 0,-1 0 1 0 0,-1 0 0 0 0,1-35 0 0 0,-5 14-59 0 0,-2 0 1 0 0,-14-100-1 0 0,4 87 91 0 0,-23-86 0 0 0,17 102 152 0 0,6 21 241 0 0,2-1-1 0 0,-7-33 1 0 0,25 103-114 0 0,2-1 0 0 0,26 59 1 0 0,-20-53-120 0 0,211 591 1392 0 0,-129-299-860 0 0,54 164 266 0 0,-129-426-721 0 0,5-1 0 0 0,2-2 0 0 0,3-2 0 0 0,56 84 0 0 0,-91-154-176 0 0,1-1 0 0 0,-1 1 1 0 0,0-1-1 0 0,0 1 1 0 0,1-1-1 0 0,-1 1 1 0 0,0-1-1 0 0,1 1 0 0 0,-1-1 1 0 0,0 0-1 0 0,1 1 1 0 0,-1-1-1 0 0,1 1 1 0 0,-1-1-1 0 0,1 0 0 0 0,-1 0 1 0 0,1 1-1 0 0,-1-1 1 0 0,1 0-1 0 0,-1 0 1 0 0,1 1-1 0 0,-1-1 0 0 0,1 0 1 0 0,-1 0-1 0 0,1 0 1 0 0,-1 0-1 0 0,1 0 1 0 0,0 0-1 0 0,0 0 0 0 0,5-15-122 0 0,-5-39-152 0 0,-1 43 194 0 0,-4-52-477 0 0,-2 0 1 0 0,-23-98 0 0 0,12 77 134 0 0,-86-349-1604 0 0,50 231 1216 0 0,2 5 117 0 0,-50-219-257 0 0,92 372 1035 0 0,2 0-1 0 0,3-1 0 0 0,1-84 1 0 0,3 127-70 0 0,0 1 0 0 0,0-1 0 0 0,0 1 0 0 0,0-1 1 0 0,0 1-1 0 0,0-1 0 0 0,1 1 0 0 0,-1-1 0 0 0,0 1 1 0 0,1-1-1 0 0,-1 1 0 0 0,1-1 0 0 0,0 1 0 0 0,0 0 1 0 0,-1-1-1 0 0,1 1 0 0 0,0 0 0 0 0,0 0 0 0 0,0-1 1 0 0,0 1-1 0 0,0 0 0 0 0,0 0 0 0 0,1 0 0 0 0,1-1 1 0 0,-1 2 12 0 0,0-1 0 0 0,0 1 0 0 0,0 0 0 0 0,0 0 0 0 0,-1 0 1 0 0,1 0-1 0 0,0 1 0 0 0,0-1 0 0 0,0 0 0 0 0,0 1 0 0 0,0-1 0 0 0,-1 1 1 0 0,1 0-1 0 0,0-1 0 0 0,-1 1 0 0 0,4 2 0 0 0,7 5 103 0 0,0 1 1 0 0,-1 0-1 0 0,0 0 0 0 0,10 13 0 0 0,33 40 282 0 0,-2 2-1 0 0,-3 2 1 0 0,-3 3-1 0 0,-4 1 1 0 0,-2 2-1 0 0,44 112 0 0 0,-36-55 23 0 0,-6 3-1 0 0,-5 1 1 0 0,19 143 0 0 0,-50-239-332 0 0,-2-8 8 0 0,1-1 0 0 0,1 0-1 0 0,1 0 1 0 0,17 39 0 0 0,-24-66-104 0 0,0-1 0 0 0,0 0-1 0 0,0 0 1 0 0,0 1 0 0 0,0-1 0 0 0,0 0 0 0 0,0 0-1 0 0,1 0 1 0 0,-1 1 0 0 0,0-1 0 0 0,0 0 0 0 0,0 0-1 0 0,0 0 1 0 0,0 1 0 0 0,1-1 0 0 0,-1 0 0 0 0,0 0-1 0 0,0 0 1 0 0,1 0 0 0 0,-1 0 0 0 0,0 1 0 0 0,0-1-1 0 0,0 0 1 0 0,1 0 0 0 0,-1 0 0 0 0,0 0 0 0 0,0 0 0 0 0,1 0-1 0 0,-1 0 1 0 0,0 0 0 0 0,0 0 0 0 0,1 0 0 0 0,-1 0-1 0 0,0 0 1 0 0,0 0 0 0 0,1 0 0 0 0,-1 0 0 0 0,0 0-1 0 0,0 0 1 0 0,1 0 0 0 0,-1 0 0 0 0,0-1 0 0 0,0 1-1 0 0,1 0 1 0 0,-1 0 0 0 0,0 0 0 0 0,12-15-47 0 0,4-23-96 0 0,-5-8-26 0 0,-3-1 0 0 0,-2 0 0 0 0,1-62 0 0 0,-4 59 22 0 0,-2-12-124 0 0,-3 0-1 0 0,-3 0 0 0 0,-2 0 1 0 0,-3 1-1 0 0,-3 0 0 0 0,-28-83 1 0 0,31 116 151 0 0,-1-1 1 0 0,-1 2-1 0 0,-2 0 1 0 0,0 1-1 0 0,-2 0 1 0 0,-20-26 0 0 0,0 9-19 0 0,-1 2 0 0 0,-55-48 0 0 0,91 88 143 0 0,-4-3 20 0 0,0-1 0 0 0,0 1-1 0 0,0-1 1 0 0,1 0 0 0 0,0 0 0 0 0,-4-7-1 0 0,8 11-26 0 0,-1 0-1 0 0,1 0 1 0 0,0 0 0 0 0,1 0-1 0 0,-1 0 1 0 0,0 0-1 0 0,0 0 1 0 0,0 1-1 0 0,0-1 1 0 0,1 0 0 0 0,-1 0-1 0 0,1 0 1 0 0,-1 0-1 0 0,0 1 1 0 0,1-1-1 0 0,-1 0 1 0 0,1 0 0 0 0,-1 1-1 0 0,1-1 1 0 0,0 0-1 0 0,-1 1 1 0 0,1-1 0 0 0,0 1-1 0 0,-1-1 1 0 0,1 1-1 0 0,0-1 1 0 0,1 0-1 0 0,23-12 4 0 0,67-25-83 0 0,-26 13 24 0 0,0-4 1 0 0,-2-2-1 0 0,105-69 0 0 0,-162 95 83 0 0,-1 0-1 0 0,0-1 1 0 0,0 0 0 0 0,0 0-1 0 0,-1 0 1 0 0,0 0-1 0 0,0-1 1 0 0,-1 0-1 0 0,1 0 1 0 0,-2 0 0 0 0,1-1-1 0 0,-1 1 1 0 0,5-17-1 0 0,-7 20-12 0 0,-1 1 0 0 0,1-1 0 0 0,-1 1-1 0 0,0-1 1 0 0,0 1 0 0 0,0-1 0 0 0,0 1-1 0 0,-1-1 1 0 0,0 1 0 0 0,1-1 0 0 0,-1 1-1 0 0,0-1 1 0 0,-1 1 0 0 0,1 0-1 0 0,-1 0 1 0 0,1-1 0 0 0,-1 1 0 0 0,0 0-1 0 0,0 0 1 0 0,0 1 0 0 0,-1-1 0 0 0,1 0-1 0 0,-1 1 1 0 0,1-1 0 0 0,-1 1 0 0 0,0 0-1 0 0,0 0 1 0 0,0 0 0 0 0,0 0 0 0 0,0 1-1 0 0,0-1 1 0 0,-1 1 0 0 0,-5-2 0 0 0,2 0 0 0 0,-1 1 0 0 0,1 1 0 0 0,0-1 0 0 0,-1 1 0 0 0,1 0 0 0 0,0 1 0 0 0,-1-1 0 0 0,1 2 0 0 0,-1-1 0 0 0,1 1 1 0 0,0 0-1 0 0,-1 0 0 0 0,1 1 0 0 0,-12 5 0 0 0,14-6-1 0 0,1 1 0 0 0,0 0 0 0 0,0 1 0 0 0,0-1 0 0 0,1 1 0 0 0,-1-1 0 0 0,1 1 0 0 0,-1 0 0 0 0,1 0 0 0 0,0 1 0 0 0,0-1 0 0 0,0 1 0 0 0,1-1 0 0 0,-1 1 0 0 0,1 0 0 0 0,0 0 0 0 0,0 0 0 0 0,0 0 0 0 0,0 1 0 0 0,1-1 0 0 0,0 0 0 0 0,0 1 0 0 0,0-1 0 0 0,0 1 0 0 0,1 5 0 0 0,0 6-3 0 0,1-1 0 0 0,0 1 0 0 0,1 0 0 0 0,1-1 0 0 0,1 1 0 0 0,0-1 0 0 0,1 0 1 0 0,1 0-1 0 0,0-1 0 0 0,1 1 0 0 0,0-1 0 0 0,1-1 0 0 0,1 0 0 0 0,0 0 0 0 0,1 0 0 0 0,0-1 1 0 0,1-1-1 0 0,0 0 0 0 0,1 0 0 0 0,0-1 0 0 0,1-1 0 0 0,0 0 0 0 0,0 0 0 0 0,1-1 0 0 0,0-1 1 0 0,0-1-1 0 0,1 0 0 0 0,0-1 0 0 0,0 0 0 0 0,0-1 0 0 0,1-1 0 0 0,0 0 0 0 0,-1-1 0 0 0,1-1 1 0 0,18-1-1 0 0,-11-1-124 0 0,-1-1 0 0 0,0-1-1 0 0,0-1 1 0 0,-1 0 0 0 0,1-2 0 0 0,-1-1 0 0 0,0-1 0 0 0,-1 0 0 0 0,0-1 0 0 0,0-2 0 0 0,-1 0 0 0 0,0-1 0 0 0,-1-1 0 0 0,19-17 0 0 0,-23 18-22 0 0,-1-1 1 0 0,-1 0 0 0 0,0-1 0 0 0,-1 0 0 0 0,-1-1 0 0 0,0-1 0 0 0,0 1 0 0 0,-2-1-1 0 0,0-1 1 0 0,-1 0 0 0 0,-1 0 0 0 0,0 0 0 0 0,-1-1 0 0 0,-1 0 0 0 0,-1 0 0 0 0,0 0-1 0 0,-1-26 1 0 0,-2 8 523 0 0,-1 1 0 0 0,-3-1 0 0 0,-13-62 0 0 0,56 176 1165 0 0,9 50-697 0 0,32 138-1 0 0,-78-259-768 0 0,0 0-1 0 0,0-1 1 0 0,0 1-1 0 0,1-1 1 0 0,4 8-1 0 0,-6-13 86 0 0,-1-34 29 0 0,15-190 22 0 0,-13 204-103 0 0,0 1 1 0 0,0-1-1 0 0,2 1 0 0 0,0-1 1 0 0,1 2-1 0 0,1-1 0 0 0,16-33 1 0 0,-21 49-66 0 0,1-1 0 0 0,-1 1 1 0 0,0-1-1 0 0,1 1 0 0 0,-1 0 1 0 0,1 0-1 0 0,0 0 0 0 0,-1 0 1 0 0,1 0-1 0 0,0 0 0 0 0,0 0 1 0 0,0 1-1 0 0,1-1 0 0 0,-1 1 1 0 0,0 0-1 0 0,1-1 0 0 0,-1 1 1 0 0,1 0-1 0 0,-1 0 0 0 0,1 1 1 0 0,-1-1-1 0 0,5 0 0 0 0,-2 1-5 0 0,-1 0 0 0 0,1 1 0 0 0,0-1 0 0 0,0 1 1 0 0,-1 1-1 0 0,1-1 0 0 0,0 0 0 0 0,-1 1 0 0 0,1 0 0 0 0,-1 0 0 0 0,0 1 0 0 0,5 2 0 0 0,29 18-384 0 0,0-1 0 0 0,2-2-1 0 0,0-2 1 0 0,1-2 0 0 0,1-1 0 0 0,56 11-1 0 0,34-4-2842 0 0,-69-13 151 0 0,1 2-3729 0 0,-23-2 2320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7:06.5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170 347 672 0 0,'0'-2'315'0'0,"0"1"0"0"0,0-1 0 0 0,0 1-1 0 0,0-1 1 0 0,0 0 0 0 0,0 1 0 0 0,0-1 0 0 0,-1 1 0 0 0,1-1 0 0 0,0 1-1 0 0,-1-1 1 0 0,0 1 0 0 0,1-1 0 0 0,-1 1 0 0 0,0 0 0 0 0,0-1 0 0 0,1 1-1 0 0,-1 0 1 0 0,0 0 0 0 0,-1-1 0 0 0,0 0 0 0 0,1 1-94 0 0,-1 1 1 0 0,1-1-1 0 0,0 1 0 0 0,-1 0 1 0 0,1-1-1 0 0,0 1 1 0 0,-1 0-1 0 0,1 0 0 0 0,0 0 1 0 0,-1 0-1 0 0,1 0 1 0 0,-1 0-1 0 0,1 0 1 0 0,0 1-1 0 0,-1-1 0 0 0,1 0 1 0 0,0 1-1 0 0,-3 1 1 0 0,-3 1 185 0 0,1 0 0 0 0,0 1 0 0 0,0 0 0 0 0,0 0 0 0 0,0 0 0 0 0,1 1 0 0 0,-1 0 0 0 0,-4 6 0 0 0,1 2-133 0 0,0 1 0 0 0,1 0 0 0 0,0 0 0 0 0,2 1 0 0 0,-1 0-1 0 0,2 0 1 0 0,0 0 0 0 0,1 0 0 0 0,0 1 0 0 0,2 0 0 0 0,-1 0-1 0 0,2 0 1 0 0,0 0 0 0 0,1 0 0 0 0,1 0 0 0 0,0 0 0 0 0,1 0-1 0 0,6 19 1 0 0,-6-24-188 0 0,1 0-1 0 0,1 0 1 0 0,0-1-1 0 0,1 1 1 0 0,0-1 0 0 0,0 0-1 0 0,1 0 1 0 0,1-1-1 0 0,-1 0 1 0 0,2 0-1 0 0,12 13 1 0 0,-13-16-110 0 0,1 0 0 0 0,-1-1 0 0 0,1 0 0 0 0,0 0 0 0 0,0-1 0 0 0,1 0 0 0 0,-1-1 0 0 0,1 0 0 0 0,0 0 0 0 0,-1 0 0 0 0,1-1 0 0 0,1-1 0 0 0,-1 0 0 0 0,0 0 0 0 0,17-1 0 0 0,-13-1-109 0 0,0-1-1 0 0,-1 0 1 0 0,1-1 0 0 0,-1-1 0 0 0,0 0 0 0 0,0 0 0 0 0,0-1 0 0 0,0-1 0 0 0,-1 0 0 0 0,0 0 0 0 0,0-1 0 0 0,-1-1 0 0 0,0 0 0 0 0,0 0-1 0 0,-1-1 1 0 0,0 0 0 0 0,14-18 0 0 0,-8 7-75 0 0,-1 0-1 0 0,-1-1 0 0 0,-1 0 0 0 0,0-1 1 0 0,-2 0-1 0 0,-1 0 0 0 0,0-1 1 0 0,6-32-1 0 0,-8 19 62 0 0,-2-1 1 0 0,-2 1-1 0 0,-1-1 1 0 0,-5-61-1 0 0,1 86 335 0 0,0 0-1 0 0,0 1 0 0 0,-9-22 1 0 0,7 25 222 0 0,2 9-39 0 0,6 36-2 0 0,3 5-145 0 0,2 0-1 0 0,2 0 0 0 0,1-1 0 0 0,2 0 1 0 0,38 73-1 0 0,-51-112-214 0 0,3 4 37 0 0,-1 0 1 0 0,0-1-1 0 0,1 0 0 0 0,0 1 0 0 0,1-1 1 0 0,-1 0-1 0 0,1-1 0 0 0,0 1 1 0 0,10 6-1 0 0,-14-11-45 0 0,0 1 1 0 0,0-1 0 0 0,-1 0-1 0 0,1 0 1 0 0,0 0-1 0 0,0 0 1 0 0,0 0-1 0 0,0 0 1 0 0,0 0-1 0 0,0 0 1 0 0,0-1 0 0 0,0 1-1 0 0,0 0 1 0 0,0-1-1 0 0,0 1 1 0 0,0 0-1 0 0,0-1 1 0 0,-1 1 0 0 0,1-1-1 0 0,0 1 1 0 0,0-1-1 0 0,0 0 1 0 0,-1 1-1 0 0,1-1 1 0 0,0 0-1 0 0,-1 1 1 0 0,1-1 0 0 0,-1 0-1 0 0,1 0 1 0 0,-1 0-1 0 0,1 0 1 0 0,17-34-171 0 0,-14 26 115 0 0,11-28-187 0 0,-2-2 0 0 0,-1 1 0 0 0,12-75-1 0 0,-14 60 281 0 0,23-68-1 0 0,-29 106 51 0 0,-4 12-68 0 0,1 0 0 0 0,-1 1 0 0 0,1-1 0 0 0,0 1 0 0 0,-1-1 0 0 0,1 1 0 0 0,0-1 0 0 0,0 1 0 0 0,1-1 0 0 0,-1 1 0 0 0,0 0 1 0 0,1 0-1 0 0,0 0 0 0 0,2-3 0 0 0,-3 5 91 0 0,1 2 30 0 0,4 9-31 0 0,0 0 0 0 0,0 0-1 0 0,-2 1 1 0 0,1 0 0 0 0,-1 0 0 0 0,-1 0 0 0 0,0 0 0 0 0,2 21 0 0 0,8 31 147 0 0,-6-44-168 0 0,0 0 0 0 0,1 0 0 0 0,1 0 0 0 0,1-1 0 0 0,1-1 0 0 0,0 0 0 0 0,28 33-1 0 0,-34-45-117 0 0,0 0-1 0 0,1-1 1 0 0,-1 0-1 0 0,1 0 1 0 0,1 0-1 0 0,-1-1 0 0 0,0 0 1 0 0,1 0-1 0 0,0-1 1 0 0,0 1-1 0 0,0-2 1 0 0,0 1-1 0 0,1-1 0 0 0,-1 0 1 0 0,1 0-1 0 0,-1-1 1 0 0,1 0-1 0 0,0-1 1 0 0,-1 1-1 0 0,1-1 0 0 0,0-1 1 0 0,-1 0-1 0 0,1 0 1 0 0,-1 0-1 0 0,12-4 1 0 0,-4 0-289 0 0,-2-1 0 0 0,1-1 0 0 0,0 0 0 0 0,-1 0 0 0 0,-1-1 0 0 0,1-1 0 0 0,-1 0 0 0 0,-1-1 0 0 0,0 0 0 0 0,0-1 1 0 0,-1 0-1 0 0,0 0 0 0 0,-1-1 0 0 0,14-25 0 0 0,-14 21-294 0 0,0-1 0 0 0,-2 0 0 0 0,0 0 0 0 0,-1-1 0 0 0,-1 0-1 0 0,0 0 1 0 0,-2 0 0 0 0,0-1 0 0 0,-1 1 0 0 0,-1-1 0 0 0,-1-32 0 0 0,-7-4-2707 0 0,1-14 256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7:06.9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 1068 0 0,'10'-8'4134'0'0,"7"14"-2194"0"0,8 22-694 0 0,-24-26-931 0 0,15 23 919 0 0,-1 0-1 0 0,-2 1 0 0 0,-1 1 1 0 0,0 0-1 0 0,11 46 0 0 0,3 4 603 0 0,-5-18 148 0 0,17 77-1 0 0,-32-109-2299 0 0,-2 1 0 0 0,2 50 1 0 0,-6-72-152 0 0,0-1 1 0 0,-1 1 0 0 0,0-1-1 0 0,0 1 1 0 0,0-1 0 0 0,-1 0 0 0 0,0 0-1 0 0,0 1 1 0 0,-3 5 0 0 0,-20 20-7948 0 0,12-21 3980 0 0</inkml:trace>
  <inkml:trace contextRef="#ctx0" brushRef="#br0" timeOffset="1">51 704 288 0 0,'14'-6'12765'0'0,"0"-11"-11655"0"0,1 0 0 0 0,20-19 0 0 0,80-57-3366 0 0,-96 78 1701 0 0,57-37-6142 0 0,-35 27 2830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7:07.2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43 732 0 0,'7'0'5101'0'0,"7"-2"-2653"0"0,-12-6-1900 0 0,-4 1-704 0 0,0-4-1692 0 0,-4 4-1001 0 0,0-1 657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7:07.8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234 102 14221 0 0,'0'-2'1'0'0,"0"0"-1"0"0,0-1 0 0 0,-1 1 0 0 0,1 0 1 0 0,-1-1-1 0 0,0 1 0 0 0,1 0 0 0 0,-1 0 1 0 0,0 0-1 0 0,0 0 0 0 0,-1 0 1 0 0,1 0-1 0 0,0 0 0 0 0,-1 0 0 0 0,1 0 1 0 0,-1 0-1 0 0,-2-1 0 0 0,3 2 11 0 0,-1 1 0 0 0,0 0 0 0 0,0 0 0 0 0,0 0 0 0 0,0 0 0 0 0,1 0 0 0 0,-1 0 0 0 0,0 0 0 0 0,0 0 0 0 0,0 1 0 0 0,0-1 0 0 0,1 1 0 0 0,-1 0 0 0 0,0-1 0 0 0,1 1 0 0 0,-1 0 1 0 0,0 0-1 0 0,1 0 0 0 0,-1 0 0 0 0,1 0 0 0 0,-1 0 0 0 0,1 0 0 0 0,-3 3 0 0 0,-13 11 94 0 0,0 1 0 0 0,1 0 1 0 0,1 1-1 0 0,0 0 1 0 0,1 2-1 0 0,-19 33 0 0 0,26-41-51 0 0,1 0 0 0 0,0 1-1 0 0,1 0 1 0 0,1 1 0 0 0,0-1-1 0 0,0 1 1 0 0,1 0 0 0 0,1-1-1 0 0,0 1 1 0 0,1 0 0 0 0,1 0-1 0 0,0 1 1 0 0,1 14-1 0 0,0-24-42 0 0,0-1-1 0 0,-1 1 0 0 0,1-1 0 0 0,0 0 1 0 0,0 1-1 0 0,1-1 0 0 0,-1 0 0 0 0,1 0 1 0 0,0 0-1 0 0,0 0 0 0 0,0 0 0 0 0,0-1 1 0 0,0 1-1 0 0,0 0 0 0 0,1-1 0 0 0,-1 0 1 0 0,1 1-1 0 0,0-1 0 0 0,0 0 0 0 0,0-1 1 0 0,0 1-1 0 0,0 0 0 0 0,0-1 0 0 0,0 0 1 0 0,0 1-1 0 0,1-1 0 0 0,-1-1 0 0 0,0 1 1 0 0,1 0-1 0 0,-1-1 0 0 0,1 0 0 0 0,-1 1 1 0 0,1-1-1 0 0,-1-1 0 0 0,5 0 0 0 0,3 0 1 0 0,0 0 0 0 0,0-1 0 0 0,0-1-1 0 0,-1 0 1 0 0,1-1 0 0 0,-1 0 0 0 0,0 0 0 0 0,0-1-1 0 0,17-11 1 0 0,-14 5 8 0 0,0-1 0 0 0,-1 0-1 0 0,-1 0 1 0 0,0-1 0 0 0,0-1-1 0 0,-2 0 1 0 0,0 0 0 0 0,0-1-1 0 0,7-19 1 0 0,26-40 402 0 0,-41 72-412 0 0,0 0 1 0 0,0 1-1 0 0,1-1 0 0 0,-1 0 0 0 0,0 1 1 0 0,1-1-1 0 0,-1 1 0 0 0,1-1 0 0 0,0 1 1 0 0,0 0-1 0 0,-1 0 0 0 0,1 0 1 0 0,0 0-1 0 0,0 0 0 0 0,0 0 0 0 0,0 0 1 0 0,0 1-1 0 0,0-1 0 0 0,0 1 0 0 0,0-1 1 0 0,1 1-1 0 0,-1 0 0 0 0,0 0 0 0 0,0 0 1 0 0,0 0-1 0 0,0 0 0 0 0,0 0 0 0 0,1 1 1 0 0,-1-1-1 0 0,0 1 0 0 0,0-1 0 0 0,0 1 1 0 0,0 0-1 0 0,0 0 0 0 0,0 0 0 0 0,2 1 1 0 0,8 6-16 0 0,1 0 1 0 0,-1 1-1 0 0,-1 0 1 0 0,15 16-1 0 0,-4-5 14 0 0,-1-2-16 0 0,1-1-20 0 0,-1 1 1 0 0,-1 1-1 0 0,-1 1 1 0 0,0 1-1 0 0,-1 1 1 0 0,21 34-1 0 0,-10-25 2546 0 0,-40-62-2176 0 0,1 0-1 0 0,2-1 0 0 0,1-1 0 0 0,1 1 0 0 0,-1-42 0 0 0,4 28-1213 0 0,3 0 1 0 0,2 0-1 0 0,11-63 0 0 0,-5 85-1115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7:09.3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19 298 420 0 0,'-8'-20'3331'0'0,"-2"-19"7471"0"0,12 54-10065 0 0,104 232 1578 0 0,66 155-141 0 0,-152-358-1935 0 0,60 115 410 0 0,-53-108-423 0 0,-6 1 10 0 0,-15-31 195 0 0,-11-27 705 0 0,-59-112-555 0 0,-47-81-383 0 0,72 129-320 0 0,3-2 1 0 0,-35-102-1 0 0,61 148 64 0 0,2 0 1 0 0,1-1-1 0 0,1-1 0 0 0,1 1 0 0 0,-2-45 0 0 0,1 41-222 0 0,6 30 287 0 0,0 19-138 0 0,2-2 122 0 0,1 1 0 0 0,1-1 0 0 0,0 0 0 0 0,1-1 0 0 0,12 27 0 0 0,-3-7 19 0 0,117 258 356 0 0,-72-171-219 0 0,-44-88-36 0 0,1-1 0 0 0,2-1 0 0 0,1 0 0 0 0,2-2 0 0 0,1 0 0 0 0,1-1 0 0 0,53 50 0 0 0,-75-78-59 0 0,1 1 1 0 0,-1-1-1 0 0,1 0 0 0 0,-1 1 1 0 0,1-1-1 0 0,0 0 0 0 0,0 0 1 0 0,-1 0-1 0 0,1 0 0 0 0,0 0 1 0 0,0-1-1 0 0,0 1 0 0 0,0-1 1 0 0,0 1-1 0 0,0-1 0 0 0,0 0 1 0 0,0 1-1 0 0,0-1 0 0 0,0 0 1 0 0,0 0-1 0 0,0-1 0 0 0,0 1 1 0 0,4-1-1 0 0,-3-1-12 0 0,-1 1 0 0 0,0-1 0 0 0,1 0 0 0 0,-1 0 0 0 0,0 1 0 0 0,0-2 0 0 0,0 1 0 0 0,0 0 0 0 0,-1 0 0 0 0,1 0 0 0 0,-1-1 0 0 0,1 1 1 0 0,-1-1-1 0 0,0 1 0 0 0,1-4 0 0 0,4-12 75 0 0,-1 0 0 0 0,0-1 0 0 0,3-36 1 0 0,-8 51-93 0 0,5-49 80 0 0,-3-1 1 0 0,-3 0-1 0 0,-8-71 0 0 0,-39-157-199 0 0,28 183-3 0 0,-26-98-236 0 0,11 57-203 0 0,27 108 264 0 0,5 22-213 0 0,0-1 1 0 0,1 0 0 0 0,0 0 0 0 0,0-14 0 0 0,13 36-4542 0 0,0 3 4015 0 0,-2 0 1 0 0,1 0 0 0 0,-2 1-1 0 0,13 29 1 0 0,13 20-5508 0 0,-18-36 3073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7:10.0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86 675 11009 0 0,'-2'-3'163'0'0,"0"-1"0"0"0,-1 1 1 0 0,1 0-1 0 0,-1 0 0 0 0,1 0 0 0 0,-1 0 0 0 0,0 1 1 0 0,0-1-1 0 0,-1 1 0 0 0,1 0 0 0 0,0 0 0 0 0,-7-3 1 0 0,8 4 78 0 0,-18 22 739 0 0,15-7-748 0 0,1-1-1 0 0,1 1 1 0 0,0 0 0 0 0,1-1-1 0 0,0 1 1 0 0,1 0-1 0 0,1 0 1 0 0,0 0 0 0 0,4 26-1 0 0,0-12 28 0 0,1 0-1 0 0,2-1 1 0 0,20 52-1 0 0,-21-64-205 0 0,1-1 0 0 0,0 1 0 0 0,1-1-1 0 0,1-1 1 0 0,0 0 0 0 0,1 0 0 0 0,1-1-1 0 0,0 0 1 0 0,0 0 0 0 0,1-1 0 0 0,23 15-1 0 0,-28-21-67 0 0,-1-1 0 0 0,2 0 0 0 0,-1-1 0 0 0,0 0 0 0 0,1 0 0 0 0,-1 0 0 0 0,1-1 0 0 0,0 0 0 0 0,0-1 0 0 0,0 0 0 0 0,0 0 0 0 0,0 0 0 0 0,0-1 0 0 0,0 0 0 0 0,0-1 0 0 0,0 0 0 0 0,0 0 0 0 0,0-1 0 0 0,-1 0 0 0 0,1 0 0 0 0,0-1-1 0 0,-1 0 1 0 0,1 0 0 0 0,-1-1 0 0 0,9-6 0 0 0,-5 3-7 0 0,-1 0 0 0 0,0-1-1 0 0,-1-1 1 0 0,0 0 0 0 0,0 0 0 0 0,-1-1-1 0 0,0 1 1 0 0,0-2 0 0 0,-1 1 0 0 0,-1-1-1 0 0,0-1 1 0 0,0 1 0 0 0,-1-1-1 0 0,0 0 1 0 0,4-19 0 0 0,-5 15 5 0 0,-1-1-1 0 0,-1-1 1 0 0,-1 1 0 0 0,0 0-1 0 0,-1 0 1 0 0,0 0 0 0 0,-2-1-1 0 0,0 1 1 0 0,-1 0 0 0 0,-1 0 0 0 0,-6-17-1 0 0,3 12-39 0 0,-1 0-1 0 0,-1 1 1 0 0,-2 0 0 0 0,0 0-1 0 0,0 1 1 0 0,-2 1-1 0 0,-30-35 1 0 0,31 40-11 0 0,-4-4-42 0 0,0 1-1 0 0,-35-29 1 0 0,47 43 67 0 0,0 0-1 0 0,0 0 0 0 0,0 1 1 0 0,0-1-1 0 0,0 1 0 0 0,-1 0 1 0 0,1 0-1 0 0,-1 0 0 0 0,1 1 1 0 0,-1 0-1 0 0,0 0 1 0 0,0 0-1 0 0,1 0 0 0 0,-1 1 1 0 0,0-1-1 0 0,0 1 0 0 0,0 1 1 0 0,0-1-1 0 0,1 1 0 0 0,-9 1 1 0 0,10-1-3 0 0,0 0 1 0 0,1 0-1 0 0,-1 1 0 0 0,1-1 1 0 0,0 1-1 0 0,-1-1 0 0 0,1 1 1 0 0,0 0-1 0 0,0-1 1 0 0,0 1-1 0 0,0 0 0 0 0,0 1 1 0 0,0-1-1 0 0,1 0 1 0 0,-1 0-1 0 0,1 1 0 0 0,-1-1 1 0 0,1 1-1 0 0,0-1 0 0 0,0 1 1 0 0,0 0-1 0 0,1-1 1 0 0,-1 1-1 0 0,0 0 0 0 0,1 0 1 0 0,0-1-1 0 0,0 1 1 0 0,0 0-1 0 0,0 0 0 0 0,0 0 1 0 0,0-1-1 0 0,1 1 0 0 0,-1 0 1 0 0,1 0-1 0 0,0-1 1 0 0,0 1-1 0 0,0-1 0 0 0,1 4 1 0 0,1 0-103 0 0,0 1 1 0 0,0-1 0 0 0,0 0 0 0 0,1 0-1 0 0,0 0 1 0 0,0 0 0 0 0,0-1 0 0 0,1 1-1 0 0,-1-1 1 0 0,2-1 0 0 0,-1 1-1 0 0,0 0 1 0 0,1-1 0 0 0,0 0 0 0 0,6 3-1 0 0,-1-3-34 0 0,0 0 0 0 0,0-1-1 0 0,0 0 1 0 0,1-1 0 0 0,-1 0-1 0 0,1-1 1 0 0,0 0 0 0 0,-1-1-1 0 0,1 0 1 0 0,0-1 0 0 0,-1 0-1 0 0,1-1 1 0 0,-1 0 0 0 0,1-1-1 0 0,-1 0 1 0 0,0-1-1 0 0,0 0 1 0 0,-1-1 0 0 0,1 0-1 0 0,-1-1 1 0 0,0 0 0 0 0,0 0-1 0 0,-1-1 1 0 0,0 0 0 0 0,0-1-1 0 0,14-16 1 0 0,-12 11 182 0 0,-1 0 0 0 0,-1-1 0 0 0,0 0 0 0 0,-1 0 0 0 0,-1-1 0 0 0,0 0 0 0 0,-1 0 1 0 0,0-1-1 0 0,-1 0 0 0 0,-1 0 0 0 0,-1 0 0 0 0,0 0 0 0 0,-1-1 0 0 0,-1 1 0 0 0,-1-22 0 0 0,-1 12 557 0 0,-1 1 0 0 0,-1-1 0 0 0,-11-40 0 0 0,6 37 1438 0 0,-2 0-1 0 0,-22-47 0 0 0,47 110-1072 0 0,-2 1 0 0 0,12 50 0 0 0,6 15-97 0 0,183 590 824 0 0,-200-636-2198 0 0,17 51-2584 0 0,-43-140-7226 0 0,3-6 6880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7:10.4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5 109 1100 0 0,'-4'-108'9426'0'0,"10"111"-8562"0"0,2 3-565 0 0,0 1-1 0 0,0 0 1 0 0,0 0 0 0 0,-1 0 0 0 0,0 1 0 0 0,0 1 0 0 0,-1-1 0 0 0,0 1-1 0 0,8 16 1 0 0,44 102 1336 0 0,-46-97-1265 0 0,81 239 932 0 0,-24 9-4430 0 0,-64-261 2489 0 0,4 22-1618 0 0,-6-14-3168 0 0,-1-17 1917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7:11.4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17 822 796 0 0,'-1'-1'161'0'0,"-1"0"-1"0"0,1 0 1 0 0,0 0 0 0 0,0 0-1 0 0,0 0 1 0 0,0 0 0 0 0,0 0-1 0 0,0-1 1 0 0,0 1 0 0 0,1 0-1 0 0,-1-1 1 0 0,0 1 0 0 0,1 0-1 0 0,-1-1 1 0 0,1 1 0 0 0,-1-1-1 0 0,1 1 1 0 0,-1-1 0 0 0,1 1-1 0 0,0-1 1 0 0,0 1 0 0 0,0-1-1 0 0,0 1 1 0 0,0-1 0 0 0,0 1-1 0 0,0-1 1 0 0,2-2 0 0 0,-1 1-25 0 0,1 0 1 0 0,0 0 0 0 0,0 1 0 0 0,0-1 0 0 0,0 1 0 0 0,0-1 0 0 0,1 1-1 0 0,-1 0 1 0 0,1 0 0 0 0,0 0 0 0 0,-1 0 0 0 0,5-2 0 0 0,11-5 64 0 0,1 0 1 0 0,0 1-1 0 0,24-6 1 0 0,-40 13-119 0 0,456-117 1406 0 0,-159 44-963 0 0,-223 54-392 0 0,-13 5 69 0 0,0-3 0 0 0,61-27 1 0 0,-122 44-135 0 0,0-1 0 0 0,0 1 1 0 0,0-1-1 0 0,0 1 1 0 0,-1-1-1 0 0,1 0 0 0 0,0 0 1 0 0,-1 0-1 0 0,0-1 1 0 0,4-3-1 0 0,-48 0 787 0 0,6 6-525 0 0,1 3 0 0 0,0 1 0 0 0,0 1 0 0 0,0 2-1 0 0,1 2 1 0 0,0 1 0 0 0,1 2 0 0 0,-42 19 0 0 0,65-26-225 0 0,0 0 0 0 0,0 1 1 0 0,1 0-1 0 0,0 0 0 0 0,0 1 1 0 0,1 0-1 0 0,0 1 0 0 0,-12 13 1 0 0,17-17-74 0 0,1-1 0 0 0,-1 1 1 0 0,1 0-1 0 0,0 0 1 0 0,0 0-1 0 0,0 0 0 0 0,0 0 1 0 0,1 0-1 0 0,0 1 0 0 0,0-1 1 0 0,0 1-1 0 0,0-1 0 0 0,1 0 1 0 0,-1 1-1 0 0,1-1 0 0 0,0 1 1 0 0,1-1-1 0 0,-1 1 0 0 0,1-1 1 0 0,0 1-1 0 0,0-1 1 0 0,3 8-1 0 0,0-3-53 0 0,1 0 1 0 0,0-1-1 0 0,0 1 1 0 0,1-1-1 0 0,0 0 0 0 0,0-1 1 0 0,1 1-1 0 0,-1-1 1 0 0,2-1-1 0 0,-1 1 1 0 0,1-1-1 0 0,0-1 0 0 0,1 1 1 0 0,11 5-1 0 0,-9-6-55 0 0,1 0 1 0 0,-1 0-1 0 0,1-1 0 0 0,0-1 0 0 0,0 0 1 0 0,0-1-1 0 0,0 0 0 0 0,0-1 0 0 0,1 0 1 0 0,-1-1-1 0 0,13-1 0 0 0,-19 0 47 0 0,-1 0 0 0 0,0-1 1 0 0,0 0-1 0 0,0 1 0 0 0,0-2 0 0 0,-1 1 0 0 0,1 0 0 0 0,-1-1 1 0 0,1 0-1 0 0,-1 0 0 0 0,0 0 0 0 0,0-1 0 0 0,0 0 0 0 0,0 1 1 0 0,-1-1-1 0 0,5-7 0 0 0,0-1 20 0 0,-1 1 1 0 0,0-1-1 0 0,-1 0 1 0 0,0 0 0 0 0,5-17-1 0 0,-2 0 22 0 0,-3 8 149 0 0,0 1 0 0 0,13-26 0 0 0,-17 43-125 0 0,0-1-1 0 0,0 0 1 0 0,0 1 0 0 0,0-1 0 0 0,0 1-1 0 0,1 0 1 0 0,0 0 0 0 0,-1 0-1 0 0,1 0 1 0 0,0 0 0 0 0,1 1 0 0 0,-1-1-1 0 0,0 1 1 0 0,1 0 0 0 0,-1 0-1 0 0,1 0 1 0 0,0 0 0 0 0,4-1 0 0 0,-3 3-12 0 0,1-1 0 0 0,-1 1 0 0 0,1 0 0 0 0,-1 0 1 0 0,0 1-1 0 0,1-1 0 0 0,-1 1 0 0 0,0 0 1 0 0,0 1-1 0 0,1-1 0 0 0,-1 1 0 0 0,8 5 1 0 0,64 38 89 0 0,-36-19-98 0 0,-34-22-56 0 0,0-1 0 0 0,0-1 0 0 0,0 1 0 0 0,0-1 0 0 0,0-1 0 0 0,0 1 0 0 0,1-1 0 0 0,-1 0 0 0 0,1-1 0 0 0,-1 0 0 0 0,0 0 0 0 0,1-1 0 0 0,-1 1 0 0 0,0-2 0 0 0,1 1 0 0 0,-1-1 0 0 0,0 0 0 0 0,0-1 0 0 0,0 1 0 0 0,0-1 0 0 0,-1-1 0 0 0,1 1 0 0 0,-1-1 0 0 0,0 0 0 0 0,0-1 0 0 0,0 1 0 0 0,-1-1 0 0 0,1 0 0 0 0,-1-1 0 0 0,0 1 0 0 0,-1-1 0 0 0,0 0 0 0 0,1 0 0 0 0,-2-1 0 0 0,1 1 0 0 0,-1-1 0 0 0,0 0 0 0 0,0 0 0 0 0,-1 0 0 0 0,0 0 0 0 0,0 0 0 0 0,-1 0 0 0 0,0-1 0 0 0,0 1 0 0 0,-1 0 0 0 0,0-11 0 0 0,-1-2 26 0 0,-2 1 1 0 0,0 0 0 0 0,-1 0 0 0 0,-1 0-1 0 0,-1 0 1 0 0,-13-30 0 0 0,15 40 17 0 0,0-1 1 0 0,-1 1 0 0 0,0 1-1 0 0,-1-1 1 0 0,0 1 0 0 0,0 0-1 0 0,-1 0 1 0 0,0 1 0 0 0,0-1-1 0 0,-1 2 1 0 0,1-1-1 0 0,-1 1 1 0 0,-1 0 0 0 0,-13-7-1 0 0,20 13-5 0 0,0-1-1 0 0,0 0 0 0 0,0 0 0 0 0,-1 1 0 0 0,1 0 1 0 0,0-1-1 0 0,0 1 0 0 0,0 0 0 0 0,-1 0 0 0 0,1 0 1 0 0,0 0-1 0 0,0 0 0 0 0,0 1 0 0 0,-1-1 0 0 0,1 1 1 0 0,0-1-1 0 0,0 1 0 0 0,0 0 0 0 0,0 0 0 0 0,0 0 1 0 0,-3 2-1 0 0,1 1 1 0 0,0-1 0 0 0,0 1 0 0 0,0-1 0 0 0,1 1 0 0 0,-1 0 1 0 0,1 1-1 0 0,0-1 0 0 0,0 0 0 0 0,-2 7 0 0 0,0 0 4 0 0,0 0 0 0 0,1 0 0 0 0,0 0 1 0 0,1 1-1 0 0,0-1 0 0 0,1 1 0 0 0,0 0 0 0 0,1 13 0 0 0,1-9-38 0 0,2 1-1 0 0,0 0 1 0 0,1-1-1 0 0,0 1 1 0 0,2-1-1 0 0,9 25 1 0 0,-11-34-15 0 0,0 0 1 0 0,1 0 0 0 0,-1-1-1 0 0,1 1 1 0 0,1-1 0 0 0,-1 0-1 0 0,1 0 1 0 0,0-1-1 0 0,0 1 1 0 0,1-1 0 0 0,0 0-1 0 0,0-1 1 0 0,0 1-1 0 0,0-1 1 0 0,1 0 0 0 0,-1-1-1 0 0,9 4 1 0 0,-12-7 30 0 0,1 1 0 0 0,-1-1 0 0 0,0 1 0 0 0,1-1 0 0 0,-1 0 0 0 0,0 0 0 0 0,1-1 0 0 0,-1 1 0 0 0,0-1 0 0 0,1 1 0 0 0,-1-1 0 0 0,0 0 0 0 0,0 0-1 0 0,0-1 1 0 0,0 1 0 0 0,0 0 0 0 0,0-1 0 0 0,0 0 0 0 0,0 0 0 0 0,0 0 0 0 0,-1 0 0 0 0,1 0 0 0 0,-1-1 0 0 0,0 1 0 0 0,1-1 0 0 0,1-2 0 0 0,4-6 8 0 0,0 0-1 0 0,-1 0 1 0 0,0 0-1 0 0,0-1 1 0 0,5-14-1 0 0,-1-7 102 0 0,-1 0-1 0 0,9-50 1 0 0,-13 51 15 0 0,1 1 0 0 0,1 0 1 0 0,14-31-1 0 0,-21 60-97 0 0,-1 0 1 0 0,1 0 0 0 0,0 0-1 0 0,0 1 1 0 0,0-1 0 0 0,0 0 0 0 0,0 1-1 0 0,0-1 1 0 0,0 0 0 0 0,1 1-1 0 0,-1 0 1 0 0,1-1 0 0 0,-1 1 0 0 0,1 0-1 0 0,-1 0 1 0 0,1-1 0 0 0,0 1-1 0 0,3-1 1 0 0,-3 2 16 0 0,20 15 15 0 0,-12-6-39 0 0,0 0 0 0 0,0 1 0 0 0,-1-1 0 0 0,-1 2 0 0 0,1-1 0 0 0,-2 1 0 0 0,0 1 1 0 0,0-1-1 0 0,-1 1 0 0 0,0 1 0 0 0,4 13 0 0 0,4 19-3 0 0,16 82 1 0 0,-23-94 17 0 0,1 30-14 0 0,-2-1 0 0 0,-3 1-1 0 0,-3 0 1 0 0,-9 67 0 0 0,2 25-11 0 0,5-78 17 0 0,4 161-10 0 0,-2-237 5 0 0,0 0 0 0 0,0-1 0 0 0,0 1-1 0 0,0 0 1 0 0,0 0 0 0 0,0-1 0 0 0,0 1-1 0 0,1 0 1 0 0,-1 0 0 0 0,0-1 0 0 0,1 1 0 0 0,-1 0-1 0 0,0-1 1 0 0,1 1 0 0 0,-1 0 0 0 0,1-1-1 0 0,-1 1 1 0 0,1 0 0 0 0,-1-1 0 0 0,1 1-1 0 0,-1-1 1 0 0,1 1 0 0 0,0-1 0 0 0,-1 0 0 0 0,1 1-1 0 0,0-1 1 0 0,-1 0 0 0 0,1 1 0 0 0,0-1-1 0 0,1 0 1 0 0,27-4 57 0 0,-17-2-49 0 0,0 0 1 0 0,-1 0-1 0 0,14-11 1 0 0,42-33-156 0 0,-2-2-1 0 0,107-114 1 0 0,-134 123-73 0 0,-2-2 0 0 0,-3-1 0 0 0,-1-1 0 0 0,-2-2 1 0 0,24-55-1 0 0,-45 83 103 0 0,-1-2 0 0 0,-1 1 0 0 0,-1-1 0 0 0,-1 0 0 0 0,-1 0 0 0 0,-1-1 0 0 0,-1 1 0 0 0,-1-1 0 0 0,-1 1 0 0 0,-1-1 0 0 0,-1 0 0 0 0,-6-25 0 0 0,2 22 54 0 0,-1 1 0 0 0,-1 0 1 0 0,-1 1-1 0 0,-1 0 0 0 0,-1 0 0 0 0,-1 1 0 0 0,-2 0 0 0 0,0 1 0 0 0,-2 1 0 0 0,-20-24 0 0 0,33 42 89 0 0,0 1 0 0 0,-1-1 0 0 0,0 0-1 0 0,0 1 1 0 0,0 0 0 0 0,0 0-1 0 0,0 0 1 0 0,0 0 0 0 0,-1 1 0 0 0,1-1-1 0 0,-1 1 1 0 0,0 0 0 0 0,0 1 0 0 0,0-1-1 0 0,0 1 1 0 0,0 0 0 0 0,0 0-1 0 0,0 1 1 0 0,0 0 0 0 0,0-1 0 0 0,0 2-1 0 0,-1-1 1 0 0,1 0 0 0 0,0 1 0 0 0,0 0-1 0 0,-8 3 1 0 0,6-1 50 0 0,1 0 1 0 0,0 1-1 0 0,-1-1 0 0 0,1 1 0 0 0,1 0 1 0 0,-1 1-1 0 0,1 0 0 0 0,-1 0 1 0 0,1 0-1 0 0,1 0 0 0 0,-1 1 1 0 0,1 0-1 0 0,0 0 0 0 0,0 0 0 0 0,1 0 1 0 0,0 0-1 0 0,0 1 0 0 0,-4 13 1 0 0,3-7 8 0 0,1 1 1 0 0,1 0-1 0 0,0 0 1 0 0,0 0-1 0 0,2 0 1 0 0,0 0-1 0 0,0 0 1 0 0,1 0-1 0 0,1-1 1 0 0,0 1-1 0 0,1 0 1 0 0,1-1-1 0 0,0 1 1 0 0,1-1-1 0 0,0 0 1 0 0,1 0-1 0 0,0-1 1 0 0,1 0-1 0 0,0 0 1 0 0,1 0-1 0 0,1-1 1 0 0,0 0-1 0 0,0-1 1 0 0,1 0-1 0 0,0 0 1 0 0,1-1-1 0 0,0-1 1 0 0,0 0-1 0 0,1 0 1 0 0,0-1-1 0 0,17 7 1 0 0,-11-6-187 0 0,-1-2 0 0 0,1-1 0 0 0,0 0 0 0 0,1-1 0 0 0,-1-1 0 0 0,1-1 0 0 0,-1 0 0 0 0,1-1 0 0 0,0-1 0 0 0,-1-1 0 0 0,25-5 0 0 0,-18 1-359 0 0,0-1 0 0 0,0-1 0 0 0,-1-1 0 0 0,0-1 0 0 0,-1-2 0 0 0,0 0-1 0 0,40-27 1 0 0,-27 14-2735 0 0,55-48-1 0 0,-54 35 196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7:12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0 720 404 0 0,'1'-6'4518'0'0,"11"19"-3129"0"0,14 24-256 0 0,41 91 969 0 0,-7 2-1 0 0,57 177 0 0 0,42 288 144 0 0,-151-558-2107 0 0,1 0 1 0 0,1-1-1 0 0,3 0 0 0 0,26 55 1 0 0,-39-89-150 0 0,1 0 1 0 0,1 0-1 0 0,-1 0 1 0 0,0 0-1 0 0,0 0 1 0 0,1 0-1 0 0,-1 0 1 0 0,1 0-1 0 0,0 0 1 0 0,-1-1-1 0 0,1 1 1 0 0,0-1-1 0 0,0 1 1 0 0,0-1-1 0 0,0 0 0 0 0,0 0 1 0 0,0 1-1 0 0,1-2 1 0 0,-1 1-1 0 0,0 0 1 0 0,1 0-1 0 0,-1-1 1 0 0,0 1-1 0 0,1-1 1 0 0,-1 0-1 0 0,0 0 1 0 0,1 1-1 0 0,-1-2 1 0 0,1 1-1 0 0,-1 0 1 0 0,0 0-1 0 0,1-1 1 0 0,-1 1-1 0 0,0-1 0 0 0,1 0 1 0 0,-1 0-1 0 0,0 0 1 0 0,0 0-1 0 0,0 0 1 0 0,1 0-1 0 0,-1-1 1 0 0,-1 1-1 0 0,1-1 1 0 0,2-1-1 0 0,6-6-71 0 0,0 0 0 0 0,-1 0 1 0 0,0-1-1 0 0,-1 0 0 0 0,0 0 0 0 0,0-1 0 0 0,5-11 0 0 0,-3 3 22 0 0,-1 0-1 0 0,-1 0 0 0 0,-1-1 1 0 0,-1 0-1 0 0,-1-1 1 0 0,0 1-1 0 0,-2-1 1 0 0,0 1-1 0 0,-1-1 1 0 0,-1 0-1 0 0,-1 0 1 0 0,-1 0-1 0 0,-1 0 0 0 0,-1 0 1 0 0,-1 0-1 0 0,-1 1 1 0 0,0 0-1 0 0,-1 0 1 0 0,-2 0-1 0 0,-16-31 1 0 0,-97-141-209 0 0,80 134 174 0 0,2-2 0 0 0,-30-66 0 0 0,68 123 63 0 0,0 0-1 0 0,0 0 1 0 0,0 1 0 0 0,0-1-1 0 0,1 0 1 0 0,-1 0-1 0 0,1 0 1 0 0,0 0 0 0 0,0 0-1 0 0,0 0 1 0 0,0 0-1 0 0,0 0 1 0 0,1 0-1 0 0,-1 0 1 0 0,1 0 0 0 0,0 0-1 0 0,0 0 1 0 0,0 0-1 0 0,0 1 1 0 0,0-1 0 0 0,1 0-1 0 0,-1 1 1 0 0,1-1-1 0 0,0 1 1 0 0,0-1 0 0 0,-1 1-1 0 0,2 0 1 0 0,-1 0-1 0 0,0 0 1 0 0,0 0-1 0 0,1 0 1 0 0,-1 0 0 0 0,5-2-1 0 0,10-6-205 0 0,1 1 0 0 0,0 1 0 0 0,1 0 0 0 0,20-6 0 0 0,-8 4-98 0 0,-18 4 212 0 0,62-27-683 0 0,-71 31 820 0 0,0 0-1 0 0,1-1 0 0 0,-1 0 0 0 0,0 1 0 0 0,-1-2 0 0 0,1 1 1 0 0,0 0-1 0 0,-1-1 0 0 0,0 0 0 0 0,0 1 0 0 0,0-1 1 0 0,0-1-1 0 0,3-5 0 0 0,-5 9 8 0 0,-1 0 0 0 0,1 0 1 0 0,-1 0-1 0 0,1 0 0 0 0,-1 0 0 0 0,0 0 1 0 0,1 0-1 0 0,-1 0 0 0 0,0 0 0 0 0,0 0 1 0 0,1 0-1 0 0,-1 0 0 0 0,0 0 0 0 0,0 0 1 0 0,0 0-1 0 0,0 0 0 0 0,0 0 0 0 0,-1 0 1 0 0,1 0-1 0 0,0 0 0 0 0,0-1 0 0 0,-1 1 1 0 0,1 0-1 0 0,-1 1 0 0 0,1-1 0 0 0,-1 0 1 0 0,1 0-1 0 0,-1 0 0 0 0,1 0 0 0 0,-1 0 1 0 0,0 0-1 0 0,0 1 0 0 0,1-1 0 0 0,-1 0 1 0 0,0 1-1 0 0,0-1 0 0 0,0 0 0 0 0,0 1 1 0 0,0-1-1 0 0,0 1 0 0 0,0-1 0 0 0,0 1 1 0 0,0 0-1 0 0,0 0 0 0 0,0-1 0 0 0,0 1 0 0 0,0 0 1 0 0,0 0-1 0 0,0 0 0 0 0,0 0 0 0 0,0 0 1 0 0,0 0-1 0 0,0 0 0 0 0,0 0 0 0 0,0 0 1 0 0,0 1-1 0 0,0-1 0 0 0,-2 1 0 0 0,-3 0 34 0 0,-1 0 0 0 0,1 1-1 0 0,0-1 1 0 0,0 1-1 0 0,0 1 1 0 0,0-1 0 0 0,1 1-1 0 0,-8 4 1 0 0,8-3-25 0 0,1 0 0 0 0,0 0 0 0 0,0 0 0 0 0,0 1 1 0 0,0 0-1 0 0,1-1 0 0 0,0 1 0 0 0,0 0 0 0 0,0 0 0 0 0,0 1 0 0 0,1-1 1 0 0,0 1-1 0 0,0-1 0 0 0,1 1 0 0 0,-1 0 0 0 0,1-1 0 0 0,0 1 1 0 0,1 0-1 0 0,-1 0 0 0 0,1 0 0 0 0,1 0 0 0 0,-1 0 0 0 0,3 9 0 0 0,-1-6-56 0 0,0 0-1 0 0,1-1 0 0 0,1 1 1 0 0,-1-1-1 0 0,1 0 0 0 0,1 0 0 0 0,-1 0 1 0 0,2 0-1 0 0,-1-1 0 0 0,1 0 1 0 0,0 0-1 0 0,0-1 0 0 0,1 1 0 0 0,12 8 1 0 0,-13-10-71 0 0,0-1 1 0 0,1-1-1 0 0,0 1 1 0 0,0-1-1 0 0,0 0 1 0 0,0 0-1 0 0,0-1 1 0 0,0 0-1 0 0,1-1 1 0 0,-1 1-1 0 0,11-1 1 0 0,-14 0 54 0 0,0-1 0 0 0,0-1 0 0 0,-1 1 0 0 0,1 0 1 0 0,0-1-1 0 0,-1 0 0 0 0,1 0 0 0 0,-1 0 0 0 0,1 0 0 0 0,-1-1 1 0 0,0 1-1 0 0,1-1 0 0 0,-1 0 0 0 0,0 0 0 0 0,0 0 0 0 0,0 0 1 0 0,0 0-1 0 0,0-1 0 0 0,-1 1 0 0 0,1-1 0 0 0,-1 0 1 0 0,0 0-1 0 0,0 0 0 0 0,0 0 0 0 0,4-7 0 0 0,-1-2 18 0 0,-1-1 1 0 0,0 1-1 0 0,-1-1 0 0 0,0 0 0 0 0,0 0 0 0 0,-2 0 0 0 0,0-1 0 0 0,0 1 0 0 0,-1 0 1 0 0,-1 0-1 0 0,-2-17 0 0 0,-6-16 59 0 0,-27-83 1 0 0,10 39-24 0 0,20 67 16 0 0,1 0 0 0 0,1 0 0 0 0,1 0 0 0 0,1-45 0 0 0,3 54-26 0 0,0 0 0 0 0,2 1-1 0 0,-1-1 1 0 0,2 1-1 0 0,0-1 1 0 0,0 1 0 0 0,1 0-1 0 0,1 1 1 0 0,8-16 0 0 0,-4 12-18 0 0,-1 0 0 0 0,-1-1 0 0 0,-1 0 0 0 0,0 0 0 0 0,-1 0 0 0 0,-1-1 0 0 0,-1 0 0 0 0,3-19 0 0 0,-6 28 74 0 0,-1-1-1 0 0,0 1 1 0 0,-1-1-1 0 0,0 1 1 0 0,0 0 0 0 0,-1-1-1 0 0,0 1 1 0 0,0 0-1 0 0,-1 0 1 0 0,-1 0-1 0 0,1 0 1 0 0,-2 1 0 0 0,1 0-1 0 0,-1-1 1 0 0,0 2-1 0 0,0-1 1 0 0,-9-9 0 0 0,-49-44 1009 0 0,59 57-944 0 0,-1 1 1 0 0,0-1-1 0 0,0 1 1 0 0,0 0-1 0 0,0 0 0 0 0,0 1 1 0 0,0-1-1 0 0,-1 1 1 0 0,1 0-1 0 0,-1 1 0 0 0,1-1 1 0 0,-9 0-1 0 0,12 2-80 0 0,0 0-1 0 0,1 1 1 0 0,-1-1 0 0 0,0 1-1 0 0,0-1 1 0 0,1 1-1 0 0,-1 0 1 0 0,1 0-1 0 0,-1 0 1 0 0,1 0 0 0 0,-1 0-1 0 0,1 0 1 0 0,-1 0-1 0 0,1 0 1 0 0,0 0 0 0 0,-1 1-1 0 0,1-1 1 0 0,0 1-1 0 0,0-1 1 0 0,0 1-1 0 0,0-1 1 0 0,1 1 0 0 0,-1-1-1 0 0,0 1 1 0 0,0 0-1 0 0,1-1 1 0 0,-1 1-1 0 0,1 0 1 0 0,-1 3 0 0 0,-4 55 644 0 0,8-21-356 0 0,2-1 0 0 0,1 1 0 0 0,2-1 0 0 0,2-1 0 0 0,20 52 0 0 0,89 174 890 0 0,-63-154-789 0 0,138 285-1023 0 0,-184-372-787 0 0,1-1 0 0 0,25 38 0 0 0,-23-95-3851 0 0,-13 12 1796 0 0,0-5 263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7:12.9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56 304 0 0,'-2'-16'1135'0'0,"0"-7"829"0"0,2 7 2190 0 0,1 18-4037 0 0,0-1 0 0 0,0 1 0 0 0,0 0 0 0 0,0 0-1 0 0,0 0 1 0 0,0-1 0 0 0,1 1 0 0 0,-1 0 0 0 0,1-1 0 0 0,-1 0 0 0 0,1 1 0 0 0,2 1 0 0 0,1 1 150 0 0,15 21 357 0 0,-2 1 0 0 0,0 1 0 0 0,-2 0 0 0 0,0 1 1 0 0,-3 1-1 0 0,13 34 0 0 0,-6-15-50 0 0,126 349 2096 0 0,-74-124-3670 0 0,-68-255 604 0 0,15 59-1067 0 0,3-36-3010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7:13.7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30 462 368 0 0,'-9'-29'3357'0'0,"9"29"-3281"0"0,0 0-1 0 0,-1 0 1 0 0,1-1 0 0 0,0 1 0 0 0,0 0 0 0 0,0 0 0 0 0,-1 0 0 0 0,1 0 0 0 0,0 0 0 0 0,0 0 0 0 0,-1 0 0 0 0,1-1-1 0 0,0 1 1 0 0,-1 0 0 0 0,1 0 0 0 0,0 0 0 0 0,0 0 0 0 0,-1 0 0 0 0,1 0 0 0 0,0 0 0 0 0,0 0 0 0 0,-1 1 0 0 0,1-1-1 0 0,0 0 1 0 0,-1 0 0 0 0,1 0 0 0 0,0 0 0 0 0,0 0 0 0 0,-1 0 0 0 0,1 0 0 0 0,0 1 0 0 0,0-1 0 0 0,0 0 0 0 0,-1 0-1 0 0,1 0 1 0 0,0 0 0 0 0,0 1 0 0 0,0-1 0 0 0,-1 0 0 0 0,1 0 0 0 0,0 1 0 0 0,0-1 0 0 0,0 0 0 0 0,0 0 0 0 0,0 1-1 0 0,0-1 1 0 0,-2 4 160 0 0,0 0-1 0 0,1 0 0 0 0,-1 0 1 0 0,1 1-1 0 0,0-1 0 0 0,0 0 1 0 0,1 0-1 0 0,0 1 0 0 0,-1-1 1 0 0,2 9-1 0 0,0 8 4 0 0,1 0 0 0 0,1 0 0 0 0,1 0 0 0 0,1 0 0 0 0,1-1 0 0 0,0 1 0 0 0,2-1 0 0 0,14 28 0 0 0,-16-39-238 0 0,-5-5 10 0 0,2 0 0 0 0,-1-1 0 0 0,0 1 0 0 0,1-1 0 0 0,-1 1-1 0 0,1-1 1 0 0,4 4 0 0 0,-7-7-9 0 0,0 0 0 0 0,1 0 0 0 0,-1 1 0 0 0,1-1 0 0 0,-1 0 0 0 0,1 0 0 0 0,-1 0 0 0 0,1 1-1 0 0,-1-1 1 0 0,1 0 0 0 0,-1 0 0 0 0,1 0 0 0 0,-1 0 0 0 0,1 0 0 0 0,-1 0 0 0 0,1 0 0 0 0,-1 0 0 0 0,1 0 0 0 0,-1 0-1 0 0,1 0 1 0 0,-1 0 0 0 0,1-1 0 0 0,-1 1 0 0 0,1 0 0 0 0,0 0 0 0 0,13-19 18 0 0,-2-12 129 0 0,-1-1-1 0 0,12-59 0 0 0,-17 63 117 0 0,1 0 0 0 0,1 1 1 0 0,1 0-1 0 0,19-39 0 0 0,-28 65-244 0 0,1 0 1 0 0,0 0 0 0 0,0 0-1 0 0,-1 0 1 0 0,1 0 0 0 0,0 0-1 0 0,0 0 1 0 0,0 0 0 0 0,0 0-1 0 0,0 1 1 0 0,0-1 0 0 0,1 0-1 0 0,-1 1 1 0 0,0-1 0 0 0,0 1-1 0 0,0-1 1 0 0,1 1-1 0 0,-1-1 1 0 0,0 1 0 0 0,0 0-1 0 0,1 0 1 0 0,-1 0 0 0 0,0 0-1 0 0,1 0 1 0 0,0 0 0 0 0,3 0 5 0 0,0 1 0 0 0,-1 0-1 0 0,0 0 1 0 0,1 1 0 0 0,-1-1 0 0 0,1 1 0 0 0,5 3 0 0 0,1 1 9 0 0,0 1 0 0 0,-1 0 0 0 0,0 1 1 0 0,0 0-1 0 0,9 10 0 0 0,-15-14-41 0 0,0-1-1 0 0,-1 0 1 0 0,1 0 0 0 0,0 0-1 0 0,0-1 1 0 0,1 1 0 0 0,-1-1 0 0 0,1 0-1 0 0,-1 0 1 0 0,1 0 0 0 0,-1-1-1 0 0,1 0 1 0 0,0 0 0 0 0,0 0-1 0 0,0 0 1 0 0,0-1 0 0 0,0 1-1 0 0,0-1 1 0 0,-1-1 0 0 0,1 1 0 0 0,0-1-1 0 0,0 0 1 0 0,0 0 0 0 0,0 0-1 0 0,6-3 1 0 0,-4 1-39 0 0,0 1 0 0 0,0-1 0 0 0,0-1 0 0 0,-1 1 0 0 0,0-1-1 0 0,0 0 1 0 0,0-1 0 0 0,0 1 0 0 0,-1-1 0 0 0,1 0 0 0 0,-1-1 0 0 0,0 1 0 0 0,-1-1 0 0 0,1 0 0 0 0,-1 0 0 0 0,5-12 0 0 0,-5 8 10 0 0,-1 0 1 0 0,0 0-1 0 0,-1-1 0 0 0,0 1 1 0 0,-1 0-1 0 0,0-1 1 0 0,-1 1-1 0 0,0-13 1 0 0,0 19 43 0 0,0 1 0 0 0,-1-1 0 0 0,1 0 0 0 0,-1 1 0 0 0,1-1 0 0 0,-1 1 0 0 0,0-1 0 0 0,-1 1 0 0 0,1-1 1 0 0,0 1-1 0 0,-1 0 0 0 0,0-1 0 0 0,0 1 0 0 0,0 0 0 0 0,0 0 0 0 0,0 0 0 0 0,-1 1 0 0 0,0-1 0 0 0,1 1 1 0 0,-1-1-1 0 0,0 1 0 0 0,0 0 0 0 0,0 0 0 0 0,0 0 0 0 0,0 0 0 0 0,-5-1 0 0 0,6 2 4 0 0,0 0-1 0 0,0 1 1 0 0,0-1-1 0 0,-1 1 0 0 0,1 0 1 0 0,0 0-1 0 0,0 0 1 0 0,0 0-1 0 0,0 0 1 0 0,0 0-1 0 0,-1 0 1 0 0,1 1-1 0 0,0-1 0 0 0,0 1 1 0 0,0 0-1 0 0,0-1 1 0 0,0 1-1 0 0,0 0 1 0 0,0 0-1 0 0,-3 2 1 0 0,2 0 3 0 0,1 0 0 0 0,-1 0 0 0 0,0 0 0 0 0,1 0 1 0 0,0 0-1 0 0,-1 0 0 0 0,1 1 0 0 0,1-1 0 0 0,-1 1 0 0 0,-2 5 1 0 0,0 3 13 0 0,1 0 0 0 0,1-1 1 0 0,-1 1-1 0 0,2 0 0 0 0,0 0 1 0 0,0 16-1 0 0,2-19-20 0 0,0 0 1 0 0,0 0-1 0 0,1 1 0 0 0,0-1 1 0 0,1 0-1 0 0,0-1 0 0 0,0 1 1 0 0,1 0-1 0 0,0-1 0 0 0,1 0 1 0 0,-1 0-1 0 0,2 0 0 0 0,-1 0 1 0 0,1-1-1 0 0,0 0 0 0 0,9 8 1 0 0,-11-12-5 0 0,0 1 0 0 0,1-1 0 0 0,-1 0 0 0 0,1 0 0 0 0,0-1 0 0 0,-1 0 0 0 0,1 1 0 0 0,0-2 0 0 0,1 1 0 0 0,-1 0 0 0 0,0-1 0 0 0,0 0-1 0 0,1 0 1 0 0,-1-1 0 0 0,0 0 0 0 0,1 1 0 0 0,-1-2 0 0 0,1 1 0 0 0,-1-1 0 0 0,0 0 0 0 0,1 0 0 0 0,-1 0 0 0 0,0-1 0 0 0,0 1 0 0 0,0-1 0 0 0,0-1 0 0 0,0 1 0 0 0,0-1 0 0 0,5-3 0 0 0,0-2 4 0 0,0 0 0 0 0,-1-1 0 0 0,1 0 1 0 0,-2-1-1 0 0,1 1 0 0 0,-2-1 0 0 0,1-1 0 0 0,-1 0 0 0 0,-1 0 0 0 0,0 0 1 0 0,0-1-1 0 0,4-15 0 0 0,7-9 63 0 0,-17 35-73 0 0,0 1 0 0 0,1-1 0 0 0,-1 0 0 0 0,0 0-1 0 0,1 1 1 0 0,-1-1 0 0 0,1 0 0 0 0,-1 1 0 0 0,1-1-1 0 0,0 0 1 0 0,-1 1 0 0 0,1-1 0 0 0,0 1 0 0 0,-1-1-1 0 0,1 1 1 0 0,0-1 0 0 0,0 1 0 0 0,-1 0 0 0 0,1-1-1 0 0,0 1 1 0 0,0 0 0 0 0,0-1 0 0 0,-1 1 0 0 0,1 0 0 0 0,0 0-1 0 0,0 0 1 0 0,0 0 0 0 0,1 0 0 0 0,24 12 13 0 0,19 33-9 0 0,-42-41-7 0 0,5 6 8 0 0,1 1 17 0 0,0 0 1 0 0,0-1-1 0 0,1 0 0 0 0,0 0 0 0 0,1-1 1 0 0,0 0-1 0 0,1-1 0 0 0,0 0 1 0 0,15 7-1 0 0,-24-15 2 0 0,-1 0 0 0 0,0 1 0 0 0,0-1 0 0 0,0 0 1 0 0,0-1-1 0 0,0 1 0 0 0,0 0 0 0 0,0-1 0 0 0,0 1 1 0 0,0-1-1 0 0,0 1 0 0 0,0-1 0 0 0,0 0 0 0 0,0 0 0 0 0,0 0 1 0 0,0 0-1 0 0,-1 0 0 0 0,1 0 0 0 0,0-1 0 0 0,-1 1 0 0 0,1 0 1 0 0,-1-1-1 0 0,0 0 0 0 0,1 1 0 0 0,-1-1 0 0 0,0 0 1 0 0,0 1-1 0 0,0-1 0 0 0,1-3 0 0 0,4-5 37 0 0,-1 0 0 0 0,0 0 0 0 0,-1 0 0 0 0,4-12 0 0 0,10-52-275 0 0,-4-1 1 0 0,7-98-1 0 0,-17 107-1790 0 0,-3 64 1398 0 0,-20 96-8123 0 0,11-69 6070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7:14.4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119 360 1400 0 0,'-5'-4'694'0'0,"0"0"-1"0"0,-1 0 1 0 0,0 1-1 0 0,1-1 0 0 0,-1 1 1 0 0,-1 1-1 0 0,-11-5 1 0 0,17 7-583 0 0,-1 0 0 0 0,0 0 0 0 0,1-1 1 0 0,-1 1-1 0 0,0 0 0 0 0,0 1 0 0 0,1-1 0 0 0,-1 0 0 0 0,0 0 1 0 0,0 1-1 0 0,1-1 0 0 0,-1 1 0 0 0,0 0 0 0 0,1-1 0 0 0,-1 1 1 0 0,1 0-1 0 0,-1 0 0 0 0,1 0 0 0 0,-1 0 0 0 0,1 0 0 0 0,0 0 1 0 0,0 0-1 0 0,-1 0 0 0 0,1 1 0 0 0,0-1 0 0 0,0 1 0 0 0,0-1 1 0 0,0 1-1 0 0,0-1 0 0 0,1 1 0 0 0,-1-1 0 0 0,0 1 0 0 0,1 0 1 0 0,-1-1-1 0 0,1 1 0 0 0,-1 2 0 0 0,-3 11 55 0 0,1 1-1 0 0,1 0 1 0 0,0 0-1 0 0,1 1 1 0 0,1-1-1 0 0,0 0 1 0 0,1 0 0 0 0,1 0-1 0 0,1 0 1 0 0,0 0-1 0 0,1 0 1 0 0,1-1-1 0 0,9 22 1 0 0,-6-17 35 0 0,1 0-1 0 0,1-1 1 0 0,1 0 0 0 0,1 0 0 0 0,0-2 0 0 0,2 1-1 0 0,0-2 1 0 0,0 0 0 0 0,28 23 0 0 0,-35-33-230 0 0,0-1-1 0 0,1 0 1 0 0,-1 0 0 0 0,1 0 0 0 0,0-1 0 0 0,1-1 0 0 0,-1 1-1 0 0,1-1 1 0 0,-1-1 0 0 0,1 1 0 0 0,0-2 0 0 0,0 1 0 0 0,12 0 0 0 0,-14-3 3 0 0,1 1 1 0 0,-1-1-1 0 0,0 0 0 0 0,1-1 1 0 0,-1 0-1 0 0,0 0 1 0 0,0-1-1 0 0,0 0 1 0 0,-1 0-1 0 0,1 0 1 0 0,-1-1-1 0 0,1 0 1 0 0,-1 0-1 0 0,0-1 1 0 0,-1 0-1 0 0,1 0 1 0 0,4-6-1 0 0,12-13-36 0 0,-1-2-1 0 0,-2 0 0 0 0,0-1 0 0 0,-2-1 1 0 0,-2-1-1 0 0,0-1 0 0 0,-2 0 0 0 0,-1 0 1 0 0,10-41-1 0 0,-4-2 105 0 0,-4-1 0 0 0,8-148 0 0 0,-21 205 75 0 0,-1 6 40 0 0,0 1 1 0 0,1-1-1 0 0,0 1 1 0 0,1-1-1 0 0,0 1 1 0 0,1 0-1 0 0,4-11 361 0 0,5 48-62 0 0,2 13-66 0 0,-2 0 1 0 0,11 65-1 0 0,-9-38-120 0 0,-8-42-194 0 0,7 35 235 0 0,3 1 0 0 0,28 71 1 0 0,-41-122-253 0 0,7 19 81 0 0,-10-28-130 0 0,0-1 0 0 0,0 1 0 0 0,1 0 0 0 0,-1 0 1 0 0,0-1-1 0 0,0 1 0 0 0,1 0 0 0 0,-1-1 0 0 0,1 1 1 0 0,-1 0-1 0 0,0-1 0 0 0,1 1 0 0 0,-1-1 0 0 0,1 1 1 0 0,-1-1-1 0 0,1 1 0 0 0,0-1 0 0 0,-1 1 0 0 0,1-1 0 0 0,0 1 1 0 0,-1-1-1 0 0,1 0 0 0 0,0 1 0 0 0,-1-1 0 0 0,1 0 1 0 0,1 1-1 0 0,1-2-14 0 0,-1-1 0 0 0,1 1 0 0 0,0 0 0 0 0,-1-1 0 0 0,0 1 0 0 0,1-1 1 0 0,-1 0-1 0 0,0 1 0 0 0,0-1 0 0 0,0 0 0 0 0,0-1 0 0 0,0 1 0 0 0,0 0 0 0 0,-1 0 0 0 0,3-6 1 0 0,20-45-101 0 0,-13 27 25 0 0,-1 0-19 0 0,0 0 0 0 0,7-39-1 0 0,-12 43 145 0 0,0 1-1 0 0,2 0 0 0 0,0 1 0 0 0,1 0 1 0 0,14-25-1 0 0,-21 45-31 0 0,-1-1 1 0 0,1 1 0 0 0,-1 0 0 0 0,1 0-1 0 0,-1 0 1 0 0,1 0 0 0 0,-1 0 0 0 0,1 0-1 0 0,-1 0 1 0 0,1 0 0 0 0,-1 0-1 0 0,1 0 1 0 0,-1 0 0 0 0,1 0 0 0 0,-1 0-1 0 0,1 0 1 0 0,-1 0 0 0 0,1 0-1 0 0,-1 1 1 0 0,0-1 0 0 0,1 0 0 0 0,-1 0-1 0 0,1 1 1 0 0,-1-1 0 0 0,1 0-1 0 0,-1 0 1 0 0,0 1 0 0 0,1-1 0 0 0,-1 1-1 0 0,0-1 1 0 0,1 0 0 0 0,-1 1 0 0 0,0-1-1 0 0,1 1 1 0 0,-1 0 0 0 0,15 20 89 0 0,3 44 111 0 0,-14-47-162 0 0,0-1 0 0 0,1 0-1 0 0,12 25 1 0 0,-14-37-71 0 0,-1-1-1 0 0,1 1 1 0 0,0-1-1 0 0,0 1 1 0 0,0-1-1 0 0,1 0 1 0 0,-1-1-1 0 0,1 1 1 0 0,0-1-1 0 0,0 1 1 0 0,1-1-1 0 0,-1 0 1 0 0,1-1-1 0 0,-1 1 1 0 0,1-1-1 0 0,7 3 1 0 0,4-1-239 0 0,-1-1 0 0 0,1 0 0 0 0,1-1 0 0 0,-1-1 0 0 0,0 0 0 0 0,0-1 0 0 0,1-1 1 0 0,-1 0-1 0 0,0-2 0 0 0,0 1 0 0 0,0-2 0 0 0,-1 0 0 0 0,1-1 0 0 0,21-10 0 0 0,-12 3-997 0 0,-1 0-1 0 0,0-1 1 0 0,-1-1-1 0 0,-1-2 1 0 0,0 0-1 0 0,-1-1 1 0 0,37-40 0 0 0,-27 20-1967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7:14.7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147 72 404 0 0,'3'-19'993'0'0,"-3"13"-433"0"0,1 1-1 0 0,0 0 0 0 0,-1 0 1 0 0,2-1-1 0 0,-1 1 0 0 0,1 0 1 0 0,0 0-1 0 0,3-6 2985 0 0,-2 13-2504 0 0,3 3-579 0 0,-1-1 0 0 0,0 1 0 0 0,-1 0 0 0 0,1 1 0 0 0,-1-1 0 0 0,0 1 0 0 0,0-1 1 0 0,-1 1-1 0 0,1 1 0 0 0,2 6 0 0 0,29 80 1999 0 0,-23-59-1730 0 0,-8-22-552 0 0,8 16 89 0 0,-3 1-1 0 0,0 0 0 0 0,8 51 0 0 0,-16-71-744 0 0,-1-1 0 0 0,0 1 0 0 0,0 0 0 0 0,-1 0-1 0 0,0-1 1 0 0,0 1 0 0 0,-4 12 0 0 0,3-16-276 0 0,0 0 1 0 0,0 1 0 0 0,-1-1-1 0 0,0 0 1 0 0,0 0-1 0 0,0-1 1 0 0,0 1 0 0 0,-1-1-1 0 0,1 1 1 0 0,-1-1 0 0 0,-1 0-1 0 0,-6 5 1 0 0,0-3-2817 0 0</inkml:trace>
  <inkml:trace contextRef="#ctx0" brushRef="#br0" timeOffset="1">29 537 988 0 0,'-16'-11'2992'0'0,"8"2"-1544"0"0,4-2-955 0 0,6 2-153 0 0,4 0-268 0 0,4-6-180 0 0,12-1-272 0 0,13-6-597 0 0,12-2-1055 0 0,4 0 468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7:15.1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79 168 0 0,'17'-1'1684'0'0,"-5"-3"-148"0"0,-6 0 1029 0 0,0-3-1645 0 0,-6 3 68 0 0,-14-7-988 0 0,6 4-476 0 0,-9-4-756 0 0,1-2-1337 0 0,-9-4 597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8:59.2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286 279 12513 0 0,'1'-26'107'0'0,"-2"0"0"0"0,-6-51 1 0 0,2 37 755 0 0,5 39-827 0 0,0 0 0 0 0,0 0 0 0 0,0 0 0 0 0,0 0 0 0 0,0 0 0 0 0,0 0 0 0 0,-1 0 0 0 0,1 0 0 0 0,0-1 0 0 0,-1 1 0 0 0,1 0 0 0 0,0 0 0 0 0,-1 0 0 0 0,1 0 0 0 0,-1 1 0 0 0,0-1 0 0 0,1 0 0 0 0,-1 0 0 0 0,0 0 0 0 0,1 0 0 0 0,-1 0 0 0 0,0 1 0 0 0,0-1 0 0 0,0 0 0 0 0,0 1 0 0 0,0-1 0 0 0,0 1 0 0 0,0-1 1 0 0,0 1-1 0 0,0-1 0 0 0,-1 1 0 0 0,-1 0-2 0 0,1 0 1 0 0,-1 0 0 0 0,0 1 0 0 0,1 0 0 0 0,-1-1 0 0 0,1 1-1 0 0,0 0 1 0 0,-1 0 0 0 0,1 0 0 0 0,0 0 0 0 0,-1 1-1 0 0,-3 2 1 0 0,-8 7 78 0 0,1 1-1 0 0,-22 22 0 0 0,35-34-107 0 0,-17 19 86 0 0,0 0-1 0 0,2 1 1 0 0,0 1 0 0 0,2 0 0 0 0,0 1-1 0 0,1 0 1 0 0,2 1 0 0 0,0 0 0 0 0,1 1 0 0 0,1 0-1 0 0,2 0 1 0 0,-5 28 0 0 0,11-42-56 0 0,-1-1 0 0 0,1 0 0 0 0,1 1 0 0 0,0-1 0 0 0,0 0 0 0 0,1 1 0 0 0,0-1 0 0 0,0 0 0 0 0,1 0 0 0 0,0-1 0 0 0,6 10 0 0 0,-7-13-12 0 0,1 0 1 0 0,-1-1 0 0 0,1 1 0 0 0,0-1 0 0 0,1 0-1 0 0,-1 0 1 0 0,1 0 0 0 0,0-1 0 0 0,0 1 0 0 0,0-1 0 0 0,0 0-1 0 0,0 0 1 0 0,1 0 0 0 0,0-1 0 0 0,-1 1 0 0 0,1-1 0 0 0,0 0-1 0 0,0-1 1 0 0,0 1 0 0 0,10 1 0 0 0,-1-3 10 0 0,0 0 0 0 0,0-1-1 0 0,0 0 1 0 0,0-1 0 0 0,0-1 0 0 0,0 0 0 0 0,0 0 0 0 0,-1-2 0 0 0,0 0-1 0 0,23-12 1 0 0,-12 4 17 0 0,0 0 1 0 0,-2-2-1 0 0,0-1 0 0 0,36-32 1 0 0,-47 36-43 0 0,1-1 0 0 0,-2 0-1 0 0,1 0 1 0 0,-2-1 0 0 0,0 0 0 0 0,-1-1 0 0 0,0 0 0 0 0,-1 0 0 0 0,-1-1 0 0 0,0 0 0 0 0,-1 0 0 0 0,-1 0 0 0 0,0 0 0 0 0,-1-1 0 0 0,-1 0 0 0 0,-1 1-1 0 0,0-1 1 0 0,-1 0 0 0 0,-1 0 0 0 0,-1 1 0 0 0,0-1 0 0 0,-1 0 0 0 0,-1 1 0 0 0,0 0 0 0 0,-1 0 0 0 0,-1 0 0 0 0,-13-24 0 0 0,17 36-21 0 0,0 0 1 0 0,-1 1-1 0 0,1 0 1 0 0,-1-1-1 0 0,0 1 1 0 0,0 0-1 0 0,0 0 1 0 0,0 0-1 0 0,0 1 0 0 0,-1-1 1 0 0,1 1-1 0 0,-1 0 1 0 0,1 0-1 0 0,-1 0 1 0 0,0 0-1 0 0,0 1 1 0 0,0-1-1 0 0,0 1 1 0 0,-5-1-1 0 0,6 2 2 0 0,1 0 1 0 0,-1 0-1 0 0,0 0 0 0 0,0 1 0 0 0,1-1 0 0 0,-1 1 0 0 0,1 0 0 0 0,-1 0 1 0 0,0-1-1 0 0,1 2 0 0 0,-1-1 0 0 0,1 0 0 0 0,0 0 0 0 0,-1 1 0 0 0,1-1 1 0 0,0 1-1 0 0,0 0 0 0 0,0 0 0 0 0,0 0 0 0 0,0 0 0 0 0,1 0 0 0 0,-1 0 1 0 0,1 0-1 0 0,-1 0 0 0 0,1 1 0 0 0,0-1 0 0 0,-1 1 0 0 0,1-1 0 0 0,0 1 1 0 0,0 3-1 0 0,-3 4-2 0 0,1 0-1 0 0,1 0 1 0 0,0 0 0 0 0,0 1 0 0 0,1-1 0 0 0,0 0 0 0 0,1 1 0 0 0,0-1 0 0 0,1 0 0 0 0,0 1-1 0 0,0-1 1 0 0,1 0 0 0 0,4 13 0 0 0,-1-9 14 0 0,1-1-1 0 0,0 1 1 0 0,1-1-1 0 0,1-1 1 0 0,0 1-1 0 0,0-1 1 0 0,1 0-1 0 0,16 15 1 0 0,-2-5 5 0 0,1-1 1 0 0,0-2-1 0 0,2 0 0 0 0,34 19 1 0 0,49 18-98 0 0,-69-38-263 0 0,101 50-1420 0 0,-123-58 730 0 0,-1 1-1 0 0,0 1 1 0 0,-1 0 0 0 0,0 1-1 0 0,22 24 1 0 0,-24-20-2551 0 0,-7-2 275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8:59.6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1 811 448 0 0,'0'0'71'0'0,"0"0"-1"0"0,0 1 1 0 0,0-1-1 0 0,0 0 1 0 0,0 1-1 0 0,0-1 1 0 0,0 0 0 0 0,0 1-1 0 0,0-1 1 0 0,0 0-1 0 0,0 0 1 0 0,0 1-1 0 0,0-1 1 0 0,1 0 0 0 0,-1 1-1 0 0,0-1 1 0 0,0 0-1 0 0,0 0 1 0 0,0 1 0 0 0,1-1-1 0 0,-1 0 1 0 0,0 0-1 0 0,0 1 1 0 0,1-1-1 0 0,-1 0 1 0 0,0 0 0 0 0,0 0-1 0 0,1 1 1 0 0,-1-1-1 0 0,0 0 1 0 0,1 0-1 0 0,-1 0 1 0 0,0 0 0 0 0,0 0-1 0 0,1 0 1 0 0,-1 0-1 0 0,0 0 1 0 0,1 1-1 0 0,-1-1 1 0 0,0 0 0 0 0,1 0-1 0 0,-1-1 1 0 0,0 1-1 0 0,1 0 1 0 0,-1 0-1 0 0,0 0 1 0 0,1 0 0 0 0,-1 0-1 0 0,0 0 1 0 0,1 0-1 0 0,21-4 67 0 0,-19 4 167 0 0,436-122 4735 0 0,-226 57-3901 0 0,250-67 958 0 0,395-116 1224 0 0,-475 149-1826 0 0,41-14 1472 0 0,-387 93-793 0 0,-22 5-3951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00.7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99 29 1220 0 0,'-4'-29'7826'0'0,"4"33"-6488"0"0,0 7-1415 0 0,-2 58 2530 0 0,-14 87 1 0 0,-22 62-1374 0 0,5-38-1955 0 0,27-134-1804 0 0,8-63-1783 0 0,-1-34 360 0 0,-3 22 1754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01.1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18 139 308 0 0,'-6'-35'1072'0'0,"2"14"491"0"0,0 0 1 0 0,0-27 0 0 0,5 48-1515 0 0,-1-1 1 0 0,0 0 0 0 0,0 0 0 0 0,1 1 0 0 0,-1-1 0 0 0,0 0 0 0 0,1 1 0 0 0,-1-1 0 0 0,1 0 0 0 0,-1 1 0 0 0,0-1-1 0 0,1 1 1 0 0,0-1 0 0 0,-1 1 0 0 0,1-1 0 0 0,-1 1 0 0 0,1-1 0 0 0,0 1 0 0 0,-1-1 0 0 0,1 1 0 0 0,0 0 0 0 0,-1-1-1 0 0,1 1 1 0 0,0 0 0 0 0,-1 0 0 0 0,1 0 0 0 0,0-1 0 0 0,0 1 0 0 0,-1 0 0 0 0,1 0 0 0 0,0 0 0 0 0,0 0-1 0 0,0 0 1 0 0,-1 0 0 0 0,1 1 0 0 0,0-1 0 0 0,1 0 0 0 0,33 7 900 0 0,1 4-531 0 0,-2 1 0 0 0,1 2 0 0 0,-2 1 0 0 0,60 37 0 0 0,-73-40-309 0 0,-1 2 1 0 0,-1 0 0 0 0,0 1-1 0 0,-1 1 1 0 0,0 0-1 0 0,-2 1 1 0 0,0 1 0 0 0,-1 1-1 0 0,12 20 1 0 0,-21-31-84 0 0,-1 1 0 0 0,0-1 0 0 0,-1 1 0 0 0,0 0 0 0 0,-1 0 0 0 0,0 1 0 0 0,0-1 0 0 0,-1 0 0 0 0,0 1 0 0 0,0-1 0 0 0,-1 0 0 0 0,-2 17 0 0 0,-1-10 0 0 0,0-1 0 0 0,-1 0 0 0 0,0-1 1 0 0,-1 1-1 0 0,-1-1 0 0 0,-1 0 1 0 0,-9 15-1 0 0,-6 6-38 0 0,-2-2 0 0 0,-2-1 0 0 0,-1 0 0 0 0,-58 51 0 0 0,79-77-164 0 0,1-1 0 0 0,-1 0 0 0 0,0 0-1 0 0,-1 0 1 0 0,1-1 0 0 0,-1 1-1 0 0,0-2 1 0 0,0 1 0 0 0,0-1 0 0 0,0 0-1 0 0,-12 3 1 0 0,17-7-228 0 0,0-1 0 0 0,1 1 1 0 0,-1-1-1 0 0,1 1 0 0 0,-1-1 0 0 0,1 1 1 0 0,0-1-1 0 0,0 0 0 0 0,-1 0 0 0 0,1 1 1 0 0,0-1-1 0 0,1 0 0 0 0,-2-3 0 0 0,-1-11-2347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01.6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0 659 584 0 0,'3'2'452'0'0,"-1"-1"-1"0"0,1 1 1 0 0,-1-1-1 0 0,1 0 1 0 0,0 0-1 0 0,0 0 1 0 0,0 0-1 0 0,0 0 1 0 0,0-1 0 0 0,0 1-1 0 0,0-1 1 0 0,0 0-1 0 0,0 0 1 0 0,0 0-1 0 0,0 0 1 0 0,3-1-1 0 0,54-10 533 0 0,-45 7-348 0 0,-4 1-437 0 0,16-2 461 0 0,49-19 1 0 0,-69 22-610 0 0,-1-1 1 0 0,0 0-1 0 0,0 0 1 0 0,0 0-1 0 0,-1-1 1 0 0,1 0-1 0 0,-1 0 1 0 0,0 0-1 0 0,0-1 1 0 0,0 0-1 0 0,0 0 0 0 0,-1 0 1 0 0,5-8-1 0 0,-8 11-50 0 0,0 0 0 0 0,0-1 1 0 0,0 1-1 0 0,0 0 0 0 0,-1-1 0 0 0,1 1 0 0 0,-1 0 0 0 0,0-1 0 0 0,1 1 0 0 0,-1 0 0 0 0,0-1 0 0 0,-1 1 0 0 0,1-1 0 0 0,0 1 0 0 0,-1 0 0 0 0,1-1 0 0 0,-1 1 0 0 0,0 0 0 0 0,1-1 0 0 0,-1 1 0 0 0,0 0 0 0 0,-1 0 0 0 0,1 0 0 0 0,0 0 0 0 0,-1 0 0 0 0,1 0 0 0 0,-1 0 0 0 0,1 0 0 0 0,-1 1 0 0 0,0-1 0 0 0,0 0 0 0 0,0 1 0 0 0,0 0 0 0 0,0-1 0 0 0,0 1 0 0 0,-3-1 0 0 0,-1-2-8 0 0,0 1-1 0 0,0 0 0 0 0,0 1 1 0 0,0-1-1 0 0,0 1 0 0 0,-1 0 1 0 0,1 1-1 0 0,-1-1 0 0 0,0 1 1 0 0,1 1-1 0 0,-14-1 0 0 0,11 3 19 0 0,0 0-1 0 0,0 1 0 0 0,0 0 0 0 0,0 0 1 0 0,1 1-1 0 0,-1 0 0 0 0,1 0 0 0 0,0 1 1 0 0,0 0-1 0 0,0 1 0 0 0,1-1 0 0 0,0 1 1 0 0,0 1-1 0 0,0 0 0 0 0,1 0 0 0 0,-11 14 1 0 0,14-15 7 0 0,-1 0 1 0 0,1 0-1 0 0,0 0 1 0 0,0 0-1 0 0,0 0 0 0 0,1 1 1 0 0,0-1-1 0 0,0 1 1 0 0,1-1-1 0 0,0 1 1 0 0,0 0-1 0 0,0 0 1 0 0,1-1-1 0 0,0 1 1 0 0,0 0-1 0 0,1 0 1 0 0,0-1-1 0 0,0 1 1 0 0,1 0-1 0 0,-1-1 0 0 0,1 1 1 0 0,1-1-1 0 0,4 10 1 0 0,-2-7-1 0 0,1 0 0 0 0,-1 0-1 0 0,1-1 1 0 0,1 0 0 0 0,-1 0 0 0 0,2-1 0 0 0,-1 0 0 0 0,1 0-1 0 0,0 0 1 0 0,0-1 0 0 0,0-1 0 0 0,14 8 0 0 0,-10-8-21 0 0,0-1-1 0 0,0 0 1 0 0,0-1 0 0 0,1 0 0 0 0,-1-1 0 0 0,1 0 0 0 0,-1-1 0 0 0,1 0-1 0 0,0-1 1 0 0,12-2 0 0 0,-1 0-61 0 0,0-1 0 0 0,-1-1 0 0 0,1-1 0 0 0,-1-2 0 0 0,0 0 0 0 0,-1-1 0 0 0,0-1 0 0 0,35-20 0 0 0,-41 19 7 0 0,0-1 0 0 0,-1 0 0 0 0,0-1 0 0 0,-1-1 0 0 0,-1 0-1 0 0,0-1 1 0 0,0 0 0 0 0,-2-1 0 0 0,0 0 0 0 0,0-1 0 0 0,12-26 0 0 0,-13 16 31 0 0,0 0 0 0 0,-2 0 1 0 0,-1-1-1 0 0,-1 0 0 0 0,-1 0 1 0 0,-2 0-1 0 0,1-31 1 0 0,-3-12 481 0 0,-14-111 1 0 0,11 157-175 0 0,2 14-1 0 0,-1 1 1 0 0,0 0 0 0 0,0-1 0 0 0,-5-16 0 0 0,3 112 416 0 0,8 8-606 0 0,-5 0 0 0 0,-3 0 1 0 0,-26 151-1 0 0,29-244-97 0 0,-11 57-218 0 0,-4 74 0 0 0,14-115-132 0 0,1 0 0 0 0,1 0 1 0 0,0 0-1 0 0,1-1 0 0 0,1 1 0 0 0,0 0 0 0 0,1-1 1 0 0,1 0-1 0 0,9 22 0 0 0,1-26-1109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03.2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0 201 652 0 0,'1'-9'5932'0'0,"3"6"-5881"0"0,16 0 644 0 0,1 1 0 0 0,-1 0 0 0 0,1 2 0 0 0,32 3 0 0 0,-5 0-82 0 0,-19-3-361 0 0,75 3 783 0 0,179-18 1 0 0,-248 10-1026 0 0,68-20-1 0 0,-92 22-25 0 0,0-1 0 0 0,0 0 0 0 0,-1-1 0 0 0,1 0 0 0 0,-1-1 0 0 0,0 0 0 0 0,-1 0 0 0 0,1-1 0 0 0,-1 0 0 0 0,8-10 0 0 0,-15 16 10 0 0,-1-1 0 0 0,0 0 1 0 0,0 1-1 0 0,0-1 1 0 0,0 0-1 0 0,0 0 0 0 0,0 0 1 0 0,0 0-1 0 0,-1 0 1 0 0,1 0-1 0 0,-1 0 0 0 0,1 0 1 0 0,-1 0-1 0 0,0-3 1 0 0,0 4 3 0 0,0 0 1 0 0,0 0 0 0 0,0 0-1 0 0,-1 0 1 0 0,1-1 0 0 0,0 1 0 0 0,-1 0-1 0 0,1 1 1 0 0,-1-1 0 0 0,1 0 0 0 0,-1 0-1 0 0,1 0 1 0 0,-1 0 0 0 0,0 0-1 0 0,1 0 1 0 0,-1 1 0 0 0,0-1 0 0 0,0 0-1 0 0,0 1 1 0 0,0-1 0 0 0,1 0-1 0 0,-1 1 1 0 0,0-1 0 0 0,0 1 0 0 0,0-1-1 0 0,0 1 1 0 0,0 0 0 0 0,0-1 0 0 0,0 1-1 0 0,0 0 1 0 0,-1 0 0 0 0,1 0-1 0 0,-1 0 1 0 0,-11-1 22 0 0,0 2 0 0 0,0-1-1 0 0,1 2 1 0 0,-1 0 0 0 0,0 0-1 0 0,0 1 1 0 0,1 1 0 0 0,0 0-1 0 0,0 0 1 0 0,0 1 0 0 0,0 1 0 0 0,1 0-1 0 0,0 1 1 0 0,0 0 0 0 0,0 1-1 0 0,1 0 1 0 0,0 0 0 0 0,1 1-1 0 0,0 0 1 0 0,0 1 0 0 0,1 0-1 0 0,1 0 1 0 0,-13 22 0 0 0,18-28-9 0 0,0 1 0 0 0,0-1 0 0 0,1 0 0 0 0,0 1 0 0 0,-1 0 0 0 0,2-1 0 0 0,-1 1 0 0 0,0 0 0 0 0,1-1 0 0 0,0 1 0 0 0,0 0 0 0 0,1 0 0 0 0,-1-1 0 0 0,1 1 0 0 0,0 0 0 0 0,0-1 0 0 0,2 7 0 0 0,1-4-9 0 0,-1-1-1 0 0,1 1 0 0 0,0-1 1 0 0,0 0-1 0 0,1 0 0 0 0,-1-1 1 0 0,1 1-1 0 0,1-1 0 0 0,-1 0 0 0 0,8 5 1 0 0,2 0-33 0 0,0 0 1 0 0,0-1-1 0 0,1-1 1 0 0,0-1-1 0 0,0 0 0 0 0,1-1 1 0 0,0-1-1 0 0,28 5 1 0 0,-17-6-132 0 0,0-1 1 0 0,0-2 0 0 0,0 0-1 0 0,0-2 1 0 0,0-1 0 0 0,0-2-1 0 0,-1 0 1 0 0,45-14-1 0 0,-47 11-61 0 0,0-1 0 0 0,-1-2 1 0 0,0 0-1 0 0,0-1 0 0 0,36-25 0 0 0,-44 24 149 0 0,-1 1 0 0 0,-1-2 1 0 0,-1 0-1 0 0,1-1 0 0 0,-2 0 0 0 0,0-1 1 0 0,-1 0-1 0 0,15-27 0 0 0,-11 12 713 0 0,17-52 0 0 0,-25 65-79 0 0,-14 168 820 0 0,5-124-1244 0 0,-1 0 0 0 0,-2 0-1 0 0,-12 39 1 0 0,17-65 242 0 0,2-4-316 0 0,19-24 20 0 0,-2 0 0 0 0,-1-2-1 0 0,22-47 1 0 0,9-14 40 0 0,-44 77-37 0 0,-5 12-80 0 0,1-1 0 0 0,-1 1-1 0 0,1-1 1 0 0,-1 1 0 0 0,1 0 0 0 0,-1-1-1 0 0,1 1 1 0 0,0 0 0 0 0,-1 0 0 0 0,1-1 0 0 0,0 1-1 0 0,0 0 1 0 0,0 0 0 0 0,0 0 0 0 0,0 0-1 0 0,0 0 1 0 0,0 0 0 0 0,3-1 0 0 0,0 44 12 0 0,-5-21-36 0 0,2 0-1 0 0,0 0 0 0 0,1 0 1 0 0,1 0-1 0 0,10 37 0 0 0,-11-53-16 0 0,0 0-1 0 0,0 0 1 0 0,0 0-1 0 0,1 0 1 0 0,0-1 0 0 0,0 1-1 0 0,0-1 1 0 0,0 0-1 0 0,1 0 1 0 0,-1 0-1 0 0,1 0 1 0 0,0-1-1 0 0,0 0 1 0 0,1 1-1 0 0,-1-1 1 0 0,0-1 0 0 0,1 1-1 0 0,0-1 1 0 0,0 0-1 0 0,0 0 1 0 0,0 0-1 0 0,0 0 1 0 0,0-1-1 0 0,0 0 1 0 0,0 0 0 0 0,1-1-1 0 0,-1 1 1 0 0,9-1-1 0 0,0-1-76 0 0,0 1 0 0 0,0-2-1 0 0,-1 0 1 0 0,1 0-1 0 0,-1-2 1 0 0,0 1 0 0 0,0-2-1 0 0,0 0 1 0 0,0 0 0 0 0,-1-1-1 0 0,0-1 1 0 0,0 0 0 0 0,0 0-1 0 0,-1-1 1 0 0,0-1 0 0 0,-1 0-1 0 0,0 0 1 0 0,0-1-1 0 0,-1-1 1 0 0,0 1 0 0 0,-1-1-1 0 0,0-1 1 0 0,-1 1 0 0 0,0-1-1 0 0,-1-1 1 0 0,8-22 0 0 0,24-67 1144 0 0,-38 101-1022 0 0,0 1 1 0 0,0 0-1 0 0,1 0 1 0 0,-1-1-1 0 0,0 1 0 0 0,0 0 1 0 0,0-1-1 0 0,0 1 1 0 0,0 0-1 0 0,0 0 1 0 0,0-1-1 0 0,1 1 1 0 0,-1 0-1 0 0,0 0 1 0 0,0-1-1 0 0,0 1 0 0 0,0 0 1 0 0,1 0-1 0 0,-1 0 1 0 0,0-1-1 0 0,0 1 1 0 0,1 0-1 0 0,-1 0 1 0 0,0 0-1 0 0,0 0 1 0 0,1 0-1 0 0,-1 0 1 0 0,0-1-1 0 0,0 1 0 0 0,1 0 1 0 0,-1 0-1 0 0,0 0 1 0 0,1 0-1 0 0,-1 0 1 0 0,0 0-1 0 0,0 0 1 0 0,1 0-1 0 0,-1 0 1 0 0,0 0-1 0 0,1 0 0 0 0,-1 0 1 0 0,0 0-1 0 0,1 1 1 0 0,10 12 113 0 0,6 19-64 0 0,-9-8 11 0 0,-1-1 0 0 0,-2 1 0 0 0,0 0-1 0 0,3 40 1 0 0,0 0 80 0 0,2-79 334 0 0,10-33-366 0 0,11-25 57 0 0,-25 61-109 0 0,-2 4 2 0 0,-1 0-1 0 0,2-1 1 0 0,-1 2-1 0 0,1-1 1 0 0,0 0-1 0 0,1 1 1 0 0,0 0-1 0 0,0 0 1 0 0,0 1-1 0 0,12-10 1 0 0,-17 16-54 0 0,28 18 53 0 0,-17-1-48 0 0,0 1-1 0 0,-2 0 0 0 0,0 0 1 0 0,14 36-1 0 0,-11-25-8 0 0,-12-26-4 0 0,0 0 0 0 0,0 1 0 0 0,1-1 0 0 0,0 0-1 0 0,-1 0 1 0 0,1 0 0 0 0,0 0 0 0 0,1 0 0 0 0,-1-1 0 0 0,0 1-1 0 0,1-1 1 0 0,-1 1 0 0 0,1-1 0 0 0,0 0 0 0 0,0 0-1 0 0,0 0 1 0 0,5 2 0 0 0,-4-3 1 0 0,1 0-1 0 0,-1-1 1 0 0,0 0 0 0 0,1 0-1 0 0,-1 0 1 0 0,0-1 0 0 0,1 1-1 0 0,-1-1 1 0 0,0 0-1 0 0,0 0 1 0 0,1-1 0 0 0,-1 1-1 0 0,0-1 1 0 0,5-3 0 0 0,6-4 5 0 0,-1 0 0 0 0,0-1 0 0 0,-1-1 0 0 0,0-1 0 0 0,-1 1 0 0 0,21-27 0 0 0,9-8 31 0 0,-34 39-21 0 0,-2 0-22 0 0,1 0 0 0 0,0 1 0 0 0,1 0 0 0 0,0 0 0 0 0,9-5 0 0 0,-15 10-4 0 0,-1 0 1 0 0,1 0-1 0 0,0 1 0 0 0,-1-1 1 0 0,1 0-1 0 0,0 1 0 0 0,0 0 1 0 0,-1-1-1 0 0,1 1 0 0 0,0 0 0 0 0,0 0 1 0 0,0 0-1 0 0,0 0 0 0 0,-1 0 1 0 0,1 0-1 0 0,0 1 0 0 0,0-1 1 0 0,-1 0-1 0 0,1 1 0 0 0,0 0 0 0 0,0-1 1 0 0,-1 1-1 0 0,1 0 0 0 0,-1 0 1 0 0,1 0-1 0 0,0 0 0 0 0,-1 0 1 0 0,0 0-1 0 0,1 0 0 0 0,-1 1 0 0 0,0-1 1 0 0,0 0-1 0 0,1 1 0 0 0,0 1 1 0 0,11 15 5 0 0,2 0 1 0 0,0-1-1 0 0,2-1 1 0 0,-1 0-1 0 0,2-1 1 0 0,0-1-1 0 0,1-1 1 0 0,39 21-1 0 0,-46-28 6 0 0,1 0-1 0 0,0-2 1 0 0,0 1 0 0 0,0-1-1 0 0,0-1 1 0 0,0-1-1 0 0,1 0 1 0 0,-1 0-1 0 0,1-2 1 0 0,0 1-1 0 0,-1-2 1 0 0,1 0-1 0 0,0 0 1 0 0,-1-1-1 0 0,0-1 1 0 0,16-5-1 0 0,-22 6-3 0 0,1 0 0 0 0,-1-1-1 0 0,0 1 1 0 0,0-1-1 0 0,-1-1 1 0 0,1 0 0 0 0,0 1-1 0 0,-1-2 1 0 0,0 1 0 0 0,0-1-1 0 0,-1 0 1 0 0,1 0-1 0 0,-1-1 1 0 0,0 1 0 0 0,0-1-1 0 0,-1 0 1 0 0,0-1-1 0 0,0 1 1 0 0,0-1 0 0 0,-1 0-1 0 0,0 0 1 0 0,0 0 0 0 0,-1 0-1 0 0,0 0 1 0 0,0 0-1 0 0,1-14 1 0 0,2-59 670 0 0,-5 72-204 0 0,2 31-322 0 0,0 1-266 0 0,-2 103-2169 0 0,-3-53-5981 0 0,3-63 5050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03.5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57 64 0 0,'-2'-9'1140'0'0,"-4"1"-76"0"0,4 1-88 0 0,-4 2-84 0 0,6-3-84 0 0,-4 3 585 0 0,2-3-433 0 0,2 1-588 0 0,28 16-1472 0 0,-15-3 4 0 0,-1-3-1185 0 0,-2 3 521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04.0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4 456 0 0,'-7'67'4911'0'0,"-22"34"-2028"0"0,5-18-1383 0 0,12-46-963 0 0,9-30-357 0 0,0 0 0 0 0,1 0 0 0 0,0 1 0 0 0,0-1 0 0 0,1 0-1 0 0,-2 10 1 0 0,3-16 198 0 0,5-3-341 0 0,0-1 0 0 0,-1 0-1 0 0,1 0 1 0 0,-1 0 0 0 0,0 0 0 0 0,0-1 0 0 0,0 1 0 0 0,-1-1 0 0 0,1 0-1 0 0,-1 0 1 0 0,5-8 0 0 0,6-5 51 0 0,2-1-47 0 0,12-12 172 0 0,1 2 1 0 0,34-27 0 0 0,-56 49-158 0 0,1 0 0 0 0,0 1 0 0 0,0 0 1 0 0,1 0-1 0 0,-1 0 0 0 0,1 1 1 0 0,0 1-1 0 0,0 0 0 0 0,0 0 0 0 0,1 1 1 0 0,-1 0-1 0 0,1 0 0 0 0,-1 1 1 0 0,15 0-1 0 0,-17 2-30 0 0,-1 0 0 0 0,0 0 1 0 0,0 1-1 0 0,0-1 0 0 0,0 2 0 0 0,-1-1 0 0 0,1 1 0 0 0,-1-1 1 0 0,1 2-1 0 0,7 5 0 0 0,48 46 156 0 0,-50-44-185 0 0,0 0-1 0 0,1-1 0 0 0,0 0 1 0 0,26 16-1 0 0,-22-19-101 0 0,0-1 0 0 0,0 0 0 0 0,1-1 1 0 0,0-1-1 0 0,0-1 0 0 0,0 0 0 0 0,0-1 0 0 0,1-1 0 0 0,26-2 1 0 0,-28 0-10 0 0,-1 0 1 0 0,1-1 0 0 0,-1-1 0 0 0,0 0 0 0 0,0-1-1 0 0,0-1 1 0 0,-1-1 0 0 0,1 0 0 0 0,-1 0 0 0 0,25-17-1 0 0,-31 16 81 0 0,0 0 0 0 0,0-1-1 0 0,-1 0 1 0 0,0 0 0 0 0,0-1-1 0 0,-1 1 1 0 0,0-2 0 0 0,-1 1-1 0 0,0 0 1 0 0,5-14 0 0 0,-8 20 55 0 0,-1-1 1 0 0,1 0-1 0 0,-1 0 0 0 0,0 0 1 0 0,0 1-1 0 0,0-1 1 0 0,0-1-1 0 0,-1 1 0 0 0,1 0 1 0 0,-1 0-1 0 0,0 0 1 0 0,-1 0-1 0 0,1 0 0 0 0,-1 0 1 0 0,1 0-1 0 0,-1 0 1 0 0,0 0-1 0 0,-1 0 0 0 0,1 0 1 0 0,-1 1-1 0 0,1-1 1 0 0,-1 0-1 0 0,0 1 0 0 0,-1-1 1 0 0,1 1-1 0 0,-1 0 1 0 0,1 0-1 0 0,-1 0 0 0 0,-4-4 1 0 0,3 5 17 0 0,1 1 1 0 0,-1-1-1 0 0,0 1 1 0 0,1 0-1 0 0,-1 0 1 0 0,0 0 0 0 0,0 1-1 0 0,0-1 1 0 0,1 1-1 0 0,-1 0 1 0 0,0 0-1 0 0,0 1 1 0 0,0-1-1 0 0,0 1 1 0 0,1-1-1 0 0,-1 1 1 0 0,0 0-1 0 0,1 1 1 0 0,-1-1-1 0 0,1 1 1 0 0,-1-1-1 0 0,1 1 1 0 0,-5 3-1 0 0,-8 5 109 0 0,1 0-1 0 0,-1 0 0 0 0,-18 19 0 0 0,30-25-151 0 0,-1 0-1 0 0,1 0 1 0 0,0 0-1 0 0,1 1 1 0 0,-1 0 0 0 0,1-1-1 0 0,0 1 1 0 0,0 0-1 0 0,0 1 1 0 0,1-1-1 0 0,-1 0 1 0 0,1 1-1 0 0,1 0 1 0 0,-1-1-1 0 0,1 1 1 0 0,0 0 0 0 0,0 10-1 0 0,1-12-76 0 0,1 1-1 0 0,0 0 0 0 0,0-1 1 0 0,0 1-1 0 0,0-1 1 0 0,1 1-1 0 0,0-1 0 0 0,0 0 1 0 0,0 0-1 0 0,0 0 1 0 0,1 0-1 0 0,0 0 1 0 0,-1 0-1 0 0,2-1 0 0 0,-1 1 1 0 0,0-1-1 0 0,1 0 1 0 0,-1 0-1 0 0,1 0 0 0 0,0 0 1 0 0,0-1-1 0 0,0 0 1 0 0,7 4-1 0 0,12 4-1066 0 0,0-1-1 0 0,0-2 1 0 0,1 0 0 0 0,0-1-1 0 0,45 5 1 0 0,-12-6-1738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04.3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139 18 172 0 0,'-2'-18'8656'0'0,"-4"42"-6338"0"0,-3 47-1428 0 0,3 28 342 0 0,3-37-1343 0 0,-2 0 0 0 0,-3 0-1 0 0,-17 66 1 0 0,-2-37-975 0 0,3-8-1008 0 0,8-25-2498 0 0,9-30 1749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05.0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3 402 896 0 0,'-1'-3'291'0'0,"0"0"-1"0"0,1 0 1 0 0,-1 0-1 0 0,1 0 1 0 0,0 0 0 0 0,0 0-1 0 0,0 0 1 0 0,1 0 0 0 0,-1 0-1 0 0,1 0 1 0 0,-1 0-1 0 0,1 0 1 0 0,0 0 0 0 0,0 0-1 0 0,1 0 1 0 0,-1 1-1 0 0,0-1 1 0 0,1 0 0 0 0,0 1-1 0 0,-1-1 1 0 0,5-3-1 0 0,-3 3-86 0 0,1 1-1 0 0,0 0 0 0 0,0-1 1 0 0,0 1-1 0 0,1 0 0 0 0,-1 1 0 0 0,0-1 1 0 0,1 1-1 0 0,-1 0 0 0 0,1 0 1 0 0,-1 0-1 0 0,1 1 0 0 0,7 0 1 0 0,31-2 227 0 0,-14 2-425 0 0,0-1 0 0 0,0-2-1 0 0,-1-1 1 0 0,46-12 0 0 0,-66 14-9 0 0,-1-1 1 0 0,0 0-1 0 0,0 0 1 0 0,0 0-1 0 0,-1-1 0 0 0,1 0 1 0 0,-1-1-1 0 0,0 1 1 0 0,0-1-1 0 0,-1 0 0 0 0,1-1 1 0 0,-1 0-1 0 0,0 1 1 0 0,-1-1-1 0 0,1-1 0 0 0,-1 1 1 0 0,0-1-1 0 0,-1 0 1 0 0,0 1-1 0 0,0-2 0 0 0,0 1 1 0 0,2-10-1 0 0,0-11 555 0 0,-2 1 0 0 0,0-1 0 0 0,-2-43 0 0 0,-1 67-410 0 0,0 3 105 0 0,-11 34 59 0 0,-83 369 532 0 0,84-357-749 0 0,4-17 171 0 0,0-1-1 0 0,-1 47 1 0 0,7-72-131 0 0,4-3-88 0 0,0 0 0 0 0,0 0 0 0 0,0-1 0 0 0,-1 1 1 0 0,1-1-1 0 0,0 0 0 0 0,0 0 0 0 0,-1 0 0 0 0,0-1 0 0 0,1 1 0 0 0,-1-1 0 0 0,3-3 0 0 0,0 1 36 0 0,91-77 627 0 0,-71 57-254 0 0,1 1 0 0 0,41-26 1 0 0,-66 48-425 0 0,1 0 0 0 0,-1 1 1 0 0,1 0-1 0 0,0-1 0 0 0,0 1 1 0 0,-1 0-1 0 0,1 1 0 0 0,0-1 1 0 0,0 0-1 0 0,0 1 0 0 0,0-1 1 0 0,0 1-1 0 0,0 0 0 0 0,0 0 0 0 0,0 0 1 0 0,0 1-1 0 0,0-1 0 0 0,0 1 1 0 0,0-1-1 0 0,0 1 0 0 0,0 0 1 0 0,0 0-1 0 0,0 1 0 0 0,0-1 1 0 0,-1 0-1 0 0,1 1 0 0 0,-1 0 1 0 0,1-1-1 0 0,-1 1 0 0 0,0 0 1 0 0,3 3-1 0 0,7 8 9 0 0,0 1 1 0 0,-1 0-1 0 0,-1 1 1 0 0,13 24-1 0 0,11 13 51 0 0,-27-43-98 0 0,1-2-1 0 0,0 1 1 0 0,1-1 0 0 0,-1 0-1 0 0,1-1 1 0 0,0 0 0 0 0,1-1 0 0 0,0 0-1 0 0,0 0 1 0 0,0-1 0 0 0,0 0-1 0 0,1-1 1 0 0,-1 0 0 0 0,1 0-1 0 0,0-2 1 0 0,0 1 0 0 0,0-1-1 0 0,21-1 1 0 0,-23 0-19 0 0,0-1 0 0 0,0 0 0 0 0,0 0 0 0 0,0-1 0 0 0,0 0 0 0 0,0-1-1 0 0,-1 0 1 0 0,1 0 0 0 0,-1-1 0 0 0,1 0 0 0 0,-2-1 0 0 0,1 1 0 0 0,0-2 0 0 0,-1 1 0 0 0,0-1 0 0 0,0 0 0 0 0,0 0-1 0 0,-1-1 1 0 0,0 0 0 0 0,0 0 0 0 0,-1 0 0 0 0,0-1 0 0 0,5-9 0 0 0,-9 15 28 0 0,0 0 0 0 0,1 0 0 0 0,-1 0 0 0 0,-1-1 0 0 0,1 1 0 0 0,0 0 0 0 0,0 0 0 0 0,-1-1 0 0 0,1 1 0 0 0,-1 0 0 0 0,0-1 0 0 0,0 1 0 0 0,0-1 1 0 0,0 1-1 0 0,0 0 0 0 0,0-1 0 0 0,-1 1 0 0 0,1 0 0 0 0,-1-1 0 0 0,0 1 0 0 0,1 0 0 0 0,-1 0 0 0 0,-2-5 0 0 0,1 6-2 0 0,0 0 1 0 0,1 0 0 0 0,-1 0-1 0 0,0 1 1 0 0,1-1-1 0 0,-1 0 1 0 0,0 1 0 0 0,0-1-1 0 0,0 1 1 0 0,0-1-1 0 0,1 1 1 0 0,-1 0 0 0 0,0 0-1 0 0,0 0 1 0 0,0 0-1 0 0,0 0 1 0 0,0 0 0 0 0,0 1-1 0 0,0-1 1 0 0,1 0-1 0 0,-1 1 1 0 0,0 0-1 0 0,0-1 1 0 0,0 1 0 0 0,1 0-1 0 0,-1 0 1 0 0,1 0-1 0 0,-1 0 1 0 0,-2 3 0 0 0,0-2-13 0 0,0 0 1 0 0,0 1-1 0 0,0 0 0 0 0,1 0 1 0 0,-1 0-1 0 0,1 0 1 0 0,0 0-1 0 0,0 0 1 0 0,0 1-1 0 0,1 0 1 0 0,-1-1-1 0 0,1 1 0 0 0,0 0 1 0 0,0 0-1 0 0,0 1 1 0 0,0-1-1 0 0,1 0 1 0 0,-1 1-1 0 0,1-1 1 0 0,0 6-1 0 0,1-7-54 0 0,0 1 0 0 0,0 0-1 0 0,1 0 1 0 0,-1-1 0 0 0,1 1 0 0 0,0 0 0 0 0,0-1 0 0 0,0 1 0 0 0,1-1-1 0 0,-1 1 1 0 0,1-1 0 0 0,0 0 0 0 0,0 1 0 0 0,0-1 0 0 0,0 0-1 0 0,0 0 1 0 0,1-1 0 0 0,-1 1 0 0 0,1 0 0 0 0,0-1 0 0 0,0 0-1 0 0,0 1 1 0 0,6 2 0 0 0,8 4-388 0 0,-1-1 0 0 0,1 0 0 0 0,1-1 0 0 0,-1-2 0 0 0,1 1 0 0 0,35 4 0 0 0,-13-5-1835 0 0,0-2-1 0 0,46-3 0 0 0,-23-2-918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05.9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342 528 412 0 0,'1'-1'249'0'0,"0"-1"1"0"0,1 1-1 0 0,-1-1 0 0 0,0 0 0 0 0,0 1 0 0 0,0-1 1 0 0,0 0-1 0 0,-1 1 0 0 0,1-1 0 0 0,0 0 1 0 0,-1 0-1 0 0,0 0 0 0 0,1 0 0 0 0,-1 0 1 0 0,0-3-1 0 0,0 5-164 0 0,-1 0-1 0 0,1-1 1 0 0,-1 1 0 0 0,1 0 0 0 0,-1-1-1 0 0,1 1 1 0 0,-1 0 0 0 0,0 0 0 0 0,1 0-1 0 0,-1 0 1 0 0,0-1 0 0 0,1 1 0 0 0,-1 0-1 0 0,1 0 1 0 0,-1 0 0 0 0,0 0 0 0 0,1 0-1 0 0,-1 0 1 0 0,0 1 0 0 0,1-1-1 0 0,-1 0 1 0 0,1 0 0 0 0,-1 0 0 0 0,0 1-1 0 0,1-1 1 0 0,-1 0 0 0 0,1 1 0 0 0,-2 0-1 0 0,-58 33 1654 0 0,25-10-1276 0 0,1 2-1 0 0,1 1 0 0 0,1 1 1 0 0,2 1-1 0 0,-43 55 0 0 0,68-77-379 0 0,0 1 1 0 0,0 0-1 0 0,1 1 1 0 0,0-1-1 0 0,1 1 0 0 0,-1-1 1 0 0,-2 14-1 0 0,6-20-62 0 0,-1 1 0 0 0,0-1 0 0 0,1 1-1 0 0,0-1 1 0 0,0 1 0 0 0,-1 0 0 0 0,1-1 0 0 0,1 1 0 0 0,-1-1-1 0 0,0 1 1 0 0,1-1 0 0 0,-1 1 0 0 0,1-1 0 0 0,0 1 0 0 0,0-1 0 0 0,0 1-1 0 0,0-1 1 0 0,0 0 0 0 0,0 1 0 0 0,1-1 0 0 0,-1 0 0 0 0,1 0-1 0 0,-1 0 1 0 0,1 0 0 0 0,0 0 0 0 0,0-1 0 0 0,0 1 0 0 0,0 0-1 0 0,0-1 1 0 0,4 3 0 0 0,4-1 2 0 0,0 1 0 0 0,1-2 0 0 0,-1 1 0 0 0,1-1 0 0 0,0-1 0 0 0,-1 0 0 0 0,1 0 0 0 0,0-1 0 0 0,0-1 0 0 0,-1 0 0 0 0,1 0 0 0 0,13-4 0 0 0,5-2-3 0 0,-1-1 0 0 0,0-1 0 0 0,36-17 0 0 0,-55 22-14 0 0,-1-1 1 0 0,0 1 0 0 0,-1-1 0 0 0,1-1 0 0 0,-1 1 0 0 0,0-1-1 0 0,0-1 1 0 0,-1 1 0 0 0,0-1 0 0 0,0 0 0 0 0,0 0-1 0 0,-1-1 1 0 0,0 0 0 0 0,-1 0 0 0 0,0 0 0 0 0,0 0 0 0 0,0-1-1 0 0,-1 1 1 0 0,-1-1 0 0 0,4-17 0 0 0,-4 10-10 0 0,-1 0 1 0 0,0 0-1 0 0,-1 1 1 0 0,-1-1-1 0 0,-1 0 1 0 0,0 0-1 0 0,-1 1 1 0 0,0-1-1 0 0,-1 1 1 0 0,-1 0-1 0 0,-9-19 1 0 0,8 21-22 0 0,-28-56-17 0 0,31 65 15 0 0,1 0-1 0 0,-1 1 0 0 0,0-1 0 0 0,0 1 0 0 0,0-1 0 0 0,0 1 0 0 0,0 0 0 0 0,-1 0 0 0 0,0 1 0 0 0,1-1 1 0 0,-1 1-1 0 0,0-1 0 0 0,-8-2 0 0 0,11 5 21 0 0,0 0-1 0 0,1 0 1 0 0,-1 0 0 0 0,0 1-1 0 0,1-1 1 0 0,-1 0 0 0 0,0 0-1 0 0,1 1 1 0 0,-1-1 0 0 0,1 0-1 0 0,-1 1 1 0 0,1-1 0 0 0,-1 1-1 0 0,1-1 1 0 0,-1 0 0 0 0,1 1-1 0 0,-1-1 1 0 0,1 1 0 0 0,-1-1-1 0 0,1 1 1 0 0,0 0 0 0 0,-1-1 0 0 0,1 1-1 0 0,0-1 1 0 0,-1 1 0 0 0,1 0-1 0 0,0-1 1 0 0,0 1 0 0 0,0 0-1 0 0,0-1 1 0 0,-1 1 0 0 0,1 0-1 0 0,0-1 1 0 0,0 1 0 0 0,0 0-1 0 0,1-1 1 0 0,-1 2 0 0 0,-1 25-164 0 0,3-21 125 0 0,-1 1-1 0 0,1-1 1 0 0,1 0 0 0 0,-1 0-1 0 0,1 0 1 0 0,1 0 0 0 0,-1 0-1 0 0,1 0 1 0 0,-1-1 0 0 0,2 0-1 0 0,-1 1 1 0 0,1-2 0 0 0,-1 1-1 0 0,1 0 1 0 0,1-1 0 0 0,-1 0-1 0 0,7 4 1 0 0,3 1-119 0 0,0 0 0 0 0,0-1 0 0 0,1-1 0 0 0,0 0 0 0 0,27 7 1 0 0,-28-10 56 0 0,0-1 1 0 0,0 0 0 0 0,0-1 0 0 0,0-1-1 0 0,1 0 1 0 0,-1-1 0 0 0,0-1 0 0 0,1 0-1 0 0,-1-1 1 0 0,0-1 0 0 0,0 0 0 0 0,22-9 0 0 0,-27 8 115 0 0,0 0 1 0 0,0-1 0 0 0,-1-1-1 0 0,0 0 1 0 0,0 0 0 0 0,0-1 0 0 0,-1 0-1 0 0,0 0 1 0 0,0-1 0 0 0,0 0 0 0 0,-1-1-1 0 0,-1 1 1 0 0,0-1 0 0 0,0-1 0 0 0,0 1-1 0 0,-1-1 1 0 0,-1 0 0 0 0,6-17 0 0 0,-3-2 209 0 0,-1 0 1 0 0,-1 0 0 0 0,-2 0 0 0 0,-1-1 0 0 0,-1 1 0 0 0,-2-1 0 0 0,-5-38 0 0 0,-1-57 2465 0 0,-6 216-1028 0 0,7 48-1212 0 0,-14 171 98 0 0,18-289-510 0 0,-58 342-311 0 0,-2-125-1244 0 0,60-230 1310 0 0,1 0 0 0 0,0 0 0 0 0,0 0 0 0 0,1 0 0 0 0,0 0 0 0 0,0 0 0 0 0,1 0 0 0 0,0 0-1 0 0,3 9 1 0 0,-3-16 158 0 0,-1-1 0 0 0,1 1 0 0 0,-1-1 0 0 0,1 1 0 0 0,-1-1 0 0 0,1 1 0 0 0,-1-1 0 0 0,1 0 0 0 0,0 1 0 0 0,-1-1 0 0 0,1 0 0 0 0,0 0 0 0 0,-1 1 0 0 0,1-1 0 0 0,0 0-1 0 0,0 0 1 0 0,-1 0 0 0 0,1 0 0 0 0,0 0 0 0 0,-1 0 0 0 0,1 0 0 0 0,0 0 0 0 0,0 0 0 0 0,-1 0 0 0 0,1 0 0 0 0,0-1 0 0 0,-1 1 0 0 0,1 0 0 0 0,0 0 0 0 0,-1-1 0 0 0,1 1-1 0 0,-1-1 1 0 0,1 1 0 0 0,0 0 0 0 0,-1-1 0 0 0,1 1 0 0 0,-1-1 0 0 0,1 0 0 0 0,25-20-2295 0 0,-6-3-605 0 0,4-9 225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06.3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47 404 0 0,'10'-15'1096'0'0,"-9"13"-872"0"0,0 0 0 0 0,0 0-1 0 0,0 0 1 0 0,1 0 0 0 0,-1 0 0 0 0,0 0 0 0 0,1 1 0 0 0,0-1 0 0 0,-1 0 0 0 0,1 1-1 0 0,0-1 1 0 0,0 1 0 0 0,0-1 0 0 0,0 1 0 0 0,0 0 0 0 0,0 0 0 0 0,0 0-1 0 0,0 0 1 0 0,3 0 0 0 0,-4 1-144 0 0,0 0 0 0 0,-1 1 0 0 0,1-1-1 0 0,0 0 1 0 0,0 1 0 0 0,-1-1 0 0 0,1 1-1 0 0,0-1 1 0 0,-1 1 0 0 0,1-1 0 0 0,0 1 0 0 0,-1 0-1 0 0,1-1 1 0 0,-1 1 0 0 0,1 0 0 0 0,-1 0-1 0 0,1-1 1 0 0,-1 1 0 0 0,0 0 0 0 0,1 0 0 0 0,-1-1-1 0 0,0 1 1 0 0,0 0 0 0 0,1 1 0 0 0,4 23 817 0 0,-4-24-732 0 0,5 49 866 0 0,-2 0 0 0 0,-2 0-1 0 0,-6 73 1 0 0,-30 151 30 0 0,12-119-1428 0 0,14-104 14 0 0,5-39 109 0 0,0 1-1 0 0,0-1 0 0 0,2 1 1 0 0,0 0-1 0 0,0-1 1 0 0,1 1-1 0 0,1 0 0 0 0,0 0 1 0 0,0-1-1 0 0,7 23 1 0 0,-8-34 183 0 0,0 0 1 0 0,0-1 0 0 0,1 1 0 0 0,-1 0 0 0 0,1 0-1 0 0,-1-1 1 0 0,0 1 0 0 0,1 0 0 0 0,-1-1-1 0 0,1 1 1 0 0,0 0 0 0 0,-1-1 0 0 0,1 1-1 0 0,-1-1 1 0 0,1 1 0 0 0,0-1 0 0 0,0 1 0 0 0,-1-1-1 0 0,1 0 1 0 0,0 1 0 0 0,0-1 0 0 0,-1 0-1 0 0,1 1 1 0 0,0-1 0 0 0,0 0 0 0 0,0 0-1 0 0,-1 0 1 0 0,1 0 0 0 0,0 0 0 0 0,0 0 0 0 0,0 0-1 0 0,0 0 1 0 0,-1 0 0 0 0,1 0 0 0 0,0 0-1 0 0,0-1 1 0 0,0 1 0 0 0,-1 0 0 0 0,1-1-1 0 0,0 1 1 0 0,0 0 0 0 0,-1-1 0 0 0,1 1 0 0 0,0-1-1 0 0,-1 1 1 0 0,1-1 0 0 0,0 1 0 0 0,0-2-1 0 0,30-31-3566 0 0,-6 1 1246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06.6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196 128 1056 0 0,'-4'-125'7913'0'0,"5"124"-7811"0"0,1 1 1 0 0,-1-1-1 0 0,1 1 0 0 0,-1 0 0 0 0,1 0 0 0 0,-1 0 0 0 0,1 0 0 0 0,-1 0 0 0 0,1 0 0 0 0,0 0 0 0 0,-1 0 0 0 0,1 1 0 0 0,-1-1 0 0 0,2 1 0 0 0,12 7 58 0 0,0 0 1 0 0,-1 1-1 0 0,0 1 1 0 0,-1 0-1 0 0,0 1 1 0 0,-1 0-1 0 0,0 1 1 0 0,0 0-1 0 0,-1 1 1 0 0,-1 0-1 0 0,0 1 1 0 0,-1 0-1 0 0,10 22 1 0 0,-17-31-174 0 0,0 1 1 0 0,0-1-1 0 0,0 1 1 0 0,0 0-1 0 0,-1 0 1 0 0,0 0-1 0 0,-1 0 1 0 0,1 0 0 0 0,-1 0-1 0 0,0 0 1 0 0,-1 0-1 0 0,1 0 1 0 0,-1 0-1 0 0,0 0 1 0 0,-1 0-1 0 0,-3 8 1 0 0,1-5-35 0 0,0 0 0 0 0,-1-1 0 0 0,-1 1 0 0 0,1-1 0 0 0,-1 0 0 0 0,-1-1-1 0 0,1 1 1 0 0,-1-1 0 0 0,-10 7 0 0 0,-14 9-341 0 0,-1-1 1 0 0,-1-2-1 0 0,0-2 0 0 0,-38 15 0 0 0,62-29 234 0 0,-8 4-280 0 0,-36 16-1061 0 0,18-11-2277 0 0,18-9 1366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06.9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0 144 696 0 0,'1'-1'206'0'0,"-1"0"0"0"0,1 1-1 0 0,0-1 1 0 0,-1 0 0 0 0,1 1 0 0 0,0-1-1 0 0,-1 1 1 0 0,1-1 0 0 0,0 1 0 0 0,0-1-1 0 0,0 1 1 0 0,-1-1 0 0 0,1 1 0 0 0,0 0-1 0 0,0-1 1 0 0,0 1 0 0 0,0 0 0 0 0,0 0-1 0 0,0 0 1 0 0,0 0 0 0 0,0 0 0 0 0,0 0 0 0 0,-1 0-1 0 0,1 0 1 0 0,0 0 0 0 0,0 0 0 0 0,0 0-1 0 0,0 1 1 0 0,0-1 0 0 0,0 0 0 0 0,1 1-1 0 0,19 27 1393 0 0,-21-27-1555 0 0,17 32 716 0 0,-2 0 0 0 0,-1 0 1 0 0,11 44-1 0 0,18 43 470 0 0,-39-111-963 0 0,0 0 0 0 0,0 0 0 0 0,1-1 0 0 0,0 0 0 0 0,0 0 0 0 0,11 11 0 0 0,-16-18-231 0 0,1-1 1 0 0,0 0-1 0 0,-1 0 1 0 0,1 1-1 0 0,0-1 1 0 0,-1 0-1 0 0,1 0 1 0 0,0 0-1 0 0,-1 0 1 0 0,1 0-1 0 0,0 0 1 0 0,-1 0-1 0 0,1 0 1 0 0,-1 0-1 0 0,1-1 1 0 0,0 1 0 0 0,-1 0-1 0 0,1 0 1 0 0,0 0-1 0 0,-1-1 1 0 0,1 1-1 0 0,-1 0 1 0 0,1-1-1 0 0,-1 1 1 0 0,1 0-1 0 0,0-1 1 0 0,-1 1-1 0 0,0-1 1 0 0,1 1-1 0 0,-1-1 1 0 0,1 1-1 0 0,0-2 1 0 0,14-18 389 0 0,1-11-336 0 0,0-1 0 0 0,-3 0-1 0 0,0-2 1 0 0,-2 1 0 0 0,12-64-1 0 0,5-69-2375 0 0,-21 122 345 0 0,0 16-4903 0 0,-5 20 3413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07.3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357 7 832 0 0,'0'0'1044'0'0,"0"-1"-912"0"0,0 1 0 0 0,-1-1 0 0 0,1 1 0 0 0,-1-1-1 0 0,1 1 1 0 0,-1 0 0 0 0,1-1 0 0 0,-1 1 0 0 0,0 0 0 0 0,1-1 0 0 0,-1 1 0 0 0,1 0-1 0 0,-1 0 1 0 0,0-1 0 0 0,1 1 0 0 0,-1 0 0 0 0,0 0 0 0 0,1 0 0 0 0,-1 0-1 0 0,0 0 1 0 0,1 0 0 0 0,-1 0 0 0 0,0 0 0 0 0,1 0 0 0 0,-1 0 0 0 0,-1 1-1 0 0,-23 12 322 0 0,0 1 0 0 0,1 1-1 0 0,1 2 1 0 0,0 0-1 0 0,1 1 1 0 0,1 2-1 0 0,1 0 1 0 0,0 1-1 0 0,2 1 1 0 0,0 0 0 0 0,2 2-1 0 0,1 0 1 0 0,0 1-1 0 0,2 0 1 0 0,1 1-1 0 0,-13 39 1 0 0,24-62-436 0 0,0 0 1 0 0,0 0-1 0 0,1 0 1 0 0,-1-1 0 0 0,1 1-1 0 0,0 0 1 0 0,-1 0-1 0 0,1 0 1 0 0,1 0-1 0 0,-1 0 1 0 0,0 0-1 0 0,1 0 1 0 0,-1 0-1 0 0,1 0 1 0 0,0 0-1 0 0,0-1 1 0 0,3 6-1 0 0,-3-6-8 0 0,1 0 0 0 0,-1 0 0 0 0,1-1 0 0 0,0 1 0 0 0,0 0 0 0 0,0-1 0 0 0,0 0 0 0 0,0 1 0 0 0,0-1 0 0 0,0 0 0 0 0,0 0-1 0 0,1 0 1 0 0,-1 0 0 0 0,0-1 0 0 0,1 1 0 0 0,-1 0 0 0 0,4-1 0 0 0,1 1-5 0 0,1-1 0 0 0,-1 0 0 0 0,1 0 0 0 0,-1-1 0 0 0,0 0 0 0 0,1 0 0 0 0,-1-1 0 0 0,0 0-1 0 0,0 0 1 0 0,0-1 0 0 0,0 0 0 0 0,12-7 0 0 0,-12 5-7 0 0,0-1 0 0 0,0 0-1 0 0,-1 0 1 0 0,0-1 0 0 0,0 1 0 0 0,0-1-1 0 0,-1-1 1 0 0,0 1 0 0 0,-1-1 0 0 0,1 0-1 0 0,-2 0 1 0 0,1 0 0 0 0,-1 0-1 0 0,0-1 1 0 0,-1 1 0 0 0,0-1 0 0 0,0 0-1 0 0,-1 0 1 0 0,0 1 0 0 0,0-11 0 0 0,-1 3-76 0 0,0 0 1 0 0,-1 1-1 0 0,-1-1 1 0 0,0 1-1 0 0,-1-1 1 0 0,-1 1-1 0 0,0 0 1 0 0,-1 0-1 0 0,-1 0 1 0 0,-12-23-1 0 0,17 36 0 0 0,0 0 1 0 0,0-1-1 0 0,-1 1 0 0 0,1 0 1 0 0,-1 0-1 0 0,1 0 0 0 0,-1 0 1 0 0,0 0-1 0 0,0 0 0 0 0,0 1 1 0 0,0-1-1 0 0,0 0 0 0 0,0 1 1 0 0,0 0-1 0 0,0-1 0 0 0,-1 1 1 0 0,1 0-1 0 0,0 0 0 0 0,-1 0 1 0 0,1 1-1 0 0,-1-1 0 0 0,-4 0 1 0 0,5 2-191 0 0,0-1 1 0 0,-1 1-1 0 0,1 0 1 0 0,0 0-1 0 0,0 0 1 0 0,0 0-1 0 0,0 0 1 0 0,0 0 0 0 0,0 1-1 0 0,0-1 1 0 0,0 1-1 0 0,0 0 1 0 0,1-1-1 0 0,-1 1 1 0 0,0 0-1 0 0,1 0 1 0 0,0 0 0 0 0,-1 0-1 0 0,1 0 1 0 0,0 0-1 0 0,0 0 1 0 0,0 0-1 0 0,1 1 1 0 0,-2 3-1 0 0,0 2-2099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07.6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41 224 0 0,'-1'-7'1114'0'0,"0"5"-793"0"0,1 0-1 0 0,-1 0 0 0 0,1 0 1 0 0,-1 0-1 0 0,1 0 0 0 0,0 0 1 0 0,-1 0-1 0 0,1 0 0 0 0,0 0 1 0 0,1 0-1 0 0,1-9 4043 0 0,-2 17-3705 0 0,9 221 2684 0 0,-2-114-2814 0 0,-12 166 0 0 0,-1-224-901 0 0,-4 75-2197 0 0,13-113 1886 0 0,2-9-707 0 0,15-16-5868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08.0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47 832 0 0,'8'-29'3229'0'0,"-2"12"891"0"0,-6 23-3842 0 0,1 0 1 0 0,-1-1 0 0 0,1 1-1 0 0,0 0 1 0 0,0 0-1 0 0,2 6 1 0 0,2 10 250 0 0,22 255 2320 0 0,-23-186-3082 0 0,-7 95 0 0 0,-6-100-571 0 0,1-6-1195 0 0,6-26-3251 0 0,2-39 2440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09.3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1 393 404 0 0,'2'-4'231'0'0,"1"0"1"0"0,0 0-1 0 0,-1 0 1 0 0,2 1-1 0 0,-1-1 1 0 0,0 1-1 0 0,0 0 0 0 0,1 0 1 0 0,0 0-1 0 0,0 1 1 0 0,0-1-1 0 0,0 1 1 0 0,0 0-1 0 0,0 0 0 0 0,0 0 1 0 0,1 1-1 0 0,-1 0 1 0 0,5-1-1 0 0,15-4-18 0 0,0 2-1 0 0,29-2 1 0 0,-30 4 141 0 0,337-16 1271 0 0,0-1-630 0 0,-298 3 1066 0 0,-104 5-1380 0 0,31 11-632 0 0,-1 1-1 0 0,1 1 0 0 0,0 0 1 0 0,0 0-1 0 0,0 1 1 0 0,0 0-1 0 0,1 1 1 0 0,-1 1-1 0 0,1-1 1 0 0,0 2-1 0 0,0-1 1 0 0,-10 9-1 0 0,13-10-30 0 0,1 1 0 0 0,0 0 0 0 0,0 1 0 0 0,0 0 0 0 0,1 0 0 0 0,0 0 0 0 0,0 0 0 0 0,0 1 0 0 0,1 0 0 0 0,0 0 0 0 0,0 0 0 0 0,1 0 0 0 0,0 1 0 0 0,0 0 0 0 0,1-1 0 0 0,0 1 0 0 0,-2 15 0 0 0,3-20-18 0 0,1 0 0 0 0,0-1-1 0 0,0 1 1 0 0,1 0 0 0 0,-1-1-1 0 0,0 1 1 0 0,1 0 0 0 0,0 0-1 0 0,-1-1 1 0 0,1 1 0 0 0,0-1-1 0 0,0 1 1 0 0,1-1 0 0 0,-1 1 0 0 0,0-1-1 0 0,1 0 1 0 0,0 0 0 0 0,-1 1-1 0 0,4 2 1 0 0,-1-2-6 0 0,0-1-1 0 0,0 1 1 0 0,0-1 0 0 0,0 1 0 0 0,0-1-1 0 0,1 0 1 0 0,-1 0 0 0 0,0-1-1 0 0,1 0 1 0 0,7 2 0 0 0,0-1-22 0 0,0-1 0 0 0,0-1 0 0 0,0 1 1 0 0,0-2-1 0 0,1 0 0 0 0,-2 0 0 0 0,1-1 1 0 0,17-5-1 0 0,-9-2 56 0 0,1 0 1 0 0,-1-1 0 0 0,-1-2 0 0 0,0 0-1 0 0,33-27 1 0 0,-34 24 220 0 0,1 0 0 0 0,0 2 0 0 0,1 1 0 0 0,1 0 0 0 0,26-11 0 0 0,-43 22-216 0 0,0 0 0 0 0,0 1 1 0 0,-1-1-1 0 0,1 1 0 0 0,0 0 0 0 0,0 0 0 0 0,-1 0 1 0 0,1 0-1 0 0,0 1 0 0 0,0-1 0 0 0,-1 1 0 0 0,1 0 1 0 0,-1 0-1 0 0,1 1 0 0 0,-1-1 0 0 0,1 1 0 0 0,-1-1 1 0 0,0 1-1 0 0,5 3 0 0 0,8 7 30 0 0,0 1 0 0 0,23 23 0 0 0,2 2-115 0 0,-26-28-32 0 0,0-1 0 0 0,0 0 0 0 0,0-1 1 0 0,1-1-1 0 0,0 0 0 0 0,1-1 0 0 0,0-1 0 0 0,0 0 1 0 0,0-1-1 0 0,22 1 0 0 0,-10-2-170 0 0,1-2 1 0 0,-1-1-1 0 0,0-1 0 0 0,1-2 0 0 0,36-8 0 0 0,-53 8 173 0 0,0 0-1 0 0,-1-1 0 0 0,1-1 0 0 0,-1 0 0 0 0,0 0 0 0 0,-1-1 0 0 0,1-1 0 0 0,-1 0 0 0 0,0-1 0 0 0,-1 0 0 0 0,0 0 1 0 0,0-1-1 0 0,0-1 0 0 0,-2 0 0 0 0,1 0 0 0 0,13-21 0 0 0,-18 23 89 0 0,1 0 0 0 0,-1 0 0 0 0,-1-1 0 0 0,0 1 0 0 0,0-1 0 0 0,-1 0 1 0 0,0 0-1 0 0,0 0 0 0 0,-1 0 0 0 0,0 0 0 0 0,0 0 0 0 0,-1 0 0 0 0,-1-1 0 0 0,1 1 0 0 0,-2 0 0 0 0,1 0 0 0 0,-1 0 0 0 0,-1 0 1 0 0,1 1-1 0 0,-1-1 0 0 0,-1 0 0 0 0,0 1 0 0 0,0 0 0 0 0,-10-14 0 0 0,11 18 14 0 0,1 0 0 0 0,-1 0 0 0 0,-1 0 1 0 0,1 0-1 0 0,-1 1 0 0 0,1 0 0 0 0,-1 0 0 0 0,0 0 0 0 0,0 0 0 0 0,0 0 1 0 0,0 1-1 0 0,-1 0 0 0 0,1 0 0 0 0,-1 0 0 0 0,1 0 0 0 0,-1 1 0 0 0,0 0 1 0 0,0 0-1 0 0,0 0 0 0 0,1 0 0 0 0,-1 1 0 0 0,0 0 0 0 0,0 0 0 0 0,0 0 1 0 0,0 1-1 0 0,0-1 0 0 0,0 1 0 0 0,1 0 0 0 0,-9 3 0 0 0,6-1-6 0 0,0 0-1 0 0,0 0 0 0 0,1 1 0 0 0,-1 0 0 0 0,1 0 1 0 0,-1 0-1 0 0,1 1 0 0 0,1 0 0 0 0,-1 0 1 0 0,1 1-1 0 0,0-1 0 0 0,0 1 0 0 0,0 0 1 0 0,1 1-1 0 0,0-1 0 0 0,0 1 0 0 0,1 0 0 0 0,-5 12 1 0 0,6-13-9 0 0,0 1 1 0 0,0 0 0 0 0,1-1-1 0 0,0 1 1 0 0,0 0 0 0 0,1 0-1 0 0,0 0 1 0 0,0 0 0 0 0,0 0-1 0 0,1 0 1 0 0,0-1 0 0 0,1 1-1 0 0,-1 0 1 0 0,1 0 0 0 0,1-1-1 0 0,-1 1 1 0 0,1-1 0 0 0,0 0-1 0 0,0 0 1 0 0,1 0 0 0 0,0 0-1 0 0,0-1 1 0 0,0 1 0 0 0,1-1-1 0 0,10 9 1 0 0,-11-10-13 0 0,1 0-1 0 0,0 0 1 0 0,0 0 0 0 0,1 0-1 0 0,-1-1 1 0 0,1 0 0 0 0,0 0-1 0 0,0-1 1 0 0,0 0 0 0 0,0 0-1 0 0,0 0 1 0 0,0 0 0 0 0,0-1-1 0 0,1 0 1 0 0,-1-1-1 0 0,0 1 1 0 0,1-1 0 0 0,-1 0-1 0 0,0-1 1 0 0,1 0 0 0 0,-1 0-1 0 0,0 0 1 0 0,1 0 0 0 0,-1-1-1 0 0,0 0 1 0 0,0-1 0 0 0,0 1-1 0 0,-1-1 1 0 0,9-5 0 0 0,-1-1 26 0 0,1 0 0 0 0,-1-1 0 0 0,-1 0 1 0 0,0-1-1 0 0,0 0 0 0 0,-1-1 1 0 0,-1 0-1 0 0,1-1 0 0 0,-2 0 0 0 0,13-23 1 0 0,93-192 885 0 0,-115 227-897 0 0,1 0 0 0 0,-1 0-1 0 0,0 0 1 0 0,0 0 0 0 0,1 0 0 0 0,-1 1 0 0 0,1-1 0 0 0,-1 0 0 0 0,1 0 0 0 0,-1 0 0 0 0,1 1-1 0 0,-1-1 1 0 0,1 0 0 0 0,0 0 0 0 0,0 1 0 0 0,-1-1 0 0 0,1 1 0 0 0,0-1 0 0 0,0 1 0 0 0,-1-1-1 0 0,1 1 1 0 0,0-1 0 0 0,0 1 0 0 0,0 0 0 0 0,0-1 0 0 0,0 1 0 0 0,0 0 0 0 0,0 0 0 0 0,0 0-1 0 0,1 0 1 0 0,0 1-4 0 0,-1 0-1 0 0,1 0 1 0 0,-1 0-1 0 0,0 0 1 0 0,1 0-1 0 0,-1 0 0 0 0,0 1 1 0 0,0-1-1 0 0,0 0 1 0 0,0 1-1 0 0,0-1 1 0 0,0 1-1 0 0,0-1 1 0 0,1 4-1 0 0,19 63 15 0 0,-9 0 3 0 0,-3 1 1 0 0,-2 0-1 0 0,-4 0 0 0 0,-8 101 0 0 0,-50 276 93 0 0,48-398-101 0 0,-14 114 37 0 0,12-75 49 0 0,-4-2 0 0 0,-31 114 1 0 0,40-190-53 0 0,0 1 0 0 0,0-1 0 0 0,-1 0 0 0 0,0-1 1 0 0,0 1-1 0 0,-1-1 0 0 0,0 0 0 0 0,-1-1 0 0 0,-7 8 1 0 0,12-13-10 0 0,0 0 1 0 0,0 0-1 0 0,0 0 1 0 0,0 0-1 0 0,0 0 1 0 0,-1 0-1 0 0,1-1 1 0 0,-1 1-1 0 0,1-1 0 0 0,-1 0 1 0 0,0 0-1 0 0,1 0 1 0 0,-1 0-1 0 0,0 0 1 0 0,0-1-1 0 0,0 1 1 0 0,1-1-1 0 0,-1 0 1 0 0,0 0-1 0 0,0 0 1 0 0,0 0-1 0 0,0 0 1 0 0,0-1-1 0 0,0 1 1 0 0,1-1-1 0 0,-1 1 1 0 0,0-1-1 0 0,0 0 1 0 0,1-1-1 0 0,-1 1 1 0 0,1 0-1 0 0,-1-1 1 0 0,1 1-1 0 0,-1-1 1 0 0,-2-2-1 0 0,0-2 30 0 0,0 0 0 0 0,0-1 1 0 0,0 1-1 0 0,1-1 0 0 0,0 0 0 0 0,1 0 0 0 0,-1 0 1 0 0,1-1-1 0 0,1 1 0 0 0,-1-1 0 0 0,1 0 0 0 0,1 1 1 0 0,-1-1-1 0 0,1 0 0 0 0,0-15 0 0 0,1 3 21 0 0,1 0-1 0 0,0 0 1 0 0,2-1-1 0 0,0 1 1 0 0,6-21-1 0 0,3 5 4 0 0,1 1 0 0 0,2 0 1 0 0,2 1-1 0 0,0 1 0 0 0,3 0 0 0 0,39-50 0 0 0,-12 26-13 0 0,2 3 0 0 0,84-73 0 0 0,141-72-3 0 0,-54 44-51 0 0,-183 125-59 0 0,0-2 1 0 0,-3-2 0 0 0,50-59 0 0 0,-70 74 13 0 0,-1 1 1 0 0,-1-1 0 0 0,-1-1-1 0 0,15-36 1 0 0,-23 50 1 0 0,-1-1-1 0 0,1 1 1 0 0,-1-1 0 0 0,-1 0-1 0 0,1 0 1 0 0,-1 1 0 0 0,0-1-1 0 0,-1 0 1 0 0,0 0 0 0 0,0 0-1 0 0,0 0 1 0 0,-1 0-1 0 0,0 0 1 0 0,0 0 0 0 0,-1 0-1 0 0,0 1 1 0 0,0-1 0 0 0,0 1-1 0 0,-5-8 1 0 0,5 11 12 0 0,0 0 0 0 0,0 0-1 0 0,-1 0 1 0 0,1 1 0 0 0,-1-1 0 0 0,0 1 0 0 0,0 0-1 0 0,0-1 1 0 0,0 1 0 0 0,0 0 0 0 0,0 1 0 0 0,-1-1-1 0 0,1 1 1 0 0,0-1 0 0 0,-1 1 0 0 0,0 0 0 0 0,1 0-1 0 0,-1 1 1 0 0,1-1 0 0 0,-1 1 0 0 0,0 0 0 0 0,1 0-1 0 0,-1 0 1 0 0,0 0 0 0 0,0 0 0 0 0,1 1 0 0 0,-1 0-1 0 0,1 0 1 0 0,-1 0 0 0 0,1 0 0 0 0,-1 0 0 0 0,1 1-1 0 0,-4 2 1 0 0,-6 2 50 0 0,0 1-1 0 0,1 0 0 0 0,0 1 1 0 0,0 0-1 0 0,1 1 0 0 0,0 0 1 0 0,-13 15-1 0 0,17-17 53 0 0,0 1-1 0 0,1 0 1 0 0,0 1 0 0 0,0-1 0 0 0,1 1-1 0 0,0 0 1 0 0,1 0 0 0 0,0 1-1 0 0,0-1 1 0 0,1 1 0 0 0,0 0-1 0 0,1 0 1 0 0,0 0 0 0 0,0 0 0 0 0,1 1-1 0 0,1-1 1 0 0,-1 0 0 0 0,2 0-1 0 0,-1 1 1 0 0,2-1 0 0 0,-1 0 0 0 0,1 0-1 0 0,1 0 1 0 0,0 0 0 0 0,0 0-1 0 0,1-1 1 0 0,0 1 0 0 0,1-1 0 0 0,0 0-1 0 0,0 0 1 0 0,1-1 0 0 0,0 0-1 0 0,1 0 1 0 0,0 0 0 0 0,0-1 0 0 0,15 13-1 0 0,1-3 135 0 0,0-1 0 0 0,1 0 0 0 0,1-2 0 0 0,0-1 0 0 0,1-1 0 0 0,1-1 0 0 0,-1-2 0 0 0,1 0 0 0 0,32 5 0 0 0,-36-10-34 0 0,-1-1 1 0 0,1 0-1 0 0,0-2 0 0 0,0 0 1 0 0,-1-2-1 0 0,1-1 1 0 0,0 0-1 0 0,-1-2 0 0 0,1 0 1 0 0,-1-2-1 0 0,42-16 1 0 0,60-50 1578 0 0,-123 72-2038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11.5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420 36 772 0 0,'-17'3'1853'0'0,"2"2"-1273"0"0,0 0-1 0 0,1 0 1 0 0,0 1-1 0 0,0 1 1 0 0,1 1 0 0 0,-23 15-1 0 0,9-2 377 0 0,-48 46 0 0 0,51-41-471 0 0,0 0-1 0 0,1 2 1 0 0,2 0-1 0 0,-29 51 1 0 0,45-70-405 0 0,0 0 1 0 0,0 1-1 0 0,1 0 1 0 0,0 0-1 0 0,1 0 1 0 0,0 0-1 0 0,0 0 1 0 0,1 1 0 0 0,1-1-1 0 0,0 1 1 0 0,0 0-1 0 0,1-1 1 0 0,0 1-1 0 0,1 0 1 0 0,0-1 0 0 0,1 1-1 0 0,0-1 1 0 0,1 0-1 0 0,6 18 1 0 0,-8-25-77 0 0,1 0-1 0 0,-1 0 1 0 0,1-1 0 0 0,0 1 0 0 0,-1 0-1 0 0,1-1 1 0 0,0 0 0 0 0,1 1 0 0 0,-1-1-1 0 0,0 0 1 0 0,1 0 0 0 0,-1 0 0 0 0,1 0-1 0 0,0-1 1 0 0,-1 1 0 0 0,1-1-1 0 0,0 1 1 0 0,0-1 0 0 0,4 1 0 0 0,-2-1 6 0 0,-1-1 0 0 0,1 0 0 0 0,-1 1 1 0 0,1-2-1 0 0,0 1 0 0 0,-1 0 1 0 0,1-1-1 0 0,-1 0 0 0 0,1 0 0 0 0,-1 0 1 0 0,9-4-1 0 0,0-1 8 0 0,-1-1 1 0 0,-1 0-1 0 0,1 0 1 0 0,-1-1-1 0 0,0 0 1 0 0,-1-1-1 0 0,0-1 0 0 0,11-12 1 0 0,-8 4-9 0 0,0 0-1 0 0,-1-1 1 0 0,-2 0 0 0 0,0-1 0 0 0,14-38 0 0 0,25-114 88 0 0,-31 100-72 0 0,-8 32 57 0 0,-6 22-17 0 0,0-1 0 0 0,2 1 0 0 0,0 1 0 0 0,9-20 0 0 0,-14 37-69 0 0,2 2-1 0 0,7 7 5 0 0,-1 0 0 0 0,-1 0 0 0 0,1 1 0 0 0,-1 0-1 0 0,-1 1 1 0 0,0 0 0 0 0,0 0 0 0 0,-1 0 0 0 0,-1 1 0 0 0,5 14-1 0 0,0 0 35 0 0,-1 1-1 0 0,-2 0 0 0 0,8 50 0 0 0,-9-26 39 0 0,-2 1 0 0 0,-2-1-1 0 0,-7 68 1 0 0,-21 49 222 0 0,-49 171 1 0 0,64-297-241 0 0,-19 65 146 0 0,4 1 1 0 0,-17 177-1 0 0,40-267-173 0 0,2-15-16 0 0,0-1-1 0 0,1 1 1 0 0,-1-1 0 0 0,1 1-1 0 0,-1-1 1 0 0,1 1-1 0 0,0 0 1 0 0,0-1-1 0 0,0 1 1 0 0,1-1 0 0 0,-1 1-1 0 0,0-1 1 0 0,1 1-1 0 0,0-1 1 0 0,1 3-1 0 0,-2-4-7 0 0,1-1 0 0 0,0 0 0 0 0,0 1 0 0 0,-1-1 0 0 0,1 0 0 0 0,0 0 0 0 0,0 0 0 0 0,0 1 0 0 0,0-1 0 0 0,-1 0 0 0 0,1 0 0 0 0,0 0 0 0 0,0-1 0 0 0,0 1 0 0 0,0 0 0 0 0,-1 0 0 0 0,1 0 0 0 0,0 0 0 0 0,0-1 0 0 0,0 1 0 0 0,-1 0 0 0 0,1-1 0 0 0,0 1 0 0 0,0-1 0 0 0,20-11-5 0 0,-20 11 0 0 0,29-18-82 0 0,-2-2 1 0 0,0-2-1 0 0,-1 0 1 0 0,-1-2-1 0 0,-2 0 1 0 0,0-2-1 0 0,25-38 0 0 0,-19 20 1 0 0,-2-2-1 0 0,-2 0 0 0 0,-2-2 0 0 0,18-55 1 0 0,-36 89 104 0 0,-2 0 0 0 0,1-1-1 0 0,-2 0 1 0 0,0 0 0 0 0,-1 0 0 0 0,0 0 0 0 0,-2 0 0 0 0,0 0 0 0 0,0 0 0 0 0,-7-32 0 0 0,4 34 90 0 0,-1 0-1 0 0,-1 1 1 0 0,0-1-1 0 0,-1 1 1 0 0,0 0-1 0 0,-1 1 1 0 0,-1 0-1 0 0,0 0 1 0 0,-1 0 0 0 0,0 1-1 0 0,0 1 1 0 0,-17-15-1 0 0,26 25-124 0 0,1 0 0 0 0,-1 0 1 0 0,1 0-1 0 0,-1 0 0 0 0,1 0 0 0 0,-1 0 0 0 0,0 0 0 0 0,1 0 1 0 0,-1 0-1 0 0,1 0 0 0 0,-1-1 0 0 0,0 1 0 0 0,1 0 0 0 0,-1 0 1 0 0,1 0-1 0 0,-1 0 0 0 0,0-1 0 0 0,1 1 0 0 0,-1 0 0 0 0,0 0 1 0 0,1-1-1 0 0,-1 1 0 0 0,0 0 0 0 0,0-1 0 0 0,1 1 1 0 0,-1 0-1 0 0,0-1 0 0 0,0 1 0 0 0,1 0 0 0 0,-1-1 0 0 0,0 1 1 0 0,0-1-1 0 0,0 1 0 0 0,0 0 0 0 0,0-1 0 0 0,0 1 0 0 0,0-1 1 0 0,1 1-1 0 0,-1 0 0 0 0,0-1 0 0 0,0 1 0 0 0,-1-1 0 0 0,1 1 1 0 0,0-1-1 0 0,0 1 0 0 0,0 0 0 0 0,0-1 0 0 0,0 1 0 0 0,0-1 1 0 0,0 1-1 0 0,-1 0 0 0 0,1-1 0 0 0,0 1 0 0 0,0 0 0 0 0,-1-1 1 0 0,1 1-1 0 0,0 0 0 0 0,0-1 0 0 0,-1 1 0 0 0,1 0 0 0 0,0 0 1 0 0,-1-1-1 0 0,1 1 0 0 0,0 0 0 0 0,-1 0 0 0 0,0-1 0 0 0,46 2-662 0 0,-34 0 517 0 0,324-3-3979 0 0,-191-5-791 0 0,-67 3 1866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12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369 39 900 0 0,'-6'-5'371'0'0,"-1"1"0"0"0,0-1 0 0 0,-1 1 0 0 0,1 1 0 0 0,-1 0 1 0 0,0 0-1 0 0,1 0 0 0 0,-1 1 0 0 0,-1 0 0 0 0,1 0 0 0 0,0 1 0 0 0,0 0 0 0 0,-1 1 0 0 0,1 0 0 0 0,-12 1 0 0 0,9 1-76 0 0,0 0-1 0 0,-1 0 0 0 0,1 1 1 0 0,1 1-1 0 0,-1 0 0 0 0,0 0 1 0 0,1 1-1 0 0,0 1 0 0 0,0 0 1 0 0,-15 11-1 0 0,17-11-173 0 0,0 0 0 0 0,1 1 1 0 0,-1 0-1 0 0,1 0 0 0 0,0 0 0 0 0,1 1 0 0 0,0 0 1 0 0,0 1-1 0 0,1-1 0 0 0,0 1 0 0 0,0 0 0 0 0,1 1 1 0 0,0-1-1 0 0,1 1 0 0 0,0-1 0 0 0,0 1 0 0 0,1 0 0 0 0,1 0 1 0 0,0 0-1 0 0,0 0 0 0 0,0 0 0 0 0,2 1 0 0 0,-1-1 1 0 0,1 0-1 0 0,1 0 0 0 0,3 15 0 0 0,-3-20-78 0 0,0 0 1 0 0,0 0-1 0 0,0 0 0 0 0,1 0 0 0 0,0 0 0 0 0,-1-1 0 0 0,2 1 1 0 0,-1-1-1 0 0,0 0 0 0 0,1 0 0 0 0,0 0 0 0 0,0-1 0 0 0,0 1 1 0 0,0-1-1 0 0,1 0 0 0 0,-1 0 0 0 0,6 2 0 0 0,-3-2 12 0 0,0-1-1 0 0,0 0 1 0 0,0 0-1 0 0,0-1 1 0 0,0 0 0 0 0,0 0-1 0 0,1 0 1 0 0,-1-1-1 0 0,0-1 1 0 0,0 1-1 0 0,11-3 1 0 0,-2 0 96 0 0,0-2 0 0 0,0 1 0 0 0,0-2 0 0 0,-1 0 0 0 0,0-1 0 0 0,0-1 0 0 0,-1 0 1 0 0,0-1-1 0 0,-1 0 0 0 0,18-16 0 0 0,9-14 430 0 0,-17 15 317 0 0,2 1 1 0 0,47-34-1 0 0,-70 56-866 0 0,1 0-1 0 0,-1 0 1 0 0,0 0-1 0 0,1 0 1 0 0,-1 0-1 0 0,1 1 0 0 0,-1-1 1 0 0,1 1-1 0 0,-1 0 1 0 0,1-1-1 0 0,-1 1 1 0 0,1 0-1 0 0,-1 1 1 0 0,1-1-1 0 0,-1 0 1 0 0,1 1-1 0 0,-1-1 1 0 0,0 1-1 0 0,1 0 1 0 0,-1 0-1 0 0,0 0 1 0 0,1 0-1 0 0,-1 0 1 0 0,0 0-1 0 0,0 1 0 0 0,0-1 1 0 0,0 1-1 0 0,0 0 1 0 0,0-1-1 0 0,0 1 1 0 0,-1 0-1 0 0,1 0 1 0 0,1 3-1 0 0,7 7 7 0 0,0 2-1 0 0,-1-1 0 0 0,13 27 1 0 0,-18-32 0 0 0,66 128-764 0 0,-69-134 705 0 0,0 1 0 0 0,0-1 0 0 0,0 0 0 0 0,1-1 0 0 0,-1 1 0 0 0,1 0 0 0 0,-1 0 0 0 0,1-1 0 0 0,-1 1 0 0 0,1-1 0 0 0,0 1 1 0 0,0-1-1 0 0,0 0 0 0 0,0 1 0 0 0,0-1 0 0 0,0 0 0 0 0,0 0 0 0 0,0-1 0 0 0,0 1 0 0 0,1 0 0 0 0,-1-1 0 0 0,0 1 1 0 0,0-1-1 0 0,1 0 0 0 0,-1 0 0 0 0,0 0 0 0 0,1 0 0 0 0,3 0 0 0 0,2-3 5 0 0,0 0 0 0 0,0 0 0 0 0,0-1 1 0 0,0 0-1 0 0,-1 0 0 0 0,11-8 0 0 0,-8 6-1 0 0,18-15 4 0 0,0-1 0 0 0,-2-1 0 0 0,44-50 0 0 0,14-12 417 0 0,-82 83-400 0 0,-1 0 0 0 0,1 1 0 0 0,-1 0 0 0 0,1-1 0 0 0,0 1 0 0 0,0 0 0 0 0,0 0 0 0 0,-1-1-1 0 0,1 1 1 0 0,0 1 0 0 0,0-1 0 0 0,1 0 0 0 0,-1 0 0 0 0,0 1 0 0 0,0 0 0 0 0,0-1 0 0 0,0 1 0 0 0,0 0 0 0 0,1 0 0 0 0,-1 0 0 0 0,0 0 0 0 0,0 0 0 0 0,4 1 0 0 0,-3 1-5 0 0,-1-1 0 0 0,1 1 1 0 0,0 0-1 0 0,-1-1 0 0 0,0 1 1 0 0,1 0-1 0 0,-1 1 0 0 0,0-1 0 0 0,0 0 1 0 0,0 1-1 0 0,0-1 0 0 0,0 1 0 0 0,-1 0 1 0 0,3 3-1 0 0,3 12-2 0 0,0-1-1 0 0,-1 1 1 0 0,0 0 0 0 0,2 21-1 0 0,21 116 105 0 0,-29-155-89 0 0,0 0 1 0 0,0 0 0 0 0,0 0-1 0 0,0 1 1 0 0,0-1-1 0 0,0 0 1 0 0,0 0-1 0 0,1 0 1 0 0,-1 0-1 0 0,0 0 1 0 0,0 0 0 0 0,0 1-1 0 0,0-1 1 0 0,0 0-1 0 0,1 0 1 0 0,-1 0-1 0 0,0 0 1 0 0,0 0-1 0 0,0 0 1 0 0,1 0 0 0 0,-1 0-1 0 0,0 0 1 0 0,0 0-1 0 0,0 0 1 0 0,1 0-1 0 0,-1 0 1 0 0,0 0 0 0 0,0 0-1 0 0,0 0 1 0 0,1 0-1 0 0,-1 0 1 0 0,0 0-1 0 0,0 0 1 0 0,0 0-1 0 0,0 0 1 0 0,1 0 0 0 0,-1 0-1 0 0,0 0 1 0 0,0 0-1 0 0,0 0 1 0 0,0-1-1 0 0,1 1 1 0 0,-1 0-1 0 0,0 0 1 0 0,0 0 0 0 0,0 0-1 0 0,0-1 1 0 0,15-11 210 0 0,8-15 63 0 0,6-13 211 0 0,2 1 0 0 0,2 1 1 0 0,46-39-1 0 0,-63 62-280 0 0,2 1-1 0 0,-1 1 0 0 0,2 1 1 0 0,0 0-1 0 0,0 2 1 0 0,1 0-1 0 0,0 1 1 0 0,1 1-1 0 0,35-9 1 0 0,-45 16-220 0 0,0 0 1 0 0,-1 0-1 0 0,1 1 1 0 0,0 1-1 0 0,0-1 1 0 0,-1 2-1 0 0,1 0 1 0 0,0 0-1 0 0,-1 1 1 0 0,0 0-1 0 0,0 1 1 0 0,0 0-1 0 0,0 0 1 0 0,0 1-1 0 0,-1 1 1 0 0,0 0-1 0 0,0 0 1 0 0,0 0-1 0 0,-1 1 1 0 0,0 1-1 0 0,-1-1 1 0 0,11 14 0 0 0,-8-9-336 0 0,0 0 1 0 0,-1 1-1 0 0,0 0 1 0 0,-1 0-1 0 0,-1 1 1 0 0,0 0-1 0 0,-1 0 1 0 0,-1 0-1 0 0,0 1 0 0 0,-1 0 1 0 0,0 0-1 0 0,-1 0 1 0 0,-1 1-1 0 0,-1-1 1 0 0,0 18-1 0 0,-2-16-547 0 0,-1-1-1 0 0,-1 0 0 0 0,0 0 0 0 0,-10 27 0 0 0,-20 24-6148 0 0,6-23 2319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13.8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204 38 1040 0 0,'0'0'127'0'0,"1"-1"1"0"0,-1 1-1 0 0,0-1 0 0 0,0 1 0 0 0,0 0 0 0 0,0-1 1 0 0,0 1-1 0 0,0-1 0 0 0,0 1 0 0 0,0-1 1 0 0,0 1-1 0 0,-1-1 0 0 0,1 1 0 0 0,0-1 0 0 0,0 1 1 0 0,0-1-1 0 0,0 1 0 0 0,-1 0 0 0 0,1-1 1 0 0,0 1-1 0 0,0-1 0 0 0,-1 1 0 0 0,1 0 0 0 0,0-1 1 0 0,-1 1-1 0 0,1 0 0 0 0,0-1 0 0 0,-1 1 1 0 0,1 0-1 0 0,0 0 0 0 0,-1-1 0 0 0,1 1 0 0 0,-1 0 1 0 0,1 0-1 0 0,-1 0 0 0 0,1-1 0 0 0,-1 1 1 0 0,-19 10 1147 0 0,-15 26-488 0 0,8 9 52 0 0,2 1 0 0 0,-20 51-1 0 0,36-74-586 0 0,1 0 0 0 0,1 1 0 0 0,1 0 0 0 0,1 0 0 0 0,1 0 0 0 0,-1 39 0 0 0,5-58-210 0 0,0 1 0 0 0,0-1 0 0 0,1 0 0 0 0,-1 0 0 0 0,1 0 0 0 0,0 0 0 0 0,1 0 0 0 0,-1 0 0 0 0,1 0 0 0 0,0 0 0 0 0,0 0 0 0 0,0-1 0 0 0,1 1 0 0 0,0-1 0 0 0,0 0 0 0 0,0 0 0 0 0,0 0 0 0 0,1 0 0 0 0,-1 0 0 0 0,1 0 0 0 0,0-1 0 0 0,0 0 0 0 0,8 5-1 0 0,-5-5-21 0 0,0 0-1 0 0,0-1 0 0 0,1 1 0 0 0,-1-1 0 0 0,1-1 0 0 0,0 0 0 0 0,-1 0 0 0 0,1 0 0 0 0,0-1 0 0 0,0 0 0 0 0,-1 0 1 0 0,1-1-1 0 0,0 0 0 0 0,-1 0 0 0 0,11-4 0 0 0,-1 0-32 0 0,0-1 0 0 0,-1 0 0 0 0,0-1 0 0 0,0-1 0 0 0,-1 0 0 0 0,0-1 0 0 0,0-1 0 0 0,-1 0 0 0 0,0-1 0 0 0,-1-1 0 0 0,0 0 0 0 0,14-18 0 0 0,-21 22 8 0 0,0 0 0 0 0,-1 0-1 0 0,0-1 1 0 0,0 1-1 0 0,-1-1 1 0 0,0-1-1 0 0,0 1 1 0 0,-1 0-1 0 0,0-1 1 0 0,-1 0-1 0 0,0 1 1 0 0,0-1 0 0 0,-1 0-1 0 0,-1 0 1 0 0,0 0-1 0 0,0 0 1 0 0,-1 0-1 0 0,0 0 1 0 0,0 0-1 0 0,-1 0 1 0 0,-1 1-1 0 0,0-1 1 0 0,-4-10 0 0 0,3 10-27 0 0,-31-63-70 0 0,33 70 71 0 0,0-1 1 0 0,0 1-1 0 0,-1-1 1 0 0,1 1-1 0 0,-1 0 1 0 0,0 0-1 0 0,0 0 0 0 0,0 0 1 0 0,0 1-1 0 0,-1-1 1 0 0,1 1-1 0 0,-1 0 1 0 0,0 0-1 0 0,1 0 0 0 0,-9-3 1 0 0,11 5 20 0 0,1 0 0 0 0,-1 0 1 0 0,0 0-1 0 0,0 0 0 0 0,0 0 0 0 0,0 0 1 0 0,1 0-1 0 0,-1 1 0 0 0,0-1 0 0 0,0 0 1 0 0,1 0-1 0 0,-1 1 0 0 0,0-1 1 0 0,0 0-1 0 0,1 1 0 0 0,-1-1 0 0 0,0 0 1 0 0,1 1-1 0 0,-1-1 0 0 0,0 1 0 0 0,1 0 1 0 0,-1-1-1 0 0,1 1 0 0 0,-1-1 1 0 0,1 1-1 0 0,-1 0 0 0 0,1-1 0 0 0,-1 1 1 0 0,1 0-1 0 0,0 0 0 0 0,-1-1 0 0 0,1 1 1 0 0,0 0-1 0 0,0 0 0 0 0,-1-1 0 0 0,1 1 1 0 0,0 0-1 0 0,0 0 0 0 0,0 0 1 0 0,0-1-1 0 0,0 1 0 0 0,1 2 0 0 0,3 34-327 0 0,-1-30 269 0 0,0-1 0 0 0,0 1 0 0 0,0-1 1 0 0,1 0-1 0 0,0 0 0 0 0,0 0 0 0 0,1 0 1 0 0,0-1-1 0 0,0 0 0 0 0,0 0 0 0 0,0 0 1 0 0,1-1-1 0 0,0 1 0 0 0,7 3 0 0 0,-3-3-40 0 0,0 0-1 0 0,0-1 1 0 0,1 0 0 0 0,0-1-1 0 0,-1 0 1 0 0,1 0-1 0 0,0-1 1 0 0,19 0 0 0 0,-14-1 19 0 0,1-1 0 0 0,-1-1 0 0 0,0-1 0 0 0,1 0 0 0 0,-1-1 0 0 0,0-1 0 0 0,17-6 0 0 0,-22 5 95 0 0,1 1-1 0 0,-1-2 1 0 0,-1 1 0 0 0,1-1-1 0 0,14-12 1 0 0,-19 13 151 0 0,-1-1 0 0 0,1 1 1 0 0,-1-1-1 0 0,0-1 0 0 0,-1 1 0 0 0,1-1 0 0 0,-1 1 0 0 0,-1-1 0 0 0,1-1 1 0 0,-1 1-1 0 0,0 0 0 0 0,-1-1 0 0 0,0 1 0 0 0,0-1 0 0 0,-1 0 0 0 0,1 0 1 0 0,-2 1-1 0 0,1-1 0 0 0,-1 0 0 0 0,0 0 0 0 0,-1 0 0 0 0,0 0 0 0 0,0 0 1 0 0,-1 1-1 0 0,-3-12 0 0 0,-3 41 1363 0 0,2 17-1304 0 0,10 217 738 0 0,-13 326 244 0 0,6-516-1076 0 0,4-45 372 0 0,-2 0 0 0 0,-4 25-1 0 0,110-779-1475 0 0,-76 532 482 0 0,-17 130 260 0 0,-12 69 226 0 0,0 0 0 0 0,0 0 0 0 0,0 1 1 0 0,0-1-1 0 0,1 0 0 0 0,-1 0 0 0 0,1 0 0 0 0,0 1 0 0 0,-1-1 0 0 0,1 0 1 0 0,0 1-1 0 0,0-1 0 0 0,0 1 0 0 0,0-1 0 0 0,0 1 0 0 0,0-1 1 0 0,1 1-1 0 0,-1-1 0 0 0,0 1 0 0 0,1 0 0 0 0,-1 0 0 0 0,3-2 1 0 0,-2 3 2 0 0,0 0 1 0 0,-1 0-1 0 0,1-1 1 0 0,0 1 0 0 0,0 0-1 0 0,0 1 1 0 0,-1-1 0 0 0,1 0-1 0 0,0 0 1 0 0,0 1 0 0 0,-1-1-1 0 0,1 1 1 0 0,0 0 0 0 0,-1-1-1 0 0,1 1 1 0 0,0 0 0 0 0,-1 0-1 0 0,3 2 1 0 0,4 3-7 0 0,-1 0-1 0 0,1 1 1 0 0,-1 0 0 0 0,0 0 0 0 0,-1 0 0 0 0,0 1-1 0 0,6 9 1 0 0,-3 1 6 0 0,-1-1-1 0 0,-1 1 0 0 0,-1 0 1 0 0,0 1-1 0 0,-1 0 1 0 0,-1 0-1 0 0,-1 0 0 0 0,0 0 1 0 0,-2 0-1 0 0,0 1 1 0 0,-1-1-1 0 0,-1 0 0 0 0,-1 1 1 0 0,-7 31-1 0 0,1-15-519 0 0,-2-1-1 0 0,-21 52 1 0 0,11-41-2206 0 0,-31 50 0 0 0,41-82-724 0 0,2-6 264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14.1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1 101 36 0 0,'14'-7'1108'0'0,"-2"1"-60"0"0,-4 1-88 0 0,1-1-72 0 0,1 1-92 0 0,-2-3-75 0 0,-2 3-97 0 0,4-3-108 0 0,0 1-160 0 0,5 2-184 0 0,1-1-88 0 0,4 1-144 0 0,13-1-208 0 0,10-1-192 0 0,-11 5-629 0 0,13-5-1179 0 0,-2 1 524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15.3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438 649 672 0 0,'8'-41'5668'0'0,"-5"22"-4250"0"0,0 0 0 0 0,-1 0 0 0 0,-1 0 0 0 0,-1 0 1 0 0,-3-25-1 0 0,2 39-1336 0 0,0 0 0 0 0,0 0 0 0 0,0 0 0 0 0,0 0 1 0 0,-1 0-1 0 0,0 0 0 0 0,0 1 0 0 0,0-1 0 0 0,-1 1 1 0 0,1-1-1 0 0,-1 1 0 0 0,0 0 0 0 0,0 0 0 0 0,-1 0 1 0 0,1 1-1 0 0,-1-1 0 0 0,0 1 0 0 0,0 0 0 0 0,0 0 0 0 0,0 0 1 0 0,0 0-1 0 0,-1 1 0 0 0,1 0 0 0 0,-1 0 0 0 0,0 0 1 0 0,1 0-1 0 0,-1 1 0 0 0,0 0 0 0 0,0 0 0 0 0,0 0 1 0 0,0 0-1 0 0,-10 1 0 0 0,2 0-64 0 0,0 0-1 0 0,0 1 1 0 0,-1 0 0 0 0,1 1 0 0 0,0 0-1 0 0,0 2 1 0 0,0-1 0 0 0,1 1-1 0 0,-1 1 1 0 0,1 1 0 0 0,-20 11 0 0 0,18-8-13 0 0,1 1-1 0 0,0 1 1 0 0,0 0 0 0 0,1 1 0 0 0,0 1 0 0 0,1 0 0 0 0,1 0 0 0 0,0 1 0 0 0,0 0 0 0 0,-9 22 0 0 0,15-30-8 0 0,2 0 0 0 0,-1 1 1 0 0,0-1-1 0 0,1 1 0 0 0,1 0 0 0 0,-1-1 1 0 0,1 1-1 0 0,0 0 0 0 0,0 0 1 0 0,1 0-1 0 0,0 0 0 0 0,0 0 0 0 0,1 0 1 0 0,0 0-1 0 0,0 0 0 0 0,1-1 1 0 0,-1 1-1 0 0,2 0 0 0 0,-1-1 0 0 0,1 1 1 0 0,0-1-1 0 0,0 0 0 0 0,0 0 0 0 0,1 0 1 0 0,0 0-1 0 0,0-1 0 0 0,10 10 1 0 0,-10-11-6 0 0,1-1 0 0 0,0 0 0 0 0,0 0 0 0 0,0 0 0 0 0,1 0 0 0 0,-1-1 0 0 0,1 1 0 0 0,-1-2 0 0 0,1 1 0 0 0,0 0 0 0 0,0-1 0 0 0,0 0 0 0 0,-1-1 0 0 0,1 1 0 0 0,0-1 0 0 0,0 0 0 0 0,0-1 0 0 0,0 1 1 0 0,0-1-1 0 0,0 0 0 0 0,0-1 0 0 0,-1 0 0 0 0,1 1 0 0 0,8-5 0 0 0,9-4-39 0 0,-1 0 1 0 0,-1-2-1 0 0,1 0 0 0 0,31-25 1 0 0,-29 15 60 0 0,0-1 1 0 0,-2-1 0 0 0,0-1 0 0 0,-2-1-1 0 0,-1 0 1 0 0,25-46 0 0 0,-8 15 302 0 0,-11 24-221 0 0,-25 32-117 0 0,24 20 4 0 0,-11 2 14 0 0,0 1 0 0 0,-2 1 0 0 0,-1 0 1 0 0,11 34-1 0 0,3 7 16 0 0,39 103 68 0 0,-63-167-76 0 0,0 0 0 0 0,0 1 1 0 0,0-1-1 0 0,0 0 0 0 0,1 0 1 0 0,-1 1-1 0 0,0-1 1 0 0,0 0-1 0 0,0 0 0 0 0,0 0 1 0 0,1 1-1 0 0,-1-1 0 0 0,0 0 1 0 0,0 0-1 0 0,1 0 0 0 0,-1 0 1 0 0,0 1-1 0 0,0-1 0 0 0,1 0 1 0 0,-1 0-1 0 0,0 0 1 0 0,0 0-1 0 0,1 0 0 0 0,-1 0 1 0 0,0 0-1 0 0,0 0 0 0 0,1 0 1 0 0,-1 0-1 0 0,0 0 0 0 0,0 0 1 0 0,1 0-1 0 0,-1 0 0 0 0,0 0 1 0 0,1 0-1 0 0,-1 0 1 0 0,0 0-1 0 0,0 0 0 0 0,1 0 1 0 0,-1 0-1 0 0,0-1 0 0 0,0 1 1 0 0,1 0-1 0 0,13-13 78 0 0,5-15-39 0 0,97-186 145 0 0,-111 206-200 0 0,0-1 0 0 0,1 1 0 0 0,0 1 0 0 0,0-1 0 0 0,1 1-1 0 0,0 0 1 0 0,14-11 0 0 0,-19 16-1 0 0,1 1 0 0 0,0-1 0 0 0,-1 1 0 0 0,1 0 0 0 0,0-1 0 0 0,0 1 0 0 0,0 1 0 0 0,0-1 0 0 0,-1 0 0 0 0,1 1 0 0 0,0-1 0 0 0,0 1 0 0 0,0 0 0 0 0,1 0 0 0 0,-1 0 0 0 0,0 0 0 0 0,0 1 0 0 0,0-1 0 0 0,-1 1 0 0 0,1 0 0 0 0,0 0 1 0 0,0 0-1 0 0,0 0 0 0 0,0 0 0 0 0,-1 0 0 0 0,1 1 0 0 0,0 0 0 0 0,2 2 0 0 0,7 6-34 0 0,-1 1 1 0 0,0 0 0 0 0,-1 0 0 0 0,0 1 0 0 0,9 15-1 0 0,-11-14-59 0 0,1-1 0 0 0,1 0 0 0 0,-1-1 0 0 0,2 0 0 0 0,20 17 0 0 0,-28-26 95 0 0,-1-1-1 0 0,0 1 1 0 0,1-1 0 0 0,-1 0-1 0 0,1 0 1 0 0,-1 0 0 0 0,1 0-1 0 0,-1 0 1 0 0,1 0 0 0 0,0-1-1 0 0,-1 0 1 0 0,1 1-1 0 0,0-1 1 0 0,0 0 0 0 0,-1 0-1 0 0,1 0 1 0 0,0-1 0 0 0,4 0-1 0 0,-2-1 6 0 0,0 0 0 0 0,0 0 0 0 0,0 0 0 0 0,-1-1 0 0 0,1 1 0 0 0,0-1 0 0 0,-1-1 0 0 0,0 1 0 0 0,5-4 0 0 0,8-12 19 0 0,-1 1-1 0 0,0-2 1 0 0,17-29 0 0 0,-18 26-22 0 0,-12 20 9 0 0,3-6-25 0 0,0 0 0 0 0,0 0 0 0 0,1 1-1 0 0,0 0 1 0 0,1 0 0 0 0,11-9 0 0 0,-17 16 16 0 0,1 0 0 0 0,-1 0 0 0 0,0 0 1 0 0,0 0-1 0 0,0 0 0 0 0,1 0 1 0 0,-1 1-1 0 0,0-1 0 0 0,1 1 0 0 0,-1 0 1 0 0,1-1-1 0 0,-1 1 0 0 0,0 0 1 0 0,1 1-1 0 0,-1-1 0 0 0,1 0 0 0 0,-1 1 1 0 0,0-1-1 0 0,1 1 0 0 0,-1 0 1 0 0,0 0-1 0 0,0-1 0 0 0,1 2 0 0 0,-1-1 1 0 0,0 0-1 0 0,0 0 0 0 0,0 1 1 0 0,0-1-1 0 0,-1 1 0 0 0,1-1 0 0 0,0 1 1 0 0,-1 0-1 0 0,1 0 0 0 0,1 2 1 0 0,36 42-175 0 0,-24-27 25 0 0,2 0 0 0 0,27 25-1 0 0,-38-39 123 0 0,0 0 0 0 0,1-1 0 0 0,-1 0 0 0 0,1 0 0 0 0,0-1 0 0 0,0 1 0 0 0,0-1 0 0 0,0-1 0 0 0,1 1 0 0 0,-1-1 0 0 0,1-1 0 0 0,10 2 0 0 0,-7-2 16 0 0,0 0-1 0 0,-1-1 1 0 0,1-1 0 0 0,0 1 0 0 0,-1-2 0 0 0,1 1-1 0 0,-1-2 1 0 0,1 1 0 0 0,-1-1 0 0 0,0-1 0 0 0,0 0-1 0 0,0 0 1 0 0,-1-1 0 0 0,1 0 0 0 0,-1-1 0 0 0,0 0-1 0 0,-1 0 1 0 0,1-1 0 0 0,-1 0 0 0 0,-1-1 0 0 0,1 0-1 0 0,-1 0 1 0 0,-1 0 0 0 0,9-15 0 0 0,-8 12 76 0 0,-1-1 1 0 0,0 0 0 0 0,-1 0 0 0 0,-1-1-1 0 0,0 1 1 0 0,0-1 0 0 0,2-17 0 0 0,1-9 352 0 0,4-23 975 0 0,-11 61-1131 0 0,5 25-135 0 0,-2 3-67 0 0,-1-1 0 0 0,-1 0 1 0 0,-1 1-1 0 0,-6 34 0 0 0,3-20 10 0 0,-25 438 406 0 0,29-414-322 0 0,12 94-1 0 0,-7-104 42 0 0,-1-30 1901 0 0,-1-47-1524 0 0,-2-49-307 0 0,-41-409-53 0 0,38 471-213 0 0,-17-287-322 0 0,18 253 274 0 0,2 0-1 0 0,2 1 1 0 0,1 0 0 0 0,23-82 0 0 0,-26 117 41 0 0,0 1 0 0 0,1-1 0 0 0,0 0 0 0 0,0 1 0 0 0,1 0 0 0 0,-1 0 1 0 0,1 0-1 0 0,1 0 0 0 0,-1 1 0 0 0,1-1 0 0 0,0 1 0 0 0,0 0 0 0 0,0 1 0 0 0,7-5 1 0 0,-9 7 3 0 0,0 1 0 0 0,0-1 0 0 0,1 1 0 0 0,-1 0 1 0 0,0 0-1 0 0,1 0 0 0 0,-1 0 0 0 0,1 0 0 0 0,-1 1 1 0 0,1 0-1 0 0,-1 0 0 0 0,1 0 0 0 0,0 0 0 0 0,-1 0 1 0 0,1 1-1 0 0,-1-1 0 0 0,1 1 0 0 0,-1 0 0 0 0,1 0 1 0 0,-1 0-1 0 0,0 1 0 0 0,0-1 0 0 0,1 1 0 0 0,-1 0 1 0 0,0 0-1 0 0,0 0 0 0 0,-1 0 0 0 0,5 5 1 0 0,4 1-3 0 0,-1 2 0 0 0,0-1 0 0 0,-1 1 0 0 0,-1 1 0 0 0,1 0 0 0 0,-1 0 0 0 0,-1 1 0 0 0,0-1 1 0 0,-1 2-1 0 0,0-1 0 0 0,-1 1 0 0 0,-1 0 0 0 0,0 0 0 0 0,0 0 0 0 0,-1 0 0 0 0,-1 1 0 0 0,0-1 1 0 0,-1 1-1 0 0,-1-1 0 0 0,0 1 0 0 0,0 0 0 0 0,-1-1 0 0 0,-1 1 0 0 0,-1-1 0 0 0,0 1 0 0 0,0-1 1 0 0,-2 0-1 0 0,1 0 0 0 0,-12 21 0 0 0,5-13-579 0 0,-1-1 1 0 0,0 0-1 0 0,-1 0 1 0 0,-1-2-1 0 0,-1 0 1 0 0,-27 25-1 0 0,20-32-1498 0 0,7-7-2571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15.7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23 1232 0 0,'0'0'1272'0'0,"10"0"920"0"0,5-4-1251 0 0,-9 0-101 0 0,-4 1 484 0 0,10-1-780 0 0,-4 0-1136 0 0,-2 2-700 0 0,7 1-3477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17.0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142 117 1100 0 0,'18'-84'8489'0'0,"-17"52"-1931"0"0,3 153-5812 0 0,-16 180 0 0 0,-38 125-211 0 0,13-198-307 0 0,11-81 122 0 0,-7 175 0 0 0,27-162 416 0 0,6-159-737 0 0,0 0-1 0 0,0 0 0 0 0,0 0 1 0 0,-1-1-1 0 0,1 1 0 0 0,0 0 0 0 0,0 0 1 0 0,0 0-1 0 0,0-1 0 0 0,1 1 1 0 0,-1 0-1 0 0,0 0 0 0 0,0 0 0 0 0,0-1 1 0 0,0 1-1 0 0,1 0 0 0 0,-1 0 1 0 0,0-1-1 0 0,1 1 0 0 0,-1 0 0 0 0,1-1 1 0 0,-1 1-1 0 0,1 0 0 0 0,-1-1 1 0 0,1 1-1 0 0,-1 0 0 0 0,1-1 0 0 0,0 1 1 0 0,-1-1-1 0 0,2 1 0 0 0,0-1-19 0 0,-1 0 0 0 0,1-1 0 0 0,-1 1 0 0 0,1-1 0 0 0,-1 0 0 0 0,1 1 0 0 0,-1-1 0 0 0,0 0 0 0 0,0 0 0 0 0,1 0 0 0 0,-1 0 0 0 0,0 0 0 0 0,0 0 0 0 0,0 0 0 0 0,1-1 0 0 0,47-63-486 0 0,-43 55 458 0 0,33-44-551 0 0,-3-1 1 0 0,-2-3-1 0 0,-3 0 0 0 0,28-76 0 0 0,-51 112 433 0 0,-1 0 1 0 0,-1-1-1 0 0,0 0 0 0 0,-2 0 0 0 0,-1-1 1 0 0,-1 1-1 0 0,-1-1 0 0 0,0 1 0 0 0,-2-1 1 0 0,-1 1-1 0 0,-1-1 0 0 0,-1 1 0 0 0,-1 0 1 0 0,-1 0-1 0 0,-12-29 0 0 0,6 29 39 0 0,0-1 0 0 0,-2 2 1 0 0,-1 0-1 0 0,0 0 0 0 0,-2 2 0 0 0,0 0 0 0 0,-2 1 1 0 0,0 0-1 0 0,-28-20 0 0 0,44 37 58 0 0,0-1 1 0 0,0 1-1 0 0,1 0 0 0 0,-1-1 1 0 0,1 1-1 0 0,0-1 0 0 0,0 0 1 0 0,0 0-1 0 0,0 0 0 0 0,0 0 1 0 0,1 0-1 0 0,-3-5 0 0 0,4 6 12 0 0,0 1 0 0 0,0-1 0 0 0,0 1 0 0 0,1-1 0 0 0,-1 1 0 0 0,0-1 0 0 0,0 1-1 0 0,1 0 1 0 0,-1-1 0 0 0,1 1 0 0 0,-1-1 0 0 0,1 1 0 0 0,0 0 0 0 0,-1 0-1 0 0,1-1 1 0 0,0 1 0 0 0,0 0 0 0 0,0 0 0 0 0,0 0 0 0 0,0 0 0 0 0,0 0-1 0 0,0 0 1 0 0,0 0 0 0 0,1 0 0 0 0,-1 1 0 0 0,0-1 0 0 0,0 0 0 0 0,1 1-1 0 0,-1-1 1 0 0,0 1 0 0 0,1-1 0 0 0,1 0 0 0 0,61-22-481 0 0,130-30 0 0 0,-50 17 156 0 0,2-8 1294 0 0,-153 47-912 0 0,0 0-1 0 0,1 1 0 0 0,-1-1 0 0 0,1 2 0 0 0,0-1 0 0 0,0 1 1 0 0,0 0-1 0 0,1 0 0 0 0,0 0 0 0 0,0 1 0 0 0,-8 10 0 0 0,12-13-19 0 0,-1-1 0 0 0,1 1 0 0 0,-1 0 0 0 0,1 0 0 0 0,0-1 0 0 0,0 1 0 0 0,0 0 0 0 0,0 0 0 0 0,0 0 0 0 0,1 0 0 0 0,0 0 0 0 0,-1 1 0 0 0,1-1 0 0 0,0 0 0 0 0,0 0 0 0 0,1 0 0 0 0,-1 0 0 0 0,1 0 0 0 0,-1 0 0 0 0,1 0 0 0 0,0 0 0 0 0,0 0 0 0 0,0 0 0 0 0,1-1 0 0 0,-1 1 0 0 0,1 0 0 0 0,-1-1 0 0 0,1 1 0 0 0,0-1 0 0 0,0 1 0 0 0,0-1 1 0 0,0 0-1 0 0,4 3 0 0 0,-3-2 13 0 0,0-1 0 0 0,1 1 1 0 0,-1-1-1 0 0,1 0 1 0 0,-1 0-1 0 0,1 0 1 0 0,0 0-1 0 0,0 0 0 0 0,0-1 1 0 0,0 0-1 0 0,0 1 1 0 0,0-2-1 0 0,0 1 1 0 0,0 0-1 0 0,0-1 0 0 0,7 0 1 0 0,-4-1 19 0 0,-1 0 0 0 0,1 0 0 0 0,0-1 0 0 0,-1 1 0 0 0,0-2 0 0 0,1 1 1 0 0,-1-1-1 0 0,0 0 0 0 0,8-5 0 0 0,3-4 74 0 0,-1-1 1 0 0,0 0-1 0 0,-1-1 1 0 0,0-1 0 0 0,21-27-1 0 0,-26 28-31 0 0,1 0 0 0 0,0 1 0 0 0,1 1 0 0 0,0 0-1 0 0,1 0 1 0 0,15-10 0 0 0,-24 20-81 0 0,0 0-1 0 0,0 0 1 0 0,0 0 0 0 0,0 0-1 0 0,1 1 1 0 0,-1-1 0 0 0,0 1-1 0 0,1 0 1 0 0,-1 1-1 0 0,1-1 1 0 0,-1 1 0 0 0,1 0-1 0 0,-1 0 1 0 0,1 0 0 0 0,-1 0-1 0 0,1 1 1 0 0,-1 0-1 0 0,0 0 1 0 0,1 0 0 0 0,-1 0-1 0 0,0 1 1 0 0,0 0 0 0 0,0 0-1 0 0,0 0 1 0 0,0 0 0 0 0,0 1-1 0 0,0-1 1 0 0,5 6-1 0 0,10 9 3 0 0,-1 0 0 0 0,0 1 0 0 0,-1 1 0 0 0,-1 0 0 0 0,-1 1 0 0 0,-1 1 0 0 0,-1 0 0 0 0,-1 1 0 0 0,-1 1 0 0 0,0 0 0 0 0,8 28 0 0 0,-12-36 357 0 0,-3-13 485 0 0,1-24 1070 0 0,0-3-1547 0 0,18-67 868 0 0,-16 60-1315 0 0,0 0 0 0 0,3 1 0 0 0,0 0 0 0 0,2 1-1 0 0,20-37 1 0 0,-2 27-2430 0 0,-10 27-851 0 0,3 11-4247 0 0,-12 4 4096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17.4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31 156 0 0,'17'-30'8890'0'0,"-22"49"-8284"0"0,-5 13 94 0 0,0 0 1 0 0,2 1 0 0 0,2 0-1 0 0,-4 46 1 0 0,10-69-740 0 0,0 0 1 0 0,0 0-1 0 0,1-1 1 0 0,0 1-1 0 0,0 0 1 0 0,1-1-1 0 0,1 1 1 0 0,0-1-1 0 0,0 0 1 0 0,1 0-1 0 0,0 0 1 0 0,0 0-1 0 0,1-1 1 0 0,0 1-1 0 0,1-1 1 0 0,-1 0-1 0 0,2-1 1 0 0,-1 0-1 0 0,12 10 0 0 0,-16-15-92 0 0,1 0-1 0 0,0 0 1 0 0,0 0-1 0 0,0-1 0 0 0,0 1 1 0 0,0-1-1 0 0,1 0 1 0 0,-1 0-1 0 0,0 0 0 0 0,1-1 1 0 0,-1 1-1 0 0,0-1 1 0 0,1 1-1 0 0,-1-1 0 0 0,1 0 1 0 0,4-1-1 0 0,0 0-765 0 0,0-1-1 0 0,1 1 1 0 0,-1-2 0 0 0,-1 1-1 0 0,12-6 1 0 0,4-4-1786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17.8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53 688 0 0,'-4'-9'988'0'0,"0"0"-68"0"0,2 4-80 0 0,0-3 608 0 0,8-3-835 0 0,0 6-77 0 0,4 3-56 0 0,2-2-136 0 0,7 4-116 0 0,-1 2-140 0 0,3 2-128 0 0,3-1-184 0 0,0 3-164 0 0,7 1-108 0 0,-15-5-509 0 0,5 4-1091 0 0,-7-3 484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18.2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223 52 1272 0 0,'44'-51'9915'0'0,"-42"54"-9761"0"0,-1 0 0 0 0,0 0 0 0 0,0 1 0 0 0,-1-1 0 0 0,1 1 0 0 0,-1-1 0 0 0,0 1 0 0 0,0-1 0 0 0,0 1 0 0 0,0-1 0 0 0,-1 0 0 0 0,1 1 0 0 0,-1-1 0 0 0,-2 7 0 0 0,0 6 188 0 0,-15 100 1274 0 0,-40 133 0 0 0,31-140-1086 0 0,-124 590-1323 0 0,147-675 70 0 0,1 0-1 0 0,1 0 1 0 0,1 32-1 0 0,1-55 654 0 0,0-1 1 0 0,-1 1-1 0 0,1-1 1 0 0,0 1-1 0 0,0-1 1 0 0,0 0-1 0 0,0 1 1 0 0,0-1-1 0 0,0 1 1 0 0,0-1-1 0 0,0 1 0 0 0,1-1 1 0 0,-1 1-1 0 0,0-1 1 0 0,0 0-1 0 0,0 1 1 0 0,0-1-1 0 0,1 1 1 0 0,-1-1-1 0 0,0 0 1 0 0,0 1-1 0 0,1-1 0 0 0,-1 1 1 0 0,0-1-1 0 0,0 0 1 0 0,1 1-1 0 0,-1-1 1 0 0,1 0-1 0 0,-1 0 1 0 0,0 1-1 0 0,1-1 1 0 0,-1 0-1 0 0,0 0 1 0 0,1 0-1 0 0,-1 1 0 0 0,1-1 1 0 0,-1 0-1 0 0,1 0 1 0 0,-1 0-1 0 0,1 0 1 0 0,-1 0-1 0 0,0 0 1 0 0,2 0-1 0 0,16-11-5104 0 0,-3-2 1978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18.5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0 201 1056 0 0,'25'-27'3700'0'0,"-13"25"-1416"0"0,-6 21-750 0 0,-4 33 860 0 0,-11 98 1 0 0,0-21-1105 0 0,-10 243-204 0 0,15-330-1298 0 0,2-21-194 0 0,1 0 1 0 0,0 0-1 0 0,4 26 1 0 0,-3-47 372 0 0,0 1 0 0 0,0-1 0 0 0,0 0 0 0 0,0 0 0 0 0,0 1 0 0 0,0-1 0 0 0,1 0 0 0 0,-1 0 0 0 0,0 0 0 0 0,0 1 0 0 0,0-1 0 0 0,0 0 0 0 0,1 0 0 0 0,-1 0 0 0 0,0 1 0 0 0,0-1 0 0 0,1 0 1 0 0,-1 0-1 0 0,0 0 0 0 0,0 0 0 0 0,1 0 0 0 0,-1 0 0 0 0,0 1 0 0 0,0-1 0 0 0,1 0 0 0 0,-1 0 0 0 0,0 0 0 0 0,0 0 0 0 0,1 0 0 0 0,-1 0 0 0 0,0 0 0 0 0,1 0 0 0 0,-1 0 0 0 0,0 0 0 0 0,0 0 0 0 0,1-1 1 0 0,-1 1-1 0 0,0 0 0 0 0,0 0 0 0 0,1 0 0 0 0,-1 0 0 0 0,0 0 0 0 0,0 0 0 0 0,1-1 0 0 0,-1 1 0 0 0,0 0 0 0 0,0 0 0 0 0,0 0 0 0 0,1 0 0 0 0,-1-1 0 0 0,0 1 0 0 0,0 0 0 0 0,0 0 0 0 0,0-1 0 0 0,1 1 1 0 0,-1 0-1 0 0,0 0 0 0 0,0-1 0 0 0,0 1 0 0 0,0 0 0 0 0,0-1 0 0 0,12-14-190 0 0,-3 0-109 0 0,-1 0 0 0 0,0 0 0 0 0,-1-1 0 0 0,-1 0 1 0 0,-1-1-1 0 0,5-21 0 0 0,13-109-887 0 0,-19 112 937 0 0,39-487-622 0 0,-41 486 1228 0 0,-3 18 208 0 0,2 1 1 0 0,0-1-1 0 0,1 1 0 0 0,1 0 1 0 0,6-22-1 0 0,-9 37-480 0 0,1 1 0 0 0,-1-1 0 0 0,0 1 0 0 0,1-1-1 0 0,-1 1 1 0 0,1 0 0 0 0,0-1 0 0 0,-1 1 0 0 0,1-1 0 0 0,0 1 0 0 0,0 0 0 0 0,0 0 0 0 0,0 0 0 0 0,0-1-1 0 0,0 1 1 0 0,0 0 0 0 0,0 0 0 0 0,0 0 0 0 0,1 0 0 0 0,-1 1 0 0 0,0-1 0 0 0,1 0 0 0 0,-1 1 0 0 0,0-1-1 0 0,1 0 1 0 0,-1 1 0 0 0,1 0 0 0 0,-1-1 0 0 0,1 1 0 0 0,-1 0 0 0 0,1 0 0 0 0,-1 0 0 0 0,1 0 0 0 0,0 0-1 0 0,-1 0 1 0 0,1 0 0 0 0,1 1 0 0 0,7-1 22 0 0,1 2 1 0 0,-1-1-1 0 0,1 2 0 0 0,-1-1 1 0 0,0 1-1 0 0,1 1 0 0 0,-2 0 1 0 0,1 0-1 0 0,0 1 0 0 0,-1 0 1 0 0,0 1-1 0 0,0 0 0 0 0,-1 0 1 0 0,11 11-1 0 0,-14-14-67 0 0,-1 1-1 0 0,0 0 1 0 0,0 0 0 0 0,-1 0-1 0 0,1 1 1 0 0,-1-1 0 0 0,0 1 0 0 0,0 0-1 0 0,0 0 1 0 0,-1 0 0 0 0,1 0-1 0 0,-2 0 1 0 0,1 0 0 0 0,0 1-1 0 0,-1-1 1 0 0,0 1 0 0 0,0-1-1 0 0,0 1 1 0 0,-1 0 0 0 0,0-1-1 0 0,0 1 1 0 0,-1-1 0 0 0,1 1-1 0 0,-1 0 1 0 0,0-1 0 0 0,-1 0 0 0 0,1 1-1 0 0,-4 5 1 0 0,-3 6-15 0 0,-2-1-1 0 0,0-1 1 0 0,-1 0 0 0 0,0 0-1 0 0,-1-1 1 0 0,-16 14 0 0 0,-90 70-2310 0 0,72-62-1011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18.9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19 424 0 0,'8'-18'3873'0'0,"-2"18"-1574"0"0,7 27-422 0 0,-9-17-1636 0 0,9 31 664 0 0,-1 1-1 0 0,10 77 0 0 0,-13-65-298 0 0,17 58-1 0 0,3 18 212 0 0,-15-56-55 0 0,-14-74-726 0 0,0 1 0 0 0,0-1 0 0 0,0 0 0 0 0,0 1 0 0 0,0-1 0 0 0,0 1 0 0 0,0-1 0 0 0,0 0 0 0 0,0 1 0 0 0,0-1 0 0 0,0 0 0 0 0,0 1 0 0 0,0-1 0 0 0,0 1-1 0 0,1-1 1 0 0,-1 0 0 0 0,0 1 0 0 0,0-1 0 0 0,0 0 0 0 0,0 1 0 0 0,1-1 0 0 0,-1 0 0 0 0,0 1 0 0 0,0-1 0 0 0,1 0 0 0 0,-1 1 0 0 0,0-1 0 0 0,1 0 0 0 0,-1 0 0 0 0,0 0 0 0 0,1 1 0 0 0,-1-1-1 0 0,0 0 1 0 0,1 0 0 0 0,-1 0 0 0 0,0 0 0 0 0,1 0 0 0 0,-1 1 0 0 0,1-1 0 0 0,-1 0 0 0 0,1 0 0 0 0,12-22 681 0 0,8-34-745 0 0,-3-1 0 0 0,-2-1 0 0 0,-2 0 0 0 0,6-75 0 0 0,-2 23-1299 0 0,-14 73 361 0 0,2-7-1192 0 0,5 16-4224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19.5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308 493 736 0 0,'-8'-1'6442'0'0,"-31"21"-5573"0"0,9 4-345 0 0,1 2-1 0 0,1 0 0 0 0,2 2 0 0 0,1 2 0 0 0,1 0 1 0 0,-33 53-1 0 0,51-73-468 0 0,1 0 0 0 0,0 0 0 0 0,0 1-1 0 0,1-1 1 0 0,0 1 0 0 0,1 0 0 0 0,0 0 0 0 0,1 0 0 0 0,0 1 0 0 0,1-1 0 0 0,0 22 0 0 0,1-28-90 0 0,1-1 0 0 0,-1 1 1 0 0,1 0-1 0 0,0 0 0 0 0,1-1 1 0 0,-1 1-1 0 0,1-1 0 0 0,0 1 1 0 0,0-1-1 0 0,0 0 0 0 0,1 1 1 0 0,-1-1-1 0 0,1 0 0 0 0,0-1 1 0 0,0 1-1 0 0,0 0 0 0 0,1-1 1 0 0,0 0-1 0 0,-1 0 0 0 0,1 0 0 0 0,0 0 1 0 0,0-1-1 0 0,0 1 0 0 0,1-1 1 0 0,-1 0-1 0 0,1 0 0 0 0,-1-1 1 0 0,1 1-1 0 0,8 1 0 0 0,1-1-91 0 0,1-1 0 0 0,-1 0-1 0 0,0-1 1 0 0,0-1 0 0 0,0 0-1 0 0,0 0 1 0 0,17-5 0 0 0,93-30-782 0 0,-115 33 820 0 0,1 0 0 0 0,-1-1 1 0 0,0-1-1 0 0,0 0 0 0 0,0 0 0 0 0,-1 0 0 0 0,0-1 0 0 0,0 0 0 0 0,0-1 0 0 0,-1 0 1 0 0,0 0-1 0 0,0 0 0 0 0,-1-1 0 0 0,0 0 0 0 0,0-1 0 0 0,5-11 0 0 0,-5 8 8 0 0,-1-1-1 0 0,0 0 1 0 0,-2 0 0 0 0,1-1-1 0 0,-1 1 1 0 0,-1-1-1 0 0,-1 0 1 0 0,0 1 0 0 0,0-1-1 0 0,-1 0 1 0 0,-3-16-1 0 0,-1 5-19 0 0,-2-1 0 0 0,-1 1-1 0 0,0 0 1 0 0,-17-33 0 0 0,5 9-334 0 0,20 49 407 0 0,-1-1 0 0 0,0 0 0 0 0,0 0 1 0 0,0 1-1 0 0,0-1 0 0 0,1 0 0 0 0,-1 1 0 0 0,0-1 1 0 0,1 0-1 0 0,-1 1 0 0 0,1-1 0 0 0,-1 0 0 0 0,0 1 0 0 0,1-1 1 0 0,0 1-1 0 0,-1-1 0 0 0,1 1 0 0 0,-1-1 0 0 0,1 1 1 0 0,-1-1-1 0 0,1 1 0 0 0,0 0 0 0 0,-1-1 0 0 0,1 1 0 0 0,0 0 1 0 0,0 0-1 0 0,-1-1 0 0 0,2 1 0 0 0,24-10-201 0 0,-22 9 137 0 0,23-8-112 0 0,0-1 0 0 0,0-1-1 0 0,-1-2 1 0 0,32-21 0 0 0,-51 30 272 0 0,-1 0 0 0 0,0-1 0 0 0,-1 0 0 0 0,1 0 0 0 0,-1 0 0 0 0,0-1 0 0 0,0 0 0 0 0,-1 0 0 0 0,1 0 0 0 0,-1 0 0 0 0,-1-1 0 0 0,1 1 0 0 0,-1-1 1 0 0,-1 0-1 0 0,1 0 0 0 0,-1-1 0 0 0,0 1 0 0 0,0 0 0 0 0,-1-1 0 0 0,0 1 0 0 0,-1-15 0 0 0,-1 7 332 0 0,-1-1 0 0 0,-1 1 0 0 0,0 0 0 0 0,-1 0 1 0 0,-1 0-1 0 0,0 0 0 0 0,-1 1 0 0 0,-1 0 0 0 0,0 0 0 0 0,-1 1 0 0 0,-17-24 1 0 0,19 29 167 0 0,-9-7 1093 0 0,14 16-1643 0 0,0 0 1 0 0,0-1-1 0 0,1 1 1 0 0,-1 0-1 0 0,0-1 1 0 0,1 1-1 0 0,-1 0 1 0 0,0 0-1 0 0,1 0 0 0 0,-1-1 1 0 0,1 1-1 0 0,-1 0 1 0 0,1 0-1 0 0,-1 0 1 0 0,1 0-1 0 0,0 0 1 0 0,-1 0-1 0 0,1 0 1 0 0,0 0-1 0 0,0 0 1 0 0,0 0-1 0 0,0 0 1 0 0,0 0-1 0 0,0 0 1 0 0,0 2-1 0 0,-3 35 306 0 0,1 1 0 0 0,2-1 0 0 0,7 60 0 0 0,0 14 108 0 0,2 52 71 0 0,-1 79-153 0 0,-30 19-1492 0 0,15-203 291 0 0,7-57 727 0 0,-1 1 1 0 0,1-1-1 0 0,0 0 0 0 0,0 1 1 0 0,0-1-1 0 0,0 0 1 0 0,0 0-1 0 0,0 1 0 0 0,1-1 1 0 0,-1 0-1 0 0,1 1 0 0 0,0-1 1 0 0,-1 0-1 0 0,3 4 1 0 0,-2-6 45 0 0,0 1 0 0 0,-1-1 0 0 0,1 0 0 0 0,0 1 0 0 0,0-1 0 0 0,-1 0-1 0 0,1 0 1 0 0,0 1 0 0 0,0-1 0 0 0,0 0 0 0 0,-1 0 0 0 0,1 0 0 0 0,0 0 0 0 0,0 0 0 0 0,0 0 0 0 0,0 0 0 0 0,-1-1 0 0 0,1 1 0 0 0,0 0 0 0 0,0 0 0 0 0,0-1 0 0 0,-1 1 0 0 0,1 0 0 0 0,0-1 0 0 0,-1 1 0 0 0,1 0 0 0 0,0-1 0 0 0,-1 1 0 0 0,1-1 0 0 0,0 0 0 0 0,-1 1 0 0 0,1-1 0 0 0,-1 1 0 0 0,1-2 0 0 0,29-32-4400 0 0,-12 10 1911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19.8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63 628 0 0,'33'-62'8022'0'0,"-22"112"-5682"0"0,-3-20-1611 0 0,2 34 471 0 0,-3 1 0 0 0,-3 91-1 0 0,0-16-153 0 0,-7 276-198 0 0,0-353-1336 0 0,8 38-2677 0 0,16-111 578 0 0,10-29-2832 0 0,-16 13 2294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20.2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318 50 684 0 0,'1'-4'379'0'0,"-1"0"0"0"0,1 0 1 0 0,0 0-1 0 0,0 0 0 0 0,0 0 0 0 0,0 0 0 0 0,1 1 1 0 0,0-1-1 0 0,-1 0 0 0 0,1 1 0 0 0,4-5 1545 0 0,-4 15-1583 0 0,0 0 0 0 0,0-1 0 0 0,0 1 0 0 0,-1 0 0 0 0,0 0-1 0 0,0 0 1 0 0,-1-1 0 0 0,0 1 0 0 0,-1 10 0 0 0,-10 67 765 0 0,7-62-675 0 0,-38 329 2705 0 0,17-125-2602 0 0,16-163-758 0 0,4-37-274 0 0,1 1 1 0 0,1-1-1 0 0,1 1 0 0 0,1 0 1 0 0,5 41-1 0 0,-4-67 381 0 0,1 1-1 0 0,-1-1 1 0 0,0 0-1 0 0,1 1 1 0 0,-1-1 0 0 0,1 0-1 0 0,-1 0 1 0 0,1 1-1 0 0,0-1 1 0 0,-1 0 0 0 0,1 0-1 0 0,0 0 1 0 0,0 0-1 0 0,0 0 1 0 0,1 1-1 0 0,12 2-4931 0 0</inkml:trace>
  <inkml:trace contextRef="#ctx0" brushRef="#br0" timeOffset="1">43 776 392 0 0,'-43'-7'5622'0'0,"43"6"-5436"0"0,0 0 1 0 0,0 0-1 0 0,1 0 1 0 0,-1 0-1 0 0,0 0 1 0 0,0 0-1 0 0,1 0 1 0 0,-1 0-1 0 0,0 0 1 0 0,1 0-1 0 0,-1 0 1 0 0,1 0-1 0 0,-1 0 1 0 0,1 0 0 0 0,0 0-1 0 0,-1 0 1 0 0,1 1-1 0 0,1-2 1 0 0,10-4 66 0 0,0 0 1 0 0,0 0 0 0 0,1 2-1 0 0,0-1 1 0 0,0 2 0 0 0,19-4-1 0 0,-4 1-61 0 0,350-52-854 0 0,-190 35-5383 0 0,-145 16 3335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20.5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12 796 0 0,'5'10'12104'0'0,"-5"-10"-11794"0"0,3 0-474 0 0,28-10-794 0 0,-9-1-5606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21.9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207 289 932 0 0,'0'0'86'0'0,"0"0"0"0"0,0-1-1 0 0,0 1 1 0 0,0 0 0 0 0,1 0 0 0 0,-2-1 0 0 0,1 1-1 0 0,0 0 1 0 0,0-1 0 0 0,0 1 0 0 0,0 0 0 0 0,0-1-1 0 0,0 1 1 0 0,0 0 0 0 0,0 0 0 0 0,0-1 0 0 0,0 1-1 0 0,-1 0 1 0 0,1 0 0 0 0,0-1 0 0 0,0 1 0 0 0,0 0-1 0 0,-1 0 1 0 0,1-1 0 0 0,0 1 0 0 0,0 0 0 0 0,-1 0-1 0 0,1 0 1 0 0,0 0 0 0 0,0-1 0 0 0,-1 1 0 0 0,1 0-1 0 0,0 0 1 0 0,-1 0 0 0 0,1 0 0 0 0,0 0 0 0 0,0 0-1 0 0,-1 0 1 0 0,1 0 0 0 0,0 0 0 0 0,-1 0-1 0 0,1 0 1 0 0,0 0 0 0 0,-1 0 0 0 0,-18 9 1282 0 0,-17 19-435 0 0,18-11-413 0 0,1 1 0 0 0,1 1 0 0 0,-27 40 0 0 0,36-47-343 0 0,0 0-1 0 0,1 0 1 0 0,1 1 0 0 0,0-1-1 0 0,0 1 1 0 0,1 0-1 0 0,1 1 1 0 0,-3 23 0 0 0,5-35-154 0 0,1-1 1 0 0,0 1 0 0 0,-1 0 0 0 0,1 0 0 0 0,0 0 0 0 0,0 0-1 0 0,0 0 1 0 0,1 0 0 0 0,-1-1 0 0 0,0 1 0 0 0,1 0-1 0 0,-1 0 1 0 0,1 0 0 0 0,0-1 0 0 0,-1 1 0 0 0,1 0-1 0 0,0-1 1 0 0,0 1 0 0 0,0 0 0 0 0,0-1 0 0 0,0 1 0 0 0,1-1-1 0 0,1 3 1 0 0,-1-4-12 0 0,1 1 0 0 0,-1 0-1 0 0,0-1 1 0 0,0 1 0 0 0,0-1 0 0 0,0 0-1 0 0,0 1 1 0 0,0-1 0 0 0,1 0 0 0 0,-1 0-1 0 0,0-1 1 0 0,0 1 0 0 0,0 0 0 0 0,0-1-1 0 0,0 1 1 0 0,0-1 0 0 0,3-1 0 0 0,6-2-10 0 0,1-2 0 0 0,-1 1 0 0 0,0-2 0 0 0,-1 1 0 0 0,17-14 0 0 0,-15 8 27 0 0,-1 1 1 0 0,0-1-1 0 0,-1-1 1 0 0,0 0-1 0 0,-1 0 1 0 0,0-1-1 0 0,-1 0 1 0 0,-1 0-1 0 0,9-26 0 0 0,1-12 234 0 0,15-82 0 0 0,-23 91-88 0 0,0-10 67 0 0,-7 37-35 0 0,1-1 1 0 0,0 1 0 0 0,1 0-1 0 0,1 0 1 0 0,11-26 0 0 0,-16 42-205 0 0,0-1 0 0 0,1 1 0 0 0,-1 0 1 0 0,0 0-1 0 0,0 0 0 0 0,0 0 0 0 0,1-1 0 0 0,-1 1 0 0 0,0 0 0 0 0,0 0 1 0 0,1 0-1 0 0,-1 0 0 0 0,0 0 0 0 0,0 0 0 0 0,0 0 0 0 0,1 0 1 0 0,-1 0-1 0 0,0 0 0 0 0,0 0 0 0 0,1 0 0 0 0,-1 0 0 0 0,0 0 0 0 0,0 0 1 0 0,1 0-1 0 0,-1 0 0 0 0,0 0 0 0 0,0 0 0 0 0,1 0 0 0 0,-1 0 1 0 0,0 0-1 0 0,0 1 0 0 0,0-1 0 0 0,1 0 0 0 0,-1 0 0 0 0,0 0 0 0 0,0 0 1 0 0,0 0-1 0 0,1 1 0 0 0,-1-1 0 0 0,0 0 0 0 0,0 0 0 0 0,0 0 0 0 0,0 1 1 0 0,9 10 13 0 0,0 0 0 0 0,-1 1 0 0 0,-1 0 0 0 0,0 0 0 0 0,-1 0 0 0 0,0 1 0 0 0,0 0 0 0 0,4 20 0 0 0,24 117 66 0 0,-33-145-79 0 0,3 34 12 0 0,-1 0 1 0 0,-2 1-1 0 0,-2-1 1 0 0,-7 50-1 0 0,2-21 9 0 0,-26 131 49 0 0,15-115-33 0 0,-36 148 86 0 0,-12 81 109 0 0,61-288-210 0 0,2-17-13 0 0,1-1 0 0 0,-1 1 0 0 0,2-1 1 0 0,-1 1-1 0 0,1-1 0 0 0,0 1 0 0 0,1-1 1 0 0,-1 1-1 0 0,1-1 0 0 0,1 0 0 0 0,2 9 1 0 0,-3-16-17 0 0,0 1 0 0 0,0-1 0 0 0,0 1 1 0 0,0-1-1 0 0,1 1 0 0 0,-1-1 0 0 0,0 1 1 0 0,0-1-1 0 0,0 0 0 0 0,0 0 0 0 0,1 0 1 0 0,-1 0-1 0 0,0 0 0 0 0,0 0 0 0 0,1 0 1 0 0,-1 0-1 0 0,0 0 0 0 0,0 0 0 0 0,0-1 1 0 0,1 1-1 0 0,-1-1 0 0 0,0 1 0 0 0,0-1 1 0 0,0 1-1 0 0,0-1 0 0 0,2-1 0 0 0,2 0 0 0 0,9-3-46 0 0,-1-1 0 0 0,0-1 0 0 0,0 0 0 0 0,-1-1 0 0 0,0-1 0 0 0,0 1 0 0 0,-1-2 0 0 0,0 0 0 0 0,-1 0 0 0 0,0-1 0 0 0,14-19 0 0 0,-5 4-13 0 0,-2-1 0 0 0,-1-1-1 0 0,-1 0 1 0 0,14-39 0 0 0,-19 39 58 0 0,-1-1 0 0 0,-1 1 1 0 0,-2-2-1 0 0,0 1 0 0 0,-2-1 0 0 0,-2 1 0 0 0,0-40 0 0 0,-3 47 76 0 0,-1 1 0 0 0,-1 0 0 0 0,-1 0 0 0 0,-1 0 0 0 0,-1 0 0 0 0,0 1 0 0 0,-1 0 0 0 0,-2 0 0 0 0,0 0 0 0 0,-22-34 0 0 0,11 19 286 0 0,17 28-252 0 0,-1 0 0 0 0,0 0-1 0 0,0 0 1 0 0,-1 0 0 0 0,-8-9-1 0 0,13 16-115 0 0,0-1 0 0 0,0 1 0 0 0,-1-1 0 0 0,1 1 0 0 0,0 0 0 0 0,0-1 0 0 0,0 1 0 0 0,0 0 0 0 0,0-1 0 0 0,0 1 0 0 0,0-1-1 0 0,0 1 1 0 0,0 0 0 0 0,0-1 0 0 0,0 1 0 0 0,0-1 0 0 0,0 1 0 0 0,0 0 0 0 0,1-1 0 0 0,-1 1 0 0 0,0 0 0 0 0,0-1 0 0 0,0 1-1 0 0,0-1 1 0 0,1 1 0 0 0,-1 0 0 0 0,0 0 0 0 0,0-1 0 0 0,1 1 0 0 0,-1 0 0 0 0,0-1 0 0 0,1 1 0 0 0,-1 0 0 0 0,0 0 0 0 0,1-1-1 0 0,-1 1 1 0 0,0 0 0 0 0,1 0 0 0 0,-1 0 0 0 0,0 0 0 0 0,1 0 0 0 0,-1 0 0 0 0,1-1 0 0 0,-1 1 0 0 0,0 0 0 0 0,1 0 0 0 0,-1 0-1 0 0,1 0 1 0 0,-1 0 0 0 0,0 0 0 0 0,1 0 0 0 0,0 1 0 0 0,23-7-393 0 0,-24 6 390 0 0,269-28-2737 0 0,-9 2-4432 0 0,-201 16 4321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22.3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78 572 0 0,'49'-77'10464'0'0,"-47"79"-10343"0"0,0 0-1 0 0,0 0 0 0 0,0 0 0 0 0,0 0 0 0 0,-1 0 0 0 0,1 1 1 0 0,-1-1-1 0 0,1 1 0 0 0,-1-1 0 0 0,0 1 0 0 0,0 0 0 0 0,0-1 1 0 0,-1 1-1 0 0,1 0 0 0 0,0 4 0 0 0,1-1 142 0 0,135 553 4121 0 0,-128-519-3580 0 0,2 0-1 0 0,19 46 1 0 0,-25-72 1056 0 0,-2-16-1766 0 0,1 0-1 0 0,-1 0 0 0 0,0 0 1 0 0,0-1-1 0 0,-1 1 0 0 0,1-1 1 0 0,0 0-1 0 0,-1 0 0 0 0,1 0 1 0 0,-1 0-1 0 0,0 0 0 0 0,0 0 1 0 0,1-5-1 0 0,5-3 123 0 0,10-16 30 0 0,-1-1 0 0 0,-1-1 0 0 0,-1 0 0 0 0,16-46 0 0 0,32-132-127 0 0,-31 96-290 0 0,-25 78-103 0 0,-6 26-167 0 0,0-1-1 0 0,1 1 0 0 0,-1 0 1 0 0,2 0-1 0 0,-1 0 0 0 0,1 0 1 0 0,0 1-1 0 0,0-1 0 0 0,8-11 0 0 0,-8 28-2197 0 0,-2-6 2196 0 0,0 1-1 0 0,0 0 1 0 0,-1 0-1 0 0,0 8 1 0 0,-5 89-8249 0 0,2-72 5152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22.7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1 356 0 0,'-7'31'12078'0'0,"-1"25"-6862"0"0,-3 50-7242 0 0,7-8-8123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23.0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50 256 0 0,'-2'-6'1014'0'0,"1"-1"-1"0"0,1 1 1 0 0,-1-1 0 0 0,1 1-1 0 0,1-11 686 0 0,46 65-1674 0 0,-28-19-3514 0 0,-9-13 1486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23.3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64 0 0,'7'10'7450'0'0,"-6"-4"-7204"0"0,2 34 1497 0 0,1 0 0 0 0,17 69 0 0 0,-16-79-1040 0 0,-10-45-351 0 0,-6-54-87 0 0,12 58-106 0 0,0-1 0 0 0,1 0 1 0 0,0 0-1 0 0,1 1 0 0 0,0-1 0 0 0,1 1 0 0 0,0 0 0 0 0,7-14 0 0 0,-9 22-103 0 0,-1 1-1 0 0,1-1 1 0 0,0 1-1 0 0,0 0 1 0 0,0 0-1 0 0,0 0 1 0 0,0 0-1 0 0,0 0 1 0 0,1 0 0 0 0,-1 0-1 0 0,0 0 1 0 0,1 1-1 0 0,0 0 1 0 0,-1-1-1 0 0,1 1 1 0 0,3-1-1 0 0,-3 2-38 0 0,0-1 0 0 0,1 1-1 0 0,-1 0 1 0 0,0 0-1 0 0,1 1 1 0 0,-1-1 0 0 0,0 1-1 0 0,0-1 1 0 0,1 1-1 0 0,-1 0 1 0 0,0 0 0 0 0,0 1-1 0 0,0-1 1 0 0,0 1-1 0 0,0-1 1 0 0,0 1 0 0 0,4 3-1 0 0,-1 0-43 0 0,1 1 0 0 0,0 0 0 0 0,-1 0 0 0 0,0 0 0 0 0,-1 1 0 0 0,1 0 0 0 0,-1 0 0 0 0,-1 0 0 0 0,1 1 0 0 0,-1 0-1 0 0,-1-1 1 0 0,1 1 0 0 0,-1 1 0 0 0,3 13 0 0 0,-3-7-396 0 0,0 0 0 0 0,-1 1-1 0 0,-1-1 1 0 0,-1 1 0 0 0,0-1-1 0 0,-1 0 1 0 0,-4 23 0 0 0,1 17-2461 0 0,5-20-2488 0 0,3-24 2596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23.7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0 712 0 0,'-11'38'8656'0'0,"4"6"-3824"0"0,-1 105-2117 0 0,6-73-1266 0 0,0-34-1837 0 0,-7 144 951 0 0,8-124-4241 0 0,0-1-4421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24.0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0 488 0 0,'-5'17'10182'0'0,"24"4"-7311"0"0,-17-18-2770 0 0,-1-1 0 0 0,1 0-1 0 0,0 1 1 0 0,0-1 0 0 0,-1 0-1 0 0,1 0 1 0 0,1 0 0 0 0,-1 0-1 0 0,0-1 1 0 0,0 1 0 0 0,1-1-1 0 0,-1 1 1 0 0,1-1 0 0 0,3 2-1 0 0,44 11-806 0 0,62 8 0 0 0,-1-10-6936 0 0,-84-8 4265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24.4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47 618 648 0 0,'-47'24'7169'0'0,"55"-22"-6980"0"0,-1-1-1 0 0,1 0 1 0 0,0 0 0 0 0,-1-1 0 0 0,1 0 0 0 0,0 0-1 0 0,-1 0 1 0 0,1-1 0 0 0,0-1 0 0 0,8-2 0 0 0,18-1-43 0 0,173-19-773 0 0,-70-2-4413 0 0,-92 15 2579 0 0</inkml:trace>
  <inkml:trace contextRef="#ctx0" brushRef="#br0" timeOffset="1">1342 8 1108 0 0,'0'-1'223'0'0,"1"1"0"0"0,-1-1 1 0 0,1 1-1 0 0,-1-1 0 0 0,1 1 0 0 0,-1-1 0 0 0,1 1 0 0 0,0-1 1 0 0,-1 1-1 0 0,1 0 0 0 0,0-1 0 0 0,-1 1 0 0 0,1 0 0 0 0,0 0 1 0 0,-1-1-1 0 0,1 1 0 0 0,0 0 0 0 0,-1 0 0 0 0,1 0 0 0 0,0 0 1 0 0,0 0-1 0 0,-1 0 0 0 0,1 0 0 0 0,0 0 0 0 0,0 0 0 0 0,-1 0 1 0 0,1 1-1 0 0,0-1 0 0 0,-1 0 0 0 0,1 0 0 0 0,0 1 0 0 0,-1-1 1 0 0,1 0-1 0 0,0 1 0 0 0,-1-1 0 0 0,1 1 0 0 0,-1-1 0 0 0,1 1 1 0 0,-1-1-1 0 0,1 1 0 0 0,0 0 0 0 0,0 3 107 0 0,0-1-1 0 0,-1 0 1 0 0,1 1 0 0 0,-1-1-1 0 0,0 1 1 0 0,0-1-1 0 0,0 1 1 0 0,0-1 0 0 0,-2 5-1 0 0,-10 114 2830 0 0,8-60-2173 0 0,-20 91 0 0 0,-5-12-932 0 0,21-47-3910 0 0,9-93 3632 0 0,0 0 0 0 0,0-1 0 0 0,0 1 0 0 0,0-1 0 0 0,0 1 0 0 0,0-1 1 0 0,0 0-1 0 0,0 1 0 0 0,1-1 0 0 0,-1 0 0 0 0,0 0 0 0 0,0 0 0 0 0,0 0 0 0 0,0 0 0 0 0,1 0 0 0 0,-1 0 0 0 0,0 0 0 0 0,0 0 0 0 0,0-1 0 0 0,0 1 0 0 0,0 0 1 0 0,2-1-1 0 0,17-10-3545 0 0,0-4 290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24.8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27 968 0 0,'20'-27'5858'0'0,"-13"29"-3201"0"0,-4 19-1444 0 0,-10 76 1470 0 0,3-77-2301 0 0,2 1 0 0 0,1-1 1 0 0,0 1-1 0 0,1 0 0 0 0,1 0 0 0 0,2-1 1 0 0,5 27-1 0 0,-8-47-339 0 0,0 1 0 0 0,1 0 1 0 0,-1 0-1 0 0,1 0 0 0 0,-1 0 0 0 0,1-1 1 0 0,0 1-1 0 0,-1 0 0 0 0,1 0 0 0 0,0-1 1 0 0,-1 1-1 0 0,1 0 0 0 0,0-1 0 0 0,0 1 1 0 0,0-1-1 0 0,-1 1 0 0 0,1-1 0 0 0,0 0 1 0 0,0 1-1 0 0,0-1 0 0 0,0 0 0 0 0,0 0 1 0 0,0 1-1 0 0,0-1 0 0 0,0 0 1 0 0,0 0-1 0 0,0 0 0 0 0,0 0 0 0 0,0 0 1 0 0,1 0-1 0 0,34-8 444 0 0,-25 5-355 0 0,62-1 261 0 0,-71 4-388 0 0,0 0 1 0 0,1 0-1 0 0,-1 1 1 0 0,0-1-1 0 0,0 1 1 0 0,0-1-1 0 0,0 1 1 0 0,0 0-1 0 0,0 0 1 0 0,0 0-1 0 0,0 0 1 0 0,0 0-1 0 0,0 0 1 0 0,-1 0-1 0 0,1 1 1 0 0,0-1-1 0 0,2 3 1 0 0,24 27-69 0 0,-23-25-21 0 0,0 1 0 0 0,-1 0 0 0 0,0 0 0 0 0,-1 0 0 0 0,0 1 0 0 0,0-1 0 0 0,0 1 0 0 0,-1 0 0 0 0,0 0-1 0 0,0-1 1 0 0,-1 1 0 0 0,0 1 0 0 0,-1-1 0 0 0,0 0 0 0 0,0 0 0 0 0,0 0 0 0 0,-1 0 0 0 0,0 0 0 0 0,-1 0-1 0 0,0 0 1 0 0,0-1 0 0 0,-1 1 0 0 0,0 0 0 0 0,-5 10 0 0 0,1-6-464 0 0,1 0 0 0 0,-1 0 0 0 0,-1 0 1 0 0,0-1-1 0 0,-20 20 0 0 0,20-23-601 0 0,-1 0-1 0 0,0 0 1 0 0,-1-1 0 0 0,0 0 0 0 0,0-1 0 0 0,-19 9-1 0 0,14-9-1882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25.3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1 167 9569 0 0,'-1'-6'150'0'0,"1"-1"-1"0"0,1 1 1 0 0,-1-1 0 0 0,1 1 0 0 0,0-1-1 0 0,1 1 1 0 0,0 0 0 0 0,0-1 0 0 0,0 1-1 0 0,0 0 1 0 0,1 0 0 0 0,0 0-1 0 0,0 1 1 0 0,1-1 0 0 0,0 1 0 0 0,0 0-1 0 0,0 0 1 0 0,1 0 0 0 0,8-7 0 0 0,-5 6-17 0 0,1 1 1 0 0,0 0-1 0 0,-1 1 1 0 0,2 0-1 0 0,-1 0 1 0 0,0 1 0 0 0,1 0-1 0 0,0 1 1 0 0,-1 0-1 0 0,1 1 1 0 0,0 0-1 0 0,14 0 1 0 0,28 2-280 0 0,-1 3 0 0 0,59 11 0 0 0,-54-7-502 0 0,83 3-1 0 0,-76-12 1547 0 0,-62 1-426 0 0,2 22-114 0 0,-20 26-77 0 0,-35 125 434 0 0,46-150-637 0 0,2 0 0 0 0,1 0-1 0 0,1 0 1 0 0,1 1 0 0 0,2 37-1 0 0,-1-57-75 0 0,1 0-1 0 0,-1 1 0 0 0,1-1 0 0 0,0 0 0 0 0,0 0 1 0 0,0 0-1 0 0,0 0 0 0 0,1 0 0 0 0,0 0 0 0 0,0 0 0 0 0,0 0 1 0 0,0-1-1 0 0,0 1 0 0 0,1-1 0 0 0,-1 1 0 0 0,1-1 0 0 0,0 0 1 0 0,0 0-1 0 0,1 0 0 0 0,-1-1 0 0 0,0 1 0 0 0,1-1 0 0 0,0 0 1 0 0,-1 0-1 0 0,1 0 0 0 0,8 3 0 0 0,-5-4-12 0 0,0 0-1 0 0,0 0 1 0 0,0-1-1 0 0,1 0 1 0 0,-1 0-1 0 0,0 0 1 0 0,0-1-1 0 0,0 0 1 0 0,0-1-1 0 0,0 1 1 0 0,0-1-1 0 0,0-1 1 0 0,-1 1-1 0 0,1-1 1 0 0,8-5-1 0 0,-4 2-11 0 0,-1 0 0 0 0,0-1-1 0 0,0 0 1 0 0,-1-1-1 0 0,0 0 1 0 0,0 0-1 0 0,-1-1 1 0 0,0 0 0 0 0,0 0-1 0 0,-1-1 1 0 0,0 0-1 0 0,6-13 1 0 0,-7 10-10 0 0,-1-1 0 0 0,0-1 0 0 0,0 1 0 0 0,-2-1 0 0 0,0 0 1 0 0,0 0-1 0 0,-1 0 0 0 0,-1 0 0 0 0,-2-21 0 0 0,1 9-247 0 0,-2 1-1 0 0,-1 0 1 0 0,-1 0-1 0 0,-10-35 1 0 0,14 61 125 0 0,0-1 1 0 0,-1 0-1 0 0,1 0 1 0 0,-1 0-1 0 0,1 1 0 0 0,-1-1 1 0 0,0 0-1 0 0,1 1 1 0 0,-1-1-1 0 0,0 0 0 0 0,1 1 1 0 0,-1-1-1 0 0,0 1 1 0 0,0-1-1 0 0,1 1 0 0 0,-1 0 1 0 0,0-1-1 0 0,0 1 1 0 0,0 0-1 0 0,0-1 1 0 0,0 1-1 0 0,0 0 0 0 0,1 0 1 0 0,-1 0-1 0 0,0 0 1 0 0,0 0-1 0 0,0 0 0 0 0,0 0 1 0 0,0 0-1 0 0,0 0 1 0 0,0 0-1 0 0,0 0 0 0 0,1 1 1 0 0,-1-1-1 0 0,0 0 1 0 0,0 1-1 0 0,0-1 0 0 0,0 1 1 0 0,1-1-1 0 0,-1 1 1 0 0,0-1-1 0 0,0 1 1 0 0,1-1-1 0 0,-1 1 0 0 0,0 0 1 0 0,1-1-1 0 0,-1 1 1 0 0,1 0-1 0 0,-1 0 0 0 0,1-1 1 0 0,-1 1-1 0 0,1 0 1 0 0,0 0-1 0 0,-1 0 0 0 0,1 0 1 0 0,0-1-1 0 0,0 1 1 0 0,-1 2-1 0 0,-1 7-2348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26.2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1 694 780 0 0,'6'7'11121'0'0,"-6"-7"-10919"0"0,16-13 4201 0 0,26-37-4633 0 0,-25 29 1612 0 0,13-18-1050 0 0,-1-1-1 0 0,-3-1 1 0 0,-1-1-1 0 0,-1-1 1 0 0,-3-2-1 0 0,-2 0 1 0 0,22-76 0 0 0,-33 98-257 0 0,-6 15-609 0 0,-17 29 200 0 0,0 7 276 0 0,0 0-1 0 0,2 1 0 0 0,1 1 0 0 0,2 0 1 0 0,-10 41-1 0 0,17-60 41 0 0,1 0 0 0 0,0 1-1 0 0,1-1 1 0 0,0 1 0 0 0,1-1 0 0 0,0 0 0 0 0,1 1 0 0 0,0-1 0 0 0,1 1-1 0 0,6 20 1 0 0,-7-29-3 0 0,0 1-1 0 0,1 0 1 0 0,0 0-1 0 0,-1 0 1 0 0,1-1-1 0 0,1 1 1 0 0,-1-1-1 0 0,0 0 1 0 0,1 1-1 0 0,0-1 1 0 0,0 0-1 0 0,0-1 1 0 0,0 1-1 0 0,0 0 1 0 0,1-1-1 0 0,-1 0 1 0 0,1 0-1 0 0,-1 0 1 0 0,1 0-1 0 0,0 0 1 0 0,0-1-1 0 0,0 0 0 0 0,0 0 1 0 0,0 0-1 0 0,0 0 1 0 0,0 0-1 0 0,0-1 1 0 0,0 0-1 0 0,0 0 1 0 0,0 0-1 0 0,0 0 1 0 0,7-2-1 0 0,0 0-26 0 0,-1 0-1 0 0,0 0 0 0 0,0-1 0 0 0,0-1 1 0 0,-1 0-1 0 0,1 0 0 0 0,-1-1 1 0 0,0 0-1 0 0,0 0 0 0 0,-1-1 0 0 0,1 0 1 0 0,-1-1-1 0 0,0 0 0 0 0,-1 0 1 0 0,0 0-1 0 0,11-16 0 0 0,-7 6 11 0 0,-1 1 0 0 0,-1-1 0 0 0,-1-1 0 0 0,0 1 1 0 0,-1-1-1 0 0,-1-1 0 0 0,-1 1 0 0 0,4-23 0 0 0,-3 9-28 0 0,18-53 1 0 0,-24 84 24 0 0,-1 6-73 0 0,-8 55 58 0 0,3-25 71 0 0,1 2-1 0 0,-1 59 1 0 0,7-84-50 0 0,0 0 0 0 0,0 1 0 0 0,1-1 1 0 0,1 0-1 0 0,0-1 0 0 0,1 1 0 0 0,0 0 0 0 0,0-1 0 0 0,1 0 0 0 0,1 0 0 0 0,0 0 0 0 0,8 11 1 0 0,-7-14-96 0 0,1 1 1 0 0,0-1 0 0 0,0-1 0 0 0,1 1-1 0 0,-1-1 1 0 0,2-1 0 0 0,-1 1 0 0 0,1-2 0 0 0,0 1-1 0 0,0-1 1 0 0,0-1 0 0 0,1 0 0 0 0,-1 0 0 0 0,1-1-1 0 0,0-1 1 0 0,0 0 0 0 0,0 0 0 0 0,1-1 0 0 0,-1 0-1 0 0,0-1 1 0 0,0-1 0 0 0,1 1 0 0 0,-1-2-1 0 0,0 0 1 0 0,0 0 0 0 0,0-1 0 0 0,0 0 0 0 0,-1-1-1 0 0,1 0 1 0 0,-1 0 0 0 0,0-1 0 0 0,0-1 0 0 0,0 0-1 0 0,-1 0 1 0 0,0-1 0 0 0,0 0 0 0 0,-1-1 0 0 0,9-9-1 0 0,-3 0 40 0 0,-1-1 0 0 0,0 0 0 0 0,-1-1-1 0 0,-2 0 1 0 0,0-1 0 0 0,-1 0 0 0 0,8-24 0 0 0,37-152 908 0 0,-53 191-769 0 0,3-19 394 0 0,-4 19-231 0 0,1-1 1 0 0,0 0-1 0 0,0 0 1 0 0,1 0 0 0 0,0 1-1 0 0,-1-1 1 0 0,2 0-1 0 0,-1 1 1 0 0,1 0 0 0 0,4-6 457 0 0,5 266 1439 0 0,-2-108-1124 0 0,-10-136-506 0 0,1-1 1 0 0,1 1-1 0 0,0-1 0 0 0,0 1 0 0 0,1-1 1 0 0,5 13 1452 0 0,-5-24-1775 0 0,0 0 1 0 0,1 1 0 0 0,-1-1 0 0 0,-1 0-1 0 0,1 0 1 0 0,0-1 0 0 0,0 1 0 0 0,0-1-1 0 0,-1 1 1 0 0,1-1 0 0 0,-1 0-1 0 0,1 0 1 0 0,3-4 0 0 0,33-35 805 0 0,-30 30-639 0 0,38-50 100 0 0,-2-2 0 0 0,-3-2 1 0 0,-3-1-1 0 0,-3-2 0 0 0,38-101 0 0 0,-69 157-1070 0 0,13-36 159 0 0,-15 27-2426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28.5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211 0 648 0 0,'-9'7'1088'0'0,"-3"4"-72"0"0,0-1-52 0 0,4 2-80 0 0,-4-1-68 0 0,1-1-95 0 0,3 4-49 0 0,-4-1-84 0 0,-2 2-148 0 0,2-1-200 0 0,-3 7-240 0 0,5 2-296 0 0,-8-1-276 0 0,1-1-632 0 0,-3 4-1301 0 0,0-1 577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29.5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9 123 560 0 0,'-9'-39'11420'0'0,"18"50"-10786"0"0,39 86 996 0 0,-4 3-1 0 0,-5 1 0 0 0,48 191 0 0 0,-64-242 2041 0 0,-20-53-3518 0 0,1 0 0 0 0,0-1 0 0 0,-1 1 0 0 0,0-1 0 0 0,0 0 0 0 0,0 0 0 0 0,-1 0 0 0 0,1 0 0 0 0,3-8 0 0 0,-4 7-28 0 0,47-79 143 0 0,-3-1 0 0 0,-5-3 0 0 0,34-102 1 0 0,-61 141-687 0 0,23-64-601 0 0,-3 44-3159 0 0,-34 69 4050 0 0,0 0 1 0 0,1-1-1 0 0,-1 1 0 0 0,0 0 0 0 0,0-1 0 0 0,0 1 0 0 0,1-1 0 0 0,-1 1 0 0 0,0 0 0 0 0,1 0 0 0 0,-1-1 0 0 0,0 1 0 0 0,1 0 0 0 0,-1-1 0 0 0,0 1 0 0 0,1 0 0 0 0,-1 0 0 0 0,0 0 0 0 0,1-1 0 0 0,-1 1 0 0 0,1 0 0 0 0,-1 0 0 0 0,0 0 0 0 0,1 0 0 0 0,-1 0 0 0 0,1 0 0 0 0,-1 0 0 0 0,0 0 0 0 0,1 0 0 0 0,-1 0 0 0 0,1 0 0 0 0,-1 0 0 0 0,1 0 0 0 0,-1 0 0 0 0,0 0 0 0 0,1 1 0 0 0,-1-1 0 0 0,1 0 0 0 0,-1 0 0 0 0,0 0 0 0 0,1 0 0 0 0,-1 1 0 0 0,1-1 0 0 0,11 17-6883 0 0,-5-4 2955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29.9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0 484 0 0,'-4'38'9963'0'0,"-3"0"-6853"0"0,3-22-2931 0 0,1 0 0 0 0,-2 30 0 0 0,6 28-1075 0 0,0-38-1164 0 0,-1-1-3476 0 0,0-26 2382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30.2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76 300 0 0,'-2'-13'1140'0'0,"2"0"-80"0"0,-2 2-104 0 0,2 4-88 0 0,0 0-88 0 0,0-1-95 0 0,0 1 307 0 0,2 0-544 0 0,5 5-488 0 0,19 9-1737 0 0,-18-3-479 0 0,6 7 516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30.5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83 92 0 0,'0'0'2367'0'0,"18"16"3211"0"0,-5 18-3836 0 0,12 50 1 0 0,-15-50-1400 0 0,18 45 0 0 0,-18-216 838 0 0,-9 123-975 0 0,1 0-1 0 0,1 0 0 0 0,0 0 1 0 0,1 1-1 0 0,0-1 0 0 0,1 1 1 0 0,1 0-1 0 0,13-24 0 0 0,-18 34-175 0 0,1 0-1 0 0,0 0 0 0 0,1 0 1 0 0,-1 0-1 0 0,0 0 0 0 0,1 0 1 0 0,0 1-1 0 0,0-1 1 0 0,-1 1-1 0 0,1-1 0 0 0,1 1 1 0 0,-1 0-1 0 0,0 1 0 0 0,0-1 1 0 0,1 0-1 0 0,-1 1 1 0 0,1 0-1 0 0,0 0 0 0 0,-1 0 1 0 0,1 0-1 0 0,0 0 0 0 0,-1 1 1 0 0,1 0-1 0 0,0 0 1 0 0,0 0-1 0 0,-1 0 0 0 0,1 0 1 0 0,0 1-1 0 0,0 0 1 0 0,-1-1-1 0 0,1 1 0 0 0,-1 1 1 0 0,1-1-1 0 0,-1 1 0 0 0,1-1 1 0 0,-1 1-1 0 0,6 4 1 0 0,-3-2-127 0 0,1 0 0 0 0,-1 1 0 0 0,0 0 0 0 0,-1 0 1 0 0,1 0-1 0 0,-1 1 0 0 0,0-1 0 0 0,0 1 1 0 0,-1 1-1 0 0,0-1 0 0 0,0 1 0 0 0,0-1 1 0 0,-1 1-1 0 0,0 0 0 0 0,-1 0 0 0 0,1 1 1 0 0,2 13-1 0 0,-3-8-456 0 0,-1-1 0 0 0,0 0 0 0 0,0 1 0 0 0,-2 13 0 0 0,-12 50-6214 0 0,9-60 3911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30.9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0 349 200 0 0,'29'-27'8463'0'0,"2"35"-6976"0"0,-26-6-1380 0 0,0 0 0 0 0,-1 1 0 0 0,1 0-1 0 0,-1 0 1 0 0,1 0 0 0 0,-1 1 0 0 0,0 0 0 0 0,-1-1 0 0 0,1 1 0 0 0,-1 0 0 0 0,1 1 0 0 0,-1-1 0 0 0,0 1 0 0 0,2 4 0 0 0,-1 0-25 0 0,-1 0 0 0 0,0 0 0 0 0,0 0 0 0 0,-1 0 0 0 0,0 1 0 0 0,-1-1 0 0 0,1 13 0 0 0,-2 6 22 0 0,-1 1 1 0 0,-2-1-1 0 0,0 0 0 0 0,-11 36 1 0 0,9-43-29 0 0,1-11 0 0 0,2 0 0 0 0,-1-1-1 0 0,1 1 1 0 0,1 0-1 0 0,0 1 1 0 0,0-1-1 0 0,1 0 1 0 0,2 19 0 0 0,-1-27-57 0 0,0 0 0 0 0,0 0 0 0 0,0-1 0 0 0,0 1 0 0 0,0 0 0 0 0,0-1 0 0 0,1 1 0 0 0,-1-1 0 0 0,1 0 0 0 0,-1 1 0 0 0,1-1 0 0 0,-1 0 0 0 0,1 0 0 0 0,0 0 0 0 0,0 0 0 0 0,0 0 0 0 0,-1 0 1 0 0,1-1-1 0 0,0 1 0 0 0,0-1 0 0 0,0 1 0 0 0,0-1 0 0 0,0 0 0 0 0,0 1 0 0 0,0-1 0 0 0,0 0 0 0 0,0 0 0 0 0,3-1 0 0 0,64-8-97 0 0,-58 6 31 0 0,59-10-1088 0 0,95-32 0 0 0,-115 26-2026 0 0,53-27 0 0 0,-33 10 53 0 0</inkml:trace>
  <inkml:trace contextRef="#ctx0" brushRef="#br0" timeOffset="1">1827 92 1196 0 0,'40'-23'10674'0'0,"-27"15"-9899"0"0,0 0-1 0 0,1 1 0 0 0,0 0 0 0 0,23-7 0 0 0,-11 7-1175 0 0,-1 1 0 0 0,1 1 0 0 0,30-1-1 0 0,-34 5-2246 0 0,-1 2-1 0 0,26 2 0 0 0,-26-1-833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31.3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62 158 576 0 0,'-27'16'2116'0'0,"-7"4"7728"0"0,221-63-8453 0 0,95-24-2939 0 0,-99 6-5040 0 0,-128 38 3329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31.6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58 1336 0 0,'-1'-18'2408'0'0,"1"15"-1530"0"0,0 0 0 0 0,0 0 0 0 0,0 0 0 0 0,-1 0 0 0 0,1 0 0 0 0,-1 0 0 0 0,0 0 0 0 0,1 0-1 0 0,-1 0 1 0 0,-4-6 1734 0 0,35 90 1234 0 0,-13 9-2246 0 0,-4 0 1 0 0,2 154-1 0 0,-29-108-973 0 0,8-91-1539 0 0,-2 59 0 0 0,8-102 601 0 0,-1-1 1 0 0,1 0-1 0 0,0 1 1 0 0,0-1-1 0 0,0 0 1 0 0,0 1-1 0 0,0-1 1 0 0,0 1-1 0 0,1-1 1 0 0,-1 0-1 0 0,0 1 1 0 0,1-1-1 0 0,-1 0 1 0 0,1 0-1 0 0,-1 1 1 0 0,1-1-1 0 0,0 0 1 0 0,-1 0-1 0 0,1 0 1 0 0,2 2-1 0 0,-2-3-83 0 0,0-1 0 0 0,1 1 0 0 0,-1-1 0 0 0,0 1 0 0 0,1-1 0 0 0,-1 0 0 0 0,0 0-1 0 0,0 1 1 0 0,0-1 0 0 0,0 0 0 0 0,0 0 0 0 0,0 0 0 0 0,0 0 0 0 0,0 0 0 0 0,0-1 0 0 0,0 1 0 0 0,0 0-1 0 0,0 0 1 0 0,-1-1 0 0 0,1 1 0 0 0,0-2 0 0 0,9-13-3768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32.0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97 67 196 0 0,'55'-62'8863'0'0,"-55"62"-8757"0"0,1 0-1 0 0,-1-1 0 0 0,0 1 0 0 0,0 0 0 0 0,0-1 0 0 0,1 1 0 0 0,-1 0 0 0 0,0 0 1 0 0,0-1-1 0 0,1 1 0 0 0,-1 0 0 0 0,0 0 0 0 0,1-1 0 0 0,-1 1 0 0 0,0 0 0 0 0,1 0 1 0 0,-1 0-1 0 0,0 0 0 0 0,1 0 0 0 0,-1-1 0 0 0,0 1 0 0 0,1 0 0 0 0,-1 0 0 0 0,1 0 1 0 0,-1 0-1 0 0,0 0 0 0 0,1 0 0 0 0,-1 0 0 0 0,0 0 0 0 0,1 0 0 0 0,-1 0 0 0 0,1 1 1 0 0,-1-1-1 0 0,0 0 0 0 0,1 0 0 0 0,-1 0 0 0 0,7 15 1004 0 0,-3 20-358 0 0,-5-4-282 0 0,-2-1 0 0 0,-1 1 0 0 0,-1-1 0 0 0,-14 44 0 0 0,-49 116 594 0 0,19-59-366 0 0,41-108-564 0 0,4-15-123 0 0,1-1 0 0 0,1 1 0 0 0,-1-1 0 0 0,2 1 1 0 0,-3 14-1 0 0,4-20-18 0 0,0 0 1 0 0,0 0 0 0 0,0 0-1 0 0,1 1 1 0 0,-1-1 0 0 0,1 0 0 0 0,-1 0-1 0 0,1 0 1 0 0,0 0 0 0 0,-1 0 0 0 0,1-1-1 0 0,0 1 1 0 0,1 0 0 0 0,-1 0-1 0 0,0-1 1 0 0,0 1 0 0 0,1 0 0 0 0,-1-1-1 0 0,1 1 1 0 0,-1-1 0 0 0,1 0-1 0 0,0 1 1 0 0,-1-1 0 0 0,1 0 0 0 0,0 0-1 0 0,3 1 1 0 0,14 6-108 0 0,1-1 0 0 0,-1-1-1 0 0,1-1 1 0 0,0-1 0 0 0,0 0-1 0 0,27 0 1 0 0,9-2-388 0 0,59-5-1 0 0,-92 2 342 0 0,0-1 1 0 0,0-1-1 0 0,-1-1 1 0 0,1-1 0 0 0,-1-1-1 0 0,0-1 1 0 0,22-10-1 0 0,-35 13 138 0 0,-1-1 0 0 0,0 0-1 0 0,0 0 1 0 0,0 0 0 0 0,-1-1 0 0 0,0-1 0 0 0,0 1-1 0 0,0-1 1 0 0,-1 0 0 0 0,0-1 0 0 0,-1 1-1 0 0,1-1 1 0 0,-2 0 0 0 0,1 0 0 0 0,-1-1 0 0 0,0 0-1 0 0,-1 1 1 0 0,0-1 0 0 0,4-18 0 0 0,12-122 792 0 0,-15 49 2555 0 0,-15 372-2022 0 0,6-227-1495 0 0,-2 0 0 0 0,-3 0 0 0 0,-28 84-1 0 0,-17 23-4530 0 0,55-151 4613 0 0,0 0 0 0 0,-1 0 0 0 0,1 0 0 0 0,0-1 1 0 0,0 1-1 0 0,-1 0 0 0 0,1 0 0 0 0,0 0 0 0 0,0 0 0 0 0,0 0 0 0 0,0-1 0 0 0,0 1 0 0 0,0 0 0 0 0,0 0 0 0 0,1 0 0 0 0,-1 0 0 0 0,0-1 0 0 0,0 1 0 0 0,1 0 0 0 0,-1 0 0 0 0,1 0 0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32.3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61 52 0 0,'2'-1'8481'0'0,"-6"33"-5296"0"0,-12 64-2651 0 0,12-71 547 0 0,0 7-417 0 0,1 0 1 0 0,1 0 0 0 0,5 57-1 0 0,-2-73-455 0 0,1 1 0 0 0,1-1-1 0 0,0 0 1 0 0,2 0 0 0 0,0 0-1 0 0,0 0 1 0 0,2-1 0 0 0,0 0 0 0 0,10 16-1 0 0,-15-26-159 0 0,1-1-1 0 0,0-1 0 0 0,0 1 0 0 0,0 0 1 0 0,1-1-1 0 0,-1 0 0 0 0,1 0 1 0 0,0 0-1 0 0,0 0 0 0 0,0 0 0 0 0,0-1 1 0 0,1 0-1 0 0,-1 0 0 0 0,0 0 1 0 0,1 0-1 0 0,0-1 0 0 0,-1 1 0 0 0,1-1 1 0 0,5 0-1 0 0,-2-1-3 0 0,-1 0 1 0 0,1 0-1 0 0,-1-1 0 0 0,0 0 0 0 0,1-1 1 0 0,-1 1-1 0 0,0-2 0 0 0,0 1 0 0 0,0-1 0 0 0,0 0 1 0 0,10-6-1 0 0,-5 2-15 0 0,0-1 0 0 0,-1 0 0 0 0,0-1 1 0 0,0 0-1 0 0,-1-1 0 0 0,0 0 0 0 0,-1-1 0 0 0,0 1 0 0 0,-1-2 1 0 0,0 1-1 0 0,-1-1 0 0 0,0-1 0 0 0,6-13 0 0 0,-8 7-61 0 0,0-1 0 0 0,-1 1 0 0 0,-1-1-1 0 0,-1 1 1 0 0,0-1 0 0 0,-2 0 0 0 0,0 0 0 0 0,-2 0 0 0 0,0 1-1 0 0,-1-1 1 0 0,-1 0 0 0 0,0 1 0 0 0,-2 0 0 0 0,0 0 0 0 0,-1 1-1 0 0,-1 0 1 0 0,-1 0 0 0 0,0 0 0 0 0,-20-25 0 0 0,26 39-100 0 0,0 1 0 0 0,0 0 0 0 0,0 1 0 0 0,-1-1 1 0 0,1 0-1 0 0,-1 1 0 0 0,0 0 0 0 0,0 0 0 0 0,1 0 0 0 0,-2 0 0 0 0,1 0 1 0 0,0 1-1 0 0,0 0 0 0 0,0 0 0 0 0,0 0 0 0 0,-1 0 0 0 0,1 1 1 0 0,-1 0-1 0 0,1 0 0 0 0,0 0 0 0 0,-1 0 0 0 0,-6 2 0 0 0,-42 14-2927 0 0,5 9-3556 0 0,26-10 2842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33.2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4 611 504 0 0,'-4'-4'10708'0'0,"11"-6"-10596"0"0,12-20 1169 0 0,1 1 0 0 0,26-29 0 0 0,3-5-391 0 0,-23 26-368 0 0,-1-1 1 0 0,33-72-1 0 0,-49 90-367 0 0,-1-1 1 0 0,0-1 0 0 0,-2 1 0 0 0,-1-1 0 0 0,-1 0 0 0 0,0 0 0 0 0,0-35 0 0 0,-4 56-151 0 0,0 0 1 0 0,1 1-1 0 0,-1-1 1 0 0,0 0-1 0 0,0 0 0 0 0,0 1 1 0 0,0-1-1 0 0,0 0 1 0 0,0 0-1 0 0,0 0 0 0 0,0 1 1 0 0,0-1-1 0 0,0 0 1 0 0,0 0-1 0 0,0 1 0 0 0,0-1 1 0 0,-1 0-1 0 0,1 0 1 0 0,0 1-1 0 0,-1-1 1 0 0,1 0-1 0 0,-1 0 0 0 0,1 1 1 0 0,0-1-1 0 0,-1 1 1 0 0,0-1-1 0 0,1 0 0 0 0,-1 1 1 0 0,1-1-1 0 0,-1 1 1 0 0,0-1-1 0 0,1 1 0 0 0,-2-1 1 0 0,0 2-6 0 0,-1 0-1 0 0,1 0 1 0 0,0 1 0 0 0,0-1 0 0 0,0 1-1 0 0,0-1 1 0 0,1 1 0 0 0,-1 0 0 0 0,0-1-1 0 0,1 1 1 0 0,-1 0 0 0 0,-1 3 0 0 0,-17 22-7 0 0,2 0 1 0 0,0 1-1 0 0,2 1 0 0 0,1 1 1 0 0,-20 58-1 0 0,30-74 6 0 0,0 1-1 0 0,1 0 1 0 0,1 1-1 0 0,0-1 1 0 0,2 1-1 0 0,-1-1 1 0 0,2 1 0 0 0,0 0-1 0 0,1-1 1 0 0,1 1-1 0 0,0-1 1 0 0,1 1-1 0 0,0-1 1 0 0,10 24-1 0 0,-11-34 3 0 0,0 1-1 0 0,1-1 1 0 0,0 1-1 0 0,1-1 1 0 0,-1 0-1 0 0,1 0 1 0 0,0-1-1 0 0,0 1 1 0 0,0-1-1 0 0,1 1 0 0 0,-1-2 1 0 0,1 1-1 0 0,0 0 1 0 0,0-1-1 0 0,1 0 1 0 0,-1 0-1 0 0,8 3 1 0 0,-5-4-4 0 0,0 0 0 0 0,-1-1 0 0 0,1 0 0 0 0,0 0 1 0 0,0 0-1 0 0,0-1 0 0 0,0-1 0 0 0,0 1 0 0 0,0-1 1 0 0,0 0-1 0 0,14-5 0 0 0,-4 0-13 0 0,-1-1-1 0 0,0 0 1 0 0,-1-1-1 0 0,0-1 1 0 0,0 0-1 0 0,-1-2 1 0 0,0 1-1 0 0,-1-2 1 0 0,0 0-1 0 0,22-25 1 0 0,-28 26 12 0 0,-1 0 1 0 0,1 0-1 0 0,-2-1 0 0 0,0 0 1 0 0,0 0-1 0 0,-1-1 0 0 0,3-12 1 0 0,17-94 120 0 0,-9 35 376 0 0,-7 56-24 0 0,-6 46-259 0 0,1 14-206 0 0,5 26-397 0 0,2 0 0 0 0,3-1 0 0 0,2 0 1 0 0,3-1-1 0 0,30 59 0 0 0,-37-86-675 0 0,17 33-732 0 0,-28-59 1282 0 0,1 0-1 0 0,0-1 0 0 0,0 1 0 0 0,0 0 1 0 0,1-1-1 0 0,-1 1 0 0 0,1-1 0 0 0,-1 0 1 0 0,1 0-1 0 0,0 0 0 0 0,0 0 0 0 0,0 0 1 0 0,0 0-1 0 0,0-1 0 0 0,0 0 0 0 0,4 2 1 0 0,11-1-2859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33.5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0 313 812 0 0,'10'-30'2794'0'0,"0"-4"4130"0"0,13 64-4553 0 0,-4 17-1308 0 0,-3 1-1 0 0,-1 1 1 0 0,13 85-1 0 0,-16-73-545 0 0,69 334 1964 0 0,-77-381-2315 0 0,-4-8 137 0 0,1 0 0 0 0,1 0 1 0 0,-1 0-1 0 0,1-1 1 0 0,0 1-1 0 0,0 0 1 0 0,1-1-1 0 0,0 0 0 0 0,6 10 554 0 0,13-29 95 0 0,-6 1-651 0 0,-1-2 0 0 0,0 0 0 0 0,-2-1 0 0 0,1 0 1 0 0,16-29-1 0 0,-23 34-186 0 0,23-39 280 0 0,-2 0 0 0 0,40-105-1 0 0,-54 119-280 0 0,22-63-335 0 0,-4-1 0 0 0,-4-2 0 0 0,16-123 0 0 0,-38 195-837 0 0,5-33-1922 0 0,-11 59 1695 0 0,0 1-1 0 0,0-1 1 0 0,-1 1 0 0 0,1-1 0 0 0,-1 1 0 0 0,1-1 0 0 0,-1 1 0 0 0,-3-7 0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35.1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43 112 888 0 0,'0'-6'855'0'0,"-1"0"-1"0"0,0 0 1 0 0,0 1-1 0 0,-1-1 1 0 0,1 0-1 0 0,-1 1 1 0 0,-1-1-1 0 0,1 1 1 0 0,-1 0-1 0 0,-4-7 1 0 0,-12-31 3454 0 0,18 42-4345 0 0,32 19-3749 0 0,-10-2-1541 0 0,-9-6 2260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35.8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219 0 736 0 0,'2'14'6364'0'0,"-11"7"-4488"0"0,-16 15-1395 0 0,-66 71-1339 0 0,24-39-3565 0 0,39-41 2075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37.5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52 1152 0 0,'-47'22'13587'0'0,"49"-22"-13488"0"0,0 0 1 0 0,0 0 0 0 0,0 0 0 0 0,0 0-1 0 0,0 0 1 0 0,0 0 0 0 0,0-1-1 0 0,0 1 1 0 0,0-1 0 0 0,0 0-1 0 0,3-1 1 0 0,1 0 92 0 0,280-47 140 0 0,-191 38-3399 0 0,-1 5-3732 0 0,-74 6 3090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37.8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38 129 168 0 0,'-38'28'7647'0'0,"53"-28"-7167"0"0,-3 1-312 0 0,74-12 402 0 0,116-32-1 0 0,-145 30-807 0 0,90-27-1164 0 0,-48 8-2466 0 0,-49 14 1566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38.1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254 20 36 0 0,'19'-19'9508'0'0,"-18"31"-8276"0"0,-5 5-763 0 0,0 0-1 0 0,-1-1 1 0 0,0 1-1 0 0,-2-1 1 0 0,-9 17-1 0 0,-10 29 210 0 0,-140 357 1835 0 0,156-397-2411 0 0,5-15-63 0 0,1 0 0 0 0,1 1 1 0 0,-1-1-1 0 0,1 1 1 0 0,1 0-1 0 0,-1 0 0 0 0,1 0 1 0 0,1 0-1 0 0,0 0 0 0 0,0 0 1 0 0,0 10-1 0 0,2-16-54 0 0,0-1 0 0 0,0 1-1 0 0,0 0 1 0 0,1-1 0 0 0,-1 0 0 0 0,1 1-1 0 0,-1-1 1 0 0,1 0 0 0 0,-1 0 0 0 0,1 0-1 0 0,-1 0 1 0 0,1 0 0 0 0,0 0-1 0 0,0 0 1 0 0,0 0 0 0 0,-1-1 0 0 0,1 1-1 0 0,0-1 1 0 0,0 1 0 0 0,0-1 0 0 0,0 0-1 0 0,0 0 1 0 0,0 0 0 0 0,3 0-1 0 0,51-1-386 0 0,-28-1 110 0 0,0-2-1 0 0,-1-2 1 0 0,0 0-1 0 0,0-1 0 0 0,0-2 1 0 0,35-16-1 0 0,-51 19 247 0 0,0 0 0 0 0,-1-1 0 0 0,1 0 0 0 0,-1-1 0 0 0,0 0-1 0 0,-1 0 1 0 0,0-1 0 0 0,0 0 0 0 0,-1-1 0 0 0,-1 1 0 0 0,1-2 0 0 0,-1 1-1 0 0,-1-1 1 0 0,0 0 0 0 0,-1 0 0 0 0,7-19 0 0 0,31-140 2690 0 0,-33 227-1107 0 0,-8 62-806 0 0,-1 77-160 0 0,-2 0-499 0 0,1-107-1106 0 0,4-25-2953 0 0,4-63 1317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39.1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164 196 132 0 0,'-17'16'2494'0'0,"2"0"0"0"0,0 1 0 0 0,-23 34 0 0 0,26-33-1801 0 0,1 1-1 0 0,1 1 1 0 0,1 0 0 0 0,-10 29 0 0 0,15-38-621 0 0,1 1 0 0 0,0 0 0 0 0,1-1 0 0 0,0 1 0 0 0,0 0 0 0 0,1 0 0 0 0,1 0 0 0 0,0 0-1 0 0,1 0 1 0 0,0 0 0 0 0,1 0 0 0 0,0-1 0 0 0,1 1 0 0 0,0-1 0 0 0,0 1 0 0 0,2-1 0 0 0,-1 0 0 0 0,2 0 0 0 0,-1-1 0 0 0,1 1 0 0 0,8 9 0 0 0,-8-14-96 0 0,-1 0 1 0 0,1-1 0 0 0,1 1-1 0 0,-1-1 1 0 0,1-1-1 0 0,0 1 1 0 0,0-1 0 0 0,0 0-1 0 0,0-1 1 0 0,1 1-1 0 0,-1-2 1 0 0,1 1 0 0 0,0-1-1 0 0,0 0 1 0 0,9 1-1 0 0,-12-3-40 0 0,0 1-1 0 0,0-1 1 0 0,1 1-1 0 0,-1-2 0 0 0,0 1 1 0 0,0 0-1 0 0,1-1 0 0 0,-1 0 1 0 0,0 0-1 0 0,0-1 0 0 0,0 0 1 0 0,0 1-1 0 0,0-2 1 0 0,-1 1-1 0 0,1 0 0 0 0,-1-1 1 0 0,1 0-1 0 0,-1 0 0 0 0,0 0 1 0 0,0-1-1 0 0,0 1 0 0 0,0-1 1 0 0,-1 0-1 0 0,4-6 1 0 0,-1 0-13 0 0,-2 0 0 0 0,1 0 0 0 0,-1-1 1 0 0,-1 0-1 0 0,0 1 0 0 0,-1-1 0 0 0,0 0 0 0 0,0-1 1 0 0,-1 1-1 0 0,-1-15 0 0 0,-1-18-185 0 0,-8-53 0 0 0,-3 10 52 0 0,4 40 290 0 0,2-1 1 0 0,2 0 0 0 0,4-68-1 0 0,0 114-58 0 0,0 0-1 0 0,0-1 0 0 0,1 1 0 0 0,-1-1 1 0 0,1 1-1 0 0,0 0 0 0 0,0-1 0 0 0,0 1 1 0 0,0 0-1 0 0,0 0 0 0 0,0 0 0 0 0,1 0 0 0 0,-1 0 1 0 0,1 0-1 0 0,-1 0 0 0 0,1 0 0 0 0,0 0 1 0 0,0 1-1 0 0,-1-1 0 0 0,1 1 0 0 0,4-3 1 0 0,-2 2-1 0 0,1 0 1 0 0,0 1 0 0 0,0-1 0 0 0,0 1 0 0 0,0 0 0 0 0,0 0 0 0 0,0 0 0 0 0,0 1 0 0 0,10 0 0 0 0,2 1 9 0 0,-1 1 0 0 0,0 1 0 0 0,1 1 1 0 0,-2 0-1 0 0,24 9 0 0 0,-28-9-11 0 0,0 1-1 0 0,0 1 1 0 0,0 0 0 0 0,-1 0 0 0 0,0 1-1 0 0,0 0 1 0 0,-1 1 0 0 0,10 9-1 0 0,-15-11 8 0 0,1-1 0 0 0,-1 1-1 0 0,0 0 1 0 0,0 0-1 0 0,-1 0 1 0 0,0 1-1 0 0,0-1 1 0 0,-1 1-1 0 0,1-1 1 0 0,-1 1-1 0 0,-1 0 1 0 0,1 0-1 0 0,-1 0 1 0 0,-1 0-1 0 0,1 11 1 0 0,-3 11 152 0 0,-1 1 0 0 0,-1 0 0 0 0,-9 29 0 0 0,7-40-64 0 0,1-1 0 0 0,1 2 0 0 0,1-1 0 0 0,1 0 0 0 0,1 1 0 0 0,0-1 0 0 0,1 1 0 0 0,2-1 0 0 0,5 33-1 0 0,-4-42-68 0 0,0 1 22 0 0,0 0 0 0 0,0-1 0 0 0,1 0 0 0 0,1 1 0 0 0,-1-1 0 0 0,8 10 0 0 0,-10-17-58 0 0,0-1 0 0 0,1 0 0 0 0,-1 1-1 0 0,0-1 1 0 0,1 0 0 0 0,-1 0 0 0 0,1 0 0 0 0,0-1 0 0 0,0 1 0 0 0,0-1 0 0 0,0 1-1 0 0,0-1 1 0 0,0 0 0 0 0,0 0 0 0 0,0 0 0 0 0,0-1 0 0 0,0 1 0 0 0,1-1-1 0 0,-1 0 1 0 0,0 0 0 0 0,0 0 0 0 0,1 0 0 0 0,-1 0 0 0 0,0-1 0 0 0,6-1-1 0 0,-3 1-35 0 0,-1-1 0 0 0,1 0 0 0 0,-1 0 0 0 0,1 0 0 0 0,-1-1 0 0 0,0 0 0 0 0,0 0 0 0 0,0 0 0 0 0,0-1 0 0 0,-1 1 0 0 0,1-1 0 0 0,-1 0 0 0 0,0-1 0 0 0,0 1 0 0 0,0-1 0 0 0,-1 1 0 0 0,1-1 0 0 0,-1 0-1 0 0,-1-1 1 0 0,1 1 0 0 0,-1 0 0 0 0,0-1 0 0 0,2-7 0 0 0,4-14-151 0 0,-2-1 1 0 0,-1 0-1 0 0,2-47 0 0 0,-5 52 78 0 0,1-120-374 0 0,-4 93 432 0 0,3 1 1 0 0,11-74-1 0 0,-13 120 57 0 0,1-1 0 0 0,0 1 0 0 0,-1-1 0 0 0,2 1 0 0 0,-1-1 0 0 0,0 1 0 0 0,1-1 0 0 0,-1 1 0 0 0,1 0 0 0 0,0 0 0 0 0,0 0 0 0 0,1 0 0 0 0,-1 0 0 0 0,0 0 0 0 0,1 1 0 0 0,0-1 0 0 0,-1 1 0 0 0,1 0 0 0 0,0 0 0 0 0,0 0 0 0 0,1 0 0 0 0,-1 0 0 0 0,0 0-1 0 0,5-1 1 0 0,-4 3-6 0 0,-1-1-1 0 0,1 1 1 0 0,0 0 0 0 0,0 0-1 0 0,0 0 1 0 0,-1 0-1 0 0,1 1 1 0 0,0-1-1 0 0,0 1 1 0 0,-1 0-1 0 0,1 0 1 0 0,0 1-1 0 0,-1-1 1 0 0,1 1-1 0 0,-1-1 1 0 0,0 1-1 0 0,1 0 1 0 0,-1 1-1 0 0,0-1 1 0 0,0 0-1 0 0,0 1 1 0 0,4 5-1 0 0,7 7 73 0 0,-1 1-1 0 0,-1 1 1 0 0,-1 0 0 0 0,0 0-1 0 0,-1 1 1 0 0,-1 1-1 0 0,0 0 1 0 0,10 37-1 0 0,-3 5 268 0 0,11 98 1 0 0,2 9 36 0 0,-29-165-366 0 0,1 0-1 0 0,-1 0 1 0 0,1-1-1 0 0,0 1 1 0 0,0 0 0 0 0,0-1-1 0 0,0 1 1 0 0,0-1-1 0 0,1 1 1 0 0,-1-1 0 0 0,1 0-1 0 0,0 0 1 0 0,0 0-1 0 0,-1 1 1 0 0,1-2-1 0 0,3 4 1 0 0,-1-4 4 0 0,-1 0-1 0 0,0 1 1 0 0,1-1 0 0 0,-1-1-1 0 0,1 1 1 0 0,-1 0 0 0 0,1-1-1 0 0,0 0 1 0 0,-1 0 0 0 0,1 0 0 0 0,-1 0-1 0 0,6-1 1 0 0,6-2 21 0 0,1-1 0 0 0,-1 0 0 0 0,0-1 0 0 0,0-1 0 0 0,-1 0 0 0 0,0-1 0 0 0,0 0-1 0 0,0-2 1 0 0,-1 1 0 0 0,0-2 0 0 0,16-15 0 0 0,-21 18 6 0 0,0-2-1 0 0,-1 1 0 0 0,0-1 0 0 0,-1 0 0 0 0,0 0 1 0 0,0-1-1 0 0,-1 0 0 0 0,0 0 0 0 0,-1 0 1 0 0,0 0-1 0 0,0-1 0 0 0,-1 0 0 0 0,-1 0 1 0 0,0 0-1 0 0,0 0 0 0 0,-1 0 0 0 0,-1-17 1 0 0,-1 14-28 0 0,-1 0 0 0 0,0 0 0 0 0,-1 1 1 0 0,-1-1-1 0 0,0 1 0 0 0,-1 0 0 0 0,0 0 0 0 0,-1 1 1 0 0,-1 0-1 0 0,0 0 0 0 0,0 0 0 0 0,-1 1 1 0 0,-17-19-1 0 0,13 16-148 0 0,-2 1 0 0 0,1 0 0 0 0,-2 0 1 0 0,0 2-1 0 0,0 0 0 0 0,-1 1 0 0 0,0 0 1 0 0,-1 1-1 0 0,-27-10 0 0 0,-25 2-3029 0 0,-6 14-3849 0 0,48 5 2816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41.4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324 421 788 0 0,'44'-61'10907'0'0,"-48"64"-10599"0"0,-141 61 1093 0 0,48-23-814 0 0,91-37-493 0 0,-1-1 0 0 0,1-1 0 0 0,-1 1 1 0 0,0-1-1 0 0,1 0 0 0 0,-1-1 0 0 0,0 0 1 0 0,0 0-1 0 0,0 0 0 0 0,0-1 0 0 0,0 0 1 0 0,0 0-1 0 0,-12-2 0 0 0,18 1-76 0 0,0 0-1 0 0,0 0 1 0 0,0 0 0 0 0,0 0 0 0 0,0 0-1 0 0,0 0 1 0 0,0 0 0 0 0,0 0-1 0 0,0-1 1 0 0,1 1 0 0 0,-1 0-1 0 0,0-1 1 0 0,1 1 0 0 0,-1 0-1 0 0,1-1 1 0 0,0 1 0 0 0,-1 0 0 0 0,1-1-1 0 0,0 1 1 0 0,0-1 0 0 0,0 1-1 0 0,0-1 1 0 0,0 1 0 0 0,0-1-1 0 0,0 1 1 0 0,0 0 0 0 0,1-3-1 0 0,10-38-20 0 0,15-12-52 0 0,40-61 0 0 0,-37 69 30 0 0,44-98 0 0 0,-61 103 314 0 0,-12 41-285 0 0,0 0 0 0 0,0 0 0 0 0,0-1 0 0 0,0 1 0 0 0,0 0 0 0 0,0 0 0 0 0,0-1 0 0 0,0 1 0 0 0,0 0 0 0 0,0 0 1 0 0,0-1-1 0 0,0 1 0 0 0,-1 0 0 0 0,1 0 0 0 0,0 0 0 0 0,0-1 0 0 0,0 1 0 0 0,0 0 0 0 0,0 0 0 0 0,-1 0 0 0 0,1 0 1 0 0,0-1-1 0 0,0 1 0 0 0,0 0 0 0 0,-1 0 0 0 0,1 0 0 0 0,0 0 0 0 0,0 0 0 0 0,-1 0 0 0 0,1 0 0 0 0,0 0 0 0 0,0-1 0 0 0,0 1 1 0 0,-1 0-1 0 0,1 0 0 0 0,0 0 0 0 0,0 0 0 0 0,-1 0 0 0 0,-17 8 29 0 0,9-3 2 0 0,1 1-1 0 0,1 0 1 0 0,-1 1-1 0 0,1 0 1 0 0,0 0-1 0 0,1 0 1 0 0,-1 1-1 0 0,1 0 1 0 0,1 0-1 0 0,0 1 1 0 0,0-1-1 0 0,1 1 1 0 0,0 0-1 0 0,0 1 0 0 0,1-1 1 0 0,-3 15-1 0 0,2-6 81 0 0,1-1-1 0 0,0 1 1 0 0,2 0-1 0 0,0 0 1 0 0,1 0-1 0 0,1-1 1 0 0,1 1-1 0 0,4 19 1 0 0,-1-19-18 0 0,0 0 1 0 0,2-1 0 0 0,0 0-1 0 0,1 0 1 0 0,1-1-1 0 0,0 0 1 0 0,1-1 0 0 0,1 1-1 0 0,0-2 1 0 0,1 0 0 0 0,22 20-1 0 0,17 10 308 0 0,102 69 0 0 0,-102-77-212 0 0,-27-20-230 0 0,0 1 0 0 0,-1 1 0 0 0,-1 1 1 0 0,-1 1-1 0 0,19 24 0 0 0,-35-38-197 0 0,-1 0-1 0 0,0 1 1 0 0,0-1-1 0 0,-1 1 1 0 0,0 0-1 0 0,0 0 1 0 0,0 0-1 0 0,-1 0 1 0 0,0 1-1 0 0,1 11 1 0 0,-3-12-190 0 0,0-1 1 0 0,0 1-1 0 0,-1 0 0 0 0,1-1 1 0 0,-2 1-1 0 0,1-1 0 0 0,-1 0 1 0 0,0 1-1 0 0,0-1 0 0 0,-1 0 0 0 0,0 0 1 0 0,0 0-1 0 0,-7 10 0 0 0,-13 18-3808 0 0,-4-2 322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47.4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57 440 0 0,'18'-57'12463'0'0,"-18"61"-11873"0"0,10 63 2000 0 0,-5-37-1640 0 0,-2 0 0 0 0,1 41-1 0 0,-5 1-238 0 0,1-22-26 0 0,-13 101 0 0 0,-3-76-542 0 0,-5 36-805 0 0,15-38-6877 0 0,24-83 2128 0 0,-1-4 731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48.1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141 133 348 0 0,'-8'10'5288'0'0,"-29"39"-3414"0"0,24-30-1434 0 0,1 0 0 0 0,1 1-1 0 0,1 1 1 0 0,1-1 0 0 0,1 2 0 0 0,0-1-1 0 0,2 1 1 0 0,0 0 0 0 0,2 0 0 0 0,-3 35-1 0 0,6-45-366 0 0,1 0 0 0 0,0 0 0 0 0,1 0 0 0 0,0-1 0 0 0,1 1 0 0 0,0 0 0 0 0,1-1 0 0 0,1 1-1 0 0,-1-1 1 0 0,2 0 0 0 0,0 0 0 0 0,0-1 0 0 0,1 1 0 0 0,0-1 0 0 0,0 0 0 0 0,1-1 0 0 0,1 0-1 0 0,0 0 1 0 0,0 0 0 0 0,0-1 0 0 0,1 0 0 0 0,10 6 0 0 0,-7-6-94 0 0,1-1 1 0 0,-1 0-1 0 0,1-1 0 0 0,0-1 0 0 0,1 0 1 0 0,-1-1-1 0 0,29 5 0 0 0,-35-7-10 0 0,0-1 0 0 0,1-1 0 0 0,-1 1 0 0 0,1-1 0 0 0,-1 0 0 0 0,1-1-1 0 0,-1 0 1 0 0,1 0 0 0 0,-1 0 0 0 0,0-1 0 0 0,0 0 0 0 0,1-1 0 0 0,-2 1 0 0 0,1-1-1 0 0,0-1 1 0 0,11-7 0 0 0,-13 7 15 0 0,-1-1 1 0 0,1 0-1 0 0,-1 0 0 0 0,-1 0 0 0 0,1 0 0 0 0,-1 0 0 0 0,1-1 1 0 0,-2 0-1 0 0,1 0 0 0 0,-1 1 0 0 0,1-1 0 0 0,-2-1 1 0 0,1 1-1 0 0,-1 0 0 0 0,0 0 0 0 0,0-1 0 0 0,0-6 0 0 0,-1-13-19 0 0,-1-1-1 0 0,-7-46 0 0 0,6 54 10 0 0,-15-77-29 0 0,-3-37-9 0 0,18 116 85 0 0,2 0 0 0 0,0-1 0 0 0,1 1 0 0 0,0 0 1 0 0,8-29-1 0 0,-8 42-12 0 0,0 0 0 0 0,0 1 1 0 0,0-1-1 0 0,1 1 0 0 0,0 0 0 0 0,-1-1 1 0 0,1 1-1 0 0,1 0 0 0 0,-1 0 1 0 0,0 0-1 0 0,1 0 0 0 0,-1 0 1 0 0,1 1-1 0 0,0-1 0 0 0,0 1 1 0 0,0 0-1 0 0,7-4 0 0 0,-4 3 11 0 0,0 1-1 0 0,0 0 0 0 0,0 0 0 0 0,0 1 0 0 0,0-1 0 0 0,0 1 1 0 0,1 1-1 0 0,-1-1 0 0 0,0 1 0 0 0,8 1 0 0 0,-2 0 27 0 0,1 1 0 0 0,0 0 0 0 0,-1 1 0 0 0,0 0 0 0 0,1 1 0 0 0,-2 0-1 0 0,1 1 1 0 0,0 1 0 0 0,-1 0 0 0 0,14 9 0 0 0,-11-3 45 0 0,0 0 0 0 0,-2 0 0 0 0,1 2-1 0 0,-1-1 1 0 0,-1 1 0 0 0,-1 1 0 0 0,0 0 0 0 0,-1 1 0 0 0,13 27 0 0 0,-3 8 245 0 0,25 98 0 0 0,-30-97-199 0 0,-14-48-126 0 0,5 17 79 0 0,1-1 0 0 0,1 1-1 0 0,1-1 1 0 0,0 0 0 0 0,13 19 0 0 0,-19-34-69 0 0,1-1-1 0 0,1 1 1 0 0,-1-1 0 0 0,0 0 0 0 0,1 0 0 0 0,0 0 0 0 0,0-1 0 0 0,0 1-1 0 0,0-1 1 0 0,1 0 0 0 0,-1-1 0 0 0,1 1 0 0 0,0-1 0 0 0,0 1 0 0 0,0-1-1 0 0,0-1 1 0 0,0 1 0 0 0,0-1 0 0 0,0 0 0 0 0,1 0 0 0 0,-1 0 0 0 0,0-1-1 0 0,1 0 1 0 0,-1 0 0 0 0,0 0 0 0 0,8-2 0 0 0,-2 0 5 0 0,0 0 0 0 0,0-1 0 0 0,0-1 1 0 0,0 1-1 0 0,-1-2 0 0 0,0 1 0 0 0,0-2 0 0 0,0 1 1 0 0,0-1-1 0 0,-1-1 0 0 0,0 1 0 0 0,0-2 0 0 0,-1 1 1 0 0,0-1-1 0 0,0 0 0 0 0,-1-1 0 0 0,0 0 0 0 0,-1 0 1 0 0,0-1-1 0 0,0 1 0 0 0,8-21 0 0 0,-8 16 14 0 0,-1-1 0 0 0,-1 0-1 0 0,0 0 1 0 0,-1 0 0 0 0,0 0 0 0 0,-2 0-1 0 0,1-1 1 0 0,-2 1 0 0 0,0-1 0 0 0,-1 1-1 0 0,-1-1 1 0 0,0 1 0 0 0,-1 0-1 0 0,0 0 1 0 0,-9-21 0 0 0,2 11-6 0 0,-1 2 0 0 0,-1 0-1 0 0,-1 0 1 0 0,-2 1 0 0 0,0 1 0 0 0,-1 0 0 0 0,0 1-1 0 0,-25-22 1 0 0,31 34-121 0 0,1 0 0 0 0,-2 0 0 0 0,1 1 0 0 0,-1 0 0 0 0,0 1 0 0 0,-1 0 0 0 0,1 1-1 0 0,-17-5 1 0 0,20 7-106 0 0,0 2 0 0 0,0-1-1 0 0,0 1 1 0 0,0 1-1 0 0,0-1 1 0 0,0 1-1 0 0,0 1 1 0 0,-1-1 0 0 0,1 1-1 0 0,0 1 1 0 0,0 0-1 0 0,0 0 1 0 0,-14 6-1 0 0,17-6-413 0 0,0 0-1 0 0,1 1 0 0 0,-1 0 0 0 0,1-1 1 0 0,0 1-1 0 0,0 1 0 0 0,0-1 1 0 0,1 1-1 0 0,-1-1 0 0 0,1 1 0 0 0,-1 0 1 0 0,1 0-1 0 0,-4 8 0 0 0,-3 10-2849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49.7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 4 960 0 0,'-23'-3'3979'0'0,"15"6"-3751"0"0,0 1 0 0 0,0 0 0 0 0,1 0-1 0 0,-1 1 1 0 0,1 0 0 0 0,0 0 0 0 0,1 0 0 0 0,-1 1 0 0 0,1 0 0 0 0,0 0-1 0 0,1 1 1 0 0,-1 0 0 0 0,2 0 0 0 0,-1 0 0 0 0,-4 10 0 0 0,-1 2 76 0 0,1 0 0 0 0,0 1 0 0 0,2 0 1 0 0,0 1-1 0 0,-3 23 0 0 0,9-40-259 0 0,0-1 1 0 0,1 0-1 0 0,0 0 0 0 0,-1 1 0 0 0,1-1 0 0 0,1 0 1 0 0,-1 1-1 0 0,0-1 0 0 0,1 0 0 0 0,0 0 0 0 0,-1 0 1 0 0,1 1-1 0 0,1-1 0 0 0,-1 0 0 0 0,0 0 0 0 0,1 0 0 0 0,-1-1 1 0 0,5 6-1 0 0,-5-7-15 0 0,0 1-1 0 0,1-1 1 0 0,0 0 0 0 0,-1 1 0 0 0,1-1-1 0 0,0 0 1 0 0,0 0 0 0 0,-1 0 0 0 0,1 0 0 0 0,0-1-1 0 0,0 1 1 0 0,0-1 0 0 0,0 1 0 0 0,0-1-1 0 0,0 1 1 0 0,0-1 0 0 0,0 0 0 0 0,0 0-1 0 0,0 0 1 0 0,0 0 0 0 0,0 0 0 0 0,0-1-1 0 0,0 1 1 0 0,0-1 0 0 0,0 1 0 0 0,0-1-1 0 0,0 0 1 0 0,0 0 0 0 0,2-1 0 0 0,5-2 48 0 0,-1-1 1 0 0,0 0-1 0 0,0-1 1 0 0,0 0 0 0 0,-1 0-1 0 0,0 0 1 0 0,0-1-1 0 0,11-14 1 0 0,-2-2 187 0 0,22-41 0 0 0,-26 41-61 0 0,1 1 0 0 0,22-27 0 0 0,-35 48-198 0 0,1 0 0 0 0,0 0 0 0 0,0 0 0 0 0,0 0 0 0 0,0 0-1 0 0,0 0 1 0 0,0 1 0 0 0,0-1 0 0 0,0 0 0 0 0,0 1 0 0 0,0-1 0 0 0,1 0 0 0 0,-1 1 0 0 0,0 0 0 0 0,0-1 0 0 0,1 1 0 0 0,-1 0 0 0 0,0-1 0 0 0,0 1-1 0 0,1 0 1 0 0,-1 0 0 0 0,0 0 0 0 0,1 0 0 0 0,-1 0 0 0 0,0 1 0 0 0,0-1 0 0 0,1 0 0 0 0,-1 1 0 0 0,2 0 0 0 0,1 1-1 0 0,0 0 1 0 0,0 1 0 0 0,0-1-1 0 0,0 1 1 0 0,-1 0-1 0 0,1 0 1 0 0,-1 0 0 0 0,6 7-1 0 0,4 8-7 0 0,0 0 0 0 0,16 32 0 0 0,-18-30-7 0 0,3 9-101 0 0,1-2 0 0 0,2 1 0 0 0,24 28-1 0 0,-29-45 79 0 0,-12-11 31 0 0,1 0 1 0 0,-1 0-1 0 0,1-1 0 0 0,-1 1 1 0 0,1 0-1 0 0,-1 0 0 0 0,1-1 1 0 0,0 1-1 0 0,-1 0 1 0 0,0-1-1 0 0,1 1 0 0 0,-1-1 1 0 0,1 1-1 0 0,-1 0 0 0 0,1-1 1 0 0,-1 1-1 0 0,0-1 1 0 0,1 1-1 0 0,-1-1 0 0 0,0 1 1 0 0,0-1-1 0 0,1 0 0 0 0,-1 1 1 0 0,0-1-1 0 0,0 1 0 0 0,0-1 1 0 0,1 1-1 0 0,-1-1 1 0 0,0 0-1 0 0,8-23 14 0 0,-8 23-7 0 0,9-28-10 0 0,0-2 69 0 0,24-53 0 0 0,-29 76-42 0 0,0 0 0 0 0,0 1 0 0 0,1 0 1 0 0,0 0-1 0 0,0 0 0 0 0,1 0 0 0 0,-1 1 0 0 0,2 0 1 0 0,-1 0-1 0 0,1 0 0 0 0,12-7 0 0 0,-16 11-21 0 0,0 1 0 0 0,0 0 0 0 0,0 1 0 0 0,0-1 0 0 0,0 0 0 0 0,0 1 0 0 0,0 0 0 0 0,0 0 0 0 0,0 0 0 0 0,0 0 0 0 0,0 0 0 0 0,0 0 0 0 0,0 1 0 0 0,0 0 0 0 0,0-1 0 0 0,0 1 0 0 0,0 0 0 0 0,0 1 0 0 0,0-1 0 0 0,-1 0 0 0 0,1 1 0 0 0,-1 0 0 0 0,1-1 0 0 0,-1 1 0 0 0,1 0 0 0 0,-1 0 0 0 0,0 0 0 0 0,3 3 0 0 0,4 5 11 0 0,-1-1 0 0 0,0 1 0 0 0,0 0 0 0 0,-1 1 0 0 0,9 15-1 0 0,27 55 61 0 0,-14-201 1298 0 0,-27 114-1331 0 0,2-5 74 0 0,0-1-1 0 0,1 1 1 0 0,0 0-1 0 0,1 1 1 0 0,7-11-1 0 0,-11 19-95 0 0,0-1 1 0 0,0 1-1 0 0,0 0 1 0 0,0 0-1 0 0,1 0 0 0 0,-1 0 1 0 0,1 0-1 0 0,-1 0 1 0 0,1 0-1 0 0,0 1 0 0 0,0 0 1 0 0,-1-1-1 0 0,1 1 1 0 0,0 0-1 0 0,0 0 0 0 0,0 1 1 0 0,0-1-1 0 0,0 1 1 0 0,0-1-1 0 0,1 1 1 0 0,-1 0-1 0 0,0 0 0 0 0,0 0 1 0 0,0 1-1 0 0,5 0 1 0 0,0 1-55 0 0,0 1 0 0 0,0 0 0 0 0,0 1 0 0 0,0 0 0 0 0,0 0 1 0 0,-1 0-1 0 0,1 1 0 0 0,-1 0 0 0 0,-1 1 0 0 0,1 0 0 0 0,-1 0 0 0 0,0 0 1 0 0,0 1-1 0 0,0-1 0 0 0,-1 1 0 0 0,0 1 0 0 0,-1-1 0 0 0,0 1 1 0 0,0 0-1 0 0,0 0 0 0 0,-1 0 0 0 0,0 0 0 0 0,-1 0 0 0 0,0 1 0 0 0,0-1 1 0 0,1 16-1 0 0,4 36-1303 0 0,0 15-5571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50.1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245 3 440 0 0,'2'0'162'0'0,"-1"-1"0"0"0,1 1 0 0 0,-1-1 0 0 0,1 1 0 0 0,-1 0 1 0 0,1 0-1 0 0,-1-1 0 0 0,1 1 0 0 0,-1 0 0 0 0,1 0 0 0 0,-1 1 0 0 0,1-1 0 0 0,-1 0 0 0 0,1 0 0 0 0,-1 1 0 0 0,1-1 0 0 0,-1 1 1 0 0,0-1-1 0 0,1 1 0 0 0,-1 0 0 0 0,0-1 0 0 0,1 1 0 0 0,-1 0 0 0 0,0 0 0 0 0,0 0 0 0 0,0 0 0 0 0,1 0 0 0 0,-1 0 0 0 0,0 0 1 0 0,-1 1-1 0 0,1-1 0 0 0,0 0 0 0 0,0 0 0 0 0,0 1 0 0 0,-1-1 0 0 0,1 0 0 0 0,0 4 0 0 0,23 55 1749 0 0,-24-59-1866 0 0,17 58 964 0 0,-3 1 0 0 0,-2 1 0 0 0,-3 0 0 0 0,2 114 0 0 0,-11-160-935 0 0,1-10-27 0 0,-1 0 0 0 0,0 0-1 0 0,0 0 1 0 0,0 0 0 0 0,0 0 0 0 0,-1 0 0 0 0,0 0 0 0 0,0 0 0 0 0,-3 6 0 0 0,4-11-1 0 0,-34-44-67 0 0,28 36-3 0 0,-1 0-1 0 0,1 1 1 0 0,-2-1-1 0 0,1 1 1 0 0,-1 1-1 0 0,0-1 1 0 0,0 1-1 0 0,-1 1 1 0 0,-13-8 0 0 0,15 11 15 0 0,1 0 0 0 0,-1 0 1 0 0,1 1-1 0 0,-1 0 1 0 0,0 0-1 0 0,1 0 0 0 0,-1 1 1 0 0,0 0-1 0 0,0 0 1 0 0,1 1-1 0 0,-1 0 0 0 0,0 0 1 0 0,1 0-1 0 0,-1 1 1 0 0,-9 4-1 0 0,6-2 13 0 0,1 0 1 0 0,-1 0-1 0 0,1 1 1 0 0,0 1-1 0 0,1-1 1 0 0,-1 2-1 0 0,1-1 1 0 0,1 1-1 0 0,-1 0 1 0 0,1 0-1 0 0,0 1 1 0 0,-11 16-1 0 0,16-20-29 0 0,0-1 0 0 0,0 1 1 0 0,0-1-1 0 0,1 1 0 0 0,-1 0 0 0 0,1 0 1 0 0,0 0-1 0 0,0 0 0 0 0,1 0 0 0 0,-1 0 1 0 0,1 0-1 0 0,-1 0 0 0 0,1 0 0 0 0,1 0 0 0 0,-1 1 1 0 0,0-1-1 0 0,1 0 0 0 0,0 0 0 0 0,0 0 1 0 0,0-1-1 0 0,1 1 0 0 0,-1 0 0 0 0,1 0 1 0 0,0-1-1 0 0,0 1 0 0 0,0 0 0 0 0,0-1 1 0 0,1 0-1 0 0,0 0 0 0 0,-1 0 0 0 0,1 0 0 0 0,0 0 1 0 0,0 0-1 0 0,6 3 0 0 0,6 4-225 0 0,0 0 0 0 0,0-2 0 0 0,0 1-1 0 0,1-2 1 0 0,1 0 0 0 0,-1-1 0 0 0,1-1-1 0 0,30 6 1 0 0,16-1-2284 0 0,70 1-1 0 0,-113-10 1527 0 0,60 4-1608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51.4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400 44 624 0 0,'0'-3'253'0'0,"-1"1"-1"0"0,1 0 1 0 0,-1 0 0 0 0,0-1-1 0 0,1 1 1 0 0,-1 0-1 0 0,0 0 1 0 0,0 0 0 0 0,0 0-1 0 0,-1 0 1 0 0,1 0 0 0 0,0 0-1 0 0,-1 1 1 0 0,1-1 0 0 0,-1 0-1 0 0,1 1 1 0 0,-3-2-1 0 0,1 1-95 0 0,0 1 0 0 0,0 0-1 0 0,-1 0 1 0 0,1 1-1 0 0,0-1 1 0 0,0 1 0 0 0,0-1-1 0 0,-1 1 1 0 0,1 0 0 0 0,0 0-1 0 0,0 0 1 0 0,-5 2-1 0 0,-9 1 82 0 0,1 0-1 0 0,0 2 1 0 0,0 0-1 0 0,0 1 1 0 0,0 0-1 0 0,1 1 1 0 0,0 1-1 0 0,1 1 1 0 0,0 0-1 0 0,0 0 1 0 0,1 2-1 0 0,-19 17 0 0 0,20-17-94 0 0,1 1-1 0 0,0 0 0 0 0,1 1 0 0 0,0 0 1 0 0,1 0-1 0 0,1 1 0 0 0,0 0 0 0 0,1 0 1 0 0,0 1-1 0 0,1 0 0 0 0,1 0 0 0 0,0 1 1 0 0,-3 22-1 0 0,7-26-86 0 0,0 1 0 0 0,2-1 1 0 0,-1 0-1 0 0,2 1 0 0 0,-1-1 0 0 0,2 0 1 0 0,0 0-1 0 0,0 0 0 0 0,1 0 0 0 0,0-1 1 0 0,1 1-1 0 0,1-1 0 0 0,0-1 0 0 0,0 1 1 0 0,1-1-1 0 0,0 0 0 0 0,1 0 0 0 0,0-1 1 0 0,0 0-1 0 0,1 0 0 0 0,0-1 0 0 0,1 0 1 0 0,0-1-1 0 0,15 9 0 0 0,-8-5-66 0 0,2-1-1 0 0,-1-1 1 0 0,2 0 0 0 0,-1-1-1 0 0,1-2 1 0 0,0 0 0 0 0,0-1-1 0 0,1 0 1 0 0,-1-2 0 0 0,1-1-1 0 0,0 0 1 0 0,0-2 0 0 0,38-3-1 0 0,-41 0-32 0 0,0 0-1 0 0,-1-1 1 0 0,0-1-1 0 0,0-1 1 0 0,0 0 0 0 0,-1-2-1 0 0,25-13 1 0 0,-32 15 27 0 0,-1 0 0 0 0,0 0 0 0 0,0-1 0 0 0,0 0 0 0 0,-1 0 0 0 0,0-1-1 0 0,0 0 1 0 0,-1 0 0 0 0,0 0 0 0 0,-1-1 0 0 0,0 0 0 0 0,0 0 0 0 0,-1 0 0 0 0,5-15 0 0 0,-3-3 47 0 0,-1 0 1 0 0,-1 0-1 0 0,-1-1 0 0 0,-1-30 1 0 0,-7-80 1368 0 0,5 124-759 0 0,3 122-380 0 0,12 114-10 0 0,-12-166-375 0 0,-2-55 125 0 0,-4-6-3 0 0,0-1 1 0 0,0 0-1 0 0,1 0 0 0 0,0 0 0 0 0,0 0 1 0 0,0 0-1 0 0,1-1 0 0 0,0 1 0 0 0,0-13 1 0 0,-1 6-5 0 0,-5-38 44 0 0,1-89 0 0 0,6 118-2 0 0,2 0 0 0 0,0 0-1 0 0,1 0 1 0 0,2 0-1 0 0,0 0 1 0 0,12-32 0 0 0,-16 52-34 0 0,-1 1-1 0 0,1-1 1 0 0,0 0 0 0 0,-1 0 0 0 0,1 1 0 0 0,0-1 0 0 0,0 0-1 0 0,0 1 1 0 0,0-1 0 0 0,1 1 0 0 0,-1-1 0 0 0,0 1 0 0 0,0 0-1 0 0,1-1 1 0 0,-1 1 0 0 0,1 0 0 0 0,-1 0 0 0 0,1 0-1 0 0,0 0 1 0 0,-1 0 0 0 0,1 0 0 0 0,0 1 0 0 0,0-1 0 0 0,2 0-1 0 0,-2 1 0 0 0,1 1-1 0 0,-1-1 0 0 0,0 1 1 0 0,0-1-1 0 0,1 1 0 0 0,-1 0 1 0 0,0 0-1 0 0,0 0 1 0 0,0 0-1 0 0,0 0 0 0 0,0 1 1 0 0,0-1-1 0 0,-1 1 0 0 0,1-1 1 0 0,0 1-1 0 0,2 3 0 0 0,7 9-8 0 0,0 2 1 0 0,-1-1-1 0 0,15 30 0 0 0,-23-41 6 0 0,34 75-63 0 0,12 26-288 0 0,-41-93 235 0 0,-1-1-1 0 0,2-1 1 0 0,-1 1 0 0 0,1-1-1 0 0,1 0 1 0 0,14 12 0 0 0,-21-20 79 0 0,1 0 1 0 0,-1 0 0 0 0,1-1 0 0 0,0 1-1 0 0,-1-1 1 0 0,1 0 0 0 0,0 0 0 0 0,0 0-1 0 0,0 0 1 0 0,0 0 0 0 0,0-1 0 0 0,0 1-1 0 0,0-1 1 0 0,0 0 0 0 0,0 0 0 0 0,0 0-1 0 0,6-1 1 0 0,-2-1-8 0 0,-1 1 0 0 0,1-1 1 0 0,0-1-1 0 0,0 1 0 0 0,-1-1 0 0 0,1-1 0 0 0,8-5 0 0 0,-1-1 1 0 0,-1 0 1 0 0,1-1-1 0 0,-2-1 0 0 0,0 0 0 0 0,19-24 1 0 0,-12 6 101 0 0,-2 0 0 0 0,-1-1 0 0 0,15-39 0 0 0,0-2 389 0 0,-2 9 651 0 0,-28 63-1088 0 0,-1 0 0 0 0,0 0 0 0 0,1 0 0 0 0,-1-1 0 0 0,1 1 0 0 0,-1 0 1 0 0,1 0-1 0 0,-1 0 0 0 0,1 0 0 0 0,-1 0 0 0 0,0-1 0 0 0,1 1 0 0 0,-1 0 0 0 0,1 0 0 0 0,-1 0 0 0 0,1 0 0 0 0,-1 1 0 0 0,1-1 0 0 0,-1 0 0 0 0,1 0 1 0 0,-1 0-1 0 0,1 0 0 0 0,-1 0 0 0 0,0 1 0 0 0,1-1 0 0 0,-1 0 0 0 0,1 0 0 0 0,-1 1 0 0 0,0-1 0 0 0,1 0 0 0 0,-1 0 0 0 0,1 1 0 0 0,-1-1 0 0 0,0 0 1 0 0,0 1-1 0 0,1-1 0 0 0,-1 1 0 0 0,14 16 97 0 0,-5 3-48 0 0,-1 0-1 0 0,0 0 0 0 0,-2 1 0 0 0,0 0 0 0 0,3 25 0 0 0,7 114-272 0 0,1-3-1071 0 0,-15-143 1040 0 0,-1-5-96 0 0,0 1 0 0 0,0-1-1 0 0,1 1 1 0 0,1-1 0 0 0,-1 0 0 0 0,1 0-1 0 0,1 0 1 0 0,0 0 0 0 0,0 0-1 0 0,1-1 1 0 0,0 0 0 0 0,11 14 0 0 0,-15-21 76 0 0,0 0 0 0 0,0-1 0 0 0,1 1 1 0 0,-1 0-1 0 0,0-1 0 0 0,1 1 0 0 0,-1-1 1 0 0,0 1-1 0 0,1-1 0 0 0,-1 1 1 0 0,1-1-1 0 0,-1 0 0 0 0,0 0 0 0 0,1 0 1 0 0,-1 0-1 0 0,1 0 0 0 0,1 0 0 0 0,12-3-2480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51.9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31 316 640 0 0,'2'-13'1031'0'0,"-1"-1"0"0"0,-1 1 0 0 0,0-1 0 0 0,-1 1 0 0 0,-3-16 0 0 0,7 42 134 0 0,-1 1-1 0 0,-1-1 1 0 0,0 19 0 0 0,3 23-566 0 0,-4-52-575 0 0,54 327 2265 0 0,-64-408-2235 0 0,3-2 1 0 0,4 1 0 0 0,8-80 0 0 0,-3 138-51 0 0,1 0 0 0 0,1 0 1 0 0,0 0-1 0 0,2 1 0 0 0,0-1 0 0 0,11-20 0 0 0,-14 33-3 0 0,1 0-1 0 0,0 0 0 0 0,0 1 1 0 0,1 0-1 0 0,0 0 0 0 0,0 0 1 0 0,0 0-1 0 0,1 1 0 0 0,0 0 1 0 0,0 0-1 0 0,1 1 0 0 0,0-1 1 0 0,0 1-1 0 0,0 1 0 0 0,0-1 1 0 0,1 1-1 0 0,14-5 0 0 0,-20 9-6 0 0,0-1 0 0 0,1 0-1 0 0,-1 1 1 0 0,0 0 0 0 0,1 0-1 0 0,-1-1 1 0 0,0 1 0 0 0,1 1-1 0 0,-1-1 1 0 0,0 0 0 0 0,1 0-1 0 0,-1 1 1 0 0,0 0 0 0 0,1-1-1 0 0,-1 1 1 0 0,0 0-1 0 0,0 0 1 0 0,0 0 0 0 0,0 0-1 0 0,0 1 1 0 0,0-1 0 0 0,0 0-1 0 0,0 1 1 0 0,0 0 0 0 0,-1-1-1 0 0,1 1 1 0 0,0 0 0 0 0,-1 0-1 0 0,0 0 1 0 0,1 0 0 0 0,-1 0-1 0 0,0 0 1 0 0,0 0 0 0 0,0 0-1 0 0,0 0 1 0 0,0 3 0 0 0,1 1-9 0 0,0 0 0 0 0,-1 1 0 0 0,0-1 0 0 0,0 0 0 0 0,0 1 0 0 0,-1-1 0 0 0,0 0 0 0 0,0 1 0 0 0,-1-1 0 0 0,0 0 0 0 0,0 1 0 0 0,-3 8 0 0 0,-1-1-1 0 0,-1 0-1 0 0,0-1 1 0 0,-2 0 0 0 0,1 0-1 0 0,-2-1 1 0 0,1 0 0 0 0,-20 20-1 0 0,-1-4-14 0 0,-50 36-1 0 0,-23 21 24 0 0,100-83 17 0 0,0-1-1 0 0,0 1 1 0 0,1 0-1 0 0,-1-1 1 0 0,1 1-1 0 0,-1 0 1 0 0,1 0-1 0 0,0 0 1 0 0,-1 0 0 0 0,1 0-1 0 0,0 0 1 0 0,0 1-1 0 0,0-1 1 0 0,1 0-1 0 0,-1 0 1 0 0,1 1 0 0 0,-1-1-1 0 0,1 0 1 0 0,0 1-1 0 0,0-1 1 0 0,0 0-1 0 0,0 1 1 0 0,0 2-1 0 0,2-2 3 0 0,-1 0-1 0 0,0 0 0 0 0,1 0 0 0 0,0 0 0 0 0,0 0 0 0 0,0 0 0 0 0,0-1 0 0 0,0 1 0 0 0,0-1 0 0 0,1 0 0 0 0,-1 0 0 0 0,1 1 0 0 0,0-2 0 0 0,4 4 0 0 0,12 5 18 0 0,0-1 0 0 0,0-1 1 0 0,1-1-1 0 0,21 5 0 0 0,-38-11-27 0 0,91 23-655 0 0,1-4 1 0 0,114 8-1 0 0,-123-24-1784 0 0,-31-8-2721 0 0,-34-1 2367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52.4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2 139 364 0 0,'-1'-1'193'0'0,"1"1"0"0"0,0-1 0 0 0,0 0 0 0 0,0 0 0 0 0,0 0 0 0 0,0 1 1 0 0,0-1-1 0 0,0 0 0 0 0,0 0 0 0 0,0 0 0 0 0,0 1 0 0 0,1-1 0 0 0,-1 0 0 0 0,0 0 0 0 0,1 1 0 0 0,-1-1 0 0 0,0 0 0 0 0,1 1 0 0 0,-1-1 1 0 0,1 0-1 0 0,-1 1 0 0 0,1-1 0 0 0,-1 0 0 0 0,1 1 0 0 0,0-1 0 0 0,14 9 2017 0 0,11 32-404 0 0,-12-4-1140 0 0,-2 1 1 0 0,-1 0-1 0 0,-2 0 1 0 0,-1 1 0 0 0,1 39-1 0 0,-4-18-37 0 0,-3-1-1 0 0,-10 95 1 0 0,-14-32 440 0 0,19-236-889 0 0,7-15-305 0 0,12-124-92 0 0,-13 229 188 0 0,2 0 1 0 0,1 0-1 0 0,1 1 1 0 0,1 0 0 0 0,1 0-1 0 0,1 0 1 0 0,23-39-1 0 0,-27 54 1 0 0,1 0 1 0 0,-1 0-1 0 0,2 1 0 0 0,-1 0 0 0 0,1 0 0 0 0,0 0 1 0 0,1 1-1 0 0,0 0 0 0 0,14-8 0 0 0,-22 15 24 0 0,-1 0 1 0 0,1 0-1 0 0,0 0 0 0 0,-1 0 0 0 0,1 0 1 0 0,0 0-1 0 0,-1 1 0 0 0,1-1 0 0 0,0 0 1 0 0,-1 0-1 0 0,1 0 0 0 0,0 1 0 0 0,-1-1 1 0 0,1 0-1 0 0,0 1 0 0 0,-1-1 1 0 0,1 0-1 0 0,-1 1 0 0 0,1-1 0 0 0,-1 1 1 0 0,1-1-1 0 0,-1 1 0 0 0,1-1 0 0 0,-1 1 1 0 0,1-1-1 0 0,-1 1 0 0 0,0 0 0 0 0,1-1 1 0 0,-1 1-1 0 0,0 0 0 0 0,0-1 0 0 0,1 1 1 0 0,-1 0-1 0 0,0-1 0 0 0,0 1 0 0 0,0 0 1 0 0,7 24-60 0 0,-9 20 47 0 0,-3 1-1 0 0,-1-2 1 0 0,-22 76-1 0 0,8-38 85 0 0,17-67-8 0 0,0-1-1 0 0,1 1 1 0 0,0 0-1 0 0,1 0 0 0 0,2 23 1 0 0,-1-34-50 0 0,0-1 1 0 0,1 0-1 0 0,-1 0 1 0 0,1 1 0 0 0,0-1-1 0 0,0 0 1 0 0,0 0 0 0 0,0 0-1 0 0,1 0 1 0 0,-1 0-1 0 0,1 0 1 0 0,0 0 0 0 0,0-1-1 0 0,0 1 1 0 0,0-1 0 0 0,0 1-1 0 0,0-1 1 0 0,1 0-1 0 0,-1 0 1 0 0,1 0 0 0 0,0 0-1 0 0,-1 0 1 0 0,1 0 0 0 0,0-1-1 0 0,0 0 1 0 0,0 1-1 0 0,0-1 1 0 0,0 0 0 0 0,1 0-1 0 0,-1-1 1 0 0,6 2-1 0 0,12-1-180 0 0,1-1 0 0 0,0 0 0 0 0,0-2-1 0 0,37-6 1 0 0,85-29-1478 0 0,-25-6-1011 0 0,-43 6-2403 0 0,-30 9 1707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52.7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1 102 452 0 0,'17'-5'3168'0'0,"1"-1"-1"0"0,28-14 1 0 0,-28 11-2542 0 0,0 2-1 0 0,27-9 1 0 0,62-4-2018 0 0,-38 7-3968 0 0,-42 8 2504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53.1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37 158 928 0 0,'-15'8'1581'0'0,"-7"6"4695"0"0,28-15-5507 0 0,131-38 719 0 0,43-12-1827 0 0,-6-14-5595 0 0,-128 42 3253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53.4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12 548 0 0,'7'-3'969'0'0,"-6"2"-804"0"0,0 0 0 0 0,0 0-1 0 0,0 1 1 0 0,0-1 0 0 0,0 0 0 0 0,0 1 0 0 0,0-1 0 0 0,1 1 0 0 0,-1-1-1 0 0,0 1 1 0 0,0 0 0 0 0,0-1 0 0 0,1 1 0 0 0,-1 0 0 0 0,0 0 0 0 0,1 0-1 0 0,-1 0 1 0 0,0 0 0 0 0,0 0 0 0 0,1 0 0 0 0,-1 1 0 0 0,0-1-1 0 0,0 0 1 0 0,1 1 0 0 0,-1-1 0 0 0,0 1 0 0 0,0-1 0 0 0,0 1 0 0 0,0 0-1 0 0,0-1 1 0 0,0 1 0 0 0,0 0 0 0 0,0 0 0 0 0,0 0 0 0 0,0-1 0 0 0,0 1-1 0 0,0 0 1 0 0,-1 0 0 0 0,1 1 0 0 0,0-1 0 0 0,-1 0 0 0 0,1 0 0 0 0,0 0-1 0 0,-1 0 1 0 0,1 3 0 0 0,13 22 606 0 0,-2 0 0 0 0,0 1 0 0 0,-2 1 0 0 0,-1 0 0 0 0,-1 0 0 0 0,-2 1 0 0 0,4 36 0 0 0,-4-5-291 0 0,-3 0 0 0 0,-7 94 0 0 0,2-134-724 0 0,-1-1-1 0 0,-1 1 1 0 0,-7 19-1 0 0,-9 10-1692 0 0,-7-12-3625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53.8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60 63 776 0 0,'4'-7'387'0'0,"-1"1"199"0"0,0 0 1 0 0,0 1 0 0 0,0-1 0 0 0,1 0 0 0 0,0 1-1 0 0,0 0 1 0 0,1 0 0 0 0,7-6 789 0 0,-15 51 158 0 0,-2 0 0 0 0,-1 0 1 0 0,-23 76-1 0 0,-3 16-255 0 0,25-97-982 0 0,-14 104 644 0 0,20-125-803 0 0,0 1 0 0 0,1 0 1 0 0,1 0-1 0 0,0-1 0 0 0,1 1 1 0 0,1 0-1 0 0,6 18 1 0 0,-8-30-114 0 0,0 0 1 0 0,0 0-1 0 0,1 1 1 0 0,0-1-1 0 0,-1 0 1 0 0,1-1-1 0 0,0 1 1 0 0,0 0 0 0 0,0-1-1 0 0,1 1 1 0 0,-1-1-1 0 0,1 1 1 0 0,-1-1-1 0 0,1 0 1 0 0,0 0-1 0 0,0 0 1 0 0,0-1-1 0 0,4 3 1 0 0,-2-2-14 0 0,0-1 0 0 0,0 0 0 0 0,0 0 1 0 0,1 0-1 0 0,-1-1 0 0 0,0 0 0 0 0,0 0 0 0 0,1 0 0 0 0,-1 0 0 0 0,10-3 0 0 0,-1 0-33 0 0,0-2 0 0 0,0 1 0 0 0,-1-2 0 0 0,0 0-1 0 0,0 0 1 0 0,0-1 0 0 0,21-16 0 0 0,-24 14 2 0 0,0 0 0 0 0,-1 0 0 0 0,0-1 1 0 0,0 0-1 0 0,-1-1 0 0 0,13-21 0 0 0,-12 15-12 0 0,-1-1 1 0 0,-1 0-1 0 0,0-1 1 0 0,-1 1-1 0 0,-1-1 0 0 0,-1-1 1 0 0,3-26-1 0 0,-5 23-25 0 0,0 0 0 0 0,-2-1 0 0 0,-1 1 0 0 0,-1 0 1 0 0,-1 0-1 0 0,-1 0 0 0 0,-1 0 0 0 0,-1 0 0 0 0,-1 1 0 0 0,-19-42 0 0 0,22 56-22 0 0,-1-1 0 0 0,0 1 0 0 0,-1 0 0 0 0,0 0 0 0 0,0 1 0 0 0,-1 0 1 0 0,1 0-1 0 0,-2 1 0 0 0,1-1 0 0 0,-1 2 0 0 0,0-1 0 0 0,-14-7 0 0 0,17 11-41 0 0,0 0 1 0 0,0 0-1 0 0,-1 0 1 0 0,1 1-1 0 0,0 0 0 0 0,-1 0 1 0 0,1 0-1 0 0,-1 0 0 0 0,1 1 1 0 0,-1 0-1 0 0,0 1 1 0 0,1-1-1 0 0,-1 1 0 0 0,1 0 1 0 0,0 0-1 0 0,-1 1 1 0 0,1-1-1 0 0,0 1 0 0 0,0 0 1 0 0,0 1-1 0 0,0-1 0 0 0,0 1 1 0 0,-5 4-1 0 0,-31 27-2007 0 0,21-5-3209 0 0,16-17 2449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54.1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16 904 0 0,'21'-15'7359'0'0,"-28"39"-3223"0"0,4-15-4371 0 0,-6 20 698 0 0,1-1 0 0 0,1 1 0 0 0,1 1-1 0 0,2-1 1 0 0,1 1 0 0 0,2 0-1 0 0,1-1 1 0 0,1 1 0 0 0,1 0 0 0 0,2-1-1 0 0,8 34 1 0 0,-8-49-387 0 0,1-1 1 0 0,0 0 0 0 0,2 0-1 0 0,-1 0 1 0 0,1-1-1 0 0,1 0 1 0 0,0 0-1 0 0,12 12 1 0 0,11 10 146 0 0,40 34 0 0 0,-70-68-222 0 0,0 1 0 0 0,-1-1 0 0 0,1 1-1 0 0,0-1 1 0 0,-1 1 0 0 0,1-1 0 0 0,0 1 0 0 0,-1-1-1 0 0,1 1 1 0 0,-1-1 0 0 0,1 1 0 0 0,-1 0-1 0 0,0-1 1 0 0,1 1 0 0 0,-1 0 0 0 0,0 0 0 0 0,1-1-1 0 0,-1 1 1 0 0,0 0 0 0 0,0 0 0 0 0,0-1-1 0 0,1 1 1 0 0,-1 0 0 0 0,0 0 0 0 0,0 0 0 0 0,0-1-1 0 0,0 1 1 0 0,0 0 0 0 0,-1 0 0 0 0,1 1-1 0 0,-1-1-10 0 0,0 0 0 0 0,0 0 0 0 0,-1 0-1 0 0,1 0 1 0 0,0 0 0 0 0,-1 0-1 0 0,1-1 1 0 0,0 1 0 0 0,-1 0 0 0 0,1-1-1 0 0,-1 1 1 0 0,1-1 0 0 0,-1 0 0 0 0,-2 1-1 0 0,-60 3-767 0 0,59-4 626 0 0,0 0-122 0 0,0 0 0 0 0,-1-1 1 0 0,1 1-1 0 0,0-1 1 0 0,-1 0-1 0 0,1-1 0 0 0,0 1 1 0 0,0-1-1 0 0,0 0 1 0 0,0 0-1 0 0,0-1 1 0 0,0 0-1 0 0,-7-5 0 0 0,10 6-219 0 0,0 0 0 0 0,-1 0 0 0 0,1-1 0 0 0,0 1-1 0 0,0-1 1 0 0,0 0 0 0 0,0 0 0 0 0,1 1 0 0 0,-1-1 0 0 0,1 0-1 0 0,0 0 1 0 0,0-1 0 0 0,0 1 0 0 0,0 0 0 0 0,0-4 0 0 0,0-16-2922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54.5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1 140 720 0 0,'38'-44'10799'0'0,"-33"40"-10182"0"0,1 0 1 0 0,0 0-1 0 0,0 1 0 0 0,0 0 1 0 0,0 0-1 0 0,12-4 1 0 0,38-12 1823 0 0,83-15 0 0 0,-107 28-3147 0 0,0 2 1 0 0,36 0-1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0:30.7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0 130 312 0 0,'5'-35'2879'0'0,"-4"20"-534"0"0,1 0 0 0 0,1 0 1 0 0,6-21 809 0 0,18 60-1936 0 0,9 31-359 0 0,-2 1 0 0 0,-3 1 1 0 0,28 70-1 0 0,-32-67-386 0 0,52 114 749 0 0,-72-156-1077 0 0,0 0 336 0 0,1 0 0 0 0,1 0 0 0 0,14 20 0 0 0,-22-37-422 0 0,0 0-1 0 0,0-1 0 0 0,-1 1 1 0 0,1-1-1 0 0,0 0 0 0 0,0 1 0 0 0,0-1 1 0 0,0 0-1 0 0,0 1 0 0 0,0-1 1 0 0,0 0-1 0 0,0 0 0 0 0,0 0 0 0 0,0 0 1 0 0,0 0-1 0 0,0 0 0 0 0,0 0 1 0 0,0 0-1 0 0,0 0 0 0 0,0-1 1 0 0,0 1-1 0 0,0 0 0 0 0,0-1 0 0 0,0 1 1 0 0,0-1-1 0 0,-1 1 0 0 0,1-1 1 0 0,0 1-1 0 0,0-1 0 0 0,0 1 1 0 0,-1-1-1 0 0,1 0 0 0 0,0 1 0 0 0,0-1 1 0 0,-1 0-1 0 0,1 0 0 0 0,-1 0 1 0 0,1-1-1 0 0,31-35 352 0 0,-29 33-249 0 0,22-35 79 0 0,-2 0-1 0 0,-2-1 1 0 0,-1-1 0 0 0,14-45 0 0 0,25-51 112 0 0,-31 82-187 0 0,52-116 296 0 0,-72 151-1210 0 0,-18 64-6199 0 0,7-33 6897 0 0,-3 15-2809 0 0,-4 50 0 0 0,8-31-3426 0 0,4-18 2273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0:31.1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110 42 1112 0 0,'-3'0'8884'0'0,"-6"1"-9006"0"0,3 3 730 0 0,1 3-351 0 0,0 0 1 0 0,1 0-1 0 0,0 0 0 0 0,0 0 1 0 0,1 0-1 0 0,0 1 1 0 0,0 0-1 0 0,1 0 1 0 0,0-1-1 0 0,0 1 1 0 0,1 0-1 0 0,-1 12 1 0 0,-2 6 221 0 0,1-8-288 0 0,0 1 0 0 0,2 0 0 0 0,0 0 0 0 0,1 0 0 0 0,1 1 0 0 0,1-1 0 0 0,0-1 0 0 0,2 1 0 0 0,0 0 0 0 0,1-1 0 0 0,1 0 0 0 0,0 0 0 0 0,2 0 0 0 0,0-1 0 0 0,12 19 0 0 0,-19-34-169 0 0,0 0-1 0 0,0 0 1 0 0,1 0 0 0 0,0 0-1 0 0,-1 0 1 0 0,1 0-1 0 0,0-1 1 0 0,0 1 0 0 0,0-1-1 0 0,0 1 1 0 0,0-1-1 0 0,0 1 1 0 0,0-1 0 0 0,0 0-1 0 0,1 0 1 0 0,-1 0-1 0 0,0-1 1 0 0,1 1 0 0 0,-1 0-1 0 0,1-1 1 0 0,4 1-1 0 0,-4-2 1 0 0,-1 1-1 0 0,1-1 0 0 0,-1 0 0 0 0,1 0 0 0 0,-1 0 0 0 0,0 0 0 0 0,1-1 0 0 0,-1 1 0 0 0,0-1 1 0 0,0 1-1 0 0,0-1 0 0 0,0 0 0 0 0,0 0 0 0 0,0 0 0 0 0,0 0 0 0 0,2-4 0 0 0,3-4 42 0 0,-1 0 1 0 0,-1-1-1 0 0,1 1 0 0 0,-2-1 0 0 0,0 0 0 0 0,0-1 0 0 0,-1 1 0 0 0,2-13 0 0 0,-2 0 27 0 0,-2 0-1 0 0,0-1 1 0 0,-2 1-1 0 0,0-1 1 0 0,-2 1-1 0 0,-11-47 1 0 0,12 61-164 0 0,-1 0 1 0 0,0 0-1 0 0,-1 1 1 0 0,0-1-1 0 0,0 0 1 0 0,-1 1-1 0 0,0 0 1 0 0,-1 0-1 0 0,0 1 1 0 0,0 0-1 0 0,-1 0 1 0 0,0 0-1 0 0,0 1 1 0 0,-1 0-1 0 0,0 0 1 0 0,0 1-1 0 0,-1 0 1 0 0,-16-9-1 0 0,21 14-64 0 0,1 0 0 0 0,-1 0 0 0 0,0 0 0 0 0,1 1 0 0 0,-1 0 0 0 0,0-1 0 0 0,0 1-1 0 0,1 1 1 0 0,-1-1 0 0 0,0 0 0 0 0,0 1 0 0 0,1 0 0 0 0,-1 0 0 0 0,1 0 0 0 0,-5 2 0 0 0,5-2-142 0 0,1 0 0 0 0,0 1 1 0 0,-1-1-1 0 0,1 1 1 0 0,0-1-1 0 0,0 1 1 0 0,-1 0-1 0 0,1 0 0 0 0,-2 3 1 0 0,3-3-163 0 0,0-1-1 0 0,0 1 1 0 0,0-1 0 0 0,0 1-1 0 0,0-1 1 0 0,1 1 0 0 0,-1 0-1 0 0,1-1 1 0 0,-1 1 0 0 0,1 0-1 0 0,0 0 1 0 0,-1-1 0 0 0,1 1-1 0 0,0 0 1 0 0,1 3 0 0 0,2 4-2888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0:32.8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163 116 864 0 0,'0'-2'175'0'0,"-31"-60"5176"0"0,29 59-4962 0 0,0-1 1 0 0,0 1-1 0 0,0 0 1 0 0,-1 0-1 0 0,0 0 1 0 0,1 0 0 0 0,-1 0-1 0 0,0 0 1 0 0,-1 1-1 0 0,1-1 1 0 0,0 1-1 0 0,-1 0 1 0 0,1 0 0 0 0,-6-2 515 0 0,-9 16 98 0 0,-7 7-334 0 0,20-9-541 0 0,-1 0-1 0 0,1 0 1 0 0,0 1-1 0 0,1 0 1 0 0,1 0-1 0 0,-1 0 1 0 0,2 0-1 0 0,0 1 1 0 0,0-1-1 0 0,1 1 1 0 0,0-1-1 0 0,1 1 1 0 0,0 0-1 0 0,1-1 1 0 0,3 15 0 0 0,-1-6-56 0 0,2 0 1 0 0,0 0-1 0 0,1 0 1 0 0,1-1-1 0 0,1 0 1 0 0,1 0-1 0 0,18 29 1 0 0,-7-22-59 0 0,1 0 0 0 0,1-1 0 0 0,29 24 0 0 0,32 38-67 0 0,-81-85 50 0 0,-1 0-1 0 0,1 0 1 0 0,-1 1-1 0 0,0-1 1 0 0,0 1 0 0 0,0-1-1 0 0,0 1 1 0 0,-1-1 0 0 0,1 1-1 0 0,0-1 1 0 0,-1 1-1 0 0,0 0 1 0 0,0-1 0 0 0,0 1-1 0 0,0 0 1 0 0,0-1 0 0 0,0 1-1 0 0,-1 0 1 0 0,1-1 0 0 0,-1 1-1 0 0,0-1 1 0 0,0 1-1 0 0,1-1 1 0 0,-2 1 0 0 0,1-1-1 0 0,0 0 1 0 0,-1 1 0 0 0,1-1-1 0 0,-1 0 1 0 0,1 0 0 0 0,-1 0-1 0 0,0 0 1 0 0,0 0-1 0 0,0-1 1 0 0,-3 3 0 0 0,-1 2-23 0 0,0-1 0 0 0,-1 0 0 0 0,1-1 0 0 0,-1 1 0 0 0,0-1 0 0 0,0-1 0 0 0,-1 1 0 0 0,1-1 0 0 0,0-1 0 0 0,-1 1 0 0 0,-10 1 0 0 0,16-4-48 0 0,-1 1 0 0 0,0-1 0 0 0,0 0 1 0 0,0 0-1 0 0,0 0 0 0 0,0 0 0 0 0,0-1 0 0 0,1 1 1 0 0,-1-1-1 0 0,0 1 0 0 0,0-1 0 0 0,0 0 1 0 0,1 0-1 0 0,-1-1 0 0 0,1 1 0 0 0,-4-3 1 0 0,4 3-4 0 0,1 0 0 0 0,0-1 0 0 0,0 1 0 0 0,0-1 1 0 0,0 0-1 0 0,1 1 0 0 0,-1-1 0 0 0,0 0 0 0 0,1 1 1 0 0,-1-1-1 0 0,1 0 0 0 0,-1 0 0 0 0,1 0 0 0 0,0 0 1 0 0,0 1-1 0 0,0-1 0 0 0,0 0 0 0 0,0 0 0 0 0,0 0 1 0 0,0 0-1 0 0,1 1 0 0 0,-1-1 0 0 0,1 0 0 0 0,-1 0 1 0 0,1 1-1 0 0,0-1 0 0 0,1-2 0 0 0,9-16-403 0 0,0 0-1 0 0,2 1 0 0 0,0 1 1 0 0,2 0-1 0 0,0 0 1 0 0,32-28-1 0 0,-36 35 292 0 0,41-39-479 0 0,71-74-556 0 0,-102 100 2421 0 0,27-43 0 0 0,-35 53 1059 0 0,-17 31-943 0 0,-3 12-1121 0 0,7-22-175 0 0,-1 1 0 0 0,1 0 0 0 0,0 0 0 0 0,1 0 1 0 0,0 0-1 0 0,0 0 0 0 0,0 0 0 0 0,1 0 1 0 0,1-1-1 0 0,-1 1 0 0 0,1-1 0 0 0,0 0 0 0 0,1 0 1 0 0,0 0-1 0 0,0 0 0 0 0,0 0 0 0 0,1-1 0 0 0,0 0 1 0 0,0 0-1 0 0,1 0 0 0 0,0-1 0 0 0,0 1 1 0 0,0-1-1 0 0,0-1 0 0 0,1 1 0 0 0,0-1 0 0 0,0 0 1 0 0,0-1-1 0 0,0 0 0 0 0,1 0 0 0 0,-1 0 0 0 0,9 1 1 0 0,-11-4-39 0 0,-1 1 0 0 0,1-1 0 0 0,-1 0 0 0 0,1 0 0 0 0,-1 0 0 0 0,1-1 0 0 0,-1 1 0 0 0,1-1 0 0 0,-1 0 0 0 0,0-1 0 0 0,0 1 0 0 0,1-1 0 0 0,-1 1 0 0 0,0-1 0 0 0,0-1 0 0 0,0 1 0 0 0,-1 0 0 0 0,1-1 0 0 0,6-6 0 0 0,-5 5 2 0 0,0-1 1 0 0,-1 1-1 0 0,1-1 1 0 0,-1 0-1 0 0,0-1 1 0 0,0 1-1 0 0,-1-1 1 0 0,0 0-1 0 0,0 0 1 0 0,0 0 0 0 0,-1 0-1 0 0,4-13 1 0 0,-3-5-3 0 0,-2 0 0 0 0,-1 0 0 0 0,-4-44 0 0 0,1 44 58 0 0,1 0 0 0 0,2 0 0 0 0,4-46 0 0 0,15 9 151 0 0,-18 58-169 0 0,0 0 0 0 0,1-1 0 0 0,-1 1 0 0 0,1 0 0 0 0,0 0 0 0 0,0 0 0 0 0,0 0 0 0 0,0 1 0 0 0,1-1 0 0 0,-1 0 0 0 0,0 1 0 0 0,1 0 0 0 0,0-1 0 0 0,0 1 0 0 0,5-3 0 0 0,-7 5 13 0 0,24 14 398 0 0,-14 1-199 0 0,-1 0-1 0 0,0 0 0 0 0,-1 1 1 0 0,-1 0-1 0 0,0 0 0 0 0,-1 1 1 0 0,5 19-1 0 0,29 132 669 0 0,-24-87-608 0 0,35 190-1300 0 0,-53-270 933 0 0,1 0 1 0 0,0 0-1 0 0,0 0 0 0 0,1 0 1 0 0,-1 1-1 0 0,0-1 0 0 0,0 0 1 0 0,1 0-1 0 0,-1 0 0 0 0,0 0 1 0 0,1 0-1 0 0,-1 0 0 0 0,1 0 1 0 0,0 0-1 0 0,-1 0 1 0 0,1 0-1 0 0,0 0 0 0 0,-1 0 1 0 0,1 0-1 0 0,0 0 0 0 0,0 0 1 0 0,0-1-1 0 0,0 1 0 0 0,0 0 1 0 0,1 0-1 0 0,-1-1-39 0 0,0-1 1 0 0,0 1-1 0 0,1-1 1 0 0,-1 1-1 0 0,0-1 1 0 0,0 0-1 0 0,0 1 0 0 0,0-1 1 0 0,0 0-1 0 0,-1 0 1 0 0,1 0-1 0 0,0 1 0 0 0,0-1 1 0 0,0 0-1 0 0,-1 0 1 0 0,1 0-1 0 0,-1-1 1 0 0,1 1-1 0 0,0-1 0 0 0,4-8-741 0 0,-1 0 1 0 0,1 0-1 0 0,-2 0 0 0 0,5-18 0 0 0,-4-12-2295 0 0,-2-5 241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0:33.2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7 241 484 0 0,'-7'-64'4952'0'0,"7"63"-4911"0"0,0 1 1 0 0,0 0-1 0 0,0 0 0 0 0,1 0 1 0 0,-1-1-1 0 0,0 1 0 0 0,0 0 1 0 0,0 0-1 0 0,0 0 0 0 0,0-1 1 0 0,0 1-1 0 0,0 0 0 0 0,0 0 1 0 0,0 0-1 0 0,1 0 0 0 0,-1 0 1 0 0,0-1-1 0 0,0 1 0 0 0,0 0 1 0 0,0 0-1 0 0,0 0 0 0 0,1 0 1 0 0,-1 0-1 0 0,0 0 0 0 0,0 0 1 0 0,0-1-1 0 0,1 1 1 0 0,-1 0-1 0 0,0 0 0 0 0,0 0 1 0 0,0 0-1 0 0,1 0 0 0 0,-1 0 1 0 0,0 0-1 0 0,0 0 0 0 0,0 0 1 0 0,1 0-1 0 0,-1 0 0 0 0,0 0 1 0 0,0 0-1 0 0,0 0 0 0 0,0 0 1 0 0,1 0-1 0 0,-1 1 0 0 0,0-1 1 0 0,0 0-1 0 0,0 0 0 0 0,1 0 1 0 0,-1 0-1 0 0,0 0 0 0 0,0 0 1 0 0,0 0-1 0 0,0 1 1 0 0,0-1-1 0 0,1 0 0 0 0,-1 0 1 0 0,0 0-1 0 0,0 0 0 0 0,0 1 1 0 0,0-1-1 0 0,0 0 0 0 0,10 9 876 0 0,0 4-432 0 0,-1 0 65 0 0,-1 0 0 0 0,0 1 0 0 0,-1 0-1 0 0,8 21 1 0 0,-5-10-26 0 0,52 142 2290 0 0,-52-154-1529 0 0,-9-29-790 0 0,-12-53-457 0 0,8 47 136 0 0,-5-34 30 0 0,-2-70 0 0 0,10 106-34 0 0,1 0 1 0 0,0 0-1 0 0,1 0 1 0 0,2 0-1 0 0,0 0 0 0 0,1 1 1 0 0,9-23-1 0 0,-14 41-154 0 0,1-1 0 0 0,-1 1 0 0 0,1 0 0 0 0,-1 0 0 0 0,1 0 0 0 0,-1 0-1 0 0,1 0 1 0 0,0 0 0 0 0,0 0 0 0 0,0 0 0 0 0,-1 0 0 0 0,1 0 0 0 0,0 0 0 0 0,0 1 0 0 0,0-1 0 0 0,0 0-1 0 0,1 1 1 0 0,-1-1 0 0 0,0 1 0 0 0,0-1 0 0 0,0 1 0 0 0,0-1 0 0 0,1 1 0 0 0,-1 0 0 0 0,0 0 0 0 0,0-1 0 0 0,2 1-1 0 0,1 1 5 0 0,-1-1-1 0 0,0 1 1 0 0,0 0-1 0 0,0-1 0 0 0,1 2 1 0 0,-1-1-1 0 0,0 0 0 0 0,0 1 1 0 0,0-1-1 0 0,3 3 0 0 0,4 4 13 0 0,0-1-1 0 0,-1 1 0 0 0,0 0 1 0 0,14 17-1 0 0,-11-8-191 0 0,-1 0 0 0 0,-1 1 0 0 0,-1 0 0 0 0,0 1 0 0 0,-1 0 0 0 0,-1 0 0 0 0,-1 1 0 0 0,-1 0 1 0 0,5 32-1 0 0,-7-26-1033 0 0,-1-1 0 0 0,-2 46 1 0 0,-2-49-873 0 0,-1 0 0 0 0,0 0 1 0 0,-9 26-1 0 0,-1-11-1665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0:33.6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197 987 12497 0 0,'-67'31'6'0'0,"-51"26"167"0"0,118-57-164 0 0,-1 0 0 0 0,1 0-1 0 0,-1 1 1 0 0,1-1-1 0 0,-1 0 1 0 0,1 0-1 0 0,-1 0 1 0 0,1 1-1 0 0,-1-1 1 0 0,1 0-1 0 0,-1 1 1 0 0,1-1-1 0 0,-1 0 1 0 0,1 1-1 0 0,-1-1 1 0 0,1 1-1 0 0,0-1 1 0 0,-1 1-1 0 0,1-1 1 0 0,0 1-1 0 0,-1-1 1 0 0,1 1-1 0 0,0-1 1 0 0,0 1 0 0 0,-1-1-1 0 0,1 1 1 0 0,0-1-1 0 0,0 1 1 0 0,0 0-1 0 0,0-1 1 0 0,0 1-1 0 0,0-1 1 0 0,0 2-1 0 0,18 6 305 0 0,32-5 77 0 0,-7-6-128 0 0,1-2 0 0 0,-1-2 0 0 0,73-22 0 0 0,-66 16-118 0 0,1613-479 4091 0 0,-1294 375-3318 0 0,177-37 607 0 0,-85 25-29 0 0,-350 97-876 0 0,113-39 2310 0 0,-220 69-2614 0 0,0 0 0 0 0,0 0 1 0 0,0 0-1 0 0,0 0 0 0 0,0-1 0 0 0,0 0 1 0 0,-1 0-1 0 0,1 0 0 0 0,5-6 1 0 0,3-9-2740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7:10:42.3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137 23 476,'0'-23'3670,"1"27"-1967,1 45-1307,0-9 226,4 632 3062,-68-25-2045,13-175-968,34-331-493,4-46-246,1 129-1,16-142-1399,-6-82 1445,0 1 0,0-1 0,0 0 0,0 0 0,0 0 0,0 1 0,0-1 0,0 0 0,0 0 0,0 1 0,0-1 0,0 0 1,1 0-1,-1 0 0,0 1 0,0-1 0,0 0 0,0 0 0,0 0 0,1 0 0,-1 1 0,0-1 0,0 0 0,0 0 0,1 0 0,-1 0 0,0 0 0,0 0 0,0 1 1,1-1-1,-1 0 0,0 0 0,0 0 0,0 0 0,1 0 0,-1 0 0,0 0 0,0 0 0,1 0 0,-1 0 0,0 0 0,0 0 0,1 0 0,-1 0 0,0 0 1,0-1-1,0 1 0,1 0 0,-1 0 0,0 0 0,0 0 0,0 0 0,1 0 0,-1-1 0,0 1 0,0 0 0,0 0 0,0 0 0,1 0 0,-1-1 0,0 1 1,0 0-1,0 0 0,0 0 0,0-1 0,11-13-734,-10 14 755,3-7-409,0 0 1,-1 0-1,0-1 0,0 1 1,-1 0-1,1-1 1,-2 0-1,1 1 0,0-9 1,0 0-474,8-33-1463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0:42.8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10 124 0 0,'-3'-3'684'0'0,"-7"-3"2893"0"0,10 27-2469 0 0,4-6-848 0 0,0 0 0 0 0,1-1-1 0 0,0 1 1 0 0,1-1 0 0 0,1 0 0 0 0,0 0-1 0 0,1-1 1 0 0,16 22 0 0 0,7 3 192 0 0,51 51 1 0 0,423 346 1197 0 0,-425-371-1492 0 0,127 112 171 0 0,-93-58-154 0 0,-49-33-59 0 0,-58-74-107 0 0,0-1 1 0 0,0 1 0 0 0,-1 1 0 0 0,-1-1 0 0 0,0 1-1 0 0,0 0 1 0 0,-1 0 0 0 0,-1 0 0 0 0,0 1-1 0 0,0-1 1 0 0,-2 1 0 0 0,1 0 0 0 0,-2 0 0 0 0,0-1-1 0 0,0 1 1 0 0,-1 0 0 0 0,0 0 0 0 0,-2-1-1 0 0,1 1 1 0 0,-1-1 0 0 0,-1 1 0 0 0,0-1 0 0 0,-1-1-1 0 0,0 1 1 0 0,-1 0 0 0 0,-14 19 0 0 0,-6 7 12 0 0,-1-1 0 0 0,-3-1 0 0 0,0-2 0 0 0,-3-1 0 0 0,-41 33 0 0 0,-198 133 128 0 0,118-91-71 0 0,148-104-77 0 0,-182 144 89 0 0,164-127-81 0 0,2 1 0 0 0,1 1 0 0 0,1 1 1 0 0,0 1-1 0 0,-26 47 0 0 0,31-45-114 0 0,2 0-1 0 0,-12 34 1 0 0,22-51-125 0 0,0 0-1 0 0,1 1 1 0 0,0-1 0 0 0,0 0 0 0 0,1 1 0 0 0,0-1 0 0 0,1 1 0 0 0,0-1-1 0 0,3 20 1 0 0,6-8-995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0:43.3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57 516 0 0,'1'-2'134'0'0,"-1"1"0"0"0,1-1 0 0 0,-1 1 0 0 0,1 0 0 0 0,0-1 1 0 0,-1 1-1 0 0,1 0 0 0 0,0 0 0 0 0,0-1 0 0 0,0 1 0 0 0,0 0 0 0 0,0 0 0 0 0,0 0 0 0 0,0 0 0 0 0,0 0 0 0 0,1 0 1 0 0,-1 0-1 0 0,0 1 0 0 0,1-1 0 0 0,-1 0 0 0 0,0 1 0 0 0,1-1 0 0 0,-1 1 0 0 0,1-1 0 0 0,-1 1 0 0 0,2 0 0 0 0,47-10 822 0 0,-43 9-742 0 0,94-10 1376 0 0,147 3 0 0 0,102 23-212 0 0,-128-3-784 0 0,-28-3-160 0 0,166 4 326 0 0,-189-19-166 0 0,-129-4 122 0 0,-41 9-688 0 0,-6 1-1641 0 0,1 0 1394 0 0,0 0 0 0 0,0 1 0 0 0,0-1 1 0 0,0 1-1 0 0,0 0 0 0 0,1 0 0 0 0,-1 1 0 0 0,0-1 0 0 0,-4 3 0 0 0,-24 13-4674 0 0,16-8 2478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0:43.7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32 628 0 0,'0'0'5311'0'0,"4"-2"-4592"0"0,66-10 274 0 0,-1 3-1 0 0,1 3 1 0 0,97 3 0 0 0,-101 3-558 0 0,583 10 2265 0 0,-306-2-1700 0 0,-102-6-439 0 0,-235-2-2350 0 0,-32 5-1020 0 0,-46 4-1464 0 0,64-8 3105 0 0,-36 3-1806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0:44.3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85 656 0 0,'-1'-5'351'0'0,"0"0"-1"0"0,0-1 1 0 0,1 1-1 0 0,0-1 1 0 0,0 1-1 0 0,1 0 1 0 0,0-1 0 0 0,-1 1-1 0 0,2 0 1 0 0,-1-1-1 0 0,1 1 1 0 0,-1 0-1 0 0,5-7 1 0 0,-5 11-302 0 0,0 1-1 0 0,0-1 1 0 0,0 1-1 0 0,0-1 1 0 0,0 1 0 0 0,0 0-1 0 0,0 0 1 0 0,0-1 0 0 0,0 1-1 0 0,1 0 1 0 0,-1 0 0 0 0,0 0-1 0 0,0 0 1 0 0,0 0 0 0 0,0 0-1 0 0,0 1 1 0 0,0-1 0 0 0,0 0-1 0 0,0 0 1 0 0,0 1 0 0 0,0-1-1 0 0,0 1 1 0 0,0-1 0 0 0,0 1-1 0 0,0-1 1 0 0,0 1 0 0 0,0 0-1 0 0,0-1 1 0 0,0 1 0 0 0,1 1-1 0 0,29 29 237 0 0,-25-24-109 0 0,16 20-37 0 0,-2 0 0 0 0,-1 2 0 0 0,-1 0 0 0 0,-1 1 0 0 0,13 33 0 0 0,-17-37-135 0 0,-6-10-200 0 0,1-1-1 0 0,-2 1 1 0 0,0 0 0 0 0,-1 1-1 0 0,-1-1 1 0 0,0 1 0 0 0,1 18 0 0 0,-5-35 105 0 0,-2 0-41 0 0,1-1 127 0 0,0 1 0 0 0,0-1 0 0 0,0 1 0 0 0,0-1 0 0 0,-1 0 0 0 0,1 0 0 0 0,0 0 0 0 0,0 0 0 0 0,0 0 0 0 0,1 0 0 0 0,-1 0 0 0 0,0 0 0 0 0,0 0 0 0 0,0 0 1 0 0,1 0-1 0 0,-1-1 0 0 0,1 1 0 0 0,-1 0 0 0 0,1 0 0 0 0,-1-1 0 0 0,1 1 0 0 0,0 0 0 0 0,-1-1 0 0 0,1 1 0 0 0,0 0 0 0 0,0-1 0 0 0,0-1 0 0 0,1-38-129 0 0,13 4-3697 0 0,-8 32 2437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0:44.7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1 984 0 0,'4'3'4613'0'0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0:53.4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0 152 0 0,'0'0'1268'0'0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36.4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73 263 464 0 0,'-2'17'7958'0'0,"-4"59"-5811"0"0,-1 34-467 0 0,-40 386 2143 0 0,37-430-491 0 0,10-70-3017 0 0,0-27 23 0 0,1-1 0 0 0,1 0 0 0 0,13-58 0 0 0,-4 23-124 0 0,43-255 287 0 0,-37 247-387 0 0,3 0 1 0 0,36-87-1 0 0,-54 155-108 0 0,4-9 29 0 0,1 1 0 0 0,0-1 0 0 0,1 1-1 0 0,0 0 1 0 0,1 1 0 0 0,15-18 0 0 0,-22 31-36 0 0,-1 0 0 0 0,0 0 0 0 0,0 0 0 0 0,0 1 0 0 0,1-1 0 0 0,-1 1 0 0 0,0-1 1 0 0,1 1-1 0 0,-1-1 0 0 0,0 1 0 0 0,1 0 0 0 0,-1 0 0 0 0,1-1 0 0 0,-1 1 0 0 0,0 0 0 0 0,1 0 0 0 0,-1 1 1 0 0,1-1-1 0 0,-1 0 0 0 0,0 0 0 0 0,1 1 0 0 0,-1-1 0 0 0,0 1 0 0 0,1-1 0 0 0,-1 1 0 0 0,0-1 0 0 0,0 1 1 0 0,1 0-1 0 0,-1 0 0 0 0,0 0 0 0 0,0-1 0 0 0,0 1 0 0 0,1 2 0 0 0,33 37-33 0 0,-34-39 34 0 0,17 29 0 0 0,-2 1 1 0 0,0 0-1 0 0,-3 1 1 0 0,0 1-1 0 0,9 43 1 0 0,-3-3-598 0 0,-3 0 1 0 0,11 129-1 0 0,-19 151-1544 0 0,-3-264 786 0 0,0-16-1880 0 0,-7-25-4296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36.7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86 352 0 0,'-48'-40'6675'0'0,"48"40"-6608"0"0,0-1 0 0 0,0 1 0 0 0,0-1 0 0 0,0 0 0 0 0,0 1 0 0 0,1-1 0 0 0,-1 1 0 0 0,0-1 0 0 0,0 0-1 0 0,0 1 1 0 0,1-1 0 0 0,-1 1 0 0 0,0-1 0 0 0,1 1 0 0 0,-1-1 0 0 0,0 1 0 0 0,1-1 0 0 0,-1 1 0 0 0,1 0 0 0 0,-1-1 0 0 0,0 1-1 0 0,1-1 1 0 0,-1 1 0 0 0,1 0 0 0 0,0-1 0 0 0,-1 1 0 0 0,1 0 0 0 0,-1 0 0 0 0,1 0 0 0 0,-1-1 0 0 0,1 1 0 0 0,0 0-1 0 0,0 0 1 0 0,21-10 679 0 0,19 2-244 0 0,0 2 1 0 0,0 2-1 0 0,0 1 0 0 0,59 4 0 0 0,165 25-1002 0 0,-245-23 368 0 0,50 7-717 0 0,52 5-933 0 0,-39-11-2834 0 0,-41-4 1980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37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500 7 1044 0 0,'4'-5'2197'0'0,"-3"5"-2028"0"0,-1 0 0 0 0,0-1-1 0 0,1 1 1 0 0,-1 0 0 0 0,1 0 0 0 0,-1 0 0 0 0,1-1 0 0 0,-1 1 0 0 0,1 0 0 0 0,-1 0 0 0 0,1 0 0 0 0,-1 0 0 0 0,0 0 0 0 0,1 0 0 0 0,-1 0 0 0 0,1 0 0 0 0,-1 0 0 0 0,1 0 0 0 0,-1 0 0 0 0,1 0 0 0 0,-1 1 0 0 0,1-1 0 0 0,-1 0 0 0 0,1 0 0 0 0,-1 0 0 0 0,0 1 0 0 0,2-1 337 0 0,-1 1-337 0 0,14 27 2472 0 0,4 43-1394 0 0,-18-69-955 0 0,11 52 420 0 0,-2 1 0 0 0,-2 0 0 0 0,-3 1 0 0 0,-2 0 0 0 0,-5 58 0 0 0,-1-60-401 0 0,3-30 130 0 0,-2 1 0 0 0,-9 46 0 0 0,11-70-132 0 0,-2-5-234 0 0,-34-104 153 0 0,25 68-202 0 0,-24-54 0 0 0,29 82-17 0 0,1 0 0 0 0,-2 1 0 0 0,0 0 0 0 0,0 1 0 0 0,-1-1 0 0 0,0 1 0 0 0,0 1 0 0 0,-20-17 0 0 0,21 21-4 0 0,1 1 0 0 0,-1-1 0 0 0,-1 1 0 0 0,1 1 0 0 0,0 0 0 0 0,-1 0 0 0 0,0 0-1 0 0,0 1 1 0 0,0 0 0 0 0,0 1 0 0 0,0-1 0 0 0,0 2 0 0 0,-13-1 0 0 0,7 2 18 0 0,1 0 1 0 0,0 1 0 0 0,0 0-1 0 0,0 1 1 0 0,0 0 0 0 0,0 1-1 0 0,1 1 1 0 0,-15 7-1 0 0,14-5 15 0 0,1 0 0 0 0,0 0 1 0 0,0 1-1 0 0,1 1 0 0 0,0 0 0 0 0,1 1 0 0 0,-16 17 0 0 0,20-20-11 0 0,1 0-1 0 0,0 0 1 0 0,1 0-1 0 0,-1 1 1 0 0,1 0-1 0 0,1 0 1 0 0,0 0 0 0 0,0 0-1 0 0,0 0 1 0 0,1 1-1 0 0,0-1 1 0 0,-1 14 0 0 0,3-17-25 0 0,0 0 0 0 0,0 0 1 0 0,0 0-1 0 0,1 0 1 0 0,0 0-1 0 0,0 0 0 0 0,0 0 1 0 0,0 0-1 0 0,1-1 1 0 0,0 1-1 0 0,0 0 0 0 0,0-1 1 0 0,1 1-1 0 0,-1-1 1 0 0,7 8-1 0 0,-3-6-108 0 0,-1-1 0 0 0,1 0 0 0 0,0 0 0 0 0,0-1 0 0 0,0 0 0 0 0,1 0 0 0 0,-1 0 0 0 0,1-1 0 0 0,12 5 0 0 0,5-1-467 0 0,1-2 0 0 0,-1 0 0 0 0,1-1 0 0 0,-1-1 0 0 0,39-2 0 0 0,-21-3-1850 0 0,0-3-1 0 0,80-18 0 0 0,-101 18 647 0 0,37-8-2012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40.7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21 154 740 0 0,'-21'-31'9964'0'0,"24"35"-9638"0"0,12 22 200 0 0,-2 0-1 0 0,0 1 0 0 0,-2 1 0 0 0,-1 0 0 0 0,12 52 0 0 0,16 157 1863 0 0,-37-221-2047 0 0,-1-11-141 0 0,0-1 0 0 0,0 1-1 0 0,1-1 1 0 0,-1 0 0 0 0,1 0-1 0 0,0 1 1 0 0,0-1 0 0 0,0 0-1 0 0,1 0 1 0 0,0 0 0 0 0,-1 0-1 0 0,1 0 1 0 0,5 6 0 0 0,-6-10-140 0 0,0 0 0 0 0,0 1 1 0 0,0-1-1 0 0,0 0 0 0 0,0 0 0 0 0,0 0 1 0 0,0 0-1 0 0,0 0 0 0 0,0 0 0 0 0,0 0 1 0 0,0 0-1 0 0,0 0 0 0 0,0-1 0 0 0,0 1 1 0 0,1 0-1 0 0,-1-1 0 0 0,0 1 0 0 0,-1-1 1 0 0,1 1-1 0 0,0-1 0 0 0,0 1 0 0 0,0-1 1 0 0,0 0-1 0 0,0 1 0 0 0,0-1 0 0 0,0-1 1 0 0,3-1 141 0 0,347-214 2353 0 0,-214 130-1661 0 0,14-7 162 0 0,168-109 3051 0 0,-297 186-3464 0 0,-16 12-444 0 0,1-1 1 0 0,0 2-1 0 0,0-1 1 0 0,12-5-1 0 0,-8 36-9639 0 0,-19 16 3164 0 0,1-18 196 0 0,-6 0 461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0:31.4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 0 0,'0'20'11712'0'0,"19"-13"-11188"0"0,0-1 1 0 0,0 0-1 0 0,1-1 1 0 0,0-2-1 0 0,0 0 1 0 0,0-1-1 0 0,1 0 1 0 0,19-3 0 0 0,27 4-28 0 0,-54-2-741 0 0,121 6-687 0 0,-89-9-2151 0 0,-1-3-3336 0 0,-33 3 2895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0:31.7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53 548 0 0,'-2'1'459'0'0,"0"0"1"0"0,1-1-1 0 0,-1 1 0 0 0,0 0 1 0 0,1 0-1 0 0,-1 0 1 0 0,1 0-1 0 0,0 1 0 0 0,-1-1 1 0 0,1 0-1 0 0,0 0 0 0 0,0 1 1 0 0,-1-1-1 0 0,1 1 0 0 0,0-1 1 0 0,-1 4-1 0 0,37-12 3862 0 0,-19 3-5070 0 0,166-28 1321 0 0,-32 6-7849 0 0,-121 19 4337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0:36.8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107 280 524 0 0,'25'-100'7210'0'0,"-24"98"-7080"0"0,7-13 3316 0 0,-1 40-2240 0 0,-5-6-837 0 0,0 0 1 0 0,-2 0 0 0 0,0 0 0 0 0,-1 0-1 0 0,-6 33 1 0 0,-28 98 899 0 0,17-83-782 0 0,-23 65 277 0 0,24-82-143 0 0,-15 71 1 0 0,42-256 775 0 0,0 85-1299 0 0,57-251 280 0 0,-55 261-344 0 0,1 1 1 0 0,3 0-1 0 0,0 1 0 0 0,3 0 1 0 0,29-44-1 0 0,-42 73-32 0 0,0 0 1 0 0,1 0-1 0 0,1 0 0 0 0,-1 1 1 0 0,1 0-1 0 0,1 1 0 0 0,-1 0 1 0 0,12-7-1 0 0,-17 12-5 0 0,1 0 0 0 0,-1 1 0 0 0,1-1 0 0 0,0 1 0 0 0,0 0 0 0 0,-1 0 0 0 0,1 0 0 0 0,0 0-1 0 0,0 1 1 0 0,0 0 0 0 0,0 0 0 0 0,0 0 0 0 0,0 0 0 0 0,0 0 0 0 0,0 1 0 0 0,0 0 0 0 0,0 0 0 0 0,-1 0 0 0 0,1 0 0 0 0,0 0 0 0 0,0 1 0 0 0,-1 0 0 0 0,1 0 0 0 0,-1 0 0 0 0,6 5 0 0 0,6 4-1 0 0,-1 0 0 0 0,0 1 0 0 0,-1 1 0 0 0,0 1 0 0 0,-1 0 0 0 0,-1 0 0 0 0,0 1 0 0 0,-1 0-1 0 0,0 1 1 0 0,7 17 0 0 0,-7-8 31 0 0,-1-1-1 0 0,-1 1 1 0 0,-1 0-1 0 0,-1 1 1 0 0,-2 0-1 0 0,3 37 1 0 0,-6-13-175 0 0,-2 0 0 0 0,-2 0 1 0 0,-3 0-1 0 0,-2-1 0 0 0,-2 0 1 0 0,-32 94-1 0 0,22-76-842 0 0,-15 37-1230 0 0,29-92 571 0 0,1 0 1 0 0,-2 0-1 0 0,-9 14 1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0:37.2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64 544 0 0,'-10'-3'942'0'0,"8"3"-595"0"0,0 0 0 0 0,0 0 0 0 0,0-1 0 0 0,0 1 0 0 0,0-1 0 0 0,0 0 0 0 0,0 1 0 0 0,0-1 0 0 0,0 0 0 0 0,0 0 0 0 0,0 0 0 0 0,1-1-1 0 0,-1 1 1 0 0,0 0 0 0 0,1-1 0 0 0,-1 1 0 0 0,1-1 0 0 0,-1 1 0 0 0,1-1 0 0 0,-2-2 0 0 0,40-5 1383 0 0,333-19 1012 0 0,-121 33-6321 0 0,-198 0-1208 0 0,-30-2 2041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0:37.5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451 1 724 0 0,'0'0'959'0'0,"16"5"4229"0"0,-11 0-4894 0 0,0 1 0 0 0,-1 0 0 0 0,1 1 0 0 0,-1-1 0 0 0,0 1-1 0 0,0-1 1 0 0,-1 1 0 0 0,0 0 0 0 0,2 9 0 0 0,18 69 825 0 0,-20-71-934 0 0,7 45 217 0 0,-2 1 1 0 0,-2 0 0 0 0,-3 0-1 0 0,-8 101 1 0 0,-3-112 72 0 0,8-48-326 0 0,-4-4-85 0 0,-11-13-21 0 0,1 0 0 0 0,0-1 0 0 0,1 0 1 0 0,1-1-1 0 0,1 0 0 0 0,-17-38 0 0 0,-14-23 35 0 0,24 50-40 0 0,-1 0 1 0 0,-1 1-1 0 0,-1 2 1 0 0,-28-29-1 0 0,41 48-15 0 0,1 1 0 0 0,-2-1-1 0 0,1 2 1 0 0,0-1-1 0 0,-1 1 1 0 0,0 0 0 0 0,0 1-1 0 0,-12-4 1 0 0,15 6-4 0 0,0 1 0 0 0,0-1 0 0 0,0 2 0 0 0,-1-1 0 0 0,1 1 0 0 0,0-1 0 0 0,-1 2 0 0 0,1-1 0 0 0,0 1 0 0 0,0 0 1 0 0,-1 0-1 0 0,1 1 0 0 0,0-1 0 0 0,-8 5 0 0 0,9-4-8 0 0,0 0 1 0 0,0 1-1 0 0,0 0 1 0 0,1 0-1 0 0,-1 0 1 0 0,1 1-1 0 0,0 0 0 0 0,0-1 1 0 0,0 2-1 0 0,0-1 1 0 0,0 0-1 0 0,1 1 1 0 0,0-1-1 0 0,0 1 1 0 0,0 0-1 0 0,1 0 1 0 0,0 0-1 0 0,0 0 1 0 0,0 1-1 0 0,0-1 1 0 0,1 1-1 0 0,0-1 1 0 0,0 1-1 0 0,0-1 0 0 0,1 1 1 0 0,0-1-1 0 0,0 1 1 0 0,0 0-1 0 0,1-1 1 0 0,0 1-1 0 0,0-1 1 0 0,0 1-1 0 0,1-1 1 0 0,0 0-1 0 0,0 1 1 0 0,0-1-1 0 0,0 0 1 0 0,1 0-1 0 0,0 0 1 0 0,0-1-1 0 0,0 1 0 0 0,1-1 1 0 0,0 0-1 0 0,-1 0 1 0 0,2 0-1 0 0,-1 0 1 0 0,0-1-1 0 0,6 4 1 0 0,1 0-102 0 0,1-1 1 0 0,0-1-1 0 0,1 1 1 0 0,-1-2-1 0 0,1 0 0 0 0,0 0 1 0 0,0-2-1 0 0,0 1 1 0 0,1-2-1 0 0,-1 1 1 0 0,0-2-1 0 0,1 0 1 0 0,25-3-1 0 0,-9-2-474 0 0,-1 0 1 0 0,0-2-1 0 0,0-2 0 0 0,0 0 1 0 0,32-17-1 0 0,-42 16-473 0 0,-1-1 0 0 0,0 0 0 0 0,-1-2 0 0 0,20-18 0 0 0,-29 24 310 0 0,28-24-2024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0:37.9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83 228 0 0,'3'-6'750'0'0,"0"0"1"0"0,-1 0-1 0 0,2 0 1 0 0,-1 0-1 0 0,1 0 0 0 0,0 1 1 0 0,8-9 683 0 0,-9 16-767 0 0,3 3-380 0 0,0 1 1 0 0,0 0-1 0 0,-1 0 0 0 0,0 1 1 0 0,0-1-1 0 0,0 1 0 0 0,-1 0 0 0 0,0 0 1 0 0,5 13-1 0 0,29 78 1046 0 0,-31-76-1042 0 0,137 363 3195 0 0,-143-382-3399 0 0,0 0 0 0 0,0 0 0 0 0,1 0 0 0 0,-1 0-1 0 0,1-1 1 0 0,-1 1 0 0 0,1-1 0 0 0,0 1 0 0 0,3 2-1 0 0,-5-4-29 0 0,1-1-1 0 0,0 1 0 0 0,-1-1 0 0 0,1 1 1 0 0,0-1-1 0 0,-1 0 0 0 0,1 1 1 0 0,0-1-1 0 0,-1 0 0 0 0,1 0 0 0 0,0 0 1 0 0,-1 1-1 0 0,1-1 0 0 0,0 0 0 0 0,0 0 1 0 0,-1 0-1 0 0,1 0 0 0 0,0 0 1 0 0,0 0-1 0 0,-1 0 0 0 0,1 0 0 0 0,0-1 1 0 0,0 1-1 0 0,1-1 0 0 0,1-1 45 0 0,1-1-1 0 0,-1 0 1 0 0,0 0 0 0 0,0 0-1 0 0,0 0 1 0 0,0 0 0 0 0,-1-1-1 0 0,1 1 1 0 0,-1-1-1 0 0,0 0 1 0 0,3-6 0 0 0,21-48 409 0 0,36-120 1 0 0,-9 20-248 0 0,-37 120-399 0 0,0 0 0 0 0,26-42 0 0 0,-39 75-207 0 0,1 0 0 0 0,-1 0 1 0 0,1 0-1 0 0,0 0 0 0 0,0 1 0 0 0,0-1 1 0 0,7-4-1 0 0,-9 8 26 0 0,-1 0-1 0 0,1 0 1 0 0,-1 1-1 0 0,1-1 1 0 0,-1 0 0 0 0,1 1-1 0 0,-1 0 1 0 0,1-1 0 0 0,-1 1-1 0 0,1 0 1 0 0,0 0-1 0 0,-1-1 1 0 0,1 1 0 0 0,-1 0-1 0 0,1 1 1 0 0,0-1 0 0 0,-1 0-1 0 0,1 0 1 0 0,-1 1-1 0 0,1-1 1 0 0,-1 1 0 0 0,1-1-1 0 0,-1 1 1 0 0,1 0 0 0 0,-1 0-1 0 0,1 0 1 0 0,-1-1-1 0 0,0 1 1 0 0,0 0 0 0 0,1 1-1 0 0,-1-1 1 0 0,0 0 0 0 0,1 2-1 0 0,5 6-3277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0:38.3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318 12 1084 0 0,'-8'-11'5755'0'0,"10"29"-5053"0"0,1-1 0 0 0,0 0 1 0 0,2 1-1 0 0,0-1 0 0 0,7 16 1 0 0,9 30 367 0 0,-9-4-464 0 0,-3 0 1 0 0,-2 0-1 0 0,-3 0 0 0 0,-5 93 1 0 0,0-60-55 0 0,-1-59-185 0 0,-2-30-94 0 0,-3-15-187 0 0,-9-25 6 0 0,6 11-63 0 0,-1 1 0 0 0,-1 0 0 0 0,-1 1 0 0 0,-1 0 0 0 0,-1 2 0 0 0,-30-37 0 0 0,42 56-23 0 0,-1 1-1 0 0,1-1 0 0 0,0 0 1 0 0,-1 1-1 0 0,1 0 0 0 0,-1 0 1 0 0,0 0-1 0 0,1 0 1 0 0,-1 0-1 0 0,0 1 0 0 0,0 0 1 0 0,0 0-1 0 0,0 0 1 0 0,0 0-1 0 0,-1 1 0 0 0,1-1 1 0 0,0 1-1 0 0,-6 1 0 0 0,3 0 16 0 0,0 0-1 0 0,0 1 1 0 0,1-1-1 0 0,-1 2 1 0 0,1-1-1 0 0,-1 1 1 0 0,1 0-1 0 0,0 0 1 0 0,0 1-1 0 0,-10 6 0 0 0,10-5 8 0 0,-1 1-1 0 0,1-1 1 0 0,-1 1-1 0 0,2 0 0 0 0,-1 1 1 0 0,1-1-1 0 0,0 1 0 0 0,0 0 1 0 0,0 1-1 0 0,1-1 1 0 0,0 1-1 0 0,1-1 0 0 0,0 1 1 0 0,0 0-1 0 0,1 0 0 0 0,0 1 1 0 0,0-1-1 0 0,-1 15 1 0 0,4-20-21 0 0,0 1 0 0 0,0-1 1 0 0,0 0-1 0 0,0 0 1 0 0,0 1-1 0 0,1-1 0 0 0,-1 0 1 0 0,1 0-1 0 0,0-1 1 0 0,0 1-1 0 0,0 0 0 0 0,0 0 1 0 0,1-1-1 0 0,-1 0 1 0 0,1 1-1 0 0,-1-1 1 0 0,1 0-1 0 0,0 0 0 0 0,0 0 1 0 0,0-1-1 0 0,0 1 1 0 0,0-1-1 0 0,0 0 0 0 0,6 2 1 0 0,4 1-60 0 0,-1 0 1 0 0,1-1-1 0 0,-1-1 1 0 0,1 0-1 0 0,17 0 1 0 0,21-2-700 0 0,0-3 0 0 0,-1-2 0 0 0,88-20 0 0 0,-79 9-3121 0 0,68-26-1 0 0,-72 19 102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0:38.7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1 604 0 0,'-1'8'7363'0'0,"2"29"-5550"0"0,21 41 238 0 0,22 103 149 0 0,-38-148-2230 0 0,-2-1-1 0 0,-2 1 1 0 0,-2 59-1 0 0,-1-72-299 0 0,-8 71-509 0 0,7-84 341 0 0,1 0 0 0 0,-1 1 0 0 0,0-1-1 0 0,0 0 1 0 0,-1-1 0 0 0,0 1 0 0 0,0 0 0 0 0,-1-1-1 0 0,-8 12 1 0 0,2-10-2439 0 0,0-2 224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0:39.1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17 264 284 0 0,'-2'-1'218'0'0,"1"-1"-1"0"0,-1 0 1 0 0,1 0 0 0 0,-1 0 0 0 0,1 0-1 0 0,0-1 1 0 0,0 1 0 0 0,0 0-1 0 0,0 0 1 0 0,0-1 0 0 0,0 1-1 0 0,1 0 1 0 0,-1-1 0 0 0,1 1-1 0 0,0-1 1 0 0,0 1 0 0 0,0-1 0 0 0,0-4-1 0 0,1 5-92 0 0,1-1 0 0 0,-1 1 0 0 0,1 0 0 0 0,-1-1 0 0 0,1 1 0 0 0,0 0 0 0 0,0 0 0 0 0,0 0 0 0 0,0 0 0 0 0,0 1 0 0 0,0-1 0 0 0,0 1 0 0 0,1-1 0 0 0,-1 1-1 0 0,1 0 1 0 0,-1-1 0 0 0,5 0 0 0 0,44-16 391 0 0,1 1 0 0 0,0 3 0 0 0,1 2 0 0 0,60-5-1 0 0,54-13-812 0 0,-124 21-62 0 0,151-42-4542 0 0,-150 36 2822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0:39.5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94 124 0 0,'1'25'7169'0'0,"-3"60"-5673"0"0,1-70-712 0 0,8 209 2035 0 0,2-39-1491 0 0,-8-160-1172 0 0,-1 23 539 0 0,41-298-352 0 0,11-44-270 0 0,-47 271-60 0 0,-3 11 26 0 0,1 1-1 0 0,-1-1 1 0 0,2 1-1 0 0,0 0 1 0 0,0 0-1 0 0,1 0 1 0 0,0 1-1 0 0,1 0 1 0 0,12-17-1 0 0,-16 26-29 0 0,-1 0-1 0 0,0 0 0 0 0,1 0 1 0 0,-1 1-1 0 0,1-1 0 0 0,-1 1 0 0 0,1-1 1 0 0,0 1-1 0 0,-1-1 0 0 0,1 1 1 0 0,-1 0-1 0 0,1 0 0 0 0,0 0 1 0 0,-1 0-1 0 0,1 0 0 0 0,0 0 0 0 0,-1 0 1 0 0,1 1-1 0 0,0-1 0 0 0,-1 0 1 0 0,1 1-1 0 0,-1 0 0 0 0,1-1 0 0 0,-1 1 1 0 0,1 0-1 0 0,-1 0 0 0 0,0 0 1 0 0,1-1-1 0 0,-1 2 0 0 0,0-1 1 0 0,0 0-1 0 0,1 0 0 0 0,-1 0 0 0 0,1 3 1 0 0,7 4 24 0 0,-1 0 1 0 0,-1 1 0 0 0,11 15 0 0 0,3 10 25 0 0,-2 1 0 0 0,-2 1-1 0 0,-1 0 1 0 0,-2 1 0 0 0,10 39 0 0 0,-10-21-322 0 0,-3 0-1 0 0,9 112 1 0 0,-19 4-2734 0 0,-4-100-3560 0 0,2-53 3285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0:39.8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1 130 1044 0 0,'1'-2'252'0'0,"0"0"0"0"0,0 0 0 0 0,1 0 0 0 0,-1 1 1 0 0,1-1-1 0 0,-1 1 0 0 0,1-1 0 0 0,0 1 0 0 0,-1 0 0 0 0,1-1 0 0 0,0 1 0 0 0,0 0 0 0 0,0 0 1 0 0,0 0-1 0 0,0 1 0 0 0,0-1 0 0 0,0 0 0 0 0,0 1 0 0 0,1-1 0 0 0,3 1 0 0 0,49-11 1279 0 0,45 4-339 0 0,192 11 1 0 0,-76 4-7198 0 0,-182-8 3612 0 0</inkml:trace>
  <inkml:trace contextRef="#ctx0" brushRef="#br0" timeOffset="1">1185 16 204 0 0,'-10'-13'3698'0'0,"6"12"-3396"0"0,-1 0-1 0 0,1 1 0 0 0,-1 0 0 0 0,1 0 1 0 0,0 0-1 0 0,-1 0 0 0 0,1 1 1 0 0,0-1-1 0 0,-1 1 0 0 0,1 0 0 0 0,0 1 1 0 0,-7 2-1 0 0,-48 25 1207 0 0,42-19-1150 0 0,1 0 0 0 0,0 1 0 0 0,0 1 1 0 0,2 1-1 0 0,-1 0 0 0 0,-15 19 0 0 0,27-28-298 0 0,-1 0-1 0 0,1 0 0 0 0,0 0 1 0 0,0 1-1 0 0,1-1 1 0 0,-1 1-1 0 0,1 0 0 0 0,0 0 1 0 0,1-1-1 0 0,-1 2 1 0 0,1-1-1 0 0,0 0 0 0 0,0 0 1 0 0,0 0-1 0 0,1 0 1 0 0,-1 0-1 0 0,1 1 0 0 0,1-1 1 0 0,-1 0-1 0 0,1 0 0 0 0,0 1 1 0 0,0-1-1 0 0,0 0 1 0 0,1 0-1 0 0,0 0 0 0 0,0-1 1 0 0,0 1-1 0 0,4 5 1 0 0,1 1-72 0 0,2-1-1 0 0,-1 0 1 0 0,1 0 0 0 0,1-1 0 0 0,0 0 0 0 0,0-1 0 0 0,1 0 0 0 0,0-1 0 0 0,0 0 0 0 0,1 0 0 0 0,0-1 0 0 0,0-1 0 0 0,0 0 0 0 0,0-1 0 0 0,1 0 0 0 0,0-1 0 0 0,26 4 0 0 0,-5-3-852 0 0,0-2 0 0 0,1-1 0 0 0,-1-2 0 0 0,0-1-1 0 0,63-13 1 0 0,-42 1-2223 0 0,-5-3 235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0:40.2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0 143 96 0 0,'0'-9'-117'0'0,"6"-18"8623"0"0,2 40-7612 0 0,189 395 5658 0 0,-189-389-6298 0 0,-3-7 25 0 0,0 0 1 0 0,0 0 0 0 0,1 0 0 0 0,1-1 0 0 0,0 0 0 0 0,10 11 0 0 0,-16-21-247 0 0,-1-1 1 0 0,1 0 0 0 0,-1 0-1 0 0,1 1 1 0 0,-1-1 0 0 0,1 0-1 0 0,0 0 1 0 0,-1 0 0 0 0,1 0 0 0 0,-1 0-1 0 0,1 0 1 0 0,-1 0 0 0 0,1 0-1 0 0,0 0 1 0 0,-1 0 0 0 0,1 0-1 0 0,-1 0 1 0 0,1 0 0 0 0,0-1-1 0 0,-1 1 1 0 0,1 0 0 0 0,-1 0 0 0 0,1-1-1 0 0,-1 1 1 0 0,1 0 0 0 0,-1-1-1 0 0,1 1 1 0 0,-1 0 0 0 0,0-1-1 0 0,1 1 1 0 0,-1-1 0 0 0,1 0-1 0 0,16-19 375 0 0,-16 18-362 0 0,16-23 163 0 0,-1-1 0 0 0,-1-1-1 0 0,-1 0 1 0 0,15-45 0 0 0,30-125 150 0 0,-22 66-170 0 0,-29 106-245 0 0,-7 17-218 0 0,1 0 1 0 0,0 0 0 0 0,1 1 0 0 0,-1-1 0 0 0,1 1 0 0 0,1 0 0 0 0,0 0 0 0 0,0 0 0 0 0,7-9 0 0 0,-8 49-4674 0 0,1 6-2105 0 0,-4-20 3389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0:40.5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247 18 60 0 0,'0'0'223'0'0,"0"-1"0"0"0,0 0 1 0 0,0 0-1 0 0,0 1 0 0 0,0-1 0 0 0,0 0 1 0 0,0 1-1 0 0,-1-1 0 0 0,1 0 0 0 0,0 0 0 0 0,0 1 1 0 0,-1-1-1 0 0,1 0 0 0 0,0 1 0 0 0,-1-1 1 0 0,1 1-1 0 0,0-1 0 0 0,-1 0 0 0 0,1 1 0 0 0,-1-1 1 0 0,1 1-1 0 0,-1-1 0 0 0,0 1 0 0 0,1 0 1 0 0,-1-1-1 0 0,1 1 0 0 0,-1-1 0 0 0,0 1 0 0 0,1 0 1 0 0,-2-1-1 0 0,-26 3 2394 0 0,-25 21-691 0 0,41-15-1560 0 0,-1 0-1 0 0,1 1 1 0 0,0 1-1 0 0,1 0 1 0 0,0 1-1 0 0,1 0 1 0 0,0 0 0 0 0,0 1-1 0 0,1 0 1 0 0,1 1-1 0 0,-7 15 1 0 0,11-21-230 0 0,1 1-1 0 0,0 0 1 0 0,0 0 0 0 0,1 0 0 0 0,0 0-1 0 0,1 0 1 0 0,0 0 0 0 0,0 1 0 0 0,1-1 0 0 0,0 0-1 0 0,0 1 1 0 0,1-1 0 0 0,0 0 0 0 0,0 1 0 0 0,1-1-1 0 0,0 0 1 0 0,1 0 0 0 0,-1 0 0 0 0,2-1-1 0 0,-1 1 1 0 0,8 12 0 0 0,-4-12-20 0 0,-1 1 1 0 0,2-1-1 0 0,-1 0 0 0 0,1-1 1 0 0,0 1-1 0 0,1-2 0 0 0,0 1 1 0 0,0-1-1 0 0,0-1 0 0 0,1 1 0 0 0,0-2 1 0 0,0 1-1 0 0,0-1 0 0 0,19 4 1 0 0,-13-4-682 0 0,0 0 0 0 0,1-2 0 0 0,28 2 1 0 0,-32-4-1450 0 0,0-1 0 0 0,0 0 0 0 0,0 0 0 0 0,22-6 0 0 0,-17 0-2663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01.7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8 20 0 0,'-4'-4'56'0'0,"-7"0"-100"0"0,1 4 24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02.6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272 64 10997 0 0,'-153'9'1996'0'0,"52"-8"2089"0"0,84-1-973 0 0,23-1-2741 0 0,324-36 1713 0 0,-24 1-6406 0 0,-284 40 2395 0 0,-15 3-687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03.0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137 0 11205 0 0,'-69'35'1523'0'0,"1"0"3817"0"0,74-36-4912 0 0,268-17-157 0 0,-180 19-3739 0 0,-3 4-3949 0 0,-60-3 2983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10.0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126 52 812 0 0,'0'-2'262'0'0,"1"0"-1"0"0,-1 0 1 0 0,1 0-1 0 0,-1 0 1 0 0,1 0 0 0 0,0 0-1 0 0,0 0 1 0 0,0 0-1 0 0,0 1 1 0 0,0-1 0 0 0,0 0-1 0 0,0 0 1 0 0,0 1-1 0 0,1-1 1 0 0,1-1 0 0 0,2-2 1607 0 0,-1 30-795 0 0,-8 14-543 0 0,-1-1 1 0 0,-1 1-1 0 0,-2-1 0 0 0,-14 37 1 0 0,8-26-26 0 0,-78 265 3331 0 0,152-456 666 0 0,12-30-4506 0 0,-3 12 84 0 0,-58 139-95 0 0,1 0 1 0 0,1 1-1 0 0,1 0 1 0 0,1 1 0 0 0,19-20-1 0 0,-32 38 7 0 0,0-1 0 0 0,0 0 0 0 0,-1 1 0 0 0,1-1 0 0 0,0 1 0 0 0,0-1 0 0 0,0 1 0 0 0,1 0 0 0 0,-1 0 0 0 0,0 0 0 0 0,0 0 0 0 0,1 0 0 0 0,-1 1 0 0 0,0-1-1 0 0,1 1 1 0 0,-1 0 0 0 0,0-1 0 0 0,1 1 0 0 0,-1 0 0 0 0,1 0 0 0 0,-1 0 0 0 0,3 1 0 0 0,-1 0 1 0 0,0 1 0 0 0,0 0 0 0 0,0 0 0 0 0,0 0-1 0 0,0 0 1 0 0,0 0 0 0 0,-1 1 0 0 0,1-1 0 0 0,-1 1 0 0 0,0 0 0 0 0,4 5-1 0 0,5 6-4 0 0,-1 0-1 0 0,-1 1 0 0 0,-1 0 1 0 0,14 29-1 0 0,-15-25-62 0 0,-2 0 0 0 0,0 1 0 0 0,0 0 0 0 0,-2 0 0 0 0,-1 0 0 0 0,0 1 1 0 0,-1 26-1 0 0,-2-5-903 0 0,-3-1 0 0 0,-11 66 0 0 0,-15 16-1780 0 0,1-45-4229 0 0,18-55 3676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10.3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55 64 0 0,'0'-1'240'0'0,"0"0"-1"0"0,-1-1 1 0 0,1 1 0 0 0,0 0-1 0 0,0 0 1 0 0,0 0 0 0 0,0-1 0 0 0,0 1-1 0 0,0 0 1 0 0,1 0 0 0 0,-1 0-1 0 0,0-1 1 0 0,1 1 0 0 0,-1 0-1 0 0,1 0 1 0 0,-1 0 0 0 0,1 0-1 0 0,-1 0 1 0 0,1 0 0 0 0,0 0-1 0 0,-1 0 1 0 0,1 0 0 0 0,0 0 0 0 0,1-1-1 0 0,1 0 27 0 0,-1 0-1 0 0,1 1 1 0 0,0-1 0 0 0,0 0-1 0 0,1 1 1 0 0,-1 0-1 0 0,0 0 1 0 0,7-2-1 0 0,8 0-91 0 0,0 1 1 0 0,32-1-1 0 0,-30 3 394 0 0,44-2-666 0 0,114 12 1 0 0,-36-1-5373 0 0,-112-7 3290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7:11:10.6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229 1 8,'0'0'1006,"14"20"4385,-12 5-3930,0 0 0,2 0 0,9 32 0,-7-34-1008,-1-1-1,-2 1 1,0 0-1,0 34 1,-5-20 214,-13 69 0,15-104-652,0-1 0,-1 1 0,1-1 0,0 0 0,-1 1 0,1-1 0,-1 0 0,1 0 0,-1 1 0,0-1 0,1 0 0,-1 0 0,0 0 0,0 0 0,0 0 0,0 0 0,0 0 0,0 0 0,0 0 0,0 0 0,0 0 0,0-1 0,-1 1 0,1 0 0,0-1 0,-1 1 0,-1 0 0,1-1-5,-1 0 0,0-1 0,0 1-1,0 0 1,1-1 0,-1 1-1,0-1 1,0 0 0,1 0-1,-1 0 1,1 0 0,-5-3 0,-3-3-12,1 1 0,-1-1 0,2-1 0,-1 0 0,-13-15 0,-31-30 16,43 45 20,0-1-1,1 0 1,0 0-1,-11-16 1,7 12 6,5 20-69,7-5 27,1 0 0,0 1 0,-1-1 0,1 1 1,0-1-1,0 1 0,0-1 0,0 1 0,1-1 1,-1 0-1,1 1 0,1 3 0,0 1-54,1-1 0,0 0 0,0 0 1,1 0-1,0 0 0,0-1 0,0 1 0,1-1 0,0 0 0,0 0 0,0-1 0,0 1 0,1-1 1,0 0-1,0-1 0,9 5 0,-7-5-186,1 0 0,0-1 1,0 0-1,0 0 0,0-1 0,0-1 1,0 1-1,0-1 0,0-1 0,0 1 1,0-2-1,11-2 0,50-18-2166,-24-2-2306,-13 3 1711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11.0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1 151 1016 0 0,'16'-77'9552'0'0,"-14"79"-8953"0"0,8 12-101 0 0,0 0 0 0 0,-1 0 0 0 0,-1 1 0 0 0,-1 0 0 0 0,0 1 0 0 0,9 29 0 0 0,12 27 457 0 0,-5-22-242 0 0,28 56 90 0 0,-45-95-584 0 0,1 0 1 0 0,0-1-1 0 0,0 0 1 0 0,1 0-1 0 0,0-1 0 0 0,18 16 1 0 0,-24-24-156 0 0,0 0 0 0 0,1 0 0 0 0,-1 0 0 0 0,0 0 1 0 0,0-1-1 0 0,1 1 0 0 0,-1-1 0 0 0,0 1 0 0 0,1-1 1 0 0,-1 0-1 0 0,0 0 0 0 0,1 0 0 0 0,-1 0 0 0 0,0-1 0 0 0,1 1 1 0 0,-1 0-1 0 0,0-1 0 0 0,1 0 0 0 0,-1 1 0 0 0,0-1 0 0 0,0 0 1 0 0,0 0-1 0 0,0 0 0 0 0,0-1 0 0 0,0 1 0 0 0,0 0 1 0 0,0-1-1 0 0,0 0 0 0 0,-1 1 0 0 0,3-4 0 0 0,5-3 43 0 0,-1 0-1 0 0,0-1 1 0 0,0 0-1 0 0,12-20 1 0 0,5-21 19 0 0,-2-1 1 0 0,33-104-1 0 0,-8 17-1548 0 0,-47 133 1133 0 0,1 1 0 0 0,0-1-1 0 0,1 1 1 0 0,-1-1 0 0 0,1 1 0 0 0,0 0-1 0 0,0 0 1 0 0,0 0 0 0 0,4-4 0 0 0,-6 8 148 0 0,-1-1 0 0 0,1 1 0 0 0,0-1 1 0 0,0 1-1 0 0,-1 0 0 0 0,1-1 0 0 0,0 1 1 0 0,0 0-1 0 0,0-1 0 0 0,-1 1 0 0 0,1 0 1 0 0,0 0-1 0 0,0 0 0 0 0,0 0 0 0 0,0 0 0 0 0,0 0 1 0 0,-1 0-1 0 0,1 0 0 0 0,0 0 0 0 0,0 0 1 0 0,1 1-1 0 0,0-1-154 0 0,0 1 0 0 0,-1 0 0 0 0,1 1-1 0 0,-1-1 1 0 0,1 0 0 0 0,-1 0 0 0 0,1 1 0 0 0,-1-1 0 0 0,0 1 0 0 0,0-1 0 0 0,0 1-1 0 0,1-1 1 0 0,0 4 0 0 0,5 6-3496 0 0,0 1 288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11.4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306 1 160 0 0,'4'12'7458'0'0,"14"45"-4646"0"0,-11-31-2375 0 0,-1 0 1 0 0,-1 1-1 0 0,-2-1 0 0 0,0 1 0 0 0,-2 0 0 0 0,-1 0 0 0 0,0-1 0 0 0,-3 1 0 0 0,0 0 1 0 0,-12 46-1 0 0,-7 2 241 0 0,21-74-672 0 0,1 0 0 0 0,0-1 0 0 0,0 1 0 0 0,-1 0 0 0 0,1-1 0 0 0,-1 1 0 0 0,1-1 1 0 0,0 1-1 0 0,-1-1 0 0 0,1 1 0 0 0,-1-1 0 0 0,1 1 0 0 0,-1-1 0 0 0,0 0 0 0 0,1 1 0 0 0,-1-1 0 0 0,1 0 1 0 0,-1 1-1 0 0,0-1 0 0 0,1 0 0 0 0,-1 0 0 0 0,0 1 0 0 0,1-1 0 0 0,-1 0 0 0 0,0 0 0 0 0,1 0 0 0 0,-1 0 1 0 0,0 0-1 0 0,1 0 0 0 0,-1 0 0 0 0,0 0 0 0 0,1 0 0 0 0,-1 0 0 0 0,0-1 0 0 0,1 1 0 0 0,-1 0 0 0 0,0 0 0 0 0,1-1 1 0 0,-1 1-1 0 0,1 0 0 0 0,-1-1 0 0 0,0 1 0 0 0,1-1 0 0 0,-1 1 0 0 0,1 0 0 0 0,-1-2 0 0 0,-23-25 36 0 0,-8-48 16 0 0,25 56 69 0 0,-1 0-1 0 0,-1 0 0 0 0,0 1 0 0 0,-20-29 0 0 0,28 46-116 0 0,0 0 1 0 0,0-1-1 0 0,0 1 0 0 0,0 0 0 0 0,0 0 1 0 0,0 0-1 0 0,-1 0 0 0 0,1 1 0 0 0,0-1 1 0 0,-1 0-1 0 0,1 1 0 0 0,-1-1 0 0 0,1 0 1 0 0,-1 1-1 0 0,1 0 0 0 0,-1-1 0 0 0,1 1 0 0 0,-1 0 1 0 0,1 0-1 0 0,-1 0 0 0 0,1 0 0 0 0,-1 0 1 0 0,-1 0-1 0 0,-1 1 18 0 0,0 0 0 0 0,0 0-1 0 0,0 0 1 0 0,0 1 0 0 0,1 0 0 0 0,-1-1 0 0 0,1 1-1 0 0,-7 5 1 0 0,1 0 76 0 0,0 0 1 0 0,0 1-1 0 0,1 0 0 0 0,0 1 0 0 0,-10 14 1 0 0,14-17-45 0 0,0 1 0 0 0,1-1 0 0 0,0 1 0 0 0,0 0 0 0 0,0 0 0 0 0,1 0 0 0 0,0 0 0 0 0,0 0 0 0 0,1 0 1 0 0,0 1-1 0 0,-1 7 0 0 0,2-12-58 0 0,1 0 0 0 0,-1 0 1 0 0,0 0-1 0 0,1 0 0 0 0,0 0 1 0 0,-1 0-1 0 0,1 0 1 0 0,0 0-1 0 0,1 0 0 0 0,-1 0 1 0 0,0 0-1 0 0,1-1 0 0 0,0 1 1 0 0,-1-1-1 0 0,1 1 0 0 0,0-1 1 0 0,1 0-1 0 0,-1 1 0 0 0,0-1 1 0 0,0 0-1 0 0,1 0 0 0 0,-1-1 1 0 0,1 1-1 0 0,0 0 0 0 0,0-1 1 0 0,-1 0-1 0 0,1 0 0 0 0,0 0 1 0 0,3 1-1 0 0,14 3-344 0 0,0-1-1 0 0,0 0 1 0 0,0-2-1 0 0,1 0 1 0 0,-1-1-1 0 0,1-2 1 0 0,-1 0 0 0 0,23-4-1 0 0,61-16-2640 0 0,-7-10-3448 0 0,-53 15 2860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11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583 1 212 0 0,'-32'1'4107'0'0,"15"6"-3491"0"0,0 1-1 0 0,1 0 1 0 0,0 2 0 0 0,0-1-1 0 0,1 2 1 0 0,1 0 0 0 0,-19 18-1 0 0,-86 100 1837 0 0,93-99-1812 0 0,-7 13-7 0 0,3 1 0 0 0,1 2 0 0 0,2 1 1 0 0,2 1-1 0 0,2 0 0 0 0,3 2 0 0 0,-23 82 1 0 0,35-101-289 0 0,0 1 0 0 0,2-1 0 0 0,2 1 0 0 0,0 0 1 0 0,3 47-1 0 0,2-58-191 0 0,1 1-1 0 0,1-1 1 0 0,1 0 0 0 0,0 0-1 0 0,2 0 1 0 0,1-1 0 0 0,0 0 0 0 0,2 0-1 0 0,13 23 1 0 0,0-6-96 0 0,3-2-1 0 0,1 0 1 0 0,1-2 0 0 0,2-1-1 0 0,58 50 1 0 0,-59-59-686 0 0,1-1 1 0 0,1-1-1 0 0,1-2 1 0 0,0-1 0 0 0,2-2-1 0 0,0-1 1 0 0,47 15-1 0 0,-60-25-1156 0 0,0-1-1 0 0,0-1 1 0 0,1-1-1 0 0,38-1 1 0 0,-13-2-2386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7:11:12.6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76 13 356,'20'-12'6329,"-19"12"-6223,-1 1 0,1-1 0,0 1 1,0 0-1,-1 0 0,1-1 0,-1 1 0,1 0 0,0 0 1,-1 0-1,1 0 0,-1-1 0,0 1 0,1 0 0,-1 0 0,0 0 1,0 0-1,1 0 0,-1 0 0,0 0 0,0 0 0,0 0 1,0 0-1,-1 2 0,3 47 1349,-2 0 1,-3 0 0,-14 82-1,8-69-542,-20 113 907,13-86-786,-10 183 0,23-255-1329,2-17 182,0 1-1,1 0 1,-1-1 0,1 1 0,0 0-1,-1-1 1,1 1 0,0 0 0,0-1-1,0 1 1,0 0 0,0-1-1,1 1 1,-1 0 0,0-1 0,1 1-1,-1-1 1,1 1 0,0 0 0,1 2-1,1-14-3400,-2 7 2922,0 0 1,0 0 0,0 0-1,1 0 1,-1 0-1,3-4 1,3-5-2496,1-10-596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7:11:12.9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28 14181,'18'-11'433,"-14"9"-364,-1 0 0,1 0 0,0 0 1,-1 0-1,1 0 0,0 1 0,0 0 0,5-1 0,-8 2-25,0 0 0,0 0 0,1 0 0,-1 1 0,0-1 0,0 0 1,0 1-1,1-1 0,-1 1 0,0-1 0,0 1 0,0 0 0,0 0 0,0-1 0,0 1 0,0 0 0,0 0 0,0 0 0,0 0 0,-1 0 0,1 0 1,0 0-1,-1 0 0,1 0 0,-1 1 0,1-1 0,-1 0 0,1 0 0,-1 1 0,0-1 0,1 2 0,10 50 918,-2 0 0,-3 1-1,0 98 1,-5-122-698,-1 34 124,-3 0-1,-13 72 1,-20 34-3640,36-167 2379,-7 17 442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13.2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72 68 12421 0 0,'-5'0'-344'0'0,"-49"8"3812"0"0,42-3-790 0 0,32-1-1615 0 0,74-2 423 0 0,113-10 0 0 0,-62-1-694 0 0,-7 5-205 0 0,156-9 803 0 0,-274 12-907 0 0,-18 1-800 0 0,0 0-1 0 0,0 0 0 0 0,0 0 1 0 0,0 0-1 0 0,1 0 1 0 0,-1 0-1 0 0,0-1 1 0 0,0 1-1 0 0,0-1 0 0 0,0 0 1 0 0,3-1-1 0 0,2-24-11049 0 0,-7 25 10768 0 0,0-1 1 0 0,-2-2 0 0 0,0-10-4203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15.3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93 124 96 0 0,'15'-35'7949'0'0,"-13"52"-7628"0"0,-1 0 0 0 0,0 0 0 0 0,-2-1 0 0 0,0 1 0 0 0,-4 24-1 0 0,-25 92 674 0 0,12-63-478 0 0,-32 117 1191 0 0,44-176 502 0 0,8-37-1629 0 0,11-44-416 0 0,13-37-28 0 0,-8 28-104 0 0,46-123-1 0 0,-63 200-29 0 0,33-71 4 0 0,-31 69-11 0 0,0-1 0 0 0,0 0 0 0 0,0 1-1 0 0,1 0 1 0 0,0 0 0 0 0,-1 0-1 0 0,1 0 1 0 0,1 1 0 0 0,-1-1 0 0 0,0 1-1 0 0,1 0 1 0 0,7-3 0 0 0,-9 5 4 0 0,1 0 0 0 0,-1 1 0 0 0,0 0-1 0 0,1 0 1 0 0,-1 0 0 0 0,0 0 0 0 0,1 0 0 0 0,-1 1 0 0 0,0-1 0 0 0,1 1 0 0 0,-1 0 0 0 0,0 0 0 0 0,0 0 0 0 0,0 1-1 0 0,0-1 1 0 0,0 1 0 0 0,0-1 0 0 0,0 1 0 0 0,-1 0 0 0 0,1 0 0 0 0,0 1 0 0 0,-1-1 0 0 0,0 0 0 0 0,0 1 0 0 0,4 5-1 0 0,6 6 29 0 0,-1 0 0 0 0,0 2 0 0 0,9 18 0 0 0,-6-9-71 0 0,-1 1-1 0 0,-1 0 1 0 0,-1 1-1 0 0,-2 0 1 0 0,0 1-1 0 0,-2 0 1 0 0,-1 1-1 0 0,-2-1 1 0 0,0 1-1 0 0,-2 0 1 0 0,-1 0-1 0 0,-1 0 1 0 0,-2 0-1 0 0,-1-1 1 0 0,-1 1-1 0 0,-1 0 1 0 0,-14 38-1 0 0,5-20-857 0 0,-15 36-1226 0 0,27-78 1475 0 0,-1 0 1 0 0,1 0 0 0 0,-2 0 0 0 0,1-1 0 0 0,0 1 0 0 0,-9 7 0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15.7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26 260 0 0,'-13'-10'6243'0'0,"13"9"-5876"0"0,0 0 1 0 0,-1 0-1 0 0,0-1 0 0 0,15-4 2179 0 0,46 5-3170 0 0,-42 2 1527 0 0,175-4-552 0 0,-97 2-1957 0 0,0 0-3316 0 0,-65 1 2322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16.3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247 1 336 0 0,'3'46'7904'0'0,"1"5"-6591"0"0,-3 63-1 0 0,-7-49-691 0 0,-4 69 1240 0 0,-31-203-1078 0 0,36 59-778 0 0,0-2 3 0 0,-1-1-1 0 0,0 1 0 0 0,-1 0 0 0 0,-1 1 1 0 0,0 0-1 0 0,0 0 0 0 0,-1 0 0 0 0,-14-12 1 0 0,22 22-4 0 0,-1 0 0 0 0,1 0 0 0 0,0 0-1 0 0,0 1 1 0 0,-1-1 0 0 0,1 0 0 0 0,-1 1 0 0 0,1-1 0 0 0,0 1 0 0 0,-1-1 0 0 0,1 1 0 0 0,-1 0 0 0 0,1 0 0 0 0,-1-1 0 0 0,1 1 0 0 0,-1 0 0 0 0,0 0 0 0 0,1 1 0 0 0,-1-1 0 0 0,1 0 0 0 0,-1 0 0 0 0,1 1 0 0 0,-3 0 0 0 0,1 1 18 0 0,0 0 0 0 0,0 0 0 0 0,0 0 1 0 0,0 0-1 0 0,0 0 0 0 0,0 1 1 0 0,1-1-1 0 0,-1 1 0 0 0,-3 5 0 0 0,0 1 54 0 0,0 1-1 0 0,0-1 1 0 0,1 1-1 0 0,1 0 1 0 0,-7 19-1 0 0,10-24-62 0 0,0 0 0 0 0,0 0 0 0 0,0 1-1 0 0,0-1 1 0 0,1 0 0 0 0,-1 0 0 0 0,2 1-1 0 0,-1-1 1 0 0,0 0 0 0 0,1 1-1 0 0,0-1 1 0 0,0 0 0 0 0,1 0 0 0 0,0 0-1 0 0,-1 0 1 0 0,2 0 0 0 0,-1 0 0 0 0,5 8-1 0 0,-3-9-79 0 0,1 1-1 0 0,-1 0 0 0 0,0-1 1 0 0,1 0-1 0 0,0 0 1 0 0,0-1-1 0 0,0 1 0 0 0,1-1 1 0 0,-1 0-1 0 0,1-1 0 0 0,0 1 1 0 0,0-1-1 0 0,0 0 1 0 0,0-1-1 0 0,11 3 0 0 0,-1-2-341 0 0,1 0 0 0 0,0-1-1 0 0,0-1 1 0 0,0 0 0 0 0,0-2-1 0 0,26-4 1 0 0,-25 2-1079 0 0,0-1 0 0 0,0-1 0 0 0,21-10 0 0 0,-2-3-1502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16.7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52 1068 0 0,'4'-6'1201'0'0,"7"-8"4528"0"0,-10 14-5639 0 0,0 0 1 0 0,1 1-1 0 0,-1 0 1 0 0,0-1-1 0 0,0 1 1 0 0,0 0-1 0 0,0-1 1 0 0,0 1-1 0 0,-1 0 1 0 0,1 0-1 0 0,0 0 1 0 0,0 0 0 0 0,0 0-1 0 0,-1 0 1 0 0,1 0-1 0 0,0 0 1 0 0,-1 0-1 0 0,1 0 1 0 0,0 3-1 0 0,12 23 1056 0 0,-1 0-1 0 0,9 35 1 0 0,-11-31-333 0 0,21 43 1 0 0,8 12 375 0 0,-29-60-730 0 0,1-1 0 0 0,1-1 1 0 0,1 0-1 0 0,28 38 0 0 0,-40-61-389 0 0,0 1-1 0 0,0-1 1 0 0,0 0 0 0 0,0 0-1 0 0,0 0 1 0 0,1 0 0 0 0,-1 0-1 0 0,1 0 1 0 0,-1 0-1 0 0,0 0 1 0 0,1 0 0 0 0,-1-1-1 0 0,1 1 1 0 0,0 0 0 0 0,-1-1-1 0 0,1 0 1 0 0,-1 1 0 0 0,1-1-1 0 0,0 0 1 0 0,-1 0 0 0 0,1 0-1 0 0,0 0 1 0 0,-1 0 0 0 0,4-1-1 0 0,-1 0 2 0 0,-1 0-1 0 0,1-1 0 0 0,-1 1 1 0 0,1-1-1 0 0,-1 0 1 0 0,1 0-1 0 0,-1 0 0 0 0,0-1 1 0 0,0 1-1 0 0,4-4 1 0 0,4-6 29 0 0,-1-1 0 0 0,0 1 0 0 0,-1-1 1 0 0,10-18-1 0 0,15-38-157 0 0,-4-1-1 0 0,-3-2 1 0 0,17-75 0 0 0,-41 136-90 0 0,0 0-522 0 0,0 1-1 0 0,1-1 1 0 0,8-17-1 0 0,-10 32-708 0 0,0 1 1 0 0,0-1-1 0 0,-1 0 0 0 0,1 0 0 0 0,-1 1 0 0 0,0-1 0 0 0,-1 1 0 0 0,1 6 0 0 0,1 2-1949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17.4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46 820 0 0,'10'-21'13996'0'0,"-7"31"-11781"0"0,-3-17-2092 0 0,0 6-106 0 0,-1 0-1 0 0,1-1 1 0 0,0 1-1 0 0,0 0 1 0 0,-1 0 0 0 0,1 0-1 0 0,0 0 1 0 0,0-1-1 0 0,0 1 1 0 0,1 0-1 0 0,-1 0 1 0 0,0 0 0 0 0,0 0-1 0 0,1-1 1 0 0,-1 1-1 0 0,0 0 1 0 0,1 0 0 0 0,-1 0-1 0 0,1 0 1 0 0,-1 0-1 0 0,1 0 1 0 0,1-1 0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18.1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305 16 808 0 0,'2'-15'11671'0'0,"-45"49"-10372"0"0,1 2 0 0 0,1 1 0 0 0,3 2-1 0 0,1 2 1 0 0,-39 56 0 0 0,73-92-1154 0 0,-1 0 0 0 0,1 0-1 0 0,0 0 1 0 0,0 1 0 0 0,1-1 0 0 0,0 1 0 0 0,-1 0 0 0 0,2 0 0 0 0,-1-1 0 0 0,1 1-1 0 0,0 0 1 0 0,0 0 0 0 0,1 1 0 0 0,-1-1 0 0 0,1 0 0 0 0,2 11 0 0 0,-1-12-63 0 0,1 0 1 0 0,0 0 0 0 0,-1 0 0 0 0,2 0-1 0 0,-1 0 1 0 0,1-1 0 0 0,-1 1-1 0 0,1-1 1 0 0,0 1 0 0 0,1-1 0 0 0,-1 0-1 0 0,1 0 1 0 0,0-1 0 0 0,0 1-1 0 0,0-1 1 0 0,0 0 0 0 0,1 0-1 0 0,-1 0 1 0 0,9 3 0 0 0,19 9 82 0 0,1-3 0 0 0,0 0 0 0 0,0-2 0 0 0,1-2 0 0 0,55 8 0 0 0,-60-13-685 0 0,0-1 1 0 0,0-1-1 0 0,0-2 0 0 0,0-1 0 0 0,0-1 1 0 0,-1-1-1 0 0,34-10 0 0 0,-57 12 104 0 0,0 1 0 0 0,0-1 0 0 0,0 0 0 0 0,0-1 0 0 0,-1 1 0 0 0,1-1 0 0 0,-1 0 0 0 0,1 0 0 0 0,3-4 0 0 0,-6 5-340 0 0,0 0 0 0 0,0 0 0 0 0,-1 0 0 0 0,1-1 1 0 0,-1 1-1 0 0,0 0 0 0 0,1-1 0 0 0,-1 1 0 0 0,0-1 0 0 0,0 1 1 0 0,1-6-1 0 0,0-10-3739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18.4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521 8 80 0 0,'-5'-2'580'0'0,"-1"1"0"0"0,1-1 0 0 0,-1 1 0 0 0,0 0 0 0 0,1 1 0 0 0,-1-1 0 0 0,0 1 0 0 0,1 0 0 0 0,-11 2 0 0 0,-54 11 2002 0 0,55-9-1991 0 0,-9 3-45 0 0,0 0-1 0 0,1 2 1 0 0,0 1 0 0 0,0 0-1 0 0,1 2 1 0 0,1 1 0 0 0,0 0-1 0 0,1 2 1 0 0,0 0 0 0 0,1 1-1 0 0,1 1 1 0 0,-16 19 0 0 0,25-25-289 0 0,0 0 1 0 0,2 0 0 0 0,-1 1-1 0 0,1 0 1 0 0,1 0 0 0 0,0 0-1 0 0,1 1 1 0 0,0 0 0 0 0,1 0-1 0 0,1 1 1 0 0,-4 21 0 0 0,6-27-166 0 0,1-1 0 0 0,0 1 0 0 0,0 0 0 0 0,1 0 0 0 0,0-1 0 0 0,0 1 1 0 0,1-1-1 0 0,-1 1 0 0 0,2-1 0 0 0,-1 1 0 0 0,1-1 0 0 0,0 0 0 0 0,1 0 1 0 0,0-1-1 0 0,0 1 0 0 0,0-1 0 0 0,1 0 0 0 0,0 0 0 0 0,0 0 1 0 0,0 0-1 0 0,1-1 0 0 0,7 5 0 0 0,5 3-159 0 0,1-1 0 0 0,1 0 0 0 0,0-2-1 0 0,0 0 1 0 0,1-2 0 0 0,0 0 0 0 0,1-1 0 0 0,29 5 0 0 0,-16-5-1687 0 0,48 1 1 0 0,33-8-7661 0 0,-83-3 5009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19.0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187 20 1236 0 0,'-6'-20'12205'0'0,"-26"54"-9995"0"0,-41 56 1 0 0,62-75-1828 0 0,1-1 1 0 0,1 1 0 0 0,1 1 0 0 0,0-1 0 0 0,1 1 0 0 0,1 1 0 0 0,-6 23 0 0 0,10-35-290 0 0,1 1 1 0 0,0-1-1 0 0,1 1 1 0 0,0-1 0 0 0,-1 1-1 0 0,2-1 1 0 0,-1 1 0 0 0,1-1-1 0 0,-1 1 1 0 0,2-1 0 0 0,-1 1-1 0 0,1-1 1 0 0,-1 0-1 0 0,1 0 1 0 0,1 0 0 0 0,-1 0-1 0 0,1 0 1 0 0,0 0 0 0 0,0-1-1 0 0,0 1 1 0 0,8 7-1 0 0,-3-5-96 0 0,1-1 0 0 0,0 0 0 0 0,0 0 0 0 0,0 0-1 0 0,1-2 1 0 0,-1 1 0 0 0,1-1 0 0 0,0 0 0 0 0,1-1-1 0 0,14 3 1 0 0,17 2-1404 0 0,1-1 0 0 0,-1-2 0 0 0,1-3 0 0 0,58-2 0 0 0,-54-9-6482 0 0,-29 5 3348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19.6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 1 252 0 0,'-13'1'1202'0'0,"12"-2"-922"0"0,-1 1 0 0 0,0 0 0 0 0,1 0-1 0 0,-1 0 1 0 0,0 0 0 0 0,0 0 0 0 0,1 0 0 0 0,-1 0 0 0 0,0 1 0 0 0,1-1 0 0 0,-1 0 0 0 0,1 1 0 0 0,-1 0 0 0 0,0-1 0 0 0,1 1 0 0 0,-1 0-1 0 0,1 0 1 0 0,0 0 0 0 0,-1 0 0 0 0,1 0 0 0 0,-2 1 0 0 0,4-1-177 0 0,0 1-1 0 0,0-1 1 0 0,0 0-1 0 0,0-1 1 0 0,0 1-1 0 0,0 0 1 0 0,1 0-1 0 0,-1 0 1 0 0,0-1-1 0 0,0 1 1 0 0,1-1-1 0 0,-1 1 1 0 0,3 0-1 0 0,-2 0 109 0 0,20 8 317 0 0,-1-1 0 0 0,1-1 1 0 0,1-1-1 0 0,29 4 0 0 0,99 6 665 0 0,-70-9-540 0 0,263 26 1182 0 0,1013 7 2116 0 0,-897-37-2898 0 0,466-5 1589 0 0,-892 1-2462 0 0,71-5 624 0 0,-103 6-799 0 0,-6 3-1488 0 0,-13 9-337 0 0,-1-2 0 0 0,-30 15 0 0 0,-15-3-7309 0 0,33-15 4550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20.4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174 57 844 0 0,'-1'1'6114'0'0,"-8"18"-5647"0"0,-53 131 3157 0 0,-27 77-94 0 0,82-206-3255 0 0,2-4 2162 0 0,14-31-1312 0 0,74-169 46 0 0,-29 56-872 0 0,-39 95-227 0 0,-9 16-47 0 0,0 2-1 0 0,2-1 0 0 0,-1 1 1 0 0,2 0-1 0 0,0 0 0 0 0,0 1 1 0 0,12-12-1 0 0,-2 14 0 0 0,-16 12-27 0 0,0 0-1 0 0,-1 0 1 0 0,1 0-1 0 0,-1 0 1 0 0,1 0-1 0 0,-1 1 1 0 0,0-1-1 0 0,1 1 1 0 0,-1 0-1 0 0,0-1 1 0 0,3 5-1 0 0,2 2-2 0 0,-1 1 1 0 0,1 1-1 0 0,-2-1 0 0 0,0 1 0 0 0,0 0 0 0 0,0 1 0 0 0,3 13 1 0 0,18 79-100 0 0,-25-101 96 0 0,7 43-580 0 0,-2 0 0 0 0,-2 0 1 0 0,-2 0-1 0 0,-5 63 0 0 0,-3-44-3183 0 0,-14 62-1 0 0,16-110 184 0 0,1-4 272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20.7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61 708 0 0,'-1'-1'211'0'0,"1"0"1"0"0,0 0-1 0 0,0-1 1 0 0,-1 1-1 0 0,1 0 1 0 0,0 0-1 0 0,0-1 0 0 0,0 1 1 0 0,0 0-1 0 0,1 0 1 0 0,-1-1-1 0 0,0 1 0 0 0,0 0 1 0 0,1 0-1 0 0,-1-1 1 0 0,1 1-1 0 0,-1 0 0 0 0,1 0 1 0 0,-1 0-1 0 0,1 0 1 0 0,0 0-1 0 0,0 0 0 0 0,1-2 1 0 0,0 1-1 0 0,0 0-1 0 0,1 0 1 0 0,0 1 0 0 0,-1-1-1 0 0,1 1 1 0 0,0-1 0 0 0,0 1 0 0 0,0 0-1 0 0,5-2 1 0 0,9 0 83 0 0,1 0 1 0 0,34-2-1 0 0,-36 4 188 0 0,57 0-443 0 0,106 10 1 0 0,-31 1-5382 0 0,-117-9 3095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21.1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239 3 832 0 0,'2'-1'877'0'0,"-2"1"-657"0"0,1-1-1 0 0,-1 1 1 0 0,1 0-1 0 0,0 0 0 0 0,-1 0 1 0 0,1-1-1 0 0,-1 1 0 0 0,1 0 1 0 0,-1 0-1 0 0,1 0 0 0 0,0 0 1 0 0,-1 0-1 0 0,1 0 0 0 0,-1 0 1 0 0,1 0-1 0 0,0 0 1 0 0,5 4 2631 0 0,-5-3-2631 0 0,19 26 2299 0 0,7 33-871 0 0,-17-34-1230 0 0,-1 0-1 0 0,-1 0 1 0 0,-2 0 0 0 0,0 1-1 0 0,-2 0 1 0 0,-1 0-1 0 0,-1 1 1 0 0,-3 46 0 0 0,-5-51-275 0 0,-1 16-52 0 0,-10-63-237 0 0,13 16 114 0 0,-10-27-38 0 0,-1 1 1 0 0,-3 1 0 0 0,0 0 0 0 0,-2 2 0 0 0,-29-37 0 0 0,46 66 78 0 0,1-1 1 0 0,0 1-1 0 0,-1 0 1 0 0,1 0-1 0 0,-1 0 0 0 0,1 0 1 0 0,-1 0-1 0 0,0 1 1 0 0,0-1-1 0 0,0 1 1 0 0,0 0-1 0 0,0-1 0 0 0,0 2 1 0 0,0-1-1 0 0,-1 0 1 0 0,1 0-1 0 0,0 1 1 0 0,0 0-1 0 0,-1 0 0 0 0,1 0 1 0 0,0 0-1 0 0,0 0 1 0 0,-1 1-1 0 0,1-1 1 0 0,0 1-1 0 0,-4 1 0 0 0,1 1 28 0 0,1-1-1 0 0,-1 1 0 0 0,1 1 0 0 0,0-1 0 0 0,-1 1 0 0 0,2 0 0 0 0,-1 0 1 0 0,0 0-1 0 0,1 1 0 0 0,0 0 0 0 0,0-1 0 0 0,0 2 0 0 0,-4 6 1 0 0,4-6-69 0 0,1 0 0 0 0,-1 1 1 0 0,1 0-1 0 0,0 0 0 0 0,1 0 1 0 0,-1 0-1 0 0,2 0 1 0 0,-1 0-1 0 0,1 1 0 0 0,0-1 1 0 0,0 1-1 0 0,1-1 0 0 0,0 1 1 0 0,0-1-1 0 0,1 1 1 0 0,0-1-1 0 0,0 0 0 0 0,1 1 1 0 0,0-1-1 0 0,0 0 0 0 0,1 0 1 0 0,-1 0-1 0 0,2 0 1 0 0,-1-1-1 0 0,1 1 0 0 0,0-1 1 0 0,0 0-1 0 0,1 0 0 0 0,0 0 1 0 0,0-1-1 0 0,0 0 1 0 0,0 1-1 0 0,1-2 0 0 0,0 1 1 0 0,0-1-1 0 0,12 6 0 0 0,-3-3-351 0 0,0-1-1 0 0,0 0 1 0 0,1-1-1 0 0,0-1 1 0 0,0-1 0 0 0,0 0-1 0 0,0-1 1 0 0,19 0-1 0 0,-8-2-1703 0 0,-1-1 0 0 0,31-6 0 0 0,-10-1-1264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21.4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1 148 1012 0 0,'0'0'6059'0'0,"3"3"-5185"0"0,10 9-247 0 0,0 0 1 0 0,-2 1 0 0 0,0 1-1 0 0,0-1 1 0 0,-1 1 0 0 0,8 16 0 0 0,48 101 1597 0 0,-46-87-1619 0 0,-5-7 16 0 0,-1 0 1 0 0,11 49-1 0 0,9 27 1141 0 0,-21-91-472 0 0,-13-22-1254 0 0,0 0 1 0 0,1 0 0 0 0,-1 0-1 0 0,0 1 1 0 0,1-1 0 0 0,-1 0-1 0 0,0 0 1 0 0,1 0 0 0 0,-1 0-1 0 0,1 0 1 0 0,-1 0 0 0 0,0 0-1 0 0,1 0 1 0 0,-1 1 0 0 0,1-1-1 0 0,-1-1 1 0 0,0 1 0 0 0,1 0 0 0 0,-1 0-1 0 0,0 0 1 0 0,1 0 0 0 0,-1 0-1 0 0,1 0 1 0 0,-1 0 0 0 0,0 0-1 0 0,1-1 1 0 0,-1 1 0 0 0,0 0-1 0 0,1 0 1 0 0,-1 0 0 0 0,1-1-1 0 0,2-3 144 0 0,1-1 0 0 0,-1 1 0 0 0,0-1 0 0 0,-1 0 0 0 0,1 0 0 0 0,2-6 0 0 0,-1 1-235 0 0,29-68 410 0 0,-3-2 1 0 0,20-89 0 0 0,35-96-385 0 0,-62 216-399 0 0,-21 46 160 0 0,-1 0 0 0 0,1 0-1 0 0,0 0 1 0 0,0 0 0 0 0,0 0-1 0 0,0 0 1 0 0,0 0 0 0 0,1 1-1 0 0,0-1 1 0 0,-1 1 0 0 0,1 0-1 0 0,3-3 1 0 0,24 22-3689 0 0,0 29-5185 0 0,-23-30 5453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21.9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296 3 852 0 0,'0'0'171'0'0,"1"0"1"0"0,-1 0-1 0 0,1-1 0 0 0,-1 1 1 0 0,1 0-1 0 0,-1 0 0 0 0,1-1 0 0 0,-1 1 1 0 0,1 0-1 0 0,-1 0 0 0 0,1 0 1 0 0,-1 0-1 0 0,1 0 0 0 0,0 0 0 0 0,-1 0 1 0 0,1 0-1 0 0,-1 0 0 0 0,1 0 1 0 0,-1 0-1 0 0,1 0 0 0 0,-1 1 0 0 0,1-1 1 0 0,-1 0-1 0 0,1 0 0 0 0,-1 0 1 0 0,1 1-1 0 0,-1-1 0 0 0,1 0 0 0 0,-1 1 1 0 0,1-1-1 0 0,-1 1 172 0 0,1-1-172 0 0,-1 0 0 0 0,0 1 0 0 0,1 0 1 0 0,12 28 2263 0 0,-2 30-724 0 0,-5-9-613 0 0,-2 0 0 0 0,-2-1 0 0 0,-6 59 0 0 0,-6-48-386 0 0,-2 22 378 0 0,-3-153-577 0 0,11 45-577 0 0,0 3 10 0 0,0 0 1 0 0,-2 0-1 0 0,-1 0 0 0 0,0 0 0 0 0,-13-24 0 0 0,18 45 59 0 0,1 0 0 0 0,-1 0 0 0 0,0 0 0 0 0,0 0 0 0 0,0 0-1 0 0,0 0 1 0 0,-1 0 0 0 0,1 1 0 0 0,0-1 0 0 0,-1 1 0 0 0,1 0 0 0 0,-1 0-1 0 0,0 0 1 0 0,1 0 0 0 0,-1 0 0 0 0,0 0 0 0 0,1 1 0 0 0,-1-1-1 0 0,0 1 1 0 0,0 0 0 0 0,0 0 0 0 0,1 0 0 0 0,-1 0 0 0 0,0 0 0 0 0,0 1-1 0 0,-3 0 1 0 0,-3 1 94 0 0,0 0-1 0 0,0 0 0 0 0,0 1 0 0 0,0 0 1 0 0,1 1-1 0 0,-14 6 0 0 0,13-4 83 0 0,0 1 0 0 0,1-1 0 0 0,-1 1 0 0 0,1 1-1 0 0,0-1 1 0 0,1 1 0 0 0,0 1 0 0 0,0-1 0 0 0,1 1 0 0 0,0 1 0 0 0,1-1 0 0 0,0 1 0 0 0,0 0-1 0 0,1 0 1 0 0,-4 13 0 0 0,8-20-141 0 0,0 0 0 0 0,0 0 1 0 0,0 1-1 0 0,1-1 0 0 0,-1 0 0 0 0,1 0 0 0 0,0 0 0 0 0,-1 0 0 0 0,2 0 0 0 0,-1 0 0 0 0,0-1 0 0 0,0 1 0 0 0,1 0 0 0 0,0-1 0 0 0,-1 1 0 0 0,1-1 0 0 0,0 1 1 0 0,0-1-1 0 0,1 0 0 0 0,-1 1 0 0 0,0-1 0 0 0,1-1 0 0 0,-1 1 0 0 0,1 0 0 0 0,0-1 0 0 0,-1 1 0 0 0,1-1 0 0 0,0 0 0 0 0,0 1 0 0 0,0-2 0 0 0,5 2 1 0 0,8 3-202 0 0,0-1 0 0 0,0 0 0 0 0,1-2 1 0 0,25 2-1 0 0,6-4-1223 0 0,1-1-1 0 0,81-13 1 0 0,19-17-8412 0 0,-111 20 5353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23.8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82 15 8993 0 0,'-10'-15'-38'0'0,"20"23"298"0"0,23 29 260 0 0,140 164 1080 0 0,20 27-321 0 0,3 61 186 0 0,-169-243-1168 0 0,-3 1 1 0 0,-2 1-1 0 0,-2 0 0 0 0,23 84 0 0 0,-29-77-4 0 0,-2 1-1 0 0,-3 1 0 0 0,-2 0 0 0 0,-2 0 1 0 0,-3 0-1 0 0,-10 106 0 0 0,3-126-152 0 0,-2 1 0 0 0,-1-1-1 0 0,-2 0 1 0 0,-2-1 0 0 0,-21 49 0 0 0,-30 25 153 0 0,-4-3 1 0 0,-111 135-1 0 0,-32 43-2159 0 0,104-139-1245 0 0,-2-3-4185 0 0,61-83 3327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24.6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1 900 0 0,'-19'8'6695'0'0,"42"-4"-4031"0"0,-13-3-2967 0 0,60 6 773 0 0,155 15-621 0 0,-75-12-5307 0 0,-108-7 2749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24.9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149 12 900 0 0,'-149'29'8392'0'0,"158"-28"-7794"0"0,114 1-1249 0 0,185-20-1 0 0,-153 2-3607 0 0,-91 7 1823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27.2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722 26 436 0 0,'18'-25'8257'0'0,"-52"44"-7301"0"0,2 2 0 0 0,0 1 0 0 0,1 2 0 0 0,1 1-1 0 0,-46 51 1 0 0,9 0 543 0 0,-57 87 0 0 0,68-80-588 0 0,4 1-1 0 0,4 3 0 0 0,-43 105 0 0 0,77-158-610 0 0,2 0 1 0 0,2 1-1 0 0,1 0 0 0 0,1 0 0 0 0,-5 72 1 0 0,13-81-142 0 0,0 0 1 0 0,2 0-1 0 0,0-1 1 0 0,2 1-1 0 0,1 0 1 0 0,1-1 0 0 0,1 0-1 0 0,2-1 1 0 0,11 26-1 0 0,-3-15-108 0 0,2-1 1 0 0,1 0-1 0 0,2-2 0 0 0,1 0 0 0 0,2-1 1 0 0,0-2-1 0 0,3-1 0 0 0,0 0 0 0 0,1-2 1 0 0,2-2-1 0 0,0-1 0 0 0,44 24 0 0 0,-59-37-457 0 0,1-2-1 0 0,0 0 1 0 0,1 0 0 0 0,0-2-1 0 0,34 8 1 0 0,-45-13-84 0 0,0 0 1 0 0,-1-1 0 0 0,1 1-1 0 0,0-1 1 0 0,0-1-1 0 0,-1 1 1 0 0,1-1 0 0 0,10-3-1 0 0,-13 2-216 0 0,0 1-1 0 0,0-1 0 0 0,0 0 0 0 0,0 0 0 0 0,0-1 1 0 0,0 1-1 0 0,0-1 0 0 0,-1 0 0 0 0,1 0 0 0 0,-1 0 1 0 0,0 0-1 0 0,0 0 0 0 0,5-8 0 0 0,8-13-4013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28.3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12 696 0 0,'15'-11'11439'0'0,"-10"31"-9795"0"0,-5-15-1722 0 0,11 60 1500 0 0,-4 1 0 0 0,-3 0 0 0 0,-5 93 0 0 0,-40 196-817 0 0,37-331-916 0 0,1-14-207 0 0,1 0 1 0 0,1 1 0 0 0,-1-1-1 0 0,2 0 1 0 0,-1 0 0 0 0,1 1-1 0 0,3 17 1 0 0,-3-28 391 0 0,1 1-1 0 0,-1-1 1 0 0,0 1-1 0 0,0-1 1 0 0,1 1-1 0 0,-1-1 1 0 0,0 0 0 0 0,1 1-1 0 0,-1-1 1 0 0,0 0-1 0 0,1 1 1 0 0,-1-1-1 0 0,1 0 1 0 0,-1 0-1 0 0,0 1 1 0 0,1-1 0 0 0,-1 0-1 0 0,1 0 1 0 0,-1 0-1 0 0,1 0 1 0 0,-1 0-1 0 0,1 1 1 0 0,-1-1-1 0 0,0 0 1 0 0,1 0-1 0 0,-1 0 1 0 0,1 0 0 0 0,-1 0-1 0 0,1 0 1 0 0,-1-1-1 0 0,1 1 1 0 0,-1 0-1 0 0,1 0 1 0 0,-1 0-1 0 0,1 0 1 0 0,-1 0 0 0 0,0-1-1 0 0,2 1 1 0 0,18-11-4312 0 0,-16 8 4354 0 0,24-11-3343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28.7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57 12341 0 0,'23'-16'514'0'0,"-15"9"-332"0"0,1 0 0 0 0,0 1 0 0 0,0 1-1 0 0,1-1 1 0 0,11-3 0 0 0,-20 9-139 0 0,0 0 1 0 0,0 0-1 0 0,1 0 0 0 0,-1 1 0 0 0,0-1 1 0 0,0 1-1 0 0,0-1 0 0 0,0 1 1 0 0,0-1-1 0 0,0 1 0 0 0,0-1 1 0 0,0 1-1 0 0,0 0 0 0 0,0 0 1 0 0,0-1-1 0 0,-1 1 0 0 0,1 0 0 0 0,0 0 1 0 0,0 0-1 0 0,-1 0 0 0 0,1 0 1 0 0,-1 0-1 0 0,1 0 0 0 0,-1 0 1 0 0,1 0-1 0 0,-1 0 0 0 0,1 2 1 0 0,11 32 747 0 0,-1 22-160 0 0,-3 1 0 0 0,2 103-1 0 0,-11-118-1190 0 0,-2-1 0 0 0,-2 1 0 0 0,-2-1 0 0 0,-17 62 0 0 0,5-47-846 0 0,3-8-1480 0 0,7-17-1961 0 0,7-17 1528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29.0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82 171 12837 0 0,'-46'-25'1347'0'0,"13"6"1172"0"0,33 19-2498 0 0,0 0-1 0 0,0 0 1 0 0,-1-1-1 0 0,1 1 1 0 0,0 0 0 0 0,0-1-1 0 0,0 1 1 0 0,0 0 0 0 0,-1 0-1 0 0,1-1 1 0 0,0 1 0 0 0,0 0-1 0 0,0-1 1 0 0,0 1-1 0 0,0 0 1 0 0,0-1 0 0 0,0 1-1 0 0,0 0 1 0 0,0-1 0 0 0,0 1-1 0 0,0 0 1 0 0,0-1 0 0 0,0 1-1 0 0,0 0 1 0 0,0-1-1 0 0,0 1 1 0 0,0 0 0 0 0,0-1-1 0 0,0 1 1 0 0,0 0 0 0 0,1-1-1 0 0,-1 1 1 0 0,0 0 0 0 0,0-1-1 0 0,0 1 1 0 0,1 0-1 0 0,-1 0 1 0 0,0-1 0 0 0,0 1-1 0 0,1 0 1 0 0,-1 0 0 0 0,0 0-1 0 0,0-1 1 0 0,1 1 0 0 0,-1 0-1 0 0,0 0 1 0 0,1 0-1 0 0,-1 0 1 0 0,0 0 0 0 0,1 0-1 0 0,-1-1 1 0 0,0 1 0 0 0,1 0-1 0 0,18-10 339 0 0,54-10-944 0 0,2 3 0 0 0,0 4 1 0 0,77-5-1 0 0,36-6-8039 0 0,-129 13 4567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30.5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56 0 396 0 0,'0'0'1900'0'0,"1"4"-981"0"0,3 17 170 0 0,-1 1 1 0 0,0-1-1 0 0,-2 0 1 0 0,0 1-1 0 0,-3 22 0 0 0,-17 113 1434 0 0,12-105-2032 0 0,-12 30-248 0 0,2-14-2265 0 0,13-21-4310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30.9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1 392 0 0,'1'9'4907'0'0,"0"-8"-4744"0"0,12 4 256 0 0,1-1 0 0 0,-1 0 0 0 0,1-1-1 0 0,-1 0 1 0 0,1-1 0 0 0,0-1-1 0 0,26 0 1 0 0,1 1 61 0 0,1116 49 4033 0 0,-663-38-3229 0 0,-213-4-291 0 0,-244-7-2012 0 0,-76 25-1924 0 0,-3-7-4109 0 0,27-16 4200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31.5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248 24 1044 0 0,'0'-2'476'0'0,"0"0"0"0"0,0 0 0 0 0,0 0 0 0 0,0 0 0 0 0,0 1 0 0 0,0-1 0 0 0,-1 0 0 0 0,1 0 0 0 0,-1 0 1 0 0,-1-3-1 0 0,-6 5-185 0 0,1 0-1 0 0,-1 1 1 0 0,1 0 0 0 0,0 0 0 0 0,-1 1 0 0 0,1 0 0 0 0,0 0 0 0 0,0 1 0 0 0,0 0 0 0 0,0 0 0 0 0,1 0 0 0 0,-1 1 0 0 0,1 0 0 0 0,0 0 0 0 0,0 1 0 0 0,-9 9 0 0 0,2-3-16 0 0,0 2 0 0 0,2 0 0 0 0,-1 0 0 0 0,1 1 0 0 0,1 1 0 0 0,-10 18 0 0 0,16-25-157 0 0,0 1 0 0 0,0-1-1 0 0,1 1 1 0 0,0 0 0 0 0,0 1 0 0 0,1-1 0 0 0,0 0-1 0 0,1 1 1 0 0,0-1 0 0 0,0 1 0 0 0,1-1 0 0 0,1 1 0 0 0,-1-1-1 0 0,1 1 1 0 0,3 11 0 0 0,-1-13-85 0 0,0 0 0 0 0,1 0 0 0 0,-1-1 0 0 0,1 1-1 0 0,1 0 1 0 0,-1-1 0 0 0,1 0 0 0 0,1 0 0 0 0,-1-1 0 0 0,1 0 0 0 0,0 0 0 0 0,1 0-1 0 0,-1 0 1 0 0,1-1 0 0 0,0 0 0 0 0,1-1 0 0 0,9 6 0 0 0,3-1-254 0 0,1 0 1 0 0,0-1-1 0 0,1-1 1 0 0,-1-2-1 0 0,1 0 1 0 0,0-1-1 0 0,37 2 1 0 0,-39-5-467 0 0,0-1 1 0 0,-1-1 0 0 0,32-6-1 0 0,-36 4-345 0 0,-1-1-1 0 0,0 0 0 0 0,-1-1 1 0 0,1-1-1 0 0,17-9 1 0 0,-10 0-1740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32.1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29 111 64 0 0,'-2'22'7403'0'0,"-3"19"-3630"0"0,-17 185-161 0 0,32-253-3297 0 0,-2 0 0 0 0,7-37 0 0 0,-14 48-338 0 0,1-7-4 0 0,1-1 0 0 0,0 1-1 0 0,2-1 1 0 0,1 1-1 0 0,15-39 1 0 0,-10 54-74 0 0,-10 8 100 0 0,-1-1-1 0 0,1 1 1 0 0,0 0-1 0 0,0 0 1 0 0,-1 0-1 0 0,1 0 1 0 0,0 1-1 0 0,-1-1 1 0 0,1 0-1 0 0,0 0 0 0 0,0 0 1 0 0,-1 0-1 0 0,1 1 1 0 0,0-1-1 0 0,-1 0 1 0 0,1 1-1 0 0,-1-1 1 0 0,1 0-1 0 0,0 1 1 0 0,-1-1-1 0 0,1 1 0 0 0,-1-1 1 0 0,1 1-1 0 0,-1-1 1 0 0,1 1-1 0 0,-1 0 1 0 0,1 0-1 0 0,17 21-35 0 0,-16-20 30 0 0,16 22 32 0 0,-11-14-39 0 0,1 1-1 0 0,0-1 1 0 0,0-1 0 0 0,1 0-1 0 0,0 0 1 0 0,1 0-1 0 0,0-1 1 0 0,12 7-1 0 0,-18-14-3 0 0,-1 0 0 0 0,1 0 0 0 0,-1 0-1 0 0,1 0 1 0 0,0-1 0 0 0,0 0 0 0 0,-1 0 0 0 0,1 0-1 0 0,0 0 1 0 0,-1 0 0 0 0,1-1 0 0 0,0 1-1 0 0,-1-1 1 0 0,1 0 0 0 0,0-1 0 0 0,-1 1-1 0 0,1 0 1 0 0,-1-1 0 0 0,0 0 0 0 0,0 0-1 0 0,1 0 1 0 0,-1 0 0 0 0,0 0 0 0 0,-1-1 0 0 0,1 1-1 0 0,0-1 1 0 0,-1 0 0 0 0,4-5 0 0 0,7-8-18 0 0,0-1 1 0 0,-2-1 0 0 0,16-31-1 0 0,-24 44 36 0 0,37-80 614 0 0,-39 84-458 0 0,8 31-60 0 0,-7 12-62 0 0,-7 50 1 0 0,3-56-298 0 0,-6 23-609 0 0,1-15-2153 0 0,5-15-3744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32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1 167 72 0 0,'4'-3'2045'0'0,"-4"2"-1818"0"0,1 1 0 0 0,-1 0 1 0 0,1 0-1 0 0,0-1 0 0 0,-1 1 0 0 0,1 0 0 0 0,-1 0 1 0 0,1 0-1 0 0,-1 0 0 0 0,1 0 0 0 0,0 0 1 0 0,-1 0-1 0 0,1 0 0 0 0,0 0 0 0 0,3 16 486 0 0,0 1 0 0 0,-1-1 0 0 0,-1 1 0 0 0,0-1 0 0 0,-2 1 0 0 0,-1 29 0 0 0,0-10-41 0 0,-1 6 71 0 0,3-33 358 0 0,6-43-678 0 0,-7 34-423 0 0,5-25 64 0 0,35-139 32 0 0,-34 148-103 0 0,-1 0 0 0 0,2 0 0 0 0,0 1 0 0 0,1 0 0 0 0,0 0 0 0 0,1 1 0 0 0,18-22 0 0 0,3 9-98 0 0,-29 26 76 0 0,17 30-157 0 0,-17-23 150 0 0,-1-1-1 0 0,-1 1 1 0 0,1-1 0 0 0,-1 0 0 0 0,0 1 0 0 0,0-1 0 0 0,0 0 0 0 0,-1 0 0 0 0,1 0 0 0 0,-1 0 0 0 0,-1 0 0 0 0,-4 9 0 0 0,-43 54-71 0 0,38-53 180 0 0,11-13-63 0 0,-1 1 1 0 0,1-1-1 0 0,-1 1 0 0 0,1 0 1 0 0,0-1-1 0 0,0 1 1 0 0,0 0-1 0 0,1 0 0 0 0,-1 0 1 0 0,1 0-1 0 0,-1 0 1 0 0,1 0-1 0 0,0 0 0 0 0,0 0 1 0 0,0 0-1 0 0,1 0 1 0 0,-1 0-1 0 0,1 0 0 0 0,-1-1 1 0 0,1 1-1 0 0,0 0 1 0 0,0 0-1 0 0,1 0 0 0 0,-1-1 1 0 0,0 1-1 0 0,1-1 1 0 0,0 1-1 0 0,-1-1 0 0 0,1 1 1 0 0,4 3-1 0 0,0 1-301 0 0,0 0 1 0 0,1-1-1 0 0,0 1 0 0 0,0-2 0 0 0,1 1 0 0 0,0-1 1 0 0,-1 0-1 0 0,14 6 0 0 0,-16-9-369 0 0,-1-1 0 0 0,0 0 0 0 0,1-1 0 0 0,-1 1 0 0 0,0-1 0 0 0,1 1 0 0 0,-1-1-1 0 0,9-2 1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33.2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1 142 360 0 0,'5'-10'5845'0'0,"-4"21"-2387"0"0,0 5-3352 0 0,16 159 3366 0 0,-16-66-1629 0 0,-4-138-1877 0 0,0 0-1 0 0,2 0 1 0 0,2 0-1 0 0,7-58 1 0 0,-6 72 17 0 0,1 0-1 0 0,1 0 1 0 0,0 0 0 0 0,2 0-1 0 0,-1 1 1 0 0,2 0 0 0 0,0 1-1 0 0,0-1 1 0 0,1 1 0 0 0,1 0-1 0 0,15-17 1 0 0,-20 25-10 0 0,1 1-1 0 0,-1-1 1 0 0,1 1 0 0 0,0 0-1 0 0,0 0 1 0 0,0 0 0 0 0,0 1 0 0 0,1 0-1 0 0,-1 0 1 0 0,1 0 0 0 0,0 1-1 0 0,0 0 1 0 0,0 0 0 0 0,0 0-1 0 0,0 1 1 0 0,1 0 0 0 0,-1 0-1 0 0,0 0 1 0 0,1 1 0 0 0,-1 0 0 0 0,0 1-1 0 0,9 0 1 0 0,-14 0 13 0 0,0-1 0 0 0,0 1 0 0 0,-1-1-1 0 0,1 1 1 0 0,0-1 0 0 0,-1 1 0 0 0,1-1 0 0 0,-1 1 0 0 0,1 0 0 0 0,-1-1 0 0 0,1 1-1 0 0,-1 0 1 0 0,1 0 0 0 0,-1-1 0 0 0,0 1 0 0 0,1 0 0 0 0,-1 0 0 0 0,0-1 0 0 0,0 1-1 0 0,0 0 1 0 0,0 0 0 0 0,1 0 0 0 0,-1 0 0 0 0,0-1 0 0 0,0 1 0 0 0,0 0 0 0 0,-1 0-1 0 0,1 0 1 0 0,0 0 0 0 0,0-1 0 0 0,0 1 0 0 0,-1 0 0 0 0,1 0 0 0 0,0 0 0 0 0,-1-1-1 0 0,1 1 1 0 0,0 0 0 0 0,-1-1 0 0 0,1 1 0 0 0,-1 0 0 0 0,1-1 0 0 0,-2 1 0 0 0,-19 31-292 0 0,-21 9 108 0 0,34-34 248 0 0,0 0 1 0 0,1 0 0 0 0,0 1-1 0 0,0 0 1 0 0,0 0-1 0 0,1 1 1 0 0,0 0-1 0 0,1 0 1 0 0,0 0 0 0 0,-5 12-1 0 0,10-17 4 0 0,-1-1-1 0 0,1 1 0 0 0,0 0 1 0 0,0 0-1 0 0,0 0 1 0 0,1-1-1 0 0,-1 1 0 0 0,1 0 1 0 0,0 0-1 0 0,0-1 1 0 0,0 1-1 0 0,1-1 0 0 0,-1 1 1 0 0,1-1-1 0 0,0 1 1 0 0,0-1-1 0 0,4 5 0 0 0,46 55 372 0 0,-41-51-325 0 0,16 17-213 0 0,1-2-1 0 0,42 31 0 0 0,-47-41-2120 0 0,48 26 0 0 0,-42-32-2815 0 0,-13-9 2152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33.6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 14369 0 0,'0'0'707'0'0,"27"-11"485"0"0,-21 26-2757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35.2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18 380 0 0,'11'-8'1805'0'0,"6"-2"1934"0"0,-15 11-3642 0 0,-1-1 0 0 0,0 1 0 0 0,0-1 0 0 0,1 1 0 0 0,-1-1 0 0 0,0 1 0 0 0,0 0 0 0 0,0-1 1 0 0,0 1-1 0 0,0 0 0 0 0,0 0 0 0 0,0 0 0 0 0,0 0 0 0 0,0 0 0 0 0,0 0 0 0 0,0 0 0 0 0,-1 0 0 0 0,2 3 0 0 0,10 15 572 0 0,-1 0 0 0 0,-1 1 0 0 0,-1 1 0 0 0,11 33 0 0 0,18 95 956 0 0,-22-81-938 0 0,-1 4-6 0 0,-10-42 666 0 0,18 54 0 0 0,-23-83-1296 0 0,1-1 1 0 0,-1 0 0 0 0,1 0 0 0 0,-1 1-1 0 0,1-1 1 0 0,-1 0 0 0 0,0 0 0 0 0,1 0 0 0 0,-1 0-1 0 0,1 0 1 0 0,-1 0 0 0 0,1 0 0 0 0,-1 0-1 0 0,1 0 1 0 0,-1 0 0 0 0,1 0 0 0 0,-1 0 0 0 0,1 0-1 0 0,-1 0 1 0 0,1 0 0 0 0,-1 0 0 0 0,1 0-1 0 0,-1-1 1 0 0,1 1 0 0 0,-1 0 0 0 0,1 0 0 0 0,-1-1-1 0 0,0 1 1 0 0,1 0 0 0 0,-1-1 0 0 0,1 1-1 0 0,-1 0 1 0 0,0-1 0 0 0,1 1 0 0 0,-1-1 0 0 0,0 1-1 0 0,0 0 1 0 0,1-2 0 0 0,17-15 108 0 0,-18 16-110 0 0,34-44 176 0 0,-1-2 1 0 0,-3-1-1 0 0,-1-1 0 0 0,36-90 0 0 0,-62 133-249 0 0,5-9-406 0 0,-1 1 0 0 0,2-1 0 0 0,0 2 0 0 0,21-24 0 0 0,-30 36 325 0 0,1 0 0 0 0,-1 1 1 0 0,1-1-1 0 0,0 1 1 0 0,-1-1-1 0 0,1 1 1 0 0,0-1-1 0 0,-1 1 0 0 0,1-1 1 0 0,0 1-1 0 0,0 0 1 0 0,-1-1-1 0 0,1 1 0 0 0,0 0 1 0 0,0 0-1 0 0,0-1 1 0 0,0 1-1 0 0,-1 0 0 0 0,1 0 1 0 0,0 0-1 0 0,0 0 1 0 0,0 0-1 0 0,0 0 0 0 0,-1 0 1 0 0,1 0-1 0 0,0 1 1 0 0,0-1-1 0 0,0 0 1 0 0,0 0-1 0 0,-1 1 0 0 0,2 0 1 0 0,1 1-110 0 0,0 0-1 0 0,-1 0 1 0 0,0 0 0 0 0,1 0 0 0 0,-1 1 0 0 0,0-1-1 0 0,0 1 1 0 0,3 5 0 0 0,2 4-1617 0 0,-1 0 0 0 0,-1 1 0 0 0,6 15 0 0 0,-4-6-1232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35.5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280 10 648 0 0,'-2'-9'4192'0'0,"2"9"-4092"0"0,0 0-1 0 0,-1 0 1 0 0,1 0 0 0 0,-1 0 0 0 0,-16 2 1344 0 0,-16 13-366 0 0,11-2-392 0 0,-1 1 0 0 0,2 1 0 0 0,0 1-1 0 0,-32 31 1 0 0,44-38-508 0 0,1 0 1 0 0,0 0-1 0 0,0 1 1 0 0,1 0-1 0 0,0 1 1 0 0,1-1-1 0 0,0 1 1 0 0,0 0-1 0 0,2 1 1 0 0,-1-1-1 0 0,1 1 0 0 0,-2 13 1 0 0,5-20-123 0 0,1 0 0 0 0,-1-1-1 0 0,1 1 1 0 0,0 0 0 0 0,1-1 0 0 0,-1 1 0 0 0,1-1-1 0 0,0 1 1 0 0,0-1 0 0 0,1 1 0 0 0,-1-1 0 0 0,1 0 0 0 0,0 1-1 0 0,0-1 1 0 0,5 7 0 0 0,-2-5-45 0 0,0 0 0 0 0,0-1 0 0 0,1 1 0 0 0,-1-1-1 0 0,1-1 1 0 0,0 1 0 0 0,0-1 0 0 0,14 7 0 0 0,0-2-374 0 0,1-2 1 0 0,-1 0-1 0 0,1-1 0 0 0,1 0 1 0 0,35 3-1 0 0,9-6-1718 0 0,-22-8-2970 0 0,-23 0 2074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7:11:35.8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0 916,'3'1'962,"51"9"199,1-2 1,0-3-1,0-2 0,88-6 0,23 1 27,137 6 573,175 8-178,-457-5-2009,-10-1-1017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7:11:36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1 796,'-1'0'186,"-1"1"-1,1 0 1,0 0 0,0 0-1,0 0 1,0 0-1,0 0 1,0 0 0,1 0-1,-1 0 1,0 0 0,0 0-1,1 1 1,-1-1 0,1 0-1,-1 0 1,1 1-1,-1-1 1,1 0 0,0 1-1,0-1 1,0 1 0,0-1-1,0 0 1,0 3-1,1 47 1731,0-38-1496,31 250 3561,-19-182-3021,-12-65-662,2-1 0,0 1 0,0-1 0,2 0 0,0 0 0,0 0 0,2 0 0,-1-1 0,10 13 0,-14-25-224,0 0-1,0-1 0,-1 1 1,1-1-1,1 0 0,-1 1 1,0-1-1,0 0 0,0 0 1,1 0-1,-1-1 0,0 1 1,1 0-1,-1-1 0,1 0 1,-1 1-1,1-1 0,-1 0 1,1 0-1,-1-1 0,1 1 1,-1 0-1,0-1 0,1 0 1,-1 1-1,0-1 0,1 0 1,-1 0-1,0 0 0,0 0 1,3-3-1,7-3 71,0 0-1,0-1 1,-1 0 0,12-13-1,0-2-133,-2 0 0,0-2 0,-2 0 0,-1-2 0,-1 0 0,-1 0 0,-2-2 0,-1 0 0,-1 0 0,13-49 0,-19 60-344,0 1-1,15-25 0,4-14-3596,-17 51 2087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7:11:36.5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341 1 360,'0'0'1131,"-9"26"4057,4 4-3973,0 0 1,2-1 0,1 1-1,1 0 1,7 59 0,-1 13 400,-5-48-619,0-52-923,-14-45-152,10 36 67,0 0 0,0 0 0,0 0 0,-1 0 1,0 1-1,0 0 0,-1 0 0,0 0 1,0 1-1,0 0 0,-1 0 0,1 0 0,-13-5 1,13 7 14,0 1-1,-1 0 1,1 1 0,0-1 0,-1 1 0,0 0-1,1 1 1,-1 0 0,1 0 0,-1 0 0,1 1 0,-1 0-1,1 0 1,-1 1 0,1-1 0,-1 2 0,-7 3 0,2-1 78,1 0 1,0 1-1,-20 13 1,28-17-54,1 1-1,-1-1 1,0 0 0,1 1 0,-1-1-1,1 1 1,0 0 0,0 0-1,0 0 1,0 0 0,0 0 0,1 0-1,-1 0 1,1 1 0,0-1-1,0 0 1,0 1 0,0-1 0,0 5-1,2-5-4,0 0 0,0 0 0,0 0 0,0-1 0,0 1 1,0 0-1,1 0 0,-1-1 0,1 1 0,0-1 0,0 1 0,0-1 0,0 0 0,0 1 0,0-1 0,1 0 0,-1-1 0,1 1 0,-1 0 0,1-1 0,4 3 0,4 1 9,-1 0-1,1-1 0,0 0 1,19 4-1,-1-3-326,0-2 1,0-1-1,1-1 1,-1-1-1,0-2 1,1-1-1,56-14 1,-60 10-1256,-1-1 0,1-1 0,-1-2 0,-1 0 0,29-19 0,-16 3-2080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36.9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663 45 88 0 0,'6'-11'854'0'0,"-4"8"-436"0"0,-1 0-1 0 0,1 0 1 0 0,-1 0-1 0 0,1 0 0 0 0,0 1 1 0 0,0-1-1 0 0,0 0 0 0 0,1 1 1 0 0,3-4-1 0 0,-4 5-274 0 0,-1 1-1 0 0,1-1 1 0 0,-1 1 0 0 0,1 0-1 0 0,-1 0 1 0 0,1-1 0 0 0,0 1-1 0 0,-1 0 1 0 0,1 0 0 0 0,0 0-1 0 0,-1 1 1 0 0,1-1-1 0 0,-1 0 1 0 0,1 0 0 0 0,0 1-1 0 0,-1-1 1 0 0,1 1 0 0 0,-1 0-1 0 0,1-1 1 0 0,-1 1 0 0 0,0 0-1 0 0,1 0 1 0 0,-1 0-1 0 0,2 1 1 0 0,14 11 494 0 0,0 0-1 0 0,-1 1 1 0 0,0 1-1 0 0,-2 1 1 0 0,26 33 0 0 0,54 96 1390 0 0,-72-103-1799 0 0,-2 0 0 0 0,-2 1 1 0 0,-2 1-1 0 0,-2 1 1 0 0,-2 0-1 0 0,-1 1 1 0 0,-3 0-1 0 0,-2 1 0 0 0,-2-1 1 0 0,-1 1-1 0 0,-3 0 1 0 0,-2 0-1 0 0,-2-1 0 0 0,-2 1 1 0 0,-2-1-1 0 0,-2 0 1 0 0,-2-1-1 0 0,-2 0 0 0 0,-2-1 1 0 0,-2-1-1 0 0,-2 0 1 0 0,-1-1-1 0 0,-2-2 0 0 0,-3 0 1 0 0,-48 59-1 0 0,-12-3-1327 0 0,-5-5-1 0 0,-131 104 1 0 0,-80 19-7993 0 0,178-138 4551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25.3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32 218 76 0 0,'8'1'6097'0'0,"-8"-1"-5967"0"0,6 18 2307 0 0,-1 28-1630 0 0,-4-36 102 0 0,2 43 562 0 0,-3-1 0 0 0,-9 79 0 0 0,5-90-951 0 0,-32 217 2516 0 0,30-235-2179 0 0,10-47-71 0 0,3-25-491 0 0,-4 15-194 0 0,2-1 0 0 0,9-36 0 0 0,6-32 12 0 0,20-128-46 0 0,-32 198-63 0 0,2 0-1 0 0,2 0 1 0 0,1 1 0 0 0,29-54 0 0 0,-37 78-1 0 0,0 0-1 0 0,0 0 0 0 0,1 1 0 0 0,0 0 1 0 0,1 0-1 0 0,0 0 0 0 0,0 1 1 0 0,11-8-1 0 0,-15 12 2 0 0,0 0-1 0 0,0 0 1 0 0,0 1-1 0 0,1 0 1 0 0,-1-1 0 0 0,0 1-1 0 0,1 0 1 0 0,-1 1 0 0 0,1-1-1 0 0,-1 0 1 0 0,1 1-1 0 0,-1 0 1 0 0,1 0 0 0 0,-1 0-1 0 0,1 0 1 0 0,-1 1-1 0 0,1-1 1 0 0,-1 1 0 0 0,0 0-1 0 0,1 0 1 0 0,-1 0-1 0 0,0 1 1 0 0,1-1 0 0 0,-1 1-1 0 0,3 1 1 0 0,9 8 25 0 0,0 1 0 0 0,-1 0 0 0 0,0 1 1 0 0,-1 0-1 0 0,0 1 0 0 0,-1 0 0 0 0,-1 1 0 0 0,0 1 1 0 0,-1-1-1 0 0,-1 2 0 0 0,0-1 0 0 0,-1 1 0 0 0,-1 1 1 0 0,-1-1-1 0 0,0 1 0 0 0,3 20 0 0 0,1 13-132 0 0,-2 0 1 0 0,-3 0-1 0 0,-1 1 0 0 0,-6 81 1 0 0,-1-90-816 0 0,-3 0 0 0 0,-1 0 0 0 0,-2-1 1 0 0,-1 0-1 0 0,-3-1 0 0 0,-1 0 1 0 0,-3-1-1 0 0,-37 69 0 0 0,28-73-1514 0 0,6-16-2080 0 0,6-10 1273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25.6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6 174 1100 0 0,'-1'-5'336'0'0,"0"0"1"0"0,0 0-1 0 0,0-1 0 0 0,0 1 0 0 0,1 0 1 0 0,0 0-1 0 0,0-1 0 0 0,0 1 1 0 0,1 0-1 0 0,0 0 0 0 0,0 0 0 0 0,0 0 1 0 0,1-1-1 0 0,-1 2 0 0 0,1-1 0 0 0,0 0 1 0 0,1 0-1 0 0,-1 1 0 0 0,5-7 0 0 0,-2 6-127 0 0,0 0 0 0 0,1 1 0 0 0,-1-1 0 0 0,1 1 0 0 0,0 1 0 0 0,0-1-1 0 0,0 1 1 0 0,0 0 0 0 0,1 0 0 0 0,-1 1 0 0 0,1 0 0 0 0,0 0 0 0 0,0 0-1 0 0,12 0 1 0 0,46-7-24 0 0,0 3 0 0 0,0 4 0 0 0,1 2 0 0 0,-1 2 0 0 0,0 4-1 0 0,0 3 1 0 0,70 18 0 0 0,-13 1-2146 0 0,-42-14-3510 0 0,-51-10 2654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26.0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328 6 492 0 0,'5'-6'6670'0'0,"0"12"-6290"0"0,1 0 0 0 0,-1 0 0 0 0,-1 0 0 0 0,1 1 0 0 0,-1-1 0 0 0,0 1 1 0 0,0 0-1 0 0,-1 1 0 0 0,0-1 0 0 0,4 12 0 0 0,19 87 1644 0 0,-23-87-1646 0 0,12 55 806 0 0,-3 0 0 0 0,3 131 1 0 0,-21-69-75 0 0,6-136-1099 0 0,0 0-1 0 0,1 0 1 0 0,-1 0 0 0 0,0 1 0 0 0,0-1 0 0 0,0 0 0 0 0,0 0-1 0 0,0 0 1 0 0,0 1 0 0 0,0-1 0 0 0,0 0 0 0 0,0 0 0 0 0,1 0-1 0 0,-1 1 1 0 0,0-1 0 0 0,0 0 0 0 0,0 0 0 0 0,0 0 0 0 0,0 1-1 0 0,0-1 1 0 0,0 0 0 0 0,0 0 0 0 0,0 0 0 0 0,-1 1 0 0 0,1-1-1 0 0,0 0 1 0 0,0 0 0 0 0,0 0 0 0 0,0 1 0 0 0,0-1 0 0 0,0 0-1 0 0,0 0 1 0 0,0 0 0 0 0,0 1 0 0 0,-1-1 0 0 0,1 0 0 0 0,0 0 0 0 0,0 0-1 0 0,0 0 1 0 0,0 0 0 0 0,-1 1 0 0 0,1-1 0 0 0,0 0 0 0 0,0 0-1 0 0,0 0 1 0 0,-1 0 0 0 0,1 0 0 0 0,0 0 0 0 0,0 0 0 0 0,0 0-1 0 0,-1 0 1 0 0,1 0 0 0 0,0 0 0 0 0,0 0 0 0 0,0 0 0 0 0,-1 0-1 0 0,1 0 1 0 0,0 0 0 0 0,0 0 0 0 0,0 0 0 0 0,-1 0 0 0 0,1 0-1 0 0,-12-17 168 0 0,-12-33-262 0 0,22 46 118 0 0,-22-51-83 0 0,9 19-27 0 0,-2 0 0 0 0,-31-50-1 0 0,41 75 57 0 0,0 1 0 0 0,-1 1 0 0 0,0-1 0 0 0,-1 1 0 0 0,0 1 0 0 0,-1 0 0 0 0,1 0 0 0 0,-1 1-1 0 0,-1 0 1 0 0,1 0 0 0 0,-1 1 0 0 0,-14-5 0 0 0,20 9 22 0 0,1 1 0 0 0,-1 0 1 0 0,0 0-1 0 0,1 0 0 0 0,-1 0 0 0 0,0 1 1 0 0,1 0-1 0 0,-1 0 0 0 0,0 0 0 0 0,0 0 1 0 0,1 1-1 0 0,-1 0 0 0 0,0 0 0 0 0,1 0 0 0 0,-1 1 1 0 0,1-1-1 0 0,-1 1 0 0 0,1 0 0 0 0,0 1 1 0 0,0-1-1 0 0,0 1 0 0 0,0-1 0 0 0,0 1 1 0 0,0 0-1 0 0,1 1 0 0 0,0-1 0 0 0,-1 0 0 0 0,1 1 1 0 0,0 0-1 0 0,1 0 0 0 0,-1 0 0 0 0,-2 5 1 0 0,1-2 22 0 0,0 0 0 0 0,1 0 0 0 0,-1 1 1 0 0,2 0-1 0 0,-1-1 0 0 0,1 1 0 0 0,0 0 1 0 0,0 0-1 0 0,1 1 0 0 0,0-1 0 0 0,1 0 1 0 0,0 0-1 0 0,0 1 0 0 0,0-1 0 0 0,1 0 1 0 0,1 0-1 0 0,-1 0 0 0 0,4 8 0 0 0,-1-7-133 0 0,0-1 0 0 0,0 0 0 0 0,1 0 0 0 0,0-1 0 0 0,1 1 0 0 0,0-1 0 0 0,0 0 0 0 0,1-1 0 0 0,-1 1 0 0 0,1-1 0 0 0,1 0 0 0 0,-1-1 0 0 0,1 0 0 0 0,0 0 0 0 0,0-1 0 0 0,0 0 0 0 0,1 0 0 0 0,0-1 0 0 0,-1 0 0 0 0,1-1 0 0 0,0 0 0 0 0,16 2 0 0 0,-4-2-984 0 0,0-1 1 0 0,0 0-1 0 0,-1-2 1 0 0,1 0-1 0 0,0-1 1 0 0,-1-2-1 0 0,1 0 1 0 0,-1-1-1 0 0,22-8 1 0 0,-2-3-2194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26.3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73 1052 0 0,'13'-24'3537'0'0,"-13"24"-3415"0"0,1 0 1 0 0,-1-1 0 0 0,0 1-1 0 0,1 0 1 0 0,-1 0 0 0 0,1-1-1 0 0,-1 1 1 0 0,1 0 0 0 0,-1 0-1 0 0,1 0 1 0 0,-1 0 0 0 0,1 0-1 0 0,-1 0 1 0 0,1 0 0 0 0,-1 0-1 0 0,1 0 1 0 0,-1 0 0 0 0,1 0-1 0 0,-1 0 1 0 0,1 0 0 0 0,-1 0-1 0 0,1 0 1 0 0,-1 0 0 0 0,1 1-1 0 0,-1-1 1 0 0,1 0 0 0 0,0 1-1 0 0,3 2 342 0 0,0 1-1 0 0,0 0 1 0 0,0 0 0 0 0,0 1-1 0 0,-1-1 1 0 0,5 9-1 0 0,-5-9-560 0 0,34 59 1680 0 0,-3 2 0 0 0,-3 1 0 0 0,39 122 0 0 0,0 3 622 0 0,-67-181-1897 0 0,-3-9-242 0 0,0 0 1 0 0,0 0 0 0 0,0-1 0 0 0,0 1-1 0 0,0 0 1 0 0,0 0 0 0 0,1-1 0 0 0,-1 1-1 0 0,0 0 1 0 0,1 0 0 0 0,-1-1-1 0 0,0 1 1 0 0,1 0 0 0 0,-1-1 0 0 0,1 1-1 0 0,-1 0 1 0 0,1-1 0 0 0,-1 1-1 0 0,1-1 1 0 0,0 1 0 0 0,-1-1 0 0 0,1 1-1 0 0,0-1 1 0 0,-1 0 0 0 0,1 1 0 0 0,0-1-1 0 0,1 1 1 0 0,-1-1 291 0 0,3-2-23 0 0,8-7-179 0 0,-1 0 0 0 0,0-1 0 0 0,0 0 0 0 0,-1-1 0 0 0,0 0 0 0 0,-1 0 0 0 0,-1-1 0 0 0,10-16 0 0 0,55-112 305 0 0,-27 35-284 0 0,-9 21-416 0 0,49-84 1 0 0,-72 140-171 0 0,-11 21-334 0 0,1-1 0 0 0,0 1 0 0 0,0 0 0 0 0,1 0 0 0 0,8-10 0 0 0,-22 97-11763 0 0,8-58 8697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26.8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352 10 10113 0 0,'0'0'831'0'0,"0"-9"1391"0"0,9 41-1353 0 0,-3 1 0 0 0,5 53 1 0 0,2 12 83 0 0,-11-78-767 0 0,-1-1 0 0 0,0 1-1 0 0,-1 0 1 0 0,-5 31 0 0 0,-1 28 380 0 0,6-58-238 0 0,0-25 106 0 0,3-41-105 0 0,1 10-284 0 0,-1-49 0 0 0,-3 73-54 0 0,0 1 0 0 0,-1-1 0 0 0,-1 1 0 0 0,1-1-1 0 0,-2 1 1 0 0,1-1 0 0 0,-2 1 0 0 0,1 0-1 0 0,-7-11 1 0 0,7 17 4 0 0,0 0 1 0 0,0 1-1 0 0,-1-1 0 0 0,1 1 1 0 0,-1 0-1 0 0,0 0 1 0 0,0 0-1 0 0,0 0 0 0 0,0 1 1 0 0,-1 0-1 0 0,1 0 0 0 0,-1 0 1 0 0,1 0-1 0 0,-1 1 0 0 0,0-1 1 0 0,0 1-1 0 0,1 1 0 0 0,-1-1 1 0 0,0 1-1 0 0,0-1 0 0 0,0 1 1 0 0,0 1-1 0 0,0-1 0 0 0,0 1 1 0 0,-9 2-1 0 0,0 0 39 0 0,-1 0 1 0 0,1 1-1 0 0,0 1 1 0 0,1 0-1 0 0,-1 1 0 0 0,1 0 1 0 0,-21 14-1 0 0,23-12 46 0 0,0 1 0 0 0,0 0 0 0 0,1 0 1 0 0,0 1-1 0 0,1 0 0 0 0,0 1 0 0 0,0 0 0 0 0,1 0 0 0 0,-7 15 0 0 0,13-23-71 0 0,0 1 0 0 0,1-1 0 0 0,0 1 1 0 0,-1 0-1 0 0,1 0 0 0 0,0 0 0 0 0,1 0 0 0 0,-1 0 0 0 0,1 0 0 0 0,0 0 0 0 0,0 0 0 0 0,0 0 0 0 0,0-1 0 0 0,1 1 0 0 0,-1 0 1 0 0,1 0-1 0 0,0 0 0 0 0,0 0 0 0 0,1 0 0 0 0,-1-1 0 0 0,1 1 0 0 0,0 0 0 0 0,0-1 0 0 0,0 0 0 0 0,0 1 0 0 0,0-1 0 0 0,1 0 1 0 0,0 0-1 0 0,-1 0 0 0 0,1-1 0 0 0,0 1 0 0 0,0-1 0 0 0,1 1 0 0 0,-1-1 0 0 0,7 3 0 0 0,7 4-283 0 0,0 0 0 0 0,0-2 0 0 0,1 0 0 0 0,-1-1 0 0 0,2-1 0 0 0,22 4 0 0 0,1-3-1416 0 0,72 2-1 0 0,-2-12-5864 0 0,-53-2 3200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41.6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9 233 256 0 0,'-3'-15'1814'0'0,"1"11"-970"0"0,1-1 0 0 0,0 0 0 0 0,0 0-1 0 0,1 1 1 0 0,-1-1 0 0 0,1 0 0 0 0,0 0 0 0 0,0 0-1 0 0,3-10 2071 0 0,21 50-1797 0 0,37 69 661 0 0,-41-67-822 0 0,1-2 1 0 0,53 67-1 0 0,-73-100-893 0 0,1 0 0 0 0,0-1-1 0 0,-1 1 1 0 0,1 0 0 0 0,0-1-1 0 0,0 1 1 0 0,0-1 0 0 0,1 0-1 0 0,-1 0 1 0 0,0 0 0 0 0,0 0-1 0 0,1 0 1 0 0,-1 0 0 0 0,0 0 0 0 0,1-1-1 0 0,-1 1 1 0 0,1-1 0 0 0,-1 0-1 0 0,1 0 1 0 0,-1 0 0 0 0,1 0-1 0 0,-1 0 1 0 0,1 0 0 0 0,-1-1-1 0 0,0 1 1 0 0,1-1 0 0 0,-1 0-1 0 0,1 1 1 0 0,-1-1 0 0 0,0 0-1 0 0,0-1 1 0 0,3 0 0 0 0,7-6 31 0 0,-1 0 1 0 0,0-1-1 0 0,0 0 0 0 0,16-17 1 0 0,-3 2 76 0 0,113-107 211 0 0,-80 73-1608 0 0,91-71 1 0 0,-72 81-1757 0 0,-21 23-4904 0 0,-30 15 3321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43.8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93 436 0 0,'0'0'3049'0'0,"42"-2"2890"0"0,-36 7-5678 0 0,-1 1 0 0 0,0-1 1 0 0,-1 1-1 0 0,1 0 0 0 0,-1 1 1 0 0,0-1-1 0 0,-1 1 0 0 0,1 0 1 0 0,-2 0-1 0 0,4 7 0 0 0,19 79 866 0 0,-21-76-849 0 0,0 5 83 0 0,2 1 1 0 0,0-2 0 0 0,1 1-1 0 0,1-1 1 0 0,2 0 0 0 0,19 35-1 0 0,-28-55-331 0 0,0 0 1 0 0,0 0-1 0 0,1-1 0 0 0,-1 1 1 0 0,0 0-1 0 0,0 0 0 0 0,0-1 0 0 0,0 1 1 0 0,1 0-1 0 0,-1-1 0 0 0,0 1 0 0 0,1-1 1 0 0,-1 0-1 0 0,0 1 0 0 0,1-1 0 0 0,-1 0 1 0 0,0 0-1 0 0,1 0 0 0 0,-1 0 1 0 0,1 0-1 0 0,-1 0 0 0 0,0 0 0 0 0,1-1 1 0 0,-1 1-1 0 0,0 0 0 0 0,1-1 0 0 0,-1 1 1 0 0,0-1-1 0 0,1 1 0 0 0,-1-1 1 0 0,0 0-1 0 0,0 1 0 0 0,0-1 0 0 0,0 0 1 0 0,0 0-1 0 0,0 0 0 0 0,0 0 0 0 0,0 0 1 0 0,1-2-1 0 0,8-6 15 0 0,-1-1 1 0 0,0 0-1 0 0,8-13 1 0 0,-11 15 43 0 0,135-149 434 0 0,-83 97-350 0 0,-34 36-155 0 0,0 1-1 0 0,1 2 1 0 0,2 0-1 0 0,37-23 1 0 0,17 2-2386 0 0,-72 36 1567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43.0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452 158 968 0 0,'-7'-10'647'0'0,"-1"-2"626"0"0,0 1 0 0 0,-1-1 1 0 0,0 2-1 0 0,-1-1 1 0 0,-16-13-1 0 0,23 22-1086 0 0,0 0 0 0 0,0 0 0 0 0,-1 0 0 0 0,1 1 0 0 0,0-1 0 0 0,-1 1 0 0 0,0-1 0 0 0,1 1 0 0 0,-1 0-1 0 0,0 1 1 0 0,1-1 0 0 0,-1 1 0 0 0,0-1 0 0 0,0 1 0 0 0,1 0 0 0 0,-1 1 0 0 0,0-1 0 0 0,0 1 0 0 0,1-1 0 0 0,-1 1 0 0 0,0 0 0 0 0,1 1 0 0 0,-1-1 0 0 0,1 0 0 0 0,-1 1 0 0 0,-2 2 0 0 0,-18 9 76 0 0,2 2 1 0 0,0 0-1 0 0,0 1 1 0 0,2 1-1 0 0,0 1 1 0 0,1 1-1 0 0,1 1 1 0 0,-19 25-1 0 0,28-33-171 0 0,1 1 1 0 0,0 0-1 0 0,1 0 1 0 0,0 1-1 0 0,1-1 1 0 0,1 1-1 0 0,0 1 1 0 0,1-1-1 0 0,0 1 1 0 0,1 0-1 0 0,1 0 0 0 0,0 0 1 0 0,1 0-1 0 0,1 0 1 0 0,0 0-1 0 0,3 17 1 0 0,-1-23-79 0 0,1 0 0 0 0,-1 0 0 0 0,2 0 0 0 0,-1-1 0 0 0,1 0 0 0 0,1 0-1 0 0,-1 0 1 0 0,1 0 0 0 0,1-1 0 0 0,-1 1 0 0 0,1-1 0 0 0,0-1 0 0 0,1 1 0 0 0,0-1 0 0 0,0 0 0 0 0,0-1 0 0 0,1 0 0 0 0,0 0 0 0 0,9 5 0 0 0,2-1-74 0 0,-1-1-1 0 0,1-1 1 0 0,0 0-1 0 0,1-2 1 0 0,-1 0-1 0 0,1-1 1 0 0,33 2-1 0 0,-9-5-231 0 0,0-3 0 0 0,0-2 0 0 0,0-1-1 0 0,0-3 1 0 0,-1-1 0 0 0,0-2 0 0 0,-1-3 0 0 0,-1 0 0 0 0,72-38-1 0 0,-95 43 186 0 0,-1-2-1 0 0,0 0 1 0 0,-1 0-1 0 0,0-2 0 0 0,0 0 1 0 0,-2-1-1 0 0,0 0 1 0 0,0-1-1 0 0,19-30 1 0 0,-16 19 204 0 0,-2-1 0 0 0,-1 0 0 0 0,-2-2 0 0 0,0 1 0 0 0,11-50 0 0 0,8-36 2923 0 0,-31 113-2894 0 0,8 37 198 0 0,0 55 39 0 0,-6 136 0 0 0,-4-109-223 0 0,2-116 110 0 0,-2-12-98 0 0,-3-32-50 0 0,-2-52-96 0 0,2-2 30 0 0,2 49-22 0 0,1 1 0 0 0,10-92 0 0 0,6 48-69 0 0,-14 90 52 0 0,0 0-1 0 0,0-1 1 0 0,0 1 0 0 0,0 0-1 0 0,1 0 1 0 0,-1 0-1 0 0,0-1 1 0 0,0 1 0 0 0,0 0-1 0 0,0 0 1 0 0,0 0-1 0 0,0-1 1 0 0,0 1 0 0 0,0 0-1 0 0,1 0 1 0 0,-1 0-1 0 0,0-1 1 0 0,0 1 0 0 0,0 0-1 0 0,0 0 1 0 0,1 0-1 0 0,-1 0 1 0 0,0 0 0 0 0,0 0-1 0 0,0-1 1 0 0,1 1-1 0 0,-1 0 1 0 0,0 0 0 0 0,0 0-1 0 0,1 0 1 0 0,-1 0-1 0 0,0 0 1 0 0,0 0 0 0 0,0 0-1 0 0,1 0 1 0 0,-1 0-1 0 0,0 0 1 0 0,0 0 0 0 0,1 0-1 0 0,-1 0 1 0 0,0 0-1 0 0,0 0 1 0 0,1 0 0 0 0,-1 0-1 0 0,0 1 1 0 0,0-1-1 0 0,0 0 1 0 0,1 0 0 0 0,-1 0-1 0 0,13 13-43 0 0,9 21 23 0 0,36 109-79 0 0,-45-103-65 0 0,2-2 0 0 0,2 0 0 0 0,1-1 0 0 0,33 51 1 0 0,-48-84 105 0 0,1 1 0 0 0,-1-1 1 0 0,1 0-1 0 0,-1 0 0 0 0,1-1 1 0 0,0 1-1 0 0,1-1 0 0 0,-1 0 1 0 0,1 0-1 0 0,-1 0 0 0 0,1-1 0 0 0,0 1 1 0 0,0-1-1 0 0,0 0 0 0 0,0 0 1 0 0,0-1-1 0 0,0 0 0 0 0,0 0 1 0 0,1 0-1 0 0,-1-1 0 0 0,9 1 1 0 0,-6-2 6 0 0,0-1 1 0 0,0 1-1 0 0,0-1 1 0 0,0-1-1 0 0,-1 1 1 0 0,1-1-1 0 0,-1-1 1 0 0,1 0-1 0 0,-1 0 1 0 0,0 0 0 0 0,0-1-1 0 0,-1 0 1 0 0,10-8-1 0 0,-3-1 64 0 0,0 0 0 0 0,-1-1 0 0 0,0 0 0 0 0,-2-1 0 0 0,1 0 0 0 0,-2-1 0 0 0,0 0 0 0 0,-1-1 0 0 0,10-34 0 0 0,0-10 1420 0 0,13-101 0 0 0,-31 163-1421 0 0,0 0 1 0 0,0-1-1 0 0,0 1 0 0 0,0 0 1 0 0,0 0-1 0 0,0 0 0 0 0,0 0 1 0 0,0 0-1 0 0,0-1 1 0 0,0 1-1 0 0,0 0 0 0 0,0 0 1 0 0,0 0-1 0 0,0 0 0 0 0,0 0 1 0 0,0-1-1 0 0,1 1 1 0 0,-1 0-1 0 0,0 0 0 0 0,0 0 1 0 0,0 0-1 0 0,0 0 1 0 0,0 0-1 0 0,0-1 0 0 0,0 1 1 0 0,0 0-1 0 0,0 0 0 0 0,0 0 1 0 0,1 0-1 0 0,-1 0 1 0 0,0 0-1 0 0,0 0 0 0 0,0 0 1 0 0,0 0-1 0 0,0 0 0 0 0,1 0 1 0 0,-1-1-1 0 0,0 1 1 0 0,0 0-1 0 0,0 0 0 0 0,0 0 1 0 0,0 0-1 0 0,1 0 1 0 0,-1 0-1 0 0,0 0 0 0 0,0 0 1 0 0,0 0-1 0 0,0 0 0 0 0,0 0 1 0 0,1 0-1 0 0,-1 1 1 0 0,0-1-1 0 0,0 0 0 0 0,0 0 1 0 0,0 0-1 0 0,0 0 0 0 0,0 0 1 0 0,1 0-1 0 0,-1 0 1 0 0,0 0-1 0 0,0 0 0 0 0,0 0 1 0 0,0 1-1 0 0,0-1 0 0 0,0 0 1 0 0,0 0-1 0 0,11 15 182 0 0,5 23-60 0 0,1 31-220 0 0,-3 0-1 0 0,9 135 0 0 0,-24 23-3151 0 0,-3-186 2034 0 0,-1 6-1113 0 0,7-17-4426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43.6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0 287 1280 0 0,'0'-2'241'0'0,"0"1"1"0"0,1-1-1 0 0,-1 1 0 0 0,0-1 0 0 0,0 1 0 0 0,1 0 1 0 0,-1-1-1 0 0,1 1 0 0 0,-1-1 0 0 0,1 1 1 0 0,-1 0-1 0 0,1-1 0 0 0,0 1 0 0 0,0 0 0 0 0,0 0 1 0 0,0 0-1 0 0,0 0 0 0 0,0 0 0 0 0,0 0 1 0 0,2-2-1 0 0,-2 4-110 0 0,-1-1 0 0 0,1 0 0 0 0,0 1 0 0 0,0-1 0 0 0,0 1 0 0 0,0-1 0 0 0,-1 1 0 0 0,1 0 0 0 0,0-1 0 0 0,-1 1 0 0 0,1 0 1 0 0,0 0-1 0 0,-1-1 0 0 0,1 1 0 0 0,-1 0 0 0 0,1 0 0 0 0,-1 0 0 0 0,0 0 0 0 0,1 0 0 0 0,-1-1 0 0 0,1 3 0 0 0,17 64 1792 0 0,-2 17-788 0 0,3 21 233 0 0,8 113 0 0 0,-22-177-963 0 0,-3-25 248 0 0,-8-36-405 0 0,0-12-235 0 0,1 0-1 0 0,2-1 1 0 0,1 1-1 0 0,4-47 0 0 0,-1 48-27 0 0,0-29-87 0 0,3-1-1 0 0,12-60 0 0 0,-11 98 74 0 0,0 0 0 0 0,2 1 0 0 0,0 0 0 0 0,2 0 0 0 0,0 1 0 0 0,1 0 0 0 0,1 0 0 0 0,19-25 0 0 0,-22 35 1 0 0,1 1 0 0 0,-1 0 0 0 0,2 1 0 0 0,-1 0 0 0 0,1 1 0 0 0,13-9 0 0 0,-22 16 21 0 0,1 0 0 0 0,0 0 0 0 0,0 0 0 0 0,0 0 0 0 0,0 0 0 0 0,0 0 0 0 0,0 1 0 0 0,0-1 0 0 0,1 1 0 0 0,-1-1 0 0 0,0 1 0 0 0,0 0 0 0 0,0 0 0 0 0,0 0 0 0 0,1 0 0 0 0,-1 0 0 0 0,0 0 0 0 0,3 2 0 0 0,-2-1 1 0 0,-1 0-1 0 0,0 1 0 0 0,0 0 0 0 0,0-1 0 0 0,0 1 0 0 0,0 0 0 0 0,-1 0 0 0 0,1 0 0 0 0,0 0 0 0 0,-1 0 0 0 0,1 0 0 0 0,-1 1 1 0 0,0-1-1 0 0,0 0 0 0 0,0 1 0 0 0,0-1 0 0 0,0 1 0 0 0,-1-1 0 0 0,2 6 0 0 0,-1 2-4 0 0,1 0-1 0 0,-1 0 1 0 0,-1 0-1 0 0,0 0 1 0 0,0 0-1 0 0,-1 0 1 0 0,0 0-1 0 0,-1 0 1 0 0,0 0-1 0 0,-1-1 1 0 0,0 1-1 0 0,0-1 1 0 0,-1 1-1 0 0,-8 14 0 0 0,-8 9-1 0 0,-1 0 0 0 0,-37 42 0 0 0,42-54-2 0 0,-36 32-4 0 0,40-42 6 0 0,0 0 1 0 0,1 1-1 0 0,-18 25 0 0 0,28-35 18 0 0,0 0-1 0 0,0 0 0 0 0,1 0 0 0 0,-1 0 0 0 0,1 0 1 0 0,0 0-1 0 0,-1 0 0 0 0,1 0 0 0 0,0 0 1 0 0,0 0-1 0 0,0 0 0 0 0,1 0 0 0 0,-1 0 0 0 0,0 0 1 0 0,1 0-1 0 0,-1 0 0 0 0,1 0 0 0 0,0 0 1 0 0,-1-1-1 0 0,1 1 0 0 0,0 0 0 0 0,0 0 0 0 0,0-1 1 0 0,1 1-1 0 0,-1 0 0 0 0,0-1 0 0 0,0 1 1 0 0,1-1-1 0 0,-1 0 0 0 0,1 1 0 0 0,0-1 0 0 0,2 2 1 0 0,6 4 35 0 0,0 0 0 0 0,0 0 0 0 0,21 10 0 0 0,50 17-565 0 0,2-4 0 0 0,1-3 0 0 0,0-3 0 0 0,96 12 0 0 0,-100-27-1809 0 0,-27-11-3016 0 0,-32-1 2520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44.3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1 303 1176 0 0,'1'-1'725'0'0,"-1"0"-604"0"0,1 1-1 0 0,-1 0 1 0 0,0 0 0 0 0,1 0 0 0 0,-1 0 0 0 0,0 0-1 0 0,1 0 1 0 0,-1 0 0 0 0,0 0 0 0 0,0 0 0 0 0,1-1-1 0 0,-1 1 1 0 0,0 1 0 0 0,5 1 2053 0 0,-4-1-2053 0 0,9 16 1713 0 0,0 18-232 0 0,-10-35-1586 0 0,26 144 4228 0 0,12 219 0 0 0,-33-299-3559 0 0,-5 40 1324 0 0,5-142-1731 0 0,3-198-479 0 0,-6 71-116 0 0,25-101-235 0 0,-20 225 443 0 0,3 0 1 0 0,1 0 0 0 0,2 1 0 0 0,25-54 0 0 0,-36 89 93 0 0,0 1 0 0 0,0 0 0 0 0,1 0 0 0 0,-1 0 0 0 0,1 0 0 0 0,0 0 0 0 0,0 0 0 0 0,0 1 0 0 0,1-1 0 0 0,-1 1 0 0 0,1 0 0 0 0,0 0 0 0 0,0 0 0 0 0,0 1 0 0 0,0-1 1 0 0,1 1-1 0 0,-1 0 0 0 0,0 0 0 0 0,1 1 0 0 0,0-1 0 0 0,9-1 0 0 0,-10 3-2 0 0,1 1 1 0 0,0-1-1 0 0,-1 0 1 0 0,1 1-1 0 0,0 0 1 0 0,-1 0-1 0 0,1 1 1 0 0,-1-1-1 0 0,1 1 1 0 0,-1 0-1 0 0,0 0 1 0 0,1 0 0 0 0,-1 1-1 0 0,0 0 1 0 0,-1 0-1 0 0,1 0 1 0 0,0 0-1 0 0,-1 0 1 0 0,0 0-1 0 0,0 1 1 0 0,0 0-1 0 0,3 4 1 0 0,1 3-43 0 0,0 0 1 0 0,0 1 0 0 0,-1 0 0 0 0,-1 0-1 0 0,0 1 1 0 0,-1 0 0 0 0,0 0 0 0 0,-1 0-1 0 0,0 0 1 0 0,-1 0 0 0 0,0 0 0 0 0,-1 1-1 0 0,-1-1 1 0 0,0 1 0 0 0,-1-1 0 0 0,-1 0-1 0 0,0 1 1 0 0,-5 18 0 0 0,0-7-32 0 0,-2-1 0 0 0,0 0 1 0 0,-1-1-1 0 0,-2 0 0 0 0,0 0 1 0 0,-2-2-1 0 0,0 1 0 0 0,-31 34 1 0 0,35-45 56 0 0,4-5 11 0 0,-1 1-1 0 0,1 1 0 0 0,1-1 1 0 0,-1 1-1 0 0,1-1 1 0 0,-6 15-1 0 0,10-19 45 0 0,0 0 0 0 0,0 0 0 0 0,1 0 0 0 0,0-1 0 0 0,-1 1 0 0 0,1 0 1 0 0,0 0-1 0 0,0 0 0 0 0,1 0 0 0 0,-1 0 0 0 0,1-1 0 0 0,-1 1 0 0 0,1 0 0 0 0,0 0 0 0 0,0-1 0 0 0,0 1 0 0 0,0 0 0 0 0,0-1 0 0 0,1 1 0 0 0,-1-1 0 0 0,1 0 1 0 0,0 1-1 0 0,0-1 0 0 0,0 0 0 0 0,0 0 0 0 0,4 3 0 0 0,23 20 285 0 0,0-2-1 0 0,2-1 1 0 0,0-2 0 0 0,1-1 0 0 0,63 27 0 0 0,184 54 1526 0 0,-118-56-829 0 0,59 20 348 0 0,-90-26-2120 0 0,-204-43-8135 0 0,37 2 3169 0 0,10 0 1462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46.4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72 1068 0 0,'-14'-18'9313'0'0,"18"9"-5126"0"0,-3 8-4042 0 0,38-6 903 0 0,-24 5-978 0 0,165-19-2025 0 0,-60 10-5607 0 0,-88 8 4012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09:46.7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56 67 708 0 0,'-14'9'1100'0'0,"1"0"-36"0"0,3-4-36 0 0,4 1 0 0 0,0-4-35 0 0,0 2 1599 0 0,24-1-1876 0 0,9-6-144 0 0,22-5-184 0 0,6 3-244 0 0,22-8-272 0 0,3 4-284 0 0,11-10-240 0 0,-9 8-876 0 0,0-5-1649 0 0,-1-4 733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44.7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4 740 56 0 0,'0'-1'246'0'0,"-1"1"1"0"0,1-1-1 0 0,-1 1 1 0 0,1-1-1 0 0,0 0 0 0 0,0 1 1 0 0,-1-1-1 0 0,1 0 1 0 0,0 1-1 0 0,0-1 1 0 0,0 0-1 0 0,0 1 0 0 0,0-1 1 0 0,0 0-1 0 0,0 0 1 0 0,0 1-1 0 0,0-1 0 0 0,0 0 1 0 0,0 1-1 0 0,0-1 1 0 0,0 0-1 0 0,1 1 1 0 0,-1-1-1 0 0,1-1 0 0 0,12 6 2696 0 0,17 21-1158 0 0,33 39 389 0 0,34 37 259 0 0,-83-85-1927 0 0,1 0 1 0 0,0-1-1 0 0,2-1 0 0 0,-1 0 1 0 0,2-1-1 0 0,0-1 0 0 0,28 14 1 0 0,-43-25-446 0 0,0 0-1 0 0,1-1 1 0 0,-1 1 0 0 0,0-1 0 0 0,0 0 0 0 0,1 0 0 0 0,-1 0-1 0 0,0 0 1 0 0,1-1 0 0 0,-1 0 0 0 0,0 1 0 0 0,0-1 0 0 0,1 0-1 0 0,-1 0 1 0 0,0-1 0 0 0,0 1 0 0 0,0-1 0 0 0,0 1 0 0 0,-1-1-1 0 0,1 0 1 0 0,4-5 0 0 0,10-6-15 0 0,-1-2 1 0 0,18-19-1 0 0,-20 19 58 0 0,315-290-97 0 0,130-32-3789 0 0,-455 334 3709 0 0,256-192-8475 0 0,-135 90 3632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54.3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0 161 1052 0 0,'8'-45'3410'0'0,"2"-9"4130"0"0,5 95-6168 0 0,118 454 3303 0 0,-89-398-1451 0 0,-19-111-2424 0 0,-11 3-623 0 0,0 0-1 0 0,-1-1 1 0 0,0-1 0 0 0,-1 0 0 0 0,0-1 0 0 0,-1 0 0 0 0,16-27 0 0 0,-3 7 19 0 0,22-37 116 0 0,-4-2 0 0 0,49-113 0 0 0,-16 29-426 0 0,-68 142 147 0 0,2 0-3915 0 0,-8 15 3785 0 0,-1 0 1 0 0,1 1-1 0 0,-1-1 1 0 0,1 0 0 0 0,-1 1-1 0 0,1-1 1 0 0,-1 1 0 0 0,1-1-1 0 0,-1 1 1 0 0,1-1-1 0 0,-1 1 1 0 0,0-1 0 0 0,1 1-1 0 0,-1 0 1 0 0,0-1 0 0 0,1 1-1 0 0,-1 0 1 0 0,0-1-1 0 0,0 1 1 0 0,0-1 0 0 0,0 1-1 0 0,1 0 1 0 0,-1 0-1 0 0,0-1 1 0 0,0 1 0 0 0,-1 0-1 0 0,13 79-6139 0 0,-8-45 1417 0 0,0 2 880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54.6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374 138 10517 0 0,'2'-9'418'0'0,"0"0"1"0"0,-1-1-1 0 0,0 1 1 0 0,0-1-1 0 0,-1 1 1 0 0,-1-1-1 0 0,1 1 1 0 0,-1 0-1 0 0,-1-1 1 0 0,0 1-1 0 0,0 0 1 0 0,-7-16 397 0 0,3 27-471 0 0,-16 10-148 0 0,0 0 0 0 0,1 2 0 0 0,1 0 0 0 0,0 2 0 0 0,-19 18 0 0 0,-87 100 455 0 0,115-121-595 0 0,1 1-1 0 0,0 0 1 0 0,1 0 0 0 0,1 1 0 0 0,0 0 0 0 0,1 0-1 0 0,0 1 1 0 0,-4 19 0 0 0,9-30-55 0 0,1 0 0 0 0,0 0 0 0 0,0 1 0 0 0,0-1 0 0 0,1 0 0 0 0,0 0 0 0 0,0 1 0 0 0,0-1 0 0 0,1 0 0 0 0,-1 0 0 0 0,1 0 0 0 0,0 0 0 0 0,1 0 0 0 0,-1 0 0 0 0,1 0 0 0 0,0 0 0 0 0,1 0 0 0 0,-1-1 0 0 0,1 1 0 0 0,0-1 0 0 0,0 0 0 0 0,0 1 0 0 0,0-1 0 0 0,1-1 0 0 0,0 1 0 0 0,0-1 0 0 0,0 1-1 0 0,0-1 1 0 0,0 0 0 0 0,5 2 0 0 0,11 5-252 0 0,1-1 0 0 0,0-1 0 0 0,0-1-1 0 0,0-1 1 0 0,1-1 0 0 0,0 0 0 0 0,0-2 0 0 0,0-1-1 0 0,40 0 1 0 0,6-5-1686 0 0,119-21 0 0 0,-53-6-4379 0 0,-59 6 2706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55.0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68 1212 0 0,'20'-6'3788'0'0,"67"-19"4906"0"0,-50 15-8917 0 0,0 1 0 0 0,1 3 0 0 0,53-4 1 0 0,17 9-2504 0 0,-50 2-1934 0 0,-18-2 1611 0 0</inkml:trace>
  <inkml:trace contextRef="#ctx0" brushRef="#br0" timeOffset="1">168 331 44 0 0,'-20'7'1192'0'0,"3"0"-4"0"0,3-1-20 0 0,6-2-32 0 0,-4-1 3305 0 0,38-5-3777 0 0,5 1-136 0 0,16-9-224 0 0,6 5-304 0 0,-2-1-372 0 0,30-6-384 0 0,-22 8-836 0 0,21-5-1721 0 0,-25-2 761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55.6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1 122 616 0 0,'50'-120'9659'0'0,"-50"120"-9597"0"0,1 0 1 0 0,-1-1-1 0 0,1 1 1 0 0,-1 0-1 0 0,1 0 1 0 0,-1 0-1 0 0,1 0 1 0 0,-1 0-1 0 0,0 0 1 0 0,1 0-1 0 0,-1 0 1 0 0,1 0-1 0 0,-1 0 0 0 0,1 0 1 0 0,-1 0-1 0 0,1 0 1 0 0,-1 1-1 0 0,1-1 1 0 0,-1 0-1 0 0,1 0 1 0 0,-1 0-1 0 0,0 1 1 0 0,1-1-1 0 0,-1 0 1 0 0,0 1-1 0 0,1-1 0 0 0,-1 0 1 0 0,0 1-1 0 0,1-1 1 0 0,-1 0-1 0 0,0 1 1 0 0,1-1-1 0 0,-1 1 1 0 0,0-1-1 0 0,0 0 1 0 0,0 1-1 0 0,1-1 1 0 0,-1 1-1 0 0,0-1 1 0 0,0 1-1 0 0,16 23 314 0 0,-15-21-145 0 0,19 36 241 0 0,-2 1 0 0 0,-1 1 1 0 0,-3 1-1 0 0,16 71 0 0 0,6 19 154 0 0,-27-91-431 0 0,-8-34 169 0 0,0 1-1 0 0,0-1 1 0 0,1 0 0 0 0,0 0 0 0 0,6 13 0 0 0,-6-21-232 0 0,0 1 0 0 0,0-1 1 0 0,0 0-1 0 0,-1 0 0 0 0,1 0 0 0 0,0 0 1 0 0,-1-1-1 0 0,1 1 0 0 0,-1 0 0 0 0,1-1 1 0 0,-1 1-1 0 0,0-1 0 0 0,1 1 0 0 0,-1-1 1 0 0,1-2-1 0 0,27-31 349 0 0,-3-7-153 0 0,-1-1-1 0 0,-2-2 1 0 0,-2 0 0 0 0,26-86 0 0 0,10-19-2658 0 0,-46 133 571 0 0,-10 16 1380 0 0,0 1-1 0 0,0-1 1 0 0,0 1 0 0 0,0-1-1 0 0,0 1 1 0 0,0-1 0 0 0,0 1-1 0 0,0 0 1 0 0,0-1 0 0 0,0 1-1 0 0,0 0 1 0 0,0 0-1 0 0,0 0 1 0 0,1 0 0 0 0,-1 0-1 0 0,0 0 1 0 0,0 0 0 0 0,0 0-1 0 0,0 1 1 0 0,0-1 0 0 0,0 0-1 0 0,0 1 1 0 0,0-1 0 0 0,0 0-1 0 0,0 1 1 0 0,0-1 0 0 0,0 1-1 0 0,0 0 1 0 0,1 1 0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55.9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1 1168 0 0,'0'0'6535'0'0,"-8"24"-3219"0"0,4-5-2962 0 0,0 1 0 0 0,2-1 0 0 0,0 0 0 0 0,1 1 0 0 0,0 0 0 0 0,2-1-1 0 0,6 37 1 0 0,-1 10-2706 0 0,-6-3-3774 0 0,-2-54 3102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56.2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51 120 0 0,'-2'-11'948'0'0,"0"1"-92"0"0,2 3-68 0 0,0 2-84 0 0,2-1 508 0 0,4-3-696 0 0,2 7-67 0 0,3 2-69 0 0,15 9-496 0 0,3-3-188 0 0,-9 1-625 0 0,-4 2-999 0 0,3-1 440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56.6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89 136 0 0,'6'32'4150'0'0,"-5"-1"-3416"0"0,1 0 0 0 0,7 40 0 0 0,-9-65-632 0 0,0-1-1 0 0,0 0 1 0 0,0 1 0 0 0,-1-1 0 0 0,0 0-1 0 0,-2 8 1 0 0,2-12 105 0 0,0-1-158 0 0,0 0-1 0 0,0 0 0 0 0,0-1 1 0 0,0 1-1 0 0,0 0 0 0 0,0-1 1 0 0,0 1-1 0 0,0-1 1 0 0,0 1-1 0 0,0-1 0 0 0,0 1 1 0 0,0-1-1 0 0,1 0 0 0 0,-1 0 1 0 0,0 1-1 0 0,0-1 0 0 0,1 0 1 0 0,-1 0-1 0 0,0 0 0 0 0,1 0 1 0 0,-1 0-1 0 0,0-1 0 0 0,-12-33 461 0 0,4-40 349 0 0,10 68-758 0 0,-1-1-1 0 0,1 1 1 0 0,1-1-1 0 0,0 1 1 0 0,0 0-1 0 0,0-1 1 0 0,1 1-1 0 0,-1 0 1 0 0,2 0-1 0 0,-1 1 0 0 0,1-1 1 0 0,0 1-1 0 0,1 0 1 0 0,-1 0-1 0 0,1 0 1 0 0,0 0-1 0 0,1 1 1 0 0,-1 0-1 0 0,1 0 1 0 0,0 1-1 0 0,1-1 1 0 0,-1 1-1 0 0,1 1 1 0 0,-1-1-1 0 0,12-3 1 0 0,-10 4-53 0 0,0 0 0 0 0,0 0 0 0 0,0 1 0 0 0,0 0 0 0 0,0 1 0 0 0,0 0 0 0 0,0 0 0 0 0,0 1 0 0 0,1 0 0 0 0,-1 0 0 0 0,0 1 0 0 0,0 0 0 0 0,0 0 0 0 0,0 1 0 0 0,0 0 0 0 0,0 1 0 0 0,0-1 0 0 0,0 1 0 0 0,-1 1 0 0 0,1 0 0 0 0,-1 0 0 0 0,0 0 0 0 0,9 8 0 0 0,-9-5-90 0 0,1 0 1 0 0,-2 1-1 0 0,1-1 1 0 0,-1 1 0 0 0,0 1-1 0 0,0-1 1 0 0,-1 1-1 0 0,-1 0 1 0 0,1 0 0 0 0,-1 0-1 0 0,-1 1 1 0 0,0-1 0 0 0,0 1-1 0 0,-1 0 1 0 0,0 0-1 0 0,-1 0 1 0 0,0 0 0 0 0,0 0-1 0 0,-1 0 1 0 0,-1 0-1 0 0,0 0 1 0 0,0 0 0 0 0,0 0-1 0 0,-2 0 1 0 0,-3 13-1 0 0,-8 31-1440 0 0,0 2-4822 0 0,11-43 3655 0 0</inkml:trace>
  <inkml:trace contextRef="#ctx0" brushRef="#br0" timeOffset="1">854 34 492 0 0,'17'-14'4786'0'0,"-16"14"-4650"0"0,0 0-1 0 0,-1 0 1 0 0,1 0 0 0 0,-1 0 0 0 0,1 0-1 0 0,0 0 1 0 0,-1 0 0 0 0,1 1 0 0 0,-1-1 0 0 0,1 0-1 0 0,-1 0 1 0 0,1 0 0 0 0,0 1 0 0 0,-1-1-1 0 0,1 0 1 0 0,-1 1 0 0 0,0-1 0 0 0,1 0-1 0 0,-1 1 1 0 0,1-1 0 0 0,-1 1 0 0 0,1-1 0 0 0,0 1-1 0 0,15 42 2255 0 0,-15-40-2429 0 0,9 37 369 0 0,-3 1-1 0 0,-1 0 1 0 0,0 54-1 0 0,9 60-7668 0 0,-11-139 4601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57.0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248 23 708 0 0,'1'-2'303'0'0,"0"0"116"0"0,0 1-1 0 0,0-1 1 0 0,0 0-1 0 0,0 1 1 0 0,1 0-1 0 0,-1-1 1 0 0,1 1 0 0 0,-1-1-1 0 0,1 1 1 0 0,-1 0-1 0 0,1 0 1 0 0,-1 0-1 0 0,4-1 1 0 0,-3 3-231 0 0,-1 0 0 0 0,0 0 0 0 0,1 1 0 0 0,-1-1 0 0 0,0 0 1 0 0,0 1-1 0 0,0-1 0 0 0,0 1 0 0 0,0-1 0 0 0,0 1 0 0 0,-1 0 0 0 0,1-1 0 0 0,0 1 0 0 0,0 2 1 0 0,2 3-373 0 0,5 13 493 0 0,0 1 1 0 0,-2-1-1 0 0,0 1 0 0 0,-2 0 1 0 0,0 1-1 0 0,1 31 0 0 0,-8 131-1243 0 0,-2-90-563 0 0,5-78-24 0 0,-2 0 0 0 0,-6 32 0 0 0,2-17-1115 0 0</inkml:trace>
  <inkml:trace contextRef="#ctx0" brushRef="#br0" timeOffset="1">1 232 268 0 0,'0'-3'307'0'0,"0"0"0"0"0,0 0 0 0 0,0 0 0 0 0,1 0 0 0 0,-1 0 0 0 0,1 1 0 0 0,0-1 0 0 0,0 0 0 0 0,0 0 0 0 0,0 0 0 0 0,0 1 0 0 0,1-1 0 0 0,-1 1 0 0 0,1-1 0 0 0,0 1 0 0 0,0 0 0 0 0,0-1 0 0 0,4-2 0 0 0,-2 1-67 0 0,1 1-1 0 0,-1 1 1 0 0,1-1-1 0 0,0 1 0 0 0,0-1 1 0 0,0 1-1 0 0,0 1 1 0 0,1-1-1 0 0,8-1 1 0 0,10 1 131 0 0,0 0 0 0 0,0 2 1 0 0,41 4-1 0 0,-59-4-226 0 0,213 33 622 0 0,-115-15-2380 0 0,2-4-3397 0 0,-77-11 2604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57.3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35 64 0 0,'0'-2'218'0'0,"0"0"-1"0"0,0 1 1 0 0,0-1-1 0 0,1 0 1 0 0,-1 1-1 0 0,1-1 1 0 0,-1 0 0 0 0,1 1-1 0 0,0-1 1 0 0,-1 1-1 0 0,1-1 1 0 0,0 1-1 0 0,0-1 1 0 0,0 1-1 0 0,0 0 1 0 0,0-1 0 0 0,1 1-1 0 0,-1 0 1 0 0,0 0-1 0 0,0 0 1 0 0,1 0-1 0 0,1-1 1 0 0,-2 2-78 0 0,1 0 1 0 0,-1 0-1 0 0,0 0 1 0 0,1 0-1 0 0,-1 1 1 0 0,0-1-1 0 0,1 0 0 0 0,-1 1 1 0 0,0-1-1 0 0,1 1 1 0 0,-1 0-1 0 0,0-1 1 0 0,0 1-1 0 0,0 0 0 0 0,0 0 1 0 0,0-1-1 0 0,0 1 1 0 0,0 0-1 0 0,0 0 1 0 0,0 0-1 0 0,1 1 0 0 0,6 9 274 0 0,0 0-1 0 0,0 1 1 0 0,-1-1-1 0 0,6 16 1 0 0,23 55 789 0 0,-4 1 1 0 0,41 167-1 0 0,-73-250-1128 0 0,0 1 0 0 0,0 0 0 0 0,0-1 0 0 0,0 1 0 0 0,0 0 0 0 0,0-1 0 0 0,0 1 0 0 0,0-1 0 0 0,0 1 0 0 0,0 0 0 0 0,1-1 0 0 0,-1 1 0 0 0,0 0 0 0 0,0-1 0 0 0,1 1 0 0 0,-1-1 0 0 0,0 1 0 0 0,1-1 0 0 0,-1 1-1 0 0,1-1 1 0 0,-1 1 0 0 0,0-1 0 0 0,1 1 0 0 0,-1-1 0 0 0,1 0 0 0 0,0 1 0 0 0,-1-1 0 0 0,1 0 0 0 0,-1 1 0 0 0,1-1 0 0 0,-1 0 0 0 0,1 0 0 0 0,0 1 0 0 0,-1-1 0 0 0,1 0 0 0 0,-1 0 0 0 0,1 0 0 0 0,0 0 0 0 0,-1 0 0 0 0,2 0 0 0 0,0-1 32 0 0,0-1 1 0 0,1 1-1 0 0,-1-1 1 0 0,-1 1-1 0 0,1-1 1 0 0,0 0-1 0 0,0 0 1 0 0,0 0-1 0 0,-1 0 1 0 0,3-4-1 0 0,34-64 501 0 0,-37 68-533 0 0,52-131 410 0 0,-34 80-2331 0 0,39-75 0 0 0,-31 95-1094 0 0,-3 20-3617 0 0,-14 11 3143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57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79 72 0 0,'-3'79'6082'0'0,"0"-3"-3827"0"0,2-24-2028 0 0,-2 0-1 0 0,-12 68 0 0 0,14-111-1301 0 0</inkml:trace>
  <inkml:trace contextRef="#ctx0" brushRef="#br0" timeOffset="1">50 33 812 0 0,'0'-7'908'0'0,"0"1"-76"0"0,2 1 640 0 0,-2-4-292 0 0,2 3 89 0 0,20 13-1389 0 0,-11-5-128 0 0,-1 4-316 0 0,-2-3-365 0 0,2 5-995 0 0,0-3 444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58.0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 1 764 0 0,'0'0'2829'0'0,"18"7"1001"0"0,-13-2-3676 0 0,-1 1 0 0 0,0-1-1 0 0,0 1 1 0 0,0 0 0 0 0,-1 0 0 0 0,0 0-1 0 0,0 0 1 0 0,0 0 0 0 0,-1 1 0 0 0,0-1-1 0 0,0 1 1 0 0,-1 0 0 0 0,0-1-1 0 0,0 1 1 0 0,0 0 0 0 0,-1 0 0 0 0,0 7-1 0 0,-2-1-76 0 0,-1 1-1 0 0,0-1 1 0 0,0 0-1 0 0,-2 0 1 0 0,1-1-1 0 0,-2 1 1 0 0,1-1 0 0 0,-2 0-1 0 0,0-1 1 0 0,-10 14-1 0 0,-22 43 282 0 0,39-68-338 0 0,-1 0 1 0 0,1 1 0 0 0,0-1 0 0 0,-1 1-1 0 0,1-1 1 0 0,0 0 0 0 0,-1 1 0 0 0,1-1-1 0 0,0 1 1 0 0,0-1 0 0 0,0 1 0 0 0,-1-1-1 0 0,1 1 1 0 0,0-1 0 0 0,0 1 0 0 0,0-1-1 0 0,0 1 1 0 0,0-1 0 0 0,0 1 0 0 0,0-1-1 0 0,0 1 1 0 0,0-1 0 0 0,0 1 0 0 0,0-1-1 0 0,0 1 1 0 0,0-1 0 0 0,0 1 0 0 0,1-1-1 0 0,-1 1 1 0 0,0-1 0 0 0,0 1 0 0 0,1-1-1 0 0,-1 0 1 0 0,0 1 0 0 0,0-1 0 0 0,1 1-1 0 0,-1-1 1 0 0,1 0 0 0 0,-1 1 0 0 0,0-1-1 0 0,1 0 1 0 0,-1 1 0 0 0,1-1 0 0 0,-1 0-1 0 0,1 0 1 0 0,-1 1 0 0 0,0-1 0 0 0,1 0-1 0 0,-1 0 1 0 0,1 0 0 0 0,-1 0 0 0 0,1 0-1 0 0,0 1 1 0 0,35-6 195 0 0,-19 2-158 0 0,12 0-281 0 0,156-23-737 0 0,-162 21-637 0 0,0-2 0 0 0,0 0-1 0 0,26-13 1 0 0,-22 4-1335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58.4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6 932 0 0,'17'-6'3614'0'0,"-11"6"-3439"0"0,-1 1 0 0 0,1-1 0 0 0,-1 1 0 0 0,0 0-1 0 0,1 1 1 0 0,-1-1 0 0 0,0 1 0 0 0,0 0 0 0 0,0 0-1 0 0,0 1 1 0 0,0-1 0 0 0,0 1 0 0 0,-1 0 0 0 0,1 0 0 0 0,-1 1-1 0 0,0-1 1 0 0,0 1 0 0 0,0 0 0 0 0,-1 0 0 0 0,1 0-1 0 0,-1 1 1 0 0,0-1 0 0 0,0 1 0 0 0,-1 0 0 0 0,1 0-1 0 0,-1 0 1 0 0,0 0 0 0 0,0 0 0 0 0,1 9 0 0 0,0-3-85 0 0,-1 1 1 0 0,0-1-1 0 0,0 1 1 0 0,-1 0-1 0 0,-1 0 1 0 0,0 0-1 0 0,-1 0 1 0 0,0-1 0 0 0,-1 1-1 0 0,0 0 1 0 0,-1-1-1 0 0,-8 21 1 0 0,-7 6 97 0 0,13-30-123 0 0,0 1-1 0 0,1 0 0 0 0,0-1 1 0 0,0 2-1 0 0,1-1 0 0 0,0 0 0 0 0,1 1 1 0 0,-2 14-1 0 0,4-23-51 0 0,0 0 0 0 0,0-1 1 0 0,1 1-1 0 0,-1 0 0 0 0,0 0 0 0 0,1-1 0 0 0,-1 1 0 0 0,0-1 0 0 0,1 1 1 0 0,-1 0-1 0 0,1-1 0 0 0,-1 1 0 0 0,1-1 0 0 0,-1 1 0 0 0,1-1 1 0 0,-1 1-1 0 0,1-1 0 0 0,0 0 0 0 0,-1 1 0 0 0,1-1 0 0 0,0 0 0 0 0,-1 1 1 0 0,1-1-1 0 0,0 0 0 0 0,-1 0 0 0 0,1 1 0 0 0,1-1 0 0 0,26 4 97 0 0,-20-3-63 0 0,46 4 82 0 0,94-4 0 0 0,-64-3-190 0 0,42 1-379 0 0,92 1-2987 0 0,-181 3-827 0 0,-21 1 1814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58.9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1 596 0 0,'-27'4'5916'0'0,"74"12"-3814"0"0,-1-8-1366 0 0,1-3-1 0 0,59-1 1 0 0,-21-2-219 0 0,733 16 2646 0 0,-49-3-1237 0 0,-390 0-1206 0 0,806 26 1184 0 0,-4-50 490 0 0,-1112 6-1612 0 0,81-16 0 0 0,-148 18-740 0 0,-1 1 0 0 0,0 0-1 0 0,1 0 1 0 0,-1-1-1 0 0,1 1 1 0 0,-1 0-1 0 0,0-1 1 0 0,0 0-1 0 0,1 1 1 0 0,-1-1 0 0 0,0 0-1 0 0,0 1 1 0 0,1-1-1 0 0,-1 0 1 0 0,0 0-1 0 0,0 0 1 0 0,1-2-1 0 0,-2 3-25 0 0,1-1 0 0 0,-1 0 0 0 0,0 1 0 0 0,0-1 0 0 0,0 0 0 0 0,1 0 0 0 0,-1 1 0 0 0,0-1 0 0 0,0 0 0 0 0,0 0 0 0 0,0 1 0 0 0,0-1 0 0 0,-1 0 0 0 0,1 0 0 0 0,0 1 0 0 0,0-1 0 0 0,0 0 0 0 0,-1 1 0 0 0,1-1 0 0 0,0 0 0 0 0,-1 1 0 0 0,1-1 0 0 0,-1 0 0 0 0,-1-2-91 0 0,0 1-1 0 0,1 0 1 0 0,-2 0 0 0 0,1 0-1 0 0,0 0 1 0 0,0 0-1 0 0,0 0 1 0 0,-1 1 0 0 0,1-1-1 0 0,-1 1 1 0 0,0 0-1 0 0,1-1 1 0 0,-1 1 0 0 0,-4-1-1 0 0,-5 2-1108 0 0,-1 0-1 0 0,1 0 1 0 0,-1 2-1 0 0,1-1 1 0 0,0 2-1 0 0,0-1 1 0 0,0 2-1 0 0,-22 8 1 0 0,11-4-3233 0 0,-2 1-44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1:59.3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238 0 1124 0 0,'-6'0'11111'0'0,"12"2"-11001"0"0,-1 0 0 0 0,0 0 0 0 0,0 0-1 0 0,0 0 1 0 0,0 1 0 0 0,0 0 0 0 0,0 0 0 0 0,-1 0 0 0 0,0 1-1 0 0,6 4 1 0 0,-6-3-49 0 0,-1 0-1 0 0,0 0 1 0 0,1 0-1 0 0,-2 1 1 0 0,1-1 0 0 0,0 1-1 0 0,-1 0 1 0 0,0-1-1 0 0,-1 1 1 0 0,1 0-1 0 0,-1 0 1 0 0,0 0-1 0 0,-1 0 1 0 0,1 7 0 0 0,-2-4-25 0 0,0 1 1 0 0,0 0-1 0 0,-1-1 1 0 0,0 1-1 0 0,-1-1 1 0 0,0 0-1 0 0,-1 0 1 0 0,-4 10-1 0 0,-10 11-3 0 0,-1 0-1 0 0,-1-2 0 0 0,-44 49 0 0 0,50-61 26 0 0,-142 149 853 0 0,155-164-863 0 0,1-1 1 0 0,-1 0-1 0 0,1 1 0 0 0,-1-1 0 0 0,1 1 0 0 0,0-1 1 0 0,-1 1-1 0 0,1-1 0 0 0,0 1 0 0 0,-1-1 0 0 0,1 1 1 0 0,0-1-1 0 0,0 1 0 0 0,0 0 0 0 0,-1-1 0 0 0,1 1 1 0 0,0-1-1 0 0,0 1 0 0 0,0 0 0 0 0,0-1 1 0 0,0 1-1 0 0,0-1 0 0 0,0 1 0 0 0,0 0 0 0 0,0-1 1 0 0,0 1-1 0 0,0-1 0 0 0,1 1 0 0 0,-1 0 0 0 0,0-1 1 0 0,0 1-1 0 0,1-1 0 0 0,-1 1 0 0 0,0-1 0 0 0,1 1 1 0 0,-1-1-1 0 0,0 1 0 0 0,1-1 0 0 0,-1 1 1 0 0,1-1-1 0 0,-1 0 0 0 0,0 1 0 0 0,1-1 0 0 0,-1 0 1 0 0,1 1-1 0 0,0-1 0 0 0,-1 0 0 0 0,1 1 0 0 0,-1-1 1 0 0,1 0-1 0 0,-1 0 0 0 0,1 0 0 0 0,0 0 1 0 0,-1 0-1 0 0,1 1 0 0 0,-1-1 0 0 0,1 0 0 0 0,0-1 1 0 0,45 5 1044 0 0,-40-4-969 0 0,357-22 2408 0 0,-204 7-2016 0 0,366-9-1655 0 0,-472 24-121 0 0,29-1-1070 0 0,-25-7-6911 0 0,-39 3 4227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02.0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72 1396 0 0,'6'-19'9360'0'0,"-2"12"-9052"0"0,5 3 84 0 0,-1 0 1 0 0,1 0-1 0 0,1 0 1 0 0,-1 1-1 0 0,13-2 1 0 0,13-1-319 0 0,41-2 0 0 0,-68 8-52 0 0,175-8-1877 0 0,-62 10-4306 0 0,-77 0 3028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02.4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66 138 1136 0 0,'-25'11'1314'0'0,"-15"9"3150"0"0,52-19-4105 0 0,0 0 0 0 0,0-1-1 0 0,0 0 1 0 0,1-1 0 0 0,-1 0 0 0 0,0-1 0 0 0,21-6 0 0 0,5 0-90 0 0,56-8-272 0 0,217-41-1019 0 0,-107 6-3593 0 0,-117 24 2129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02.7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6 324 0 0,'7'-5'10687'0'0,"-1"41"-8963"0"0,-2 0 1 0 0,0 43-1 0 0,-8 81-317 0 0,1-32-3073 0 0,2-109 810 0 0,0-17 537 0 0,1 1-1 0 0,-1-1 0 0 0,1 1 0 0 0,0-1 1 0 0,0 1-1 0 0,0-1 0 0 0,0 1 0 0 0,1-1 1 0 0,-1 0-1 0 0,1 1 0 0 0,-1-1 0 0 0,1 1 1 0 0,1 1-1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03.1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33 1128 0 0,'2'-3'758'0'0,"0"-1"1"0"0,0 1-1 0 0,0-1 0 0 0,1 1 0 0 0,-1-1 1 0 0,1 1-1 0 0,5-5 0 0 0,-8 8-679 0 0,0 0 0 0 0,1 0 0 0 0,-1 0-1 0 0,0 0 1 0 0,0 0 0 0 0,1 0-1 0 0,-1 0 1 0 0,0-1 0 0 0,0 1 0 0 0,1 0-1 0 0,-1 0 1 0 0,0 0 0 0 0,0 0-1 0 0,1 0 1 0 0,-1 0 0 0 0,0 0 0 0 0,1 0-1 0 0,-1 0 1 0 0,0 0 0 0 0,0 0 0 0 0,1 1-1 0 0,-1-1 1 0 0,0 0 0 0 0,0 0-1 0 0,1 0 1 0 0,-1 0 0 0 0,0 0 0 0 0,0 0-1 0 0,1 1 1 0 0,-1-1 0 0 0,0 0 0 0 0,0 0-1 0 0,0 0 1 0 0,0 1 0 0 0,1-1-1 0 0,-1 0 1 0 0,0 0 0 0 0,0 1 0 0 0,6 22 981 0 0,-2 59 411 0 0,-3-51-1308 0 0,0 0 0 0 0,2 0-1 0 0,1 0 1 0 0,2 0-1 0 0,1-1 1 0 0,1 1 0 0 0,13 29-1 0 0,-8-32-307 0 0,-4-11 75 0 0,-1 1 1 0 0,-1 0 0 0 0,0 0-1 0 0,4 23 1 0 0,-10-33-13 0 0,0-1 0 0 0,-1 1 0 0 0,0 0 0 0 0,0-1 0 0 0,-1 1 0 0 0,1-1 0 0 0,-2 1 0 0 0,1-1 0 0 0,-1 0 0 0 0,0 1 0 0 0,-1-1 0 0 0,1 0 0 0 0,-2 0 0 0 0,-4 8-1 0 0,7-13-5 0 0,-4 8-328 0 0,0-1 0 0 0,-1 0 0 0 0,0 0 1 0 0,-14 16-1 0 0,17-23-164 0 0,-1 1-1 0 0,1 0 0 0 0,-1-1 1 0 0,1 1-1 0 0,-1-1 0 0 0,0 0 1 0 0,0 0-1 0 0,0-1 1 0 0,-6 3-1 0 0,1-2-1896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03.4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43 768 0 0,'7'-5'437'0'0,"1"0"1"0"0,0 0-1 0 0,0 1 1 0 0,0 0-1 0 0,0 0 0 0 0,0 1 1 0 0,1 0-1 0 0,0 0 1 0 0,-1 1-1 0 0,1 0 0 0 0,0 1 1 0 0,0 0-1 0 0,0 0 0 0 0,0 1 1 0 0,14 1-1 0 0,-4 1-63 0 0,0 0 0 0 0,0 1-1 0 0,0 1 1 0 0,0 1 0 0 0,-1 0 0 0 0,24 11-1 0 0,-41-15-335 0 0,1 0 1 0 0,-1 0-1 0 0,0 0 0 0 0,1 0 0 0 0,-1 0 0 0 0,0 0 1 0 0,0 1-1 0 0,0-1 0 0 0,0 0 0 0 0,0 1 0 0 0,0-1 1 0 0,0 1-1 0 0,0-1 0 0 0,-1 1 0 0 0,1-1 0 0 0,-1 1 1 0 0,1-1-1 0 0,-1 1 0 0 0,1 0 0 0 0,-1-1 0 0 0,0 1 1 0 0,0 0-1 0 0,0-1 0 0 0,0 1 0 0 0,0 0 0 0 0,0-1 1 0 0,0 1-1 0 0,-1 0 0 0 0,1-1 0 0 0,-1 1 0 0 0,1 0 1 0 0,-1-1-1 0 0,1 1 0 0 0,-1-1 0 0 0,0 1 0 0 0,-1 1 1 0 0,-6 12 295 0 0,1 0 0 0 0,-20 25 1 0 0,14-20-79 0 0,-6 11 136 0 0,-21 39 407 0 0,38-64-720 0 0,-1 0-1 0 0,1 0 1 0 0,0 0-1 0 0,0 1 1 0 0,0-1-1 0 0,1 1 0 0 0,0-1 1 0 0,0 1-1 0 0,1 8 1 0 0,0-12-53 0 0,1 0 1 0 0,-1 0 0 0 0,1-1 0 0 0,-1 1-1 0 0,1 0 1 0 0,0 0 0 0 0,0 0 0 0 0,1-1-1 0 0,-1 1 1 0 0,0 0 0 0 0,1-1 0 0 0,0 1-1 0 0,-1-1 1 0 0,1 0 0 0 0,0 1-1 0 0,0-1 1 0 0,0 0 0 0 0,3 2 0 0 0,1-1 5 0 0,-1 1 0 0 0,1-1 0 0 0,-1 0 1 0 0,1-1-1 0 0,0 1 0 0 0,0-1 0 0 0,0 0 0 0 0,7 1 1 0 0,6 0 26 0 0,0-1 0 0 0,0-1 0 0 0,0 0 0 0 0,31-3-1 0 0,-26-1-26 0 0,1-1 0 0 0,-1-1-1 0 0,0-1 1 0 0,25-10-1 0 0,-38 12-22 0 0,-1-1 0 0 0,1 1-1 0 0,-1-2 1 0 0,0 1 0 0 0,0-2-1 0 0,-1 1 1 0 0,0-1 0 0 0,0-1-1 0 0,-1 1 1 0 0,15-18 0 0 0,-20 20-27 0 0,0-1 0 0 0,-1 1 0 0 0,1-1 0 0 0,-1 1 0 0 0,0-1 0 0 0,0 0 1 0 0,-1 0-1 0 0,0 0 0 0 0,0 0 0 0 0,0 0 0 0 0,-1 0 0 0 0,0 0 0 0 0,0 0 0 0 0,0 0 0 0 0,-1 0 1 0 0,0 0-1 0 0,0 0 0 0 0,0 0 0 0 0,-1 0 0 0 0,0 0 0 0 0,-3-6 0 0 0,1 4-239 0 0,1 0 0 0 0,-1 0-1 0 0,-1 0 1 0 0,1 1 0 0 0,-2-1-1 0 0,1 1 1 0 0,-1 0 0 0 0,0 1 0 0 0,0-1-1 0 0,0 1 1 0 0,-1 1 0 0 0,0-1-1 0 0,-15-8 1 0 0,21 14-255 0 0,-1-1 0 0 0,0 0 1 0 0,0 1-1 0 0,0 0 0 0 0,0-1 0 0 0,0 1 0 0 0,0 0 0 0 0,0 0 0 0 0,-1 0 1 0 0,1 0-1 0 0,0 0 0 0 0,0 0 0 0 0,-3 2 0 0 0,-3 1-2423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04.3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1 511 1004 0 0,'3'6'11521'0'0,"0"-6"-10231"0"0,81-64 1791 0 0,-61 48-2723 0 0,-1 0 0 0 0,-1-1 1 0 0,0-1-1 0 0,25-29 1 0 0,-18 10-22 0 0,-2-2 0 0 0,-2 0 0 0 0,36-79 0 0 0,-77 172-558 0 0,3 0 0 0 0,-12 80 1 0 0,25-129 219 0 0,0 0 0 0 0,1 0 0 0 0,0 0 0 0 0,0 0 0 0 0,0 0 0 0 0,1 0 0 0 0,-1 1 0 0 0,1-1 0 0 0,0-1 0 0 0,1 1 0 0 0,-1 0 0 0 0,1 0 0 0 0,0 0 0 0 0,0-1-1 0 0,1 1 1 0 0,-1-1 0 0 0,5 5 0 0 0,-4-6-3 0 0,0 0 0 0 0,0 0-1 0 0,0-1 1 0 0,1 0-1 0 0,-1 0 1 0 0,1 0 0 0 0,-1 0-1 0 0,1 0 1 0 0,0-1 0 0 0,0 1-1 0 0,-1-1 1 0 0,1 0-1 0 0,0 0 1 0 0,0-1 0 0 0,0 1-1 0 0,0-1 1 0 0,0 0-1 0 0,1 0 1 0 0,-1 0 0 0 0,0 0-1 0 0,0-1 1 0 0,4-1-1 0 0,2 1-16 0 0,-1-2-1 0 0,1 1 0 0 0,-1-1 0 0 0,1 0 0 0 0,-1-1 0 0 0,0 0 0 0 0,0-1 1 0 0,-1 0-1 0 0,1 0 0 0 0,-1 0 0 0 0,0-1 0 0 0,-1-1 0 0 0,1 1 1 0 0,-1-1-1 0 0,0-1 0 0 0,-1 1 0 0 0,0-1 0 0 0,6-9 0 0 0,0-7-15 0 0,0 0 1 0 0,-1-1-1 0 0,-1 0 0 0 0,-1 0 0 0 0,7-39 0 0 0,-16 64 32 0 0,0 0 0 0 0,0 0 0 0 0,0 0 0 0 0,0 0 0 0 0,0-1 0 0 0,-1 1 0 0 0,1 0 0 0 0,0 0 0 0 0,0 0 0 0 0,0-1 0 0 0,0 1 0 0 0,1 0 0 0 0,-1 0 0 0 0,0 0 0 0 0,0 0 0 0 0,0-1-1 0 0,0 1 1 0 0,0 0 0 0 0,0 0 0 0 0,0 0 0 0 0,0 0 0 0 0,0-1 0 0 0,0 1 0 0 0,0 0 0 0 0,0 0 0 0 0,1 0 0 0 0,-1 0 0 0 0,0 0 0 0 0,0 0 0 0 0,0-1 0 0 0,0 1 0 0 0,0 0 0 0 0,1 0 0 0 0,-1 0 0 0 0,0 0-1 0 0,0 0 1 0 0,0 0 0 0 0,0 0 0 0 0,1 0 0 0 0,-1 0 0 0 0,0 0 0 0 0,0 0 0 0 0,0 0 0 0 0,0 0 0 0 0,1 0 0 0 0,-1 0 0 0 0,0 0 0 0 0,0 0 0 0 0,0 0 0 0 0,1 0 0 0 0,-1 0 0 0 0,0 0 0 0 0,0 0 0 0 0,0 0-1 0 0,0 0 1 0 0,1 0 0 0 0,-1 0 0 0 0,0 0 0 0 0,0 0 0 0 0,0 1 0 0 0,9 16-132 0 0,12 46 85 0 0,-11-29-51 0 0,-4-21-41 0 0,0-1-1 0 0,0 0 1 0 0,1 0 0 0 0,0 0-1 0 0,1-1 1 0 0,1 0-1 0 0,0 0 1 0 0,0-1-1 0 0,1 0 1 0 0,0-1 0 0 0,1 0-1 0 0,0-1 1 0 0,15 10-1 0 0,-16-12-83 0 0,0-1-1 0 0,1 0 1 0 0,-1 0-1 0 0,1-1 0 0 0,0 0 1 0 0,0-1-1 0 0,0 0 1 0 0,0-1-1 0 0,0-1 0 0 0,1 1 1 0 0,-1-2-1 0 0,1 1 1 0 0,-1-2-1 0 0,1 0 1 0 0,-1 0-1 0 0,14-4 0 0 0,-14 2 39 0 0,1 0 0 0 0,-1-1-1 0 0,0-1 1 0 0,-1 0-1 0 0,1 0 1 0 0,-1-1-1 0 0,0-1 1 0 0,0 1-1 0 0,-1-2 1 0 0,0 1-1 0 0,14-16 1 0 0,-11 7 147 0 0,0 1 0 0 0,-1-2 0 0 0,-1 1 0 0 0,-1-1 0 0 0,0-1 0 0 0,8-24 0 0 0,3-17 482 0 0,-13 36 222 0 0,1 0-1 0 0,1 0 1 0 0,1 1-1 0 0,13-21 0 0 0,-23 43-625 0 0,1 0 0 0 0,0 0 0 0 0,-1 0 0 0 0,1-1 0 0 0,0 1 0 0 0,-1 0 0 0 0,1 0 0 0 0,0 0 0 0 0,-1 0 0 0 0,1 0 0 0 0,0 0 0 0 0,-1 0 0 0 0,1 0 0 0 0,0 1 0 0 0,-1-1 0 0 0,1 0 0 0 0,-1 0 0 0 0,1 0 0 0 0,0 1 0 0 0,-1-1 0 0 0,1 0 0 0 0,-1 1 0 0 0,1-1 0 0 0,0 0 1 0 0,-1 1-1 0 0,1-1 0 0 0,-1 1 0 0 0,1-1 0 0 0,-1 1 0 0 0,0-1 0 0 0,1 2 0 0 0,17 17 270 0 0,-10-1-90 0 0,0 0 0 0 0,-2 1 1 0 0,0 0-1 0 0,-1 1 0 0 0,-1-1 1 0 0,3 35-1 0 0,2 4 255 0 0,-8-52-391 0 0,6 36 630 0 0,2 0 0 0 0,2-1 0 0 0,22 57 1 0 0,-33-98-640 0 0,1 1 1 0 0,0 0-1 0 0,-1-1 0 0 0,1 1 1 0 0,0-1-1 0 0,-1 1 1 0 0,1-1-1 0 0,0 1 1 0 0,0-1-1 0 0,0 1 0 0 0,-1-1 1 0 0,1 0-1 0 0,0 1 1 0 0,0-1-1 0 0,0 0 0 0 0,0 0 1 0 0,0 0-1 0 0,-1 0 1 0 0,1 0-1 0 0,0 0 1 0 0,0 0-1 0 0,0 0 0 0 0,0 0 1 0 0,0 0-1 0 0,0 0 1 0 0,-1 0-1 0 0,1-1 0 0 0,0 1 1 0 0,0 0-1 0 0,0-1 1 0 0,0 1-1 0 0,-1 0 1 0 0,1-1-1 0 0,0 1 0 0 0,0-1 1 0 0,0-1-1 0 0,31-19 715 0 0,-15 6-490 0 0,0-1 0 0 0,-1-1 0 0 0,-1-1 0 0 0,0 0 0 0 0,-2-1 0 0 0,20-33 1 0 0,54-132 60 0 0,-80 168-408 0 0,27-76-1384 0 0,-20 31-2910 0 0,-10 52 2452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04.7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72 57 12097 0 0,'38'-56'1134'0'0,"-37"56"-851"0"0,1 4-206 0 0,0 0 0 0 0,0 1 1 0 0,-1 0-1 0 0,1 0 0 0 0,-1-1 1 0 0,0 1-1 0 0,-1 0 0 0 0,1 0 0 0 0,-1 0 1 0 0,0 0-1 0 0,0 0 0 0 0,0 0 0 0 0,-1 0 1 0 0,-2 8-1 0 0,1 14 155 0 0,-1 31-267 0 0,-3 1-1 0 0,-3-1 0 0 0,-25 89 0 0 0,1-2-2931 0 0,8-64-3490 0 0,19-62 3451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05.1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23 121 160 0 0,'-1'0'243'0'0,"0"-1"1"0"0,-1 1-1 0 0,1-1 0 0 0,0 0 0 0 0,-1 1 1 0 0,1-1-1 0 0,0 0 0 0 0,0 0 0 0 0,0 0 1 0 0,0 0-1 0 0,0 0 0 0 0,0 0 1 0 0,0 0-1 0 0,0 0 0 0 0,0 0 0 0 0,0-1 1 0 0,1 1-1 0 0,-1 0 0 0 0,0-1 1 0 0,1 1-1 0 0,-1-2 0 0 0,1 1-100 0 0,0 1 0 0 0,1 0 0 0 0,-1 0 0 0 0,0 0 0 0 0,1 0 0 0 0,-1 0 0 0 0,1 0 0 0 0,0 0 0 0 0,-1 0 0 0 0,1 0 0 0 0,0 1 0 0 0,-1-1 0 0 0,1 0 0 0 0,0 0 0 0 0,0 0 0 0 0,0 1 0 0 0,0-1 0 0 0,0 1 0 0 0,0-1-1 0 0,0 0 1 0 0,1 1 0 0 0,9-6 359 0 0,1 2 0 0 0,-1-1 0 0 0,21-3 0 0 0,-27 7-510 0 0,59-12-9 0 0,1 4-1 0 0,79-2 1 0 0,28-4-5825 0 0,-123 8 3159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05.4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95 50 940 0 0,'16'-24'4012'0'0,"-14"23"-3492"0"0,-1-1 1 0 0,1 0 0 0 0,-1 1-1 0 0,1-1 1 0 0,-1 0 0 0 0,0 0 0 0 0,0 1-1 0 0,0-1 1 0 0,0 0 0 0 0,0 0 0 0 0,1-4-1 0 0,-4 42 597 0 0,-2 0-1 0 0,-2-1 1 0 0,-10 37 0 0 0,-1 9-169 0 0,-1 24-16 0 0,-26 129 567 0 0,25-128-1693 0 0,19-35-5075 0 0,31-92-2116 0 0,-15 9 3899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05.9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168 11 540 0 0,'1'0'223'0'0,"-1"-1"0"0"0,0 0 0 0 0,1 1 0 0 0,-1-1 0 0 0,0 1 0 0 0,1-1 0 0 0,-1 0-1 0 0,1 1 1 0 0,-1-1 0 0 0,1 1 0 0 0,-1-1 0 0 0,1 1 0 0 0,-1-1 0 0 0,1 1 0 0 0,0 0 0 0 0,-1-1 0 0 0,1 1 0 0 0,-1 0 0 0 0,1-1 0 0 0,0 1 0 0 0,-1 0 0 0 0,1 0-1 0 0,0 0 1 0 0,0-1 0 0 0,0 1 0 0 0,3 15 1927 0 0,-11 31-528 0 0,-114 296 2367 0 0,73-216-3141 0 0,46-120-808 0 0,0-1 0 0 0,1 1 0 0 0,-1-1 0 0 0,1 1 0 0 0,0 0 0 0 0,0-1 0 0 0,1 1 0 0 0,-1 0 1 0 0,2 11-1 0 0,0-15-44 0 0,-1 0 1 0 0,1 0 0 0 0,0 0-1 0 0,0 0 1 0 0,-1 0-1 0 0,1 0 1 0 0,1 0 0 0 0,-1-1-1 0 0,0 1 1 0 0,0 0 0 0 0,1 0-1 0 0,-1-1 1 0 0,1 1 0 0 0,-1-1-1 0 0,1 1 1 0 0,0-1-1 0 0,-1 0 1 0 0,1 0 0 0 0,0 0-1 0 0,0 0 1 0 0,0 0 0 0 0,0 0-1 0 0,0 0 1 0 0,0 0 0 0 0,0-1-1 0 0,0 1 1 0 0,0-1-1 0 0,5 1 1 0 0,20 2-105 0 0,0-1 0 0 0,0-2 0 0 0,0 0 0 0 0,0-2 1 0 0,33-6-1 0 0,-43 5 91 0 0,1-1 0 0 0,0 0 0 0 0,-1-2 1 0 0,0 0-1 0 0,0-1 0 0 0,-1 0 0 0 0,1-2 1 0 0,26-18-1 0 0,-37 21 91 0 0,0-1 0 0 0,0 1-1 0 0,-1-2 1 0 0,0 1 0 0 0,0-1 0 0 0,0 1 0 0 0,-1-1-1 0 0,0 0 1 0 0,-1-1 0 0 0,0 1 0 0 0,0-1 0 0 0,-1 1 0 0 0,0-1-1 0 0,1-11 1 0 0,10-31 1033 0 0,-37 248 125 0 0,-23-6-2594 0 0,29-121-232 0 0,17-67 1202 0 0,-5 33-677 0 0,9-21-1008 0 0,18-4-6857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06.2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64 0 1168 0 0,'-6'23'3675'0'0,"-13"46"1548"0"0,-10 64-2452 0 0,26-112-2549 0 0,0 1 0 0 0,1-1 1 0 0,1 1-1 0 0,1 0 1 0 0,1-1-1 0 0,0 1 0 0 0,2-1 1 0 0,9 37-1 0 0,-11-55-193 0 0,0 1 0 0 0,0 0 0 0 0,1-1-1 0 0,-1 0 1 0 0,1 1 0 0 0,0-1 0 0 0,-1 0 0 0 0,2 0 0 0 0,-1 0-1 0 0,0 0 1 0 0,0 0 0 0 0,1 0 0 0 0,0-1 0 0 0,-1 1 0 0 0,1-1-1 0 0,0 0 1 0 0,0 0 0 0 0,1 0 0 0 0,-1 0 0 0 0,0 0 0 0 0,1-1-1 0 0,-1 1 1 0 0,0-1 0 0 0,1 0 0 0 0,0 0 0 0 0,-1-1 0 0 0,1 1 0 0 0,0-1-1 0 0,-1 1 1 0 0,1-1 0 0 0,0 0 0 0 0,-1 0 0 0 0,1-1 0 0 0,4 0-1 0 0,-2-1-22 0 0,-1 0 0 0 0,1 0-1 0 0,-1 0 1 0 0,0-1 0 0 0,0 0-1 0 0,0 0 1 0 0,0 0 0 0 0,-1 0-1 0 0,1-1 1 0 0,-1 0-1 0 0,0 0 1 0 0,0 0 0 0 0,0 0-1 0 0,0-1 1 0 0,-1 0 0 0 0,0 1-1 0 0,0-1 1 0 0,0 0 0 0 0,0-1-1 0 0,-1 1 1 0 0,3-10-1 0 0,-1-2-74 0 0,0 0 0 0 0,-2 0-1 0 0,0 0 1 0 0,-1 0-1 0 0,-2-30 1 0 0,-16-88-730 0 0,7 69-2 0 0,6 45 115 0 0,-3-23-1043 0 0,7 42 1255 0 0,0 0 0 0 0,0 1 0 0 0,0-1 0 0 0,0 1 0 0 0,1-1 0 0 0,-1 0-1 0 0,0 1 1 0 0,1-1 0 0 0,-1 1 0 0 0,1-1 0 0 0,0 1 0 0 0,0-1 0 0 0,1-1 0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06.8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1 368 304 0 0,'4'13'9086'0'0,"-3"-13"-8827"0"0,13-11 2917 0 0,-5 3-3205 0 0,35-35 1065 0 0,-1-1 0 0 0,-3-2 1 0 0,-1-1-1 0 0,35-58 0 0 0,-59 79-743 0 0,-12 19-211 0 0,1 0-1 0 0,0 0 0 0 0,0 1 1 0 0,1 0-1 0 0,9-11 0 0 0,-13 17-85 0 0,-8 35-42 0 0,2-18 40 0 0,0-1-1 0 0,-14 29 0 0 0,13-32 0 0 0,0 0 1 0 0,1 1 0 0 0,1 0-1 0 0,-6 26 1 0 0,8-27 19 0 0,0 2-45 0 0,0 1 1 0 0,1-1-1 0 0,1 1 0 0 0,0-1 1 0 0,3 19-1 0 0,-3-31 9 0 0,1 0 0 0 0,0 0 0 0 0,0 0 0 0 0,0 0 0 0 0,0 0 0 0 0,0 0 0 0 0,0 0 0 0 0,1 0 0 0 0,-1 0 0 0 0,1 0 0 0 0,0-1 0 0 0,0 1 0 0 0,0-1 0 0 0,0 0 0 0 0,1 1 0 0 0,-1-1 0 0 0,0 0 0 0 0,1 0 0 0 0,0 0 0 0 0,-1-1 0 0 0,1 1 0 0 0,0-1 0 0 0,0 1 0 0 0,0-1 0 0 0,0 0-1 0 0,0 0 1 0 0,0 0 0 0 0,0-1 0 0 0,0 1 0 0 0,0-1 0 0 0,7 1 0 0 0,3-1-49 0 0,1 0 0 0 0,0-1 0 0 0,0 0 0 0 0,0-1 0 0 0,0 0 0 0 0,-1-1 0 0 0,1-1 0 0 0,-1 0 0 0 0,0-1 1 0 0,0 0-1 0 0,-1-1 0 0 0,13-8 0 0 0,-9 4 18 0 0,-2-2 0 0 0,1 1 0 0 0,-1-2 0 0 0,-1 0 0 0 0,0 0 1 0 0,-1-1-1 0 0,-1-1 0 0 0,15-23 0 0 0,-25 37 57 0 0,8-14 59 0 0,0 0 0 0 0,1 1 0 0 0,21-22 0 0 0,-30 35-49 0 0,0 1-19 0 0,0 1 4 0 0,0-1 0 0 0,0 1-1 0 0,0-1 1 0 0,-1 0 0 0 0,1 1-1 0 0,0 0 1 0 0,0-1-1 0 0,-1 1 1 0 0,1-1 0 0 0,0 1-1 0 0,-1 0 1 0 0,1 0-1 0 0,0-1 1 0 0,-1 1 0 0 0,1 0-1 0 0,-1 0 1 0 0,1 0-1 0 0,-1-1 1 0 0,0 1 0 0 0,1 0-1 0 0,-1 0 1 0 0,0 0-1 0 0,0 0 1 0 0,1 0 0 0 0,-1 1-1 0 0,5 34-284 0 0,-3-24 61 0 0,2 14-243 0 0,-1-9-66 0 0,0 0 1 0 0,0 0 0 0 0,10 23 0 0 0,-12-37 294 0 0,0 0 1 0 0,0 0-1 0 0,0-1 1 0 0,1 1-1 0 0,-1 0 1 0 0,1-1-1 0 0,-1 1 1 0 0,1-1-1 0 0,0 0 1 0 0,0 0 0 0 0,0 1-1 0 0,0-1 1 0 0,1 0-1 0 0,-1-1 1 0 0,0 1-1 0 0,1 0 1 0 0,-1-1-1 0 0,1 1 1 0 0,0-1-1 0 0,-1 0 1 0 0,1 0 0 0 0,0 0-1 0 0,0 0 1 0 0,0 0-1 0 0,0-1 1 0 0,4 1-1 0 0,13-7-4809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07.2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1 372 2480 0 0,'27'-84'525'0'0,"-20"58"373"0"0,1 1-1 0 0,13-27 0 0 0,1-1 3708 0 0,-4 76-3317 0 0,-9 5-613 0 0,-2 0-1 0 0,-1 1 1 0 0,3 36 0 0 0,-6-36-158 0 0,2 0-1 0 0,0 0 1 0 0,12 34 0 0 0,-2-40 1272 0 0,-14-22-1722 0 0,0-1 0 0 0,-1 1 1 0 0,1-1-1 0 0,0 0 0 0 0,-1 1 0 0 0,1-1 1 0 0,0 0-1 0 0,0 0 0 0 0,-1 1 1 0 0,1-1-1 0 0,0 0 0 0 0,0 0 1 0 0,-1 0-1 0 0,1 0 0 0 0,0 0 0 0 0,0 0 1 0 0,-1 0-1 0 0,1 0 0 0 0,0 0 1 0 0,0-1-1 0 0,0 1 0 0 0,4-3 144 0 0,-1 1 0 0 0,1-1 0 0 0,-1 0 0 0 0,0-1 0 0 0,0 1 0 0 0,0-1 0 0 0,4-5 0 0 0,7-7-129 0 0,7-6-72 0 0,-2-1 1 0 0,0-1-1 0 0,-2-1 0 0 0,-1-1 0 0 0,-1 0 1 0 0,-1-1-1 0 0,14-34 0 0 0,-15 26-1613 0 0,-2 0 0 0 0,16-74 0 0 0,-26 88-1086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07.8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13 864 0 0,'-22'-13'4398'0'0,"53"20"-2652"0"0,12 2-1309 0 0,366 23 1707 0 0,-208-22-1478 0 0,510 18 1120 0 0,-227-13-837 0 0,3887 81 5319 0 0,-3309-111-4607 0 0,-728 2-1015 0 0,-308 12-571 0 0,85-2 672 0 0,149-24 1 0 0,-241 21-1927 0 0,-41 3 21 0 0,-43 5-1110 0 0,-45 17-2217 0 0,39-3-2331 0 0,30-5 2747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08.2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274 6 32 0 0,'-42'-5'14712'0'0,"50"13"-14467"0"0,-3-3-111 0 0,0 0 0 0 0,0 0-1 0 0,-1 1 1 0 0,1 0 0 0 0,-1-1-1 0 0,-1 1 1 0 0,1 0 0 0 0,-1 1-1 0 0,0-1 1 0 0,0 1 0 0 0,-1-1-1 0 0,0 1 1 0 0,0 0 0 0 0,0 0-1 0 0,-1 0 1 0 0,0 0 0 0 0,0 0-1 0 0,-1 0 1 0 0,0 7 0 0 0,-1-3-82 0 0,-1-1 1 0 0,0 0 0 0 0,0 0-1 0 0,-1 1 1 0 0,0-1-1 0 0,-1-1 1 0 0,0 1 0 0 0,-1-1-1 0 0,0 1 1 0 0,0-1 0 0 0,-1-1-1 0 0,-8 11 1 0 0,-97 102 353 0 0,-9 11 957 0 0,119-131-1313 0 0,0-1-1 0 0,1 1 1 0 0,-1-1 0 0 0,1 1-1 0 0,-1 0 1 0 0,1 0 0 0 0,-1-1 0 0 0,1 1-1 0 0,-1 0 1 0 0,1 0 0 0 0,0 0 0 0 0,0-1-1 0 0,-1 1 1 0 0,1 0 0 0 0,0 0 0 0 0,0 0-1 0 0,0 0 1 0 0,0 0 0 0 0,0 0-1 0 0,0-1 1 0 0,0 1 0 0 0,0 0 0 0 0,0 0-1 0 0,0 0 1 0 0,1 0 0 0 0,-1 0 0 0 0,0-1-1 0 0,0 1 1 0 0,1 0 0 0 0,0 1-1 0 0,0-1 24 0 0,1 1-1 0 0,0-1 1 0 0,-1 1-1 0 0,1-1 1 0 0,0 0-1 0 0,0 0 1 0 0,0 0-1 0 0,0 0 1 0 0,0 0-1 0 0,0 0 1 0 0,0 0-1 0 0,2 0 1 0 0,13 3 215 0 0,-1-1 0 0 0,28 1 1 0 0,-36-4-202 0 0,422 22 811 0 0,-138-10-1600 0 0,-60 3-608 0 0,32 2-2268 0 0,-2-12-4694 0 0,-86-13 2320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7:12:09.0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189 6 16710,'-189'-5'955,"506"8"-809,-204-1-3520,-4 0-3517,-73-2 2649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7:12:09.4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94 872,'-23'11'1432,"9"-3"-140,-6 5 3681,71-17-4229,8-3-176,33-10-248,50-7-336,-3 13-384,12 6-456,-11-14-632,9-1-1613,-6 2 713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11.1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33 180 112 0 0,'-32'-81'11845'0'0,"38"103"-10807"0"0,51 180 1786 0 0,84 284 313 0 0,-137-471-2945 0 0,-1-4 93 0 0,0-1 0 0 0,1 1 0 0 0,0 0 0 0 0,1-1 0 0 0,0 0 0 0 0,0 0 0 0 0,1 0 0 0 0,13 16 0 0 0,-15-27-158 0 0,-1 0 1 0 0,1-1 0 0 0,-1 0 0 0 0,0 0-1 0 0,0 1 1 0 0,0-2 0 0 0,0 1 0 0 0,0 0-1 0 0,2-3 1 0 0,17-18 173 0 0,-1 0 0 0 0,-2-2 0 0 0,0 0 0 0 0,21-39 0 0 0,52-121 415 0 0,-40 56-1037 0 0,56-220 1 0 0,-94 296-454 0 0,-12 48 1004 0 0,9-25-3869 0 0,3 45-2232 0 0,-7 22-1304 0 0,-9-13 3046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11.6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861 12 1184 0 0,'-2'-11'9015'0'0,"-1"73"-7237"0"0,3 0 1 0 0,2 0-1 0 0,15 82 0 0 0,3 101-256 0 0,-23-161-869 0 0,-15 86 1 0 0,16-160-590 0 0,1-2-52 0 0,-6 20 433 0 0,6-27-438 0 0,1-1 1 0 0,-1 0 0 0 0,0 1-1 0 0,0-1 1 0 0,1 0 0 0 0,-1 0-1 0 0,0 0 1 0 0,0 1 0 0 0,0-1-1 0 0,0 0 1 0 0,1 0 0 0 0,-1 0-1 0 0,0 0 1 0 0,0 0-1 0 0,0 0 1 0 0,0-1 0 0 0,1 1-1 0 0,-1 0 1 0 0,0 0 0 0 0,0-1-1 0 0,0 1 1 0 0,1 0 0 0 0,-1-1-1 0 0,0 1 1 0 0,0-1-1 0 0,1 1 1 0 0,-1-1 0 0 0,0 1-1 0 0,1-1 1 0 0,-1 1 0 0 0,1-1-1 0 0,-2 0 1 0 0,-11-11-23 0 0,0-1 1 0 0,1 0-1 0 0,1 0 0 0 0,0-2 1 0 0,0 1-1 0 0,1-1 1 0 0,1 0-1 0 0,-11-27 0 0 0,-3-1-33 0 0,-6-10-5 0 0,-38-62-71 0 0,57 100 112 0 0,0 1-1 0 0,-1 1 1 0 0,-1 0 0 0 0,0 0 0 0 0,-21-16 0 0 0,28 26 12 0 0,-1 0 1 0 0,-1 0 0 0 0,1 0-1 0 0,0 0 1 0 0,-1 1 0 0 0,1 0-1 0 0,-1 1 1 0 0,0-1-1 0 0,1 1 1 0 0,-1 0 0 0 0,0 1-1 0 0,0 0 1 0 0,0 0-1 0 0,1 0 1 0 0,-1 1 0 0 0,0 0-1 0 0,0 0 1 0 0,1 1 0 0 0,-1 0-1 0 0,-10 5 1 0 0,-9 3 62 0 0,0 2 0 0 0,1 0 0 0 0,-38 26 0 0 0,41-23 16 0 0,0 0 1 0 0,2 2-1 0 0,0 0 0 0 0,1 1 0 0 0,-29 36 1 0 0,38-40-16 0 0,0 0 0 0 0,1 0 0 0 0,1 1 1 0 0,0 0-1 0 0,1 1 0 0 0,0 0 0 0 0,2 0 1 0 0,0 0-1 0 0,0 0 0 0 0,-1 19 0 0 0,5-29-42 0 0,1 1-1 0 0,0 0 1 0 0,0-1-1 0 0,0 1 1 0 0,1-1 0 0 0,0 1-1 0 0,0 0 1 0 0,1-1-1 0 0,0 0 1 0 0,0 1-1 0 0,0-1 1 0 0,1 0-1 0 0,0 0 1 0 0,0 0-1 0 0,1 0 1 0 0,-1-1-1 0 0,1 0 1 0 0,1 1-1 0 0,-1-1 1 0 0,1-1-1 0 0,-1 1 1 0 0,1-1 0 0 0,1 1-1 0 0,-1-2 1 0 0,1 1-1 0 0,-1 0 1 0 0,1-1-1 0 0,9 3 1 0 0,6 4-35 0 0,1-2 0 0 0,0 0 0 0 0,1-2 0 0 0,0 0 1 0 0,-1-2-1 0 0,44 3 0 0 0,-6-5-249 0 0,-1-2 0 0 0,67-10 0 0 0,119-28-981 0 0,-164 24 636 0 0,39-11-1241 0 0,129-45 0 0 0,-15-13-6185 0 0,-136 44 3476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12.0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 57 13525 0 0,'0'0'939'0'0,"-6"1"-612"0"0,1 0-132 0 0,4 0-106 0 0,-1 0 1 0 0,0-1 0 0 0,1 1-1 0 0,-1-1 1 0 0,1 0 0 0 0,-1 1-1 0 0,0-1 1 0 0,1 0 0 0 0,-1 0-1 0 0,1 0 1 0 0,-1 0 0 0 0,0 0-1 0 0,1-1 1 0 0,-1 1 0 0 0,0 0-1 0 0,1-1 1 0 0,-4-1 1687 0 0,10 1-1456 0 0,235-20-561 0 0,-81 9-2879 0 0,-1-6-5323 0 0,-111 11 4615 0 0</inkml:trace>
  <inkml:trace contextRef="#ctx0" brushRef="#br0" timeOffset="1">239 354 140 0 0,'-18'6'1232'0'0,"4"-1"-60"0"0,6-1-60 0 0,-7-2 2877 0 0,64-11-3653 0 0,-14 3-276 0 0,8-3-352 0 0,12 0-292 0 0,2-2-612 0 0,22-8-1293 0 0,3 1 573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15.2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7 168 12449 0 0,'1'-13'52'0'0,"1"0"0"0"0,-2 0 0 0 0,0-1-1 0 0,-1 1 1 0 0,0 0 0 0 0,-1 0 0 0 0,-3-15 0 0 0,49 240 2049 0 0,-17-112-1613 0 0,39 164 680 0 0,-64-250-878 0 0,0 0 0 0 0,2 0 0 0 0,0 0 0 0 0,0-1 0 0 0,1 0 0 0 0,1 1 0 0 0,11 18 0 0 0,-16-32-234 0 0,0 0 0 0 0,1 0-1 0 0,-1 0 1 0 0,0-1 0 0 0,0 1 0 0 0,0 0 0 0 0,0-1 0 0 0,0 1-1 0 0,0-1 1 0 0,0 1 0 0 0,0-1 0 0 0,0 1 0 0 0,0-1-1 0 0,0 0 1 0 0,0 1 0 0 0,0-1 0 0 0,0 0 0 0 0,-1 0-1 0 0,1 0 1 0 0,0 0 0 0 0,-1 0 0 0 0,1 0 0 0 0,0 0-1 0 0,0-1 1 0 0,20-26 329 0 0,12-32 1 0 0,-1-2 0 0 0,-4-1 0 0 0,23-76 0 0 0,37-158-56 0 0,-80 268-506 0 0,-6 21-188 0 0,-1 1 1 0 0,1 0-1 0 0,0 0 1 0 0,1 0-1 0 0,0 0 0 0 0,4-8 1 0 0,10 60-4360 0 0,-3 5 2189 0 0,5 18-4169 0 0,-13-43 3373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15.6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7 768 0 0,'5'-7'9370'0'0,"-25"113"-4219"0"0,8 5-4165 0 0,-3 27-3906 0 0,15-113 1049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15.9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9 112 252 0 0,'-8'-112'7839'0'0,"10"112"-7875"0"0,0 0 1 0 0,0 0 0 0 0,0 0-1 0 0,0 0 1 0 0,0 1 0 0 0,0-1-1 0 0,0 0 1 0 0,0 1 0 0 0,0 0-1 0 0,0-1 1 0 0,3 3-1 0 0,-5-3 38 0 0,12 5-876 0 0,-1 0-1 0 0,0 0 1 0 0,-1 2 0 0 0,19 12-1 0 0,-9-3-981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16.2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98 188 0 0,'14'-1'8246'0'0,"-14"2"-7996"0"0,4 16 3158 0 0,-11 41-3488 0 0,2-32 997 0 0,5-12-777 0 0,-1 16 125 0 0,-2 0-1 0 0,0-1 0 0 0,-2 1 1 0 0,-12 42-1 0 0,10-65-62 0 0,0-16-146 0 0,1-20 7 0 0,7 8 143 0 0,1 0-1 0 0,0 0 1 0 0,2 1-1 0 0,1-1 1 0 0,0 1 0 0 0,1 0-1 0 0,1 0 1 0 0,1 1 0 0 0,1 0-1 0 0,1 0 1 0 0,0 1-1 0 0,2 0 1 0 0,0 1 0 0 0,0 0-1 0 0,2 1 1 0 0,0 1-1 0 0,20-18 1 0 0,-31 31-155 0 0,-1 0 1 0 0,1 0-1 0 0,-1 1 0 0 0,1-1 1 0 0,0 1-1 0 0,-1-1 1 0 0,1 1-1 0 0,0 0 0 0 0,0 0 1 0 0,0 0-1 0 0,0 1 0 0 0,0-1 1 0 0,0 1-1 0 0,0-1 0 0 0,0 1 1 0 0,0 0-1 0 0,0 0 1 0 0,1 0-1 0 0,-1 1 0 0 0,0-1 1 0 0,0 1-1 0 0,0 0 0 0 0,0 0 1 0 0,0 0-1 0 0,-1 0 0 0 0,1 0 1 0 0,0 0-1 0 0,0 1 1 0 0,-1 0-1 0 0,1-1 0 0 0,-1 1 1 0 0,1 0-1 0 0,-1 0 0 0 0,0 0 1 0 0,0 1-1 0 0,0-1 0 0 0,0 0 1 0 0,0 1-1 0 0,0-1 0 0 0,2 6 1 0 0,1 1-23 0 0,1 0 0 0 0,-2 1 0 0 0,1 0 1 0 0,-1 0-1 0 0,-1 0 0 0 0,0 0 0 0 0,0 1 0 0 0,-1-1 1 0 0,0 1-1 0 0,0 19 0 0 0,-4 3-470 0 0,-2 0-1 0 0,-1 0 1 0 0,-2-1 0 0 0,0 0-1 0 0,-3 0 1 0 0,-23 55 0 0 0,21-62-1289 0 0,0-1 1 0 0,-2 0-1 0 0,-1-1 1 0 0,-1 0-1 0 0,-19 20 0 0 0,1-8-2419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18.3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 62 1052 0 0,'2'-61'17562'0'0,"-13"362"-17024"0"0,-3-79 280 0 0,13-214-716 0 0,-14 144 724 0 0,7-51 2989 0 0,13-141-4681 0 0,0-13-5311 0 0,7 22-3934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18.7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96 900 0 0,'-12'-6'8763'0'0,"12"4"-8364"0"0,3-1-164 0 0,1 0 0 0 0,0 0 1 0 0,0 0-1 0 0,0 1 1 0 0,0-1-1 0 0,1 1 0 0 0,-1 0 1 0 0,1 0-1 0 0,-1 1 0 0 0,9-2 1 0 0,59-13 264 0 0,-50 12-484 0 0,208-22-2741 0 0,-124 17-2576 0 0,-62 3 2408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19.0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96 13489 0 0,'-2'-13'315'0'0,"4"3"110"0"0,41 67 263 0 0,-2 2 1 0 0,-3 2 0 0 0,-2 1 0 0 0,52 129-1 0 0,-83-177-478 0 0,-5-12-124 0 0,0 0 0 0 0,0 0 1 0 0,1-1-1 0 0,-1 1 1 0 0,1 0-1 0 0,-1-1 0 0 0,1 1 1 0 0,0 0-1 0 0,-1-1 0 0 0,1 1 1 0 0,0-1-1 0 0,0 1 1 0 0,0-1-1 0 0,0 1 0 0 0,0-1 1 0 0,1 0-1 0 0,-1 0 0 0 0,0 0 1 0 0,1 1-1 0 0,-1-1 0 0 0,2 1 1 0 0,1-5 12 0 0,0 0 1 0 0,-1 0-1 0 0,0 0 1 0 0,0-1-1 0 0,0 1 1 0 0,0-1-1 0 0,-1 0 1 0 0,1 1-1 0 0,1-6 1 0 0,37-59 306 0 0,12-21-1506 0 0,50-115 1 0 0,-92 176 426 0 0,26-52-1371 0 0,-34 74 1237 0 0,0 1-1 0 0,1-1 1 0 0,0 1 0 0 0,1 0-1 0 0,-1 1 1 0 0,8-7 0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19.4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74 604 0 0,'0'1'234'0'0,"1"0"0"0"0,0 0 1 0 0,-1 0-1 0 0,1 1 0 0 0,-1-1 0 0 0,1 0 0 0 0,-1 0 0 0 0,1 0 1 0 0,-1 1-1 0 0,0-1 0 0 0,1 0 0 0 0,-1 0 0 0 0,0 1 1 0 0,0-1-1 0 0,0 0 0 0 0,0 0 0 0 0,0 1 0 0 0,-1-1 0 0 0,1 0 1 0 0,-1 2-1 0 0,-9 34 3193 0 0,2-13-1900 0 0,3 11-195 0 0,2-1 1 0 0,1 48 0 0 0,13-6-2490 0 0,-9-66 353 0 0,1 0 0 0 0,1 0 1 0 0,0-1-1 0 0,0 1 0 0 0,6 9 0 0 0</inkml:trace>
  <inkml:trace contextRef="#ctx0" brushRef="#br0" timeOffset="1">150 30 1164 0 0,'0'-7'1164'0'0,"-2"-1"920"0"0,2-6 2121 0 0,20 25-5177 0 0,-9-8-304 0 0,-5 5-1381 0 0,0-3 613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19.7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7 648 0 0,'0'0'1808'0'0,"0"30"2530"0"0,-1-20-3994 0 0,0 1-1 0 0,1-1 1 0 0,0 1-1 0 0,1-1 1 0 0,0 0-1 0 0,1 1 1 0 0,3 11 0 0 0,4 35 398 0 0,-8-42-563 0 0,0 1-1 0 0,-1 0 1 0 0,-1 0-1 0 0,-1 0 1 0 0,0-1-1 0 0,-7 25 1 0 0,9-40-169 0 0,0 1 1 0 0,0-1-1 0 0,0 0 0 0 0,0 1 1 0 0,0-1-1 0 0,0 0 0 0 0,0 1 1 0 0,0-1-1 0 0,0 0 0 0 0,0 0 1 0 0,-1 1-1 0 0,1-1 0 0 0,0 0 1 0 0,0 1-1 0 0,0-1 0 0 0,-1 0 0 0 0,1 0 1 0 0,0 1-1 0 0,0-1 0 0 0,-1 0 1 0 0,1 0-1 0 0,0 1 0 0 0,0-1 1 0 0,-1 0-1 0 0,1 0 0 0 0,0 0 1 0 0,-1 0-1 0 0,1 0 0 0 0,0 1 1 0 0,-1-1-1 0 0,1 0 0 0 0,0 0 1 0 0,-1 0-1 0 0,1 0 0 0 0,0 0 1 0 0,-1 0-1 0 0,0 0 0 0 0,-10-11 126 0 0,-6-22 44 0 0,15 24-104 0 0,-1-1 0 0 0,2 1 0 0 0,-1 0-1 0 0,1-1 1 0 0,1 1 0 0 0,0-1 0 0 0,0 1 0 0 0,1-1 0 0 0,0 1 0 0 0,0 0-1 0 0,1-1 1 0 0,0 1 0 0 0,1 0 0 0 0,0 0 0 0 0,1 0 0 0 0,-1 1-1 0 0,2-1 1 0 0,-1 1 0 0 0,1 0 0 0 0,1 0 0 0 0,-1 0 0 0 0,1 1-1 0 0,10-10 1 0 0,-9 11-19 0 0,-1-1 0 0 0,1 2 0 0 0,1-1 0 0 0,-1 1 0 0 0,1 0-1 0 0,0 0 1 0 0,0 1 0 0 0,0 0 0 0 0,1 1 0 0 0,-1 0 0 0 0,1 0 0 0 0,0 0-1 0 0,0 1 1 0 0,0 1 0 0 0,0 0 0 0 0,0 0 0 0 0,0 1 0 0 0,1 0 0 0 0,-1 0-1 0 0,0 1 1 0 0,0 0 0 0 0,0 1 0 0 0,0 0 0 0 0,12 4 0 0 0,-15-4-50 0 0,-1 0 0 0 0,1 1 0 0 0,-1 0 1 0 0,0 0-1 0 0,0 0 0 0 0,0 1 0 0 0,0-1 1 0 0,-1 1-1 0 0,1 0 0 0 0,-1 1 0 0 0,0-1 1 0 0,0 1-1 0 0,0 0 0 0 0,-1-1 0 0 0,0 2 1 0 0,0-1-1 0 0,0 0 0 0 0,0 1 0 0 0,-1-1 1 0 0,0 1-1 0 0,2 10 0 0 0,-2-8-247 0 0,-1 0-1 0 0,0 1 1 0 0,-1-1-1 0 0,0 0 1 0 0,0 1-1 0 0,-2 11 1 0 0,0-10-662 0 0,0-1 0 0 0,0 1 0 0 0,-1 0 0 0 0,-1-1 0 0 0,-5 12 0 0 0,4-11-2333 0 0,2 0 245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20.1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20 764 0 0,'0'-1'167'0'0,"0"0"0"0"0,0 1-1 0 0,-1-1 1 0 0,1 0 0 0 0,0 1-1 0 0,0-1 1 0 0,0 0 0 0 0,1 1 0 0 0,-1-1-1 0 0,0 0 1 0 0,0 0 0 0 0,0 1 0 0 0,0-1-1 0 0,1 1 1 0 0,-1-1 0 0 0,0 0-1 0 0,1 1 1 0 0,-1-1 0 0 0,0 0 0 0 0,1 1-1 0 0,-1-1 1 0 0,1 1 0 0 0,-1-1-1 0 0,1 1 1 0 0,-1-1 0 0 0,1 1 0 0 0,-1 0-1 0 0,1-1 1 0 0,-1 1 0 0 0,1-1 0 0 0,0 1-1 0 0,-1 0 1 0 0,2-1 0 0 0,0 1-48 0 0,0 0 1 0 0,0 1-1 0 0,0-1 0 0 0,-1 0 1 0 0,1 1-1 0 0,0-1 0 0 0,0 1 1 0 0,0 0-1 0 0,-1-1 1 0 0,1 1-1 0 0,0 0 0 0 0,2 2 1 0 0,2 1-12 0 0,0 1 0 0 0,0 0 0 0 0,0 0 1 0 0,0 0-1 0 0,8 11 0 0 0,-10-9-36 0 0,-1 1 0 0 0,1-1 0 0 0,-1 1 0 0 0,-1 0 0 0 0,0 0 0 0 0,0 0 0 0 0,0 0 0 0 0,-1 0 0 0 0,0 0 0 0 0,-1 1 0 0 0,0-1 0 0 0,0 0-1 0 0,0 0 1 0 0,-1 1 0 0 0,-1-1 0 0 0,1 0 0 0 0,-1 0 0 0 0,-1 0 0 0 0,0 0 0 0 0,0-1 0 0 0,0 1 0 0 0,-1-1 0 0 0,-7 12 0 0 0,-4 7 644 0 0,-21 49 1 0 0,35-73-658 0 0,1-1 0 0 0,-1 0 1 0 0,1 0-1 0 0,0 0 1 0 0,-1 1-1 0 0,1-1 0 0 0,0 0 1 0 0,0 0-1 0 0,0 1 0 0 0,0-1 1 0 0,0 0-1 0 0,0 0 0 0 0,0 1 1 0 0,0-1-1 0 0,1 0 0 0 0,-1 0 1 0 0,0 0-1 0 0,1 1 1 0 0,-1-1-1 0 0,1 0 0 0 0,-1 0 1 0 0,1 0-1 0 0,0 0 0 0 0,1 2 1 0 0,0-1-4 0 0,0 0 1 0 0,0-1 0 0 0,0 1 0 0 0,1-1 0 0 0,-1 1 0 0 0,1-1-1 0 0,-1 0 1 0 0,1 0 0 0 0,-1 0 0 0 0,1 0 0 0 0,3 0-1 0 0,11 2-17 0 0,1-1 0 0 0,-1-1 0 0 0,20-1 0 0 0,-20 0-29 0 0,37 1-483 0 0,95 1-1163 0 0,-52-6-5000 0 0,-75 1 3608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20.5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635 0 8 0 0,'0'4'1235'0'0,"-4"69"2790"0"0,-24 129 0 0 0,-1-2-1647 0 0,-31 291 1134 0 0,-131 259-2889 0 0,18-263-3268 0 0,155-442 2152 0 0,-1 7-1411 0 0,-39 74 1 0 0,30-73-1450 0 0,2-9 257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20.9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272 0 716 0 0,'-50'126'2389'0'0,"6"2"-1"0"0,-50 240 0 0 0,61-186-1646 0 0,8 2 0 0 0,9 0-1 0 0,7 208 1 0 0,32 82-1937 0 0,24-11-4068 0 0,-34-369 2793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7:12:21.8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31 1000,'44'-17'6543,"-24"13"-5982,1 0 0,0 1 0,39 1-1,67 7-1801,-95-2 505,21 2-3131,-31-3 1645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7:12:22.2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204 1 11685,'-47'18'116,"4"1"44,11-8-64,9-2-20,3-2 12,6-1 76,2-3 52,3 1-12,5-2 224,49-4-464,6-4-256,33 1-336,54-12-416,-38 8-828,51-5-2028,-6-7 895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24.5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200 28 720 0 0,'18'-28'8900'0'0,"-29"70"-6181"0"0,-33 79 0 0 0,13-38-1348 0 0,-59 202 310 0 0,60-137-4118 0 0,24-105-2188 0 0,0 62 0 0 0,6-94 1010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24.9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95 206 560 0 0,'3'-4'4768'0'0,"-5"13"-1751"0"0,-14 30-409 0 0,-26 55-861 0 0,35-77-1478 0 0,0 2 0 0 0,1-1-1 0 0,1 1 1 0 0,1-1 0 0 0,1 1 0 0 0,0 1 0 0 0,1-1 0 0 0,1 0 0 0 0,1 0 0 0 0,4 29-1 0 0,-3-40-217 0 0,0 0 0 0 0,1 0 0 0 0,1 1 0 0 0,-1-1 0 0 0,1 0 0 0 0,0-1 0 0 0,1 1 0 0 0,0-1 0 0 0,0 1 0 0 0,1-1 0 0 0,8 9 0 0 0,-9-11-55 0 0,1-1 1 0 0,0 1-1 0 0,1-1 0 0 0,-1-1 1 0 0,1 1-1 0 0,-1-1 0 0 0,1 0 1 0 0,0 0-1 0 0,0 0 0 0 0,1-1 1 0 0,-1 0-1 0 0,0-1 0 0 0,1 1 1 0 0,-1-1-1 0 0,1 0 0 0 0,9 0 1 0 0,2-1-24 0 0,0-1 1 0 0,1-1 0 0 0,-1-1-1 0 0,0 0 1 0 0,0-1 0 0 0,0-1-1 0 0,-1-1 1 0 0,1 0 0 0 0,-1-2-1 0 0,-1 0 1 0 0,0 0 0 0 0,0-2-1 0 0,0 0 1 0 0,-1 0-1 0 0,-1-2 1 0 0,0 0 0 0 0,0 0-1 0 0,-1-1 1 0 0,-1-1 0 0 0,0 0-1 0 0,-1-1 1 0 0,15-27 0 0 0,-17 28 16 0 0,-1-1 0 0 0,0 0 1 0 0,-1-1-1 0 0,-1 0 1 0 0,0 0-1 0 0,-1 0 0 0 0,-1-1 1 0 0,0 0-1 0 0,-2 1 1 0 0,0-1-1 0 0,0 0 0 0 0,-2 0 1 0 0,0 0-1 0 0,-1 0 1 0 0,-1 0-1 0 0,0 0 0 0 0,-1 0 1 0 0,-1 0-1 0 0,-1 1 1 0 0,0 0-1 0 0,-1 0 1 0 0,-1 0-1 0 0,0 1 0 0 0,-16-24 1 0 0,18 32-110 0 0,0 1 0 0 0,-1 0 1 0 0,0 0-1 0 0,0 0 0 0 0,0 0 1 0 0,0 1-1 0 0,-1 0 1 0 0,0 1-1 0 0,0-1 0 0 0,0 1 1 0 0,-1 1-1 0 0,0-1 0 0 0,1 1 1 0 0,-1 1-1 0 0,0-1 0 0 0,0 2 1 0 0,-1-1-1 0 0,1 1 0 0 0,0 0 1 0 0,-14 0-1 0 0,14 2-423 0 0,0-1 1 0 0,0 2-1 0 0,0-1 0 0 0,0 1 1 0 0,0 0-1 0 0,0 0 0 0 0,1 1 0 0 0,-1 0 1 0 0,1 1-1 0 0,0 0 0 0 0,0 0 1 0 0,0 0-1 0 0,-10 9 0 0 0,-2 5-2431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25.7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1 991 1036 0 0,'4'-8'8415'0'0,"15"-35"-4967"0"0,2-2-2164 0 0,2 2 0 0 0,2 0 0 0 0,52-67 0 0 0,-15 21-251 0 0,76-118 1020 0 0,-131 196-1786 0 0,-4 11-90 0 0,-7 23-23 0 0,-20 54-175 0 0,18-59 74 0 0,3-10-50 0 0,-8 27 41 0 0,-13 66 0 0 0,22-88-46 0 0,1 0 0 0 0,0 0 0 0 0,2 1 0 0 0,-1-1-1 0 0,1 0 1 0 0,1 0 0 0 0,0 1 0 0 0,7 19 0 0 0,-7-26-27 0 0,0-1 0 0 0,0 1 1 0 0,1 0-1 0 0,0 0 0 0 0,0-1 1 0 0,1 0-1 0 0,0 0 0 0 0,0 0 0 0 0,0 0 1 0 0,1 0-1 0 0,-1-1 0 0 0,2 0 1 0 0,-1 0-1 0 0,0 0 0 0 0,1-1 1 0 0,0 1-1 0 0,0-1 0 0 0,0-1 1 0 0,1 1-1 0 0,-1-1 0 0 0,1 0 0 0 0,-1-1 1 0 0,1 0-1 0 0,0 0 0 0 0,0 0 1 0 0,0-1-1 0 0,1 0 0 0 0,-1 0 1 0 0,0-1-1 0 0,12 0 0 0 0,1 0-56 0 0,-1-1 0 0 0,1 0 0 0 0,-1-2 0 0 0,1 0 0 0 0,-1-1 0 0 0,0-1 0 0 0,0-1 0 0 0,-1-1 0 0 0,0 0 0 0 0,0-2 0 0 0,0 0 0 0 0,-1 0 0 0 0,28-23 0 0 0,-27 17 49 0 0,-1 0 1 0 0,-1-1-1 0 0,0-1 0 0 0,-1 0 0 0 0,-1-1 0 0 0,-1 0 0 0 0,-1-2 0 0 0,0 1 1 0 0,-2-1-1 0 0,0-1 0 0 0,12-36 0 0 0,-4-9 249 0 0,7-19 484 0 0,-26 93-376 0 0,-2 11-313 0 0,2 1 1 0 0,0 36-1 0 0,4-40-112 0 0,0 0 0 0 0,2 0 0 0 0,0 0 0 0 0,0-1-1 0 0,2 1 1 0 0,0-1 0 0 0,0-1 0 0 0,1 0 0 0 0,1 0 0 0 0,1 0 0 0 0,0-1-1 0 0,0 0 1 0 0,2-1 0 0 0,-1 0 0 0 0,1-1 0 0 0,1-1 0 0 0,0 0 0 0 0,23 14-1 0 0,-26-18 5 0 0,0-1 0 0 0,1 1-1 0 0,0-2 1 0 0,-1 1-1 0 0,2-1 1 0 0,-1-1 0 0 0,0 0-1 0 0,1-1 1 0 0,0 0 0 0 0,-1-1-1 0 0,1 0 1 0 0,0-1-1 0 0,0 0 1 0 0,-1 0 0 0 0,1-2-1 0 0,0 1 1 0 0,-1-2 0 0 0,1 1-1 0 0,-1-2 1 0 0,0 1-1 0 0,0-2 1 0 0,0 1 0 0 0,0-2-1 0 0,-1 1 1 0 0,0-1 0 0 0,15-12-1 0 0,-9 4 71 0 0,-1 0-1 0 0,0-1 1 0 0,-1 0-1 0 0,-1-2 1 0 0,0 1-1 0 0,14-28 1 0 0,49-113 818 0 0,-56 109-327 0 0,25-52 2178 0 0,-45 100-2613 0 0,0 0 1 0 0,0-1-1 0 0,0 1 1 0 0,0 0-1 0 0,0 0 0 0 0,0-1 1 0 0,0 1-1 0 0,0 0 0 0 0,0 0 1 0 0,1-1-1 0 0,-1 1 0 0 0,0 0 1 0 0,0 0-1 0 0,0-1 0 0 0,0 1 1 0 0,1 0-1 0 0,-1 0 0 0 0,0 0 1 0 0,0-1-1 0 0,0 1 1 0 0,1 0-1 0 0,-1 0 0 0 0,0 0 1 0 0,0 0-1 0 0,0 0 0 0 0,1 0 1 0 0,-1-1-1 0 0,0 1 0 0 0,0 0 1 0 0,1 0-1 0 0,-1 0 0 0 0,0 0 1 0 0,0 0-1 0 0,1 0 0 0 0,-1 0 1 0 0,0 0-1 0 0,1 0 1 0 0,-1 0-1 0 0,0 0 0 0 0,0 0 1 0 0,1 0-1 0 0,-1 0 0 0 0,9 12 323 0 0,2 18-171 0 0,2 33 227 0 0,8 116 1 0 0,0 6-93 0 0,-15-139-219 0 0,-5-33-28 0 0,0-1 1 0 0,1 0-1 0 0,0 1 1 0 0,0-1-1 0 0,1 0 1 0 0,1-1-1 0 0,0 1 1 0 0,1-1-1 0 0,7 14 0 0 0,-11-24-33 0 0,0 0 0 0 0,-1 0 0 0 0,1-1 0 0 0,0 1 0 0 0,-1 0 0 0 0,1-1 0 0 0,0 1 0 0 0,0-1 0 0 0,0 1-1 0 0,0-1 1 0 0,0 1 0 0 0,0-1 0 0 0,-1 1 0 0 0,1-1 0 0 0,0 0 0 0 0,0 0 0 0 0,0 1 0 0 0,0-1 0 0 0,0 0-1 0 0,0 0 1 0 0,0 0 0 0 0,0 0 0 0 0,0 0 0 0 0,0 0 0 0 0,2-1 0 0 0,28-14 371 0 0,19-31-53 0 0,129-180 389 0 0,-136 168-648 0 0,4-11-258 0 0,66-133 0 0 0,-84 141-1391 0 0,3 3-1 0 0,3 0 1 0 0,69-86-1 0 0,-99 139-3 0 0,0-1-1 0 0,0 1 1 0 0,1 0 0 0 0,-1 0-1 0 0,13-7 1 0 0,6-1-3845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26.1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24 932 0 0,'8'4'1368'0'0,"-2"-4"800"0"0,4 0-1252 0 0,-1-7-1188 0 0,-13-4-2356 0 0,-5 1 1260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45.1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 61 296 0 0,'18'-46'6612'0'0,"-10"32"-351"0"0,-7 18-6183 0 0,0 1-1 0 0,0 0 1 0 0,0-1-1 0 0,0 1 1 0 0,-1 0-1 0 0,0 0 1 0 0,0 0 0 0 0,-1 5-1 0 0,1 21 218 0 0,2 14 149 0 0,-2 1 1 0 0,-3 0-1 0 0,-1 0 0 0 0,-18 79 0 0 0,11-68-22 0 0,2-5-92 0 0,-12 56 996 0 0,6 1 0 0 0,-3 112 0 0 0,21-153-38 0 0,0-1-3126 0 0,-22-83-3108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46.6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181 145 416 0 0,'11'-33'2863'0'0,"2"1"-1"0"0,26-48 929 0 0,-31 115-3103 0 0,-9-5-486 0 0,-1 0-1 0 0,-1-1 0 0 0,-1 1 1 0 0,-2-1-1 0 0,-1 0 0 0 0,-1-1 1 0 0,-2 0-1 0 0,0 0 0 0 0,-2-1 1 0 0,-17 28-1 0 0,5-16 270 0 0,-43 53 0 0 0,11-18 177 0 0,54-72-631 0 0,1-1 0 0 0,0 1 0 0 0,0 0 0 0 0,0-1 1 0 0,0 1-1 0 0,0 0 0 0 0,0-1 0 0 0,0 1 1 0 0,0 0-1 0 0,1 0 0 0 0,-1 0 0 0 0,1 0 0 0 0,0 0 1 0 0,-1 0-1 0 0,1 0 0 0 0,0 0 0 0 0,0 0 0 0 0,0 0 1 0 0,0 0-1 0 0,1 0 0 0 0,-1 0 0 0 0,0 0 0 0 0,1-1 1 0 0,-1 1-1 0 0,2 2 0 0 0,0-1-3 0 0,0-1-1 0 0,0 1 1 0 0,0-1-1 0 0,1 0 1 0 0,-1 0-1 0 0,1 0 1 0 0,-1 0 0 0 0,1 0-1 0 0,0-1 1 0 0,-1 1-1 0 0,1-1 1 0 0,0 0-1 0 0,0 1 1 0 0,4-1 0 0 0,10 4-3 0 0,0-1 0 0 0,0-1 0 0 0,0-1 0 0 0,30 0 0 0 0,-19-2-65 0 0,0-1 0 0 0,0-2 0 0 0,0-1 0 0 0,-1 0 0 0 0,1-2 0 0 0,35-14 0 0 0,-52 16 43 0 0,0 0 1 0 0,-1-1 0 0 0,1 0-1 0 0,-1-1 1 0 0,-1 0 0 0 0,1-1-1 0 0,-1 0 1 0 0,0-1 0 0 0,-1 1-1 0 0,1-2 1 0 0,-2 1 0 0 0,1-1 0 0 0,-1 0-1 0 0,0-1 1 0 0,-1 1 0 0 0,-1-1-1 0 0,1-1 1 0 0,4-12 0 0 0,-2-1 276 0 0,0-1 1 0 0,-2-1-1 0 0,-1 1 1 0 0,-1-1-1 0 0,2-45 0 0 0,-6 70 9 0 0,7 37-7 0 0,4 23-72 0 0,-3 1 0 0 0,-2 0-1 0 0,-3 1 1 0 0,-5 65 0 0 0,-45 256-391 0 0,46-377 127 0 0,0 0-147 0 0,-1 0 0 0 0,1 0 0 0 0,0 0 1 0 0,1 1-1 0 0,-1-1 0 0 0,1 0 0 0 0,0 0 1 0 0,1 1-1 0 0,-1-1 0 0 0,2 7 0 0 0,1-13-375 0 0,0 1 0 0 0,0-1 0 0 0,0 0 0 0 0,0 0-1 0 0,0 0 1 0 0,-1 0 0 0 0,1 0 0 0 0,0-1 0 0 0,-1 1 0 0 0,1-1-1 0 0,-1 0 1 0 0,1 0 0 0 0,-1 0 0 0 0,4-4 0 0 0,8-14-2897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47.0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12 816 0 0,'10'-11'3926'0'0,"-8"20"-1730"0"0,-2 8-1867 0 0,3 64 1615 0 0,-3-50-1537 0 0,2-1 1 0 0,0 1 0 0 0,2 0 0 0 0,1-1 0 0 0,15 45 0 0 0,-10-50-215 0 0,2 0 1 0 0,1-1 0 0 0,15 22-1 0 0,-12-22-35 0 0,-2 0 0 0 0,15 34-1 0 0,-27-53-142 0 0,-1 0-1 0 0,1 0 1 0 0,0 1 0 0 0,-1-1-1 0 0,0 1 1 0 0,-1-1-1 0 0,1 1 1 0 0,-1 0 0 0 0,0-1-1 0 0,-2 12 1 0 0,2-14-37 0 0,-1 0-1 0 0,0 1 1 0 0,0-1-1 0 0,-1 0 1 0 0,1 0 0 0 0,-1 0-1 0 0,1 0 1 0 0,-1 0 0 0 0,0-1-1 0 0,0 1 1 0 0,0 0 0 0 0,-1-1-1 0 0,1 1 1 0 0,0-1 0 0 0,-1 0-1 0 0,0 0 1 0 0,1 0 0 0 0,-7 3-1 0 0,2-1-227 0 0,-40 17-867 0 0,44-21 720 0 0,0 1 1 0 0,0-1-1 0 0,0 0 0 0 0,0 0 1 0 0,0 0-1 0 0,0 0 0 0 0,0 0 1 0 0,0-1-1 0 0,0 1 0 0 0,0-1 0 0 0,0 0 1 0 0,1 0-1 0 0,-1 0 0 0 0,0 0 1 0 0,-4-3-1 0 0,-6-6-2378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47.4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1 338 1080 0 0,'20'-26'1216'0'0,"15"-3"-108"0"0,6 0-100 0 0,1-4-72 0 0,30-4-115 0 0,7 4-153 0 0,5 6-272 0 0,12 1-524 0 0,38-13-1056 0 0,9 10-1285 0 0,-7 0 565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49.2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0 687 276 0 0,'0'0'2340'0'0,"1"-43"3162"0"0,6 20-4918 0 0,2 1-1 0 0,1 0 1 0 0,1 0-1 0 0,1 1 1 0 0,1 0 0 0 0,0 1-1 0 0,2 1 1 0 0,21-23-1 0 0,-11 11-84 0 0,42-66-1 0 0,-54 74-382 0 0,10-17 308 0 0,-2-1 0 0 0,27-73 0 0 0,-41 83 18 0 0,-19 45-222 0 0,-18 50-104 0 0,25-45-101 0 0,0 1 1 0 0,2 0-1 0 0,0-1 1 0 0,1 1-1 0 0,0 0 1 0 0,2 1-1 0 0,3 28 0 0 0,-2-42-16 0 0,0 0 0 0 0,1 1 0 0 0,0-1 0 0 0,0 0 0 0 0,0 0 0 0 0,1 0-1 0 0,0-1 1 0 0,1 1 0 0 0,-1 0 0 0 0,1-1 0 0 0,0 0 0 0 0,1 0-1 0 0,0 0 1 0 0,0-1 0 0 0,0 0 0 0 0,0 1 0 0 0,1-2 0 0 0,0 1 0 0 0,0-1-1 0 0,0 0 1 0 0,0 0 0 0 0,1 0 0 0 0,8 2 0 0 0,-2-1-3 0 0,0-1 0 0 0,0 0 0 0 0,1-1 1 0 0,0 0-1 0 0,0-1 0 0 0,-1-1 0 0 0,1 0 0 0 0,0-1 0 0 0,0 0 1 0 0,15-3-1 0 0,-17 1 6 0 0,1-1 0 0 0,0 0 0 0 0,-1-1 1 0 0,0 0-1 0 0,0-1 0 0 0,0-1 0 0 0,0 0 0 0 0,-1 0 0 0 0,0-1 1 0 0,-1 0-1 0 0,1-1 0 0 0,-1 0 0 0 0,-1-1 0 0 0,0 0 1 0 0,0-1-1 0 0,0 0 0 0 0,7-12 0 0 0,0-5 20 0 0,24-54 0 0 0,-27 53-34 0 0,27-47 0 0 0,-38 76 10 0 0,-1-1 0 0 0,0 0 0 0 0,0 0-1 0 0,0 0 1 0 0,0 1 0 0 0,0-1 0 0 0,0 1 0 0 0,0-1-1 0 0,0 1 1 0 0,-1-1 0 0 0,1 1 0 0 0,0-1 0 0 0,0 1 0 0 0,0 0-1 0 0,0-1 1 0 0,-1 1 0 0 0,1 0 0 0 0,0 0 0 0 0,-1 0-1 0 0,1 0 1 0 0,0-1 0 0 0,-1 1 0 0 0,1 0 0 0 0,-1 0-1 0 0,1 2 1 0 0,19 29-31 0 0,81 190-35 0 0,-95-212-37 0 0,0 1 0 0 0,1-1 1 0 0,1-1-1 0 0,0 1 0 0 0,0-1 1 0 0,1 0-1 0 0,0-1 1 0 0,0 0-1 0 0,1-1 0 0 0,0 0 1 0 0,0 0-1 0 0,16 7 0 0 0,-17-10-64 0 0,0-1-1 0 0,0 0 0 0 0,0 0 0 0 0,0-1 0 0 0,0 0 1 0 0,0 0-1 0 0,1-1 0 0 0,-1-1 0 0 0,1 0 0 0 0,-1 0 1 0 0,0 0-1 0 0,1-1 0 0 0,-1-1 0 0 0,0 0 0 0 0,0 0 1 0 0,1 0-1 0 0,8-5 0 0 0,8-5-35 0 0,0-2 0 0 0,0 0 0 0 0,-1-2 0 0 0,-1 0 0 0 0,0-2 0 0 0,-2-1 0 0 0,0 0 0 0 0,-1-2 0 0 0,-1 0 0 0 0,-1-2 0 0 0,-1 0 0 0 0,-1-1 0 0 0,-1 0 0 0 0,20-42 0 0 0,11-7 2301 0 0,-47 73-2067 0 0,1 0 1 0 0,-1 0 0 0 0,1 0-1 0 0,-1 0 1 0 0,1 1 0 0 0,-1-1-1 0 0,1 0 1 0 0,-1 0 0 0 0,1 0-1 0 0,-1 1 1 0 0,1-1 0 0 0,-1 0-1 0 0,0 1 1 0 0,1-1 0 0 0,-1 0-1 0 0,1 1 1 0 0,-1-1 0 0 0,0 1-1 0 0,1-1 1 0 0,-1 0 0 0 0,0 1-1 0 0,0-1 1 0 0,1 1 0 0 0,-1-1-1 0 0,0 1 1 0 0,0-1 0 0 0,0 1-1 0 0,1-1 1 0 0,-1 1 0 0 0,0-1-1 0 0,0 1 1 0 0,0-1 0 0 0,0 1-1 0 0,0 0 1 0 0,7 22 340 0 0,9 79 946 0 0,-14-74-931 0 0,2 0 0 0 0,1 0 0 0 0,1 0 0 0 0,1-1 0 0 0,13 32 0 0 0,-18-57-303 0 0,-1 1 0 0 0,0-1 1 0 0,0 0-1 0 0,1 0 0 0 0,-1 0 0 0 0,1 0 0 0 0,0 0 1 0 0,0 0-1 0 0,0 0 0 0 0,0 0 0 0 0,0-1 0 0 0,0 1 0 0 0,0-1 1 0 0,0 1-1 0 0,1-1 0 0 0,-1 0 0 0 0,0 0 0 0 0,1 0 0 0 0,2 1 1 0 0,0-2-3 0 0,0 1 1 0 0,0 0-1 0 0,0-1 1 0 0,1 0-1 0 0,-1-1 1 0 0,0 1-1 0 0,0-1 1 0 0,0 0-1 0 0,7-2 1 0 0,9-4 29 0 0,1-2 0 0 0,-2 0 0 0 0,32-20 1 0 0,-40 22-56 0 0,23-13-295 0 0,0-3 0 0 0,-2-1 1 0 0,-1-1-1 0 0,0-1 0 0 0,-2-2 0 0 0,28-34 0 0 0,8-25-3025 0 0,-8-11-3361 0 0,-33 52 2409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2:59.6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77 176 0 0,'0'-1'241'0'0,"1"0"0"0"0,-1 0-1 0 0,1 0 1 0 0,0 0 0 0 0,-1 0 0 0 0,1 0-1 0 0,0 0 1 0 0,-1 0 0 0 0,1 0 0 0 0,0 0-1 0 0,0 0 1 0 0,0 1 0 0 0,0-1 0 0 0,0 0 0 0 0,0 1-1 0 0,0-1 1 0 0,0 0 0 0 0,0 1 0 0 0,0-1-1 0 0,0 1 1 0 0,1 0 0 0 0,-1-1 0 0 0,0 1-1 0 0,0 0 1 0 0,0 0 0 0 0,1 0 0 0 0,-1-1 0 0 0,0 1-1 0 0,0 1 1 0 0,3-1 0 0 0,-1 1-49 0 0,0 1 1 0 0,0-1-1 0 0,-1 1 1 0 0,1-1-1 0 0,0 1 1 0 0,0 0-1 0 0,-1 0 1 0 0,1 1-1 0 0,-1-1 1 0 0,0 0-1 0 0,4 5 1 0 0,4 7 113 0 0,0 0 0 0 0,-1 1 0 0 0,13 29 0 0 0,5 19 611 0 0,-3 2 0 0 0,-2 0 0 0 0,24 132 0 0 0,-45-191-825 0 0,2 16 521 0 0,0 1 0 0 0,2-1-1 0 0,0 1 1 0 0,2-2 0 0 0,9 24 901 0 0,-12-48-1119 0 0,6-6-206 0 0,1 0-1 0 0,-1-1 0 0 0,-1-1 1 0 0,0 0-1 0 0,0 0 1 0 0,-1-1-1 0 0,13-23 0 0 0,41-101 398 0 0,-54 117-504 0 0,32-86 165 0 0,-21 54-277 0 0,1 1 0 0 0,3 0 0 0 0,38-62 0 0 0,-49 94-203 0 0,-4 5-530 0 0,1 0 1 0 0,0 1-1 0 0,1 0 0 0 0,11-10 1 0 0,0 40-2606 0 0,-17-13 2306 0 0,-2 1 0 0 0,1-1 1 0 0,0 1-1 0 0,-1 0 0 0 0,0 0 1 0 0,-1 0-1 0 0,2 8 0 0 0,0 3-2483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00.0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98 1040 0 0,'-10'-9'8938'0'0,"7"33"-7387"0"0,2-20-1455 0 0,-3 38 1112 0 0,1-18-673 0 0,0-1 0 0 0,2 1 0 0 0,1-1 0 0 0,4 40 0 0 0,-3-58-484 0 0,-1-1 0 0 0,1 1 0 0 0,0 0 0 0 0,1-1 0 0 0,-1 0 0 0 0,1 1 0 0 0,0-1 0 0 0,0 0 0 0 0,0 0 0 0 0,1 0 1 0 0,-1 0-1 0 0,1 0 0 0 0,0-1 0 0 0,0 1 0 0 0,0-1 0 0 0,1 0 0 0 0,-1 1 0 0 0,1-2 0 0 0,0 1 0 0 0,0 0 0 0 0,0-1 1 0 0,0 0-1 0 0,0 0 0 0 0,0 0 0 0 0,1 0 0 0 0,-1-1 0 0 0,1 1 0 0 0,-1-1 0 0 0,9 1 0 0 0,-8-2-13 0 0,1 0 1 0 0,-1 0-1 0 0,0 0 0 0 0,1 0 0 0 0,-1-1 1 0 0,1 0-1 0 0,-1 0 0 0 0,0-1 1 0 0,0 1-1 0 0,1-1 0 0 0,-1 0 0 0 0,0-1 1 0 0,-1 1-1 0 0,1-1 0 0 0,0 0 0 0 0,-1 0 1 0 0,1 0-1 0 0,-1-1 0 0 0,0 0 0 0 0,0 1 1 0 0,-1-1-1 0 0,1-1 0 0 0,-1 1 0 0 0,3-5 1 0 0,-1 1 18 0 0,0 0 0 0 0,-1 0 0 0 0,0 0 0 0 0,0-1 0 0 0,-1 1 0 0 0,0-1-1 0 0,-1 0 1 0 0,0 0 0 0 0,0 0 0 0 0,-1 0 0 0 0,0 0 0 0 0,-1 0 0 0 0,0-16 0 0 0,-3 8-46 0 0,0 1-1 0 0,-1-1 0 0 0,0 1 0 0 0,-13-31 0 0 0,14 39-151 0 0,-1 0 1 0 0,0 0-1 0 0,-1 1 1 0 0,0-1-1 0 0,0 1 0 0 0,0 0 1 0 0,-1 0-1 0 0,0 1 0 0 0,0 0 1 0 0,-1 0-1 0 0,-9-7 1 0 0,13 12-73 0 0,0-1 1 0 0,0 1-1 0 0,0-1 1 0 0,0 1-1 0 0,0 0 1 0 0,0 0-1 0 0,-1 0 1 0 0,1 1-1 0 0,0-1 1 0 0,-1 1-1 0 0,1-1 1 0 0,0 1-1 0 0,-1 0 1 0 0,1 1-1 0 0,-4 0 1 0 0,3 0-755 0 0,0 0 1 0 0,0 0-1 0 0,0 0 1 0 0,0 1-1 0 0,1-1 1 0 0,-1 1-1 0 0,-6 4 1 0 0,2 1-2424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00.6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0 504 0 0,'3'15'5801'0'0,"9"-10"-5413"0"0,1 0 0 0 0,0-1 0 0 0,0 0 0 0 0,0-1 0 0 0,1 0 0 0 0,-1-1 0 0 0,1 0 1 0 0,0-1-1 0 0,14-2 0 0 0,13 4-192 0 0,76 1-1366 0 0,-41-6-3657 0 0,-54 2 2358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00.9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157 0 788 0 0,'-39'17'2505'0'0,"0"1"-1"0"0,-35 24 0 0 0,74-42-2445 0 0,0 0 0 0 0,-1 0 0 0 0,1 0 0 0 0,0 1 0 0 0,0-1 0 0 0,-1 0-1 0 0,1 0 1 0 0,0 0 0 0 0,0 0 0 0 0,0 0 0 0 0,-1 0 0 0 0,1 0 0 0 0,0 0-1 0 0,0 1 1 0 0,0-1 0 0 0,0 0 0 0 0,-1 0 0 0 0,1 0 0 0 0,0 0-1 0 0,0 1 1 0 0,0-1 0 0 0,0 0 0 0 0,0 0 0 0 0,0 0 0 0 0,0 1 0 0 0,0-1-1 0 0,-1 0 1 0 0,1 0 0 0 0,0 0 0 0 0,0 1 0 0 0,0-1 0 0 0,0 0 0 0 0,0 0-1 0 0,0 1 1 0 0,0-1 0 0 0,0 0 0 0 0,0 0 0 0 0,0 0 0 0 0,0 1 0 0 0,1-1-1 0 0,-1 0 1 0 0,0 0 0 0 0,0 1 0 0 0,0-1 0 0 0,0 0 0 0 0,13 4 793 0 0,23-3-342 0 0,441-53-1023 0 0,-293 27-5764 0 0,-134 18 3136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06.4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322 32 964 0 0,'10'-32'9210'0'0,"-11"50"-8921"0"0,-4 10 102 0 0,-2 1 1 0 0,0-1-1 0 0,-2 0 1 0 0,-15 30-1 0 0,-55 100 476 0 0,48-106-116 0 0,-67 84-1 0 0,75-106-500 0 0,15-19-144 0 0,3-5-10 0 0,-1 1-1 0 0,1 0 1 0 0,0 1 0 0 0,1-1 0 0 0,0 1 0 0 0,-5 12 0 0 0,8-18-80 0 0,1 0 0 0 0,0 0 1 0 0,0 0-1 0 0,-1 0 0 0 0,1 0 0 0 0,0 0 1 0 0,1 0-1 0 0,-1-1 0 0 0,0 1 0 0 0,0 0 1 0 0,1 0-1 0 0,-1 0 0 0 0,1 0 1 0 0,0 0-1 0 0,0 0 0 0 0,-1-1 0 0 0,1 1 1 0 0,0 0-1 0 0,0-1 0 0 0,1 1 0 0 0,-1 0 1 0 0,0-1-1 0 0,0 0 0 0 0,1 1 0 0 0,-1-1 1 0 0,1 0-1 0 0,-1 0 0 0 0,1 1 1 0 0,0-1-1 0 0,-1 0 0 0 0,1-1 0 0 0,0 1 1 0 0,0 0-1 0 0,3 1 0 0 0,11 3 22 0 0,0 1 0 0 0,0-2 0 0 0,1 0-1 0 0,0-1 1 0 0,-1-1 0 0 0,29 1 0 0 0,104-9-133 0 0,-134 4 80 0 0,-1 0 1 0 0,0 0-1 0 0,0-2 0 0 0,0 0 0 0 0,0 0 0 0 0,0-1 1 0 0,-1-1-1 0 0,0 0 0 0 0,0-1 0 0 0,14-9 1 0 0,-19 9 69 0 0,1 0 1 0 0,-1 0-1 0 0,-1 0 1 0 0,1-1-1 0 0,-1 0 1 0 0,0-1-1 0 0,-1 0 1 0 0,0 0 0 0 0,0 0-1 0 0,-1 0 1 0 0,-1-1-1 0 0,1 0 1 0 0,-1 0-1 0 0,2-12 1 0 0,4-3 407 0 0,1-12 591 0 0,-9 34-748 0 0,0 8-56 0 0,2 8-124 0 0,-4 313 737 0 0,-13-178-778 0 0,-1 18-2065 0 0,13-147 1318 0 0,0-15 303 0 0,1-1-1 0 0,-1 1 1 0 0,1 0 0 0 0,0 0-1 0 0,0-1 1 0 0,0 1 0 0 0,1 0-1 0 0,-1-1 1 0 0,3 8 0 0 0,24-42-11186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06.7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12 504 0 0,'1'-1'325'0'0,"0"0"-1"0"0,1 0 1 0 0,-1 0 0 0 0,1 0 0 0 0,-1 0-1 0 0,1 0 1 0 0,-1 0 0 0 0,1 0-1 0 0,0 1 1 0 0,-1-1 0 0 0,1 1-1 0 0,0-1 1 0 0,0 1 0 0 0,-1 0 0 0 0,1-1-1 0 0,0 1 1 0 0,0 0 0 0 0,-1 0-1 0 0,1 0 1 0 0,3 1 0 0 0,-4 1-142 0 0,1-1 0 0 0,-1 1 0 0 0,0 0 0 0 0,1 0 0 0 0,-1 0 0 0 0,0 0 0 0 0,0 0 0 0 0,-1 0 0 0 0,1 0 0 0 0,0 0 0 0 0,-1 1 0 0 0,1-1 0 0 0,-1 0 0 0 0,0 0 0 0 0,1 1 0 0 0,-1-1 0 0 0,0 0 0 0 0,-1 3 0 0 0,1 30 1000 0 0,-1-1 0 0 0,-6 36 1 0 0,-3 44 1018 0 0,8-80-1458 0 0,0-29-552 0 0,1 1 1 0 0,1 0-1 0 0,-1-1 0 0 0,1 1 1 0 0,0 0-1 0 0,0-1 0 0 0,0 1 1 0 0,1-1-1 0 0,0 1 0 0 0,0 0 1 0 0,1-1-1 0 0,2 7 0 0 0,-2-11-126 0 0,0 0 0 0 0,0 0 0 0 0,1-1 0 0 0,-1 1 0 0 0,0-1 0 0 0,0 1 0 0 0,1-1-1 0 0,-1 0 1 0 0,0 0 0 0 0,1 0 0 0 0,-1 0 0 0 0,0 0 0 0 0,1-1 0 0 0,-1 1-1 0 0,0-1 1 0 0,1 1 0 0 0,-1-1 0 0 0,3-1 0 0 0,4 0 61 0 0,2 0-68 0 0,0 1 1 0 0,1 1-1 0 0,-1 0 1 0 0,0 0-1 0 0,1 1 1 0 0,-1 0-1 0 0,0 1 1 0 0,0 0-1 0 0,0 1 1 0 0,0 1 0 0 0,14 6-1 0 0,-18-8-107 0 0,-1 1 0 0 0,1 1 0 0 0,-1-1-1 0 0,0 1 1 0 0,0 0 0 0 0,-1 0 0 0 0,1 1 0 0 0,-1-1-1 0 0,0 1 1 0 0,0 1 0 0 0,-1-1 0 0 0,1 1 0 0 0,-1-1-1 0 0,0 1 1 0 0,-1 0 0 0 0,1 1 0 0 0,-1-1 0 0 0,-1 1-1 0 0,4 9 1 0 0,-5-12-114 0 0,0 1 0 0 0,-1-1 0 0 0,1 0 0 0 0,-1 0 0 0 0,0 1 0 0 0,0-1-1 0 0,-1 0 1 0 0,1 0 0 0 0,-1 0 0 0 0,0 1 0 0 0,0-1 0 0 0,0 0 0 0 0,-1 0 0 0 0,1 0 0 0 0,-1 0-1 0 0,0-1 1 0 0,0 1 0 0 0,0 0 0 0 0,-1-1 0 0 0,1 1 0 0 0,-1-1 0 0 0,-5 5 0 0 0,2-3-651 0 0,0-1 1 0 0,0 0 0 0 0,0 0 0 0 0,0 0 0 0 0,0 0-1 0 0,-1-1 1 0 0,0 0 0 0 0,0-1 0 0 0,0 0 0 0 0,0 0-1 0 0,0 0 1 0 0,-12 1 0 0 0,-9 0-2922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07.1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1 174 808 0 0,'7'-9'686'0'0,"1"0"0"0"0,1 0 0 0 0,0 0-1 0 0,0 1 1 0 0,0 0 0 0 0,1 1 0 0 0,0 0 0 0 0,1 0 0 0 0,21-9-1 0 0,9-1 1123 0 0,53-17 0 0 0,-63 25-1561 0 0,0 2 1 0 0,0 1-1 0 0,1 1 0 0 0,-1 1 1 0 0,48 1-1 0 0,-49 5-2071 0 0,0 0 0 0 0,-1 2 0 0 0,35 8 1 0 0,-30-2-1256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07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25 1992 0 0,'5'1'19551'0'0,"5"-16"-19477"0"0,3 4-1503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09.1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490 102 220 0 0,'-4'-40'5733'0'0,"0"35"-5504"0"0,-1 0 1 0 0,1 1 0 0 0,-1-1 0 0 0,0 1 0 0 0,-1 0 0 0 0,1 0 0 0 0,0 1 0 0 0,-1-1 0 0 0,0 1 0 0 0,0 0 0 0 0,0 1 0 0 0,0 0 0 0 0,-1 0 0 0 0,1 0-1 0 0,0 0 1 0 0,-14 0 0 0 0,-1-1 0 0 0,-1 1 0 0 0,0 1 1 0 0,-39 4-1 0 0,34 0 13 0 0,0 1 0 0 0,0 1 0 0 0,-33 11 1 0 0,53-14-186 0 0,0 0 0 0 0,0 1 1 0 0,1 0-1 0 0,-1 0 1 0 0,1 0-1 0 0,0 1 0 0 0,-1 0 1 0 0,2 1-1 0 0,-1-1 0 0 0,0 1 1 0 0,1 0-1 0 0,0 0 0 0 0,0 1 1 0 0,1 0-1 0 0,-1-1 0 0 0,1 1 1 0 0,-4 9-1 0 0,7-10-30 0 0,0-1-1 0 0,0 1 1 0 0,0 0-1 0 0,1-1 0 0 0,0 1 1 0 0,0 0-1 0 0,0-1 1 0 0,0 1-1 0 0,1 0 1 0 0,-1-1-1 0 0,1 1 1 0 0,1-1-1 0 0,-1 1 1 0 0,1-1-1 0 0,-1 1 1 0 0,1-1-1 0 0,0 0 0 0 0,1 0 1 0 0,-1 0-1 0 0,1 0 1 0 0,0 0-1 0 0,5 5 1 0 0,5 6 34 0 0,1 0-1 0 0,0-1 1 0 0,31 22 0 0 0,46 26 74 0 0,-56-40-156 0 0,0 2 1 0 0,-1 2-1 0 0,57 56 0 0 0,-86-77 1 0 0,-1 0-1 0 0,-1 0 0 0 0,1 0 1 0 0,-1 1-1 0 0,1-1 0 0 0,-2 1 1 0 0,1-1-1 0 0,-1 1 1 0 0,1 0-1 0 0,-2 0 0 0 0,1 0 1 0 0,-1 1-1 0 0,0-1 0 0 0,0 0 1 0 0,0 0-1 0 0,-1 13 0 0 0,-1-15 15 0 0,0 1-1 0 0,0-1 1 0 0,0 0-1 0 0,-1 1 1 0 0,1-1-1 0 0,-1 0 1 0 0,0 0-1 0 0,0 0 1 0 0,-1 0-1 0 0,1-1 1 0 0,-1 1-1 0 0,0-1 1 0 0,0 1-1 0 0,0-1 1 0 0,0 0-1 0 0,0 0 1 0 0,-1 0-1 0 0,1-1 1 0 0,-1 1-1 0 0,0-1 1 0 0,0 0-1 0 0,0 0 1 0 0,0 0-1 0 0,-7 2 1 0 0,3-1 61 0 0,-1 0 0 0 0,1-1 0 0 0,-1 0 1 0 0,0 0-1 0 0,1-1 0 0 0,-1 0 0 0 0,0 0 0 0 0,0-1 1 0 0,0-1-1 0 0,0 1 0 0 0,0-1 0 0 0,-11-3 0 0 0,16 2-3 0 0,0 1-1 0 0,0-1 1 0 0,0 0-1 0 0,1 0 1 0 0,-1 0 0 0 0,0-1-1 0 0,1 1 1 0 0,-1-1-1 0 0,1 0 1 0 0,0 0-1 0 0,0 0 1 0 0,0 0-1 0 0,0-1 1 0 0,1 1-1 0 0,0-1 1 0 0,-1 0-1 0 0,1 1 1 0 0,0-1 0 0 0,1 0-1 0 0,-1 0 1 0 0,1 0-1 0 0,0-1 1 0 0,0 1-1 0 0,0 0 1 0 0,0 0-1 0 0,1-1 1 0 0,-1-7-1 0 0,2-6 33 0 0,0 0-1 0 0,1 0 0 0 0,0 0 0 0 0,2 1 0 0 0,0-1 0 0 0,1 1 0 0 0,1 0 0 0 0,0 0 0 0 0,1 0 0 0 0,10-15 0 0 0,3-4 17 0 0,1 2 0 0 0,2 0 0 0 0,38-42 0 0 0,-36 49-117 0 0,1 1-1 0 0,1 1 1 0 0,49-34 0 0 0,-61 48-324 0 0,1 1-1 0 0,1 0 0 0 0,0 2 0 0 0,0 0 0 0 0,0 0 0 0 0,1 2 0 0 0,0 0 0 0 0,34-5 0 0 0,-47 10-26 0 0,1 1 1 0 0,0 0-1 0 0,-1 0 0 0 0,1 0 0 0 0,0 1 0 0 0,7 1 0 0 0,16 9-4879 0 0,-15-3 1953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10.1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54 1400 0 0,'-9'-45'10540'0'0,"20"92"-9691"0"0,-2 1 1 0 0,4 76-1 0 0,-12-102-787 0 0,-1 0 0 0 0,-1-1-1 0 0,-1 1 1 0 0,-1 0-1 0 0,-1-1 1 0 0,-1 0 0 0 0,-1 0-1 0 0,-12 29 1 0 0,18-49-49 0 0,-1 0 1 0 0,1 0 0 0 0,0 0-1 0 0,-1 0 1 0 0,1 0 0 0 0,0 0-1 0 0,-1 0 1 0 0,0 0 0 0 0,1 0-1 0 0,-1 0 1 0 0,0 0 0 0 0,1 0-1 0 0,-1 0 1 0 0,0 0-1 0 0,0 0 1 0 0,0-1 0 0 0,1 1-1 0 0,-1 0 1 0 0,0-1 0 0 0,0 1-1 0 0,0 0 1 0 0,0-1 0 0 0,-3 1-1 0 0,4-1 0 0 0,-1-1-1 0 0,0 1 1 0 0,0-1-1 0 0,0 0 1 0 0,1 1-1 0 0,-1-1 0 0 0,0 0 1 0 0,0 0-1 0 0,1 1 1 0 0,-1-1-1 0 0,1 0 1 0 0,-1 0-1 0 0,1 0 0 0 0,-1 0 1 0 0,1 0-1 0 0,-1 0 1 0 0,1 0-1 0 0,0 0 1 0 0,0 0-1 0 0,-1-1 1 0 0,-1-7 51 0 0,0-1 0 0 0,1 1 0 0 0,0-1 0 0 0,0-15 0 0 0,4-19 165 0 0,3 0 0 0 0,19-74 0 0 0,-22 106-180 0 0,1-1 1 0 0,0 1 0 0 0,1 0 0 0 0,1 0 0 0 0,0 1-1 0 0,0-1 1 0 0,1 1 0 0 0,0 1 0 0 0,1-1-1 0 0,0 1 1 0 0,1 1 0 0 0,0 0 0 0 0,21-17 0 0 0,-27 24-59 0 0,1 1 0 0 0,0-1 1 0 0,0 0-1 0 0,0 1 1 0 0,0 0-1 0 0,0 0 1 0 0,0 0-1 0 0,0 0 1 0 0,0 0-1 0 0,0 1 1 0 0,0 0-1 0 0,1 0 0 0 0,-1 0 1 0 0,0 1-1 0 0,0-1 1 0 0,0 1-1 0 0,0 0 1 0 0,0 0-1 0 0,0 0 1 0 0,0 1-1 0 0,0-1 0 0 0,0 1 1 0 0,0 0-1 0 0,-1 0 1 0 0,1 1-1 0 0,-1-1 1 0 0,1 1-1 0 0,-1-1 1 0 0,3 4-1 0 0,4 4-49 0 0,0 0 0 0 0,0 0-1 0 0,-1 1 1 0 0,0 0 0 0 0,-1 0-1 0 0,-1 1 1 0 0,9 18 0 0 0,-6-10-63 0 0,-2 2 0 0 0,0-1 0 0 0,-1 1 0 0 0,4 29 0 0 0,-9-38 53 0 0,0-1 1 0 0,-1 1-1 0 0,-1 0 0 0 0,0-1 1 0 0,-1 1-1 0 0,0 0 0 0 0,-1-1 1 0 0,0 1-1 0 0,-5 14 0 0 0,6-24 60 0 0,0 0-1 0 0,0 0 0 0 0,0 0 0 0 0,0 0 0 0 0,-1-1 0 0 0,1 1 0 0 0,-1 0 1 0 0,1-1-1 0 0,-4 4 0 0 0,5-6 16 0 0,-1 0 0 0 0,0 0 0 0 0,1 0 0 0 0,-1 0 0 0 0,0 0 1 0 0,1 0-1 0 0,-1 0 0 0 0,0 0 0 0 0,0 0 0 0 0,1 0 0 0 0,-1 0 0 0 0,0 0 0 0 0,1 0 0 0 0,-1-1 0 0 0,1 1 1 0 0,-1 0-1 0 0,0 0 0 0 0,1-1 0 0 0,-1 1 0 0 0,1 0 0 0 0,-1-1 0 0 0,0 1 0 0 0,1-1 0 0 0,-1 1 0 0 0,1-1 1 0 0,-1 1-1 0 0,1-1 0 0 0,0 1 0 0 0,-1-1 0 0 0,1 1 0 0 0,0-1 0 0 0,-1 0 0 0 0,1 1 0 0 0,0-1 0 0 0,-1 1 1 0 0,1-1-1 0 0,0 0 0 0 0,0 1 0 0 0,0-1 0 0 0,0 0 0 0 0,-2-4 35 0 0,0-1 0 0 0,0 1 0 0 0,1 0 0 0 0,0 0 0 0 0,0-1 0 0 0,0 1 0 0 0,1-1 0 0 0,-1 1 0 0 0,1 0 0 0 0,1-8 0 0 0,9-51 233 0 0,-4 31-125 0 0,2 1 0 0 0,2 1-1 0 0,14-36 1 0 0,-21 59-121 0 0,1 0 0 0 0,0 0 0 0 0,0 0 0 0 0,1 1 1 0 0,0-1-1 0 0,0 1 0 0 0,0 0 0 0 0,1 1 1 0 0,0-1-1 0 0,1 1 0 0 0,-1 1 0 0 0,1-1 0 0 0,0 1 1 0 0,1 0-1 0 0,-1 0 0 0 0,17-6 0 0 0,-20 10-29 0 0,0 0-1 0 0,0 0 1 0 0,1 1 0 0 0,-1 0-1 0 0,0 0 1 0 0,0 0-1 0 0,1 0 1 0 0,-1 1 0 0 0,0 0-1 0 0,0 0 1 0 0,1 0-1 0 0,-1 0 1 0 0,0 1-1 0 0,0-1 1 0 0,-1 1 0 0 0,1 0-1 0 0,0 0 1 0 0,0 0-1 0 0,-1 1 1 0 0,0 0 0 0 0,1-1-1 0 0,-1 1 1 0 0,0 0-1 0 0,0 0 1 0 0,0 1-1 0 0,-1-1 1 0 0,4 6 0 0 0,6 9-27 0 0,0 1 0 0 0,-2-1 1 0 0,16 39-1 0 0,-20-43-51 0 0,-2 1 1 0 0,1 0-1 0 0,-2 0 0 0 0,0 0 0 0 0,0 0 0 0 0,-2 1 0 0 0,0-1 0 0 0,-1 1 0 0 0,0-1 1 0 0,-1 1-1 0 0,-1-1 0 0 0,0 1 0 0 0,-10 29 0 0 0,12-44 84 0 0,0 0-1 0 0,0-1 1 0 0,0 1-1 0 0,-1 0 1 0 0,1 0-1 0 0,0 0 1 0 0,-1 0 0 0 0,1 0-1 0 0,-1 0 1 0 0,1-1-1 0 0,-1 1 1 0 0,1 0-1 0 0,-1 0 1 0 0,0-1-1 0 0,1 1 1 0 0,-1 0 0 0 0,0-1-1 0 0,0 1 1 0 0,1-1-1 0 0,-1 1 1 0 0,0-1-1 0 0,-1 1 1 0 0,1-1 1 0 0,1 0-1 0 0,-1 0 1 0 0,0-1 0 0 0,1 1 0 0 0,-1 0 0 0 0,1-1-1 0 0,-1 1 1 0 0,0 0 0 0 0,1-1 0 0 0,-1 1 0 0 0,1-1-1 0 0,-1 1 1 0 0,1-1 0 0 0,-1 1 0 0 0,1-1-1 0 0,-1 1 1 0 0,1-1 0 0 0,0 0 0 0 0,-1 1 0 0 0,1-1-1 0 0,0 1 1 0 0,-1-2 0 0 0,-1-3 47 0 0,0 0 0 0 0,0-1 0 0 0,1 1 0 0 0,-1-1 0 0 0,1 1 0 0 0,-1-12 0 0 0,2-16 289 0 0,8-61 1 0 0,-6 82-294 0 0,1 0 1 0 0,0 1-1 0 0,0-1 1 0 0,1 1-1 0 0,1 0 1 0 0,-1 0-1 0 0,2 1 0 0 0,11-19 1 0 0,-14 26-35 0 0,0-1-1 0 0,0 1 1 0 0,0 0-1 0 0,0-1 1 0 0,0 2-1 0 0,1-1 1 0 0,-1 0 0 0 0,1 1-1 0 0,0-1 1 0 0,0 1-1 0 0,0 0 1 0 0,7-2-1 0 0,-6 2-12 0 0,1 1 0 0 0,-1 1 0 0 0,1-1-1 0 0,-1 1 1 0 0,1 0 0 0 0,-1 0-1 0 0,1 0 1 0 0,-1 1 0 0 0,1 0 0 0 0,-1 0-1 0 0,1 0 1 0 0,-1 1 0 0 0,0 0-1 0 0,8 3 1 0 0,-2 1-11 0 0,1 1 1 0 0,-1-1-1 0 0,0 1 0 0 0,-1 1 1 0 0,16 15-1 0 0,13 21 56 0 0,-32-32-102 0 0,1 1 0 0 0,-2 0 0 0 0,0 0 0 0 0,0 0 0 0 0,-1 1 0 0 0,-1 0 0 0 0,0 0 0 0 0,-1 0 0 0 0,1 18 0 0 0,-2-18-554 0 0,-2 0 1 0 0,0 0-1 0 0,0-1 1 0 0,-4 15-1 0 0,3-18-915 0 0,-1 0-1 0 0,-1-1 1 0 0,0 1-1 0 0,-1 0 1 0 0,-8 16-1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10.4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1 173 808 0 0,'5'7'5665'0'0,"18"26"-3707"0"0,-6 28-31 0 0,38 159 1875 0 0,-32-112-1240 0 0,-23-108-2503 0 0,0 1 0 0 0,1-1 1 0 0,-1 1-1 0 0,0-1 0 0 0,0 1 1 0 0,1-1-1 0 0,-1 1 1 0 0,0-1-1 0 0,1 1 0 0 0,-1-1 1 0 0,1 1-1 0 0,-1-1 0 0 0,1 0 1 0 0,-1 1-1 0 0,0-1 1 0 0,1 0-1 0 0,-1 0 0 0 0,1 1 1 0 0,0-1-1 0 0,-1 0 0 0 0,1 0 1 0 0,-1 0-1 0 0,1 1 1 0 0,-1-1-1 0 0,1 0 0 0 0,-1 0 1 0 0,1 0-1 0 0,0 0 0 0 0,-1 0 1 0 0,1 0-1 0 0,-1 0 1 0 0,1 0-1 0 0,-1-1 0 0 0,1 1 1 0 0,0 0-1 0 0,-1 0 0 0 0,1 0 1 0 0,-1-1-1 0 0,1 1 1 0 0,-1 0-1 0 0,1 0 0 0 0,-1-1 1 0 0,1 0-1 0 0,22-15 492 0 0,25-34 35 0 0,-3-1-1 0 0,-2-2 0 0 0,39-65 1 0 0,95-183-2175 0 0,-176 298 1542 0 0,4-12-1242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15.4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0 266 10609 0 0,'0'-6'132'0'0,"0"0"0"0"0,1 0 1 0 0,0 1-1 0 0,-1-1 0 0 0,5-11 0 0 0,-5 16-97 0 0,1 0-1 0 0,-1-1 1 0 0,1 1-1 0 0,-1 0 1 0 0,1 0-1 0 0,0-1 0 0 0,-1 1 1 0 0,1 0-1 0 0,0 0 1 0 0,0 0-1 0 0,0 0 1 0 0,0 0-1 0 0,0 0 0 0 0,0 0 1 0 0,0 0-1 0 0,0 1 1 0 0,0-1-1 0 0,1 0 1 0 0,-1 1-1 0 0,0-1 0 0 0,0 0 1 0 0,1 1-1 0 0,-1 0 1 0 0,0-1-1 0 0,1 1 1 0 0,-1 0-1 0 0,3-1 0 0 0,-2 2 6 0 0,-1-1 0 0 0,1 1 0 0 0,0 0 0 0 0,0-1 0 0 0,-1 1 0 0 0,1 0-1 0 0,0 0 1 0 0,-1 0 0 0 0,1 0 0 0 0,-1 0 0 0 0,1 1 0 0 0,-1-1-1 0 0,0 0 1 0 0,0 1 0 0 0,1-1 0 0 0,-1 0 0 0 0,0 1 0 0 0,0 0 0 0 0,1 1-1 0 0,16 32 355 0 0,-17-33-360 0 0,19 52 807 0 0,27 106 0 0 0,-8-18 132 0 0,-39-141-930 0 0,0-1 0 0 0,0 1 0 0 0,0 0 0 0 0,0 0 0 0 0,0-1 0 0 0,1 1 0 0 0,-1 0 0 0 0,0 0 0 0 0,0-1 0 0 0,1 1 0 0 0,-1 0 0 0 0,0 0 0 0 0,1-1 0 0 0,-1 1 0 0 0,1 0 0 0 0,-1-1 0 0 0,1 1 0 0 0,-1-1 0 0 0,1 1-1 0 0,-1-1 1 0 0,1 1 0 0 0,0-1 0 0 0,-1 1 0 0 0,1-1 0 0 0,0 1 0 0 0,-1-1 0 0 0,1 0 0 0 0,0 1 0 0 0,-1-1 0 0 0,1 0 0 0 0,0 0 0 0 0,0 1 0 0 0,-1-1 0 0 0,1 0 0 0 0,0 0 0 0 0,0 0 0 0 0,0 0 0 0 0,-1 0 0 0 0,1 0 0 0 0,0 0 0 0 0,0 0 0 0 0,-1-1 0 0 0,1 1 0 0 0,0 0 0 0 0,0 0 0 0 0,-1-1 0 0 0,1 1 0 0 0,0 0 0 0 0,0-1 0 0 0,-1 1-1 0 0,1-1 1 0 0,-1 1 0 0 0,1-1 0 0 0,0 1 0 0 0,-1-1 0 0 0,1 1 0 0 0,-1-1 0 0 0,1 1 0 0 0,-1-1 0 0 0,1 0 0 0 0,-1 1 0 0 0,0-1 0 0 0,1 0 0 0 0,-1-1 0 0 0,36-60 216 0 0,-29 49-29 0 0,12-30 34 0 0,20-60 0 0 0,-7 15-87 0 0,23-85-402 0 0,-3 42-1998 0 0,-52 131 2151 0 0,0-1-1 0 0,0 1 1 0 0,0 0 0 0 0,0 0 0 0 0,1-1-1 0 0,-1 1 1 0 0,0 0 0 0 0,0 0 0 0 0,0-1-1 0 0,0 1 1 0 0,0 0 0 0 0,1 0 0 0 0,-1-1-1 0 0,0 1 1 0 0,0 0 0 0 0,0 0 0 0 0,1 0 0 0 0,-1 0-1 0 0,0-1 1 0 0,0 1 0 0 0,1 0 0 0 0,-1 0-1 0 0,0 0 1 0 0,1 0 0 0 0,-1 0 0 0 0,0 0-1 0 0,0 0 1 0 0,1 0 0 0 0,-1-1 0 0 0,0 1-1 0 0,1 0 1 0 0,-1 0 0 0 0,0 0 0 0 0,0 0-1 0 0,1 1 1 0 0,-1-1 0 0 0,0 0 0 0 0,1 0-1 0 0,-1 0 1 0 0,0 0 0 0 0,0 0 0 0 0,1 0-1 0 0,-1 0 1 0 0,0 0 0 0 0,0 1 0 0 0,1-1-1 0 0,-1 0 1 0 0,0 1 0 0 0,13 17-1636 0 0,4 24-1620 0 0,-11-21-156 0 0,2 5 263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15.7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135 277 11677 0 0,'0'0'401'0'0,"6"-9"555"0"0,-20 20-669 0 0,0 0 1 0 0,1 0 0 0 0,0 2-1 0 0,1 0 1 0 0,0 0 0 0 0,-11 17-1 0 0,18-23-196 0 0,1-1 0 0 0,0 1-1 0 0,0 0 1 0 0,0 0 0 0 0,1 0-1 0 0,0 1 1 0 0,0-1-1 0 0,0 1 1 0 0,1-1 0 0 0,1 1-1 0 0,-1 0 1 0 0,1 0 0 0 0,1 0-1 0 0,-1 0 1 0 0,1 0 0 0 0,1 9-1 0 0,1-12-52 0 0,-1 0 0 0 0,1 0 1 0 0,-1 0-1 0 0,1-1 0 0 0,1 1 0 0 0,-1-1 0 0 0,1 1 0 0 0,-1-1 0 0 0,1 0 1 0 0,0 0-1 0 0,1 0 0 0 0,-1 0 0 0 0,1 0 0 0 0,0-1 0 0 0,7 6 0 0 0,-4-5-32 0 0,0 0 0 0 0,1 0 0 0 0,-1-1-1 0 0,1 0 1 0 0,-1 0 0 0 0,1-1-1 0 0,0 0 1 0 0,0-1 0 0 0,11 2 0 0 0,-6-2-66 0 0,1-1 0 0 0,0 0 0 0 0,0 0 0 0 0,-1-2 0 0 0,1 0 0 0 0,-1 0 0 0 0,1-1 0 0 0,-1-1 1 0 0,0 0-1 0 0,0-1 0 0 0,16-8 0 0 0,-21 9 33 0 0,-1-1-1 0 0,-1 1 1 0 0,1-1 0 0 0,-1-1 0 0 0,0 1 0 0 0,0-1-1 0 0,0 0 1 0 0,-1 0 0 0 0,0-1 0 0 0,0 1 0 0 0,0-1-1 0 0,-1 0 1 0 0,0-1 0 0 0,-1 1 0 0 0,0-1-1 0 0,4-10 1 0 0,-5 7-11 0 0,0 0 1 0 0,-1 0-1 0 0,0 0 0 0 0,0-1 0 0 0,-1 1 0 0 0,-1 0 1 0 0,0-1-1 0 0,-1 1 0 0 0,0 0 0 0 0,-6-19 1 0 0,0 8-110 0 0,0-1 0 0 0,-2 2 0 0 0,-1-1 0 0 0,0 2 1 0 0,-2-1-1 0 0,0 2 0 0 0,-2 0 0 0 0,0 0 1 0 0,0 1-1 0 0,-28-22 0 0 0,12 10-424 0 0,-1 0-1498 0 0,11 17-4316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16.1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 12669 0 0,'0'1'130'0'0,"0"-1"0"0"0,1 1 1 0 0,-1-1-1 0 0,1 1 0 0 0,-1-1 0 0 0,0 0 0 0 0,1 1 0 0 0,-1-1 1 0 0,1 1-1 0 0,0-1 0 0 0,-1 0 0 0 0,1 0 0 0 0,-1 1 0 0 0,1-1 1 0 0,-1 0-1 0 0,1 0 0 0 0,0 0 0 0 0,-1 1 0 0 0,1-1 0 0 0,0 0 0 0 0,-1 0 1 0 0,1 0-1 0 0,0 0 0 0 0,32-8 311 0 0,-7 2-376 0 0,144 12-2734 0 0,-66 0-4702 0 0,-71-7 3848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16.4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28 652 0 0,'-20'4'1324'0'0,"6"-1"-44"0"0,5-1-68 0 0,-3-2-67 0 0,0 6 3467 0 0,49-14-4496 0 0,-7 6-256 0 0,13-3-284 0 0,6 1-288 0 0,-8-7-800 0 0,6 6-1637 0 0,-7-3 725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16.9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195 94 10469 0 0,'19'-21'412'0'0,"0"-2"0"0"0,16-26 0 0 0,-54 122 408 0 0,-31 59-445 0 0,20-48-226 0 0,-80 157 1 0 0,53-140-214 0 0,57-101 64 0 0,-1 1 1 0 0,1-1 0 0 0,0 1 0 0 0,0 0 0 0 0,0-1 0 0 0,-1 1 0 0 0,1 0 0 0 0,0 0 0 0 0,0-1 0 0 0,0 1 0 0 0,0 0 0 0 0,0-1-1 0 0,1 1 1 0 0,-1 0 0 0 0,0-1 0 0 0,0 1 0 0 0,0 0 0 0 0,1-1 0 0 0,-1 1 0 0 0,0 0 0 0 0,0-1 0 0 0,1 1 0 0 0,-1-1 0 0 0,1 1-1 0 0,-1-1 1 0 0,1 1 0 0 0,-1-1 0 0 0,1 1 0 0 0,-1-1 0 0 0,1 1 0 0 0,-1-1 0 0 0,1 1 0 0 0,-1-1 0 0 0,1 0 0 0 0,0 1 0 0 0,-1-1-1 0 0,1 0 1 0 0,-1 0 0 0 0,1 1 0 0 0,0-1 0 0 0,-1 0 0 0 0,1 0 0 0 0,0 0 0 0 0,0 0 0 0 0,-1 0 0 0 0,2 0 0 0 0,35 3 13 0 0,-33-3 1 0 0,34 0-72 0 0,0-2 1 0 0,0-1-1 0 0,0-3 1 0 0,-1-1-1 0 0,1-1 1 0 0,63-24-1 0 0,-91 28 73 0 0,0 0 0 0 0,-1-1 0 0 0,1 0 0 0 0,-1-1 0 0 0,0 0-1 0 0,-1 0 1 0 0,1-1 0 0 0,-1 0 0 0 0,-1 0 0 0 0,14-17 0 0 0,-11 10 297 0 0,0-1 1 0 0,-1-1-1 0 0,-1 0 1 0 0,-1 0-1 0 0,10-30 1 0 0,-8 28 1120 0 0,-11 38-1012 0 0,-11 52-427 0 0,11-66 126 0 0,-18 157 115 0 0,-23 100-3024 0 0,34-196 712 0 0,9-63 1387 0 0,-1 0 0 0 0,1-1 0 0 0,1 1 1 0 0,-1-1-1 0 0,0 1 0 0 0,1 0 0 0 0,0-1 0 0 0,0 1 0 0 0,1 3 0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17.3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143 279 548 0 0,'0'0'142'0'0,"1"-1"1"0"0,-1 1-1 0 0,0 0 1 0 0,3-2 854 0 0,-3 2-855 0 0,0-1 1 0 0,0 1-1 0 0,1 0 1 0 0,-1-1-1 0 0,0 1 1 0 0,0-1-1 0 0,0 1 1 0 0,1 0-1 0 0,-1-1 0 0 0,0 1 1 0 0,0-1-1 0 0,0 1 1 0 0,0-1-1 0 0,0 1 1 0 0,0 0-1 0 0,0-1 1 0 0,0 1-1 0 0,0-1 0 0 0,0 1 1 0 0,0-1-1 0 0,0 1 1 0 0,0 0-1 0 0,0-1 1 0 0,-1 1-1 0 0,1-1 1 0 0,0 1-1 0 0,0 0 1 0 0,0-1-1 0 0,-1 1 0 0 0,1 0 1 0 0,-1-1-1 0 0,-20 9 1810 0 0,13-3-1589 0 0,-1 0-1 0 0,1 1 1 0 0,0 0 0 0 0,-8 9-1 0 0,6-3-11 0 0,2 1-1 0 0,0 0 0 0 0,0 0 1 0 0,1 0-1 0 0,1 1 0 0 0,0 0 1 0 0,1 1-1 0 0,1-1 0 0 0,0 1 1 0 0,1 0-1 0 0,0 0 0 0 0,0 30 1 0 0,2-35-288 0 0,2 1 1 0 0,-1 0-1 0 0,1-1 1 0 0,1 1 0 0 0,0-1-1 0 0,0 0 1 0 0,1 0-1 0 0,1 0 1 0 0,0 0-1 0 0,0 0 1 0 0,1 0 0 0 0,0-1-1 0 0,0 0 1 0 0,1 0-1 0 0,0-1 1 0 0,1 1-1 0 0,0-1 1 0 0,0-1 0 0 0,12 11-1 0 0,-16-16-75 0 0,1 1 0 0 0,-1 0 1 0 0,1-1-1 0 0,0 0 0 0 0,-1 0 0 0 0,1 0 0 0 0,0 0 0 0 0,0 0 1 0 0,0-1-1 0 0,0 0 0 0 0,1 0 0 0 0,-1 0 0 0 0,0 0 0 0 0,0 0 1 0 0,1-1-1 0 0,-1 0 0 0 0,0 0 0 0 0,1 0 0 0 0,-1-1 0 0 0,0 1 0 0 0,1-1 1 0 0,-1 0-1 0 0,0-1 0 0 0,0 1 0 0 0,0 0 0 0 0,0-1 0 0 0,0 0 1 0 0,5-3-1 0 0,-2 0-2 0 0,-1 0 1 0 0,0-1-1 0 0,0 0 1 0 0,0 0 0 0 0,-1 0-1 0 0,0-1 1 0 0,0 0-1 0 0,0 0 1 0 0,-1 0 0 0 0,0 0-1 0 0,0-1 1 0 0,-1 1-1 0 0,0-1 1 0 0,2-9-1 0 0,1-13 21 0 0,0 0 0 0 0,-3-1 0 0 0,0 0 0 0 0,-2 1 0 0 0,-1-1 0 0 0,-1 0 0 0 0,-2 1 0 0 0,-1-1 0 0 0,-2 1 0 0 0,-1 0 0 0 0,-1 1 0 0 0,-1-1 0 0 0,-2 2 0 0 0,-1-1 0 0 0,-17-29 0 0 0,23 48-50 0 0,0 0-1 0 0,-1 0 0 0 0,0 1 1 0 0,-1 0-1 0 0,0 1 0 0 0,0 0 0 0 0,0 0 1 0 0,-1 1-1 0 0,-12-8 0 0 0,18 13-146 0 0,0 0 0 0 0,0 0-1 0 0,0 0 1 0 0,0 1 0 0 0,0-1-1 0 0,0 1 1 0 0,-1 0 0 0 0,1 0 0 0 0,0 0-1 0 0,-1 1 1 0 0,1-1 0 0 0,0 1-1 0 0,-1 0 1 0 0,1 0 0 0 0,-1 0-1 0 0,1 0 1 0 0,-1 0 0 0 0,1 1-1 0 0,0 0 1 0 0,-1-1 0 0 0,1 1 0 0 0,0 0-1 0 0,0 1 1 0 0,0-1 0 0 0,-1 1-1 0 0,1-1 1 0 0,1 1 0 0 0,-1 0-1 0 0,0 0 1 0 0,0 0 0 0 0,1 1-1 0 0,-1-1 1 0 0,1 0 0 0 0,-4 6-1 0 0,-2 6-3113 0 0,1 2 251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17.7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61 12749 0 0,'2'1'120'0'0,"1"0"-1"0"0,-1 0 1 0 0,1 0 0 0 0,-1-1-1 0 0,1 1 1 0 0,-1-1 0 0 0,1 1-1 0 0,0-1 1 0 0,-1 0-1 0 0,1 0 1 0 0,-1 0 0 0 0,1 0-1 0 0,0-1 1 0 0,-1 1 0 0 0,1-1-1 0 0,-1 1 1 0 0,1-1-1 0 0,-1 0 1 0 0,1 0 0 0 0,-1 0-1 0 0,1 0 1 0 0,-1-1 0 0 0,0 1-1 0 0,0-1 1 0 0,0 1-1 0 0,0-1 1 0 0,0 0 0 0 0,0 0-1 0 0,0 1 1 0 0,0-2 0 0 0,-1 1-1 0 0,1 0 1 0 0,-1 0-1 0 0,0 0 1 0 0,1-1 0 0 0,-1 1-1 0 0,0 0 1 0 0,0-1 0 0 0,0-3-1 0 0,10-13-2489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18.0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182 119 540 0 0,'21'-36'5560'0'0,"-17"26"-2177"0"0,-11 24-2250 0 0,-66 116 1463 0 0,56-105-2324 0 0,1 2-1 0 0,1 0 0 0 0,1 1 1 0 0,1 0-1 0 0,2 1 1 0 0,1 1-1 0 0,-10 47 0 0 0,18-65-213 0 0,0-1-1 0 0,1 1 0 0 0,1-1 0 0 0,0 1 0 0 0,1-1 1 0 0,0 1-1 0 0,1 0 0 0 0,0-1 0 0 0,5 15 1 0 0,-5-22-51 0 0,-1 0 1 0 0,1 0-1 0 0,0 0 1 0 0,1 0-1 0 0,-1-1 1 0 0,1 1 0 0 0,-1-1-1 0 0,1 0 1 0 0,0 1-1 0 0,0-1 1 0 0,1-1-1 0 0,-1 1 1 0 0,1 0 0 0 0,-1-1-1 0 0,1 0 1 0 0,0 1-1 0 0,0-2 1 0 0,0 1-1 0 0,0 0 1 0 0,0-1 0 0 0,0 0-1 0 0,0 0 1 0 0,0 0-1 0 0,1 0 1 0 0,-1-1-1 0 0,0 1 1 0 0,9-2-1 0 0,-2 1-45 0 0,1 0 0 0 0,-1-1-1 0 0,1-1 1 0 0,-1 0-1 0 0,0 0 1 0 0,0-1-1 0 0,0-1 1 0 0,0 0 0 0 0,0 0-1 0 0,-1-1 1 0 0,0-1-1 0 0,0 0 1 0 0,0 0-1 0 0,-1-1 1 0 0,0 0 0 0 0,0 0-1 0 0,-1-1 1 0 0,1 0-1 0 0,-2-1 1 0 0,1 1-1 0 0,-1-2 1 0 0,-1 1 0 0 0,8-14-1 0 0,-7 9-3 0 0,0-1 0 0 0,-2 0-1 0 0,1 0 1 0 0,-2 0 0 0 0,0-1-1 0 0,0 1 1 0 0,-2-1 0 0 0,0 0-1 0 0,-1 0 1 0 0,0 0 0 0 0,-1 0 0 0 0,-1 0-1 0 0,-1 0 1 0 0,0 1 0 0 0,-1-1-1 0 0,-6-18 1 0 0,3 16-15 0 0,-1 1 0 0 0,-1 0-1 0 0,0 0 1 0 0,-1 1 0 0 0,-1 0 0 0 0,0 1-1 0 0,-1 0 1 0 0,-14-15 0 0 0,15 20-30 0 0,0 1 0 0 0,0-1 0 0 0,-1 2-1 0 0,0-1 1 0 0,-1 1 0 0 0,0 1 0 0 0,0 0 0 0 0,0 1 0 0 0,-1 0-1 0 0,0 1 1 0 0,-18-5 0 0 0,24 9-56 0 0,-1 0 0 0 0,1 0 1 0 0,0 1-1 0 0,-1-1 0 0 0,1 2 0 0 0,0-1 0 0 0,0 1 0 0 0,-14 3 1 0 0,18-3-145 0 0,0 0 0 0 0,0-1 0 0 0,0 1 0 0 0,1 0 1 0 0,-1 1-1 0 0,0-1 0 0 0,1 0 0 0 0,-1 1 0 0 0,1-1 1 0 0,-1 1-1 0 0,1 0 0 0 0,0 0 0 0 0,0 0 0 0 0,0 0 1 0 0,0 0-1 0 0,0 1 0 0 0,0-1 0 0 0,1 0 1 0 0,-1 1-1 0 0,1 0 0 0 0,-1-1 0 0 0,1 1 0 0 0,0 0 1 0 0,-1 4-1 0 0,1 6-2251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18.4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346 47 460 0 0,'1'-2'298'0'0,"-1"0"0"0"0,1 0-1 0 0,-1 0 1 0 0,1 0 0 0 0,-1 1-1 0 0,0-1 1 0 0,0 0 0 0 0,0 0 0 0 0,0 0-1 0 0,-1 0 1 0 0,1 0 0 0 0,0 0 0 0 0,-1 0-1 0 0,1 1 1 0 0,-1-1 0 0 0,0 0 0 0 0,-1-2-1 0 0,1 4-176 0 0,0-1 0 0 0,0 1 0 0 0,-1-1-1 0 0,1 1 1 0 0,-1 0 0 0 0,1-1 0 0 0,0 1-1 0 0,-1 0 1 0 0,1 0 0 0 0,-1 0 0 0 0,1 0-1 0 0,0 0 1 0 0,-1 1 0 0 0,1-1 0 0 0,-1 0-1 0 0,1 0 1 0 0,0 1 0 0 0,-1-1 0 0 0,1 1 0 0 0,0 0-1 0 0,0-1 1 0 0,-3 2 0 0 0,-17 8 314 0 0,0 1 0 0 0,0 1 1 0 0,1 1-1 0 0,1 0 0 0 0,0 2 0 0 0,1 0 0 0 0,0 1 1 0 0,2 1-1 0 0,0 0 0 0 0,-19 27 0 0 0,24-29-294 0 0,1 0 0 0 0,1 0-1 0 0,0 1 1 0 0,1 0 0 0 0,1 0-1 0 0,0 1 1 0 0,2 0 0 0 0,-1 0-1 0 0,2 1 1 0 0,1-1 0 0 0,0 1-1 0 0,1 0 1 0 0,1 0-1 0 0,1 21 1 0 0,1-29-118 0 0,0 0 0 0 0,1 0 0 0 0,0 0 0 0 0,1 0 0 0 0,0 0 0 0 0,1 0 0 0 0,0-1 0 0 0,0 0 0 0 0,1 1 0 0 0,0-2 0 0 0,1 1 0 0 0,0-1 0 0 0,0 1 0 0 0,1-2 0 0 0,0 1 0 0 0,11 8 0 0 0,-11-10-61 0 0,0-1-1 0 0,0 0 1 0 0,1-1 0 0 0,0 0-1 0 0,0 0 1 0 0,0-1-1 0 0,0 1 1 0 0,1-2 0 0 0,-1 1-1 0 0,1-2 1 0 0,0 1-1 0 0,0-1 1 0 0,-1 0 0 0 0,1-1-1 0 0,0 0 1 0 0,0 0 0 0 0,0-1-1 0 0,-1 0 1 0 0,10-2-1 0 0,-7 0-20 0 0,0 0 0 0 0,-1-1 0 0 0,1 0-1 0 0,-1 0 1 0 0,0-1 0 0 0,0-1 0 0 0,0 1-1 0 0,-1-2 1 0 0,0 1 0 0 0,0-1 0 0 0,0-1-1 0 0,-1 0 1 0 0,-1 0 0 0 0,1 0 0 0 0,-1-1-1 0 0,0 0 1 0 0,8-17 0 0 0,-7 11 23 0 0,-1 0 1 0 0,-1-1-1 0 0,0 0 0 0 0,-1 0 1 0 0,-1-1-1 0 0,0 1 0 0 0,-2-1 1 0 0,0 0-1 0 0,0 1 1 0 0,-2-1-1 0 0,-1-21 0 0 0,-1 19 15 0 0,-1 0-1 0 0,0 0 1 0 0,-1 1-1 0 0,-1-1 1 0 0,-1 1-1 0 0,-1 0 1 0 0,0 1-1 0 0,-1-1 1 0 0,-12-17-1 0 0,14 25-112 0 0,-1-1 0 0 0,-1 2 1 0 0,0-1-1 0 0,0 1 0 0 0,-1 0 0 0 0,0 0 0 0 0,-1 1 0 0 0,1 1 0 0 0,-2 0 0 0 0,1 0 0 0 0,-1 1 0 0 0,0 0 0 0 0,0 0 0 0 0,-17-5 0 0 0,26 11 64 0 0,1 0 1 0 0,0 0-1 0 0,0-1 0 0 0,-1 1 1 0 0,1 0-1 0 0,0 0 0 0 0,-1 0 1 0 0,1 0-1 0 0,0 1 0 0 0,0-1 0 0 0,-1 0 1 0 0,1 0-1 0 0,0 1 0 0 0,0-1 1 0 0,0 1-1 0 0,-1-1 0 0 0,1 1 1 0 0,0 0-1 0 0,0-1 0 0 0,0 1 1 0 0,0 0-1 0 0,0 0 0 0 0,0-1 1 0 0,0 1-1 0 0,0 0 0 0 0,0 0 1 0 0,1 0-1 0 0,-1 0 0 0 0,0 0 0 0 0,1 1 1 0 0,-2 0-1 0 0,1 1-290 0 0,0-1-1 0 0,0 0 0 0 0,0 1 1 0 0,0-1-1 0 0,0 0 1 0 0,1 1-1 0 0,-1-1 1 0 0,1 1-1 0 0,0-1 1 0 0,0 1-1 0 0,0-1 1 0 0,0 1-1 0 0,0 4 1 0 0,6 7-1962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18.8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579 10 1052 0 0,'-3'-2'254'0'0,"-1"1"-1"0"0,0-1 0 0 0,0 1 1 0 0,0 0-1 0 0,0 0 1 0 0,0 1-1 0 0,0-1 1 0 0,0 1-1 0 0,0 0 1 0 0,0 0-1 0 0,0 0 1 0 0,0 0-1 0 0,0 1 0 0 0,1 0 1 0 0,-1-1-1 0 0,0 1 1 0 0,-6 3-1 0 0,-71 31 1082 0 0,61-26-829 0 0,-11 6-39 0 0,0 1 0 0 0,1 2 1 0 0,1 1-1 0 0,1 1 0 0 0,0 1 0 0 0,2 1 0 0 0,0 2 0 0 0,-42 51 0 0 0,55-59-333 0 0,2 1 0 0 0,0 0 0 0 0,0 0 0 0 0,2 1 0 0 0,0 1 0 0 0,1 0-1 0 0,1 0 1 0 0,1 0 0 0 0,1 1 0 0 0,0-1 0 0 0,1 1 0 0 0,2 1 0 0 0,0-1 0 0 0,1 0 0 0 0,1 0 0 0 0,3 32 0 0 0,-2-45-121 0 0,0-1-1 0 0,1 0 1 0 0,-1 0 0 0 0,1 1 0 0 0,0-1-1 0 0,1 0 1 0 0,0 0 0 0 0,-1-1 0 0 0,2 1-1 0 0,-1-1 1 0 0,1 1 0 0 0,0-1 0 0 0,0 0 0 0 0,0 0-1 0 0,1-1 1 0 0,0 1 0 0 0,0-1 0 0 0,0 0-1 0 0,9 5 1 0 0,-7-5-25 0 0,1 0 0 0 0,0-1 0 0 0,1 0 0 0 0,-1-1 0 0 0,0 1 0 0 0,1-2 1 0 0,-1 1-1 0 0,1-1 0 0 0,0 0 0 0 0,-1-1 0 0 0,1 0 0 0 0,0-1 0 0 0,11-1 0 0 0,-11 0-8 0 0,0 1 0 0 0,0-2-1 0 0,-1 1 1 0 0,1-1 0 0 0,-1-1 0 0 0,0 1-1 0 0,0-1 1 0 0,0-1 0 0 0,0 1 0 0 0,-1-2-1 0 0,0 1 1 0 0,0-1 0 0 0,6-6 0 0 0,-8 7 15 0 0,-1 0 0 0 0,0-1 0 0 0,0 1 1 0 0,-1-1-1 0 0,1 1 0 0 0,-1-1 0 0 0,-1 0 1 0 0,1-1-1 0 0,-1 1 0 0 0,0 0 1 0 0,0-1-1 0 0,-1 1 0 0 0,0-1 0 0 0,0 1 1 0 0,-1-1-1 0 0,1 0 0 0 0,-1 1 0 0 0,-1-1 1 0 0,-1-7-1 0 0,1 4-81 0 0,-2 0-1 0 0,1 1 1 0 0,-1-1-1 0 0,-1 1 1 0 0,0-1 0 0 0,0 1-1 0 0,-1 0 1 0 0,0 0-1 0 0,0 1 1 0 0,-1 0 0 0 0,0 0-1 0 0,-1 0 1 0 0,1 1-1 0 0,-2-1 1 0 0,1 2 0 0 0,-1-1-1 0 0,0 1 1 0 0,0 0 0 0 0,-1 1-1 0 0,1 0 1 0 0,-1 0-1 0 0,-1 1 1 0 0,1 0 0 0 0,0 1-1 0 0,-1 0 1 0 0,0 0-1 0 0,0 1 1 0 0,0 0 0 0 0,0 1-1 0 0,0 0 1 0 0,0 1-1 0 0,0 0 1 0 0,0 0 0 0 0,-16 4-1 0 0,10 4-1447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19.5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0 656 0 0,'11'0'5007'0'0,"-11"0"-4911"0"0,0 1 0 0 0,0-1 0 0 0,0 0 1 0 0,0 0-1 0 0,0 1 0 0 0,2 26 2058 0 0,-13 49-1808 0 0,8-56 388 0 0,-32 296 1598 0 0,33-285-2174 0 0,-11 73 390 0 0,30-159-364 0 0,2 0 0 0 0,3 2 1 0 0,2 0-1 0 0,35-55 0 0 0,-21 50-16 0 0,-36 55-159 0 0,1-1 0 0 0,0 1 1 0 0,0 0-1 0 0,0 0 1 0 0,0 0-1 0 0,1 1 1 0 0,-1-1-1 0 0,1 1 0 0 0,-1-1 1 0 0,1 1-1 0 0,0 1 1 0 0,0-1-1 0 0,5-2 1 0 0,-6 5-11 0 0,-1-1 1 0 0,0 0-1 0 0,0 0 1 0 0,1 1 0 0 0,-1-1-1 0 0,0 1 1 0 0,0 0 0 0 0,0 0-1 0 0,0 0 1 0 0,0 0-1 0 0,0 0 1 0 0,0 0 0 0 0,0 0-1 0 0,0 1 1 0 0,0-1-1 0 0,-1 1 1 0 0,1-1 0 0 0,-1 1-1 0 0,1 0 1 0 0,1 2 0 0 0,25 36-69 0 0,-20-21 5 0 0,-1 0 1 0 0,-1 0-1 0 0,0 1 1 0 0,-1-1-1 0 0,2 25 1 0 0,3 7-171 0 0,-8-37 157 0 0,2-1 189 0 0,9-22 1 0 0,-3-5-33 0 0,-1 0 0 0 0,0-1 0 0 0,-1 0 0 0 0,-1 0 0 0 0,0-1 0 0 0,5-18 1 0 0,24-49 158 0 0,-25 62-167 0 0,1-1 100 0 0,1 0-1 0 0,17-20 1 0 0,-27 37-136 0 0,2 0 0 0 0,-1 0 0 0 0,1 1-1 0 0,-1-1 1 0 0,1 1 0 0 0,0 0 0 0 0,1 1 0 0 0,-1-1 0 0 0,1 1 0 0 0,-1 0-1 0 0,1 0 1 0 0,0 1 0 0 0,7-3 0 0 0,-9 5-28 0 0,-1 0 0 0 0,1 0 0 0 0,0 0 0 0 0,0 0 0 0 0,-1 1 0 0 0,1-1 0 0 0,0 1 0 0 0,-1 0 0 0 0,1 0 0 0 0,-1 0 0 0 0,1 1 0 0 0,-1-1 0 0 0,1 1 0 0 0,-1 0 0 0 0,0 0 0 0 0,0 0 0 0 0,0 0 0 0 0,0 0 0 0 0,0 1 0 0 0,0 0 0 0 0,-1-1 0 0 0,1 1 0 0 0,3 6 0 0 0,29 45-87 0 0,-21-21-19 0 0,0 7-585 0 0,-1 0 0 0 0,-2 1 0 0 0,-2 1 0 0 0,6 77 0 0 0,-11-80-822 0 0,0 5-4015 0 0,-4-34 2903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19.8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1 261 564 0 0,'0'-1'92'0'0,"0"1"0"0"0,1 0-1 0 0,-1 0 1 0 0,0-1 0 0 0,1 1 0 0 0,-1 0-1 0 0,0 0 1 0 0,1 0 0 0 0,-1 0 0 0 0,1 0-1 0 0,-1-1 1 0 0,0 1 0 0 0,1 0 0 0 0,-1 0-1 0 0,1 0 1 0 0,-1 0 0 0 0,0 0 0 0 0,1 0-1 0 0,-1 0 1 0 0,1 1 0 0 0,-1-1 0 0 0,0 0-1 0 0,1 0 1 0 0,-1 0 0 0 0,0 0 0 0 0,1 0 0 0 0,-1 1-1 0 0,1-1 1 0 0,-1 0 0 0 0,0 0 0 0 0,0 0-1 0 0,1 1 1 0 0,-1-1 0 0 0,0 0 0 0 0,1 1-1 0 0,-1-1 1 0 0,0 0 0 0 0,0 1 0 0 0,1-1-1 0 0,-1 0 1 0 0,0 1 0 0 0,13 25 1628 0 0,0 29-195 0 0,21 181 1791 0 0,-25-183-2699 0 0,2 5 673 0 0,23 75 0 0 0,-34-131-1167 0 0,1-1 1 0 0,-1 1-1 0 0,1 0 1 0 0,0 0-1 0 0,-1-1 1 0 0,1 1-1 0 0,0 0 1 0 0,0-1-1 0 0,0 1 1 0 0,0-1-1 0 0,0 1 1 0 0,1-1-1 0 0,-1 0 1 0 0,0 1-1 0 0,1-1 1 0 0,-1 0-1 0 0,0 0 0 0 0,1 0 1 0 0,0 0-1 0 0,-1 0 1 0 0,1 0-1 0 0,0-1 1 0 0,2 2-1 0 0,-1-2-6 0 0,0 0 0 0 0,-1 0-1 0 0,1 0 1 0 0,0 0 0 0 0,0 0 0 0 0,0-1-1 0 0,-1 0 1 0 0,1 1 0 0 0,0-1 0 0 0,0 0-1 0 0,-1 0 1 0 0,1 0 0 0 0,3-3 0 0 0,8-5 148 0 0,-1-1 0 0 0,0 0 0 0 0,-1 0 0 0 0,12-15-1 0 0,9-11 103 0 0,-1-2 0 0 0,-2-1-1 0 0,27-47 1 0 0,63-133 233 0 0,-30 50-4331 0 0,14 9-6488 0 0,-74 123 5596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20.2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11737 0 0,'30'13'-120'0'0,"-7"0"-132"0"0,-1-4-220 0 0,-4 0-128 0 0,-9-2-156 0 0,3-5-116 0 0,-2 2-152 0 0,-4 0-252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03.1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468 152 628 0 0,'-3'-5'340'0'0,"0"1"1"0"0,-1 0-1 0 0,1 0 0 0 0,-1 1 0 0 0,0-1 0 0 0,0 1 1 0 0,0 0-1 0 0,0 0 0 0 0,-1 0 0 0 0,1 0 1 0 0,-1 1-1 0 0,0 0 0 0 0,1 0 0 0 0,-1 0 0 0 0,0 0 1 0 0,0 1-1 0 0,-9-2 0 0 0,6 3-102 0 0,0 0 0 0 0,0 0-1 0 0,0 1 1 0 0,0 0 0 0 0,0 1 0 0 0,1-1 0 0 0,-1 1-1 0 0,1 1 1 0 0,-1 0 0 0 0,-11 6 0 0 0,-4 3 35 0 0,2 2 0 0 0,-1 1-1 0 0,2 1 1 0 0,0 0 0 0 0,1 2 0 0 0,-20 22 0 0 0,25-23-106 0 0,0 1 0 0 0,2 1 0 0 0,0 0 0 0 0,1 0 0 0 0,1 1 0 0 0,1 0-1 0 0,1 1 1 0 0,0 0 0 0 0,2 1 0 0 0,0-1 0 0 0,-4 42 0 0 0,9-52-108 0 0,0 1 0 0 0,1 0 0 0 0,1 0 0 0 0,0-1 0 0 0,0 1 0 0 0,1-1 0 0 0,1 1-1 0 0,0-1 1 0 0,0 1 0 0 0,9 16 0 0 0,-8-20-42 0 0,0-1-1 0 0,1 0 0 0 0,0 0 0 0 0,1 0 0 0 0,-1 0 0 0 0,1-1 0 0 0,1 0 0 0 0,-1 0 0 0 0,1-1 0 0 0,0 0 0 0 0,0 0 0 0 0,1 0 0 0 0,-1-1 0 0 0,1 0 1 0 0,14 5-1 0 0,-8-5-76 0 0,1-1 1 0 0,-1 0 0 0 0,1-1 0 0 0,-1-1 0 0 0,1 0 0 0 0,0-1-1 0 0,0 0 1 0 0,-1-1 0 0 0,1-1 0 0 0,0 0 0 0 0,-1-1 0 0 0,19-7-1 0 0,-8 3-109 0 0,-1-2 0 0 0,0-2-1 0 0,-1 0 1 0 0,0-1 0 0 0,0-1-1 0 0,23-18 1 0 0,-29 18 44 0 0,0 0-1 0 0,-1-1 1 0 0,0-1 0 0 0,-1 0-1 0 0,-1-1 1 0 0,0-1 0 0 0,-1 0 0 0 0,-1 0-1 0 0,-1-2 1 0 0,18-38 0 0 0,34-140 1319 0 0,-54 268-542 0 0,-4 65-370 0 0,6 47 59 0 0,-11-183-324 0 0,0 0 0 0 0,0 0-1 0 0,0-1 1 0 0,0 1 0 0 0,0 0 0 0 0,0 0-1 0 0,0 0 1 0 0,0 0 0 0 0,0 0 0 0 0,0-1-1 0 0,0 1 1 0 0,0 0 0 0 0,0 0 0 0 0,0 0-1 0 0,1 0 1 0 0,-1 0 0 0 0,0 0 0 0 0,0 0-1 0 0,0 0 1 0 0,0-1 0 0 0,0 1-1 0 0,0 0 1 0 0,0 0 0 0 0,1 0 0 0 0,-1 0-1 0 0,0 0 1 0 0,0 0 0 0 0,0 0 0 0 0,0 0-1 0 0,0 0 1 0 0,0 0 0 0 0,1 0 0 0 0,-1 0-1 0 0,0 0 1 0 0,0 0 0 0 0,0 0 0 0 0,0 0-1 0 0,0 0 1 0 0,0 0 0 0 0,1 0 0 0 0,-1 0-1 0 0,0 0 1 0 0,0 0 0 0 0,0 0 0 0 0,0 0-1 0 0,0 0 1 0 0,1 0 0 0 0,-1 0-1 0 0,0 0 1 0 0,0 1 0 0 0,0-1 0 0 0,0 0-1 0 0,0 0 1 0 0,0 0 0 0 0,0 0 0 0 0,0 0-1 0 0,1 0 1 0 0,-1 0 0 0 0,0 1 0 0 0,11-25 281 0 0,6-32-119 0 0,40-262 947 0 0,-56 312-1072 0 0,-1 5-47 0 0,-1-1 0 0 0,1 0 0 0 0,1 0 0 0 0,-1 0 0 0 0,0 1 0 0 0,0-1 0 0 0,1 0 0 0 0,-1 1 0 0 0,1-1 0 0 0,-1 0 0 0 0,1 1 0 0 0,0-1 0 0 0,0 0 0 0 0,-1 1 0 0 0,1-1 0 0 0,0 1-1 0 0,1-1 1 0 0,1-1 0 0 0,-1 4-7 0 0,-1 0-1 0 0,1 0 1 0 0,-1 0-1 0 0,1 0 1 0 0,-1 1-1 0 0,0-1 1 0 0,0 1-1 0 0,0-1 1 0 0,1 1-1 0 0,-1-1 1 0 0,-1 1-1 0 0,1 0 1 0 0,0-1-1 0 0,0 1 1 0 0,0 3-1 0 0,13 35 0 0 0,-11-28 4 0 0,20 65-9 0 0,-18-56-63 0 0,0-1-1 0 0,1 0 0 0 0,1 0 1 0 0,1-1-1 0 0,1 0 1 0 0,1 0-1 0 0,0-1 0 0 0,14 18 1 0 0,-23-34 65 0 0,0-1 1 0 0,0 0-1 0 0,1 0 1 0 0,-1 0-1 0 0,0-1 1 0 0,1 1-1 0 0,-1 0 1 0 0,1 0-1 0 0,-1-1 1 0 0,1 1-1 0 0,-1-1 1 0 0,1 1 0 0 0,0-1-1 0 0,-1 0 1 0 0,1 0-1 0 0,-1 1 1 0 0,1-1-1 0 0,0 0 1 0 0,-1 0-1 0 0,1-1 1 0 0,0 1-1 0 0,-1 0 1 0 0,1 0-1 0 0,-1-1 1 0 0,1 1-1 0 0,-1-1 1 0 0,1 0-1 0 0,-1 1 1 0 0,1-1-1 0 0,-1 0 1 0 0,0 0-1 0 0,1 0 1 0 0,-1 0 0 0 0,0 0-1 0 0,1 0 1 0 0,-1 0-1 0 0,2-3 1 0 0,4-2 12 0 0,-1-1 0 0 0,1 0 0 0 0,-1-1 1 0 0,10-15-1 0 0,19-40 278 0 0,41-107 0 0 0,-76 169-283 0 0,18-37 60 0 0,-17 36-70 0 0,0 1 0 0 0,0-1 0 0 0,0 1 0 0 0,0-1 0 0 0,0 1-1 0 0,0-1 1 0 0,0 1 0 0 0,0 0 0 0 0,0 0 0 0 0,1-1 0 0 0,-1 1 0 0 0,0 0 0 0 0,1 0 0 0 0,-1 0-1 0 0,1 0 1 0 0,0 1 0 0 0,-1-1 0 0 0,1 0 0 0 0,2 0 0 0 0,-2 2-5 0 0,0-1 0 0 0,1 1 1 0 0,-1 0-1 0 0,0 0 0 0 0,0 0 1 0 0,1 1-1 0 0,-1-1 0 0 0,0 0 1 0 0,0 1-1 0 0,0-1 0 0 0,-1 1 1 0 0,1 0-1 0 0,0 0 0 0 0,2 3 1 0 0,21 28-185 0 0,7 20-1113 0 0,-3 2 1 0 0,-2 2-1 0 0,38 115 1 0 0,-65-171 1259 0 0,0 0 1 0 0,0 0-1 0 0,0 0 1 0 0,1 0-1 0 0,-1 0 1 0 0,0 1-1 0 0,1-1 1 0 0,-1 0-1 0 0,1 0 1 0 0,-1 0-1 0 0,1 0 1 0 0,0 0-1 0 0,-1 0 1 0 0,1-1-1 0 0,0 1 1 0 0,0 0-1 0 0,0 0 1 0 0,-1 0-1 0 0,1-1 1 0 0,0 1-1 0 0,0 0 1 0 0,0-1-1 0 0,0 1 1 0 0,0-1-1 0 0,2 1 1 0 0,-2-1 7 0 0,1-1 1 0 0,-1 1 0 0 0,0-1-1 0 0,0 1 1 0 0,0-1 0 0 0,0 0 0 0 0,0 1-1 0 0,0-1 1 0 0,0 0 0 0 0,0 0 0 0 0,0 0-1 0 0,0 0 1 0 0,-1 0 0 0 0,1 0 0 0 0,0 0-1 0 0,-1 0 1 0 0,1 0 0 0 0,0-2 0 0 0,23-61-319 0 0,5-68 512 0 0,-18 76 651 0 0,21-68 1 0 0,-32 123-778 0 0,0 0 0 0 0,1 0 0 0 0,-1 0 0 0 0,0 0 0 0 0,0-1 0 0 0,1 1 0 0 0,-1 0 0 0 0,1 0 0 0 0,-1 0 0 0 0,1 1 0 0 0,-1-1 0 0 0,1 0 0 0 0,-1 0 0 0 0,1 0 0 0 0,0 0 0 0 0,0 0 0 0 0,-1 1 0 0 0,1-1 0 0 0,0 0 0 0 0,0 1 0 0 0,0-1 0 0 0,0 0 0 0 0,0 1 0 0 0,0-1 1 0 0,0 1-1 0 0,0 0 0 0 0,0-1 0 0 0,0 1 0 0 0,0 0 0 0 0,0 0 0 0 0,0-1 0 0 0,0 1 0 0 0,1 0 0 0 0,1 1 4 0 0,-1 0 0 0 0,1 0 0 0 0,-1 1 0 0 0,0-1 0 0 0,1 1 0 0 0,-1-1 0 0 0,0 1-1 0 0,0 0 1 0 0,0 0 0 0 0,0 0 0 0 0,0 0 0 0 0,2 4 0 0 0,7 10 78 0 0,-1 0-1 0 0,15 31 0 0 0,-14-18 22 0 0,-1 0 0 0 0,-2 0 0 0 0,0 1-1 0 0,-2 1 1 0 0,-2-1 0 0 0,0 1 0 0 0,-2 46 647 0 0,-4-81-597 0 0,-3-9-69 0 0,0-1-1 0 0,1 1 1 0 0,1-1-1 0 0,0 0 1 0 0,1 0-1 0 0,0 0 1 0 0,1 0 0 0 0,1-19-1 0 0,1 0 108 0 0,1 0 0 0 0,12-53 0 0 0,-10 65-155 0 0,1-1-1 0 0,1 1 1 0 0,0 0-1 0 0,2 0 1 0 0,1 1-1 0 0,0 0 1 0 0,13-19-1 0 0,-22 38-79 0 0,1 1-1 0 0,0-1 1 0 0,-1 0 0 0 0,1 0-1 0 0,-1 0 1 0 0,1 1-1 0 0,0-1 1 0 0,0 0 0 0 0,0 1-1 0 0,-1-1 1 0 0,1 1-1 0 0,0-1 1 0 0,0 1 0 0 0,0-1-1 0 0,0 1 1 0 0,0 0 0 0 0,0-1-1 0 0,0 1 1 0 0,0 0-1 0 0,0 0 1 0 0,0 0 0 0 0,0-1-1 0 0,0 1 1 0 0,0 0-1 0 0,0 0 1 0 0,0 1 0 0 0,0-1-1 0 0,0 0 1 0 0,0 0-1 0 0,0 0 1 0 0,-1 1 0 0 0,1-1-1 0 0,0 0 1 0 0,0 1 0 0 0,0-1-1 0 0,0 1 1 0 0,0-1-1 0 0,0 1 1 0 0,-1 0 0 0 0,1-1-1 0 0,0 1 1 0 0,0 0-1 0 0,-1-1 1 0 0,2 3 0 0 0,2 0-54 0 0,-1 1 1 0 0,0 0 0 0 0,0 0 0 0 0,0 0-1 0 0,-1 1 1 0 0,1-1 0 0 0,2 7 0 0 0,-3-1 15 0 0,0-1 1 0 0,0 1 0 0 0,-1 0 0 0 0,0 0 0 0 0,-1-1 0 0 0,0 1 0 0 0,-1 0-1 0 0,0 0 1 0 0,0-1 0 0 0,-1 1 0 0 0,0 0 0 0 0,-1-1 0 0 0,-7 17-1 0 0,0-2-12 0 0,-1-1-1 0 0,-1 0 0 0 0,-2-1 1 0 0,-16 22-1 0 0,22-33 46 0 0,-29 42-120 0 0,35-49 137 0 0,0 0 0 0 0,0-1 0 0 0,0 1 0 0 0,1 0 0 0 0,-1 0 0 0 0,1 0 1 0 0,0 0-1 0 0,0 0 0 0 0,0 1 0 0 0,1-1 0 0 0,-1 8 0 0 0,2-11 7 0 0,-1 1 1 0 0,1-1-1 0 0,0 0 1 0 0,0 0-1 0 0,-1 0 1 0 0,1 0-1 0 0,0 0 1 0 0,0 0-1 0 0,0 0 1 0 0,0-1-1 0 0,0 1 1 0 0,0 0-1 0 0,1 0 1 0 0,-1-1-1 0 0,0 1 0 0 0,0-1 1 0 0,0 1-1 0 0,1-1 1 0 0,-1 0-1 0 0,0 1 1 0 0,1-1-1 0 0,1 0 1 0 0,30 5 10 0 0,8-5-126 0 0,0-3-1 0 0,0-1 1 0 0,-1-2 0 0 0,1-2 0 0 0,71-24-1 0 0,-78 21-262 0 0,0-1-1 0 0,43-22 0 0 0,-68 30 292 0 0,0 0 0 0 0,-1-1 0 0 0,0 0-1 0 0,0-1 1 0 0,0 0 0 0 0,-1 0-1 0 0,1-1 1 0 0,-2 0 0 0 0,1 0 0 0 0,-1 0-1 0 0,0-1 1 0 0,0 0 0 0 0,6-14 0 0 0,-9 13 54 0 0,0-1 0 0 0,-1 1 1 0 0,0-1-1 0 0,-1 0 0 0 0,0 1 1 0 0,0-1-1 0 0,-2-14 0 0 0,-9-73 576 0 0,6 67-76 0 0,-7-14 1733 0 0,13 49-1979 0 0,15 57 281 0 0,12 39 187 0 0,21 139 1 0 0,-49-198-334 0 0,-1-42-349 0 0,0 0 0 0 0,0 0 0 0 0,0 0-1 0 0,0 0 1 0 0,0 0 0 0 0,0 0 0 0 0,-1 0-1 0 0,1 0 1 0 0,0 0 0 0 0,0 0 0 0 0,0 0-1 0 0,0 0 1 0 0,0 0 0 0 0,0 0 0 0 0,0 0-1 0 0,0 1 1 0 0,0-1 0 0 0,0 0 0 0 0,-1 0-1 0 0,1 0 1 0 0,0 0 0 0 0,0 0-1 0 0,0 0 1 0 0,0 0 0 0 0,0 0 0 0 0,0 0-1 0 0,0 0 1 0 0,0 0 0 0 0,0 0 0 0 0,0 0-1 0 0,0 0 1 0 0,0 1 0 0 0,0-1 0 0 0,0 0-1 0 0,0 0 1 0 0,0 0 0 0 0,-1 0 0 0 0,1 0-1 0 0,0 0 1 0 0,0 0 0 0 0,0 0 0 0 0,0 0-1 0 0,0 1 1 0 0,0-1 0 0 0,0 0 0 0 0,0 0-1 0 0,0 0 1 0 0,1 0 0 0 0,-6-25 219 0 0,-2-32-188 0 0,3-1 0 0 0,2 1 0 0 0,3-1 0 0 0,3 1 0 0 0,1 0 0 0 0,20-84 0 0 0,-23 137-54 0 0,-1 0 1 0 0,0 0 0 0 0,1 1 0 0 0,-1-1 0 0 0,1 0 0 0 0,0 1 0 0 0,0-1 0 0 0,1 1 0 0 0,-1 0 0 0 0,1 0 0 0 0,-1 0 0 0 0,7-5 0 0 0,-8 7 1 0 0,0 0 0 0 0,0 1 0 0 0,0-1 0 0 0,0 1 0 0 0,0-1 0 0 0,0 1 0 0 0,0-1 0 0 0,0 1 0 0 0,0 0 0 0 0,0 0 0 0 0,0 0 0 0 0,0-1-1 0 0,0 1 1 0 0,0 0 0 0 0,1 0 0 0 0,-1 0 0 0 0,0 1 0 0 0,0-1 0 0 0,0 0 0 0 0,1 1 0 0 0,0-1-9 0 0,0 2 1 0 0,0-1-1 0 0,0 0 1 0 0,0 0-1 0 0,-1 0 0 0 0,1 1 1 0 0,-1-1-1 0 0,1 1 0 0 0,-1 0 1 0 0,1-1-1 0 0,-1 1 1 0 0,0 0-1 0 0,0 0 0 0 0,2 2 1 0 0,2 7-33 0 0,-1-1 0 0 0,0 1 1 0 0,0-1-1 0 0,-1 1 0 0 0,0 0 1 0 0,-1 1-1 0 0,0-1 0 0 0,-1 0 1 0 0,0 15-1 0 0,-2 12-71 0 0,-8 52 1 0 0,7-75 92 0 0,-11 29-44 0 0,-3 6-1 0 0,15-47 73 0 0,1-1 0 0 0,0 0 0 0 0,-1 1 0 0 0,1-1 0 0 0,0 1 0 0 0,0-1 0 0 0,0 0 0 0 0,1 1 1 0 0,-1-1-1 0 0,1 0 0 0 0,-1 1 0 0 0,1-1 0 0 0,0 0 0 0 0,-1 0 0 0 0,1 1 0 0 0,3 2 0 0 0,-3-4-7 0 0,0 1 0 0 0,0-1 0 0 0,1-1 0 0 0,-1 1 0 0 0,1 0-1 0 0,-1 0 1 0 0,1 0 0 0 0,-1-1 0 0 0,1 1 0 0 0,-1-1 0 0 0,1 1 0 0 0,-1-1-1 0 0,1 0 1 0 0,0 1 0 0 0,-1-1 0 0 0,1 0 0 0 0,0 0 0 0 0,2-1 0 0 0,37-3-181 0 0,-26 2 85 0 0,38-6-662 0 0,0-3 0 0 0,64-20 0 0 0,26-23-5893 0 0,-102 33 3628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03.5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58 11165 0 0,'0'0'651'0'0,"-3"3"-307"0"0,-9 13 2627 0 0,16-19-2566 0 0,3-3-284 0 0,1 1 0 0 0,0 0-1 0 0,0 0 1 0 0,1 1 0 0 0,-1 0-1 0 0,1 1 1 0 0,0 0 0 0 0,13-3 0 0 0,85-15-1537 0 0,-70 16 202 0 0,-7 0-717 0 0,-1 3-3687 0 0,-18 3 1994 0 0</inkml:trace>
  <inkml:trace contextRef="#ctx0" brushRef="#br0" timeOffset="1">168 317 936 0 0,'-1'1'237'0'0,"1"-1"1"0"0,-1 1-1 0 0,1 0 1 0 0,-1-1-1 0 0,1 1 1 0 0,-1 0-1 0 0,1 0 0 0 0,0 0 1 0 0,0 0-1 0 0,-1-1 1 0 0,1 1-1 0 0,0 0 0 0 0,0 0 1 0 0,0 0-1 0 0,0 0 1 0 0,0 0-1 0 0,0-1 0 0 0,0 1 1 0 0,0 0-1 0 0,1 0 1 0 0,-1 0-1 0 0,0 0 0 0 0,0-1 1 0 0,1 1-1 0 0,-1 0 1 0 0,0 0-1 0 0,1 0 0 0 0,-1-1 1 0 0,1 1-1 0 0,0 1 1 0 0,34-12 1996 0 0,-32 9-2449 0 0,46-20 64 0 0,65-37-1 0 0,-89 43-1708 0 0,-1-1-1 0 0,23-21 0 0 0,-22 17-633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03.8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24 128 0 0,'0'-2'313'0'0,"1"1"-1"0"0,-1 0 1 0 0,1-1-1 0 0,-1 1 1 0 0,1 0 0 0 0,0-1-1 0 0,-1 1 1 0 0,1 0-1 0 0,0 0 1 0 0,0 0 0 0 0,0 0-1 0 0,0 0 1 0 0,0 0-1 0 0,0 0 1 0 0,0 0 0 0 0,1 0-1 0 0,-1 0 1 0 0,0 0-1 0 0,0 1 1 0 0,4-2 830 0 0,18 21 1546 0 0,-15-1-2291 0 0,0 0-1 0 0,-1 0 0 0 0,-1 1 1 0 0,0 0-1 0 0,-2 0 0 0 0,5 35 1 0 0,-2 119-3816 0 0,-11-137-1317 0 0,4-20 2010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04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8 185 200 0 0,'-2'15'7058'0'0,"-3"48"-3866"0"0,4-28-2179 0 0,1-1 0 0 0,2 0-1 0 0,7 39 1 0 0,-7-61-883 0 0,0 0-1 0 0,1 0 1 0 0,0 0-1 0 0,1-1 1 0 0,0 0-1 0 0,1 0 1 0 0,1 0-1 0 0,-1 0 1 0 0,1-1-1 0 0,1 0 1 0 0,0 0-1 0 0,13 14 1 0 0,-18-23-154 0 0,0 1 0 0 0,0 0 1 0 0,0-1-1 0 0,0 1 0 0 0,0-1 0 0 0,0 1 0 0 0,0-1 1 0 0,1 0-1 0 0,-1 0 0 0 0,0 0 0 0 0,1 0 1 0 0,-1 0-1 0 0,1-1 0 0 0,-1 1 0 0 0,1-1 1 0 0,-1 1-1 0 0,1-1 0 0 0,-1 0 0 0 0,1 0 1 0 0,-1 0-1 0 0,1-1 0 0 0,-1 1 0 0 0,1 0 1 0 0,-1-1-1 0 0,1 0 0 0 0,-1 0 0 0 0,1 1 1 0 0,-1-1-1 0 0,0-1 0 0 0,1 1 0 0 0,-1 0 0 0 0,0 0 1 0 0,0-1-1 0 0,0 0 0 0 0,0 1 0 0 0,0-1 1 0 0,2-3-1 0 0,1 0-36 0 0,-1 0 1 0 0,0 0-1 0 0,-1-1 1 0 0,0 1-1 0 0,1-1 1 0 0,-2 0-1 0 0,1 0 1 0 0,-1 0-1 0 0,0 0 0 0 0,0 0 1 0 0,0 0-1 0 0,-1 0 1 0 0,0-1-1 0 0,0-7 1 0 0,-3-21-109 0 0,-1-1 0 0 0,-9-36 0 0 0,-5-48 140 0 0,17 113 80 0 0,0 1 1 0 0,0-1-1 0 0,0 0 1 0 0,1 0-1 0 0,0 0 1 0 0,3-12-1 0 0,-3 17-41 0 0,-1 1 0 0 0,1-1 0 0 0,0 0 0 0 0,-1 1 0 0 0,1-1 0 0 0,0 1 0 0 0,0-1 0 0 0,0 1 0 0 0,1-1 0 0 0,-1 1-1 0 0,0 0 1 0 0,0-1 0 0 0,1 1 0 0 0,-1 0 0 0 0,1 0 0 0 0,-1 0 0 0 0,1 0 0 0 0,-1 0 0 0 0,1 1 0 0 0,-1-1 0 0 0,1 0 0 0 0,0 1 0 0 0,0-1 0 0 0,-1 1 0 0 0,1-1 0 0 0,0 1 0 0 0,0 0 0 0 0,-1 0-1 0 0,1 0 1 0 0,3 0 0 0 0,14 3 9 0 0,-1 0 0 0 0,0 1-1 0 0,-1 1 1 0 0,1 0 0 0 0,-1 2-1 0 0,0 0 1 0 0,0 1 0 0 0,-1 0-1 0 0,0 1 1 0 0,-1 1 0 0 0,0 1-1 0 0,25 23 1 0 0,-11-8-1 0 0,-2 2 0 0 0,-2 1 0 0 0,0 1 0 0 0,-2 1 0 0 0,22 39 0 0 0,-41-62-8 0 0,1 1 0 0 0,1-1 0 0 0,-1 0 0 0 0,1-1 0 0 0,0 1 1 0 0,13 10-1 0 0,-17-16-9 0 0,0-1 1 0 0,0 0 0 0 0,0 0-1 0 0,0 0 1 0 0,1 0 0 0 0,-1 0-1 0 0,0 0 1 0 0,0-1 0 0 0,0 1-1 0 0,1-1 1 0 0,-1 0-1 0 0,0 1 1 0 0,1-1 0 0 0,-1 0-1 0 0,0 0 1 0 0,0 0 0 0 0,1-1-1 0 0,-1 1 1 0 0,0-1 0 0 0,0 1-1 0 0,1-1 1 0 0,-1 0 0 0 0,0 0-1 0 0,0 0 1 0 0,0 0 0 0 0,0 0-1 0 0,0 0 1 0 0,0 0-1 0 0,0-1 1 0 0,0 1 0 0 0,-1-1-1 0 0,1 1 1 0 0,1-3 0 0 0,3-2 3 0 0,-1 0 1 0 0,0 0-1 0 0,0 0 1 0 0,-1 0-1 0 0,0-1 0 0 0,0 0 1 0 0,0 0-1 0 0,-1 0 1 0 0,0 0-1 0 0,0-1 1 0 0,-1 1-1 0 0,0-1 1 0 0,0 0-1 0 0,-1 1 1 0 0,0-1-1 0 0,0-13 1 0 0,-1 4-1 0 0,-1 0 1 0 0,-1 0 0 0 0,0 0 0 0 0,-1 0-1 0 0,-1 1 1 0 0,-10-27 0 0 0,8 28-110 0 0,-1-1-1 0 0,0 1 1 0 0,-1 1-1 0 0,-1-1 1 0 0,-1 1-1 0 0,0 1 1 0 0,0 0-1 0 0,-1 0 1 0 0,-1 1 0 0 0,0 1-1 0 0,-1 0 1 0 0,0 0-1 0 0,-1 1 1 0 0,0 1-1 0 0,0 1 1 0 0,-1 0-1 0 0,0 0 1 0 0,0 2 0 0 0,-1 0-1 0 0,0 0 1 0 0,0 2-1 0 0,0 0 1 0 0,-1 1-1 0 0,-31-2 1 0 0,-1 2-2162 0 0,0 3 1 0 0,-86 10-1 0 0,58 5-1041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04.7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95 923 44 0 0,'-25'4'1182'0'0,"17"-4"-409"0"0,-1 1 0 0 0,1 1 0 0 0,0-1 0 0 0,0 1 0 0 0,-15 6 0 0 0,23-8-717 0 0,0 0-1 0 0,-1 0 1 0 0,1 0 0 0 0,0 1-1 0 0,-1-1 1 0 0,1 0-1 0 0,0 0 1 0 0,0 0 0 0 0,-1 0-1 0 0,1 0 1 0 0,0 1 0 0 0,0-1-1 0 0,-1 0 1 0 0,1 0 0 0 0,0 0-1 0 0,0 1 1 0 0,0-1 0 0 0,-1 0-1 0 0,1 0 1 0 0,0 1 0 0 0,0-1-1 0 0,0 0 1 0 0,0 1 0 0 0,-1-1-1 0 0,1 0 1 0 0,0 0 0 0 0,0 1-1 0 0,0-1 1 0 0,0 0 0 0 0,0 1-1 0 0,0-1 1 0 0,0 0 0 0 0,0 1-1 0 0,0-1 1 0 0,0 0 0 0 0,0 0-1 0 0,0 1 1 0 0,0-1 0 0 0,0 0-1 0 0,1 1 1 0 0,-1-1 0 0 0,0 0-1 0 0,0 1 1 0 0,0-1-1 0 0,17 9 873 0 0,27-1-164 0 0,44-3 124 0 0,0-4 0 0 0,133-16 0 0 0,176-47 330 0 0,-328 50-984 0 0,624-114 1267 0 0,965-157 426 0 0,-1579 272-1855 0 0,2513-345 2950 0 0,-1883 256-1765 0 0,-656 91-579 0 0,-188 8-709 0 0,115 2-817 0 0,-1 1 1 0 0,1 1-1 0 0,0 0 1 0 0,-39 13-1 0 0,37-5-2607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13.1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294 320 876 0 0,'-5'-3'292'0'0,"0"0"-1"0"0,-1 0 1 0 0,0 0-1 0 0,1 1 1 0 0,-1 0-1 0 0,0 0 1 0 0,0 1-1 0 0,0-1 1 0 0,0 1-1 0 0,0 1 1 0 0,-1-1 0 0 0,1 1-1 0 0,0 0 1 0 0,0 1-1 0 0,0-1 1 0 0,0 1-1 0 0,0 0 1 0 0,-9 3-1 0 0,7-1-118 0 0,0 1-1 0 0,0 0 1 0 0,1 0-1 0 0,-1 1 0 0 0,1 0 1 0 0,0 0-1 0 0,1 0 1 0 0,-1 1-1 0 0,1 0 1 0 0,0 0-1 0 0,1 1 0 0 0,-10 13 1 0 0,5-5 66 0 0,0 0 1 0 0,2 0-1 0 0,-1 1 1 0 0,2 0-1 0 0,0 0 1 0 0,1 1-1 0 0,1 0 1 0 0,-6 33 0 0 0,10-40-187 0 0,0-1 1 0 0,1 1 0 0 0,1 0-1 0 0,-1 0 1 0 0,2-1-1 0 0,-1 1 1 0 0,1 0 0 0 0,1-1-1 0 0,0 0 1 0 0,0 1 0 0 0,1-1-1 0 0,0 0 1 0 0,0-1 0 0 0,1 1-1 0 0,0-1 1 0 0,1 0 0 0 0,11 14-1 0 0,-8-13-31 0 0,-1 0-1 0 0,1-1 0 0 0,1 0 0 0 0,-1-1 1 0 0,1 0-1 0 0,1 0 0 0 0,-1-1 0 0 0,1 0 0 0 0,0-1 1 0 0,0-1-1 0 0,1 1 0 0 0,16 3 0 0 0,-11-5-53 0 0,0 0-1 0 0,0-2 1 0 0,0 1-1 0 0,0-2 1 0 0,1 0-1 0 0,-1-2 1 0 0,0 1-1 0 0,22-7 1 0 0,-17 3-37 0 0,-1-1-1 0 0,0-1 1 0 0,0-1 0 0 0,-1-1-1 0 0,0 0 1 0 0,0-2 0 0 0,-1 0-1 0 0,-1-2 1 0 0,0 0 0 0 0,-1 0 0 0 0,0-2-1 0 0,-1 0 1 0 0,0-1 0 0 0,16-22-1 0 0,-13 6 96 0 0,-1 0-1 0 0,26-69 0 0 0,-25 57 223 0 0,-19 42-238 0 0,0 1 0 0 0,0-1 0 0 0,1 1 0 0 0,-1-1 0 0 0,1 1 0 0 0,0-1 0 0 0,-1 1 0 0 0,1 0 0 0 0,0-1 0 0 0,0 1 0 0 0,0 0 0 0 0,0-1 0 0 0,0 1 0 0 0,0 0 0 0 0,0 0 0 0 0,0 0 0 0 0,3-2 0 0 0,2 26 39 0 0,-1 3-34 0 0,2 19 52 0 0,-2 0-1 0 0,-1 0 1 0 0,-4 46 0 0 0,0-84-40 0 0,0 24 409 0 0,-1-44 665 0 0,0-53-257 0 0,2 44-768 0 0,1 0 0 0 0,1 0 0 0 0,0 1 0 0 0,2-1 0 0 0,0 1 0 0 0,13-30 0 0 0,-17 47-75 0 0,1 1 1 0 0,-1 0-1 0 0,1 0 0 0 0,0 0 0 0 0,0 0 0 0 0,0 0 0 0 0,0 1 0 0 0,0-1 0 0 0,0 0 0 0 0,1 1 0 0 0,0 0 0 0 0,-1-1 1 0 0,1 1-1 0 0,0 0 0 0 0,0 1 0 0 0,0-1 0 0 0,4-1 0 0 0,-5 2-4 0 0,1 1-1 0 0,0 0 1 0 0,-1 0 0 0 0,1 0-1 0 0,-1 0 1 0 0,1 0 0 0 0,0 1-1 0 0,-1-1 1 0 0,1 1 0 0 0,-1 0-1 0 0,1 0 1 0 0,-1 0-1 0 0,1 0 1 0 0,-1 0 0 0 0,0 0-1 0 0,1 0 1 0 0,-1 1 0 0 0,0-1-1 0 0,0 1 1 0 0,0 0 0 0 0,0 0-1 0 0,0 0 1 0 0,1 2 0 0 0,41 46-63 0 0,-33-36-66 0 0,0-1 0 0 0,1 1 0 0 0,1-2 0 0 0,25 20 0 0 0,-30-26 66 0 0,-7-5 59 0 0,1 0 0 0 0,-1 0 0 0 0,0 0 0 0 0,1 0 0 0 0,-1 0 0 0 0,0 0 0 0 0,1-1 0 0 0,-1 1 0 0 0,1 0 1 0 0,-1-1-1 0 0,1 1 0 0 0,-1-1 0 0 0,1 1 0 0 0,0-1 0 0 0,-1 0 0 0 0,1 0 0 0 0,0 0 0 0 0,-1 0 0 0 0,1 0 0 0 0,-1 0 0 0 0,1 0 0 0 0,0 0 1 0 0,-1-1-1 0 0,1 1 0 0 0,-1 0 0 0 0,1-1 0 0 0,0 0 0 0 0,-1 1 0 0 0,0-1 0 0 0,1 0 0 0 0,-1 0 0 0 0,1 0 0 0 0,-1 0 0 0 0,0 0 0 0 0,0 0 0 0 0,2-2 1 0 0,5-4 23 0 0,-1 0 1 0 0,0 0-1 0 0,-1 0 1 0 0,1-1-1 0 0,-2 0 1 0 0,1-1-1 0 0,-1 1 1 0 0,0-1 0 0 0,-1 0-1 0 0,6-16 1 0 0,-6 13 43 0 0,2 0 1 0 0,-1 0-1 0 0,2 1 1 0 0,-1 0 0 0 0,12-14-1 0 0,-18 25-62 0 0,1-1 0 0 0,0 1 0 0 0,-1-1-1 0 0,1 1 1 0 0,0 0 0 0 0,0-1 0 0 0,-1 1 0 0 0,1 0-1 0 0,0-1 1 0 0,0 1 0 0 0,0 0 0 0 0,-1 0 0 0 0,1 0-1 0 0,0 0 1 0 0,0 0 0 0 0,0 0 0 0 0,-1 0-1 0 0,1 0 1 0 0,0 0 0 0 0,0 0 0 0 0,0 0 0 0 0,-1 0-1 0 0,1 1 1 0 0,0-1 0 0 0,0 0 0 0 0,-1 1 0 0 0,1-1-1 0 0,0 0 1 0 0,0 1 0 0 0,-1-1 0 0 0,1 1 0 0 0,0-1-1 0 0,-1 1 1 0 0,1-1 0 0 0,-1 1 0 0 0,1 0 0 0 0,-1-1-1 0 0,1 1 1 0 0,-1 0 0 0 0,1-1 0 0 0,-1 1-1 0 0,0 0 1 0 0,1 0 0 0 0,22 39-89 0 0,-20-35 55 0 0,16 32-143 0 0,62 111-1786 0 0,-36-66-1457 0 0,-44-81 3400 0 0,-1-1 0 0 0,1 0 0 0 0,-1 0 0 0 0,1 0 0 0 0,-1 0 0 0 0,0 0 0 0 0,1 0 0 0 0,-1 0 0 0 0,1 0 0 0 0,-1 0 0 0 0,1 0 0 0 0,-1 0 0 0 0,1 0 0 0 0,-1 0 0 0 0,1 0 0 0 0,-1 0 0 0 0,0 0 0 0 0,1 0 0 0 0,-1-1 0 0 0,1 1 0 0 0,-1 0 0 0 0,1 0 0 0 0,-1 0 0 0 0,0-1 0 0 0,1 1 0 0 0,-1 0 0 0 0,0-1 0 0 0,1 1 0 0 0,-1 0 0 0 0,0-1 0 0 0,1 1 0 0 0,-1 0 0 0 0,0-1 0 0 0,0 1 0 0 0,0-1 0 0 0,1 1 0 0 0,-1 0 0 0 0,0-1 0 0 0,0 1 0 0 0,0-1 0 0 0,0 0 0 0 0,12-18-224 0 0,0-17 342 0 0,-2 1 0 0 0,-2-2-1 0 0,-1 1 1 0 0,-2-1 0 0 0,1-51-1 0 0,8-53 1413 0 0,-14 140-1469 0 0,0 0 1 0 0,0-1-1 0 0,0 1 1 0 0,0 0-1 0 0,0-1 1 0 0,0 1 0 0 0,1-1-1 0 0,-1 1 1 0 0,0 0-1 0 0,1 0 1 0 0,-1-1-1 0 0,1 1 1 0 0,-1 0 0 0 0,1 0-1 0 0,0-1 1 0 0,-1 1-1 0 0,1 0 1 0 0,0 0-1 0 0,0 0 1 0 0,0 0 0 0 0,0 0-1 0 0,0 0 1 0 0,0 0-1 0 0,0 1 1 0 0,0-1-1 0 0,0 0 1 0 0,3-1 0 0 0,-2 3-21 0 0,0-1 1 0 0,-1 1 0 0 0,1-1 0 0 0,0 1 0 0 0,0 0 0 0 0,-1 0 0 0 0,1 0-1 0 0,-1 0 1 0 0,1 0 0 0 0,-1 0 0 0 0,1 0 0 0 0,-1 0 0 0 0,1 0 0 0 0,-1 1-1 0 0,0-1 1 0 0,0 1 0 0 0,1 1 0 0 0,9 11 33 0 0,-2 0-1 0 0,0 1 1 0 0,8 17 0 0 0,7 27 91 0 0,-2 0 0 0 0,15 64 1 0 0,-31-95 21 0 0,-2 0 1 0 0,-1 0 0 0 0,-1 44-1 0 0,-2-72-154 0 0,0 1-1 0 0,0-1 0 0 0,0 0 1 0 0,0 0-1 0 0,-1 0 0 0 0,1 0 0 0 0,0 1 1 0 0,0-1-1 0 0,0 0 0 0 0,0 0 0 0 0,0 0 1 0 0,0 1-1 0 0,-1-1 0 0 0,1 0 1 0 0,0 0-1 0 0,0 0 0 0 0,0 0 0 0 0,-1 0 1 0 0,1 0-1 0 0,0 0 0 0 0,0 1 0 0 0,0-1 1 0 0,-1 0-1 0 0,1 0 0 0 0,0 0 1 0 0,0 0-1 0 0,0 0 0 0 0,-1 0 0 0 0,1 0 1 0 0,0 0-1 0 0,0 0 0 0 0,-1 0 0 0 0,1 0 1 0 0,0 0-1 0 0,0 0 0 0 0,0 0 1 0 0,-1 0-1 0 0,1-1 0 0 0,0 1 0 0 0,0 0 1 0 0,0 0-1 0 0,-1 0 0 0 0,1 0 0 0 0,0 0 1 0 0,0 0-1 0 0,0-1 0 0 0,0 1 1 0 0,-1 0-1 0 0,-7-10 57 0 0,0-1 1 0 0,1 0-1 0 0,0 0 1 0 0,1 0-1 0 0,0-1 0 0 0,1 0 1 0 0,0 0-1 0 0,1 0 1 0 0,-4-19-1 0 0,0-3 21 0 0,2-1 0 0 0,-3-44 1 0 0,9 65-62 0 0,0 1 0 0 0,0 0 0 0 0,1-1 0 0 0,1 1 1 0 0,0 0-1 0 0,1 0 0 0 0,1 0 0 0 0,0 1 1 0 0,10-24-1 0 0,-11 31-42 0 0,-1 1 0 0 0,0 0 0 0 0,1 0 0 0 0,0-1 0 0 0,0 2 1 0 0,0-1-1 0 0,0 0 0 0 0,1 1 0 0 0,-1-1 0 0 0,1 1 0 0 0,0 0 0 0 0,0 0 0 0 0,0 0 1 0 0,0 1-1 0 0,1 0 0 0 0,-1 0 0 0 0,1 0 0 0 0,-1 0 0 0 0,1 0 0 0 0,0 1 0 0 0,-1 0 1 0 0,1 0-1 0 0,0 0 0 0 0,0 1 0 0 0,0 0 0 0 0,0 0 0 0 0,0 0 0 0 0,0 0 0 0 0,5 2 1 0 0,-6-1-8 0 0,-2 0 1 0 0,1 0-1 0 0,0 0 1 0 0,0 1-1 0 0,0-1 1 0 0,0 1-1 0 0,-1 0 1 0 0,1 0-1 0 0,-1 0 1 0 0,1 0-1 0 0,-1 0 1 0 0,0 0-1 0 0,0 1 1 0 0,0-1-1 0 0,0 1 1 0 0,0-1-1 0 0,-1 1 1 0 0,1 0-1 0 0,-1 0 1 0 0,0 0-1 0 0,0-1 1 0 0,0 1-1 0 0,0 0 1 0 0,0 1-1 0 0,0-1 1 0 0,-1 0-1 0 0,0 0 1 0 0,1 0 0 0 0,-2 5-1 0 0,2 5-19 0 0,-1 0-1 0 0,-1 0 1 0 0,0-1-1 0 0,-1 1 1 0 0,-6 23-1 0 0,-14 23-73 0 0,17-49 89 0 0,0 1 0 0 0,1-1 0 0 0,0 1 0 0 0,0 0-1 0 0,1 0 1 0 0,1 0 0 0 0,0 0 0 0 0,1 0 0 0 0,0 1 0 0 0,0-1 0 0 0,1 0 0 0 0,2 16-1 0 0,-1-25 8 0 0,-1 0-1 0 0,1 1 1 0 0,0-1-1 0 0,0 0 0 0 0,0 0 1 0 0,0 0-1 0 0,0 0 0 0 0,0 0 1 0 0,1-1-1 0 0,-1 1 0 0 0,1 0 1 0 0,-1-1-1 0 0,1 1 0 0 0,0-1 1 0 0,-1 1-1 0 0,1-1 0 0 0,0 0 1 0 0,0 1-1 0 0,0-1 0 0 0,2 1 1 0 0,1-1-38 0 0,0 1 1 0 0,1-1-1 0 0,-1 0 1 0 0,0 0-1 0 0,0 0 1 0 0,0-1 0 0 0,1 0-1 0 0,7-1 1 0 0,7-1-183 0 0,-1-2 0 0 0,1 0 1 0 0,28-10-1 0 0,-31 8 183 0 0,0 0 0 0 0,1-1 1 0 0,-2-1-1 0 0,1-1 0 0 0,-2 0 0 0 0,1-1 1 0 0,-1-1-1 0 0,0 0 0 0 0,-1-1 0 0 0,-1 0 1 0 0,0-1-1 0 0,0-1 0 0 0,-2 0 0 0 0,1-1 1 0 0,-2 0-1 0 0,0-1 0 0 0,-1 0 0 0 0,0 0 1 0 0,-2-1-1 0 0,0 0 0 0 0,-1 0 0 0 0,0-1 1 0 0,-1 0-1 0 0,-2 0 0 0 0,4-35 0 0 0,-7 11 400 0 0,-1 33-155 0 0,0-1 0 0 0,1 1 0 0 0,0 0 0 0 0,1 0 0 0 0,0 0 0 0 0,3-11 0 0 0,-4 13 427 0 0,31 73-440 0 0,-4 0-1 0 0,32 119 1 0 0,-47-148-133 0 0,5 34-29 0 0,-12-43 209 0 0,-5-25 104 0 0,-4-10 206 0 0,-25-91-66 0 0,18 57-376 0 0,7 22-48 0 0,1-1 0 0 0,0 0 0 0 0,1-23 1 0 0,-2-13 9 0 0,1 29-4 0 0,1 0 0 0 0,1 0-1 0 0,4-36 1 0 0,-2 54-31 0 0,0 1-1 0 0,0-1 1 0 0,1 0 0 0 0,0 1-1 0 0,1 0 1 0 0,0-1-1 0 0,0 1 1 0 0,0 0-1 0 0,1 1 1 0 0,1-1 0 0 0,-1 1-1 0 0,1-1 1 0 0,0 1-1 0 0,8-8 1 0 0,-11 14-27 0 0,-1 0 0 0 0,0-1 1 0 0,1 1-1 0 0,-1 0 0 0 0,1 0 0 0 0,-1 0 0 0 0,1 0 0 0 0,0 0 1 0 0,-1 0-1 0 0,1 0 0 0 0,0 0 0 0 0,-1 1 0 0 0,1-1 1 0 0,0 1-1 0 0,0-1 0 0 0,0 1 0 0 0,0 0 0 0 0,0 0 1 0 0,-1 0-1 0 0,1 0 0 0 0,0 0 0 0 0,0 0 0 0 0,0 0 0 0 0,0 1 1 0 0,0-1-1 0 0,1 1 0 0 0,0 1-9 0 0,0 0 0 0 0,0 0 0 0 0,0 1 0 0 0,0-1-1 0 0,-1 0 1 0 0,1 1 0 0 0,-1 0 0 0 0,1-1 0 0 0,-1 1 0 0 0,0 0 0 0 0,0 0 0 0 0,2 6 0 0 0,3 7-33 0 0,0 1 0 0 0,-1 0 1 0 0,-1 0-1 0 0,3 23 1 0 0,-6-23 14 0 0,-1-1 1 0 0,-1 0-1 0 0,-4 29 1 0 0,3-34 39 0 0,-1 0 0 0 0,1 0 0 0 0,1 1 1 0 0,0-1-1 0 0,1 0 0 0 0,0 0 0 0 0,0 0 0 0 0,1 0 1 0 0,1 0-1 0 0,5 13 0 0 0,-7-21 7 0 0,1 0 1 0 0,0 0-1 0 0,0 0 1 0 0,1 0-1 0 0,-1-1 1 0 0,1 1-1 0 0,-1-1 1 0 0,1 0-1 0 0,0 1 0 0 0,0-1 1 0 0,0-1-1 0 0,0 1 1 0 0,0 0-1 0 0,0-1 1 0 0,0 1-1 0 0,1-1 1 0 0,-1 0-1 0 0,0 0 1 0 0,7 1-1 0 0,6 0-90 0 0,0-1 0 0 0,0 0-1 0 0,18-2 1 0 0,-9 1-162 0 0,16-1-563 0 0,0-2 0 0 0,62-13 1 0 0,-63 7-2183 0 0,42-15 1 0 0,-40 7 198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13.5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82 168 0 0,'-6'-1'304'0'0,"4"1"166"0"0,0 0 0 0 0,0-1 0 0 0,0 1 0 0 0,0 0 0 0 0,0-1 0 0 0,0 1 0 0 0,0-1 0 0 0,0 0 0 0 0,1 0 0 0 0,-1 0 0 0 0,0 1 0 0 0,0-2 1 0 0,1 1-1 0 0,-1 0 0 0 0,1 0 0 0 0,-1 0 0 0 0,-2-4 789 0 0,44-19 877 0 0,-9 15-2347 0 0,0 1 1 0 0,0 1-1 0 0,38-3 0 0 0,40 4-6345 0 0,-89 7 4049 0 0</inkml:trace>
  <inkml:trace contextRef="#ctx0" brushRef="#br0" timeOffset="1">167 253 68 0 0,'42'-21'7035'0'0,"72"-18"-6419"0"0,2-1-1904 0 0,-28 5-1891 0 0,-46 16 1347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13.9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4 0 0,'4'14'9457'0'0,"12"50"-6679"0"0,43 113 786 0 0,-50-143-3539 0 0,-2 1 0 0 0,-1 0 0 0 0,2 44 0 0 0,-2 63-3326 0 0,-4-121 1513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14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0 131 668 0 0,'6'0'4814'0'0,"-6"-1"-4714"0"0,6 19 1249 0 0,-2 30-225 0 0,2-1 1 0 0,2 1-1 0 0,2-2 0 0 0,3 1 1 0 0,18 47-1 0 0,-28-87-1045 0 0,1 0 0 0 0,-1 0-1 0 0,1-1 1 0 0,0 1 0 0 0,1-1-1 0 0,-1 0 1 0 0,1 0 0 0 0,0-1 0 0 0,1 1-1 0 0,7 5 1 0 0,-11-9-72 0 0,0-1 1 0 0,1 0-1 0 0,-1 1 1 0 0,0-1-1 0 0,1 0 1 0 0,-1-1-1 0 0,1 1 1 0 0,-1 0-1 0 0,1-1 0 0 0,-1 1 1 0 0,1-1-1 0 0,0 0 1 0 0,-1 1-1 0 0,1-1 1 0 0,0-1-1 0 0,-1 1 1 0 0,1 0-1 0 0,-1-1 0 0 0,1 1 1 0 0,-1-1-1 0 0,1 0 1 0 0,-1 0-1 0 0,1 0 1 0 0,-1 0-1 0 0,0 0 1 0 0,1 0-1 0 0,-1-1 0 0 0,0 1 1 0 0,0-1-1 0 0,0 0 1 0 0,0 1-1 0 0,3-5 1 0 0,-1 1-33 0 0,1 0 0 0 0,-2 0 1 0 0,1-1-1 0 0,-1 1 0 0 0,0-1 1 0 0,0 0-1 0 0,0 0 0 0 0,-1 0 1 0 0,0 0-1 0 0,0-1 1 0 0,0 1-1 0 0,-1 0 0 0 0,0-1 1 0 0,0 1-1 0 0,-1-1 0 0 0,0 1 1 0 0,-1-11-1 0 0,-2-9-155 0 0,0 0 0 0 0,-15-48 0 0 0,11 48-76 0 0,-2 0 0 0 0,-1 0 0 0 0,-2 1 0 0 0,0 1 0 0 0,-1 0 0 0 0,-2 0 0 0 0,0 1 0 0 0,-1 1-1 0 0,-20-20 1 0 0,33 40 53 0 0,0-1 0 0 0,0 0 0 0 0,-1 1 0 0 0,1 0 0 0 0,-1 0 1 0 0,0 0-1 0 0,1 0 0 0 0,-5-1 0 0 0,-11-4-3423 0 0,12 5 1780 0 0,-6-3-372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14.6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4 118 460 0 0,'0'-9'8443'0'0,"-3"61"-6837"0"0,5 74-1 0 0,0-103-1368 0 0,1-1 0 0 0,1 1-1 0 0,1 0 1 0 0,1-1-1 0 0,17 42 1 0 0,64 116 732 0 0,-86-178-971 0 0,4 7-157 0 0,0 0-1 0 0,-1 0 0 0 0,0 0 1 0 0,-1 0-1 0 0,0 1 0 0 0,0-1 1 0 0,1 12-1 0 0,-4-20-209 0 0,-23-21-7406 0 0,12 6 4919 0 0</inkml:trace>
  <inkml:trace contextRef="#ctx0" brushRef="#br0" timeOffset="1">122 210 484 0 0,'1'-8'546'0'0,"0"0"1"0"0,0 0-1 0 0,0 0 0 0 0,1 0 0 0 0,0 1 0 0 0,1-1 1 0 0,0 1-1 0 0,0-1 0 0 0,0 1 0 0 0,1 0 1 0 0,0 0-1 0 0,0 1 0 0 0,1-1 0 0 0,0 1 1 0 0,0 0-1 0 0,1 0 0 0 0,-1 0 0 0 0,1 1 1 0 0,1 0-1 0 0,-1 0 0 0 0,1 1 0 0 0,-1 0 1 0 0,12-6-1 0 0,-3 3-539 0 0,1 0-1 0 0,-1 0 1 0 0,2 1 0 0 0,18-4 0 0 0,-16 7-1913 0 0,-1-1 0 0 0,1 2 0 0 0,22 0 1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24.3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7 495 900 0 0,'-2'5'5595'0'0,"1"-5"-5420"0"0,1 1 0 0 0,-1-1 0 0 0,1 1 0 0 0,0-1 0 0 0,-1 1 0 0 0,1 0 1 0 0,0-1-1 0 0,-1 1 0 0 0,1-1 0 0 0,0 1 0 0 0,0 0 0 0 0,0-1 0 0 0,0 1 1 0 0,0 0-1 0 0,-1-1 0 0 0,1 1 0 0 0,0 0 0 0 0,1-1 0 0 0,-1 1 0 0 0,0 0 0 0 0,0-1 1 0 0,0 1-1 0 0,0 0 0 0 0,1 0 0 0 0,15 1 289 0 0,1 0 0 0 0,-1-2-1 0 0,1 0 1 0 0,-1 0 0 0 0,20-5 0 0 0,88-18 379 0 0,-100 18-619 0 0,300-66 1180 0 0,1-8-299 0 0,300-63 419 0 0,-270 71-832 0 0,525-48 581 0 0,-877 119-1269 0 0,20-3 62 0 0,1 2 0 0 0,0 1 0 0 0,0 0-1 0 0,26 5 1 0 0,-49 0-1288 0 0,-12 1 523 0 0,-15 5-796 0 0,-59 10-8514 0 0,56-13 5720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3:24.7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153 223 16586 0 0,'-30'15'-16'0'0,"6"-3"98"0"0,0 2 0 0 0,1 0 0 0 0,-28 22 0 0 0,51-36-63 0 0,0 1 1 0 0,0-1 0 0 0,1 1 0 0 0,-1-1-1 0 0,0 0 1 0 0,1 1 0 0 0,-1-1 0 0 0,0 0-1 0 0,1 1 1 0 0,-1-1 0 0 0,1 0 0 0 0,-1 0-1 0 0,0 1 1 0 0,1-1 0 0 0,-1 0 0 0 0,1 0-1 0 0,-1 0 1 0 0,1 0 0 0 0,-1 0 0 0 0,1 0-1 0 0,-1 1 1 0 0,0-1 0 0 0,1 0 0 0 0,-1 0-1 0 0,1 0 1 0 0,-1-1 0 0 0,1 1 0 0 0,-1 0-1 0 0,1 0 1 0 0,-1 0 0 0 0,1 0 0 0 0,-1 0-1 0 0,0 0 1 0 0,1-1 0 0 0,20 1 187 0 0,743-164 1261 0 0,-624 131-1860 0 0,83-22-1728 0 0,-76 14-3199 0 0,-116 29 992 0 0,-4 0 329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12.4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21 436 0 0,'0'0'3211'0'0,"30"-21"841"0"0,71 25-2922 0 0,-52-1-916 0 0,84-6 0 0 0,-101 2-14 0 0,-10 1-50 0 0,-8-1 1 0 0,-6 0-1302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6:09.0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 0 13957 0 0,'-10'6'1144'0'0,"4"-3"-680"0"0,-2 1 0 0 0,0-4 1293 0 0,-7-7-1145 0 0,7 3-396 0 0,-4 2-1772 0 0,-2 2-1289 0 0,-3 8-3079 0 0,-3 1 1363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00.2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16 48 0 0,'5'-16'16340'0'0,"35"173"-16081"0"0,-29-103 12 0 0,-2-1 0 0 0,-2 1 0 0 0,0 92 1 0 0,0-8 212 0 0,-2 84 322 0 0,2 20 269 0 0,10 77 1115 0 0,-12-162-1113 0 0,1 124 623 0 0,-4-131-1288 0 0,-1-143-385 0 0,0 1 0 0 0,-1 0 0 0 0,0 0 0 0 0,-1 0 0 0 0,-1 12 0 0 0,2-30-2074 0 0,0-37-2829 0 0,-4 17-6050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00.6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0 548 0 0,'-4'2'699'0'0,"0"-1"0"0"0,1 1 0 0 0,-1 0-1 0 0,0 1 1 0 0,1-1 0 0 0,-1 1 0 0 0,1-1 0 0 0,0 1 0 0 0,-3 3-1 0 0,6-5-578 0 0,-1-1-1 0 0,1 1 1 0 0,0-1-1 0 0,0 0 0 0 0,-1 1 1 0 0,1-1-1 0 0,0 1 1 0 0,0-1-1 0 0,0 1 0 0 0,0-1 1 0 0,0 0-1 0 0,0 1 1 0 0,-1-1-1 0 0,1 1 0 0 0,0-1 1 0 0,0 1-1 0 0,0-1 1 0 0,1 1-1 0 0,-1-1 0 0 0,0 1 1 0 0,0-1-1 0 0,0 0 1 0 0,0 1-1 0 0,0-1 0 0 0,0 1 1 0 0,1-1-1 0 0,-1 1 1 0 0,0-1-1 0 0,0 0 0 0 0,1 1 1 0 0,23 10 1002 0 0,60 1-391 0 0,0-2 1 0 0,113-4-1 0 0,-67-2-1775 0 0,-48-2-247 0 0,-16 1-1207 0 0,-22-1-2109 0 0,-26-2 1729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00.9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137 1 420 0 0,'-27'23'6773'0'0,"53"-13"-3906"0"0,-6-7-2589 0 0,0 0-1 0 0,42-1 1 0 0,18 2-1486 0 0,-71-3 378 0 0,0 0 0 0 0,-1 1 0 0 0,1 0 0 0 0,0 1 0 0 0,-1 0 1 0 0,13 6-1 0 0,-12-4-1354 0 0</inkml:trace>
  <inkml:trace contextRef="#ctx0" brushRef="#br0" timeOffset="1">104 392 704 0 0,'-62'40'3781'0'0,"20"-11"2087"0"0,45-28-5207 0 0,6 2-422 0 0,1 0 0 0 0,-1-1 0 0 0,1-1 0 0 0,-1 0 0 0 0,1 0 0 0 0,0-1-1 0 0,12-1 1 0 0,75-10 121 0 0,-80 9-306 0 0,101-13-542 0 0,-13 3-1923 0 0,-35 1-2386 0 0,-29 4 1622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26.6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1 435 868 0 0,'0'0'3187'0'0,"20"-21"-421"0"0,18-42 996 0 0,37-85 0 0 0,28-47-1222 0 0,-103 195-2540 0 0,1-1 0 0 0,-1 0-1 0 0,0 1 1 0 0,1-1 0 0 0,-1 1 0 0 0,1 0 0 0 0,-1-1 0 0 0,0 1-1 0 0,1-1 1 0 0,-1 1 0 0 0,1 0 0 0 0,-1-1 0 0 0,1 1 0 0 0,0 0 0 0 0,-1-1-1 0 0,1 1 1 0 0,-1 0 0 0 0,1 0 0 0 0,-1 0 0 0 0,1-1 0 0 0,0 1-1 0 0,-1 0 1 0 0,1 0 0 0 0,0 0 0 0 0,-1 0 0 0 0,1 0 0 0 0,-1 0 0 0 0,1 0-1 0 0,0 0 1 0 0,-1 0 0 0 0,1 1 0 0 0,-1-1 0 0 0,2 0 0 0 0,20 18-7 0 0,10 30 14 0 0,-12-8-36 0 0,25 74-1 0 0,7 15 4 0 0,-42-109 73 0 0,1-1 1 0 0,0 0-1 0 0,15 17 0 0 0,-25-35-26 0 0,0 0 0 0 0,0 0 0 0 0,0-1 1 0 0,0 1-1 0 0,0-1 0 0 0,1 1 0 0 0,-1-1 0 0 0,0 1 0 0 0,0-1 0 0 0,1 1 0 0 0,-1-1 0 0 0,0 0 0 0 0,1 0 0 0 0,-1 0 0 0 0,0 0 0 0 0,1 0 0 0 0,-1 0 1 0 0,0 0-1 0 0,1 0 0 0 0,-1-1 0 0 0,0 1 0 0 0,0 0 0 0 0,1-1 0 0 0,-1 1 0 0 0,0-1 0 0 0,0 1 0 0 0,0-1 0 0 0,0 0 0 0 0,1 1 0 0 0,-1-1 0 0 0,0 0 1 0 0,0 0-1 0 0,0 0 0 0 0,-1 0 0 0 0,1 0 0 0 0,2-2 0 0 0,38-44 140 0 0,-35 40-86 0 0,25-36 69 0 0,45-85 1 0 0,-43 70-99 0 0,-28 49-50 0 0,1-4-42 0 0,1 1 1 0 0,1-1 0 0 0,0 1-1 0 0,0 0 1 0 0,2 1 0 0 0,-1 0 0 0 0,1 1-1 0 0,15-12 1 0 0,-24 21-74 0 0,2 1 97 0 0,-1 1 0 0 0,1 0 0 0 0,0 0 0 0 0,-1 0 0 0 0,1 0 0 0 0,-1 0 0 0 0,1 0 0 0 0,-1 0 0 0 0,0 1 0 0 0,1 0 0 0 0,-1-1 0 0 0,0 1 0 0 0,0 0 0 0 0,0 0 0 0 0,0 0 0 0 0,-1 0 0 0 0,1 0 0 0 0,0 0 0 0 0,-1 1 0 0 0,0-1 0 0 0,2 3 0 0 0,25 59-217 0 0,-24-56 202 0 0,42 144-281 0 0,-34-106 228 0 0,2 0 0 0 0,39 85 1 0 0,-50-124 66 0 0,1 1 1 0 0,0-1 0 0 0,1 0-1 0 0,0-1 1 0 0,6 8 0 0 0,-10-13 18 0 0,1 1 1 0 0,0-1 0 0 0,-1 0 0 0 0,1 1 0 0 0,0-1 0 0 0,0 0 0 0 0,-1 0 0 0 0,1 0 0 0 0,0-1 0 0 0,0 1 0 0 0,0 0 0 0 0,0-1-1 0 0,0 1 1 0 0,0-1 0 0 0,0 0 0 0 0,1 1 0 0 0,-1-1 0 0 0,0 0 0 0 0,0 0 0 0 0,0-1 0 0 0,0 1 0 0 0,0 0 0 0 0,0-1 0 0 0,4 0-1 0 0,12-7-2 0 0,-1-1-1 0 0,0 0 1 0 0,0-1-1 0 0,0-1 1 0 0,-1 0-1 0 0,-1-1 1 0 0,0-1-1 0 0,15-17 0 0 0,-8 10-27 0 0,0 0 0 0 0,38-24-1 0 0,-46 34 19 0 0,0 1 0 0 0,2 1-1 0 0,-1 1 1 0 0,1 0-1 0 0,-1 1 1 0 0,2 1-1 0 0,-1 0 1 0 0,1 1-1 0 0,-1 1 1 0 0,1 0 0 0 0,0 2-1 0 0,0 0 1 0 0,0 0-1 0 0,27 4 1 0 0,34 11-31 0 0,138 42-1 0 0,0 1 45 0 0,242 0 119 0 0,-166-27-70 0 0,167 15 202 0 0,-380-39-152 0 0,150-8 0 0 0,-213 1 16 0 0,1 0 0 0 0,-1-2 0 0 0,0 0 0 0 0,0-1 0 0 0,18-7 0 0 0,-33 11-88 0 0,15-9-1484 0 0,-33 9 1432 0 0,12 0 10 0 0,-19-3-84 0 0,9-3 64 0 0,-2 1 0 0 0,-30-7 0 0 0,7 2-700 0 0,-13-7-2405 0 0,-106-17-1 0 0,153 33 2945 0 0,-8-2-67 0 0,-61-5-729 0 0,101 11 2052 0 0,0 1-1 0 0,-1 2 1 0 0,29 10 0 0 0,75 15-3240 0 0,-94-27-2199 0 0,-18-1 1854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15.6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21 419 968 0 0,'-11'-8'4817'0'0,"7"23"-2274"0"0,4-9-3040 0 0,-4 34 1339 0 0,3 1-1 0 0,5 63 1 0 0,-2-74-527 0 0,2 26 201 0 0,2 0 0 0 0,3-1-1 0 0,20 69 1 0 0,-22-100-362 0 0,1 1-1 0 0,1-2 0 0 0,2 1 1 0 0,0-1-1 0 0,1 0 1 0 0,2-2-1 0 0,0 1 0 0 0,1-1 1 0 0,25 26-1 0 0,-34-41-107 0 0,1 0 1 0 0,0 0-1 0 0,-1-1 1 0 0,2 0-1 0 0,-1 0 0 0 0,1 0 1 0 0,-1-1-1 0 0,1 0 0 0 0,1-1 1 0 0,-1 0-1 0 0,0 0 1 0 0,1-1-1 0 0,-1 0 0 0 0,1 0 1 0 0,14 1-1 0 0,-12-4-10 0 0,0 1 1 0 0,0-2-1 0 0,-1 1 0 0 0,1-1 0 0 0,-1-1 0 0 0,1 0 0 0 0,-1-1 0 0 0,0 1 1 0 0,0-2-1 0 0,0 0 0 0 0,12-8 0 0 0,-3 0 0 0 0,0-2 1 0 0,-1 0-1 0 0,0-1 0 0 0,-2 0 1 0 0,1-2-1 0 0,-2 0 0 0 0,-1-1 1 0 0,0 0-1 0 0,-1-1 0 0 0,19-41 0 0 0,-20 31-33 0 0,-2 0-1 0 0,-2-1 0 0 0,0 0 0 0 0,-2 0 0 0 0,-1 0 0 0 0,0-38 0 0 0,-12-191-113 0 0,3 224 84 0 0,-1 0 0 0 0,-1 0 0 0 0,-2 0-1 0 0,-2 1 1 0 0,-1 0 0 0 0,-2 1 0 0 0,-33-65-1 0 0,40 90 17 0 0,0 0-1 0 0,-1 0 0 0 0,0 0 0 0 0,0 1 0 0 0,-1 0 0 0 0,0 0 0 0 0,0 1 0 0 0,-1 0 0 0 0,0 0 0 0 0,0 1 0 0 0,-1 0 1 0 0,0 1-1 0 0,0 0 0 0 0,0 0 0 0 0,-12-2 0 0 0,15 5 6 0 0,-1 0-1 0 0,0 0 1 0 0,0 1 0 0 0,0 1 0 0 0,1-1-1 0 0,-1 1 1 0 0,0 1 0 0 0,0-1 0 0 0,0 2-1 0 0,0-1 1 0 0,1 1 0 0 0,-1 0 0 0 0,1 0 0 0 0,-1 1-1 0 0,1 0 1 0 0,0 0 0 0 0,0 1 0 0 0,0 0-1 0 0,0 0 1 0 0,1 0 0 0 0,0 1 0 0 0,-8 7-1 0 0,0 2 9 0 0,1 0 0 0 0,1 1-1 0 0,0 1 1 0 0,1-1 0 0 0,0 2-1 0 0,1 0 1 0 0,1 0-1 0 0,1 0 1 0 0,1 1 0 0 0,0 0-1 0 0,1 1 1 0 0,-6 37-1 0 0,9-43 49 0 0,2 0-1 0 0,0 1 1 0 0,0-1-1 0 0,1 0 0 0 0,1 0 1 0 0,0 0-1 0 0,1 1 1 0 0,1-1-1 0 0,0-1 0 0 0,0 1 1 0 0,1 0-1 0 0,1-1 0 0 0,0 0 1 0 0,1 0-1 0 0,0 0 1 0 0,1-1-1 0 0,0 0 0 0 0,1 0 1 0 0,17 19-1 0 0,-5-12 79 0 0,1 0 0 0 0,0-2 1 0 0,1-1-1 0 0,1 0 0 0 0,0-2 0 0 0,1-1 0 0 0,0 0 0 0 0,30 8 0 0 0,28 5 219 0 0,103 18-1 0 0,57 16-1695 0 0,-184-33-486 0 0,-34-5-794 0 0,-23-20 2303 0 0,-1 0-1 0 0,1 1 1 0 0,0-1-1 0 0,-1 0 1 0 0,1 0-1 0 0,-1 1 0 0 0,0-1 1 0 0,1 0-1 0 0,-1 1 1 0 0,0-1-1 0 0,0 0 1 0 0,1 1-1 0 0,-1-1 1 0 0,0 0-1 0 0,-1 1 1 0 0,1-1-1 0 0,0 0 1 0 0,-1 3-1 0 0,-3 10-3066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16.0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29 712 544 0 0,'-28'22'6554'0'0,"64"-36"-1326"0"0,-14 5-5796 0 0,1132-430 8925 0 0,-527 234-5351 0 0,-525 173-3094 0 0,-88 28-215 0 0,-8 3-63 0 0,-1 0 1 0 0,0 0-1 0 0,0-1 1 0 0,0 0 0 0 0,0 0-1 0 0,0 0 1 0 0,0 0-1 0 0,-1-1 1 0 0,1 0-1 0 0,-1 0 1 0 0,7-5-1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28.2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32 380 0 0,'-1'-13'3211'0'0,"1"-6"4483"0"0,6 32-5162 0 0,18 80 452 0 0,19 167-1 0 0,-41-166-2341 0 0,-3-52-2577 0 0,13-81-10780 0 0,-10 25 9467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28.6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4 912 0 0,'2'-2'1049'0'0,"-2"2"-899"0"0,1 0 0 0 0,-1-1 0 0 0,1 1 0 0 0,-1 0 0 0 0,0 0 0 0 0,1 0 0 0 0,-1 0 0 0 0,1 0 0 0 0,-1 0 0 0 0,0 0-1 0 0,1 0 1 0 0,-1 0 0 0 0,1 0 0 0 0,5 3 2698 0 0,-5-2-2698 0 0,10 22 1830 0 0,1 29-1241 0 0,-12-50-444 0 0,3 21 393 0 0,-1 1 0 0 0,-2 38 0 0 0,2 33 713 0 0,-2-94-1320 0 0,0 1 1 0 0,0 0-1 0 0,1 0 0 0 0,-1-1 0 0 0,0 1 1 0 0,1 0-1 0 0,-1-1 0 0 0,1 1 0 0 0,0 0 0 0 0,-1-1 1 0 0,1 1-1 0 0,0-1 0 0 0,0 1 0 0 0,0-1 0 0 0,0 1 1 0 0,0-1-1 0 0,1 0 0 0 0,-1 0 0 0 0,0 1 0 0 0,0-1 1 0 0,1 0-1 0 0,-1 0 0 0 0,4 1 0 0 0,-1-1 82 0 0,0 0 0 0 0,0 0 0 0 0,1-1 0 0 0,-1 1-1 0 0,0-1 1 0 0,1 0 0 0 0,8-2 0 0 0,25 1-57 0 0,-28 2-126 0 0,-2 1 0 0 0,1 0 0 0 0,0 0 0 0 0,0 1 0 0 0,-1 0 0 0 0,1 1 0 0 0,-1-1 0 0 0,0 2 0 0 0,0-1 0 0 0,13 10 0 0 0,-19-12-85 0 0,0-1 0 0 0,0 1 0 0 0,0 0-1 0 0,0 0 1 0 0,0-1 0 0 0,-1 1 0 0 0,1 0 0 0 0,-1 0 0 0 0,1 1 0 0 0,-1-1-1 0 0,0 0 1 0 0,0 0 0 0 0,0 1 0 0 0,0-1 0 0 0,0 0 0 0 0,0 1 0 0 0,0-1-1 0 0,-1 1 1 0 0,0 0 0 0 0,1-1 0 0 0,-1 1 0 0 0,0-1 0 0 0,0 1 0 0 0,0-1-1 0 0,-1 1 1 0 0,1-1 0 0 0,-1 1 0 0 0,1-1 0 0 0,-1 1 0 0 0,0-1 0 0 0,0 1-1 0 0,0-1 1 0 0,0 0 0 0 0,0 1 0 0 0,0-1 0 0 0,-1 0 0 0 0,1 0 0 0 0,-1 0-1 0 0,0 0 1 0 0,0 0 0 0 0,1 0 0 0 0,-5 2 0 0 0,0 1-543 0 0,0 0 1 0 0,0 0 0 0 0,-1-1-1 0 0,1 0 1 0 0,-1 0-1 0 0,0-1 1 0 0,0 0 0 0 0,0 0-1 0 0,-1 0 1 0 0,1-1-1 0 0,-14 2 1 0 0,5-1-1822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29.0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1 202 612 0 0,'0'-6'362'0'0,"0"0"0"0"0,1 0 0 0 0,0 0 0 0 0,0 0 0 0 0,0 0 0 0 0,1 0 0 0 0,-1 0-1 0 0,2 0 1 0 0,-1 0 0 0 0,1 1 0 0 0,-1 0 0 0 0,2-1 0 0 0,-1 1 0 0 0,0 0 0 0 0,6-5 0 0 0,-2 3-79 0 0,1 0 1 0 0,0 0-1 0 0,0 0 0 0 0,0 1 1 0 0,1 1-1 0 0,0 0 0 0 0,0 0 1 0 0,13-5-1 0 0,8 0-589 0 0,0 1 0 0 0,0 2-1 0 0,1 1 1 0 0,62-5 0 0 0,-19 7-3375 0 0,-42 4 1576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29.3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19 392 0 0,'3'-18'7720'0'0,"4"28"-3387"0"0,3 31-2365 0 0,-3 154 340 0 0,-7-168-2127 0 0,-1 42 526 0 0,-16 109 0 0 0,18-163-52 0 0,7-26 403 0 0,9-24-294 0 0,-7 11-703 0 0,31-77-171 0 0,74-131 0 0 0,-79 177-730 0 0,-36 54 623 0 0,-12 42-837 0 0,4-20 940 0 0,2 1 0 0 0,1-1 0 0 0,0 1 0 0 0,2 1 0 0 0,-1 33 0 0 0,4-49 19 0 0,0 0 1 0 0,1 0 0 0 0,0 0-1 0 0,0 0 1 0 0,0 0-1 0 0,1-1 1 0 0,0 1-1 0 0,1 0 1 0 0,-1-1 0 0 0,1 0-1 0 0,1 0 1 0 0,-1 0-1 0 0,1 0 1 0 0,0 0-1 0 0,0-1 1 0 0,1 1 0 0 0,0-1-1 0 0,0 0 1 0 0,0-1-1 0 0,0 1 1 0 0,11 6-1 0 0,-4-4-397 0 0,0-1-1 0 0,0-1 1 0 0,0 0-1 0 0,0-1 1 0 0,26 6 0 0 0,31 2-5572 0 0,-66-11 5507 0 0,26 4-2921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29.9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0 467 1016 0 0,'16'-31'6259'0'0,"-10"24"-5529"0"0,-1 0 0 0 0,1 0 0 0 0,0 1 0 0 0,0 0 0 0 0,10-7 0 0 0,1 2-229 0 0,-1 0 1 0 0,33-13 0 0 0,-19 10-665 0 0,-28 12 130 0 0,4 0-247 0 0,-1-1 0 0 0,1 0 1 0 0,-1 0-1 0 0,1 0 0 0 0,-1-1 0 0 0,5-5 1 0 0,-8 6 174 0 0,0 0 1 0 0,0 0-1 0 0,0 1 1 0 0,-1-2-1 0 0,1 1 1 0 0,-1 0-1 0 0,0 0 0 0 0,0 0 1 0 0,0-1-1 0 0,0 1 1 0 0,-1 0-1 0 0,1-1 1 0 0,-1-4-1 0 0,2-36-34 0 0,-2 30 426 0 0,1 0 1 0 0,0 0-1 0 0,0 1 1 0 0,1-1-1 0 0,1 1 1 0 0,9-26-1 0 0,-9 32-99 0 0,0 1-1 0 0,0 0 1 0 0,0 0-1 0 0,1 0 1 0 0,0 1-1 0 0,1-1 1 0 0,-1 1-1 0 0,1 0 1 0 0,0 0 0 0 0,0 0-1 0 0,0 1 1 0 0,1 0-1 0 0,7-4 1 0 0,-10 6-151 0 0,1 1 0 0 0,0-1 1 0 0,0 1-1 0 0,0 0 0 0 0,0 0 0 0 0,0 1 1 0 0,0-1-1 0 0,0 1 0 0 0,1 0 0 0 0,-1 0 1 0 0,0 1-1 0 0,0-1 0 0 0,0 1 0 0 0,0-1 1 0 0,0 1-1 0 0,0 1 0 0 0,0-1 0 0 0,0 1 1 0 0,-1-1-1 0 0,1 1 0 0 0,0 0 0 0 0,-1 0 1 0 0,0 1-1 0 0,4 2 0 0 0,-1 0-37 0 0,0 0 0 0 0,-1 1 0 0 0,0 0 0 0 0,0 0 0 0 0,0 1 0 0 0,-1-1 0 0 0,0 1-1 0 0,0 0 1 0 0,-1 0 0 0 0,0 0 0 0 0,0 1 0 0 0,0-1 0 0 0,-1 1 0 0 0,0-1 0 0 0,-1 1 0 0 0,0 0 0 0 0,0 0 0 0 0,0 0 0 0 0,-1-1 0 0 0,-2 14 0 0 0,0 15-25 0 0,-2 1-1 0 0,-18 69 1 0 0,19-97 135 0 0,1-1 0 0 0,0 1 0 0 0,1 0 0 0 0,0 0 0 0 0,1 0 0 0 0,-1-1 0 0 0,3 16 0 0 0,-2-21-14 0 0,1-1 1 0 0,0 1 0 0 0,0 0-1 0 0,0-1 1 0 0,1 1 0 0 0,-1-1 0 0 0,1 1-1 0 0,-1-1 1 0 0,1 0 0 0 0,0 1-1 0 0,0-1 1 0 0,0 0 0 0 0,0 0 0 0 0,0 0-1 0 0,0-1 1 0 0,0 1 0 0 0,1 0-1 0 0,-1-1 1 0 0,1 0 0 0 0,-1 1-1 0 0,1-1 1 0 0,0 0 0 0 0,-1 0 0 0 0,1-1-1 0 0,0 1 1 0 0,0 0 0 0 0,5-1-1 0 0,58 7 692 0 0,0-3-1 0 0,0-4 0 0 0,129-14 0 0 0,-30-10 172 0 0,-80 10-368 0 0,-34-1-2021 0 0,-97 9-17149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32.4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2347 200 492 0 0,'0'0'2024'0'0,"-4"-28"7334"0"0,3 28-9169 0 0,-34 5 337 0 0,-2-1 1 0 0,1-2-1 0 0,0-1 0 0 0,-62-8 1 0 0,23 3-168 0 0,-308-14 709 0 0,-218-8-276 0 0,357 23-552 0 0,-351-19 603 0 0,583 21-720 0 0,-29-6 253 0 0,39 6-332 0 0,-19 0 178 0 0,18 10-237 0 0,1 0 0 0 0,0-1-1 0 0,0 1 1 0 0,1 0-1 0 0,0 0 1 0 0,0 0 0 0 0,1 0-1 0 0,0 0 1 0 0,2 11-1 0 0,-1-16 13 0 0,-1 0 0 0 0,0 0-1 0 0,1 0 1 0 0,0 0 0 0 0,0 0-1 0 0,0 0 1 0 0,0-1 0 0 0,1 1-1 0 0,0 0 1 0 0,-1-1 0 0 0,1 1-1 0 0,0-1 1 0 0,1 0 0 0 0,-1 1-1 0 0,1-1 1 0 0,-1 0 0 0 0,1-1-1 0 0,0 1 1 0 0,0 0 0 0 0,7 4-1 0 0,-5-5-7 0 0,0 0 0 0 0,1 0-1 0 0,-1 0 1 0 0,1 0-1 0 0,0-1 1 0 0,-1 0-1 0 0,1 0 1 0 0,0-1 0 0 0,0 0-1 0 0,0 1 1 0 0,-1-2-1 0 0,1 1 1 0 0,6-2-1 0 0,0 0-7 0 0,-1 0 0 0 0,0-1-1 0 0,0-1 1 0 0,0 0 0 0 0,0 0-1 0 0,-1-1 1 0 0,1 0 0 0 0,-1-1-1 0 0,-1 0 1 0 0,1 0 0 0 0,-1-1-1 0 0,0-1 1 0 0,0 0 0 0 0,8-9-1 0 0,-13 11-53 0 0,0 0-1 0 0,0 0 0 0 0,0 0 1 0 0,-1-1-1 0 0,0 1 0 0 0,0-1 1 0 0,-1 0-1 0 0,0 0 0 0 0,0 1 1 0 0,-1-1-1 0 0,1-1 0 0 0,-2 1 1 0 0,1 0-1 0 0,-1-8 0 0 0,0 11 0 0 0,-1 0-1 0 0,0 0 0 0 0,0 0 0 0 0,0 1 1 0 0,-1-1-1 0 0,1 1 0 0 0,-1-1 0 0 0,0 1 1 0 0,0-1-1 0 0,0 1 0 0 0,0 0 0 0 0,-1 0 0 0 0,1 0 1 0 0,-1 0-1 0 0,0 0 0 0 0,0 1 0 0 0,0-1 1 0 0,0 1-1 0 0,0 0 0 0 0,-1 0 0 0 0,1 0 1 0 0,-1 0-1 0 0,1 1 0 0 0,-1-1 0 0 0,1 1 1 0 0,-1 0-1 0 0,-6-1 0 0 0,-5-1-279 0 0,-1 0 0 0 0,1 1 0 0 0,0 1 0 0 0,-1 1 0 0 0,1 0 0 0 0,-28 4 0 0 0,-94 24-4097 0 0,99-19 1936 0 0,-17 4-547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33.0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11 932 0 0,'-14'-11'9935'0'0,"14"12"-9839"0"0,10 167 4941 0 0,-4-116-4928 0 0,-3-1 0 0 0,-2 1 0 0 0,-9 87 0 0 0,5-119-468 0 0,0 4-1017 0 0,-1 1 1 0 0,-2 0-1 0 0,-12 35 0 0 0,6-45-3871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33.4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19 112 764 0 0,'-18'-18'10039'0'0,"43"12"-8655"0"0,-23 6-1501 0 0,28-5 629 0 0,184-32 287 0 0,-74 4-5751 0 0,-122 27 1759 0 0,-1-1 245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33.7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66 432 0 0,'0'-3'362'0'0,"0"0"0"0"0,0 1-1 0 0,0-1 1 0 0,0 0 0 0 0,1 1 0 0 0,-1-1 0 0 0,1 0-1 0 0,0 1 1 0 0,0-1 0 0 0,0 1 0 0 0,0-1 0 0 0,0 1-1 0 0,1 0 1 0 0,-1-1 0 0 0,0 1 0 0 0,1 0 0 0 0,0 0-1 0 0,0 0 1 0 0,3-3 0 0 0,-2 3-162 0 0,0 0 0 0 0,0 1 1 0 0,0-1-1 0 0,0 1 0 0 0,0 0 0 0 0,0 0 0 0 0,0 0 0 0 0,1 0 0 0 0,-1 1 1 0 0,0-1-1 0 0,0 1 0 0 0,1 0 0 0 0,-1-1 0 0 0,5 2 0 0 0,-3-1-125 0 0,1 1-1 0 0,-1 0 1 0 0,0 0-1 0 0,1 1 1 0 0,-1-1-1 0 0,0 1 1 0 0,0 0-1 0 0,0 0 1 0 0,0 1-1 0 0,-1 0 1 0 0,1 0-1 0 0,-1 0 1 0 0,1 0 0 0 0,-1 0-1 0 0,0 1 1 0 0,0 0-1 0 0,-1 0 1 0 0,1 0-1 0 0,-1 0 1 0 0,5 8-1 0 0,-4 1-25 0 0,0 0 0 0 0,0 0 0 0 0,-2 1 0 0 0,1-1 0 0 0,-2 1 0 0 0,0 0 0 0 0,0-1 0 0 0,-1 1 0 0 0,-1 0 0 0 0,0 0 0 0 0,-1-1 0 0 0,-4 15 0 0 0,0 19 58 0 0,5-45-96 0 0,1-1 1 0 0,-1 0-1 0 0,1 0 1 0 0,0 0-1 0 0,0 1 1 0 0,0-1-1 0 0,-1 0 1 0 0,1 1-1 0 0,1-1 1 0 0,-1 0 0 0 0,0 0-1 0 0,0 1 1 0 0,0-1-1 0 0,0 0 1 0 0,1 0-1 0 0,-1 1 1 0 0,1-1-1 0 0,-1 0 1 0 0,1 0 0 0 0,-1 0-1 0 0,1 0 1 0 0,0 0-1 0 0,0 0 1 0 0,-1 0-1 0 0,1 0 1 0 0,0 0-1 0 0,0 0 1 0 0,0 0-1 0 0,0 0 1 0 0,0 0 0 0 0,2 0-1 0 0,2 0 25 0 0,-1-1 0 0 0,1 1 0 0 0,-1-1 0 0 0,1 0 0 0 0,-1-1 0 0 0,1 1 0 0 0,-1-1 0 0 0,6-1 0 0 0,-3 0-50 0 0,16-3-193 0 0,0 0 1 0 0,-1-2-1 0 0,0-1 1 0 0,39-20-1 0 0,-50 23-519 0 0,0-1 0 0 0,0-1 0 0 0,-1 0-1 0 0,0-1 1 0 0,0 0 0 0 0,-1 0 0 0 0,0-1-1 0 0,0 0 1 0 0,-1 0 0 0 0,13-19-1 0 0,-9 6-1881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34.1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27 12 0 0,'-8'-26'8699'0'0,"12"35"-7785"0"0,10 38 865 0 0,-10-30-1320 0 0,1-1 1 0 0,1 1-1 0 0,1-1 0 0 0,0-1 1 0 0,14 25-1 0 0,-20-39-326 0 0,2 5 390 0 0,8-9-275 0 0,10-9-67 0 0,8-13 262 0 0,-23 19-377 0 0,0 0 0 0 0,0 0-1 0 0,1 1 1 0 0,0 0-1 0 0,0 1 1 0 0,1-1 0 0 0,-1 1-1 0 0,11-3 1 0 0,-17 6-12 0 0,1 1-63 0 0,1 0 0 0 0,0 1 0 0 0,0-1-1 0 0,-1 1 1 0 0,1-1 0 0 0,0 1-1 0 0,-1 0 1 0 0,1 0 0 0 0,-1 0-1 0 0,1 0 1 0 0,-1 1 0 0 0,1-1-1 0 0,-1 1 1 0 0,0-1 0 0 0,0 1 0 0 0,0 0-1 0 0,0 0 1 0 0,0 0 0 0 0,0 0-1 0 0,0 0 1 0 0,0 0 0 0 0,-1 1-1 0 0,1-1 1 0 0,-1 0 0 0 0,0 1-1 0 0,0 0 1 0 0,0-1 0 0 0,0 1-1 0 0,0-1 1 0 0,0 1 0 0 0,-1 0 0 0 0,1 0-1 0 0,-1-1 1 0 0,0 4 0 0 0,1 1-143 0 0,-1 1 1 0 0,0-1-1 0 0,0 0 1 0 0,0 1 0 0 0,-1-1-1 0 0,0 0 1 0 0,-1 0-1 0 0,0 0 1 0 0,0 0-1 0 0,0 0 1 0 0,-6 11 0 0 0,2-8-369 0 0,0 0 1 0 0,-1 0-1 0 0,0-1 1 0 0,-1 0-1 0 0,-12 11 1 0 0,14-15-514 0 0,0 0 0 0 0,-1 0 0 0 0,0-1-1 0 0,0 0 1 0 0,-9 4 0 0 0,-1-2-1710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34.7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0 346 508 0 0,'2'-9'916'0'0,"0"1"-1"0"0,1 0 0 0 0,0 0 1 0 0,0 0-1 0 0,0 0 1 0 0,1 0-1 0 0,1 1 1 0 0,-1 0-1 0 0,1 0 1 0 0,9-10-1 0 0,-4 6-269 0 0,0 1 0 0 0,1 1 0 0 0,0 0 0 0 0,1 0-1 0 0,20-11 1 0 0,8 1 152 0 0,1 1 0 0 0,84-24 1 0 0,-121 41-696 0 0,128-46 1484 0 0,-111 35-1061 0 0,-3 2-2201 0 0,-4 12 296 0 0,-13-2 1273 0 0,-1-1-1 0 0,0 1 1 0 0,0-1-1 0 0,0 1 1 0 0,0-1 0 0 0,0 0-1 0 0,0 1 1 0 0,0-1-1 0 0,0 1 1 0 0,0-1-1 0 0,0 1 1 0 0,0-1 0 0 0,0 1-1 0 0,-1-1 1 0 0,1 1-1 0 0,0-1 1 0 0,0 0-1 0 0,-1 1 1 0 0,1 0-1 0 0,0-1 1 0 0,0 1 0 0 0,-1-1-1 0 0,1 1 1 0 0,-1-1-1 0 0,1 1 1 0 0,0 0-1 0 0,-1-1 1 0 0,1 1 0 0 0,-1-1-1 0 0,1 1 1 0 0,-1 0-1 0 0,1 0 1 0 0,-1-1-1 0 0,1 1 1 0 0,-1 0 0 0 0,1 0-1 0 0,-1 0 1 0 0,1 0-1 0 0,-1-1 1 0 0,1 1-1 0 0,-1 0 1 0 0,0 0-1 0 0,0 0 1 0 0,0 0-177 0 0,1-1 0 0 0,-1 0 1 0 0,1 1-1 0 0,-1-1 0 0 0,0 0 0 0 0,1 1 0 0 0,-1-1 0 0 0,1 0 1 0 0,-1 0-1 0 0,1 0 0 0 0,0 0 0 0 0,-1 0 0 0 0,1 1 1 0 0,0-1-1 0 0,0 0 0 0 0,0 0 0 0 0,0 0 0 0 0,-1 0 1 0 0,1 0-1 0 0,1-1 0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35.5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61 32 0 0,'10'-6'3042'0'0,"9"-3"1363"0"0,-18 10-4344 0 0,0-1 0 0 0,1 0-1 0 0,-1 1 1 0 0,0-1-1 0 0,0 1 1 0 0,0-1 0 0 0,1 1-1 0 0,-1 0 1 0 0,0 0-1 0 0,0-1 1 0 0,0 1 0 0 0,0 0-1 0 0,0 0 1 0 0,0 0-1 0 0,0 0 1 0 0,0 0 0 0 0,1 2-1 0 0,11 15 421 0 0,0 1-1 0 0,-2 0 1 0 0,0 0 0 0 0,-1 1-1 0 0,13 38 1 0 0,-19-48-770 0 0,6 15 2012 0 0,-9-50-131 0 0,-3 5-1414 0 0,0-1 0 0 0,2 1 1 0 0,3-28-1 0 0,-2 38-161 0 0,1 1 1 0 0,0 0 0 0 0,0 0-1 0 0,1 0 1 0 0,0 0 0 0 0,0 0-1 0 0,1 1 1 0 0,0-1 0 0 0,8-11-1 0 0,-11 20-21 0 0,0-1-1 0 0,0 1 1 0 0,1 0-1 0 0,-1-1 1 0 0,0 1 0 0 0,0 0-1 0 0,0 0 1 0 0,0 0-1 0 0,1 0 1 0 0,-1 0-1 0 0,0 0 1 0 0,0 0-1 0 0,0 0 1 0 0,1 0-1 0 0,-1 0 1 0 0,0 1-1 0 0,0-1 1 0 0,0 0-1 0 0,0 1 1 0 0,0-1-1 0 0,0 1 1 0 0,0-1-1 0 0,2 2 1 0 0,-1-1 5 0 0,3 2-9 0 0,0-1 1 0 0,-1 1-1 0 0,1 0 0 0 0,-1 0 1 0 0,0 0-1 0 0,0 0 1 0 0,0 1-1 0 0,0 0 0 0 0,0 0 1 0 0,-1 0-1 0 0,0 0 1 0 0,1 0-1 0 0,1 6 0 0 0,3 5-40 0 0,-1 1 0 0 0,9 27-1 0 0,3 8-157 0 0,-11-20 190 0 0,-5-52 639 0 0,4-28-164 0 0,-6 30-281 0 0,2 1 0 0 0,8-37 0 0 0,-10 52-162 0 0,0-1 0 0 0,0 0-1 0 0,1 1 1 0 0,-1-1 0 0 0,1 1 0 0 0,0-1 0 0 0,0 1-1 0 0,0 0 1 0 0,1 0 0 0 0,-1 0 0 0 0,1 0 0 0 0,-1 0-1 0 0,1 1 1 0 0,0-1 0 0 0,0 1 0 0 0,0 0 0 0 0,0-1-1 0 0,1 2 1 0 0,-1-1 0 0 0,4-1 0 0 0,-3 2-36 0 0,0 0 0 0 0,0 0 1 0 0,0 0-1 0 0,0 1 0 0 0,0 0 0 0 0,0 0 0 0 0,0 0 1 0 0,0 0-1 0 0,0 1 0 0 0,0 0 0 0 0,0 0 1 0 0,0 0-1 0 0,0 0 0 0 0,-1 0 0 0 0,1 1 0 0 0,0-1 1 0 0,-1 1-1 0 0,1 0 0 0 0,-1 1 0 0 0,1-1 1 0 0,-1 0-1 0 0,0 1 0 0 0,4 4 0 0 0,7 8-463 0 0,0 0 1 0 0,-2 1-1 0 0,17 26 0 0 0,-9-13-799 0 0,12 19-1585 0 0,-20-27-2403 0 0,-6-14 2506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35.8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1 213 1044 0 0,'0'-4'361'0'0,"0"0"0"0"0,1 0 0 0 0,0 0-1 0 0,0 0 1 0 0,0 0 0 0 0,0 0 0 0 0,0 0 0 0 0,1 1-1 0 0,0-1 1 0 0,0 1 0 0 0,0-1 0 0 0,0 1 0 0 0,0 0 0 0 0,6-6-1 0 0,-6 8-236 0 0,0 0-1 0 0,-1 0 1 0 0,1 0-1 0 0,0 0 1 0 0,0 1-1 0 0,0-1 0 0 0,0 1 1 0 0,0-1-1 0 0,0 1 1 0 0,1 0-1 0 0,-1 0 1 0 0,0 0-1 0 0,0 0 0 0 0,0 0 1 0 0,0 0-1 0 0,0 1 1 0 0,0-1-1 0 0,0 0 1 0 0,0 1-1 0 0,0 0 1 0 0,0 0-1 0 0,0-1 0 0 0,0 1 1 0 0,-1 0-1 0 0,1 1 1 0 0,0-1-1 0 0,0 0 1 0 0,-1 0-1 0 0,1 1 1 0 0,1 2-1 0 0,12 8 303 0 0,0 2 0 0 0,-2 0 0 0 0,1 1-1 0 0,-2 0 1 0 0,16 26 0 0 0,44 88 1004 0 0,-60-98-1057 0 0,-11-26-65 0 0,1 1 1 0 0,0-1-1 0 0,0 1 0 0 0,0-1 0 0 0,1 0 1 0 0,0 0-1 0 0,0 0 0 0 0,0 0 1 0 0,1 0-1 0 0,-1-1 0 0 0,8 8 555 0 0,-7-16-668 0 0,-1 0 1 0 0,1 0-1 0 0,-1 0 0 0 0,-1 0 1 0 0,1 0-1 0 0,0-1 0 0 0,-1 1 1 0 0,0-1-1 0 0,0 1 0 0 0,2-10 1 0 0,-1 5 45 0 0,38-97 287 0 0,30-125 0 0 0,-58 197-1080 0 0,1-5-1328 0 0,-10 14-4005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45.9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2634 170 208 0 0,'0'0'869'0'0,"14"-15"5252"0"0,-15 11-6044 0 0,0 1-1 0 0,1-1 1 0 0,-1 1-1 0 0,1-1 1 0 0,0 1-1 0 0,0-1 1 0 0,0 1 0 0 0,0-1-1 0 0,1 0 1 0 0,-1 1-1 0 0,1-1 1 0 0,0 1-1 0 0,0-1 1 0 0,0 1 0 0 0,1 0-1 0 0,-1-1 1 0 0,1 1-1 0 0,0 0 1 0 0,3-5-1 0 0,-4 7 49 0 0,-1 0-114 0 0,0 0 0 0 0,0 1-1 0 0,0-1 1 0 0,0 0 0 0 0,0 1-1 0 0,1-1 1 0 0,-1 1 0 0 0,0-1 0 0 0,0 0-1 0 0,0 1 1 0 0,1-1 0 0 0,-1 1-1 0 0,0-1 1 0 0,1 0 0 0 0,-1 1 0 0 0,1-1-1 0 0,-1 1 1 0 0,1-1 0 0 0,-1 1 0 0 0,1 0-1 0 0,-1-1 1 0 0,1 1 0 0 0,-1-1-1 0 0,1 1 1 0 0,-1 0 0 0 0,1 0 0 0 0,-1-1-1 0 0,1 1 1 0 0,0 0 0 0 0,-1 0-1 0 0,1-1 1 0 0,0 1 0 0 0,-1 0 0 0 0,1 0-1 0 0,0 0 1 0 0,-1 0 0 0 0,1 0-1 0 0,0 0 1 0 0,-1 0 0 0 0,1 0 0 0 0,-1 1-1 0 0,1-1 1 0 0,0 0 0 0 0,0 0-14 0 0,0 0 1 0 0,0 1-1 0 0,0-1 1 0 0,0 0-1 0 0,0 1 1 0 0,0-1-1 0 0,0 0 1 0 0,0 1-1 0 0,0-1 1 0 0,0 1-1 0 0,0-1 1 0 0,-1 1-1 0 0,1 0 1 0 0,0-1-1 0 0,0 1 1 0 0,-1 0-1 0 0,1-1 1 0 0,0 1-1 0 0,-1 0 1 0 0,1 0-1 0 0,-1 0 1 0 0,1 0-1 0 0,-1 0 1 0 0,0-1-1 0 0,1 1 1 0 0,-1 0 0 0 0,0 0-1 0 0,1 1 1 0 0,-1-1-11 0 0,-1 30-46 0 0,1-30 77 0 0,0-1 0 0 0,-1 1 1 0 0,1 0-1 0 0,-1 0 1 0 0,1 0-1 0 0,0-1 0 0 0,-1 1 1 0 0,1 0-1 0 0,-1-1 1 0 0,0 1-1 0 0,1 0 0 0 0,-1-1 1 0 0,0 1-1 0 0,1-1 1 0 0,-1 1-1 0 0,0-1 0 0 0,0 1 1 0 0,1-1-1 0 0,-1 1 1 0 0,0-1-1 0 0,0 0 1 0 0,0 1-1 0 0,1-1 0 0 0,-1 0 1 0 0,0 0-1 0 0,0 0 1 0 0,0 0-1 0 0,0 0 0 0 0,0 0 1 0 0,1 0-1 0 0,-1 0 1 0 0,0 0-1 0 0,0 0 0 0 0,0 0 1 0 0,0 0-1 0 0,0-1 1 0 0,1 1-1 0 0,-1 0 1 0 0,0-1-1 0 0,-1 0 0 0 0,0 0 34 0 0,0-1 0 0 0,0 0 0 0 0,0 0 0 0 0,1 0 0 0 0,-1 0-1 0 0,0 0 1 0 0,1 0 0 0 0,0-1 0 0 0,-1 1 0 0 0,1 0 0 0 0,0-1-1 0 0,0 1 1 0 0,0-1 0 0 0,1 1 0 0 0,-2-4 0 0 0,2 4-32 0 0,-1-1 1 0 0,1 1 0 0 0,0-1 0 0 0,-1 0-1 0 0,1 1 1 0 0,0-1 0 0 0,0 1 0 0 0,1-1-1 0 0,-1 0 1 0 0,0 1 0 0 0,1-1 0 0 0,0 1-1 0 0,0-1 1 0 0,-1 1 0 0 0,1-1-1 0 0,1 1 1 0 0,-1 0 0 0 0,0 0 0 0 0,1-1-1 0 0,-1 1 1 0 0,1 0 0 0 0,-1 0 0 0 0,1 0-1 0 0,0 1 1 0 0,0-1 0 0 0,0 0 0 0 0,0 1-1 0 0,0-1 1 0 0,0 1 0 0 0,1-1 0 0 0,-1 1-1 0 0,0 0 1 0 0,1 0 0 0 0,-1 0 0 0 0,1 1-1 0 0,-1-1 1 0 0,4 0 0 0 0,-2 0-21 0 0,1 0 0 0 0,-1 0 0 0 0,0 1 0 0 0,0 0 1 0 0,0 0-1 0 0,0 0 0 0 0,0 0 0 0 0,1 0 0 0 0,-1 1 1 0 0,0 0-1 0 0,0 0 0 0 0,0 0 0 0 0,0 0 0 0 0,0 1 1 0 0,-1 0-1 0 0,1-1 0 0 0,5 5 0 0 0,-7-4-3 0 0,1 0 0 0 0,-1 0-1 0 0,0 0 1 0 0,0 1 0 0 0,0-1-1 0 0,0 1 1 0 0,0-1 0 0 0,0 1-1 0 0,-1 0 1 0 0,1 0 0 0 0,-1 0-1 0 0,0 0 1 0 0,0 0 0 0 0,0 0 0 0 0,0 0-1 0 0,0 0 1 0 0,-1 0 0 0 0,1 0-1 0 0,-1 0 1 0 0,0 1 0 0 0,0-1-1 0 0,-1 6 1 0 0,1-6 10 0 0,0 0-1 0 0,-1 0 1 0 0,1 1 0 0 0,-1-1 0 0 0,0 0-1 0 0,0 0 1 0 0,0 0 0 0 0,0 0-1 0 0,0 0 1 0 0,-1 0 0 0 0,0 0-1 0 0,1 0 1 0 0,-1-1 0 0 0,0 1 0 0 0,0 0-1 0 0,0-1 1 0 0,-1 0 0 0 0,1 0-1 0 0,-1 1 1 0 0,1-1 0 0 0,-1 0-1 0 0,0-1 1 0 0,0 1 0 0 0,1-1-1 0 0,-1 1 1 0 0,0-1 0 0 0,0 0 0 0 0,-1 0-1 0 0,-3 1 1 0 0,2-1 34 0 0,1-1 1 0 0,-1 0 0 0 0,0 0-1 0 0,1 0 1 0 0,-1-1-1 0 0,0 1 1 0 0,1-1-1 0 0,-1 0 1 0 0,1 0-1 0 0,-1-1 1 0 0,1 0-1 0 0,0 1 1 0 0,-1-1-1 0 0,1-1 1 0 0,0 1-1 0 0,0-1 1 0 0,0 1-1 0 0,1-1 1 0 0,-1 0-1 0 0,-3-4 1 0 0,5 5-29 0 0,1 0 0 0 0,-1 0 0 0 0,0 0 0 0 0,1-1-1 0 0,-1 1 1 0 0,1 0 0 0 0,0-1 0 0 0,0 1 0 0 0,0-1 0 0 0,0 1 0 0 0,0-1 0 0 0,1 0 0 0 0,-1 1 0 0 0,1-1 0 0 0,0 0 0 0 0,0 1 0 0 0,-1-1 0 0 0,2 0 0 0 0,-1 0-1 0 0,0 1 1 0 0,1-1 0 0 0,-1 0 0 0 0,1 1 0 0 0,0-1 0 0 0,0 1 0 0 0,0-1 0 0 0,0 1 0 0 0,0-1 0 0 0,0 1 0 0 0,4-5 0 0 0,-3 3 7 0 0,1 1 0 0 0,0-1 0 0 0,0 0 0 0 0,1 1 0 0 0,-1 0 0 0 0,1 0 0 0 0,-1 0 0 0 0,1 0 0 0 0,0 0 0 0 0,0 1 0 0 0,0 0 0 0 0,0 0 0 0 0,1 0 0 0 0,-1 0 0 0 0,1 1 0 0 0,-1-1 0 0 0,6 0 0 0 0,-5 2-34 0 0,-1 0 0 0 0,0 0 0 0 0,0 1 0 0 0,0-1 0 0 0,0 1 0 0 0,0 0 0 0 0,0 0 0 0 0,0 1 0 0 0,0-1 1 0 0,0 1-1 0 0,0 0 0 0 0,-1 0 0 0 0,1 0 0 0 0,-1 0 0 0 0,1 1 0 0 0,-1-1 0 0 0,0 1 0 0 0,0 0 0 0 0,0 0 0 0 0,0 0 1 0 0,-1 0-1 0 0,1 0 0 0 0,3 7 0 0 0,-5-7 3 0 0,1-1 1 0 0,-1 1 0 0 0,1 0-1 0 0,-1 0 1 0 0,0-1-1 0 0,0 1 1 0 0,-1 0 0 0 0,1 0-1 0 0,-1 0 1 0 0,1 0-1 0 0,-1 0 1 0 0,0 1-1 0 0,0-1 1 0 0,0 0 0 0 0,0 0-1 0 0,-1 0 1 0 0,1 0-1 0 0,-1 0 1 0 0,0 0 0 0 0,0 0-1 0 0,0-1 1 0 0,0 1-1 0 0,0 0 1 0 0,-1 0-1 0 0,1-1 1 0 0,-1 1 0 0 0,0-1-1 0 0,0 1 1 0 0,0-1-1 0 0,0 0 1 0 0,0 1 0 0 0,-5 2-1 0 0,6-4 3 0 0,-2 2 2 0 0,0-1-1 0 0,0 0 1 0 0,0 0-1 0 0,0 0 1 0 0,0-1-1 0 0,0 1 1 0 0,-1-1-1 0 0,1 1 1 0 0,0-1-1 0 0,-1 0 1 0 0,-6 1-1 0 0,7-2 11 0 0,-1-1 0 0 0,0 1 0 0 0,0-1 0 0 0,1 1 0 0 0,-1-1 0 0 0,0 0 0 0 0,1 0 0 0 0,-1-1 0 0 0,1 1 0 0 0,0-1 1 0 0,-1 1-1 0 0,1-1 0 0 0,0 0 0 0 0,0-1 0 0 0,0 1 0 0 0,0 0 0 0 0,0-1 0 0 0,1 0 0 0 0,-1 1 0 0 0,1-1 0 0 0,0 0 0 0 0,-2-4 0 0 0,3 6-2 0 0,0-1 0 0 0,0 1 0 0 0,0-1 0 0 0,0 0 0 0 0,1 1 0 0 0,-1-1 0 0 0,1 0 0 0 0,-1 0 0 0 0,1 1 0 0 0,0-1 0 0 0,0 0-1 0 0,0 0 1 0 0,0 0 0 0 0,0 1 0 0 0,0-1 0 0 0,0 0 0 0 0,0 0 0 0 0,1 0 0 0 0,-1 1 0 0 0,1-1 0 0 0,-1 0 0 0 0,1 1 0 0 0,0-1 0 0 0,0 0 0 0 0,-1 1 0 0 0,1-1 0 0 0,0 1 0 0 0,1-1 0 0 0,-1 1 0 0 0,0 0 0 0 0,0-1 0 0 0,1 1 0 0 0,-1 0 0 0 0,0 0 0 0 0,1 0 0 0 0,-1 0 0 0 0,1 0 0 0 0,-1 0 0 0 0,4-1-1 0 0,27-16-6 0 0,-30 16 128 0 0,-1 1-1 0 0,0-1 1 0 0,0 0-1 0 0,0 0 1 0 0,0 0 0 0 0,0 0-1 0 0,0 0 1 0 0,0 0-1 0 0,-1 0 1 0 0,1 0-1 0 0,-1 0 1 0 0,1 0 0 0 0,-1-1-1 0 0,0 1 1 0 0,0 0-1 0 0,0 0 1 0 0,-1-4-1 0 0,1 4-20 0 0,2-6 499 0 0,2 86-535 0 0,2-19 111 0 0,-2 0-1 0 0,-4 1 0 0 0,-2-1 1 0 0,-2 0-1 0 0,-19 90 1 0 0,-53 197 417 0 0,75-340-570 0 0,-6 33 192 0 0,-21 68 0 0 0,22-95-157 0 0,-1 14 89 0 0,-1 9 1152 0 0,4-38-1281 0 0,1 1 1 0 0,-1 0-1 0 0,1-1 0 0 0,-1 1 1 0 0,0 1-1 0 0,1-1 1 0 0,-1 0-1 0 0,0 1 0 0 0,0 0 1 0 0,0 0-1 0 0,-9-1 0 0 0,5 0-15 0 0,-39-10-1 0 0,-1 1 0 0 0,-91-6 0 0 0,-105 8-92 0 0,114 7 69 0 0,-454 7-168 0 0,173 3 80 0 0,222-6 64 0 0,-152-2-69 0 0,72 3-67 0 0,211 0 100 0 0,56-2 90 0 0,-34 0-52 0 0,35 0 29 0 0,-16-1 535 0 0,7 0-1484 0 0,57-26-2584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47.1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15 256 276 0 0,'0'0'758'0'0,"-15"48"8058"0"0,22-79-1362 0 0,9-21-5702 0 0,16-62-1601 0 0,-17 69 28 0 0,-11 37-153 0 0,-1 0 0 0 0,0 0 1 0 0,-1 0-1 0 0,0-1 0 0 0,2-10 0 0 0,-4 18-23 0 0,18 8-226 0 0,13 23 201 0 0,52 66 0 0 0,-23-24-8 0 0,27 11 1158 0 0,-64-107-816 0 0,7-28-1 0 0,-18 30-319 0 0,1 0 0 0 0,0 1 0 0 0,31-36-1 0 0,-42 55-4 0 0,0 0-1 0 0,0 0 1 0 0,0 0 0 0 0,0 0-1 0 0,0 0 1 0 0,0 0-1 0 0,0 0 1 0 0,1 1 0 0 0,-1-1-1 0 0,1 1 1 0 0,-1 0-1 0 0,1 0 1 0 0,0 0 0 0 0,-1 0-1 0 0,1 0 1 0 0,0 0-1 0 0,0 1 1 0 0,-1-1 0 0 0,1 1-1 0 0,0 0 1 0 0,0 0-1 0 0,0 0 1 0 0,0 0 0 0 0,0 0-1 0 0,-1 1 1 0 0,1-1 0 0 0,0 1-1 0 0,3 1 1 0 0,1 2-11 0 0,0 1-1 0 0,1 0 1 0 0,-2 0 0 0 0,1 1 0 0 0,-1-1 0 0 0,1 2 0 0 0,-2-1-1 0 0,8 9 1 0 0,104 148-86 0 0,-116-162 125 0 0,-1 0 0 0 0,1 0 0 0 0,0 0-1 0 0,-1 0 1 0 0,1 0 0 0 0,0 0 0 0 0,0 0-1 0 0,0 0 1 0 0,0 0 0 0 0,0-1 0 0 0,0 1 0 0 0,0 0-1 0 0,0 0 1 0 0,0-1 0 0 0,0 1 0 0 0,0-1 0 0 0,0 1-1 0 0,0-1 1 0 0,1 0 0 0 0,-1 1 0 0 0,0-1 0 0 0,0 0-1 0 0,1 0 1 0 0,0 0 0 0 0,26-16 268 0 0,-18 7-306 0 0,49-48 172 0 0,-17 13-191 0 0,-41 44 38 0 0,1-1-1 0 0,-1 1 1 0 0,0-1-1 0 0,0 1 1 0 0,0-1 0 0 0,1 1-1 0 0,-1 0 1 0 0,0-1-1 0 0,1 1 1 0 0,-1 0 0 0 0,0 0-1 0 0,1 0 1 0 0,-1 0-1 0 0,0 0 1 0 0,1 0 0 0 0,-1 0-1 0 0,0 1 1 0 0,0-1-1 0 0,1 0 1 0 0,-1 1 0 0 0,0-1-1 0 0,0 1 1 0 0,1-1-1 0 0,-1 1 1 0 0,0 0 0 0 0,0-1-1 0 0,0 1 1 0 0,0 0-1 0 0,1 1 1 0 0,36 32-285 0 0,-27-24-49 0 0,67 84-5834 0 0,-70-76 1050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48.9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1717 14 508 0 0,'38'-9'5424'0'0,"-16"5"1705"0"0,-41 11-6864 0 0,-1-1-1 0 0,1-1 0 0 0,-1-1 1 0 0,0 0-1 0 0,-28 1 1 0 0,2 0-4 0 0,-727 89 1694 0 0,710-90-1079 0 0,60-4-723 0 0,1 0-71 0 0,-1 0-1 0 0,1 0 1 0 0,-1-1 0 0 0,1 1-1 0 0,-1 0 1 0 0,1-1-1 0 0,-1 0 1 0 0,1 1 0 0 0,0-1-1 0 0,-1 0 1 0 0,1 0 0 0 0,0-1-1 0 0,-5-2 1 0 0,3 2-243 0 0,-21-9 75 0 0,0 1 0 0 0,-1 1 0 0 0,0 2 0 0 0,-1 0 0 0 0,0 2 0 0 0,0 1 0 0 0,0 1-1 0 0,-1 1 1 0 0,-28 2 0 0 0,0-1-61 0 0,42 0 92 0 0,0 1 1 0 0,0 0-1 0 0,-25 4 1 0 0,37-4 43 0 0,-46 2-64 0 0,11-1 104 0 0,21 1-33 0 0,-1-2 1 0 0,1 0-1 0 0,-1-1 0 0 0,-26-4 0 0 0,39 4-1 0 0,1 1 0 0 0,-1-1 0 0 0,0 1-1 0 0,1 0 1 0 0,-1 1 0 0 0,0-1 0 0 0,1 1 0 0 0,-7 1 0 0 0,-26 3-26 0 0,34-5 34 0 0,39-19-15026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50.0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82 52 924 0 0,'-1'-1'297'0'0,"0"0"0"0"0,1 0-1 0 0,-1 0 1 0 0,0 0 0 0 0,1 0 0 0 0,-1 0 0 0 0,1 0-1 0 0,-1 0 1 0 0,1-1 0 0 0,0 1 0 0 0,-1 0-1 0 0,1 0 1 0 0,0 0 0 0 0,0-1 0 0 0,0 1 0 0 0,0 0-1 0 0,0 0 1 0 0,0 0 0 0 0,0-1 0 0 0,0 1-1 0 0,0 0 1 0 0,1 0 0 0 0,-1 0 0 0 0,0 0-1 0 0,1 0 1 0 0,0-2 0 0 0,0 1-197 0 0,-1 1 0 0 0,1 0 0 0 0,0 0 0 0 0,0 0 0 0 0,-1 0 0 0 0,1-1 0 0 0,0 1 0 0 0,0 0 0 0 0,0 1 0 0 0,0-1 0 0 0,0 0 0 0 0,0 0 0 0 0,1 0 0 0 0,-1 1 0 0 0,0-1 0 0 0,0 0 0 0 0,0 1 0 0 0,1-1 1 0 0,-1 1-1 0 0,0 0 0 0 0,1-1 0 0 0,-1 1 0 0 0,0 0 0 0 0,1 0 0 0 0,-1 0 0 0 0,3 0 0 0 0,16 2 71 0 0,0 1 1 0 0,0 0 0 0 0,0 2-1 0 0,0 1 1 0 0,-1 0 0 0 0,22 11-1 0 0,-38-16-176 0 0,-1 0 0 0 0,1 0 0 0 0,-1 1 0 0 0,0-1 0 0 0,1 1 0 0 0,-1-1 0 0 0,0 1 0 0 0,0 0 0 0 0,0 0 0 0 0,-1 0 0 0 0,1 0 0 0 0,0 0 0 0 0,-1 0 0 0 0,1 1 0 0 0,-1-1 0 0 0,0 0 0 0 0,0 1 0 0 0,0-1 0 0 0,0 1 0 0 0,0-1 0 0 0,0 1 0 0 0,-1 0 0 0 0,1-1 0 0 0,-1 1 0 0 0,0 0 0 0 0,0-1 0 0 0,0 1 0 0 0,0 0 0 0 0,0 0 0 0 0,0-1 0 0 0,-1 1 0 0 0,1-1 0 0 0,-1 1 0 0 0,0 0 0 0 0,0-1 0 0 0,0 1 0 0 0,0-1 0 0 0,0 1 0 0 0,-1-1 0 0 0,1 0 0 0 0,-1 0 0 0 0,1 0 0 0 0,-1 0 0 0 0,-2 3 0 0 0,-5 2-3 0 0,0 0 1 0 0,0 0 0 0 0,0-1-1 0 0,-14 7 1 0 0,-28 21 14 0 0,51-34 43 0 0,69 13 212 0 0,-40-7-209 0 0,81 19 95 0 0,-99-22-140 0 0,-4-1-5 0 0,0 0 0 0 0,0 0-1 0 0,0 1 1 0 0,-1 0 0 0 0,1 0-1 0 0,6 5 1 0 0,-12-7-2 0 0,0-1-1 0 0,-1 1 1 0 0,1 0 0 0 0,0-1-1 0 0,0 1 1 0 0,-1 0-1 0 0,1 0 1 0 0,-1 0 0 0 0,1 0-1 0 0,0 0 1 0 0,-1-1 0 0 0,0 1-1 0 0,1 0 1 0 0,-1 0 0 0 0,0 0-1 0 0,1 1 1 0 0,-1-1 0 0 0,0 0-1 0 0,0 1 1 0 0,0 0 1 0 0,0 0-1 0 0,-1 0 1 0 0,1 0 0 0 0,-1 0-1 0 0,0-1 1 0 0,0 1-1 0 0,1 0 1 0 0,-1-1 0 0 0,0 1-1 0 0,0-1 1 0 0,-1 1 0 0 0,1-1-1 0 0,0 1 1 0 0,0-1 0 0 0,-3 2-1 0 0,-5 5 5 0 0,0-1-1 0 0,-1 0 1 0 0,-1 0-1 0 0,1-1 0 0 0,-1 0 1 0 0,-20 8-1 0 0,-79 21-100 0 0,64-21-114 0 0,31-10 53 0 0,1-1 0 0 0,-1 0 0 0 0,1 0 0 0 0,-30 0 0 0 0,37-4-162 0 0,0 1 1 0 0,0-1-1 0 0,0 0 1 0 0,0 0-1 0 0,-10-4 1 0 0,14 4-154 0 0,-1-1-1 0 0,1 1 1 0 0,0-1 0 0 0,-1 0 0 0 0,1 0 0 0 0,0 0 0 0 0,0 0-1 0 0,0-1 1 0 0,0 1 0 0 0,1-1 0 0 0,-3-3 0 0 0,-2-3-2095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50.4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70 19 888 0 0,'14'-10'1168'0'0,"0"2"4321"0"0,-14 8-5430 0 0,0 0-1 0 0,1 0 0 0 0,-1 1 0 0 0,0-1 0 0 0,0 0 0 0 0,0 1 0 0 0,0-1 0 0 0,1 0 0 0 0,-1 1 0 0 0,0-1 1 0 0,0 0-1 0 0,0 1 0 0 0,0-1 0 0 0,0 1 0 0 0,0-1 0 0 0,0 0 0 0 0,0 1 0 0 0,0-1 0 0 0,0 0 1 0 0,0 1-1 0 0,0-1 0 0 0,0 1 0 0 0,0-1 0 0 0,0 0 0 0 0,0 1 0 0 0,0-1 0 0 0,-1 0 0 0 0,1 1 1 0 0,0-1-1 0 0,0 0 0 0 0,0 1 0 0 0,-1-1 0 0 0,1 0 0 0 0,0 0 0 0 0,0 1 0 0 0,-1-1 0 0 0,1 0 0 0 0,-1 1 1 0 0,-3 7 279 0 0,-1 0 0 0 0,0 0 0 0 0,0 0 0 0 0,-9 9 0 0 0,-17 30 737 0 0,25-33-869 0 0,0 0 0 0 0,1 1-1 0 0,1 0 1 0 0,1 0 0 0 0,0 0 0 0 0,1 0 0 0 0,0 0-1 0 0,1 1 1 0 0,1-1 0 0 0,3 21 0 0 0,-3-30-180 0 0,1 0 0 0 0,0 0 0 0 0,1-1 1 0 0,0 1-1 0 0,-1 0 0 0 0,2-1 0 0 0,-1 0 0 0 0,1 1 1 0 0,0-1-1 0 0,0 0 0 0 0,0 0 0 0 0,0 0 0 0 0,1-1 1 0 0,0 1-1 0 0,0-1 0 0 0,0 0 0 0 0,1 0 0 0 0,0-1 1 0 0,-1 1-1 0 0,1-1 0 0 0,0 0 0 0 0,1 0 0 0 0,-1 0 1 0 0,0-1-1 0 0,1 0 0 0 0,-1 0 0 0 0,1-1 0 0 0,0 1 1 0 0,7 0-1 0 0,-8-1-18 0 0,0 0 1 0 0,0-1-1 0 0,0 1 1 0 0,0-1-1 0 0,0 0 1 0 0,0-1 0 0 0,0 1-1 0 0,0-1 1 0 0,0 0-1 0 0,0 0 1 0 0,0 0-1 0 0,0-1 1 0 0,0 0-1 0 0,-1 0 1 0 0,1 0-1 0 0,-1-1 1 0 0,0 1 0 0 0,1-1-1 0 0,4-5 1 0 0,-5 5-32 0 0,-1-1 0 0 0,0 0 0 0 0,-1 0 1 0 0,1 0-1 0 0,-1 0 0 0 0,0 0 0 0 0,0 0 0 0 0,0-1 1 0 0,0 1-1 0 0,-1-1 0 0 0,1 0 0 0 0,-1 1 1 0 0,-1-1-1 0 0,1 0 0 0 0,-1 0 0 0 0,1 1 0 0 0,-1-1 1 0 0,-1 0-1 0 0,1 0 0 0 0,-2-6 0 0 0,-1-1-254 0 0,0-1-1 0 0,-1 1 0 0 0,0 0 0 0 0,-1 1 1 0 0,-1-1-1 0 0,0 1 0 0 0,0 0 1 0 0,-1 1-1 0 0,0-1 0 0 0,-1 1 0 0 0,0 1 1 0 0,-1-1-1 0 0,0 1 0 0 0,-1 1 0 0 0,1 0 1 0 0,-1 0-1 0 0,-14-7 0 0 0,11 12-1869 0 0,16 18-4442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50.8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17 400 0 0,'9'-6'1704'0'0,"12"-4"4403"0"0,-20 10-6016 0 0,0 1 0 0 0,0-1 0 0 0,0 1 0 0 0,0 0 0 0 0,-1-1 1 0 0,1 1-1 0 0,0 0 0 0 0,0-1 0 0 0,-1 1 0 0 0,1 0 0 0 0,-1 0 0 0 0,1-1 1 0 0,0 1-1 0 0,-1 0 0 0 0,0 0 0 0 0,1 0 0 0 0,-1 0 0 0 0,1 0 0 0 0,-1 0 1 0 0,0 0-1 0 0,0 0 0 0 0,0 0 0 0 0,0 0 0 0 0,1 0 0 0 0,-1 0 0 0 0,-1 0 1 0 0,1 0-1 0 0,0 0 0 0 0,0 1 0 0 0,29 240 4528 0 0,-22-207-3926 0 0,1-1 1 0 0,15 37-1 0 0,-23-71-675 0 0,1 1-1 0 0,-1-1 1 0 0,0 1 0 0 0,1-1-1 0 0,-1 1 1 0 0,1-1-1 0 0,-1 0 1 0 0,1 1-1 0 0,-1-1 1 0 0,1 0 0 0 0,-1 1-1 0 0,1-1 1 0 0,0 0-1 0 0,-1 0 1 0 0,1 1-1 0 0,-1-1 1 0 0,1 0-1 0 0,0 0 1 0 0,-1 0 0 0 0,1 0-1 0 0,-1 0 1 0 0,1 0-1 0 0,0 0 1 0 0,-1 0-1 0 0,1 0 1 0 0,0 0 0 0 0,-1 0-1 0 0,1 0 1 0 0,-1-1-1 0 0,1 1 1 0 0,0 0-1 0 0,-1 0 1 0 0,1 0 0 0 0,-1-1-1 0 0,1 1 1 0 0,-1 0-1 0 0,1-1 1 0 0,-1 1-1 0 0,1-1 1 0 0,-1 1-1 0 0,1-1 1 0 0,-1 1 0 0 0,0-1-1 0 0,1 1 1 0 0,-1-1-1 0 0,1 0 1 0 0,25-25 69 0 0,-25 25-57 0 0,17-22-140 0 0,-2 0-1 0 0,0-1 1 0 0,-2-1-1 0 0,-1 0 1 0 0,13-32-1 0 0,4-9-206 0 0,-11 9-127 0 0,-18 50 277 0 0,-4 7 37 0 0,-13 28 100 0 0,13-21 67 0 0,1 0 0 0 0,-1-1 1 0 0,2 1-1 0 0,-1 0 0 0 0,1 0 0 0 0,0 0 0 0 0,0 0 0 0 0,1 1 0 0 0,0-1 0 0 0,0 0 0 0 0,1 0 1 0 0,0 0-1 0 0,0 0 0 0 0,1 0 0 0 0,0 0 0 0 0,0 0 0 0 0,0-1 0 0 0,1 1 0 0 0,0-1 1 0 0,0 1-1 0 0,1-1 0 0 0,6 9 0 0 0,-2-4 0 0 0,1 1-1 0 0,0-2 1 0 0,1 1 0 0 0,0-1 0 0 0,1 0-1 0 0,0-1 1 0 0,0-1 0 0 0,1 0 0 0 0,0 0 0 0 0,17 7-1 0 0,-10-6-558 0 0,0 1-1 0 0,20 14 1 0 0,5 13-3973 0 0,-44-37 4250 0 0,1 1 0 0 0,-1 0 0 0 0,1-1 0 0 0,-1 1 1 0 0,0 0-1 0 0,1-1 0 0 0,-1 1 0 0 0,0 0 0 0 0,0-1 0 0 0,1 1 1 0 0,-1 0-1 0 0,0-1 0 0 0,0 1 0 0 0,0 0 0 0 0,0 0 0 0 0,0-1 1 0 0,0 1-1 0 0,0 0 0 0 0,0 0 0 0 0,0-1 0 0 0,0 1 0 0 0,0 0 1 0 0,-1 0-1 0 0,1-1 0 0 0,0 1 0 0 0,-1 1 0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51.9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1 318 784 0 0,'1'1'341'0'0,"1"0"0"0"0,-1 0 0 0 0,1-1 0 0 0,0 1 0 0 0,-1-1 0 0 0,1 0 0 0 0,0 0 0 0 0,0 1 0 0 0,-1-1 0 0 0,1 0 0 0 0,0 0 0 0 0,0 0-1 0 0,-1-1 1 0 0,1 1 0 0 0,0 0 0 0 0,-1-1 0 0 0,4 0 0 0 0,33-12 395 0 0,-30 10-188 0 0,-2 1-472 0 0,-1 0-1 0 0,0-1 0 0 0,0 0 0 0 0,0 0 1 0 0,0 0-1 0 0,0 0 0 0 0,-1-1 0 0 0,1 1 1 0 0,-1-1-1 0 0,0 0 0 0 0,0-1 0 0 0,-1 1 0 0 0,1-1 1 0 0,-1 1-1 0 0,0-1 0 0 0,0 0 0 0 0,2-6 1 0 0,-1 2-79 0 0,-1 1 1 0 0,-1-1-1 0 0,0 0 1 0 0,0 0-1 0 0,-1 0 1 0 0,0 0-1 0 0,0 0 1 0 0,-1 0-1 0 0,-2-17 1 0 0,1 21 94 0 0,1 0 1 0 0,0 0 0 0 0,-1 0-1 0 0,2-1 1 0 0,-1 1-1 0 0,0 0 1 0 0,1 0 0 0 0,0 0-1 0 0,0 0 1 0 0,1 0-1 0 0,0 0 1 0 0,-1 0 0 0 0,2 0-1 0 0,-1 0 1 0 0,4-5-1 0 0,-3 7-25 0 0,0-1-1 0 0,0 1 0 0 0,1 0 0 0 0,-1 0 0 0 0,1 0 1 0 0,0 1-1 0 0,0-1 0 0 0,0 1 0 0 0,0 0 0 0 0,0 0 0 0 0,1 0 1 0 0,-1 1-1 0 0,1 0 0 0 0,-1 0 0 0 0,1 0 0 0 0,-1 0 1 0 0,10 0-1 0 0,-7 0-47 0 0,-1 1 0 0 0,1 0 0 0 0,0 1 0 0 0,0 0 0 0 0,-1 0 0 0 0,1 0 1 0 0,0 0-1 0 0,-1 1 0 0 0,0 0 0 0 0,1 1 0 0 0,-1 0 0 0 0,0 0 0 0 0,0 0 0 0 0,0 0 1 0 0,-1 1-1 0 0,1 0 0 0 0,-1 0 0 0 0,0 1 0 0 0,0-1 0 0 0,0 1 0 0 0,-1 0 0 0 0,1 1 0 0 0,2 5 1 0 0,2 2 33 0 0,-1 1 0 0 0,-1 1 1 0 0,0 0-1 0 0,-1 0 1 0 0,-1 0-1 0 0,0 0 0 0 0,-1 1 1 0 0,4 26-1 0 0,-8-39 13 0 0,0 0 0 0 0,1 0 1 0 0,0 1-1 0 0,0-1 0 0 0,0 0 0 0 0,0 0 0 0 0,0 0 0 0 0,1 0 0 0 0,-1 0 1 0 0,1 0-1 0 0,0-1 0 0 0,0 1 0 0 0,0 0 0 0 0,0-1 0 0 0,0 0 0 0 0,0 1 1 0 0,1-1-1 0 0,-1 0 0 0 0,1 0 0 0 0,0 0 0 0 0,-1 0 0 0 0,1-1 0 0 0,0 1 1 0 0,0-1-1 0 0,0 0 0 0 0,0 0 0 0 0,0 0 0 0 0,1 0 0 0 0,-1 0 0 0 0,0-1 0 0 0,4 1 1 0 0,0-1-173 0 0,0 1 0 0 0,0-2 0 0 0,-1 1 0 0 0,1-1 0 0 0,0 0 0 0 0,8-2 0 0 0,-7 1-942 0 0,0-1 1 0 0,0 0 0 0 0,0 0 0 0 0,11-7 0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53.8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991 123 112 0 0,'0'0'7905'0'0,"-13"-13"-3964"0"0,12 13-3789 0 0,-2-5-140 0 0,2 4-11 0 0,1 0-1 0 0,0 0 0 0 0,-1 1 1 0 0,1-1-1 0 0,-1 0 0 0 0,1 0 1 0 0,-1 0-1 0 0,0 0 0 0 0,1 1 0 0 0,-1-1 1 0 0,0 0-1 0 0,1 1 0 0 0,-1-1 1 0 0,0 1-1 0 0,0-1 0 0 0,0 0 1 0 0,0 1-1 0 0,0 0 0 0 0,0-1 1 0 0,1 1-1 0 0,-2-1 0 0 0,-33-17 7 0 0,34 18-20 0 0,-27-7-34 0 0,27 6 44 0 0,-62-4-22 0 0,-14-1 40 0 0,-97 4 1 0 0,17 1 69 0 0,101 1 6 0 0,43 1-24 0 0,0 0 0 0 0,1-1 1 0 0,-1-1-1 0 0,0 0 1 0 0,0 0-1 0 0,1-2 0 0 0,-23-6 1 0 0,-8 2 960 0 0,42 6-819 0 0,1 1-201 0 0,-1 0 0 0 0,1 0 0 0 0,0 0 0 0 0,0 0 1 0 0,0-1-1 0 0,-1 1 0 0 0,1 0 0 0 0,0 0 0 0 0,0 0 0 0 0,0 0 0 0 0,-1 0 0 0 0,1 0 0 0 0,0 0 0 0 0,0 0 0 0 0,-1 0 0 0 0,1 0 0 0 0,0 0 0 0 0,0 0 0 0 0,-1 0 0 0 0,1 0 0 0 0,0 0 0 0 0,0 0 0 0 0,0 0 0 0 0,-1 0 1 0 0,1 0-1 0 0,0 0 0 0 0,0 0 0 0 0,-1 0 0 0 0,1 0 0 0 0,0 0 0 0 0,0 0 0 0 0,0 1 0 0 0,-1-1 0 0 0,1 0 0 0 0,0 0 0 0 0,0 0 0 0 0,0 0 0 0 0,-1 0 0 0 0,1 1 0 0 0,0-1 0 0 0,0 0 0 0 0,0 0 0 0 0,0 0 0 0 0,0 1 1 0 0,0-1-1 0 0,0 0 0 0 0,-1 0 0 0 0,1 1 0 0 0,-11 12 125 0 0,8-5-70 0 0,1 0 0 0 0,0 0 0 0 0,1 1 0 0 0,0-1-1 0 0,0 1 1 0 0,1-1 0 0 0,0 1 0 0 0,2 14 0 0 0,-2-19-16 0 0,0-1 0 0 0,1 1 0 0 0,-1 0 0 0 0,1-1 0 0 0,0 1 0 0 0,0 0 0 0 0,0-1 0 0 0,1 1 1 0 0,-1-1-1 0 0,1 1 0 0 0,0-1 0 0 0,0 0 0 0 0,0 0 0 0 0,0 0 0 0 0,0 0 0 0 0,1 0 0 0 0,-1 0 0 0 0,1-1 1 0 0,0 1-1 0 0,0-1 0 0 0,6 4 0 0 0,-2-4 2 0 0,-1-1 0 0 0,0 0 0 0 0,0-1 0 0 0,1 0 0 0 0,-1 0 0 0 0,0 0 0 0 0,1 0 0 0 0,-1-1 0 0 0,0 0-1 0 0,0-1 1 0 0,0 1 0 0 0,0-1 0 0 0,0-1 0 0 0,0 1 0 0 0,0-1 0 0 0,0 0 0 0 0,7-5 0 0 0,-5 3-19 0 0,0 0 0 0 0,0 0 0 0 0,0-1 0 0 0,-1 0 1 0 0,0 0-1 0 0,-1-1 0 0 0,1 0 0 0 0,-1 0 0 0 0,0-1 0 0 0,-1 1 0 0 0,6-12 0 0 0,-10 17-49 0 0,0 0 1 0 0,0 0-1 0 0,0-1 1 0 0,0 1-1 0 0,0-1 0 0 0,0 1 1 0 0,-1-1-1 0 0,0 1 0 0 0,1-1 1 0 0,-1 1-1 0 0,0-1 1 0 0,0 1-1 0 0,0-1 0 0 0,0 0 1 0 0,-1 1-1 0 0,1-1 1 0 0,-1 1-1 0 0,0-1 0 0 0,1 1 1 0 0,-1 0-1 0 0,0-1 1 0 0,0 1-1 0 0,-3-4 0 0 0,1 3-59 0 0,0 0-1 0 0,-1 0 0 0 0,1 0 0 0 0,0 1 1 0 0,-1 0-1 0 0,0-1 0 0 0,1 2 0 0 0,-1-1 1 0 0,0 0-1 0 0,0 1 0 0 0,0-1 0 0 0,0 1 0 0 0,-5-1 1 0 0,-12-1-397 0 0,0 1 0 0 0,-1 1 1 0 0,1 0-1 0 0,-33 4 1 0 0,-72 19-4323 0 0,92-15 2378 0 0,-26 7-1106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54.7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57 124 0 0,'-6'11'8291'0'0,"6"-10"-8060"0"0,16 0 2642 0 0,28-10-2279 0 0,-41 8-154 0 0,57-10 12 0 0,29-9-2141 0 0,-37-2-4786 0 0,-45 15 3750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55.5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61 508 0 0,'9'-29'5234'0'0,"-2"25"-4944"0"0,-1 0-1 0 0,1 0 1 0 0,1 0 0 0 0,-1 1-1 0 0,0 1 1 0 0,1-1 0 0 0,0 1 0 0 0,-1 0-1 0 0,1 1 1 0 0,0 0 0 0 0,0 0-1 0 0,0 0 1 0 0,0 1 0 0 0,13 2 0 0 0,-17-2-257 0 0,0 0 1 0 0,-1 1-1 0 0,1 0 1 0 0,0-1-1 0 0,-1 1 1 0 0,1 1-1 0 0,0-1 1 0 0,-1 0-1 0 0,1 1 1 0 0,-1 0 0 0 0,0-1-1 0 0,1 2 1 0 0,-1-1-1 0 0,0 0 1 0 0,0 0-1 0 0,-1 1 1 0 0,1 0-1 0 0,0-1 1 0 0,-1 1-1 0 0,0 0 1 0 0,1 1-1 0 0,-1-1 1 0 0,0 0 0 0 0,-1 0-1 0 0,1 1 1 0 0,-1-1-1 0 0,1 1 1 0 0,-1 0-1 0 0,0-1 1 0 0,0 1-1 0 0,-1 0 1 0 0,1 4-1 0 0,-1 4-6 0 0,-1 1 0 0 0,-1-1 0 0 0,0 1 0 0 0,-1-1 0 0 0,0 0 0 0 0,-1 0 0 0 0,0 0 0 0 0,-1 0 0 0 0,0-1 0 0 0,-1 0 0 0 0,-8 12 0 0 0,-22 52 91 0 0,29-58-79 0 0,-9 22 33 0 0,16-37-63 0 0,-1-1-1 0 0,1 1 1 0 0,-1 0 0 0 0,1-1-1 0 0,0 1 1 0 0,0 0 0 0 0,-1-1 0 0 0,1 1-1 0 0,0 0 1 0 0,1 0 0 0 0,-1-1-1 0 0,0 1 1 0 0,0 0 0 0 0,1-1 0 0 0,-1 1-1 0 0,1 0 1 0 0,1 2 0 0 0,-1-2 2 0 0,1-1-1 0 0,-1 0 1 0 0,1 0 0 0 0,-1 0 0 0 0,1 0 0 0 0,0 0-1 0 0,-1 0 1 0 0,1 0 0 0 0,0 0 0 0 0,-1-1 0 0 0,1 1 0 0 0,0-1-1 0 0,0 1 1 0 0,0-1 0 0 0,0 0 0 0 0,0 1 0 0 0,0-1-1 0 0,0 0 1 0 0,-1 0 0 0 0,1-1 0 0 0,0 1 0 0 0,0 0-1 0 0,2-1 1 0 0,46-15 84 0 0,-43 14-76 0 0,30-13 62 0 0,0-2 0 0 0,63-40 0 0 0,-29 2 7 0 0,-70 54-72 0 0,1 0-63 0 0,0 0 0 0 0,0 0-1 0 0,1 0 1 0 0,-2 0 0 0 0,1 0 0 0 0,0 0 0 0 0,0-1 0 0 0,0 1-1 0 0,0-1 1 0 0,-1 1 0 0 0,1-1 0 0 0,-1 0 0 0 0,1 1 0 0 0,-1-1-1 0 0,0 0 1 0 0,0 0 0 0 0,0 0 0 0 0,0 0 0 0 0,0 0 0 0 0,0 0-1 0 0,0-3 1 0 0,16-48-356 0 0,-14 15 3847 0 0,-10 58-3010 0 0,6-13-363 0 0,0-1 0 0 0,0 0-1 0 0,1 0 1 0 0,-1 0-1 0 0,1 1 1 0 0,1-1 0 0 0,-1 0-1 0 0,1 0 1 0 0,1 1 0 0 0,-1-1-1 0 0,1 0 1 0 0,2 6-1 0 0,-3-10-46 0 0,0 1-1 0 0,0 0 0 0 0,0-1 0 0 0,1 1 0 0 0,-1-1 0 0 0,1 1 0 0 0,-1-1 0 0 0,1 0 0 0 0,0 0 0 0 0,0 1 0 0 0,0-1 0 0 0,0 0 1 0 0,0-1-1 0 0,1 1 0 0 0,-1 0 0 0 0,0-1 0 0 0,1 1 0 0 0,-1-1 0 0 0,1 0 0 0 0,0 0 0 0 0,-1 0 0 0 0,1 0 0 0 0,0 0 0 0 0,0-1 1 0 0,0 1-1 0 0,-1-1 0 0 0,1 0 0 0 0,6 0 0 0 0,-5 0-26 0 0,0-1 0 0 0,0 0 1 0 0,0 0-1 0 0,0 0 0 0 0,0 0 1 0 0,0 0-1 0 0,-1-1 0 0 0,1 0 1 0 0,0 0-1 0 0,-1 0 0 0 0,1 0 1 0 0,-1-1-1 0 0,0 1 0 0 0,0-1 1 0 0,0 0-1 0 0,0 0 0 0 0,0 0 1 0 0,-1 0-1 0 0,1-1 0 0 0,-1 1 1 0 0,0-1-1 0 0,0 1 0 0 0,0-1 0 0 0,0 0 1 0 0,-1 1-1 0 0,1-1 0 0 0,-1 0 1 0 0,0 0-1 0 0,-1 0 0 0 0,1 0 1 0 0,0 0-1 0 0,-1-1 0 0 0,0 1 1 0 0,0 0-1 0 0,-1-6 0 0 0,0 3-64 0 0,1 0-1 0 0,-1 1 1 0 0,0-1-1 0 0,0 0 0 0 0,-1 1 1 0 0,0-1-1 0 0,0 1 0 0 0,-1 0 1 0 0,1 0-1 0 0,-2 0 1 0 0,1 0-1 0 0,0 0 0 0 0,-1 1 1 0 0,0-1-1 0 0,0 1 1 0 0,-1 0-1 0 0,0 0 0 0 0,0 1 1 0 0,0 0-1 0 0,0-1 1 0 0,0 2-1 0 0,-8-5 0 0 0,9 6-92 0 0,0 1-1 0 0,0 0 0 0 0,0 0 1 0 0,-1 1-1 0 0,1-1 1 0 0,0 1-1 0 0,-1 0 0 0 0,1 0 1 0 0,0 0-1 0 0,-1 0 0 0 0,1 1 1 0 0,0 0-1 0 0,0 0 1 0 0,-9 3-1 0 0,-19 15-2221 0 0,30-17 1907 0 0,0 0-1 0 0,0 0 1 0 0,0 0-1 0 0,1 1 1 0 0,-1-1-1 0 0,1 0 1 0 0,-1 1-1 0 0,1-1 1 0 0,0 1-1 0 0,0-1 1 0 0,-1 4-1 0 0,0 3-2056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56.2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83 384 0 0,'0'-1'206'0'0,"0"0"0"0"0,0 0 0 0 0,0 0 0 0 0,0 0 0 0 0,0 0 1 0 0,0-1-1 0 0,0 1 0 0 0,0 0 0 0 0,1 0 0 0 0,-1 0 0 0 0,0 0 0 0 0,0 0 0 0 0,1 0 0 0 0,-1 0 0 0 0,1 0 0 0 0,-1 0 1 0 0,1 0-1 0 0,0 0 0 0 0,-1 0 0 0 0,1 0 0 0 0,0 1 0 0 0,-1-1 0 0 0,1 0 0 0 0,0 0 0 0 0,0 1 0 0 0,0-1 0 0 0,0 0 1 0 0,1 0-1 0 0,0 1-37 0 0,0-1 1 0 0,0 1 0 0 0,0 0 0 0 0,0 0 0 0 0,0 0-1 0 0,1 1 1 0 0,-1-1 0 0 0,0 0 0 0 0,0 1 0 0 0,0-1-1 0 0,-1 1 1 0 0,1 0 0 0 0,0 0 0 0 0,2 1-1 0 0,6 3 76 0 0,-1 1 0 0 0,1 0 0 0 0,-1 0 0 0 0,11 12 0 0 0,-9-8-127 0 0,-2 1 0 0 0,0 0 0 0 0,0 0 0 0 0,-1 1 0 0 0,0 0 0 0 0,-1 0 0 0 0,0 1 0 0 0,-1 0-1 0 0,-1 0 1 0 0,0 1 0 0 0,-1 0 0 0 0,0-1 0 0 0,2 23 0 0 0,-10-36 588 0 0,-6-9-463 0 0,-9-18-26 0 0,18 25-204 0 0,-7-18 232 0 0,1 0 0 0 0,-7-36 0 0 0,13 52-207 0 0,0 0 0 0 0,0-1 0 0 0,1 1-1 0 0,-1 0 1 0 0,1 0 0 0 0,0-1 0 0 0,0 1 0 0 0,1 0 0 0 0,-1-1 0 0 0,1 1-1 0 0,0 0 1 0 0,0 0 0 0 0,0 0 0 0 0,1 0 0 0 0,0 0 0 0 0,-1 0 0 0 0,1 0-1 0 0,1 0 1 0 0,-1 1 0 0 0,6-7 0 0 0,-6 9-39 0 0,-1 0 1 0 0,1 0-1 0 0,0 0 1 0 0,0 0-1 0 0,0 1 1 0 0,0-1-1 0 0,0 1 0 0 0,0 0 1 0 0,0-1-1 0 0,0 1 1 0 0,0 0-1 0 0,0 0 1 0 0,0 0-1 0 0,0 1 1 0 0,0-1-1 0 0,0 0 0 0 0,0 1 1 0 0,0-1-1 0 0,0 1 1 0 0,0 0-1 0 0,0-1 1 0 0,-1 1-1 0 0,1 0 0 0 0,0 0 1 0 0,2 2-1 0 0,43 32-145 0 0,18 38-478 0 0,-60-61 739 0 0,-18-32 117 0 0,10 10-159 0 0,-1-1 1 0 0,1 0-1 0 0,1-1 1 0 0,0 1-1 0 0,-1-14 1 0 0,3 20-38 0 0,0 0 0 0 0,-1 0 1 0 0,2 0-1 0 0,-1 0 0 0 0,1-1 0 0 0,0 1 0 0 0,0 0 1 0 0,0 0-1 0 0,0 0 0 0 0,1 0 0 0 0,0 0 1 0 0,0 1-1 0 0,5-9 0 0 0,-5 11-44 0 0,-1 1 0 0 0,1-1 0 0 0,-1 1 0 0 0,1 0 0 0 0,0 0 0 0 0,-1 0 0 0 0,1 0 0 0 0,0 0 0 0 0,0 0 0 0 0,-1 0 0 0 0,1 1 0 0 0,0-1 0 0 0,0 1 0 0 0,0-1 0 0 0,0 1 0 0 0,0 0 0 0 0,0 0 0 0 0,0 0 0 0 0,0 0 0 0 0,0 0 0 0 0,0 0 0 0 0,0 0 0 0 0,0 1 0 0 0,0-1 0 0 0,0 1 0 0 0,0-1 1 0 0,-1 1-1 0 0,1 0 0 0 0,0 0 0 0 0,0 0 0 0 0,0 0 0 0 0,-1 0 0 0 0,1 0 0 0 0,-1 0 0 0 0,1 1 0 0 0,-1-1 0 0 0,2 2 0 0 0,3 2-143 0 0,0 1 0 0 0,0-1 1 0 0,-1 1-1 0 0,0 0 1 0 0,0 0-1 0 0,0 1 0 0 0,-1-1 1 0 0,5 9-1 0 0,29 99-4789 0 0,-36-96 779 0 0,-2-10 1775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56.5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0 136 208 0 0,'2'-1'306'0'0,"0"1"1"0"0,0-1-1 0 0,0 1 0 0 0,0 0 1 0 0,1-1-1 0 0,-1 1 0 0 0,0 0 1 0 0,0 0-1 0 0,0 0 0 0 0,0 1 0 0 0,0-1 1 0 0,0 0-1 0 0,0 1 0 0 0,1 0 1 0 0,-1-1-1 0 0,0 1 0 0 0,-1 0 1 0 0,1 0-1 0 0,0 0 0 0 0,0 0 1 0 0,0 0-1 0 0,0 1 0 0 0,-1-1 1 0 0,1 0-1 0 0,-1 1 0 0 0,3 3 0 0 0,6 5 80 0 0,-1 1-1 0 0,0 1 0 0 0,7 13 1 0 0,0-2 643 0 0,-4-7-218 0 0,1-1 0 0 0,24 22 0 0 0,-35-37-689 0 0,0 1 0 0 0,-1-1 1 0 0,1 0-1 0 0,0 1 0 0 0,-1-1 0 0 0,1 0 1 0 0,0 0-1 0 0,-1 0 0 0 0,1 0 0 0 0,0-1 0 0 0,-1 1 1 0 0,1 0-1 0 0,-1-1 0 0 0,1 1 0 0 0,0-1 1 0 0,-1 1-1 0 0,1-1 0 0 0,-1 0 0 0 0,1 0 1 0 0,-1 0-1 0 0,0 0 0 0 0,1 0 0 0 0,-1 0 0 0 0,0 0 1 0 0,0 0-1 0 0,0 0 0 0 0,2-2 0 0 0,39-42 129 0 0,-35 37-124 0 0,7-8-528 0 0,-2-1 0 0 0,1 0 0 0 0,-2-1 0 0 0,14-27 0 0 0,-18 29-1593 0 0,-1 0-1 0 0,0-1 1 0 0,3-19-1 0 0,-1-1-2108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04.1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2942 432 0 0,'3'8'31368'0'0,"9"-26"-30401"0"0,-7 13-967 0 0,-2 5 0 0 0,-11 9-10 0 0,6-6-41 0 0,8-36-569 0 0,6-48 197 0 0,-4 0 0 0 0,-4-1 0 0 0,-3 1 1 0 0,-12-110-1 0 0,-7 26-109 0 0,8-1 1 0 0,13-196-1 0 0,-1 341 505 0 0,23-253-377 0 0,56-221-207 0 0,-63 342-174 0 0,-1-215 0 0 0,-29 220 46 0 0,9 129-1874 0 0,1 42 1384 0 0,2-17 1172 0 0,1 0-1 0 0,0 1 1 0 0,0-1 0 0 0,1 0-1 0 0,0-1 1 0 0,0 1 0 0 0,0 0-1 0 0,1 0 1 0 0,0-1 0 0 0,0 1-1 0 0,0-1 1 0 0,1 0 0 0 0,0 0-1 0 0,0 0 1 0 0,0-1 0 0 0,0 0-1 0 0,1 1 1 0 0,0-1 0 0 0,-1-1-1 0 0,2 1 1 0 0,-1-1 0 0 0,0 0 0 0 0,1 0-1 0 0,9 4 1 0 0,13 5 22 0 0,1-2 0 0 0,1 0 0 0 0,46 8 0 0 0,70 6-407 0 0,268 8 0 0 0,-229-23 123 0 0,27-4 62 0 0,-196-1 3673 0 0,-9-45-2715 0 0,140-285-898 0 0,-142 311 73 0 0,1 1-1 0 0,1 0 0 0 0,0 0 0 0 0,1 0 1 0 0,1 1-1 0 0,0 1 0 0 0,12-14 0 0 0,-20 25-32 0 0,24 20-248 0 0,-3 11 269 0 0,-1 0 0 0 0,-2 2 0 0 0,-1 1 0 0 0,24 63 0 0 0,-23-52 87 0 0,2 0 0 0 0,29 44 0 0 0,-49-86 57 0 0,34 47 8 0 0,-33-47-3 0 0,0 1 0 0 0,0-1-1 0 0,0 0 1 0 0,1 1 0 0 0,-1-1-1 0 0,0 0 1 0 0,1 0 0 0 0,-1 0-1 0 0,1-1 1 0 0,0 1 0 0 0,0-1-1 0 0,-1 1 1 0 0,1-1 0 0 0,6 2-1 0 0,22-11 73 0 0,16-21-32 0 0,-29 18-35 0 0,4-4-2 0 0,0-1 1 0 0,-1-1-1 0 0,0-1 0 0 0,20-23 1 0 0,68-90 10 0 0,-52 61-126 0 0,-49 60 71 0 0,24-27-189 0 0,-30 35 176 0 0,0 1-1 0 0,-1-1 0 0 0,1 0 1 0 0,1 1-1 0 0,-1-1 0 0 0,0 1 0 0 0,0 0 1 0 0,0-1-1 0 0,1 1 0 0 0,-1 0 1 0 0,0 1-1 0 0,1-1 0 0 0,-1 0 0 0 0,4 0 1 0 0,-3 2 9 0 0,1 0 0 0 0,-1 0 0 0 0,0 0 0 0 0,0 0 0 0 0,0 1 0 0 0,0-1 0 0 0,-1 1 0 0 0,1 0 0 0 0,0 0 0 0 0,-1 0 0 0 0,1 0 1 0 0,-1 0-1 0 0,3 4 0 0 0,30 33-181 0 0,-34-37 207 0 0,30 39-131 0 0,9 24-38 0 0,-24-38 78 0 0,1 0 0 0 0,1-2 0 0 0,24 28 0 0 0,-39-50 88 0 0,1 1 0 0 0,-1-1 0 0 0,1 0 0 0 0,-1 1 1 0 0,1-1-1 0 0,0-1 0 0 0,1 1 0 0 0,-1-1 0 0 0,0 1 1 0 0,1-1-1 0 0,-1-1 0 0 0,1 1 0 0 0,-1-1 0 0 0,1 1 0 0 0,0-1 1 0 0,5 0-1 0 0,-2-1 7 0 0,0-1 0 0 0,1 0 0 0 0,-1 0 1 0 0,0-1-1 0 0,0 0 0 0 0,0-1 0 0 0,0 0 0 0 0,14-6 1 0 0,7-7 28 0 0,0-1 1 0 0,-1-1 0 0 0,50-42-1 0 0,-12 8-20 0 0,-62 49-16 0 0,0 1 1 0 0,1-1-1 0 0,-1 1 1 0 0,1 0-1 0 0,-1 0 0 0 0,1 0 1 0 0,0 1-1 0 0,-1-1 1 0 0,1 1-1 0 0,0 1 0 0 0,0-1 1 0 0,0 1-1 0 0,0-1 1 0 0,0 1-1 0 0,0 1 0 0 0,0-1 1 0 0,6 2-1 0 0,8 3 5 0 0,-1 0 0 0 0,-1 1 1 0 0,25 12-1 0 0,21 8-4 0 0,33 3 92 0 0,1-4 0 0 0,115 14-1 0 0,718 29 303 0 0,-631-53-268 0 0,-273-14-113 0 0,494 23 334 0 0,-326-19 134 0 0,-192-5-550 0 0,-46-7-16019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05.5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23 492 0 0,'10'-23'9010'0'0,"-17"33"-8300"0"0,-35 53 700 0 0,23-36-974 0 0,1 0 0 0 0,2 1 0 0 0,-22 51 1 0 0,31-59-315 0 0,0 1 1 0 0,2-1 0 0 0,0 1 0 0 0,1 0-1 0 0,1 0 1 0 0,2 0 0 0 0,0 0 0 0 0,1 1-1 0 0,4 30 1 0 0,-4-45-110 0 0,2 0-1 0 0,-1-1 1 0 0,1 1-1 0 0,0 0 1 0 0,0 0 0 0 0,1-1-1 0 0,0 0 1 0 0,0 1-1 0 0,0-1 1 0 0,1 0 0 0 0,0-1-1 0 0,0 1 1 0 0,1-1 0 0 0,0 1-1 0 0,-1-1 1 0 0,2-1-1 0 0,-1 1 1 0 0,0-1 0 0 0,1 0-1 0 0,0 0 1 0 0,0 0-1 0 0,0-1 1 0 0,1 0 0 0 0,-1 0-1 0 0,1-1 1 0 0,-1 0-1 0 0,1 0 1 0 0,0 0 0 0 0,0-1-1 0 0,0 0 1 0 0,0-1-1 0 0,7 1 1 0 0,-9-1-13 0 0,1 0-1 0 0,0-1 1 0 0,-1 0 0 0 0,1 0-1 0 0,-1 0 1 0 0,0 0-1 0 0,1-1 1 0 0,-1 0 0 0 0,0 0-1 0 0,0 0 1 0 0,0-1 0 0 0,0 0-1 0 0,0 0 1 0 0,0 0 0 0 0,7-8-1 0 0,-10 9-2 0 0,0 1-1 0 0,0-1 0 0 0,-1 0 1 0 0,1 0-1 0 0,0 0 1 0 0,-1 0-1 0 0,0-1 1 0 0,0 1-1 0 0,1 0 0 0 0,-1-1 1 0 0,-1 1-1 0 0,1 0 1 0 0,0-1-1 0 0,-1 1 1 0 0,1-1-1 0 0,-1 0 0 0 0,1 1 1 0 0,-1-1-1 0 0,0 1 1 0 0,0-1-1 0 0,-1 1 1 0 0,1-1-1 0 0,0 1 0 0 0,-1-1 1 0 0,0 1-1 0 0,1-1 1 0 0,-1 1-1 0 0,0-1 1 0 0,0 1-1 0 0,0 0 0 0 0,-1-1 1 0 0,1 1-1 0 0,0 0 1 0 0,-1 0-1 0 0,0 0 1 0 0,-2-2-1 0 0,1 1-18 0 0,0 1 0 0 0,-1-1 1 0 0,1 1-1 0 0,-1 0 0 0 0,0 0 0 0 0,1 0 0 0 0,-1 0 0 0 0,0 1 1 0 0,0-1-1 0 0,0 1 0 0 0,0 0 0 0 0,-1 1 0 0 0,1-1 0 0 0,0 1 1 0 0,0-1-1 0 0,-6 2 0 0 0,-72 5-432 0 0,77-5 420 0 0,-8 1-231 0 0,0 0 0 0 0,1 0 1 0 0,-1 1-1 0 0,1 1 0 0 0,-1 0 0 0 0,-19 10 1 0 0,30-7-1100 0 0,12-3 912 0 0,14-2 56 0 0,34-10-17 0 0,0-2-1 0 0,0-3 1 0 0,-2-2-1 0 0,0-2 1 0 0,0-3-1 0 0,83-44 1 0 0,-114 51 824 0 0,0-2-1 0 0,-1 0 1 0 0,0-2 0 0 0,-1 0 0 0 0,-1-2-1 0 0,35-38 1 0 0,-53 53-141 0 0,-1-1 1 0 0,1 0-1 0 0,-1 0 0 0 0,1 0 1 0 0,-1 0-1 0 0,-1 0 0 0 0,3-7 385 0 0,-9 13-552 0 0,-2 3-69 0 0,-1 1 0 0 0,1-1 0 0 0,-1 1 0 0 0,1 1 0 0 0,1-1 0 0 0,-1 1 0 0 0,1 0 0 0 0,0 0 0 0 0,0 0 0 0 0,1 1 0 0 0,-1-1 1 0 0,2 1-1 0 0,-5 9 0 0 0,3-4 3 0 0,0 0 0 0 0,1 1 0 0 0,0-1 1 0 0,1 1-1 0 0,1 0 0 0 0,0 0 1 0 0,-1 22-1 0 0,4-27-75 0 0,0 0-1 0 0,0 0 1 0 0,1-1 0 0 0,0 1 0 0 0,1 0-1 0 0,3 9 1 0 0,4 11-245 0 0,-10-28 277 0 0,1 0 1 0 0,-1 0 0 0 0,0 1 0 0 0,0-1-1 0 0,0 0 1 0 0,1 0 0 0 0,-1 0 0 0 0,0 0-1 0 0,0 1 1 0 0,1-1 0 0 0,-1 0 0 0 0,0 0-1 0 0,1 0 1 0 0,-1 0 0 0 0,0 0 0 0 0,0 0 0 0 0,1 0-1 0 0,-1 1 1 0 0,0-1 0 0 0,1 0 0 0 0,-1 0-1 0 0,0 0 1 0 0,0 0 0 0 0,1 0 0 0 0,-1 0-1 0 0,0-1 1 0 0,1 1 0 0 0,-1 0 0 0 0,0 0 0 0 0,1 0-1 0 0,-1 0 1 0 0,0 0 0 0 0,0 0 0 0 0,1 0-1 0 0,-1-1 1 0 0,0 1 0 0 0,0 0 0 0 0,1 0-1 0 0,-1 0 1 0 0,0-1 0 0 0,0 1 0 0 0,0 0 0 0 0,1 0-1 0 0,-1-1 1 0 0,0 1 0 0 0,12-11-39 0 0,-6-2-25 0 0,0-1 1 0 0,-1 1-1 0 0,-1-1 1 0 0,0 0-1 0 0,-1 0 1 0 0,0 0-1 0 0,-1 0 0 0 0,0-18 1 0 0,0 11-10 0 0,1 0-1 0 0,9-34 1 0 0,-11 51 70 0 0,28-71-9 0 0,-27 70 35 0 0,0 0 0 0 0,1 0 0 0 0,0 1 0 0 0,0-1 0 0 0,1 1 0 0 0,-1 0 0 0 0,1 0 0 0 0,0 0 0 0 0,0 0 0 0 0,0 0 0 0 0,0 1 0 0 0,6-3 0 0 0,-8 5-4 0 0,1 1-1 0 0,-1-1 1 0 0,0 1-1 0 0,1 0 1 0 0,-1 0-1 0 0,1 0 0 0 0,-1 0 1 0 0,1 0-1 0 0,-1 0 1 0 0,0 1-1 0 0,1-1 1 0 0,-1 1-1 0 0,0 0 1 0 0,1 0-1 0 0,-1 0 1 0 0,0 0-1 0 0,0 0 1 0 0,0 0-1 0 0,0 0 1 0 0,0 1-1 0 0,0-1 1 0 0,0 1-1 0 0,0 0 1 0 0,0-1-1 0 0,-1 1 1 0 0,1 0-1 0 0,1 3 1 0 0,7 6 77 0 0,-1 0 1 0 0,-1 1 0 0 0,9 16-1 0 0,19 43 239 0 0,-22-42-174 0 0,0 0 0 0 0,2-2 1 0 0,28 37-1 0 0,-42-61-141 0 0,1 0-1 0 0,-1-1 1 0 0,1 0-1 0 0,0 0 1 0 0,0 0 0 0 0,0 0-1 0 0,0 0 1 0 0,0 0 0 0 0,0-1-1 0 0,0 0 1 0 0,1 1-1 0 0,-1-1 1 0 0,1 0 0 0 0,-1-1-1 0 0,0 1 1 0 0,1-1 0 0 0,-1 1-1 0 0,1-1 1 0 0,-1 0 0 0 0,1 0-1 0 0,0-1 1 0 0,-1 1-1 0 0,0-1 1 0 0,1 0 0 0 0,-1 1-1 0 0,1-2 1 0 0,-1 1 0 0 0,0 0-1 0 0,0-1 1 0 0,1 1-1 0 0,-1-1 1 0 0,0 0 0 0 0,-1 0-1 0 0,5-4 1 0 0,-1 2 17 0 0,0 0 1 0 0,-1 0-1 0 0,0-1 0 0 0,0 1 0 0 0,0-2 1 0 0,-1 1-1 0 0,0 0 0 0 0,0-1 1 0 0,0 0-1 0 0,0 1 0 0 0,-1-2 1 0 0,0 1-1 0 0,0 0 0 0 0,-1-1 0 0 0,0 1 1 0 0,0-1-1 0 0,1-7 0 0 0,-3 5-24 0 0,0 1-1 0 0,0-1 0 0 0,-1 1 1 0 0,0-1-1 0 0,-1 1 0 0 0,0 0 1 0 0,0-1-1 0 0,-1 1 1 0 0,0 0-1 0 0,0 0 0 0 0,-1 1 1 0 0,0-1-1 0 0,0 1 0 0 0,-1-1 1 0 0,0 2-1 0 0,0-1 0 0 0,-1 0 1 0 0,0 1-1 0 0,0 0 0 0 0,0 0 1 0 0,-1 1-1 0 0,0 0 0 0 0,0 0 1 0 0,0 0-1 0 0,0 1 1 0 0,-1 0-1 0 0,-8-3 0 0 0,2 2-374 0 0,-1 0 1 0 0,1 0-1 0 0,-1 1 0 0 0,0 1 0 0 0,0 1 0 0 0,0 0 0 0 0,0 1 0 0 0,0 0 0 0 0,-1 1 1 0 0,1 1-1 0 0,0 1 0 0 0,0 0 0 0 0,0 1 0 0 0,-26 8 0 0 0,23-2-4268 0 0,10-5 1972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06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0 764 0 0,'1'17'7613'0'0,"12"133"-5241"0"0,-29 211-407 0 0,19-344-1141 0 0,6-15-200 0 0,16-27-164 0 0,29-46-437 0 0,-2-4 0 0 0,60-118 0 0 0,-101 174-35 0 0,2-4 54 0 0,1-2-485 0 0,-22 57 149 0 0,3-15 357 0 0,0-1-1 0 0,2 1 1 0 0,0 0 0 0 0,1 0 0 0 0,0 1-1 0 0,1-1 1 0 0,2 0 0 0 0,-1 0 0 0 0,2 1-1 0 0,6 27 1 0 0,-6-37-183 0 0,1 0 0 0 0,-1-1 0 0 0,1 0 0 0 0,1 0 0 0 0,0 0 1 0 0,0 0-1 0 0,0 0 0 0 0,0-1 0 0 0,1 1 0 0 0,0-1 0 0 0,7 5 0 0 0,-7-6-409 0 0,0-1 1 0 0,1 0-1 0 0,0 0 1 0 0,0-1-1 0 0,0 0 1 0 0,1 0-1 0 0,-1 0 0 0 0,1-1 1 0 0,-1 0-1 0 0,1 0 1 0 0,0-1-1 0 0,0 1 1 0 0,0-2-1 0 0,8 1 0 0 0,7 0-2457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07.0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0 503 664 0 0,'75'-38'8321'0'0,"41"-4"-6790"0"0,-42 16-2332 0 0,-71 25 726 0 0,1 0 1 0 0,-1-1-1 0 0,0 1 0 0 0,0-1 1 0 0,0 0-1 0 0,-1 0 1 0 0,1 0-1 0 0,0 0 0 0 0,-1 0 1 0 0,1-1-1 0 0,-1 1 0 0 0,0-1 1 0 0,0 0-1 0 0,0 1 1 0 0,0-1-1 0 0,0 0 0 0 0,-1 0 1 0 0,1 0-1 0 0,-1 0 0 0 0,0-1 1 0 0,1 1-1 0 0,-2 0 1 0 0,2-5-1 0 0,-1-6 57 0 0,0 0 0 0 0,-1-1 1 0 0,0 1-1 0 0,-4-23 0 0 0,2 27 138 0 0,1-1 0 0 0,0-1-1 0 0,0 1 1 0 0,1 0 0 0 0,1 0 0 0 0,3-19-1 0 0,5-4 407 0 0,-7 24-324 0 0,0 0-1 0 0,1 0 0 0 0,1 0 0 0 0,-1 1 0 0 0,1 0 0 0 0,8-14 1 0 0,-10 21-172 0 0,1-1 0 0 0,-1 1 1 0 0,0 0-1 0 0,1 0 1 0 0,-1 0-1 0 0,1 0 0 0 0,-1 0 1 0 0,1 0-1 0 0,0 1 0 0 0,0-1 1 0 0,0 1-1 0 0,0 0 1 0 0,0 0-1 0 0,0 0 0 0 0,0 0 1 0 0,0 0-1 0 0,0 1 1 0 0,1-1-1 0 0,-1 1 0 0 0,0 0 1 0 0,0 0-1 0 0,0 0 1 0 0,1 1-1 0 0,-1-1 0 0 0,4 2 1 0 0,1-1-13 0 0,-1 1 0 0 0,0-1 0 0 0,0 2 0 0 0,0-1 0 0 0,0 1 0 0 0,0 0 0 0 0,0 1 0 0 0,-1-1 0 0 0,1 1 0 0 0,-1 1 0 0 0,0-1 1 0 0,0 1-1 0 0,-1 0 0 0 0,9 10 0 0 0,-7-6-7 0 0,0 1 0 0 0,-1 0 0 0 0,0 0 1 0 0,0 0-1 0 0,-1 1 0 0 0,-1 0 0 0 0,0 0 1 0 0,5 20-1 0 0,-5-12-4 0 0,-1-1-1 0 0,-1 1 1 0 0,-1 0 0 0 0,0 0 0 0 0,-1 0 0 0 0,-1 0-1 0 0,-1-1 1 0 0,-1 1 0 0 0,0-1 0 0 0,-2 1-1 0 0,-9 27 1 0 0,2-19 550 0 0,2 0 0 0 0,-11 51-1 0 0,21-77-495 0 0,0-1-1 0 0,0 1 1 0 0,0 0-1 0 0,0 0 0 0 0,0 0 1 0 0,0-1-1 0 0,0 1 1 0 0,1 0-1 0 0,-1 0 1 0 0,0-1-1 0 0,0 1 1 0 0,1 0-1 0 0,-1 0 1 0 0,1-1-1 0 0,-1 1 0 0 0,1 0 1 0 0,-1-1-1 0 0,1 1 1 0 0,-1-1-1 0 0,1 1 1 0 0,-1-1-1 0 0,1 1 1 0 0,0-1-1 0 0,-1 1 0 0 0,1-1 1 0 0,0 1-1 0 0,-1-1 1 0 0,1 0-1 0 0,0 0 1 0 0,0 1-1 0 0,-1-1 1 0 0,1 0-1 0 0,0 0 0 0 0,0 0 1 0 0,0 0-1 0 0,1 0 1 0 0,36 3 692 0 0,-29-3-588 0 0,284-3 1704 0 0,124 5-2954 0 0,-345 6-1054 0 0,-26 5-5915 0 0,-35-9 3967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09.0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13 548 0 0,'1'-1'318'0'0,"-1"1"0"0"0,5-6 2224 0 0,-4 5-2224 0 0,0 0 0 0 0,-1 1-1 0 0,1-1 1 0 0,0 1 0 0 0,0-1 0 0 0,0 1 0 0 0,0 0-1 0 0,0-1 1 0 0,0 1 0 0 0,-1 0 0 0 0,1 0 0 0 0,0 0-1 0 0,0-1 1 0 0,0 1 0 0 0,0 0 0 0 0,0 0 0 0 0,0 0-1 0 0,0 1 1 0 0,1-1 0 0 0,0 1-118 0 0,0 0 1 0 0,0 0-1 0 0,-1 0 1 0 0,1 1-1 0 0,-1-1 0 0 0,1 1 1 0 0,-1-1-1 0 0,1 1 0 0 0,-1-1 1 0 0,0 1-1 0 0,1 0 1 0 0,-1-1-1 0 0,1 4 0 0 0,5 11-500 0 0,0 0-1 0 0,8 29 1 0 0,-10-31 1310 0 0,8 32-747 0 0,-2 0 0 0 0,-2 1 0 0 0,-2-1 0 0 0,-2 2 0 0 0,-2-1 0 0 0,-3 1 0 0 0,-8 78 0 0 0,-75 326 760 0 0,82-445-1009 0 0,-16 64 93 0 0,-7 27 293 0 0,5 0 0 0 0,-11 145 0 0 0,31-87 773 0 0,35 253 0 0 0,-17-243-530 0 0,18 50 343 0 0,-14-93-298 0 0,-18-100-472 0 0,-1 1-1 0 0,-2 0 0 0 0,-1 48 0 0 0,-8 147 1077 0 0,2-59-667 0 0,5-130-537 0 0,-4 26 24 0 0,2-42-76 0 0,1 0 0 0 0,0 0 0 0 0,1 0-1 0 0,3 21 1 0 0,-2-30-5 0 0,-1-3-23 0 0,1 1-1 0 0,-1 0 0 0 0,1 0 1 0 0,-1 0-1 0 0,0 0 0 0 0,0 0 0 0 0,0 0 1 0 0,0 0-1 0 0,-1 0 0 0 0,0 5 1 0 0,-2-3-2 0 0,3-3-8 0 0,1 1 18 0 0,-1-2 45 0 0,0 4 232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14.8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125 141 136 0 0,'7'-71'4727'0'0,"0"1"3781"0"0,5 228-6577 0 0,-49 751 2297 0 0,24-692-3147 0 0,-13 387 1424 0 0,27-98-755 0 0,4-454-1396 0 0,-4-41-713 0 0,-9-40-930 0 0,-7-39-1386 0 0,-7-30-1840 0 0,3 33-2648 0 0,1 14 1976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17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83 180 0 0,'3'-10'1400'0'0,"0"1"0"0"0,-1-1 0 0 0,0 0 0 0 0,0 0 0 0 0,-1 0 0 0 0,0-13 0 0 0,-1 22-1035 0 0,16 10 1274 0 0,34 50-382 0 0,3-1 0 0 0,106 87 0 0 0,138 80 385 0 0,-254-195-1443 0 0,487 298 2015 0 0,-442-278-1925 0 0,27 22 289 0 0,-4 4-1 0 0,186 165 0 0 0,-236-183 468 0 0,-61-57-938 0 0,10 0 790 0 0,-10-1-965 0 0,0 0-1 0 0,0 0 1 0 0,1 0 0 0 0,-1 0 0 0 0,0 0-1 0 0,0 0 1 0 0,1 0 0 0 0,-1 0 0 0 0,0 0 0 0 0,0 0-1 0 0,0 0 1 0 0,1 0 0 0 0,-1 0 0 0 0,0 0-1 0 0,0 0 1 0 0,0 0 0 0 0,1 0 0 0 0,-1 0-1 0 0,0 0 1 0 0,0 0 0 0 0,0-1 0 0 0,0 1-1 0 0,1 0 1 0 0,-1 0 0 0 0,1-1-410 0 0,-1 1 410 0 0,0 0 0 0 0,0-1-1 0 0,0 1 1 0 0,0 0 0 0 0,0 0 0 0 0,0 0-1 0 0,0-1 1 0 0,0 1 0 0 0,0 0 0 0 0,0 0-1 0 0,0 0 1 0 0,0-1 0 0 0,0 1 0 0 0,0 0-1 0 0,0 0 1 0 0,0 0 0 0 0,0-1 0 0 0,0 1-1 0 0,0 0 1 0 0,0 0 0 0 0,0 0 0 0 0,0-1-1 0 0,0 1 1 0 0,0 0 0 0 0,0 0 0 0 0,0 0-1 0 0,-1 0 1 0 0,1-1 0 0 0,0 1-69 0 0,-33 1-6548 0 0,-3 5 658 0 0,9-1 2163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19.4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18 958 372 0 0,'-16'44'4589'0'0,"15"-14"-3645"0"0,0-18-571 0 0,1-1 0 0 0,0 1 0 0 0,1-1 0 0 0,0 1 0 0 0,5 17 0 0 0,2 8 482 0 0,-6-28-422 0 0,0 0 1 0 0,0 0-1 0 0,1-1 1 0 0,0 1-1 0 0,7 14 0 0 0,-7-22-310 0 0,-1 0-1 0 0,1-1 1 0 0,0 1-1 0 0,-1-1 1 0 0,1 0-1 0 0,-1 1 1 0 0,1-1-1 0 0,0-1 0 0 0,-1 1 1 0 0,1 0-1 0 0,2-1 1 0 0,13-4 174 0 0,0 0 0 0 0,0-1 0 0 0,-1-1 0 0 0,24-13 0 0 0,8-4 171 0 0,341-183 1653 0 0,-46 21-651 0 0,357-140 465 0 0,-602 282-1101 0 0,152-94 0 0 0,-218 119-582 0 0,-22 13-133 0 0,0 0 1 0 0,-1-1-1 0 0,1 0 0 0 0,17-17 0 0 0,25-20 684 0 0,-53 44-735 0 0,22-21 663 0 0,-14 13-598 0 0,-7 8-106 0 0,0-1 0 0 0,0 0 0 0 0,-1 0 1 0 0,1 0-1 0 0,0 1 0 0 0,0-1 0 0 0,0 0 0 0 0,0 1 0 0 0,0-1 0 0 0,0 1 1 0 0,0-1-1 0 0,0 1 0 0 0,0-1 0 0 0,0 1 0 0 0,0 0 0 0 0,1 0 1 0 0,-1-1-1 0 0,0 1 0 0 0,1 0 0 0 0,-1 0-24 0 0,0-1 0 0 0,-1 1 0 0 0,1-1 1 0 0,0 1-1 0 0,-1-1 0 0 0,1 1 0 0 0,0-1 0 0 0,-1 0 0 0 0,1 1 1 0 0,-1-1-1 0 0,1 0 0 0 0,-1 1 0 0 0,0-1 0 0 0,1 0 0 0 0,-1 0 1 0 0,0 1-1 0 0,1-1 0 0 0,-1 0 0 0 0,0 0 0 0 0,0 0 1 0 0,0 0-1 0 0,0 1 0 0 0,0-1 0 0 0,0 0 0 0 0,0 0 0 0 0,0 0 1 0 0,0 0-1 0 0,0 1 0 0 0,0-1 0 0 0,0 0 0 0 0,-1-1 0 0 0,1 0-182 0 0,4-39-1973 0 0,-2 27 2742 0 0,2-10-8862 0 0,2 49 8999 0 0,-3-22-1720 0 0,23 6 1064 0 0,0-1 0 0 0,0-1-1 0 0,1-2 1 0 0,0 0 0 0 0,27 0 0 0 0,-9 0-24 0 0,917 73 455 0 0,3-51 226 0 0,-835-24-577 0 0,935-16 1500 0 0,-991 10-1386 0 0,4 0 921 0 0,156-25 0 0 0,-218 24-1248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20.9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2286 250 740 0 0,'0'0'2219'0'0,"-16"-15"2400"0"0,-216-39 1057 0 0,-127 5-4428 0 0,271 38-733 0 0,-666-53 1298 0 0,325 53-729 0 0,79-18 82 0 0,321 20-615 0 0,10 3-929 0 0,9 4-1757 0 0,20 3-688 0 0,-6 0 2290 0 0,1 0-1 0 0,-1 0 0 0 0,1 1 1 0 0,-1-1-1 0 0,6 4 1 0 0,12 3-4002 0 0,-2-4 848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21.5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0 612 0 0,'-1'9'10150'0'0,"1"-9"-10001"0"0,27 8 3217 0 0,38 0-1548 0 0,79 6 394 0 0,-64-5-2920 0 0,0-1-3516 0 0,-61-5-2390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22.2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79 804 0 0,'6'-8'1133'0'0,"-2"-1"339"0"0,2 1 0 0 0,-1 0 1 0 0,1 1-1 0 0,0 0 0 0 0,1 0 0 0 0,9-9 0 0 0,-12 9 1417 0 0,-4 7-2852 0 0,0 0 1 0 0,1 0 0 0 0,-1 0-1 0 0,0 0 1 0 0,0 0 0 0 0,0 0 37 0 0,0 1-37 0 0,0-1-1 0 0,0 0 1 0 0,0 0 0 0 0,0 0-1 0 0,0 0 1 0 0,1 0 0 0 0,-1 0-1 0 0,0 0 1 0 0,0 0 0 0 0,0 0-1 0 0,0 0 1 0 0,0 0 0 0 0,0 0-1 0 0,0 0 1 0 0,1 0 0 0 0,-1 0-1 0 0,0 0 1 0 0,0 0 0 0 0,0 0-1 0 0,0 0 1 0 0,0 0 0 0 0,0 0-1 0 0,1 0 1 0 0,-1 0 0 0 0,0 0-1 0 0,0 0 1 0 0,0 0 0 0 0,0 0-1 0 0,0 0 1 0 0,0 0 0 0 0,0 0-1 0 0,1 0 1 0 0,-1 0 0 0 0,0-1 37 0 0,0 1-37 0 0,0 0-1 0 0,0 0 1 0 0,0 0 0 0 0,0 0-1 0 0,0 0 1 0 0,0 0 0 0 0,0 0-1 0 0,0-1 1 0 0,0 1 0 0 0,0 0-1 0 0,0 0 1 0 0,0 0 0 0 0,0 0-1 0 0,1 0 1 0 0,-3 134 1675 0 0,-4 1-6954 0 0,5-118 1660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22.5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0 348 0 0,'-9'2'12104'0'0,"123"4"-10906"0"0,-48-1-3110 0 0,-4-3-4578 0 0,-50-2 3538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4:23.3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2416 172 376 0 0,'0'0'15299'0'0,"-4"-1"-15268"0"0,-62-11 32 0 0,-1 3-1 0 0,-115 0 1 0 0,40 3-59 0 0,-60-8 49 0 0,-360-23 201 0 0,438 31-160 0 0,-145-9 78 0 0,-135-14 842 0 0,302 24-715 0 0,-56-7-4 0 0,32-3 119 0 0,124 14-362 0 0,-3 0 1050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22.4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241 277 7697 0 0,'1'-28'587'0'0,"0"0"0"0"0,-2 0 0 0 0,0 0 1 0 0,-2 0-1 0 0,-2 0 0 0 0,0 1 0 0 0,-2-1 1 0 0,-10-25-1 0 0,9 204 1334 0 0,2 120-550 0 0,0-124-856 0 0,-31 328 786 0 0,10-207-661 0 0,0 76 258 0 0,1-26 61 0 0,-7 95 905 0 0,1 264 2346 0 0,30-575-2828 0 0,43-334-7205 0 0,-11 76 704 0 0,-9 31-3335 0 0,-9 53 3591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23.8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313 8 288 0 0,'-17'-8'9157'0'0,"27"21"-8836"0"0,1-1 0 0 0,0 0 0 0 0,1 0 0 0 0,0-2 0 0 0,1 1 1 0 0,0-1-1 0 0,1-1 0 0 0,14 7 0 0 0,16 14 125 0 0,309 209 1835 0 0,332 258-393 0 0,-351-232-1206 0 0,-129-106-157 0 0,-22-19-78 0 0,-130-93-200 0 0,-16-10 83 0 0,-36-37-319 0 0,-16 34 83 0 0,3-19-84 0 0,-1 0 0 0 0,0-1 0 0 0,-1 0 0 0 0,-30 22 0 0 0,-2 3-8 0 0,-241 238 139 0 0,62-48 501 0 0,-54 63 340 0 0,211-224-479 0 0,-2-2 0 0 0,-101 72 0 0 0,91-87 305 0 0,-167 80 0 0 0,48-30-127 0 0,139-69-509 0 0,19-10-36 0 0,1 1-1 0 0,-62 47 0 0 0,-53 47 72 0 0,68-49-130 0 0,58-47-61 0 0,21-15-31 0 0,7-5 27 0 0,-7 7 44 0 0,8-7-40 0 0,15-41-16664 0 0,-8 23 11472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25.4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6 1084 0 0,'-16'-5'8789'0'0,"15"7"-8635"0"0,0 0 0 0 0,0 0 1 0 0,0 0-1 0 0,0 0 0 0 0,0 0 0 0 0,1 0 0 0 0,-1 1 1 0 0,1-1-1 0 0,-1 0 0 0 0,1 1 0 0 0,0-1 0 0 0,0 0 1 0 0,0 1-1 0 0,0-1 0 0 0,0 0 0 0 0,1 1 0 0 0,0 3 1 0 0,13 51 1341 0 0,-10-41-1098 0 0,8 30 214 0 0,-3 1 1 0 0,-1 0-1 0 0,-3 0 1 0 0,0 81 0 0 0,-11-60-588 0 0,0 9-4289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25.7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9 796 0 0,'-14'-8'12247'0'0,"57"9"-12124"0"0,4 1 552 0 0,2-3-1408 0 0,82 10 0 0 0,-13 10-5667 0 0,-72-10 3037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26.1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15 156 0 0,'-27'-8'17186'0'0,"68"4"-16514"0"0,-1 1 0 0 0,80 5 0 0 0,18 11-4823 0 0,-47-4-2713 0 0,-42-5 2173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27.8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 88 0 0,'18'-1'7425'0'0,"21"-6"-588"0"0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32.4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178 71 296 0 0,'-1'-5'9012'0'0,"1"8"-8955"0"0,0-1 0 0 0,-1 0 0 0 0,1 0 0 0 0,-1 0 0 0 0,0 1 1 0 0,1-1-1 0 0,-1 0 0 0 0,0 0 0 0 0,0 0 0 0 0,-1 0 0 0 0,1-1 0 0 0,0 1 0 0 0,-1 0 0 0 0,1 0 0 0 0,-1-1 0 0 0,1 1 0 0 0,-1-1 0 0 0,0 1 0 0 0,0-1 0 0 0,0 0 0 0 0,1 0 0 0 0,-1 0 1 0 0,0 0-1 0 0,-1 0 0 0 0,1 0 0 0 0,0 0 0 0 0,0-1 0 0 0,0 1 0 0 0,0-1 0 0 0,-4 1 0 0 0,4-1 242 0 0,-12-10 63 0 0,12 9-322 0 0,1 0 0 0 0,-1 1-1 0 0,1-1 1 0 0,0 0 0 0 0,-1 0 0 0 0,1 0-1 0 0,0 0 1 0 0,0 0 0 0 0,0-1-1 0 0,-1 1 1 0 0,1 0 0 0 0,0 0-1 0 0,1-1 1 0 0,-1 1 0 0 0,0-1 0 0 0,0 1-1 0 0,1 0 1 0 0,-1-1 0 0 0,0 0-1 0 0,1 1 1 0 0,-1-3 0 0 0,1 1-25 0 0,0 1 0 0 0,0-1 1 0 0,0 0-1 0 0,0 1 0 0 0,0-1 1 0 0,1 1-1 0 0,-1-1 0 0 0,1 1 1 0 0,0-1-1 0 0,0 1 0 0 0,0-1 1 0 0,0 1-1 0 0,0-1 0 0 0,0 1 1 0 0,1 0-1 0 0,-1 0 0 0 0,1 0 1 0 0,0 0-1 0 0,-1 0 0 0 0,1 0 1 0 0,0 0-1 0 0,0 0 0 0 0,0 1 1 0 0,0-1-1 0 0,1 1 0 0 0,-1 0 1 0 0,0-1-1 0 0,0 1 0 0 0,1 0 1 0 0,-1 0-1 0 0,1 1 0 0 0,-1-1 1 0 0,4 0-1 0 0,0-1-10 0 0,-1 1 0 0 0,1-1-1 0 0,0 1 1 0 0,-1 1 0 0 0,1-1 0 0 0,0 1 0 0 0,0 0-1 0 0,0 0 1 0 0,-1 1 0 0 0,1 0 0 0 0,0 0 0 0 0,-1 0 0 0 0,1 0-1 0 0,9 5 1 0 0,-12-4-5 0 0,0-1-1 0 0,-1 1 0 0 0,1 1 0 0 0,-1-1 1 0 0,1 0-1 0 0,-1 1 0 0 0,0-1 1 0 0,0 1-1 0 0,0-1 0 0 0,0 1 1 0 0,0 0-1 0 0,-1 0 0 0 0,1 0 1 0 0,-1 0-1 0 0,0 0 0 0 0,0 0 1 0 0,0 1-1 0 0,0-1 0 0 0,0 0 0 0 0,-1 1 1 0 0,0-1-1 0 0,1 0 0 0 0,-1 1 1 0 0,0-1-1 0 0,-1 0 0 0 0,1 1 1 0 0,-1-1-1 0 0,1 0 0 0 0,-1 0 1 0 0,0 1-1 0 0,0-1 0 0 0,0 0 0 0 0,-2 3 1 0 0,-1 3-3 0 0,0-1 1 0 0,0 1 0 0 0,-1-1-1 0 0,0 0 1 0 0,0 0-1 0 0,-1-1 1 0 0,0 1-1 0 0,0-1 1 0 0,-1-1 0 0 0,-13 12-1 0 0,15-15 24 0 0,1 0 0 0 0,-1-1 0 0 0,0 1 0 0 0,0-1-1 0 0,0 0 1 0 0,0-1 0 0 0,0 1 0 0 0,0-1 0 0 0,-1 0 0 0 0,1 0-1 0 0,0-1 1 0 0,-1 1 0 0 0,1-1 0 0 0,0 0 0 0 0,-1-1 0 0 0,1 1-1 0 0,0-1 1 0 0,-1 0 0 0 0,1-1 0 0 0,0 1 0 0 0,0-1 0 0 0,0 0-1 0 0,0 0 1 0 0,0-1 0 0 0,1 1 0 0 0,-8-6 0 0 0,8 5-2 0 0,0 0 1 0 0,0 0 0 0 0,1-1-1 0 0,-1 1 1 0 0,1-1 0 0 0,0 0-1 0 0,0 0 1 0 0,1 0 0 0 0,-1 0 0 0 0,1 0-1 0 0,-1 0 1 0 0,1-1 0 0 0,1 1-1 0 0,-1-1 1 0 0,1 0 0 0 0,-1 1-1 0 0,2-1 1 0 0,-1 0 0 0 0,0 0-1 0 0,1 0 1 0 0,0 0 0 0 0,0 1-1 0 0,0-1 1 0 0,1 0 0 0 0,-1 0-1 0 0,1 0 1 0 0,0 0 0 0 0,1 1-1 0 0,2-7 1 0 0,-3 8-17 0 0,0 0 0 0 0,0 0 0 0 0,1 1-1 0 0,-1-1 1 0 0,1 0 0 0 0,0 1 0 0 0,0-1 0 0 0,0 1 0 0 0,0-1 0 0 0,0 1-1 0 0,0 0 1 0 0,1 0 0 0 0,-1 0 0 0 0,1 0 0 0 0,-1 1 0 0 0,1-1-1 0 0,0 1 1 0 0,0-1 0 0 0,-1 1 0 0 0,1 0 0 0 0,0 0 0 0 0,5-1 0 0 0,-3 2-1 0 0,0-1-1 0 0,0 1 1 0 0,0 1 0 0 0,0-1 0 0 0,0 0 0 0 0,0 1 0 0 0,-1 0 0 0 0,1 1 0 0 0,0-1 0 0 0,0 1 0 0 0,-1 0 0 0 0,1 0 0 0 0,5 3 0 0 0,-4-1-5 0 0,0-1 1 0 0,-1 1 0 0 0,0 0 0 0 0,0 1 0 0 0,0-1 0 0 0,0 1 0 0 0,0 0 0 0 0,-1 0 0 0 0,0 1-1 0 0,4 5 1 0 0,-6-7-2 0 0,-1-1-1 0 0,1 0 1 0 0,-1 1 0 0 0,1-1-1 0 0,-1 1 1 0 0,0-1-1 0 0,0 1 1 0 0,-1-1-1 0 0,1 1 1 0 0,-1 0-1 0 0,1-1 1 0 0,-1 1-1 0 0,0 0 1 0 0,-1 0-1 0 0,1-1 1 0 0,-1 1 0 0 0,1 0-1 0 0,-3 4 1 0 0,2-5 4 0 0,-1 0 1 0 0,1 0-1 0 0,-1 0 1 0 0,0-1-1 0 0,0 1 1 0 0,0 0-1 0 0,0-1 1 0 0,0 1-1 0 0,-1-1 1 0 0,1 0-1 0 0,-1 1 1 0 0,0-1-1 0 0,1-1 1 0 0,-1 1-1 0 0,0 0 1 0 0,0-1-1 0 0,0 1 1 0 0,-1-1-1 0 0,1 0 1 0 0,0 0-1 0 0,0 0 1 0 0,-1-1-1 0 0,1 1 1 0 0,-6 0-1 0 0,5-1 7 0 0,0 0 0 0 0,0 0-1 0 0,-1 0 1 0 0,1 0 0 0 0,0-1-1 0 0,0 0 1 0 0,0 0 0 0 0,0 0 0 0 0,-1 0-1 0 0,1-1 1 0 0,1 1 0 0 0,-1-1-1 0 0,0 0 1 0 0,0 0 0 0 0,1 0 0 0 0,-1-1-1 0 0,1 0 1 0 0,-6-4 0 0 0,6 3 2 0 0,0 1 1 0 0,1-1-1 0 0,-1 0 1 0 0,1 1 0 0 0,0-1-1 0 0,0 0 1 0 0,0 0-1 0 0,1 0 1 0 0,-1-1 0 0 0,1 1-1 0 0,0 0 1 0 0,0-1-1 0 0,1 1 1 0 0,-1 0-1 0 0,1-1 1 0 0,0 1 0 0 0,1-8-1 0 0,-1 9-9 0 0,1 0-1 0 0,0 0 1 0 0,0 0-1 0 0,0 0 1 0 0,0 1-1 0 0,0-1 1 0 0,1 0-1 0 0,-1 0 1 0 0,1 1-1 0 0,0-1 1 0 0,-1 1-1 0 0,1-1 1 0 0,1 1-1 0 0,-1 0 1 0 0,0 0 0 0 0,0 0-1 0 0,1 0 1 0 0,0 0-1 0 0,-1 1 1 0 0,1-1-1 0 0,0 1 1 0 0,-1-1-1 0 0,1 1 1 0 0,0 0-1 0 0,5-1 1 0 0,-3 1-8 0 0,-1 0 1 0 0,0 1 0 0 0,1 0 0 0 0,-1-1 0 0 0,1 2-1 0 0,-1-1 1 0 0,1 0 0 0 0,-1 1 0 0 0,0 0 0 0 0,1 0-1 0 0,-1 0 1 0 0,0 1 0 0 0,0-1 0 0 0,0 1 0 0 0,0 0-1 0 0,6 4 1 0 0,-8-5-3 0 0,0 1-1 0 0,0-1 0 0 0,0 1 1 0 0,0-1-1 0 0,0 1 1 0 0,0 0-1 0 0,-1 0 1 0 0,1-1-1 0 0,0 1 0 0 0,-1 0 1 0 0,0 1-1 0 0,0-1 1 0 0,1 0-1 0 0,-1 0 0 0 0,0 0 1 0 0,-1 1-1 0 0,1-1 1 0 0,0 1-1 0 0,-1-1 0 0 0,1 0 1 0 0,-1 1-1 0 0,0-1 1 0 0,0 1-1 0 0,0-1 0 0 0,0 1 1 0 0,0-1-1 0 0,-1 1 1 0 0,1-1-1 0 0,-1 1 1 0 0,0 2-1 0 0,0-3 8 0 0,0 0 0 0 0,0 0 0 0 0,0-1 0 0 0,0 1 0 0 0,0 0 0 0 0,0-1 0 0 0,-1 1 0 0 0,1-1 1 0 0,-1 0-1 0 0,1 1 0 0 0,-1-1 0 0 0,1 0 0 0 0,-1 0 0 0 0,0 0 0 0 0,1 0 0 0 0,-1 0 0 0 0,0 0 0 0 0,0 0 0 0 0,0-1 0 0 0,0 1 0 0 0,1-1 0 0 0,-1 1 0 0 0,0-1 0 0 0,0 0 0 0 0,0 0 1 0 0,0 0-1 0 0,0 0 0 0 0,0 0 0 0 0,0 0 0 0 0,0 0 0 0 0,0-1 0 0 0,0 1 0 0 0,-2-1 0 0 0,-1 0 7 0 0,1 0-1 0 0,0-1 1 0 0,0 1-1 0 0,0-1 1 0 0,0 1 0 0 0,1-1-1 0 0,-1 0 1 0 0,0-1 0 0 0,1 1-1 0 0,0-1 1 0 0,-1 1-1 0 0,1-1 1 0 0,-5-6 0 0 0,7 8-5 0 0,0-1 1 0 0,0 0 0 0 0,1 0-1 0 0,-1 1 1 0 0,0-1 0 0 0,1 0 0 0 0,0 0-1 0 0,-1 0 1 0 0,1 0 0 0 0,0 0-1 0 0,0 0 1 0 0,0 0 0 0 0,0 1 0 0 0,0-1-1 0 0,0 0 1 0 0,0 0 0 0 0,1 0-1 0 0,-1 0 1 0 0,1 0 0 0 0,0 0 0 0 0,-1 1-1 0 0,1-1 1 0 0,0 0 0 0 0,0 0-1 0 0,0 1 1 0 0,0-1 0 0 0,0 1 0 0 0,0-1-1 0 0,1 1 1 0 0,2-3 0 0 0,0 0-8 0 0,0 1 1 0 0,1 0-1 0 0,0 0 1 0 0,0 0 0 0 0,0 0-1 0 0,0 1 1 0 0,0-1-1 0 0,0 1 1 0 0,1 1 0 0 0,-1-1-1 0 0,1 1 1 0 0,-1 0-1 0 0,12-1 1 0 0,-14 3 3 0 0,0-1 0 0 0,0 0 0 0 0,0 1 0 0 0,0-1-1 0 0,0 1 1 0 0,0 0 0 0 0,-1 0 0 0 0,1 0 0 0 0,0 0 0 0 0,-1 1 0 0 0,1-1 0 0 0,0 1 0 0 0,-1 0-1 0 0,0-1 1 0 0,1 1 0 0 0,-1 0 0 0 0,0 1 0 0 0,0-1 0 0 0,0 0 0 0 0,0 0 0 0 0,0 1 0 0 0,-1-1 0 0 0,1 1-1 0 0,-1 0 1 0 0,0-1 0 0 0,1 1 0 0 0,0 4 0 0 0,5 11 13 0 0,-1 0-1 0 0,-1 1 1 0 0,4 21 0 0 0,-6-25 4 0 0,22 182 31 0 0,-10-57 90 0 0,-3-23 116 0 0,-5 1 0 0 0,-12 164 0 0 0,0-128 104 0 0,-5 7-11 0 0,4-93 35 0 0,5 136-1 0 0,31 26 651 0 0,6 97 238 0 0,-21 115 378 0 0,-13-369-1391 0 0,7 108 257 0 0,-1 72-141 0 0,-7-121-280 0 0,-3 147 306 0 0,-35 266 119 0 0,25-419-426 0 0,-18 169 144 0 0,29-261-184 0 0,5 61 0 0 0,-2-68-14 0 0,0 1 0 0 0,-2-1 0 0 0,-1 0-1 0 0,-5 30 1 0 0,3-35 3 0 0,1 0 1 0 0,2 0-1 0 0,1 29 1 0 0,1-3 61 0 0,-3-47-91 0 0,1 0 1 0 0,0-1 0 0 0,0 1-1 0 0,0 0 1 0 0,0 0 0 0 0,0 0-1 0 0,1 0 1 0 0,-1 0 0 0 0,0 0-1 0 0,0 0 1 0 0,0 0 0 0 0,1 0-1 0 0,-1 0 1 0 0,1 0 0 0 0,-1 0-1 0 0,0-1 1 0 0,1 1-1 0 0,0 0 1 0 0,-1 0 0 0 0,1 0-1 0 0,-1-1 1 0 0,1 1 0 0 0,0 0-1 0 0,0-1 1 0 0,-1 1 0 0 0,1-1-1 0 0,1 2 1 0 0,25-2 60 0 0,-11-1-67 0 0,596-1-3 0 0,525 2-194 0 0,-482-7 196 0 0,-562 7-2 0 0,554 20-21 0 0,-53 24 38 0 0,-314-30-26 0 0,24 3 44 0 0,0-5-10 0 0,-89-6-24 0 0,-7 3 13 0 0,147 10-27 0 0,-168-13 35 0 0,-32-3-7 0 0,22 10-37 0 0,232 7-214 0 0,-13-25-261 0 0,-345 3 476 0 0,-29 0 1 0 0,0 2-1 0 0,0 0 1 0 0,42 6-1 0 0,-23 1 48 0 0,44 0 0 0 0,-34-3-34 0 0,16 7 59 0 0,-28-4 136 0 0,0-1-1 0 0,0-2 0 0 0,49-1 1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33.5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14 392 0 0,'-6'-14'10511'0'0,"13"21"-10392"0"0,0 0 0 0 0,1-1 0 0 0,0-1-1 0 0,0 1 1 0 0,0-1 0 0 0,0 0 0 0 0,1-1 0 0 0,0 0 0 0 0,16 5 0 0 0,94 20 457 0 0,249 14 400 0 0,-336-40-910 0 0,649 14 1116 0 0,-509-18-957 0 0,1468-38 1393 0 0,-1164 7-1163 0 0,-161 2 18 0 0,-255 22-249 0 0,107-28-1 0 0,-166 35-379 0 0,6 0-110 0 0,-7 2-484 0 0,-3 5-1518 0 0,-3-1 1462 0 0,0-1 1 0 0,0 0 0 0 0,0 0 0 0 0,-1-1-1 0 0,1 0 1 0 0,-1 0 0 0 0,0-1 0 0 0,0 1-1 0 0,-10 1 1 0 0,-22 5-2916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35.6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2312 938 256 0 0,'1'-8'9637'0'0,"-3"1"-9264"0"0,1 6-31 0 0,-48-5 1168 0 0,-280-4 337 0 0,-42-2-1389 0 0,60-9-190 0 0,-356-18 176 0 0,618 38-424 0 0,-58-2 149 0 0,-110-17-1 0 0,23 6 383 0 0,192 13-367 0 0,2 1-178 0 0,-1 1 1 0 0,0-1-1 0 0,0 0 1 0 0,1 0-1 0 0,-1 1 1 0 0,0-1-1 0 0,0 0 1 0 0,1 1-1 0 0,-1-1 1 0 0,0 1-1 0 0,1-1 1 0 0,-1 1-1 0 0,1-1 0 0 0,-1 1 1 0 0,1-1-1 0 0,-1 1 1 0 0,1-1-1 0 0,-1 1 1 0 0,1 0-1 0 0,-1 1 1 0 0,103 602 869 0 0,-68-375-697 0 0,4-16 22 0 0,19 150 452 0 0,-38 132 1024 0 0,-19-466-1548 0 0,-2 4 61 0 0,2 1 0 0 0,2-1 0 0 0,1 1 0 0 0,1-1-1 0 0,2 0 1 0 0,12 39 0 0 0,-16-68-152 0 0,0 0 0 0 0,1 1 0 0 0,-1-1 1 0 0,1 0-1 0 0,0 0 0 0 0,0-1 0 0 0,1 1 0 0 0,-1-1 0 0 0,1 1 0 0 0,0-1 0 0 0,-1 0 0 0 0,1 0 0 0 0,1-1 0 0 0,-1 1 0 0 0,0-1 0 0 0,1 0 0 0 0,-1 0 0 0 0,1-1 1 0 0,-1 1-1 0 0,1-1 0 0 0,0 0 0 0 0,6 1 0 0 0,15 1 21 0 0,0-1 0 0 0,0-1 0 0 0,29-2 0 0 0,-7 0 1 0 0,285-17 293 0 0,-71 0-200 0 0,65-4-31 0 0,-47 2-44 0 0,-142 15-49 0 0,224-2 28 0 0,101 0 8 0 0,-288 3-36 0 0,240 1 28 0 0,85-2-26 0 0,-202 5 1 0 0,-54 2-13 0 0,464-9 72 0 0,-203 12 88 0 0,-469-4-134 0 0,69-3-75 0 0,-94 1 85 0 0,0 0 1 0 0,0 0-1 0 0,1-2 1 0 0,-2 1-1 0 0,1-1 1 0 0,16-7 0 0 0,-24 9-22 0 0,0-1 1 0 0,-1 1-1 0 0,1-1 1 0 0,-1 1-1 0 0,1-1 1 0 0,-1 0-1 0 0,1 0 1 0 0,-1 0-1 0 0,0 0 1 0 0,0 0-1 0 0,0 0 1 0 0,0-1-1 0 0,-1 1 1 0 0,1-1-1 0 0,0 1 1 0 0,-1-1-1 0 0,0 0 1 0 0,0 1-1 0 0,0-1 1 0 0,0 0-1 0 0,0 0 1 0 0,0 0-1 0 0,-1 0 1 0 0,1 0-1 0 0,-1 0 1 0 0,0-5-1 0 0,3-10 8 0 0,19-117 43 0 0,8-202-1 0 0,-27 193-114 0 0,7 1 0 0 0,36-186 0 0 0,-32 248 6 0 0,-3-1 0 0 0,-4-1 0 0 0,-8-155 0 0 0,-11 69-14 0 0,-3-101-52 0 0,5 8 22 0 0,0 9 28 0 0,8 204 38 0 0,-4-34-26 0 0,-2-72-10 0 0,0 105 48 0 0,-13 110-6847 0 0,7-31-1763 0 0,2-11 3257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17.0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0 303 488 0 0,'0'0'3238'0'0,"29"-49"1914"0"0,-25 36-4597 0 0,1 0-1 0 0,1 0 0 0 0,0 0 1 0 0,10-15-1 0 0,9-20 289 0 0,8-10 38 0 0,2-6 166 0 0,-35 63-1044 0 0,0 1-1 0 0,0 0 1 0 0,1 0 0 0 0,-1-1 0 0 0,0 1 0 0 0,0 0 0 0 0,1 0 0 0 0,-1 0 0 0 0,0 0 0 0 0,0-1 0 0 0,1 1-1 0 0,-1 0 1 0 0,0 0 0 0 0,1 0 0 0 0,-1 0 0 0 0,0 0 0 0 0,0 0 0 0 0,1 0 0 0 0,-1 0 0 0 0,0 0-1 0 0,1 0 1 0 0,-1 0 0 0 0,0 0 0 0 0,1 0 0 0 0,-1 0 0 0 0,0 0 0 0 0,1 0 0 0 0,-1 0 0 0 0,0 0 0 0 0,0 1-1 0 0,1-1 1 0 0,-1 0 0 0 0,0 0 0 0 0,1 0 0 0 0,-1 0 0 0 0,0 1 0 0 0,0-1 0 0 0,0 0 0 0 0,1 0-1 0 0,-1 0 1 0 0,0 1 0 0 0,0-1 0 0 0,0 0 0 0 0,1 0 0 0 0,-1 1 0 0 0,9 9 26 0 0,2 4-2 0 0,-1 1 0 0 0,-1 0 1 0 0,0 0-1 0 0,7 19 0 0 0,23 37 7 0 0,-16-32-5 0 0,-18-30-19 0 0,0 1-1 0 0,1-1 0 0 0,0 0 0 0 0,0 0 1 0 0,12 12-1 0 0,-2-5 0 0 0,-15-15 8 0 0,0 1-1 0 0,0-1 0 0 0,0 1 0 0 0,0-1 0 0 0,0 1 1 0 0,0-1-1 0 0,0 0 0 0 0,1 0 0 0 0,-1 1 0 0 0,1-1 1 0 0,-1 0-1 0 0,1 0 0 0 0,-1 0 0 0 0,1-1 0 0 0,-1 1 1 0 0,1 0-1 0 0,0 0 0 0 0,-1-1 0 0 0,1 1 0 0 0,0-1 1 0 0,0 0-1 0 0,-1 1 0 0 0,1-1 0 0 0,0 0 0 0 0,0 0 1 0 0,0 0-1 0 0,-1 0 0 0 0,1-1 0 0 0,0 1 0 0 0,0 0 1 0 0,0-1-1 0 0,-1 1 0 0 0,1-1 0 0 0,0 0 0 0 0,-1 1 1 0 0,1-1-1 0 0,-1 0 0 0 0,1 0 0 0 0,2-2 0 0 0,16-12 61 0 0,-1-1-1 0 0,-1-1 1 0 0,0-1-1 0 0,-1 0 0 0 0,-1-2 1 0 0,-1 1-1 0 0,-1-2 0 0 0,19-34 1 0 0,-31 52-74 0 0,4-9-4 0 0,2 1-1 0 0,0-1 1 0 0,0 1-1 0 0,1 1 1 0 0,0-1-1 0 0,1 2 1 0 0,0-1-1 0 0,16-11 1 0 0,-23 20-12 0 0,0 1 0 0 0,-1-1 1 0 0,1 1-1 0 0,0-1 0 0 0,0 1 1 0 0,0 0-1 0 0,0 0 0 0 0,0 1 1 0 0,-1-1-1 0 0,1 0 0 0 0,0 1 1 0 0,0 0-1 0 0,0-1 0 0 0,-1 1 1 0 0,1 0-1 0 0,0 1 0 0 0,-1-1 1 0 0,1 0-1 0 0,-1 1 0 0 0,0-1 0 0 0,1 1 1 0 0,-1 0-1 0 0,0 0 0 0 0,2 2 1 0 0,6 4-18 0 0,-1 0 1 0 0,-1 0-1 0 0,1 1 1 0 0,9 14-1 0 0,13 29-63 0 0,15 23-16 0 0,-41-69 107 0 0,-1 0 0 0 0,0-1 0 0 0,1 0 1 0 0,0 0-1 0 0,1 0 0 0 0,-1 0 0 0 0,1-1 1 0 0,0 0-1 0 0,9 5 0 0 0,-13-9 7 0 0,1 1 1 0 0,0-1-1 0 0,0 0 0 0 0,-1 0 0 0 0,1 0 0 0 0,0 0 1 0 0,0-1-1 0 0,-1 1 0 0 0,1-1 0 0 0,0 1 0 0 0,-1-1 1 0 0,1 0-1 0 0,-1 0 0 0 0,1 0 0 0 0,-1 0 1 0 0,1-1-1 0 0,-1 1 0 0 0,0-1 0 0 0,0 1 0 0 0,4-4 1 0 0,40-38 31 0 0,-21 16-58 0 0,1 2 0 0 0,2 0-1 0 0,44-29 1 0 0,-69 52 8 0 0,0 0 1 0 0,0 1-1 0 0,0 0 0 0 0,0-1 0 0 0,1 1 1 0 0,-1 0-1 0 0,1 1 0 0 0,-1-1 0 0 0,1 1 1 0 0,-1-1-1 0 0,1 1 0 0 0,-1 0 1 0 0,1 1-1 0 0,-1-1 0 0 0,1 0 0 0 0,-1 1 1 0 0,0 0-1 0 0,1 0 0 0 0,-1 0 0 0 0,0 0 1 0 0,5 3-1 0 0,8 3-19 0 0,-1 1 0 0 0,-1 1 0 0 0,16 11 0 0 0,-17-11 19 0 0,14 7 3 0 0,0-2 0 0 0,0 0 0 0 0,1-2 0 0 0,1-1 0 0 0,0-2 0 0 0,0-1 0 0 0,56 9 0 0 0,216 6-44 0 0,-287-22 50 0 0,241-1-68 0 0,-43-2 52 0 0,-27 4-12 0 0,242 11-5 0 0,153 25 35 0 0,-434-28 49 0 0,267 10 255 0 0,-408-19-247 0 0,0-1 0 0 0,-1-1 0 0 0,1 1 0 0 0,0-1 0 0 0,-1 1 1 0 0,1-1-1 0 0,0-1 0 0 0,-1 1 0 0 0,9-4 0 0 0,-12 4-50 0 0,5-1-1289 0 0,-35-16-10465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18.6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6 112 700 0 0,'-3'-23'2779'0'0,"2"22"-2600"0"0,1-1 0 0 0,-1 0 1 0 0,1 0-1 0 0,0 1 1 0 0,0-1-1 0 0,0 0 0 0 0,0 0 1 0 0,0 1-1 0 0,0-1 0 0 0,0 0 1 0 0,0 0-1 0 0,1 1 0 0 0,-1-1 1 0 0,1 0-1 0 0,-1 1 1 0 0,1-1-1 0 0,0 1 0 0 0,-1-1 1 0 0,1 0-1 0 0,0 1 0 0 0,0 0 1 0 0,2-3-1 0 0,2-1-17 0 0,-1 1-1 0 0,1 0 1 0 0,-1 0 0 0 0,1 0-1 0 0,1 1 1 0 0,-1 0-1 0 0,0 0 1 0 0,1 0 0 0 0,-1 0-1 0 0,1 1 1 0 0,0 0 0 0 0,0 0-1 0 0,0 1 1 0 0,0 0-1 0 0,0 0 1 0 0,9-1 0 0 0,5 1 30 0 0,0 0 0 0 0,0 2 1 0 0,37 4-1 0 0,-47-3-132 0 0,12 1 69 0 0,0 0-1 0 0,0 2 0 0 0,35 13 1 0 0,-53-17-122 0 0,-1 0 1 0 0,1 0-1 0 0,-1 1 1 0 0,1-1-1 0 0,-1 1 1 0 0,0 0-1 0 0,1 0 0 0 0,-1 0 1 0 0,0 1-1 0 0,0-1 1 0 0,-1 1-1 0 0,1 0 1 0 0,0-1-1 0 0,-1 1 1 0 0,0 0-1 0 0,0 1 1 0 0,0-1-1 0 0,0 0 0 0 0,0 1 1 0 0,0-1-1 0 0,-1 1 1 0 0,0-1-1 0 0,0 1 1 0 0,0 0-1 0 0,0-1 1 0 0,0 1-1 0 0,-1 0 1 0 0,1 0-1 0 0,-1 4 0 0 0,-1-4-3 0 0,0 1-1 0 0,0-1 0 0 0,-1 1 0 0 0,1-1 0 0 0,-1 0 0 0 0,0 0 0 0 0,0 0 0 0 0,0 0 0 0 0,0 0 0 0 0,-1 0 0 0 0,1-1 0 0 0,-1 1 1 0 0,0-1-1 0 0,-5 4 0 0 0,-55 41 120 0 0,17-15 92 0 0,16-13 0 0 0,26-18-126 0 0,-1 1 0 0 0,1 0-1 0 0,0-1 1 0 0,0 1 0 0 0,0 1-1 0 0,1-1 1 0 0,-4 4 0 0 0,7-6-80 0 0,0 0-1 0 0,0-1 1 0 0,0 1-1 0 0,0 0 1 0 0,0-1 0 0 0,0 1-1 0 0,0 0 1 0 0,1-1 0 0 0,-1 1-1 0 0,0 0 1 0 0,1-1-1 0 0,-1 1 1 0 0,0 0 0 0 0,1-1-1 0 0,-1 1 1 0 0,1-1 0 0 0,-1 1-1 0 0,1-1 1 0 0,-1 1-1 0 0,1-1 1 0 0,-1 1 0 0 0,1-1-1 0 0,-1 0 1 0 0,1 1 0 0 0,0-1-1 0 0,0 1 1 0 0,17 10 105 0 0,60 24 76 0 0,-59-28-172 0 0,-1 0-1 0 0,1 2 0 0 0,-1 0 1 0 0,-1 1-1 0 0,0 1 0 0 0,16 13 1 0 0,-32-22-21 0 0,1-1 1 0 0,-1 1-1 0 0,1 0 1 0 0,-1 0 0 0 0,0 0-1 0 0,1 0 1 0 0,-1 0-1 0 0,0 0 1 0 0,0 0 0 0 0,0 0-1 0 0,-1 0 1 0 0,1 0-1 0 0,-1 1 1 0 0,1-1 0 0 0,-1 0-1 0 0,0 1 1 0 0,1-1 0 0 0,-1 0-1 0 0,0 0 1 0 0,-1 1-1 0 0,1-1 1 0 0,0 0 0 0 0,-1 1-1 0 0,1-1 1 0 0,-1 0-1 0 0,0 0 1 0 0,1 0 0 0 0,-1 1-1 0 0,0-1 1 0 0,-1 0-1 0 0,-1 2 1 0 0,-1 3-13 0 0,0-1 0 0 0,0 0 0 0 0,-1-1 0 0 0,0 1 0 0 0,0-1 0 0 0,0 0 0 0 0,-1 0 0 0 0,-9 6 0 0 0,-15 7-237 0 0,-1-1 0 0 0,-42 16 0 0 0,59-27-61 0 0,1-1 0 0 0,-1-1-1 0 0,0-1 1 0 0,-1 0-1 0 0,1 0 1 0 0,0-1 0 0 0,-1-1-1 0 0,-18-1 1 0 0,27-1-366 0 0,0 0-1 0 0,0 0 1 0 0,0 0 0 0 0,0-1 0 0 0,0 0 0 0 0,0 0-1 0 0,-7-4 1 0 0,-2-5-1946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19.0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 4 156 0 0,'8'-3'5503'0'0,"-8"3"-5423"0"0,-2 20 1718 0 0,-8 24-620 0 0,1-16-707 0 0,1-1 1 0 0,1 1-1 0 0,1 0 1 0 0,2 0 0 0 0,1 1-1 0 0,0 30 1 0 0,3-46-334 0 0,1 0 1 0 0,0 1-1 0 0,1-1 0 0 0,0 0 1 0 0,1 0-1 0 0,0-1 0 0 0,8 20 1 0 0,-10-29-115 0 0,1 0 0 0 0,-1 0 0 0 0,1 0 0 0 0,0 0 0 0 0,-1 0-1 0 0,1 0 1 0 0,1-1 0 0 0,-1 1 0 0 0,0-1 0 0 0,1 1 0 0 0,-1-1 0 0 0,1 0 0 0 0,-1 0 0 0 0,1 0 0 0 0,0 0 0 0 0,0-1 0 0 0,0 1 0 0 0,0-1 0 0 0,0 0 0 0 0,0 0 0 0 0,1 0-1 0 0,-1 0 1 0 0,0 0 0 0 0,1-1 0 0 0,-1 1 0 0 0,0-1 0 0 0,1 0 0 0 0,-1 0 0 0 0,0 0 0 0 0,1 0 0 0 0,-1-1 0 0 0,0 0 0 0 0,1 1 0 0 0,-1-1 0 0 0,3-2 0 0 0,3 0-10 0 0,0-2 1 0 0,0 1-1 0 0,-1-1 1 0 0,0 0 0 0 0,0-1-1 0 0,-1 0 1 0 0,1 0-1 0 0,-1-1 1 0 0,-1 0-1 0 0,1 0 1 0 0,-1 0 0 0 0,0-1-1 0 0,-1 0 1 0 0,0 0-1 0 0,0 0 1 0 0,-1-1 0 0 0,0 0-1 0 0,0 1 1 0 0,3-13-1 0 0,-3 7-102 0 0,0 1 0 0 0,-1-1 0 0 0,0 1 0 0 0,-1-1 0 0 0,-1 0 0 0 0,0 0 0 0 0,-1 0 0 0 0,0 0 0 0 0,-1 0 0 0 0,-1 0 1 0 0,0 0-1 0 0,-8-24 0 0 0,9 35-12 0 0,0-1 0 0 0,-1 1 1 0 0,1 0-1 0 0,-1 0 0 0 0,0 0 1 0 0,0 1-1 0 0,0-1 0 0 0,0 0 1 0 0,-1 1-1 0 0,1 0 0 0 0,-1-1 1 0 0,1 1-1 0 0,-1 0 0 0 0,0 0 1 0 0,0 0-1 0 0,0 1 0 0 0,0-1 1 0 0,0 1-1 0 0,0-1 0 0 0,0 1 1 0 0,0 0-1 0 0,-1 0 0 0 0,1 1 1 0 0,-1-1-1 0 0,1 1 0 0 0,0-1 1 0 0,-5 1-1 0 0,0 1-436 0 0,0-1 1 0 0,1 1 0 0 0,-1 1-1 0 0,1-1 1 0 0,0 1-1 0 0,0 0 1 0 0,-1 1 0 0 0,1 0-1 0 0,1 0 1 0 0,-1 0-1 0 0,-11 8 1 0 0,4 0-1670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19.5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26 572 0 0,'1'-2'468'0'0,"0"0"0"0"0,0 0 1 0 0,0 0-1 0 0,1 0 0 0 0,-1 1 0 0 0,1-1 0 0 0,-1 0 1 0 0,1 0-1 0 0,0 1 0 0 0,0-1 0 0 0,-1 1 0 0 0,1 0 0 0 0,4-3 1 0 0,-5 5-383 0 0,1-1 0 0 0,-1 1 0 0 0,0-1 0 0 0,1 1 0 0 0,-1 0 0 0 0,0-1 1 0 0,0 1-1 0 0,0 0 0 0 0,0 0 0 0 0,1 0 0 0 0,-1 0 0 0 0,-1 0 0 0 0,1 0 0 0 0,0 0 1 0 0,0 0-1 0 0,0 1 0 0 0,0-1 0 0 0,-1 0 0 0 0,1 0 0 0 0,-1 1 0 0 0,1-1 1 0 0,-1 0-1 0 0,1 1 0 0 0,-1-1 0 0 0,0 0 0 0 0,1 2 0 0 0,9 33 388 0 0,0 1-1 0 0,-3 0 1 0 0,-1 0 0 0 0,-1 1-1 0 0,-1 56 1 0 0,0-12 27 0 0,-2 104 464 0 0,-2-128 62 0 0,1-57-649 0 0,0-2-347 0 0,1 0-1 0 0,-1-1 1 0 0,1 1 0 0 0,-1-1-1 0 0,1 0 1 0 0,-1 1-1 0 0,0-1 1 0 0,0 0-1 0 0,0 0 1 0 0,0 0-1 0 0,0 0 1 0 0,0 0 0 0 0,-1 0-1 0 0,2-4 1 0 0,3-6 64 0 0,66-133 289 0 0,-36 69-392 0 0,72-114 1 0 0,-49 93-163 0 0,-71 154-183 0 0,12-56 351 0 0,-15 35-56 0 0,2 1 0 0 0,-19 70 0 0 0,31-97 52 0 0,0 1-1 0 0,1-1 0 0 0,0 0 0 0 0,0 1 0 0 0,1-1 0 0 0,0 0 0 0 0,1 1 0 0 0,0-1 1 0 0,1 0-1 0 0,0 0 0 0 0,1 0 0 0 0,0 0 0 0 0,0 0 0 0 0,1 0 0 0 0,0-1 1 0 0,7 12-1 0 0,-7-16-124 0 0,0 1 1 0 0,1-1 0 0 0,-1 0-1 0 0,1-1 1 0 0,0 1-1 0 0,0-1 1 0 0,0 0 0 0 0,1 0-1 0 0,-1-1 1 0 0,1 0 0 0 0,0 0-1 0 0,0 0 1 0 0,0 0 0 0 0,0-1-1 0 0,12 3 1 0 0,3-2-1620 0 0,0 0 1 0 0,0-1-1 0 0,30-2 0 0 0,-42 0 769 0 0,13 0-1950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20.1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14 402 80 0 0,'-1'-1'200'0'0,"0"0"-1"0"0,0-1 1 0 0,0 1 0 0 0,-1 0-1 0 0,1-1 1 0 0,0 1 0 0 0,1-1-1 0 0,-1 1 1 0 0,0-1 0 0 0,0 1-1 0 0,1-1 1 0 0,-1 0 0 0 0,1 1 0 0 0,-1-1-1 0 0,1 0 1 0 0,0 0 0 0 0,-1-3-1 0 0,13-27 2767 0 0,-9 26-3033 0 0,10-15 597 0 0,0 0 1 0 0,2 0 0 0 0,0 2 0 0 0,2 0 0 0 0,21-20 0 0 0,10-11-221 0 0,-10 4-314 0 0,-15 19-79 0 0,43-42 0 0 0,-65 68 96 0 0,23 5 58 0 0,-17 2-40 0 0,-1 1 0 0 0,0 0 0 0 0,0 0 0 0 0,0 0 0 0 0,-1 1 0 0 0,0 0 0 0 0,0 0 0 0 0,-1 1 0 0 0,0-1 0 0 0,0 1 0 0 0,-1 0 0 0 0,-1 0 0 0 0,1 0 0 0 0,1 13 0 0 0,-3-7 69 0 0,0-1 0 0 0,-1 1 0 0 0,-1 0 0 0 0,0 0 0 0 0,-1-1 1 0 0,0 1-1 0 0,-1-1 0 0 0,-9 24 0 0 0,-4 7 150 0 0,-5 14 557 0 0,-13 61 1 0 0,34-118-743 0 0,-1 0 0 0 0,1 0 0 0 0,0 0 0 0 0,-1 0 0 0 0,1 0 0 0 0,0 1 0 0 0,0-1 0 0 0,1 0 1 0 0,-1 0-1 0 0,0 0 0 0 0,1 0 0 0 0,-1 0 0 0 0,1 0 0 0 0,-1 0 0 0 0,1 0 0 0 0,0 0 0 0 0,0 0 1 0 0,0 0-1 0 0,0 0 0 0 0,0-1 0 0 0,1 1 0 0 0,-1 0 0 0 0,0-1 0 0 0,1 1 0 0 0,0-1 0 0 0,-1 1 1 0 0,1-1-1 0 0,0 0 0 0 0,-1 0 0 0 0,1 1 0 0 0,0-1 0 0 0,0-1 0 0 0,0 1 0 0 0,0 0 0 0 0,4 1 1 0 0,7 1 234 0 0,0-1 0 0 0,0 0 0 0 0,0 0 0 0 0,24-1 0 0 0,-16-1-194 0 0,104 0 1720 0 0,213-29 0 0 0,-329 28-1715 0 0,34-4 1290 0 0,-1-2 1 0 0,0-2-1 0 0,71-25 1 0 0,-93 29 345 0 0,-50 16-10341 0 0,-13-1-311 0 0,14-6 2841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38.9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3576 584 0 0,'0'0'9662'0'0,"13"-32"-7260"0"0,-9-26-767 0 0,-9-131 164 0 0,2 142-1632 0 0,-2-22 274 0 0,-7-97 148 0 0,-10-82-37 0 0,14 171-428 0 0,-22-455 337 0 0,30 176-237 0 0,-5-268-168 0 0,-21 223-72 0 0,19 329 34 0 0,-26-174-57 0 0,-1 104 78 0 0,30 127-25 0 0,3 12-28 0 0,1 1 0 0 0,-1 0 1 0 0,1 0-1 0 0,-1 0 0 0 0,1 0 0 0 0,0 0 0 0 0,0-1 1 0 0,0 1-1 0 0,0 0 0 0 0,0 0 0 0 0,0 0 0 0 0,0-1 1 0 0,1 1-1 0 0,0-3 0 0 0,0 4-17 0 0,1 4 2 0 0,12 6 22 0 0,0 0 0 0 0,0 0 0 0 0,1-2 0 0 0,0 0 1 0 0,20 7-1 0 0,88 22-39 0 0,-55-18 36 0 0,133 32 0 0 0,330 37 0 0 0,122-28-30 0 0,-613-57 66 0 0,-39-2-10 0 0,28 4 106 0 0,-27-4 368 0 0,1-37 14 0 0,47-140-69 0 0,-11 45-335 0 0,-24 80-109 0 0,35-79 0 0 0,-50 130 7 0 0,0 0-1 0 0,0 0 1 0 0,1 0-1 0 0,-1 0 0 0 0,0 1 1 0 0,1-1-1 0 0,-1 0 1 0 0,0 0-1 0 0,1 1 1 0 0,-1-1-1 0 0,1 0 1 0 0,-1 0-1 0 0,1 1 1 0 0,-1-1-1 0 0,1 1 1 0 0,0-1-1 0 0,-1 0 0 0 0,1 1 1 0 0,0-1-1 0 0,-1 1 1 0 0,1 0-1 0 0,0-1 1 0 0,0 1-1 0 0,-1-1 1 0 0,1 1-1 0 0,0 0 1 0 0,0 0-1 0 0,0 0 1 0 0,0-1-1 0 0,-1 1 1 0 0,1 0-1 0 0,0 0 0 0 0,0 0 1 0 0,0 0-1 0 0,0 0 1 0 0,0 0-1 0 0,-1 1 1 0 0,1-1-1 0 0,0 0 1 0 0,0 0-1 0 0,0 1 1 0 0,0-1-1 0 0,-1 0 1 0 0,1 1-1 0 0,0-1 0 0 0,0 1 1 0 0,-1-1-1 0 0,1 1 1 0 0,0-1-1 0 0,-1 1 1 0 0,1-1-1 0 0,-1 1 1 0 0,1 0-1 0 0,0-1 1 0 0,-1 1-1 0 0,0 0 1 0 0,1 0-1 0 0,-1-1 0 0 0,1 1 1 0 0,-1 0-1 0 0,1 1 1 0 0,27 51-50 0 0,-27-51 52 0 0,19 46-3 0 0,45 94-78 0 0,-57-127 82 0 0,0-1 0 0 0,1-1-1 0 0,1 0 1 0 0,0 0 0 0 0,1-1-1 0 0,0 0 1 0 0,18 14 0 0 0,-24-23 5 0 0,1 0 1 0 0,0 0 0 0 0,0 0-1 0 0,0-1 1 0 0,0 0-1 0 0,0 0 1 0 0,0 0 0 0 0,1-1-1 0 0,-1 0 1 0 0,0 0-1 0 0,1-1 1 0 0,-1 0-1 0 0,1 0 1 0 0,-1 0 0 0 0,0-1-1 0 0,1 0 1 0 0,-1 0-1 0 0,0-1 1 0 0,1 0 0 0 0,-1 0-1 0 0,10-5 1 0 0,6-2 10 0 0,-1-2 1 0 0,0 0-1 0 0,-1-2 1 0 0,31-23-1 0 0,-22 9-11 0 0,-1-1-1 0 0,-1-1 0 0 0,-2-1 0 0 0,40-61 0 0 0,-35 48-4 0 0,-26 37-2 0 0,2-4-15 0 0,1 0 1 0 0,1 0-1 0 0,-1 1 0 0 0,2 0 1 0 0,-1 0-1 0 0,19-13 0 0 0,-25 21 12 0 0,1 0 0 0 0,0 1 0 0 0,0-1-1 0 0,0 1 1 0 0,0-1 0 0 0,0 1-1 0 0,0 0 1 0 0,-1 1 0 0 0,1-1-1 0 0,0 0 1 0 0,0 1 0 0 0,0-1-1 0 0,0 1 1 0 0,0 0 0 0 0,-1 0 0 0 0,1 0-1 0 0,0 0 1 0 0,3 3 0 0 0,50 32-56 0 0,-45-29 56 0 0,27 21 11 0 0,2-2-1 0 0,1-2 1 0 0,64 28 0 0 0,-91-46-4 0 0,0-2 0 0 0,0 1 0 0 0,0-2 1 0 0,0 0-1 0 0,0 0 0 0 0,1-2 0 0 0,-1 1 1 0 0,1-2-1 0 0,-1 0 0 0 0,1-1 0 0 0,0 0 1 0 0,-1-1-1 0 0,0-1 0 0 0,0 0 1 0 0,23-9-1 0 0,2-4 1 0 0,15-6 8 0 0,73-20 1 0 0,-108 38-11 0 0,1 0 0 0 0,-1 1 0 0 0,0 1 0 0 0,1 1 0 0 0,-1 0 0 0 0,1 2 0 0 0,35 4 0 0 0,172 40 4 0 0,128 20 19 0 0,-269-54-18 0 0,0-4 0 0 0,105-4 0 0 0,-180-4-43 0 0,1 0-1 0 0,0-1 0 0 0,-1 0 1 0 0,0-1-1 0 0,1 0 0 0 0,-1-1 1 0 0,0 0-1 0 0,-1-1 1 0 0,1 0-1 0 0,-1 0 0 0 0,19-15 1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40.3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98 25 604 0 0,'-13'-24'10143'0'0,"16"36"-9170"0"0,6 34 357 0 0,-2 1 0 0 0,-3 1-1 0 0,-1-1 1 0 0,-2 0 0 0 0,-9 76-1 0 0,-2-54-859 0 0,-3 0 0 0 0,-3-1 0 0 0,-28 75 0 0 0,37-125-608 0 0,4-13-157 0 0,1-1-1 0 0,0 1 1 0 0,1 0 0 0 0,-1-1-1 0 0,1 1 1 0 0,-1 9-1 0 0,31-62-11912 0 0,-16 24 8176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40.7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7 676 0 0,'0'-1'89'0'0,"0"1"1"0"0,1 0-1 0 0,-1-1 0 0 0,0 1 0 0 0,0 0 1 0 0,0 0-1 0 0,0-1 0 0 0,0 1 0 0 0,1 0 1 0 0,-1-1-1 0 0,0 1 0 0 0,0 0 1 0 0,0 0-1 0 0,1-1 0 0 0,-1 1 0 0 0,0 0 1 0 0,0 0-1 0 0,1 0 0 0 0,-1-1 0 0 0,0 1 1 0 0,0 0-1 0 0,1 0 0 0 0,-1 0 1 0 0,0 0-1 0 0,1 0 0 0 0,-1 0 0 0 0,0-1 1 0 0,1 1-1 0 0,-1 0 0 0 0,0 0 0 0 0,1 0 1 0 0,-1 0-1 0 0,0 0 0 0 0,1 0 1 0 0,-1 0-1 0 0,0 0 0 0 0,1 0 0 0 0,-1 1 1 0 0,0-1-1 0 0,1 0 0 0 0,-1 0 0 0 0,0 0 1 0 0,0 0-1 0 0,1 0 0 0 0,-1 1 0 0 0,0-1 1 0 0,1 0-1 0 0,-1 0 0 0 0,0 0 1 0 0,0 1-1 0 0,1-1 0 0 0,5 25 1966 0 0,-3 42-790 0 0,-3-61-921 0 0,-1 79 1182 0 0,-15 111-1 0 0,6-147-1977 0 0,7-39-2466 0 0,5-33-1450 0 0,-1 17 1953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41.3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115 38 776 0 0,'4'-22'4217'0'0,"-8"44"-1781"0"0,-11-30-601 0 0,13 5-1789 0 0,1 1 23 0 0,-1 0 0 0 0,1 0 0 0 0,0 0-1 0 0,-1 0 1 0 0,0 1 0 0 0,1-1 0 0 0,-1 1-1 0 0,0-1 1 0 0,0 1 0 0 0,0-1 0 0 0,0 1-1 0 0,0 0 1 0 0,-3-1 0 0 0,4 1-40 0 0,-21-2-275 0 0,20 4 78 0 0,0 0 1 0 0,0 0-1 0 0,-1 0 1 0 0,2 0 0 0 0,-1 0-1 0 0,0 1 1 0 0,0-1 0 0 0,0 1-1 0 0,0-1 1 0 0,1 1-1 0 0,-1 0 1 0 0,-1 2 0 0 0,-11 11-4146 0 0,7-10 2306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43.1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377 218 168 0 0,'10'-5'3729'0'0,"-10"5"-3652"0"0,-9-1 91 0 0,0 0 1 0 0,1-1 0 0 0,-1 1 0 0 0,0-2-1 0 0,1 1 1 0 0,0-1 0 0 0,-9-5 0 0 0,15 8-142 0 0,0-1 1 0 0,0 0 0 0 0,0 0 0 0 0,0 0-1 0 0,1-1 1 0 0,-1 1 0 0 0,0 0 0 0 0,1-1-1 0 0,-1 1 1 0 0,1-1 0 0 0,-1 1 0 0 0,1-1-1 0 0,0 0 1 0 0,0 1 0 0 0,0-1-1 0 0,0 0 1 0 0,0 0 0 0 0,0 0 0 0 0,0 0-1 0 0,1 0 1 0 0,-1 0 0 0 0,1 0 0 0 0,-1 0-1 0 0,1 0 1 0 0,0 0 0 0 0,0 0-1 0 0,0 0 1 0 0,0-1 0 0 0,0 1 0 0 0,0 0-1 0 0,1 0 1 0 0,-1 0 0 0 0,1 0 0 0 0,-1 0-1 0 0,1 0 1 0 0,0 0 0 0 0,0 0 0 0 0,1-2-1 0 0,3-3 1 0 0,0-1 0 0 0,0 1 0 0 0,1 0 0 0 0,0 0 0 0 0,0 1 0 0 0,1 0 0 0 0,0 0 0 0 0,0 0 0 0 0,0 1 0 0 0,0 0 1 0 0,1 1-1 0 0,0-1 0 0 0,0 2 0 0 0,1-1 0 0 0,13-3 0 0 0,0-1 11 0 0,1 2 0 0 0,1 1 0 0 0,-1 1 0 0 0,43-2 0 0 0,-53 6-28 0 0,0 1 1 0 0,1 0-1 0 0,-1 1 1 0 0,0 0-1 0 0,0 1 1 0 0,23 8-1 0 0,-29-9-10 0 0,-1 1 1 0 0,0 0-1 0 0,0 0 1 0 0,0 0-1 0 0,-1 0 1 0 0,1 1-1 0 0,-1 0 1 0 0,0 0-1 0 0,0 1 1 0 0,0-1-1 0 0,0 1 1 0 0,-1 0-1 0 0,0 0 1 0 0,0 1-1 0 0,5 8 1 0 0,-8-9 1 0 0,1 0 0 0 0,-1 0 1 0 0,0 0-1 0 0,0 0 0 0 0,-1 0 1 0 0,1 1-1 0 0,-1-1 0 0 0,0 0 1 0 0,-1 0-1 0 0,1 0 0 0 0,-1 0 1 0 0,0 0-1 0 0,0 0 0 0 0,-1 0 0 0 0,0 0 1 0 0,1 0-1 0 0,-2 0 0 0 0,1-1 1 0 0,0 1-1 0 0,-1-1 0 0 0,0 0 1 0 0,-6 7-1 0 0,-2 3 8 0 0,-1 0 0 0 0,0-1 0 0 0,-1 0-1 0 0,0-1 1 0 0,-17 11 0 0 0,2-5 18 0 0,0-1-1 0 0,-1-2 1 0 0,0 0-1 0 0,-48 15 1 0 0,-128 24 169 0 0,185-50-119 0 0,-1-1-1 0 0,1 0 0 0 0,-26-2 0 0 0,42 0-44 0 0,-1-1 0 0 0,1 0-1 0 0,-1 0 1 0 0,1-1 0 0 0,0 0 0 0 0,-1 1 0 0 0,1-1-1 0 0,0-1 1 0 0,-1 1 0 0 0,1 0 0 0 0,0-1 0 0 0,0 0 0 0 0,0 0-1 0 0,0-1 1 0 0,0 1 0 0 0,1-1 0 0 0,-1 1 0 0 0,1-1-1 0 0,0 0 1 0 0,-6-7 0 0 0,8 7-20 0 0,-1 1 0 0 0,1-1 0 0 0,0 0-1 0 0,0 0 1 0 0,0 0 0 0 0,1 0 0 0 0,-1 0 0 0 0,1 1 0 0 0,-1-1-1 0 0,1-1 1 0 0,0 1 0 0 0,0 0 0 0 0,0 0 0 0 0,1 0 0 0 0,-1 0-1 0 0,1 1 1 0 0,0-1 0 0 0,1-3 0 0 0,0-1 3 0 0,1 1 1 0 0,0 0-1 0 0,1 0 0 0 0,0 0 1 0 0,0 1-1 0 0,0-1 1 0 0,8-7-1 0 0,5-3 16 0 0,1 1 0 0 0,0 0 0 0 0,33-19 0 0 0,-20 16-16 0 0,2 1 1 0 0,0 2-1 0 0,0 1 0 0 0,1 1 1 0 0,38-8-1 0 0,-50 16-10 0 0,-1 0 0 0 0,1 2 0 0 0,0 0 0 0 0,0 2 0 0 0,1 0 0 0 0,-1 2 0 0 0,0 0 0 0 0,0 1 0 0 0,33 8 0 0 0,-52-9-5 0 0,1 0 0 0 0,-1 0 0 0 0,0 0 0 0 0,1 0 0 0 0,-1 0 1 0 0,0 1-1 0 0,0 0 0 0 0,0-1 0 0 0,0 1 0 0 0,0 0 1 0 0,0 0-1 0 0,-1 1 0 0 0,1-1 0 0 0,0 0 0 0 0,-1 1 1 0 0,0 0-1 0 0,0-1 0 0 0,0 1 0 0 0,0 0 0 0 0,0 0 1 0 0,-1 0-1 0 0,1 1 0 0 0,-1-1 0 0 0,0 0 0 0 0,0 0 1 0 0,0 1-1 0 0,0-1 0 0 0,0 1 0 0 0,-1-1 0 0 0,0 1 1 0 0,1-1-1 0 0,-1 1 0 0 0,-1-1 0 0 0,1 1 0 0 0,0-1 1 0 0,-2 6-1 0 0,-1 2 1 0 0,-1 0 0 0 0,0-1 0 0 0,0 1 0 0 0,-1-1 1 0 0,0 0-1 0 0,0-1 0 0 0,-2 1 0 0 0,1-1 0 0 0,-1 0 0 0 0,-11 11 1 0 0,-12 8 7 0 0,-2-1 0 0 0,-1-2 0 0 0,-1-1 1 0 0,-1-2-1 0 0,-1-1 0 0 0,-59 25 0 0 0,0-8 196 0 0,-147 38 0 0 0,201-72 374 0 0,41-4-566 0 0,-1 0 0 0 0,1 0 0 0 0,-1 0 1 0 0,1 0-1 0 0,-1-1 0 0 0,1 1 0 0 0,-1 0 0 0 0,1 0 0 0 0,-1 0 0 0 0,1 0 1 0 0,0 0-1 0 0,-1-1 0 0 0,1 1 0 0 0,-1 0 0 0 0,1 0 0 0 0,0-1 0 0 0,-1 1 0 0 0,1 0 1 0 0,0-1-1 0 0,-1 1 0 0 0,1 0 0 0 0,0-1 0 0 0,-1 1 0 0 0,1-1 0 0 0,0 1 1 0 0,0 0-1 0 0,-1-1 0 0 0,2 0-1 0 0,-1 0 0 0 0,0-1 0 0 0,0 1-1 0 0,1 0 1 0 0,-1 0 0 0 0,1 0 0 0 0,-1 0 0 0 0,1 0 0 0 0,-1 0 0 0 0,1 1 0 0 0,0-1 0 0 0,-1 0 0 0 0,1 0-1 0 0,0 0 1 0 0,0 0 0 0 0,0 1 0 0 0,1-2 0 0 0,15-11 21 0 0,1 0 1 0 0,0 1-1 0 0,0 1 0 0 0,1 0 1 0 0,1 2-1 0 0,0 0 1 0 0,29-8-1 0 0,153-32-439 0 0,-189 47 351 0 0,26-6-446 0 0,1 3 0 0 0,74-1 0 0 0,-73 7-2162 0 0,46 8 1 0 0,-57-5 275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43.4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29 288 0 0,'-13'-29'12391'0'0,"16"45"-11737"0"0,2 16-77 0 0,-1 0 0 0 0,-1 0 0 0 0,-2 1 1 0 0,-3 36-1 0 0,0 1-154 0 0,-18 76-1778 0 0,39-163-2807 0 0,-17 14 3814 0 0,1 1-186 0 0,-1-1 0 0 0,0 1 0 0 0,1-1 0 0 0,-1 0 0 0 0,0 0 0 0 0,0 0 0 0 0,-1 0 0 0 0,1-1 0 0 0,1-3-1 0 0,5-16-2525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43.8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 17 768 0 0,'24'-16'3076'0'0,"-24"16"-2989"0"0,0 0 0 0 0,1 0 0 0 0,-1 0 0 0 0,0 0-1 0 0,0 0 1 0 0,1-1 0 0 0,-1 1 0 0 0,0 0 0 0 0,1 0 0 0 0,-1 0 0 0 0,0 0 0 0 0,1 0 0 0 0,-1 0 0 0 0,0 1-1 0 0,1-1 1 0 0,-1 0 0 0 0,0 0 0 0 0,1 0 0 0 0,-1 0 0 0 0,0 0 0 0 0,0 0 0 0 0,1 0 0 0 0,-1 1 0 0 0,0-1-1 0 0,1 0 1 0 0,-1 0 0 0 0,0 0 0 0 0,0 1 0 0 0,0-1 0 0 0,1 0 0 0 0,-1 0 0 0 0,0 1 0 0 0,0-1 0 0 0,0 0-1 0 0,0 0 1 0 0,1 1 0 0 0,-1 0 0 0 0,1 4 407 0 0,-1 0 0 0 0,0 1 1 0 0,0-1-1 0 0,0 0 0 0 0,-1 1 0 0 0,-1 8 0 0 0,1-7-649 0 0,-3 22 817 0 0,1-1 0 0 0,1 40 0 0 0,3-59-599 0 0,-1 0 1 0 0,1 0 0 0 0,1 0 0 0 0,0 0 0 0 0,0 0 0 0 0,1 0 0 0 0,0 0 0 0 0,1-1 0 0 0,0 1 0 0 0,0-1 0 0 0,7 10 0 0 0,-2-6 9 0 0,49 75 301 0 0,-52-78-351 0 0,-1 0 0 0 0,-1 0 0 0 0,0 0 1 0 0,0 1-1 0 0,0-1 0 0 0,-2 1 0 0 0,4 16 0 0 0,-6-22-63 0 0,0 0-1 0 0,-1 0 1 0 0,1 0-1 0 0,-1 0 1 0 0,0 0-1 0 0,0 0 1 0 0,0 0-1 0 0,-1 0 1 0 0,0-1-1 0 0,1 1 1 0 0,-1-1-1 0 0,0 1 1 0 0,0-1-1 0 0,-1 0 1 0 0,1 0-1 0 0,-1 0 1 0 0,0 0-1 0 0,0 0 1 0 0,0 0-1 0 0,0-1 1 0 0,0 1-1 0 0,0-1 1 0 0,-7 3-1 0 0,2 0-345 0 0,-1 0-1 0 0,0-1 1 0 0,1-1-1 0 0,-1 1 1 0 0,-1-1-1 0 0,1-1 1 0 0,0 0-1 0 0,-17 2 1 0 0,-17-9-4253 0 0,27-1 1969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44.1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0 140 8 0 0,'12'-17'936'0'0,"11"3"-4"0"0,-3-5-44 0 0,7 1-68 0 0,-5 5-32 0 0,5-2-88 0 0,-5 3-59 0 0,3-1-69 0 0,-7 4-56 0 0,4 5-76 0 0,5 2-76 0 0,-1-2-196 0 0,1 4-216 0 0,-3 2-248 0 0,5-2-248 0 0,-9 2-608 0 0,1 4-1241 0 0,-1-3 553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44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1 880 0 0,'-7'1'5359'0'0,"2"22"-4481"0"0,1-1 1 0 0,2 1 0 0 0,0 0 0 0 0,2 40 0 0 0,-3 43 393 0 0,-11 131 1090 0 0,14-237-2355 0 0,0 0 0 0 0,0 0 0 0 0,0 0 0 0 0,1 0 0 0 0,-1 0 1 0 0,0 0-1 0 0,0 0 0 0 0,0 0 0 0 0,0 1 0 0 0,0-1 0 0 0,0 0 1 0 0,0 0-1 0 0,0 0 0 0 0,0 0 0 0 0,0 0 0 0 0,0 0 0 0 0,0 0 1 0 0,1 0-1 0 0,-1 0 0 0 0,0 0 0 0 0,0 0 0 0 0,0 1 0 0 0,0-1 1 0 0,0 0-1 0 0,0 0 0 0 0,0 0 0 0 0,0 0 0 0 0,1 0 0 0 0,-1 0 1 0 0,0 0-1 0 0,0 0 0 0 0,0 0 0 0 0,0 0 0 0 0,0 0 0 0 0,0 0 1 0 0,0 0-1 0 0,1 0 0 0 0,-1 0 0 0 0,0 0 0 0 0,0 0 0 0 0,0 0 0 0 0,0-1 1 0 0,0 1-1 0 0,0 0 0 0 0,0 0 0 0 0,1 0 0 0 0,-1 0 0 0 0,0 0 1 0 0,0 0-1 0 0,0 0 0 0 0,0 0 0 0 0,0 0 0 0 0,0 0 0 0 0,0 0 1 0 0,0-1-1 0 0,0 1 0 0 0,0 0 0 0 0,0 0 0 0 0,0 0 0 0 0,0 0 1 0 0,1 0-1 0 0,-1 0 0 0 0,0 0 0 0 0,0-1 0 0 0,11-11 166 0 0,10-15-20 0 0,9-30-18 0 0,40-108 0 0 0,-2 2 6 0 0,-64 154-148 0 0,-4 6 3 0 0,1 0 0 0 0,0 1 0 0 0,-1-1-1 0 0,1 1 1 0 0,1-1 0 0 0,-1 0 0 0 0,0 1 0 0 0,1 0 0 0 0,-1-1-1 0 0,1 1 1 0 0,0 0 0 0 0,-1 0 0 0 0,1 0 0 0 0,0 0 0 0 0,4-3-1 0 0,-7 54 25 0 0,-4-14 11 0 0,2 1-1 0 0,1 0 1 0 0,2 0 0 0 0,8 67-1 0 0,-7-94-179 0 0,1 0 0 0 0,0 0 0 0 0,1-1 0 0 0,0 1 0 0 0,0-1 0 0 0,1 0 0 0 0,0 0 0 0 0,0 0 0 0 0,1 0 0 0 0,0-1 1 0 0,1 1-1 0 0,-1-1 0 0 0,1-1 0 0 0,1 1 0 0 0,-1-1 0 0 0,1 0 0 0 0,0-1 0 0 0,1 1 0 0 0,-1-2 0 0 0,1 1 0 0 0,0-1 0 0 0,0 0 0 0 0,0 0 0 0 0,1-1 0 0 0,8 2 0 0 0,51 11-6224 0 0,-48-15 3379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44.9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10 361 664 0 0,'-2'-4'419'0'0,"1"0"0"0"0,-1 0 0 0 0,1 0 0 0 0,0 0-1 0 0,0 0 1 0 0,0 0 0 0 0,1-1 0 0 0,0 1 0 0 0,0 0 0 0 0,0 0 0 0 0,0-1-1 0 0,0 1 1 0 0,1 0 0 0 0,0 0 0 0 0,1-5 0 0 0,1 1-84 0 0,0 0-1 0 0,1 0 1 0 0,-1 0-1 0 0,2 1 1 0 0,-1-1-1 0 0,1 1 1 0 0,6-6 0 0 0,9-9 57 0 0,0 1-1 0 0,2 1 1 0 0,29-21 0 0 0,-21 21-105 0 0,0 1-1 0 0,0 1 0 0 0,64-25 1 0 0,-85 39-242 0 0,0 1 1 0 0,0 0-1 0 0,0 0 0 0 0,11-1 1 0 0,-19 3-46 0 0,0 1 0 0 0,1 0 0 0 0,-1 0 0 0 0,0 0 0 0 0,1 0 0 0 0,-1 0 0 0 0,0 0 0 0 0,1 0 0 0 0,-1 0 0 0 0,0 0 0 0 0,0 1 0 0 0,1-1 0 0 0,-1 1 0 0 0,0-1 0 0 0,0 1 0 0 0,1-1 0 0 0,-1 1 0 0 0,0-1 0 0 0,0 1 0 0 0,0 0 0 0 0,0 0 0 0 0,0 0 0 0 0,0 0 0 0 0,0 0 0 0 0,0 0 0 0 0,-1 0 0 0 0,1 0 0 0 0,0 0 0 0 0,0 0 0 0 0,-1 0 0 0 0,1 0 0 0 0,-1 0 0 0 0,1 1 0 0 0,-1-1 1 0 0,1 0-1 0 0,-1 0 0 0 0,0 1 0 0 0,0-1 0 0 0,1 2 0 0 0,-1 4-2 0 0,0 0 0 0 0,-1 0 0 0 0,0-1 0 0 0,0 1 1 0 0,-3 11-1 0 0,2-10 1 0 0,-2 12 13 0 0,-5 23 150 0 0,1 1 0 0 0,-1 57 0 0 0,8-87 62 0 0,1-13-152 0 0,0 0 0 0 0,0 1 0 0 0,0-1 0 0 0,0 0 0 0 0,0 1 0 0 0,0-1 0 0 0,0 0 0 0 0,0 1 0 0 0,0-1 0 0 0,1 0 0 0 0,-1 0 0 0 0,1 1 0 0 0,-1-1 0 0 0,1 0 0 0 0,-1 0 0 0 0,1 1 0 0 0,-1-1 0 0 0,2 1 0 0 0,1 1 57 0 0,-1-1 0 0 0,1 0 0 0 0,0 0 0 0 0,-1 0 0 0 0,1 0-1 0 0,0 0 1 0 0,0 0 0 0 0,0-1 0 0 0,0 0 0 0 0,1 1 0 0 0,-1-1 0 0 0,0 0 0 0 0,0-1 0 0 0,1 1 0 0 0,-1-1 0 0 0,1 1-1 0 0,3-1 1 0 0,67 0 419 0 0,-57-1-380 0 0,1 1-193 0 0,28-1-276 0 0,0-1 1 0 0,0-3-1 0 0,89-20 1 0 0,-148 10-3792 0 0,-12 1 733 0 0,8 8-208 0 0,-1 1 274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46.5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12 224 0 0,'4'-11'8565'0'0,"-4"11"-8385"0"0,50 16-158 0 0,-40-13-24 0 0,42 7 56 0 0,-50-10-54 0 0,43 9 42 0 0,-4 2-32 0 0,1-1 0 0 0,-1-2 0 0 0,64 3 0 0 0,701 23 752 0 0,-481-27-481 0 0,-9-5 419 0 0,-282-8-874 0 0,-15 19-6340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48.5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3065 560 0 0,'0'0'2348'0'0,"17"-7"-1105"0"0,123 10 417 0 0,73 8-166 0 0,0 1-554 0 0,-71-9-266 0 0,-55-2-302 0 0,116-4 473 0 0,-188 2-686 0 0,12-3 248 0 0,-26 4-317 0 0,0 0 2 0 0,18-4 151 0 0,-13 3-80 0 0,-1 0 1163 0 0,-2-6-1027 0 0,0 0 0 0 0,-1-1 0 0 0,1 0 1 0 0,-2 1-1 0 0,1-1 0 0 0,0-13 0 0 0,26-220 469 0 0,28-95-263 0 0,-40 221-151 0 0,1-154-1 0 0,0 4 275 0 0,-14 234-590 0 0,14-136 123 0 0,-10 54-55 0 0,0 6-35 0 0,-2 67-53 0 0,-3 0-1 0 0,-1 0 1 0 0,-7-68-1 0 0,-20-103 62 0 0,19 131-115 0 0,5 25 17 0 0,-1-2 6 0 0,1 19 8 0 0,-7-23 4 0 0,6 37-10 0 0,1 1 1 0 0,1-1-1 0 0,1 0 0 0 0,5-44 1 0 0,1-23-37 0 0,-6 64 55 0 0,-1-8-12 0 0,2-1-1 0 0,1 0 1 0 0,2 0-1 0 0,8-35 1 0 0,-7 52-16 0 0,17-84-31 0 0,-22 99 44 0 0,0-8 119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51.3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54 886 76 0 0,'1'-4'350'0'0,"-1"-3"267"0"0,-1 3-113 0 0,-1-1-205 0 0,1 1 0 0 0,0-1 1 0 0,0 1-1 0 0,0-1 0 0 0,1 1 0 0 0,-1-1 1 0 0,1 0-1 0 0,0 1 0 0 0,0-1 0 0 0,1 0 1 0 0,1-6-1 0 0,-3 5-6 0 0,0 1 1 0 0,0-1-1 0 0,0 1 0 0 0,-1 0 1 0 0,0 0-1 0 0,-3-7 0 0 0,2 5 8 0 0,-21-32 1776 0 0,23 38-1932 0 0,1 1-85 0 0,-1-1 0 0 0,1 1 1 0 0,-1 0-1 0 0,1 0 0 0 0,-1-1 0 0 0,1 1 0 0 0,-1 0 0 0 0,1-1 0 0 0,0 1 0 0 0,-1-1 1 0 0,1 1-1 0 0,-1-1 0 0 0,1 1 0 0 0,0 0 0 0 0,-1-1 0 0 0,1 1 0 0 0,0-1 0 0 0,0 0 1 0 0,-1 1-1 0 0,1-1 0 0 0,0 1 0 0 0,0-1 0 0 0,0 1 0 0 0,0-1 0 0 0,0 1 0 0 0,0-1 1 0 0,0 0-1 0 0,0 1 0 0 0,0-1 0 0 0,0 1 0 0 0,0-1 0 0 0,0 1 0 0 0,0-1 0 0 0,0 0 0 0 0,0 1 1 0 0,0-1-1 0 0,1 1 0 0 0,-1-1 0 0 0,1 0 0 0 0,-1-5 1590 0 0,43 27-1625 0 0,19-9-3 0 0,0-3-1 0 0,1-2 1 0 0,0-3-1 0 0,70-4 1 0 0,11 1 7 0 0,222 9 89 0 0,233 10 225 0 0,-299-6-128 0 0,-73-14 62 0 0,-74-3-19 0 0,203-8 693 0 0,-256 6-643 0 0,-35 3-65 0 0,-27 2-2 0 0,-1-2 0 0 0,56-10 1 0 0,-36 8 1805 0 0,-28-42-1914 0 0,-16 9-137 0 0,-2-1 0 0 0,-1 1 1 0 0,-2-2-1 0 0,-2 1 0 0 0,2-45 1 0 0,-4-10-46 0 0,-10-96 1 0 0,1 151 46 0 0,4 28-6 0 0,-1 0-1 0 0,1 0 1 0 0,0-1 0 0 0,1 1-1 0 0,1 0 1 0 0,2-18-1 0 0,-9 5-77 0 0,4 222-6 0 0,2-20 76 0 0,-26 479 1001 0 0,-26 28 723 0 0,38-576-1243 0 0,-51 193 0 0 0,57-273-405 0 0,-17 75 316 0 0,-16 162 0 0 0,36-203-150 0 0,3 0 0 0 0,2 0 1 0 0,17 119-1 0 0,-12-146-82 0 0,-1 45 1 0 0,-4-52-34 0 0,2 1 0 0 0,9 49 0 0 0,-9-65-58 0 0,0 0 1 0 0,-1 1-1 0 0,-1 19 0 0 0,0-23 10 0 0,0 0 1 0 0,0-1-1 0 0,1 1 1 0 0,0 0-1 0 0,1-1 1 0 0,4 14-1 0 0,-6-25-16 0 0,-2-45-705 0 0,2 19-458 0 0,1-1-1 0 0,1 1 0 0 0,2 0 1 0 0,12-51-1 0 0,1-3-1282 0 0,19-112-6983 0 0,-24 119 4984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52.5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395 0 192 0 0,'0'0'2488'0'0,"13"28"-1212"0"0,12 15-534 0 0,2-2 0 0 0,2-1 0 0 0,2-2-1 0 0,2-1 1 0 0,46 42 0 0 0,201 147 1264 0 0,14 13-699 0 0,-117-60-632 0 0,227 298 1 0 0,-324-380-516 0 0,5-4 1 0 0,3-3-1 0 0,128 99 0 0 0,-207-182-159 0 0,-5-4 123 0 0,0 0 0 0 0,0 0-1 0 0,-1 0 1 0 0,1 0 0 0 0,-1 0 0 0 0,0 1 0 0 0,3 3-1 0 0,-5-6 0 0 0,5 8 535 0 0,-29 2-563 0 0,-1 0-1 0 0,-40 12 1 0 0,-24 10-35 0 0,5 8-37 0 0,2 3 0 0 0,-104 76 0 0 0,-436 362 736 0 0,466-367-128 0 0,-261 149 0 0 0,311-206-390 0 0,-76 47 120 0 0,-48 48-225 0 0,191-128-64 0 0,37-24-58 0 0,-5 5 147 0 0,4-3-372 0 0,69-78-5787 0 0,-26 21 213 0 0,-14 16 1900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53.0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 0 376 0 0,'-32'1'6051'0'0,"32"-1"-5956"0"0,-1 0 1 0 0,1 0 0 0 0,-1 0 0 0 0,1 1 0 0 0,-1-1 0 0 0,1 0 0 0 0,-1 0 0 0 0,1 0 0 0 0,-1 1 0 0 0,1-1 0 0 0,0 0-1 0 0,-1 1 1 0 0,1-1 0 0 0,-1 0 0 0 0,1 1 0 0 0,0-1 0 0 0,-1 0 0 0 0,1 1 0 0 0,0-1 0 0 0,0 1 0 0 0,-1-1 0 0 0,1 0-1 0 0,0 1 1 0 0,0-1 0 0 0,0 1 0 0 0,-1-1 0 0 0,1 1 0 0 0,0-1 0 0 0,0 1 0 0 0,0-1 0 0 0,0 2 0 0 0,12 8 1380 0 0,30 5-446 0 0,-38-13-810 0 0,53 11 319 0 0,0-3 0 0 0,1-2-1 0 0,1-2 1 0 0,80-4-1 0 0,-132-2-895 0 0,45 2-1002 0 0,-23 7-6160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53.3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8 820 0 0,'7'-8'12118'0'0,"16"98"-10438"0"0,-18-62-1274 0 0,-2 0 0 0 0,-1 0 0 0 0,-2 30 1 0 0,-8 20-3088 0 0,-11-1-4674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53.7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24 564 0 0,'-12'2'4812'0'0,"46"-7"-4071"0"0,-15 3-77 0 0,7 0-48 0 0,5 2-84 0 0,10 0-56 0 0,1 0-76 0 0,-1 0-256 0 0,2-2-276 0 0,2-5-336 0 0,-11 7-928 0 0,-5-4-1505 0 0,-3 1 669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54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1224 15 104 0 0,'-5'-8'11680'0'0,"-29"4"-9365"0"0,-39 1-2476 0 0,-54 7 1088 0 0,-254 15 15 0 0,344-16-867 0 0,-1 2 1 0 0,1 1-1 0 0,-44 14 1 0 0,79-19-64 0 0,-1 1 1 0 0,1-1-1 0 0,0 1 1 0 0,-1 0-1 0 0,1 0 0 0 0,0 0 1 0 0,0 0-1 0 0,0 0 1 0 0,0 0-1 0 0,1 0 1 0 0,-1 1-1 0 0,1-1 1 0 0,-1 1-1 0 0,1-1 0 0 0,-2 5 1 0 0,-15 46 228 0 0,15-43-195 0 0,-50 220 1227 0 0,21-81-666 0 0,-72 324 828 0 0,50-143-600 0 0,-19 710 3004 0 0,73-1039-3837 0 0,0 223 751 0 0,2-90-340 0 0,0-38-259 0 0,-2-95-329 0 0,-1-2-22 0 0,0 1-1 0 0,0-1 1 0 0,0 0 0 0 0,0 0-1 0 0,0 0 1 0 0,0 0 0 0 0,1 0-1 0 0,-1 0 1 0 0,0 0 0 0 0,1-1-1 0 0,-1 1 1 0 0,1 0-1 0 0,-1 0 1 0 0,1 0 0 0 0,0-1-1 0 0,-1 1 1 0 0,1 0 0 0 0,0-2-1 0 0,-9-39-2798 0 0,5 24 789 0 0,-7-10-6084 0 0,2 15 3520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54.7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0 756 0 0,'-1'1'280'0'0,"-1"0"0"0"0,1-1 1 0 0,0 1-1 0 0,0 0 0 0 0,-1 0 0 0 0,1 0 0 0 0,0 0 0 0 0,0 0 1 0 0,0 0-1 0 0,0 1 0 0 0,0-1 0 0 0,0 0 0 0 0,0 0 0 0 0,1 1 1 0 0,-1-1-1 0 0,-1 3 0 0 0,3-3-183 0 0,-1-1 0 0 0,0 1 0 0 0,0-1 0 0 0,0 1 0 0 0,1 0-1 0 0,-1-1 1 0 0,0 1 0 0 0,0-1 0 0 0,1 1 0 0 0,-1-1 0 0 0,1 1 0 0 0,-1-1 0 0 0,0 0 0 0 0,1 1 0 0 0,-1-1 0 0 0,1 1 0 0 0,-1-1 0 0 0,1 0 0 0 0,-1 1-1 0 0,1-1 1 0 0,-1 0 0 0 0,1 0 0 0 0,0 1 0 0 0,-1-1 0 0 0,1 0 0 0 0,-1 0 0 0 0,2 0 0 0 0,61 6 1703 0 0,-47-5-1616 0 0,72 6 574 0 0,303 16-1377 0 0,-340-17-1108 0 0,-18 3-2586 0 0,-23-5 1885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55.0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0 564 0 0,'-1'1'105'0'0,"0"0"0"0"0,1 0 0 0 0,-1 0 0 0 0,0 0 1 0 0,1 0-1 0 0,-1 0 0 0 0,0 0 0 0 0,1 0 0 0 0,0 0 0 0 0,-1 0 0 0 0,1 1 0 0 0,0-1 0 0 0,-1 0 0 0 0,1 0 0 0 0,0 0 1 0 0,0 1-1 0 0,0-1 0 0 0,0 0 0 0 0,0 0 0 0 0,0 0 0 0 0,0 1 0 0 0,1-1 0 0 0,-1 0 0 0 0,0 0 0 0 0,1 0 0 0 0,-1 0 1 0 0,0 1-1 0 0,2 0 0 0 0,0 1 98 0 0,0 0 0 0 0,1 0 1 0 0,-1 0-1 0 0,1-1 1 0 0,0 1-1 0 0,0-1 0 0 0,0 1 1 0 0,0-1-1 0 0,5 2 0 0 0,8 5 564 0 0,1-1 0 0 0,31 10 0 0 0,-48-18-743 0 0,33 9 709 0 0,59 11 0 0 0,-9-12-3818 0 0,-65-9 680 0 0,4-3 187 0 0</inkml:trace>
  <inkml:trace contextRef="#ctx0" brushRef="#br0" timeOffset="1">168 439 1116 0 0,'0'5'1264'0'0,"0"1"-132"0"0,8-3-124 0 0,6 1-100 0 0,7 1-179 0 0,14-3-253 0 0,7-2-312 0 0,11-3-472 0 0,-4-1-777 0 0,8-3-1171 0 0,2-3 520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58.8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2228 280 0 0,'8'28'2175'0'0,"1"-10"5209"0"0,-4-73-4870 0 0,-5 26-2062 0 0,0 0 1 0 0,2 0-1 0 0,5-31 0 0 0,3-42-41 0 0,-8-246 182 0 0,-1 251-503 0 0,2-50 32 0 0,2 0-19 0 0,7-69 11 0 0,-8 168-119 0 0,18-141 1 0 0,-14 132 0 0 0,-2 20-1 0 0,0 0-3 0 0,-2 13 1 0 0,4-76-2 0 0,-7 75-12 0 0,1 0 0 0 0,1 0 1 0 0,7-30-1 0 0,-5-7 9 0 0,-5 61 13 0 0,0 0-9 0 0,-1 0 0 0 0,1 0 0 0 0,0 0-1 0 0,-1 0 1 0 0,1-1 0 0 0,0 1-1 0 0,0 0 1 0 0,0 0 0 0 0,0 0-1 0 0,0-1 1 0 0,0 1 0 0 0,0 0 0 0 0,1 0-1 0 0,-1 0 1 0 0,0 0 0 0 0,1 0-1 0 0,-1 0 1 0 0,1-1 0 0 0,0 0-1 0 0,662-16-109 0 0,-97 1 73 0 0,-426 17 36 0 0,243-12-5 0 0,-277 5 54 0 0,-105 6-42 0 0,1 1-4 0 0,7-1 2 0 0,13 0-18 0 0,-21 1 27 0 0,0 0 0 0 0,1 0 1 0 0,-1 0-1 0 0,1 0 0 0 0,-1-1 1 0 0,0 1-1 0 0,1 0 0 0 0,-1 0 1 0 0,0-1-1 0 0,1 1 0 0 0,-1-1 0 0 0,0 1 1 0 0,0-1-1 0 0,1 0 0 0 0,-1 0 1 0 0,0 1-1 0 0,0-1 0 0 0,0 0 1 0 0,0 0-1 0 0,0 0 0 0 0,0 0 1 0 0,0 0-1 0 0,0 0 0 0 0,0 0 0 0 0,-1 0 1 0 0,1-1-1 0 0,1-1 0 0 0,8-13 22 0 0,0-1-1 0 0,-1 0 0 0 0,-1-1 0 0 0,8-24 1 0 0,-8 20-48 0 0,1 0 0 0 0,14-25 1 0 0,-22 45 15 0 0,0 0-1 0 0,0 0 1 0 0,1 0 0 0 0,-1 0 0 0 0,0 0 0 0 0,1 0-1 0 0,-1 1 1 0 0,1-1 0 0 0,-1 0 0 0 0,1 1 0 0 0,0-1-1 0 0,0 1 1 0 0,0 0 0 0 0,3-2 0 0 0,-4 3 2 0 0,1 0 0 0 0,0 1 0 0 0,0-1 0 0 0,-1 1 0 0 0,1-1 0 0 0,0 1 0 0 0,-1 0 0 0 0,1 0 0 0 0,-1-1 0 0 0,1 1 0 0 0,-1 0 0 0 0,1 1 0 0 0,-1-1 0 0 0,0 0 0 0 0,1 0 0 0 0,-1 1 0 0 0,0-1 0 0 0,0 0 0 0 0,0 1 0 0 0,0-1 0 0 0,1 3 0 0 0,82 119-28 0 0,2 3 23 0 0,-75-112 13 0 0,1-1-1 0 0,0 0 1 0 0,1 0-1 0 0,1-1 0 0 0,0-1 1 0 0,18 12-1 0 0,-26-20 3 0 0,-1 0-1 0 0,1-1 0 0 0,0 1 0 0 0,0-1 1 0 0,0 0-1 0 0,0 0 0 0 0,0-1 0 0 0,1 0 0 0 0,-1 0 1 0 0,0-1-1 0 0,1 1 0 0 0,-1-1 0 0 0,0-1 1 0 0,1 1-1 0 0,-1-1 0 0 0,0 0 0 0 0,0 0 0 0 0,0-1 1 0 0,0 0-1 0 0,0 0 0 0 0,0-1 0 0 0,0 1 1 0 0,9-7-1 0 0,9-7 0 0 0,-2 0 0 0 0,0-2-1 0 0,0 0 1 0 0,21-26 0 0 0,4-2 7 0 0,-38 39-23 0 0,1 1 0 0 0,-1 0 0 0 0,1 0-1 0 0,0 1 1 0 0,0 0 0 0 0,1 1-1 0 0,-1 0 1 0 0,1 0 0 0 0,0 1 0 0 0,0 1-1 0 0,0 0 1 0 0,1 1 0 0 0,13-1-1 0 0,7 2-8 0 0,0 0 0 0 0,0 2 0 0 0,46 9 0 0 0,-48-3-11 0 0,0 1 1 0 0,49 21 0 0 0,-25-9 13 0 0,42 10 32 0 0,1-4 0 0 0,2-4 0 0 0,0-5 0 0 0,184 10 0 0 0,160-30-111 0 0,-259-4 33 0 0,44-7-8 0 0,40 0-8 0 0,95 9-15 0 0,-107 6 59 0 0,-228-2 48 0 0,-1-1 0 0 0,1-1 0 0 0,-1-1 0 0 0,38-10 0 0 0,-10-6 83 0 0,-54 19-111 0 0,0 0-46 0 0,0 1 59 0 0,0-1 1 0 0,-1 0-1 0 0,1 1 1 0 0,0-1-1 0 0,-1 1 0 0 0,1 0 1 0 0,0-1-1 0 0,-1 1 1 0 0,1-1-1 0 0,-1 1 0 0 0,1 0 1 0 0,-1-1-1 0 0,1 1 1 0 0,-1 0-1 0 0,0-1 0 0 0,1 1 1 0 0,-1 0-1 0 0,0 0 1 0 0,0 0-1 0 0,1-1 0 0 0,-1 1 1 0 0,0 0-1 0 0,0 0 1 0 0,0 0-1 0 0,0-1 0 0 0,0 1 1 0 0,0 0-1 0 0,0 0 0 0 0,0 0 1 0 0,-1 0-1 0 0,-1 34 23 0 0,2-30-15 0 0,-41 264-1 0 0,23-139 196 0 0,6 0 0 0 0,6 146 0 0 0,13 199 948 0 0,-16-215-468 0 0,0-36-28 0 0,1-145-304 0 0,8-76-456 0 0,0 1 0 0 0,0-1 0 0 0,-1 1 0 0 0,1-1-1 0 0,-1 0 1 0 0,0 1 0 0 0,0-1 0 0 0,-2 5 0 0 0,2-6-369 0 0,0 0 0 0 0,0-1 1 0 0,0 1-1 0 0,-1 0 0 0 0,1-1 1 0 0,-1 1-1 0 0,1-1 0 0 0,-1 0 1 0 0,1 1-1 0 0,-1-1 0 0 0,0 0 1 0 0,0 0-1 0 0,0 0 0 0 0,0 0 1 0 0,1-1-1 0 0,-1 1 0 0 0,0 0 1 0 0,0-1-1 0 0,0 1 0 0 0,-1-1 1 0 0,-1 0-1 0 0,-11 4-3377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5:59.5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2 360 0 0,'58'-2'1232'0'0,"-1"3"-1"0"0,1 2 1 0 0,75 13-1 0 0,-82-9-818 0 0,976 88 4380 0 0,-738-73-3937 0 0,1502 7 2121 0 0,-1374-49-2740 0 0,-349 18-208 0 0,61-7 11 0 0,-128 9-75 0 0,-1 0-1 0 0,1 0 1 0 0,0 0-1 0 0,0 0 1 0 0,0-1-1 0 0,0 1 1 0 0,0 0-1 0 0,0 0 1 0 0,0-1-1 0 0,0 1 1 0 0,0 0-1 0 0,-1-1 1 0 0,1 1 0 0 0,0-1-1 0 0,0 1 1 0 0,-1-1-1 0 0,1 1 1 0 0,0-1-1 0 0,0 0 1 0 0,-1 1-1 0 0,1-1 1 0 0,-1 0-1 0 0,1 0 1 0 0,-1 1-1 0 0,1-1 1 0 0,-1 0-1 0 0,1-1 1 0 0,-1 1-51 0 0,0-1 0 0 0,0 1 0 0 0,0-1 0 0 0,-1 1 0 0 0,1 0 0 0 0,0-1 0 0 0,-1 1 0 0 0,1 0 0 0 0,-1-1 0 0 0,1 1 0 0 0,-1 0 0 0 0,0-1 1 0 0,1 1-1 0 0,-1 0 0 0 0,-2-2 0 0 0,-43-42-3352 0 0,41 40 2768 0 0,-19-15-2417 0 0,-3-6 235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6:00.3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71 6 592 0 0,'10'-5'7309'0'0,"-10"4"-7218"0"0,-5 35 1076 0 0,-17 61 0 0 0,12-58-557 0 0,-8 54 0 0 0,7 12 860 0 0,5 197 0 0 0,20 176 1170 0 0,-23-396-2123 0 0,5-53-376 0 0,-5-4-1573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6:00.9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91 336 0 0,'1'-2'264'0'0,"-1"0"0"0"0,1 1 0 0 0,0-1 1 0 0,-1 1-1 0 0,1-1 0 0 0,0 1 0 0 0,0-1 0 0 0,0 1 0 0 0,0-1 0 0 0,0 1 0 0 0,0 0 1 0 0,1 0-1 0 0,-1-1 0 0 0,0 1 0 0 0,1 0 0 0 0,-1 0 0 0 0,1 0 0 0 0,-1 1 1 0 0,1-1-1 0 0,-1 0 0 0 0,1 1 0 0 0,0-1 0 0 0,-1 0 0 0 0,1 1 0 0 0,3-1 0 0 0,-4 3-148 0 0,1-1 0 0 0,0 0 0 0 0,0 1 0 0 0,-1-1 0 0 0,1 1 0 0 0,-1-1 0 0 0,0 1 0 0 0,1 0-1 0 0,-1-1 1 0 0,0 1 0 0 0,0 0 0 0 0,0 0 0 0 0,0 0 0 0 0,0 0 0 0 0,0 0 0 0 0,-1 0-1 0 0,1 0 1 0 0,-1 0 0 0 0,0 0 0 0 0,1 1 0 0 0,-1 2 0 0 0,72 407 4547 0 0,-70-401-4493 0 0,1 4 250 0 0,0-1 1 0 0,0 1-1 0 0,2-1 1 0 0,8 19-1 0 0,-13-32-381 0 0,1-1 0 0 0,-1 1-1 0 0,1-1 1 0 0,-1 0 0 0 0,1 0 0 0 0,-1 1-1 0 0,1-1 1 0 0,-1 0 0 0 0,1 0 0 0 0,-1 1-1 0 0,1-1 1 0 0,0 0 0 0 0,-1 0 0 0 0,1 0-1 0 0,-1 0 1 0 0,1 0 0 0 0,0 0 0 0 0,-1 0-1 0 0,1 0 1 0 0,-1 0 0 0 0,1 0 0 0 0,-1 0 0 0 0,1 0-1 0 0,0 0 1 0 0,-1-1 0 0 0,1 1 0 0 0,-1 0-1 0 0,1 0 1 0 0,-1-1 0 0 0,1 1 0 0 0,-1 0-1 0 0,1-1 1 0 0,18-11 263 0 0,-3-3-142 0 0,0 0 0 0 0,-1-1-1 0 0,-1-1 1 0 0,0 0 0 0 0,-2-1 0 0 0,12-19 0 0 0,55-123 177 0 0,-51 101-195 0 0,16-41 2 0 0,26-52-847 0 0,-81 193-6406 0 0,-11 33 278 0 0,14-50 3811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6:01.3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160 250 528 0 0,'0'0'6883'0'0,"-4"1"-6156"0"0,-6 4-445 0 0,-1 1 0 0 0,1 0 0 0 0,0 0 1 0 0,1 1-1 0 0,-1 0 0 0 0,1 1 0 0 0,1 0 0 0 0,-1 0 0 0 0,2 1 0 0 0,-1 0 0 0 0,1 0 1 0 0,0 1-1 0 0,1 0 0 0 0,0 0 0 0 0,1 1 0 0 0,0-1 0 0 0,1 1 0 0 0,0 0 0 0 0,0 1 1 0 0,-2 16-1 0 0,6-23-243 0 0,-1-1 1 0 0,2 1-1 0 0,-1 0 1 0 0,0 0-1 0 0,1 0 0 0 0,0-1 1 0 0,0 1-1 0 0,1 0 1 0 0,-1-1-1 0 0,1 1 1 0 0,0-1-1 0 0,0 1 1 0 0,0-1-1 0 0,1 0 1 0 0,0 0-1 0 0,0 0 1 0 0,0 0-1 0 0,0-1 1 0 0,0 1-1 0 0,1-1 1 0 0,-1 1-1 0 0,1-1 1 0 0,0-1-1 0 0,0 1 1 0 0,0 0-1 0 0,1-1 0 0 0,7 3 1 0 0,-8-3-25 0 0,0-1 0 0 0,0 0 1 0 0,0-1-1 0 0,-1 1 0 0 0,1-1 0 0 0,0 0 1 0 0,0 0-1 0 0,0 0 0 0 0,0 0 0 0 0,0-1 0 0 0,0 1 1 0 0,0-1-1 0 0,0 0 0 0 0,0-1 0 0 0,0 1 1 0 0,-1-1-1 0 0,1 1 0 0 0,-1-1 0 0 0,1 0 0 0 0,-1 0 1 0 0,1 0-1 0 0,-1-1 0 0 0,0 0 0 0 0,0 1 1 0 0,0-1-1 0 0,-1 0 0 0 0,1 0 0 0 0,-1 0 0 0 0,1 0 1 0 0,-1-1-1 0 0,0 1 0 0 0,0-1 0 0 0,-1 0 1 0 0,2-3-1 0 0,1-4-46 0 0,0 1 1 0 0,-1-1-1 0 0,0 0 1 0 0,0 0-1 0 0,-1 0 0 0 0,-1 0 1 0 0,0 0-1 0 0,-1-1 1 0 0,0 1-1 0 0,0 0 1 0 0,-4-20-1 0 0,-5-7-521 0 0,-1 0 1 0 0,-16-40 0 0 0,13 43-1236 0 0,2 0 1 0 0,-9-45 0 0 0,17 53-1365 0 0,0 3 241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6:01.7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261 107 944 0 0,'0'-9'6095'0'0,"-1"12"-5585"0"0,-4 6-149 0 0,-25 53 1428 0 0,12-17-1052 0 0,14-33-529 0 0,0 1 0 0 0,1-1 0 0 0,-3 27 0 0 0,5-36-172 0 0,1 0 0 0 0,0 0-1 0 0,0 0 1 0 0,0 0 0 0 0,0 0-1 0 0,0 0 1 0 0,1 0 0 0 0,-1-1-1 0 0,1 1 1 0 0,0 0 0 0 0,0 0-1 0 0,0 0 1 0 0,0-1 0 0 0,3 4-1 0 0,-3-5-22 0 0,0 0 0 0 0,0 0 0 0 0,0 0 0 0 0,0 0 0 0 0,1 0-1 0 0,-1-1 1 0 0,0 1 0 0 0,1-1 0 0 0,-1 1 0 0 0,0-1 0 0 0,1 1 0 0 0,-1-1 0 0 0,0 0-1 0 0,1 0 1 0 0,-1 1 0 0 0,1-1 0 0 0,-1 0 0 0 0,1 0 0 0 0,-1-1 0 0 0,1 1-1 0 0,-1 0 1 0 0,0 0 0 0 0,1-1 0 0 0,-1 1 0 0 0,0-1 0 0 0,1 1 0 0 0,-1-1-1 0 0,0 0 1 0 0,3-1 0 0 0,-1 1-5 0 0,0 0 1 0 0,-1 0-1 0 0,1-1 0 0 0,-1 1 0 0 0,1-1 0 0 0,-1 1 1 0 0,1-1-1 0 0,-1 0 0 0 0,0 0 0 0 0,0 0 1 0 0,0 0-1 0 0,0-1 0 0 0,0 1 0 0 0,0-1 0 0 0,-1 1 1 0 0,1-1-1 0 0,-1 1 0 0 0,0-1 0 0 0,1 0 1 0 0,-1 0-1 0 0,1-4 0 0 0,-2 2-65 0 0,0 0 0 0 0,0 1 0 0 0,0-1 0 0 0,-1 1 0 0 0,1-1 1 0 0,-1 0-1 0 0,0 1 0 0 0,-1-1 0 0 0,1 1 0 0 0,-1 0 0 0 0,0-1 0 0 0,-3-5 0 0 0,-4-5-296 0 0,-1 1-1 0 0,0 1 1 0 0,0 0-1 0 0,-2 0 1 0 0,1 1 0 0 0,-19-15-1 0 0,-80-50-4178 0 0,41 35 1932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6:03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64 432 0 0,'13'-30'5920'0'0,"-9"27"-5777"0"0,-1 0 0 0 0,1 1 1 0 0,-1-1-1 0 0,1 1 0 0 0,0 0 0 0 0,-1 0 1 0 0,1 1-1 0 0,0-1 0 0 0,0 1 0 0 0,1 0 1 0 0,-1 0-1 0 0,8-1 0 0 0,60-4 332 0 0,-60 5-359 0 0,-9 1-100 0 0,14-1 107 0 0,0 1 1 0 0,32 3-1 0 0,-46-3-110 0 0,0 1 0 0 0,0-1 0 0 0,0 1 0 0 0,0-1 0 0 0,0 1 1 0 0,0 0-1 0 0,0 0 0 0 0,0 1 0 0 0,0-1 0 0 0,-1 0 0 0 0,1 1 0 0 0,0 0 0 0 0,-1-1 0 0 0,1 1 0 0 0,-1 0 0 0 0,0 1 0 0 0,0-1 0 0 0,0 0 1 0 0,0 0-1 0 0,0 1 0 0 0,0 0 0 0 0,0-1 0 0 0,1 5 0 0 0,-2-4-7 0 0,-1-1 0 0 0,0 0 0 0 0,0 1 0 0 0,0-1 0 0 0,0 0 0 0 0,-1 1 0 0 0,1-1 0 0 0,0 0 0 0 0,-1 1 0 0 0,0-1 0 0 0,1 0 0 0 0,-1 0 0 0 0,0 0 0 0 0,0 0 0 0 0,0 1 0 0 0,-1-1 0 0 0,1-1 0 0 0,0 1 0 0 0,-1 0 0 0 0,-2 2 0 0 0,-39 38 65 0 0,32-33-56 0 0,-17 16 11 0 0,-63 61 37 0 0,90-84-62 0 0,-1-1 0 0 0,1 1 0 0 0,-1-1 0 0 0,1 1-1 0 0,0 0 1 0 0,-1 0 0 0 0,1-1 0 0 0,0 1 0 0 0,0 0 0 0 0,0 0-1 0 0,1 0 1 0 0,-1 0 0 0 0,0 0 0 0 0,1 0 0 0 0,-1 0 0 0 0,1 1-1 0 0,0-1 1 0 0,0 0 0 0 0,0 0 0 0 0,0 0 0 0 0,0 0 0 0 0,0 0-1 0 0,0 1 1 0 0,1-1 0 0 0,-1 0 0 0 0,1 0 0 0 0,0 0 0 0 0,-1 0-1 0 0,1 0 1 0 0,0 0 0 0 0,0 0 0 0 0,0-1 0 0 0,1 1 0 0 0,-1 0-1 0 0,0 0 1 0 0,1-1 0 0 0,-1 1 0 0 0,1-1 0 0 0,-1 1 0 0 0,1-1-1 0 0,0 0 1 0 0,-1 1 0 0 0,1-1 0 0 0,0 0 0 0 0,3 1 0 0 0,11 7 10 0 0,2-1 0 0 0,-1 0 0 0 0,1-1 0 0 0,22 5 1 0 0,-19-5-16 0 0,57 26 20 0 0,-73-31-8 0 0,0 1-1 0 0,0 0 1 0 0,-1 0 0 0 0,1 0 0 0 0,-1 0 0 0 0,0 1-1 0 0,0 0 1 0 0,0 0 0 0 0,0 0 0 0 0,-1 0 0 0 0,1 0-1 0 0,4 9 1 0 0,-7-10 1 0 0,-1 0-1 0 0,1-1 0 0 0,-1 1 0 0 0,0 0 1 0 0,0-1-1 0 0,0 1 0 0 0,0 0 1 0 0,0-1-1 0 0,-1 1 0 0 0,1 0 0 0 0,-1-1 1 0 0,0 1-1 0 0,1-1 0 0 0,-1 1 1 0 0,-1-1-1 0 0,1 1 0 0 0,0-1 1 0 0,0 1-1 0 0,-1-1 0 0 0,1 0 0 0 0,-1 0 1 0 0,0 0-1 0 0,0 0 0 0 0,0 0 1 0 0,0 0-1 0 0,0-1 0 0 0,-3 3 1 0 0,-9 6 14 0 0,0 0 0 0 0,0 0 0 0 0,-16 6 0 0 0,21-11-13 0 0,-11 7-241 0 0,-1-2 1 0 0,0 0-1 0 0,-1-1 0 0 0,0-1 1 0 0,-28 7-1 0 0,49-15 34 0 0,-1 0 0 0 0,1 0-1 0 0,-1 0 1 0 0,1 0 0 0 0,-1 0 0 0 0,1 0 0 0 0,-1-1 0 0 0,1 1 0 0 0,0 0-1 0 0,-1-1 1 0 0,1 1 0 0 0,-1-1 0 0 0,1 1 0 0 0,0-1 0 0 0,-1 0-1 0 0,1 0 1 0 0,0 1 0 0 0,0-1 0 0 0,0 0 0 0 0,0 0 0 0 0,0 0 0 0 0,0 0-1 0 0,0 0 1 0 0,0-1 0 0 0,-1-1 0 0 0,-1-6-1966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3T07:16:04.0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 50 752,'1'0'148,"0"0"-1,-1-1 1,1 1 0,-1-1 0,1 1-1,0 0 1,-1-1 0,1 1-1,0 0 1,-1 0 0,1-1 0,0 1-1,0 0 1,-1 0 0,1 0-1,0 0 1,0 0 0,-1 0-1,1 0 1,0 0 0,0 0 0,-1 0-1,1 1 1,0-1 0,-1 0-1,1 0 1,0 1 0,-1-1 0,1 1-1,0-1 1,-1 0 0,1 1-1,-1-1 1,2 1 0,-13 28 986,10-27-1122,-9 19 180,1 0 1,1 1-1,1 0 0,0 0 0,2 1 1,1 0-1,1 0 0,0 0 1,2 0-1,1 0 0,4 37 1,-3-56-174,-1 0 0,1 0 1,1 0-1,-1 0 0,1 0 1,-1 0-1,1-1 1,0 1-1,0 0 0,1-1 1,-1 0-1,1 1 1,-1-1-1,1 0 0,0 0 1,6 4-1,-7-6-10,1 0-1,-1 0 0,1-1 1,0 1-1,-1 0 0,1-1 0,0 0 1,-1 1-1,1-1 0,0 0 1,-1 0-1,1-1 0,0 1 1,-1-1-1,1 1 0,-1-1 1,1 0-1,-1 0 0,1 0 1,-1 0-1,1 0 0,-1-1 1,0 1-1,0-1 0,0 1 1,0-1-1,3-2 0,22-22 3,-1-1 0,-2-1 0,0-1 0,-2-1 1,22-40-1,25-32 10,-65 95-30,0 2 1,0-1-1,0 0 1,1 1-1,0 0 1,0 0-1,0 0 1,1 1-1,0 0 1,0 0 0,0 0-1,11-5 1,-15 9 6,-1 0 1,0 0-1,1 0 1,-1 1-1,0-1 1,1 0-1,-1 0 1,0 1-1,0-1 1,1 1-1,-1-1 1,0 1 0,0 0-1,0-1 1,0 1-1,0 0 1,0 0-1,0 0 1,0 0-1,0 0 1,0 0-1,0 0 1,-1 0-1,1 0 1,0 0 0,-1 0-1,1 1 1,-1-1-1,1 2 1,14 43-4,-13-39 4,9 40 20,-4-13-20,16 41-1,-20-67 4,0 0 0,1 0 0,0 0 0,0 0 0,1-1 0,0 1 0,0-1 0,1 0 0,0-1 0,7 7 0,-9-11 2,0 1 1,1-1-1,0 0 1,-1 0-1,1-1 1,0 1 0,0-1-1,0 0 1,0-1-1,0 1 1,0-1 0,1 0-1,-1 0 1,0 0-1,0-1 1,0 0-1,0 0 1,0 0 0,0-1-1,-1 0 1,1 1-1,7-5 1,-3 2 17,-1 0 0,1-1 0,-1 0 0,0 0 0,0-1 0,-1 0 0,1 0 0,-1-1 0,-1 0 1,1 0-1,6-11 0,-9 11 6,0 0 0,-1 0 0,0 0 0,0-1 0,-1 1 0,0-1 1,-1 0-1,1 1 0,-1-1 0,-1 0 0,0 0 0,0 0 0,0 0 1,-1 1-1,0-1 0,-1 0 0,1 0 0,-1 1 0,-1-1 0,0 1 1,0 0-1,0 0 0,-9-13 0,7 12-51,-1 0 0,-1 0 0,1 0 1,-1 1-1,0 0 0,-1 1 0,0 0 0,0 0 0,0 0 1,-1 1-1,0 0 0,0 1 0,0 0 0,0 0 0,-1 1 0,1 0 1,-1 1-1,-14-2 0,5 3-416,-1 0 0,-28 3 0,-8 7-4759,45-5 2946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6:04.6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1 388 0 0,'13'8'3979'0'0,"-6"6"-3284"0"0,0 1 1 0 0,-1 0-1 0 0,-1 0 0 0 0,7 27 1 0 0,1 3 143 0 0,9 37 704 0 0,18 115 0 0 0,-35-165-1289 0 0,5 3 16 0 0,1 13 1408 0 0,25-75-992 0 0,-24 14-572 0 0,-1-1 1 0 0,0-1-1 0 0,14-25 1 0 0,25-33 125 0 0,80-104 144 0 0,-121 165-368 0 0,4-2-22 0 0,-13 15 4 0 0,1-1 1 0 0,-1 1 0 0 0,1-1-1 0 0,-1 1 1 0 0,1-1 0 0 0,-1 1-1 0 0,1-1 1 0 0,-1 1 0 0 0,0-1-1 0 0,1 1 1 0 0,-1 0 0 0 0,0-1-1 0 0,1 1 1 0 0,-1 0 0 0 0,0-1-1 0 0,0 1 1 0 0,0 0 0 0 0,0-1-1 0 0,0 1 1 0 0,0 0 0 0 0,0 0-1 0 0,0-1 1 0 0,0 1 0 0 0,0 0-1 0 0,0-1 1 0 0,0 1 0 0 0,0 0-1 0 0,0-1 1 0 0,-1 2 0 0 0,-17 124-17 0 0,18-113 23 0 0,1-1-1 0 0,0 1 1 0 0,1-1 0 0 0,1 0 0 0 0,0 0 0 0 0,0 0 0 0 0,1 0-1 0 0,1-1 1 0 0,0 1 0 0 0,1-1 0 0 0,0 0 0 0 0,0-1-1 0 0,1 1 1 0 0,14 14 0 0 0,-11-14-252 0 0,1 0 1 0 0,0-1-1 0 0,1 0 0 0 0,0 0 1 0 0,1-2-1 0 0,0 1 0 0 0,0-2 1 0 0,1 0-1 0 0,0 0 0 0 0,0-2 1 0 0,22 7-1 0 0,41 8-6666 0 0,-56-16 3599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6:05.1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1 325 584 0 0,'50'-24'3351'0'0,"-28"12"-2589"0"0,2 1-1 0 0,-1 1 1 0 0,47-12-1 0 0,-61 20-693 0 0,0 0 0 0 0,-1-1 0 0 0,1 0 0 0 0,-1 0 0 0 0,0-1 0 0 0,0 0 0 0 0,0-1 0 0 0,0 0 0 0 0,-1 0 0 0 0,1-1 0 0 0,-1 1 0 0 0,-1-1 0 0 0,1-1-1 0 0,-1 1 1 0 0,0-1 0 0 0,-1-1 0 0 0,1 1 0 0 0,-2-1 0 0 0,8-14 0 0 0,-7 12-12 0 0,0 0-1 0 0,1 0 1 0 0,-1 0 0 0 0,2 1-1 0 0,-1 0 1 0 0,1 0-1 0 0,1 1 1 0 0,0 0 0 0 0,16-13-1 0 0,-16 16 51 0 0,-5 2-62 0 0,1 1 0 0 0,-1 0 1 0 0,1 0-1 0 0,-1 0 0 0 0,1 0 1 0 0,0 1-1 0 0,0 0 0 0 0,5-2 1 0 0,-6 3-37 0 0,-1 0 0 0 0,1 0 1 0 0,-1 1-1 0 0,1-1 0 0 0,-1 1 1 0 0,1-1-1 0 0,-1 1 0 0 0,0 0 1 0 0,1 0-1 0 0,-1 0 1 0 0,0 0-1 0 0,0 0 0 0 0,0 1 1 0 0,0-1-1 0 0,0 0 0 0 0,0 1 1 0 0,0 0-1 0 0,2 1 1 0 0,2 3 17 0 0,-1 1 0 0 0,1-1 1 0 0,-1 1-1 0 0,-1 0 1 0 0,1 0-1 0 0,-1 1 1 0 0,0-1-1 0 0,-1 1 0 0 0,0 0 1 0 0,0 0-1 0 0,0 0 1 0 0,-1 0-1 0 0,0 0 1 0 0,-1 0-1 0 0,0 1 0 0 0,0-1 1 0 0,-1 1-1 0 0,0-1 1 0 0,-2 10-1 0 0,-2 17 256 0 0,-1 1 0 0 0,-3-1 1 0 0,-13 40-1 0 0,12-42 13 0 0,5-21-261 0 0,2-4 87 0 0,0 0 1 0 0,0 0 0 0 0,0 0-1 0 0,1 0 1 0 0,-1 13-1 0 0,2-19-87 0 0,0 0 0 0 0,1-1 0 0 0,-1 1 0 0 0,0 0 0 0 0,1 0 0 0 0,-1 0-1 0 0,1 0 1 0 0,0 0 0 0 0,-1-1 0 0 0,1 1 0 0 0,0 0 0 0 0,0 0 0 0 0,0-1-1 0 0,0 1 1 0 0,1-1 0 0 0,-1 1 0 0 0,0-1 0 0 0,1 0 0 0 0,-1 1 0 0 0,1-1-1 0 0,-1 0 1 0 0,1 0 0 0 0,-1 0 0 0 0,1 0 0 0 0,0 0 0 0 0,0 0 0 0 0,-1-1 0 0 0,1 1-1 0 0,3 0 1 0 0,34 9 5 0 0,0-3 0 0 0,1-1-1 0 0,0-2 1 0 0,52-1 0 0 0,-37-4-3699 0 0,57-9 1 0 0,-60 2 193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6:05.4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8 820 0 0,'0'0'1604'0'0,"12"0"2977"0"0,0-4-1101 0 0,3 1-2592 0 0,-5 8-1716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6:07.5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1 169 704 0 0,'0'-10'859'0'0,"0"1"-1"0"0,1-1 1 0 0,0 0 0 0 0,0 1-1 0 0,1-1 1 0 0,0 1 0 0 0,4-11-1 0 0,-5 19-801 0 0,-1 1-1 0 0,0 0 0 0 0,0 0 1 0 0,0-1-1 0 0,0 1 1 0 0,0 0-1 0 0,1 0 0 0 0,-1-1 1 0 0,0 1-1 0 0,0 0 0 0 0,0 0 1 0 0,1 0-1 0 0,-1-1 0 0 0,0 1 1 0 0,0 0-1 0 0,1 0 1 0 0,-1 0-1 0 0,0 0 0 0 0,0 0 1 0 0,1 0-1 0 0,-1-1 0 0 0,0 1 1 0 0,1 0-1 0 0,-1 0 0 0 0,0 0 1 0 0,0 0-1 0 0,1 0 1 0 0,-1 0-1 0 0,0 0 0 0 0,1 0 1 0 0,-1 0-1 0 0,0 0 0 0 0,0 0 1 0 0,1 1-1 0 0,-1-1 1 0 0,0 0-1 0 0,0 0 0 0 0,1 0 1 0 0,-1 0-1 0 0,0 0 0 0 0,1 1 1 0 0,15 12 812 0 0,10 19-42 0 0,-26-32-802 0 0,28 39 769 0 0,-2 2 1 0 0,-2 1-1 0 0,29 66 0 0 0,11 61 525 0 0,41 89 277 0 0,-103-253-1665 0 0,2 5 325 0 0,1 0 1 0 0,1-1-1 0 0,-1 1 0 0 0,2-1 1 0 0,11 14-1 0 0,-16-21-184 0 0,-1-1 1 0 0,1 0-1 0 0,0 1 0 0 0,-1-1 1 0 0,1 0-1 0 0,0 0 0 0 0,0 0 1 0 0,0 0-1 0 0,0-1 0 0 0,-1 1 0 0 0,1 0 1 0 0,0-1-1 0 0,0 1 0 0 0,1-1 1 0 0,-1 0-1 0 0,0 1 0 0 0,0-1 1 0 0,0 0-1 0 0,0 0 0 0 0,0-1 1 0 0,0 1-1 0 0,0 0 0 0 0,0-1 1 0 0,0 1-1 0 0,0-1 0 0 0,0 0 1 0 0,0 1-1 0 0,0-1 0 0 0,0 0 0 0 0,-1 0 1 0 0,1 0-1 0 0,0-1 0 0 0,-1 1 1 0 0,1 0-1 0 0,0-1 0 0 0,1-1 1 0 0,14-13 144 0 0,0-1 0 0 0,-2 0 0 0 0,0-2 0 0 0,0 1 0 0 0,22-42 1 0 0,47-113 264 0 0,-50 81-269 0 0,25-97 0 0 0,-6 15-361 0 0,-48 149-206 0 0,-5 21 84 0 0,0 0 1 0 0,1 0-1 0 0,0 0 0 0 0,-1 0 0 0 0,1 0 0 0 0,1 0 1 0 0,-1 1-1 0 0,1-1 0 0 0,-1 0 0 0 0,1 1 1 0 0,0-1-1 0 0,4-4 0 0 0,-3 39-4866 0 0,-1 9-2480 0 0,-2-20 3483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6:07.9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16 169 9377 0 0,'16'-13'394'0'0,"-10"10"1585"0"0,-11 12-1816 0 0,0 0 0 0 0,0 1 0 0 0,1 0 0 0 0,0 0 0 0 0,1 0 0 0 0,0 1 0 0 0,0-1 0 0 0,1 1 0 0 0,1 0 0 0 0,-1-1 0 0 0,2 1 0 0 0,0 0 0 0 0,0 0 0 0 0,3 13 0 0 0,-2-16-116 0 0,1 1 0 0 0,1-1 0 0 0,-1 0 0 0 0,1 0-1 0 0,1 0 1 0 0,-1 0 0 0 0,2-1 0 0 0,-1 0-1 0 0,1 1 1 0 0,0-1 0 0 0,0-1 0 0 0,1 1-1 0 0,-1-1 1 0 0,2 0 0 0 0,-1 0 0 0 0,1-1 0 0 0,0 0-1 0 0,14 8 1 0 0,-15-9-33 0 0,-1-1-1 0 0,1 0 1 0 0,0-1 0 0 0,0 1-1 0 0,0-1 1 0 0,1-1 0 0 0,-1 1-1 0 0,0-1 1 0 0,1 0 0 0 0,-1 0-1 0 0,0-1 1 0 0,1 0 0 0 0,-1 0-1 0 0,1 0 1 0 0,-1-1 0 0 0,1 0-1 0 0,8-3 1 0 0,-11 2-8 0 0,0 0 0 0 0,0 0 0 0 0,0 0 0 0 0,0-1 0 0 0,0 0 0 0 0,0 0 1 0 0,-1 0-1 0 0,1 0 0 0 0,-1 0 0 0 0,0-1 0 0 0,0 0 0 0 0,0 1 0 0 0,0-1 0 0 0,-1 0 0 0 0,0 0 0 0 0,1-1 0 0 0,-2 1 0 0 0,1 0 1 0 0,0-1-1 0 0,-1 1 0 0 0,0-1 0 0 0,0 0 0 0 0,0 1 0 0 0,0-8 0 0 0,0-10-8 0 0,0 1-1 0 0,-1 0 1 0 0,-2 0-1 0 0,0-1 1 0 0,-1 1-1 0 0,-8-28 1 0 0,-2 7-131 0 0,-1 0 0 0 0,-20-40 0 0 0,32 77-68 0 0,-1 0-1 0 0,0 1 1 0 0,0-1-1 0 0,0 1 1 0 0,0-1 0 0 0,-6-4-1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6:08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32 176 0 0,'8'-5'1176'0'0,"0"1"-1"0"0,1 0 1 0 0,-1 1 0 0 0,1 0-1 0 0,16-3 1 0 0,50-1 1600 0 0,-30 10-2157 0 0,61 12 0 0 0,-94-14-399 0 0,167 38-878 0 0,-60-8-5278 0 0,-90-22 3198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6:08.6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1173 360 0 0,'-6'2'6477'0'0,"46"-13"-5729"0"0,-11 4-96 0 0,14-1-84 0 0,6 1-140 0 0,-3-6-184 0 0,5 8-268 0 0,-2-5-276 0 0,4-1-284 0 0,-4 0-844 0 0,0-3-1549 0 0,-4-5 685 0 0</inkml:trace>
  <inkml:trace contextRef="#ctx0" brushRef="#br0" timeOffset="1">1267 32 820 0 0,'4'-3'325'0'0,"0"0"-1"0"0,0-1 1 0 0,1 1-1 0 0,-1 1 1 0 0,1-1-1 0 0,0 1 1 0 0,0 0-1 0 0,0 0 1 0 0,0 0-1 0 0,0 1 1 0 0,0 0 0 0 0,1 0-1 0 0,-1 0 1 0 0,0 0-1 0 0,1 1 1 0 0,-1 0-1 0 0,0 0 1 0 0,1 0-1 0 0,5 2 1 0 0,16 2 454 0 0,-1 1 0 0 0,40 14 0 0 0,-51-15-367 0 0,36 12 367 0 0,-2 2 1 0 0,0 2 0 0 0,-1 2 0 0 0,46 29-1 0 0,-75-40-527 0 0,0 2 0 0 0,-1 0 0 0 0,-1 1 0 0 0,0 1 0 0 0,0 0 0 0 0,-2 1 0 0 0,0 1 0 0 0,0 1 0 0 0,-2 0 0 0 0,0 0 0 0 0,19 41 0 0 0,-28-48-169 0 0,-1 0 1 0 0,-1 1 0 0 0,0-1 0 0 0,0 0 0 0 0,-1 1 0 0 0,-1-1 0 0 0,0 1-1 0 0,0 0 1 0 0,-1-1 0 0 0,-1 1 0 0 0,0-1 0 0 0,0 0 0 0 0,-1 0 0 0 0,0 0-1 0 0,-1 0 1 0 0,-1 0 0 0 0,-8 15 0 0 0,-9 14 156 0 0,-2 0 0 0 0,-56 70 1 0 0,6-19 12 0 0,-25 30 41 0 0,73-86-191 0 0,1 1 1 0 0,2 0-1 0 0,-24 53 1 0 0,42-78-90 0 0,1 0 1 0 0,0 0 0 0 0,1 0 0 0 0,0 0-1 0 0,1 1 1 0 0,0 0 0 0 0,1-1 0 0 0,0 1 0 0 0,1 0-1 0 0,0-1 1 0 0,1 1 0 0 0,3 12 0 0 0,-2-15-322 0 0,0 0 1 0 0,1-1-1 0 0,0 1 0 0 0,0-1 1 0 0,1 1-1 0 0,0-1 1 0 0,1 0-1 0 0,-1-1 0 0 0,2 1 1 0 0,-1-1-1 0 0,1 0 1 0 0,0 0-1 0 0,0-1 0 0 0,1 0 1 0 0,0 0-1 0 0,10 6 1 0 0,31 14-7195 0 0,-23-16 3197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8:23.9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135 259 740 0 0,'-134'0'14839'0'0,"141"0"-14143"0"0,79-6 598 0 0,0-3-1 0 0,158-40 1 0 0,-133 25-683 0 0,555-133 2512 0 0,-612 144-2675 0 0,-53 13-554 0 0,-37 18-3735 0 0,18-6 2254 0 0,-19 11-3154 0 0,12-9-1526 0 0,7-4 1883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8:24.3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131 319 13441 0 0,'-130'49'4291'0'0,"138"-52"-3699"0"0,310-109 2131 0 0,-105 43-1588 0 0,185-89 1371 0 0,-373 147-2591 0 0,-4 1 2292 0 0,-7 5-3953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8:36.3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13 264 284 0 0,'-13'4'10393'0'0,"107"-9"-9062"0"0,335-102 434 0 0,-336 81-1529 0 0,-15 3-17 0 0,122-29 60 0 0,-74 19 282 0 0,-50 13-316 0 0,-75 20-264 0 0,13-2-10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8:37.0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1 464 520 0 0,'13'-7'8441'0'0,"101"-49"-6198"0"0,201-73-806 0 0,-135 57-869 0 0,18-7-48 0 0,107-24 418 0 0,-264 89-582 0 0,-39 14-333 0 0,11-4 177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8:47.0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16 166 868 0 0,'-15'12'8775'0'0,"32"-22"-2865"0"0,21-12-4619 0 0,40-8-1250 0 0,92-21 0 0 0,2 0-6271 0 0,-153 41 935 0 0,-11 7 2254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8:47.6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86 224 0 0,'12'-37'5361'0'0,"-10"34"-5110"0"0,1-1-1 0 0,0 0 0 0 0,0 1 1 0 0,0 0-1 0 0,0-1 1 0 0,1 1-1 0 0,-1 0 1 0 0,1 1-1 0 0,0-1 0 0 0,0 1 1 0 0,0 0-1 0 0,0 0 1 0 0,0 0-1 0 0,0 0 1 0 0,0 0-1 0 0,1 1 1 0 0,-1 0-1 0 0,6-1 0 0 0,-6 2-206 0 0,0-1 0 0 0,0 1 0 0 0,0 0 0 0 0,0 1 0 0 0,0-1 0 0 0,-1 0-1 0 0,1 1 1 0 0,0 0 0 0 0,0 0 0 0 0,-1 0 0 0 0,1 0 0 0 0,0 1-1 0 0,-1 0 1 0 0,1-1 0 0 0,-1 1 0 0 0,0 0 0 0 0,0 1 0 0 0,0-1 0 0 0,0 1-1 0 0,0-1 1 0 0,0 1 0 0 0,-1 0 0 0 0,1 0 0 0 0,-1 0 0 0 0,0 0 0 0 0,0 0-1 0 0,0 1 1 0 0,0-1 0 0 0,0 1 0 0 0,-1-1 0 0 0,1 1 0 0 0,-1 0 0 0 0,1 4-1 0 0,0 11 6 0 0,0 1-1 0 0,0-1 1 0 0,-2 1 0 0 0,-4 38-1 0 0,-1 14 30 0 0,5-62-69 0 0,0-5-10 0 0,0-1-1 0 0,0 1 1 0 0,0 0 0 0 0,1 0 0 0 0,-1-1-1 0 0,1 1 1 0 0,2 5 0 0 0,-2-9-8 0 0,-1 0-1 0 0,1 1 1 0 0,0-1 0 0 0,0 0 0 0 0,0 0 0 0 0,0 1 0 0 0,0-1-1 0 0,0 0 1 0 0,0 0 0 0 0,0 0 0 0 0,1 0 0 0 0,-1-1 0 0 0,0 1-1 0 0,1 0 1 0 0,-1 0 0 0 0,0-1 0 0 0,1 1 0 0 0,-1-1 0 0 0,1 1-1 0 0,-1-1 1 0 0,1 0 0 0 0,-1 1 0 0 0,1-1 0 0 0,-1 0 0 0 0,1 0-1 0 0,-1 0 1 0 0,3-1 0 0 0,8 1-105 0 0,0-1 0 0 0,0-1 1 0 0,0-1-1 0 0,0 1 0 0 0,0-2 0 0 0,0 0 0 0 0,-1 0 0 0 0,1-1 0 0 0,-1 0 1 0 0,15-10-1 0 0,9-9-314 0 0,53-46 0 0 0,-83 66 400 0 0,6-6 251 0 0,0-1-1 0 0,-2 0 1 0 0,1 0 0 0 0,-1-1 0 0 0,-1 0-1 0 0,0-1 1 0 0,0 0 0 0 0,9-25 0 0 0,-16 26 1303 0 0,-12 21-1211 0 0,-15 26-263 0 0,23-29-42 0 0,-1 1-1 0 0,2 0 1 0 0,-1 0-1 0 0,1 0 1 0 0,0 0-1 0 0,0 0 1 0 0,1 0-1 0 0,0 1 1 0 0,1-1-1 0 0,-1 0 1 0 0,1 1-1 0 0,1-1 1 0 0,-1 0-1 0 0,4 13 1 0 0,-4-17-21 0 0,1 0 1 0 0,0-1-1 0 0,1 1 1 0 0,-1 0-1 0 0,0-1 1 0 0,1 1 0 0 0,-1 0-1 0 0,1-1 1 0 0,0 0-1 0 0,0 1 1 0 0,0-1-1 0 0,0 0 1 0 0,0 0-1 0 0,0 0 1 0 0,1 0 0 0 0,-1-1-1 0 0,1 1 1 0 0,-1 0-1 0 0,1-1 1 0 0,0 0-1 0 0,-1 0 1 0 0,1 0 0 0 0,0 0-1 0 0,0 0 1 0 0,0 0-1 0 0,0-1 1 0 0,0 1-1 0 0,0-1 1 0 0,0 0-1 0 0,0 0 1 0 0,0 0 0 0 0,0 0-1 0 0,0-1 1 0 0,-1 1-1 0 0,1-1 1 0 0,0 0-1 0 0,0 0 1 0 0,4-1 0 0 0,-4 1 5 0 0,0 0 1 0 0,0 1 0 0 0,0-1 0 0 0,0 0 0 0 0,0-1 0 0 0,-1 1 0 0 0,1 0 0 0 0,0-1 0 0 0,-1 1 0 0 0,1-1 0 0 0,-1 0-1 0 0,1 0 1 0 0,-1 0 0 0 0,0 0 0 0 0,0 0 0 0 0,0-1 0 0 0,0 1 0 0 0,0-1 0 0 0,-1 1 0 0 0,1-1 0 0 0,-1 0 0 0 0,0 1-1 0 0,1-1 1 0 0,-1 0 0 0 0,0 0 0 0 0,-1 0 0 0 0,1 0 0 0 0,-1 0 0 0 0,1 0 0 0 0,-1 0 0 0 0,0 0 0 0 0,0 0 0 0 0,0 0-1 0 0,0 0 1 0 0,0 0 0 0 0,-1 0 0 0 0,0 0 0 0 0,1 0 0 0 0,-4-5 0 0 0,0-5-323 0 0,-1 2-1 0 0,0-1 1 0 0,-1 0 0 0 0,0 1-1 0 0,-1 0 1 0 0,0 1 0 0 0,-1-1-1 0 0,-10-10 1 0 0,8 9-3331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8:48.3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69 332 0 0,'-16'-13'8280'0'0,"23"40"-7699"0"0,0 0-1 0 0,14 29 0 0 0,-12-34-427 0 0,-1 0-1 0 0,-1 0 1 0 0,-1 0-1 0 0,5 40 1 0 0,-4 23 83 0 0,-9-87-256 0 0,0 0 0 0 0,0 0-1 0 0,0-1 1 0 0,0 1 0 0 0,1 0-1 0 0,-1-1 1 0 0,1 1 0 0 0,0-1-1 0 0,-2-4 1 0 0,0-7-20 0 0,1 0 0 0 0,0 0 0 0 0,1 1-1 0 0,1-1 1 0 0,0 0 0 0 0,3-18 0 0 0,-3 25 31 0 0,1 1 1 0 0,1-1-1 0 0,-1 1 1 0 0,1 0-1 0 0,0-1 1 0 0,1 1 0 0 0,-1 0-1 0 0,1 0 1 0 0,0 0-1 0 0,1 1 1 0 0,-1-1-1 0 0,1 1 1 0 0,0 0-1 0 0,0 0 1 0 0,8-6-1 0 0,-10 9 3 0 0,1 0-1 0 0,-1 1 1 0 0,1-1-1 0 0,0 1 1 0 0,0 0-1 0 0,0 0 1 0 0,0 0-1 0 0,0 0 1 0 0,0 1-1 0 0,0-1 1 0 0,0 1-1 0 0,0-1 1 0 0,0 1-1 0 0,0 0 0 0 0,0 0 1 0 0,0 1-1 0 0,0-1 1 0 0,0 1-1 0 0,0-1 1 0 0,0 1-1 0 0,0 0 1 0 0,0 0-1 0 0,0 0 1 0 0,3 3-1 0 0,7 2-20 0 0,-1 2 0 0 0,0 0 0 0 0,20 17 0 0 0,-21-16 22 0 0,-1 0-6 0 0,33 21-58 0 0,-41-32 71 0 0,0 0 1 0 0,0 0 0 0 0,-1 0-1 0 0,1 0 1 0 0,-1 0 0 0 0,1 0 0 0 0,-1 0-1 0 0,0 0 1 0 0,0-1 0 0 0,0 1 0 0 0,0 0-1 0 0,0-4 1 0 0,1 0 7 0 0,5-25 376 0 0,2 0 0 0 0,1 0-1 0 0,1 1 1 0 0,20-39 0 0 0,-30 68-364 0 0,0 0 0 0 0,0-1 0 0 0,0 1 0 0 0,0 0 1 0 0,0 0-1 0 0,0-1 0 0 0,0 1 0 0 0,0 0 0 0 0,0 0 0 0 0,0 0 1 0 0,1 0-1 0 0,-1 0 0 0 0,0 1 0 0 0,1-1 0 0 0,-1 0 0 0 0,1 1 0 0 0,-1-1 1 0 0,1 1-1 0 0,-1-1 0 0 0,1 1 0 0 0,-1 0 0 0 0,1-1 0 0 0,-1 1 1 0 0,3 0-1 0 0,-1 1-6 0 0,1-1 0 0 0,-1 1 0 0 0,0 0 0 0 0,0 0 0 0 0,0 0 0 0 0,0 1 1 0 0,0-1-1 0 0,0 1 0 0 0,-1 0 0 0 0,1-1 0 0 0,3 4 0 0 0,3 2-59 0 0,-1 1 0 0 0,0 0 0 0 0,-1 1 0 0 0,0-1 0 0 0,12 19 0 0 0,-8-6-469 0 0,-1 1 0 0 0,12 30 0 0 0,-19-43-668 0 0,-1 0 0 0 0,0 1-1 0 0,0-1 1 0 0,-1 1 0 0 0,1 10 0 0 0,-2-13-1198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8:48.7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0 161 396 0 0,'0'0'3412'0'0,"3"3"-2584"0"0,7 7-206 0 0,0 1 0 0 0,-1 1 0 0 0,0 0 0 0 0,-1 0 1 0 0,0 0-1 0 0,-1 1 0 0 0,0 1 0 0 0,5 15 0 0 0,29 51 1185 0 0,-30-60-1440 0 0,-7-12-67 0 0,1-1-1 0 0,-1 1 1 0 0,1-1-1 0 0,0 0 1 0 0,8 8 0 0 0,-12-14-236 0 0,0 0 0 0 0,0 0 0 0 0,0-1 0 0 0,0 1 0 0 0,0 0 0 0 0,0 0 0 0 0,0-1 0 0 0,1 1 0 0 0,-1-1 0 0 0,0 1 0 0 0,0-1 0 0 0,1 1 0 0 0,-1-1 0 0 0,0 0 0 0 0,1 1 0 0 0,-1-1 0 0 0,0 0 0 0 0,1 0 0 0 0,-1 0 0 0 0,0 0 0 0 0,1 0 0 0 0,-1-1 0 0 0,0 1 0 0 0,1 0 0 0 0,-1-1 0 0 0,0 1 0 0 0,0 0 0 0 0,1-1 0 0 0,-1 0 0 0 0,0 1 0 0 0,0-1 0 0 0,0 0 0 0 0,0 0 0 0 0,1 1 0 0 0,-1-1 0 0 0,0 0 0 0 0,-1 0 0 0 0,1 0 0 0 0,2-2 0 0 0,10-12 124 0 0,-1-1 1 0 0,0 0-1 0 0,0-1 1 0 0,-2 0-1 0 0,0-1 1 0 0,-1 0-1 0 0,8-25 1 0 0,2-14-1487 0 0,11-67 1 0 0,-15 60-1722 0 0,-14 42-3255 0 0,1 12 2679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8:49.4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72 592 0 0,'-8'9'9122'0'0,"8"-9"-9035"0"0,35 0 543 0 0,1-1-1 0 0,-1-3 1 0 0,59-12 0 0 0,-23 4-1238 0 0,5-7-1158 0 0,-28-1-3458 0 0,-31 11 2566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8:50.0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81 52 0 0,'1'-4'266'0'0,"-1"1"-1"0"0,1-1 1 0 0,-1 1-1 0 0,1-1 1 0 0,0 1-1 0 0,1 0 1 0 0,-1-1 0 0 0,0 1-1 0 0,1 0 1 0 0,0 0-1 0 0,0 0 1 0 0,0 0-1 0 0,0 0 1 0 0,0 1-1 0 0,1-1 1 0 0,-1 0 0 0 0,1 1-1 0 0,-1 0 1 0 0,1 0-1 0 0,0 0 1 0 0,0 0-1 0 0,0 0 1 0 0,0 0 0 0 0,0 1-1 0 0,1-1 1 0 0,-1 1-1 0 0,0 0 1 0 0,1 0-1 0 0,-1 0 1 0 0,1 1-1 0 0,3-1 1 0 0,2-1-96 0 0,1 1 0 0 0,-1 0 0 0 0,1 0 0 0 0,-1 1 0 0 0,1 1-1 0 0,-1-1 1 0 0,1 1 0 0 0,-1 1 0 0 0,1 0 0 0 0,14 5 0 0 0,-21-6-146 0 0,0 0 0 0 0,-1 1 1 0 0,1 0-1 0 0,0-1 0 0 0,-1 1 0 0 0,1 0 0 0 0,-1 0 0 0 0,0 1 1 0 0,1-1-1 0 0,-1 0 0 0 0,0 1 0 0 0,-1-1 0 0 0,1 1 1 0 0,0 0-1 0 0,-1-1 0 0 0,1 1 0 0 0,-1 0 0 0 0,0 0 1 0 0,0 0-1 0 0,0 0 0 0 0,0 0 0 0 0,-1 0 0 0 0,1 0 1 0 0,-1 0-1 0 0,0 1 0 0 0,0-1 0 0 0,0 0 0 0 0,0 0 1 0 0,0 0-1 0 0,-1 0 0 0 0,0 4 0 0 0,-3 11 14 0 0,-1 0 0 0 0,0 0 0 0 0,-2-1 0 0 0,-9 20 0 0 0,6-14 23 0 0,4-8-25 0 0,0-3-19 0 0,1 0-1 0 0,1 0 1 0 0,0 0 0 0 0,-4 22-1 0 0,8-32-26 0 0,0 0 0 0 0,0-1 0 0 0,-1 1 0 0 0,1-1 0 0 0,0 1 0 0 0,0 0 0 0 0,0-1-1 0 0,1 1 1 0 0,-1-1 0 0 0,0 1 0 0 0,1 0 0 0 0,-1-1 0 0 0,1 1 0 0 0,-1-1 0 0 0,1 1 0 0 0,0-1-1 0 0,0 0 1 0 0,-1 1 0 0 0,1-1 0 0 0,0 0 0 0 0,0 1 0 0 0,0-1 0 0 0,1 0 0 0 0,-1 0 0 0 0,0 0-1 0 0,0 0 1 0 0,1 0 0 0 0,-1 0 0 0 0,0 0 0 0 0,1-1 0 0 0,-1 1 0 0 0,1 0 0 0 0,-1-1 0 0 0,1 1 0 0 0,-1-1-1 0 0,1 1 1 0 0,-1-1 0 0 0,1 0 0 0 0,0 0 0 0 0,-1 0 0 0 0,1 0 0 0 0,-1 0 0 0 0,1 0 0 0 0,0 0-1 0 0,2-1 1 0 0,15-1-125 0 0,0-1 0 0 0,0-1 1 0 0,-1 0-1 0 0,1-2 0 0 0,-1 0 0 0 0,0-1 0 0 0,20-11 0 0 0,6-5 143 0 0,63-46 0 0 0,-100 64 258 0 0,-1 1 0 0 0,0-1 1 0 0,-1 0-1 0 0,1 0 0 0 0,-1-1 0 0 0,0 0 1 0 0,0 0-1 0 0,7-12 0 0 0,-12 17-43 0 0,-14 13 52 0 0,0 1 0 0 0,1 0 0 0 0,0 1 0 0 0,-11 16 0 0 0,24-29-269 0 0,-8 13 35 0 0,0 0 1 0 0,1 0-1 0 0,-11 31 0 0 0,17-43-56 0 0,1 0 0 0 0,-1 1 0 0 0,0-1-1 0 0,0 0 1 0 0,1 1 0 0 0,-1-1 0 0 0,1 1 0 0 0,0-1 0 0 0,0 1 0 0 0,0-1 0 0 0,0 1 0 0 0,0-1 0 0 0,1 1-1 0 0,-1-1 1 0 0,1 0 0 0 0,-1 1 0 0 0,1-1 0 0 0,0 1 0 0 0,0-1 0 0 0,0 0 0 0 0,0 0 0 0 0,0 0-1 0 0,1 0 1 0 0,-1 1 0 0 0,1-2 0 0 0,-1 1 0 0 0,1 0 0 0 0,0 0 0 0 0,0 0 0 0 0,0-1 0 0 0,0 1 0 0 0,0-1-1 0 0,0 0 1 0 0,4 3 0 0 0,-2-3-22 0 0,0-1-1 0 0,-1 1 0 0 0,1 0 0 0 0,0-1 1 0 0,0 0-1 0 0,0 0 0 0 0,0 0 1 0 0,-1-1-1 0 0,1 1 0 0 0,0-1 1 0 0,0 0-1 0 0,-1 0 0 0 0,1 0 1 0 0,0 0-1 0 0,-1-1 0 0 0,1 1 0 0 0,-1-1 1 0 0,0 0-1 0 0,6-5 0 0 0,-1 2-31 0 0,0-1 0 0 0,-1 0 0 0 0,0-1 0 0 0,0 0 0 0 0,0 0 0 0 0,9-14 0 0 0,-10 10-31 0 0,0 0 0 0 0,-1-1 0 0 0,-1 0 0 0 0,0 0 0 0 0,0 0 0 0 0,-1 0-1 0 0,-1-1 1 0 0,0 1 0 0 0,0-1 0 0 0,-2 1 0 0 0,1-1 0 0 0,-2 0 0 0 0,0 1-1 0 0,0-1 1 0 0,-1 1 0 0 0,-1-1 0 0 0,0 1 0 0 0,0 0 0 0 0,-10-20 0 0 0,12 29-209 0 0,-1 1 1 0 0,0-1-1 0 0,1 1 1 0 0,-1-1 0 0 0,-1 1-1 0 0,1 0 1 0 0,0 0-1 0 0,0 0 1 0 0,-1 0-1 0 0,1 1 1 0 0,-1-1 0 0 0,0 1-1 0 0,1-1 1 0 0,-1 1-1 0 0,0 0 1 0 0,0 0-1 0 0,0 0 1 0 0,0 0 0 0 0,0 1-1 0 0,0-1 1 0 0,-5 0-1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8:50.7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62 220 0 0,'0'0'188'0'0,"-1"-1"-1"0"0,1 1 1 0 0,0-1 0 0 0,0 0-1 0 0,0 1 1 0 0,0-1-1 0 0,0 1 1 0 0,0-1 0 0 0,0 1-1 0 0,0-1 1 0 0,0 0 0 0 0,0 1-1 0 0,0-1 1 0 0,0 1 0 0 0,0-1-1 0 0,1 1 1 0 0,-1-1 0 0 0,0 0-1 0 0,0 1 1 0 0,1-1-1 0 0,-1 1 1 0 0,0-1 0 0 0,1 1-1 0 0,0-2 564 0 0,0 2-563 0 0,-1-1-1 0 0,0 1 1 0 0,1 0-1 0 0,-1-1 1 0 0,1 1 0 0 0,-1 0-1 0 0,1 0 1 0 0,0-1 0 0 0,0 1-1 0 0,23 11 843 0 0,-16-6-839 0 0,3 1-72 0 0,-1 2 0 0 0,0 0 0 0 0,0 0 0 0 0,0 0 0 0 0,-1 1 0 0 0,0 1 0 0 0,-1 0 0 0 0,0 0 0 0 0,-1 0 0 0 0,0 1 0 0 0,-1 0 0 0 0,0 1 0 0 0,0-1 0 0 0,-1 1 0 0 0,-1 0 0 0 0,0 0 0 0 0,0 1 0 0 0,-2-1 0 0 0,3 20 0 0 0,3 12-40 0 0,-8-43 73 0 0,-2-1-149 0 0,1-1-1 0 0,0 1 0 0 0,0-1 0 0 0,0 0 0 0 0,0 1 0 0 0,0-1 0 0 0,0 0 1 0 0,0 0-1 0 0,0 1 0 0 0,0-1 0 0 0,1 0 0 0 0,-1 0 0 0 0,0 0 1 0 0,0 0-1 0 0,1 0 0 0 0,-1 0 0 0 0,1 0 0 0 0,-1-1 0 0 0,1 1 0 0 0,-1 0 1 0 0,1-1-1 0 0,-9-28 42 0 0,7 16-15 0 0,0-1 1 0 0,1 0 0 0 0,1 1 0 0 0,0-1 0 0 0,1 0-1 0 0,5-22 1 0 0,-5 31-20 0 0,0 0 0 0 0,1 0 0 0 0,0 0-1 0 0,0 0 1 0 0,0 1 0 0 0,0-1 0 0 0,1 1 0 0 0,0-1-1 0 0,0 1 1 0 0,1 0 0 0 0,0 0 0 0 0,0 0 0 0 0,0 1-1 0 0,0-1 1 0 0,0 1 0 0 0,1 0 0 0 0,0 0 0 0 0,6-3-1 0 0,-9 6-9 0 0,0 0-1 0 0,0 0 1 0 0,0 1-1 0 0,1-1 1 0 0,-1 1-1 0 0,0-1 1 0 0,0 1-1 0 0,1 0 1 0 0,-1 0-1 0 0,0 0 1 0 0,1 0-1 0 0,-1 0 1 0 0,0 1-1 0 0,1-1 1 0 0,-1 1-1 0 0,0-1 1 0 0,0 1-1 0 0,0 0 1 0 0,1 0-1 0 0,-1 0 1 0 0,0 0-1 0 0,0 0 0 0 0,0 0 1 0 0,0 1-1 0 0,-1-1 1 0 0,1 1-1 0 0,0-1 1 0 0,-1 1-1 0 0,1 0 1 0 0,-1-1-1 0 0,1 1 1 0 0,1 3-1 0 0,2 3-1 0 0,1 0 0 0 0,-1 0 0 0 0,-1 1-1 0 0,0-1 1 0 0,5 15 0 0 0,24 83-110 0 0,-26-82 109 0 0,-7-24 3 0 0,0 0 0 0 0,0 0 0 0 0,0 1 0 0 0,1-1 0 0 0,-1 0 0 0 0,0 0 0 0 0,0 0 0 0 0,0 0 0 0 0,0 0 0 0 0,0 0 0 0 0,0 0 0 0 0,0 1 0 0 0,0-1 0 0 0,0 0 0 0 0,0 0 1 0 0,1 0-1 0 0,-1 0 0 0 0,0 0 0 0 0,0 0 0 0 0,0 0 0 0 0,0 0 0 0 0,0 0 0 0 0,0 0 0 0 0,1 0 0 0 0,-1 0 0 0 0,0 0 0 0 0,0 0 0 0 0,0 0 0 0 0,0 0 0 0 0,0 0 0 0 0,1 0 0 0 0,-1 0 0 0 0,0 0 0 0 0,0 0 0 0 0,0 0 0 0 0,0 0 0 0 0,0 0 0 0 0,0 0 0 0 0,1 0 0 0 0,-1 0 0 0 0,0 0 1 0 0,0 0-1 0 0,0 0 0 0 0,0 0 0 0 0,0 0 0 0 0,0 0 0 0 0,1-1 0 0 0,-1 1 0 0 0,0 0 0 0 0,0 0 0 0 0,0 0 0 0 0,0 0 0 0 0,0 0 0 0 0,0 0 0 0 0,0 0 0 0 0,0-1 0 0 0,0 1 0 0 0,0 0 0 0 0,0 0 0 0 0,0 0 0 0 0,0 0 0 0 0,10-42 12 0 0,-2 3-5 0 0,4 13 18 0 0,-2 2 152 0 0,25-43-1 0 0,-30 60-150 0 0,-1 0 0 0 0,1 0 0 0 0,1 1 0 0 0,-1 0 0 0 0,1 0 0 0 0,0 1 0 0 0,0-1 0 0 0,1 1 0 0 0,0 1 0 0 0,8-6 0 0 0,-12 9-13 0 0,-1 1-1 0 0,0-1 0 0 0,0 0 0 0 0,1 1 0 0 0,-1 0 0 0 0,1-1 0 0 0,-1 1 0 0 0,0 0 0 0 0,1 0 0 0 0,-1 0 0 0 0,1 1 0 0 0,-1-1 0 0 0,0 1 1 0 0,1-1-1 0 0,-1 1 0 0 0,0 0 0 0 0,1-1 0 0 0,-1 1 0 0 0,0 1 0 0 0,0-1 0 0 0,0 0 0 0 0,0 0 0 0 0,0 1 0 0 0,0-1 0 0 0,0 1 0 0 0,0 0 0 0 0,-1-1 1 0 0,1 1-1 0 0,-1 0 0 0 0,1 0 0 0 0,-1 0 0 0 0,2 3 0 0 0,2 3-41 0 0,1 1 0 0 0,-1 0 0 0 0,0 0 1 0 0,-1 0-1 0 0,0 0 0 0 0,3 13 0 0 0,2 9-559 0 0,-5-20-445 0 0,-1 0 0 0 0,0 0 0 0 0,0 0 0 0 0,0 16 0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8:51.0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1 214 64 0 0,'0'0'6225'0'0,"0"4"-5479"0"0,3 27 236 0 0,2-1-1 0 0,1 0 0 0 0,1-1 1 0 0,1 1-1 0 0,2-1 0 0 0,1-1 1 0 0,1 0-1 0 0,24 40 0 0 0,-36-67-929 0 0,1 0-1 0 0,-1-1 0 0 0,1 1 0 0 0,-1-1 0 0 0,1 1 0 0 0,0-1 0 0 0,-1 1 1 0 0,1-1-1 0 0,-1 1 0 0 0,1-1 0 0 0,0 1 0 0 0,0-1 0 0 0,-1 0 1 0 0,1 1-1 0 0,0-1 0 0 0,0 0 0 0 0,-1 0 0 0 0,1 0 0 0 0,0 0 0 0 0,0 0 1 0 0,-1 1-1 0 0,1-1 0 0 0,0-1 0 0 0,0 1 0 0 0,0 0 0 0 0,-1 0 0 0 0,1 0 1 0 0,0 0-1 0 0,0 0 0 0 0,-1-1 0 0 0,1 1 0 0 0,0 0 0 0 0,0-1 0 0 0,-1 1 1 0 0,1 0-1 0 0,0-1 0 0 0,-1 1 0 0 0,1-1 0 0 0,-1 1 0 0 0,1-1 0 0 0,-1 0 1 0 0,1 1-1 0 0,-1-1 0 0 0,1 1 0 0 0,0-2 0 0 0,26-35 791 0 0,-24 33-716 0 0,8-15-152 0 0,0-1 0 0 0,-1-1 0 0 0,-1 0 0 0 0,-2 0 1 0 0,0-1-1 0 0,5-23 0 0 0,17-138-6919 0 0,-24 137 3321 0 0,4-34-1122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8:57.6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67 48 944 0 0,'-26'3'1424'0'0,"-15"-2"12161"0"0,75-5-11918 0 0,543-33 2125 0 0,-480 32-3386 0 0,-45 1-37 0 0,0 2 0 0 0,72 7 0 0 0,-65-4 221 0 0,-58-1-571 0 0,-1 0-72 0 0,0 0 3 0 0,0 0-1 0 0,0 1 1 0 0,0-1 0 0 0,-1 0 0 0 0,1 0 0 0 0,0 0 0 0 0,0 1-1 0 0,0-1 1 0 0,0 0 0 0 0,0 0 0 0 0,0 0 0 0 0,0 1 0 0 0,0-1-1 0 0,0 0 1 0 0,0 0 0 0 0,0 0 0 0 0,0 1 0 0 0,0-1 0 0 0,0 0 0 0 0,0 0-1 0 0,0 1 1 0 0,0-1 0 0 0,0 0 0 0 0,0 0 0 0 0,0 0 0 0 0,0 1-1 0 0,0-1 1 0 0,0 0 0 0 0,0 0 0 0 0,1 0 0 0 0,-1 1 0 0 0,0-1-1 0 0,0 0 1 0 0,0 0 0 0 0,0 0 0 0 0,0 0 0 0 0,1 0 0 0 0,-1 1 0 0 0,0-1-1 0 0,0 0 1 0 0,0 0 0 0 0,1 0 0 0 0,-1 0 0 0 0,0 0 0 0 0,0 0-1 0 0,0 0 1 0 0,1 0 0 0 0,-1 0 0 0 0,0 1 0 0 0,0-1 0 0 0,0 0 0 0 0,1 0-1 0 0,-1 0 1 0 0,0 0 0 0 0,1-1 0 0 0,-12 8-1157 0 0,0-2-1 0 0,0 1 1 0 0,0-2-1 0 0,-1 1 1 0 0,-12 2 0 0 0,-5 2-4951 0 0,11-3 2068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8:57.9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27 175 272 0 0,'-26'18'11136'0'0,"250"-73"-6587"0"0,367-42-1 0 0,-516 88-4000 0 0,116-6 1474 0 0,-171 13-3317 0 0,-31-2-3119 0 0,-13-7-3968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7:01.2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42 104 340 0 0,'-41'-97'11224'0'0,"62"121"-10257"0"0,172 294 2425 0 0,-180-303-3069 0 0,-11-13-81 0 0,0 0-1 0 0,-1 0 1 0 0,1 0 0 0 0,0 0 0 0 0,-1 0-1 0 0,1 0 1 0 0,-1 0 0 0 0,0 0 0 0 0,0 1-1 0 0,2 2 1 0 0,17-26 890 0 0,0-24-588 0 0,-3 0-1 0 0,19-75 1 0 0,-9-26-2772 0 0,-25 134 2553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7:01.6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45 120 384 0 0,'0'0'6054'0'0,"-16"20"-4731"0"0,13-8-1034 0 0,0 1 0 0 0,1-1 0 0 0,1 1-1 0 0,0 0 1 0 0,1-1 0 0 0,0 1 0 0 0,1 0 0 0 0,3 15-1 0 0,-4-22-190 0 0,1-1-1 0 0,0 1 1 0 0,1-1-1 0 0,-1 0 0 0 0,1 0 1 0 0,0 0-1 0 0,0 0 1 0 0,0 0-1 0 0,1 0 0 0 0,0-1 1 0 0,0 1-1 0 0,0-1 1 0 0,0 0-1 0 0,1 1 0 0 0,0-2 1 0 0,-1 1-1 0 0,2 0 1 0 0,-1-1-1 0 0,0 0 0 0 0,1 0 1 0 0,8 5-1 0 0,-9-7-45 0 0,0 0 1 0 0,1 0-1 0 0,-1 0 0 0 0,1 0 1 0 0,0-1-1 0 0,-1 0 0 0 0,1 0 1 0 0,-1 0-1 0 0,1 0 0 0 0,0-1 0 0 0,-1 0 1 0 0,1 0-1 0 0,-1 0 0 0 0,0 0 1 0 0,1-1-1 0 0,-1 0 0 0 0,0 0 0 0 0,0 0 1 0 0,0 0-1 0 0,0 0 0 0 0,0-1 1 0 0,0 0-1 0 0,-1 0 0 0 0,1 0 1 0 0,-1 0-1 0 0,0-1 0 0 0,0 1 0 0 0,0-1 1 0 0,-1 0-1 0 0,1 1 0 0 0,-1-1 1 0 0,3-6-1 0 0,0 1-23 0 0,0-1 1 0 0,-1 1-1 0 0,0-2 1 0 0,0 1-1 0 0,-1 0 1 0 0,-1 0-1 0 0,0-1 1 0 0,0 0-1 0 0,-1 1 1 0 0,0-1-1 0 0,-1 0 0 0 0,0 0 1 0 0,-2-10-1 0 0,0 11-24 0 0,-1 0-1 0 0,0 0 0 0 0,0 0 1 0 0,-1 1-1 0 0,-1 0 0 0 0,1 0 0 0 0,-1 0 1 0 0,-1 0-1 0 0,0 1 0 0 0,0-1 1 0 0,-14-12-1 0 0,17 18-79 0 0,0 0-1 0 0,-1 0 1 0 0,1 0-1 0 0,-1 0 1 0 0,0 1 0 0 0,0-1-1 0 0,0 1 1 0 0,0 0-1 0 0,0 0 1 0 0,0 1 0 0 0,-1-1-1 0 0,1 1 1 0 0,-1 0-1 0 0,1 0 1 0 0,-1 0 0 0 0,1 1-1 0 0,-1-1 1 0 0,1 1-1 0 0,-1 1 1 0 0,0-1 0 0 0,1 0-1 0 0,-1 1 1 0 0,1 0-1 0 0,-1 0 1 0 0,1 0 0 0 0,0 1-1 0 0,-1 0 1 0 0,-6 3-1 0 0,-24 21-2176 0 0,17-5-2951 0 0,11-13 2360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7:02.9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32 52 0 0,'0'0'1031'0'0,"11"-24"3401"0"0,10 17-746 0 0,-17 23-1332 0 0,-1 5-2584 0 0,43 287 4014 0 0,-35-233-1717 0 0,-3-70-1498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9:00.8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19 384 0 0,'0'0'2458'0'0,"-1"-14"-4035"0"0,0 9 864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7:04.1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0 125 680 0 0,'10'-18'9039'0'0,"-2"30"-7368"0"0,-6-9-1743 0 0,78 135 2975 0 0,40 62 108 0 0,-120-199-2947 0 0,1 0 0 0 0,-1 0 0 0 0,1 0 0 0 0,-1 0 0 0 0,1-1 0 0 0,-1 1 0 0 0,1 0-1 0 0,-1 0 1 0 0,1-1 0 0 0,0 1 0 0 0,-1 0 0 0 0,1-1 0 0 0,0 1 0 0 0,0-1 0 0 0,0 1 0 0 0,-1-1-1 0 0,1 1 1 0 0,0-1 0 0 0,0 1 0 0 0,0-1 0 0 0,0 0 0 0 0,0 1 0 0 0,0-1 0 0 0,0 0 0 0 0,0 0 0 0 0,0 0-1 0 0,0 0 1 0 0,0 0 0 0 0,0 0 0 0 0,0 0 0 0 0,0 0 0 0 0,-1 0 0 0 0,1-1 0 0 0,0 1 0 0 0,0 0 0 0 0,2-1-1 0 0,-1-1 11 0 0,1-1 0 0 0,-1 1 0 0 0,1-1 0 0 0,-1 1 0 0 0,0-1 0 0 0,0 0 0 0 0,0 0 0 0 0,0 0 0 0 0,-1 0 0 0 0,3-6 0 0 0,4-12 53 0 0,-1 0 0 0 0,6-28 0 0 0,13-129 170 0 0,-6 30-1967 0 0,-15 129-669 0 0,7 48-9129 0 0,-10-15 8313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7:04.4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42 836 0 0,'0'0'5397'0'0,"-3"3"-4639"0"0,-2 4-413 0 0,0 0 1 0 0,0 0-1 0 0,1 0 1 0 0,0 1-1 0 0,0-1 1 0 0,1 1-1 0 0,0 0 1 0 0,0 0-1 0 0,1 1 1 0 0,0-1-1 0 0,0 0 1 0 0,0 16 0 0 0,1-15-222 0 0,1 1 1 0 0,0 0 0 0 0,1-1 0 0 0,0 1 0 0 0,1 0-1 0 0,0-1 1 0 0,0 1 0 0 0,1-1 0 0 0,0 0 0 0 0,1 0-1 0 0,0 0 1 0 0,0 0 0 0 0,1-1 0 0 0,0 0 0 0 0,0 0 0 0 0,1 0-1 0 0,0 0 1 0 0,10 8 0 0 0,-15-15-113 0 0,0 0 0 0 0,0 0-1 0 0,0 0 1 0 0,0 0 0 0 0,0 0 0 0 0,1 0-1 0 0,-1-1 1 0 0,0 1 0 0 0,1 0 0 0 0,-1-1 0 0 0,0 1-1 0 0,1-1 1 0 0,-1 1 0 0 0,1-1 0 0 0,-1 0 0 0 0,0 0-1 0 0,1 0 1 0 0,-1 0 0 0 0,1 0 0 0 0,-1 0-1 0 0,1 0 1 0 0,-1 0 0 0 0,1 0 0 0 0,2-1 0 0 0,-2-1-1 0 0,1 1 1 0 0,0-1 0 0 0,-1 0 0 0 0,0 1 0 0 0,1-1 0 0 0,-1 0-1 0 0,0 0 1 0 0,0-1 0 0 0,0 1 0 0 0,0 0 0 0 0,2-5-1 0 0,2-2 1 0 0,-2 0 0 0 0,1 0 0 0 0,-1 0-1 0 0,0-1 1 0 0,-1 1 0 0 0,3-16 0 0 0,-5 11-37 0 0,0 0 0 0 0,-1-1 0 0 0,0 1 0 0 0,-1 0-1 0 0,-1-1 1 0 0,-6-24 0 0 0,6 31-78 0 0,0-1-1 0 0,-1 1 0 0 0,0 0 0 0 0,0 0 0 0 0,-1 0 0 0 0,0 0 0 0 0,-1 0 1 0 0,1 1-1 0 0,-1 0 0 0 0,-1 0 0 0 0,1 0 0 0 0,-10-8 0 0 0,13 14-38 0 0,0 0 0 0 0,0 0-1 0 0,0 0 1 0 0,0 0 0 0 0,0 0 0 0 0,0 1-1 0 0,0-1 1 0 0,0 1 0 0 0,0 0 0 0 0,0-1 0 0 0,0 1-1 0 0,-1 0 1 0 0,1 0 0 0 0,0 0 0 0 0,0 1-1 0 0,0-1 1 0 0,-4 1 0 0 0,-17 12-5813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7:04.9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29 348 0 0,'37'-20'6730'0'0,"-29"17"-6471"0"0,0 2 0 0 0,0-1-1 0 0,0 1 1 0 0,0 0 0 0 0,0 1 0 0 0,0 0 0 0 0,0 0 0 0 0,0 1-1 0 0,-1 0 1 0 0,1 0 0 0 0,0 1 0 0 0,0 0 0 0 0,0 0 0 0 0,10 5-1 0 0,-14-5-220 0 0,0 1-1 0 0,0-1 0 0 0,0 1 0 0 0,0-1 1 0 0,0 1-1 0 0,-1 0 0 0 0,1 1 1 0 0,-1-1-1 0 0,0 1 0 0 0,0-1 0 0 0,0 1 1 0 0,0 0-1 0 0,-1 0 0 0 0,0 0 0 0 0,1 0 1 0 0,-2 0-1 0 0,1 1 0 0 0,0-1 0 0 0,-1 1 1 0 0,0-1-1 0 0,0 1 0 0 0,0 0 0 0 0,0-1 1 0 0,-1 1-1 0 0,0 0 0 0 0,-1 7 0 0 0,-2 17 263 0 0,-2-1-1 0 0,-1 0 0 0 0,-1 0 0 0 0,-1 0 0 0 0,-2-1 0 0 0,-19 40 0 0 0,27-64-323 0 0,-2 5 403 0 0,1 0 0 0 0,0 0 0 0 0,0 1 1 0 0,0-1-1 0 0,-1 13 0 0 0,3-20-270 0 0,1 0-1 0 0,0 1 1 0 0,0-1 0 0 0,0 1 0 0 0,0-1-1 0 0,0 1 1 0 0,1-1 0 0 0,-1 1 0 0 0,0-1-1 0 0,1 0 1 0 0,-1 1 0 0 0,1-1-1 0 0,-1 0 1 0 0,1 1 0 0 0,-1-1 0 0 0,1 0-1 0 0,0 0 1 0 0,0 1 0 0 0,0-1-1 0 0,0 0 1 0 0,0 0 0 0 0,0 0 0 0 0,0 0-1 0 0,0 0 1 0 0,0 0 0 0 0,0 0 0 0 0,1-1-1 0 0,-1 1 1 0 0,0 0 0 0 0,0-1-1 0 0,1 1 1 0 0,-1-1 0 0 0,1 1 0 0 0,-1-1-1 0 0,0 0 1 0 0,1 1 0 0 0,-1-1-1 0 0,1 0 1 0 0,2 0 0 0 0,36 1 842 0 0,0-1-1 0 0,0-2 1 0 0,74-14 0 0 0,-2 0 51 0 0,320-38 2009 0 0,-411 55-4112 0 0,-33 7-836 0 0,-37 6-3156 0 0,19-15-4952 0 0,14-6 4253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03T07:19:02.1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1 243 292 0 0,'0'0'9891'0'0,"0"0"-9777"0"0,1 0 0 0 0,0 1 0 0 0,-1-1 1 0 0,1 0-1 0 0,-1 0 0 0 0,1 1 0 0 0,0-1 0 0 0,-1 0 0 0 0,1 0 0 0 0,0 0 1 0 0,-1 0-1 0 0,1 0 0 0 0,0 0 0 0 0,-1 0 0 0 0,1 0 0 0 0,0 0 0 0 0,-1 0 1 0 0,1 0-1 0 0,0 0 0 0 0,-1-1 0 0 0,1 1 0 0 0,0 0 0 0 0,0-1 1 0 0,-10-175-8040 0 0,4 110 5115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636D64-318F-438E-80A7-4D1E6F1D1A23}" type="datetimeFigureOut">
              <a:rPr lang="en-IN" smtClean="0"/>
              <a:t>03-03-2022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0A94FB-9301-4CFE-BBCA-6AC1D872D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812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05B9E9E7-2369-460C-AD16-B2691B9B15E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Op-Amps</a:t>
            </a:r>
          </a:p>
        </p:txBody>
      </p:sp>
      <p:sp>
        <p:nvSpPr>
          <p:cNvPr id="25603" name="Rectangle 6">
            <a:extLst>
              <a:ext uri="{FF2B5EF4-FFF2-40B4-BE49-F238E27FC236}">
                <a16:creationId xmlns:a16="http://schemas.microsoft.com/office/drawing/2014/main" id="{8AE08B1F-4BC3-4EF5-B3A6-D46CDFCE11A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Lecture 9</a:t>
            </a:r>
          </a:p>
        </p:txBody>
      </p:sp>
      <p:sp>
        <p:nvSpPr>
          <p:cNvPr id="25604" name="Rectangle 7">
            <a:extLst>
              <a:ext uri="{FF2B5EF4-FFF2-40B4-BE49-F238E27FC236}">
                <a16:creationId xmlns:a16="http://schemas.microsoft.com/office/drawing/2014/main" id="{1C19C085-67D6-4562-B396-6550F66AA1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5CBA7B-96D3-4BA8-BF82-16C49F1CD555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605" name="Rectangle 2">
            <a:extLst>
              <a:ext uri="{FF2B5EF4-FFF2-40B4-BE49-F238E27FC236}">
                <a16:creationId xmlns:a16="http://schemas.microsoft.com/office/drawing/2014/main" id="{ACB36ECC-8BC4-439E-B32C-06150481D9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6" name="Rectangle 3">
            <a:extLst>
              <a:ext uri="{FF2B5EF4-FFF2-40B4-BE49-F238E27FC236}">
                <a16:creationId xmlns:a16="http://schemas.microsoft.com/office/drawing/2014/main" id="{6D4810A6-A234-4B2B-BF5F-FB343EC005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67F5F02A-4778-4BA2-9C0E-9693102301F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Op-Amps</a:t>
            </a:r>
          </a:p>
        </p:txBody>
      </p:sp>
      <p:sp>
        <p:nvSpPr>
          <p:cNvPr id="27651" name="Rectangle 6">
            <a:extLst>
              <a:ext uri="{FF2B5EF4-FFF2-40B4-BE49-F238E27FC236}">
                <a16:creationId xmlns:a16="http://schemas.microsoft.com/office/drawing/2014/main" id="{8439809D-71B5-44BC-8049-56640207907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Lecture 9</a:t>
            </a:r>
          </a:p>
        </p:txBody>
      </p:sp>
      <p:sp>
        <p:nvSpPr>
          <p:cNvPr id="27652" name="Rectangle 7">
            <a:extLst>
              <a:ext uri="{FF2B5EF4-FFF2-40B4-BE49-F238E27FC236}">
                <a16:creationId xmlns:a16="http://schemas.microsoft.com/office/drawing/2014/main" id="{CA5BCF3B-1264-47DD-9623-3FB821781F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AFBFED-C137-4B9E-A1EA-1913E79CB18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653" name="Rectangle 2">
            <a:extLst>
              <a:ext uri="{FF2B5EF4-FFF2-40B4-BE49-F238E27FC236}">
                <a16:creationId xmlns:a16="http://schemas.microsoft.com/office/drawing/2014/main" id="{8734F3DF-2211-4753-83BC-72E6163158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4" name="Rectangle 3">
            <a:extLst>
              <a:ext uri="{FF2B5EF4-FFF2-40B4-BE49-F238E27FC236}">
                <a16:creationId xmlns:a16="http://schemas.microsoft.com/office/drawing/2014/main" id="{29EABE80-E8A3-49DA-AF09-98490F511E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E8339F78-3235-4D53-9135-F717430CC67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Op-Amps</a:t>
            </a:r>
          </a:p>
        </p:txBody>
      </p:sp>
      <p:sp>
        <p:nvSpPr>
          <p:cNvPr id="29699" name="Rectangle 6">
            <a:extLst>
              <a:ext uri="{FF2B5EF4-FFF2-40B4-BE49-F238E27FC236}">
                <a16:creationId xmlns:a16="http://schemas.microsoft.com/office/drawing/2014/main" id="{E76A001B-01E6-4566-AECE-26772EE3530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Lecture 9</a:t>
            </a:r>
          </a:p>
        </p:txBody>
      </p:sp>
      <p:sp>
        <p:nvSpPr>
          <p:cNvPr id="29700" name="Rectangle 7">
            <a:extLst>
              <a:ext uri="{FF2B5EF4-FFF2-40B4-BE49-F238E27FC236}">
                <a16:creationId xmlns:a16="http://schemas.microsoft.com/office/drawing/2014/main" id="{C861670D-F6BF-4A80-BDEA-D8C20A96C9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C07BC1-7B6E-4120-B558-6DE16552C17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9701" name="Rectangle 2">
            <a:extLst>
              <a:ext uri="{FF2B5EF4-FFF2-40B4-BE49-F238E27FC236}">
                <a16:creationId xmlns:a16="http://schemas.microsoft.com/office/drawing/2014/main" id="{F140C84E-5C36-4F0A-87F4-A3A825BD86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2" name="Rectangle 3">
            <a:extLst>
              <a:ext uri="{FF2B5EF4-FFF2-40B4-BE49-F238E27FC236}">
                <a16:creationId xmlns:a16="http://schemas.microsoft.com/office/drawing/2014/main" id="{24941494-050D-492F-A929-F11BC1BD2B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1982C8B8-2767-42DD-BE8A-1CAC8B13341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Op-Amps</a:t>
            </a:r>
          </a:p>
        </p:txBody>
      </p:sp>
      <p:sp>
        <p:nvSpPr>
          <p:cNvPr id="31747" name="Rectangle 6">
            <a:extLst>
              <a:ext uri="{FF2B5EF4-FFF2-40B4-BE49-F238E27FC236}">
                <a16:creationId xmlns:a16="http://schemas.microsoft.com/office/drawing/2014/main" id="{2E3052CF-5833-4689-8345-1CCE28D2C23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Lecture 9</a:t>
            </a:r>
          </a:p>
        </p:txBody>
      </p:sp>
      <p:sp>
        <p:nvSpPr>
          <p:cNvPr id="31748" name="Rectangle 7">
            <a:extLst>
              <a:ext uri="{FF2B5EF4-FFF2-40B4-BE49-F238E27FC236}">
                <a16:creationId xmlns:a16="http://schemas.microsoft.com/office/drawing/2014/main" id="{ABF56760-E619-4E4E-B754-309DA96B4B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11B843-DC79-4C7D-AF86-C430107098B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1749" name="Rectangle 2">
            <a:extLst>
              <a:ext uri="{FF2B5EF4-FFF2-40B4-BE49-F238E27FC236}">
                <a16:creationId xmlns:a16="http://schemas.microsoft.com/office/drawing/2014/main" id="{AF741869-5F2B-48A5-88CC-4575BC3874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50" name="Rectangle 3">
            <a:extLst>
              <a:ext uri="{FF2B5EF4-FFF2-40B4-BE49-F238E27FC236}">
                <a16:creationId xmlns:a16="http://schemas.microsoft.com/office/drawing/2014/main" id="{392008D9-89DF-4C4C-A860-40E46003D8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60F3D6EC-4D3A-4F91-BE68-B892FEF8EA3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Op-Amps</a:t>
            </a:r>
          </a:p>
        </p:txBody>
      </p:sp>
      <p:sp>
        <p:nvSpPr>
          <p:cNvPr id="33795" name="Rectangle 6">
            <a:extLst>
              <a:ext uri="{FF2B5EF4-FFF2-40B4-BE49-F238E27FC236}">
                <a16:creationId xmlns:a16="http://schemas.microsoft.com/office/drawing/2014/main" id="{1039700C-0D76-4644-A65A-BBE36BA1E73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Lecture 9</a:t>
            </a:r>
          </a:p>
        </p:txBody>
      </p:sp>
      <p:sp>
        <p:nvSpPr>
          <p:cNvPr id="33796" name="Rectangle 7">
            <a:extLst>
              <a:ext uri="{FF2B5EF4-FFF2-40B4-BE49-F238E27FC236}">
                <a16:creationId xmlns:a16="http://schemas.microsoft.com/office/drawing/2014/main" id="{55ADC607-39FB-4426-BDA4-44C17DBD17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487988B-0088-4AF8-B4E3-06A7B23FC8C6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797" name="Rectangle 2">
            <a:extLst>
              <a:ext uri="{FF2B5EF4-FFF2-40B4-BE49-F238E27FC236}">
                <a16:creationId xmlns:a16="http://schemas.microsoft.com/office/drawing/2014/main" id="{63B02889-7BA3-4FB2-ACB9-5B968D96F6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8" name="Rectangle 3">
            <a:extLst>
              <a:ext uri="{FF2B5EF4-FFF2-40B4-BE49-F238E27FC236}">
                <a16:creationId xmlns:a16="http://schemas.microsoft.com/office/drawing/2014/main" id="{48F0257D-2492-492D-8497-3D852AE5C1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271E382-2DAF-41E0-9ABE-12CAD0EE0BE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Op-Amps</a:t>
            </a:r>
          </a:p>
        </p:txBody>
      </p:sp>
      <p:sp>
        <p:nvSpPr>
          <p:cNvPr id="35843" name="Rectangle 6">
            <a:extLst>
              <a:ext uri="{FF2B5EF4-FFF2-40B4-BE49-F238E27FC236}">
                <a16:creationId xmlns:a16="http://schemas.microsoft.com/office/drawing/2014/main" id="{16AEAA66-70A8-40E2-BFF8-B423F04FFF4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Lecture 9</a:t>
            </a:r>
          </a:p>
        </p:txBody>
      </p:sp>
      <p:sp>
        <p:nvSpPr>
          <p:cNvPr id="35844" name="Rectangle 7">
            <a:extLst>
              <a:ext uri="{FF2B5EF4-FFF2-40B4-BE49-F238E27FC236}">
                <a16:creationId xmlns:a16="http://schemas.microsoft.com/office/drawing/2014/main" id="{BFFC2C23-919A-4127-81A3-423CEFE7F8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4359619-CB12-44AA-A834-7EBB8BEC094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845" name="Rectangle 2">
            <a:extLst>
              <a:ext uri="{FF2B5EF4-FFF2-40B4-BE49-F238E27FC236}">
                <a16:creationId xmlns:a16="http://schemas.microsoft.com/office/drawing/2014/main" id="{D6FE7786-1FFA-41B2-96B1-CD150BD249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6" name="Rectangle 3">
            <a:extLst>
              <a:ext uri="{FF2B5EF4-FFF2-40B4-BE49-F238E27FC236}">
                <a16:creationId xmlns:a16="http://schemas.microsoft.com/office/drawing/2014/main" id="{E1E255D3-F82A-4F7E-9CBB-F0BE4FE77E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BC810DF8-FED7-47FF-AF0E-8A4198AD387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Op-Amps</a:t>
            </a:r>
          </a:p>
        </p:txBody>
      </p:sp>
      <p:sp>
        <p:nvSpPr>
          <p:cNvPr id="37891" name="Rectangle 6">
            <a:extLst>
              <a:ext uri="{FF2B5EF4-FFF2-40B4-BE49-F238E27FC236}">
                <a16:creationId xmlns:a16="http://schemas.microsoft.com/office/drawing/2014/main" id="{00699898-FE16-4BD2-B9F2-D71A6E59F26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Lecture 9</a:t>
            </a:r>
          </a:p>
        </p:txBody>
      </p:sp>
      <p:sp>
        <p:nvSpPr>
          <p:cNvPr id="37892" name="Rectangle 7">
            <a:extLst>
              <a:ext uri="{FF2B5EF4-FFF2-40B4-BE49-F238E27FC236}">
                <a16:creationId xmlns:a16="http://schemas.microsoft.com/office/drawing/2014/main" id="{5435B678-BCC3-4930-926F-0B42F32251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252A13F-FE80-44BA-84EC-0E4D38139596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7893" name="Rectangle 2">
            <a:extLst>
              <a:ext uri="{FF2B5EF4-FFF2-40B4-BE49-F238E27FC236}">
                <a16:creationId xmlns:a16="http://schemas.microsoft.com/office/drawing/2014/main" id="{C2AEFE16-7776-4636-9A89-71768D2396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4" name="Rectangle 3">
            <a:extLst>
              <a:ext uri="{FF2B5EF4-FFF2-40B4-BE49-F238E27FC236}">
                <a16:creationId xmlns:a16="http://schemas.microsoft.com/office/drawing/2014/main" id="{5AE3E144-B71A-4472-AC49-FD795EEA2C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E93C81F7-D818-4FFC-902D-3D1B82D1863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Op-Amps</a:t>
            </a:r>
          </a:p>
        </p:txBody>
      </p:sp>
      <p:sp>
        <p:nvSpPr>
          <p:cNvPr id="39939" name="Rectangle 6">
            <a:extLst>
              <a:ext uri="{FF2B5EF4-FFF2-40B4-BE49-F238E27FC236}">
                <a16:creationId xmlns:a16="http://schemas.microsoft.com/office/drawing/2014/main" id="{F3969497-649E-4B47-BFE6-899A0181487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Lecture 9</a:t>
            </a:r>
          </a:p>
        </p:txBody>
      </p:sp>
      <p:sp>
        <p:nvSpPr>
          <p:cNvPr id="39940" name="Rectangle 7">
            <a:extLst>
              <a:ext uri="{FF2B5EF4-FFF2-40B4-BE49-F238E27FC236}">
                <a16:creationId xmlns:a16="http://schemas.microsoft.com/office/drawing/2014/main" id="{B86C09BA-3D7E-4548-AD1B-E77CC5D497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32D4A3-963C-4F26-AA6A-AB49CDC9E2C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9941" name="Rectangle 2">
            <a:extLst>
              <a:ext uri="{FF2B5EF4-FFF2-40B4-BE49-F238E27FC236}">
                <a16:creationId xmlns:a16="http://schemas.microsoft.com/office/drawing/2014/main" id="{A1921FE6-F45D-44E7-9A6B-06BE0955FA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2" name="Rectangle 3">
            <a:extLst>
              <a:ext uri="{FF2B5EF4-FFF2-40B4-BE49-F238E27FC236}">
                <a16:creationId xmlns:a16="http://schemas.microsoft.com/office/drawing/2014/main" id="{FF077EED-55DA-458A-8143-A01AF29CA6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9C0FFDBB-E000-4A15-96D4-30D522BDEE9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Op-Amps</a:t>
            </a:r>
          </a:p>
        </p:txBody>
      </p:sp>
      <p:sp>
        <p:nvSpPr>
          <p:cNvPr id="41987" name="Rectangle 6">
            <a:extLst>
              <a:ext uri="{FF2B5EF4-FFF2-40B4-BE49-F238E27FC236}">
                <a16:creationId xmlns:a16="http://schemas.microsoft.com/office/drawing/2014/main" id="{30D45E71-89D9-4C98-BA1A-906FD151C13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Lecture 9</a:t>
            </a:r>
          </a:p>
        </p:txBody>
      </p:sp>
      <p:sp>
        <p:nvSpPr>
          <p:cNvPr id="41988" name="Rectangle 7">
            <a:extLst>
              <a:ext uri="{FF2B5EF4-FFF2-40B4-BE49-F238E27FC236}">
                <a16:creationId xmlns:a16="http://schemas.microsoft.com/office/drawing/2014/main" id="{D7968712-49A7-49BA-A49B-99DAB7CBD0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83E865B-5C69-4CF3-9476-AFE4471F39A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1989" name="Rectangle 2">
            <a:extLst>
              <a:ext uri="{FF2B5EF4-FFF2-40B4-BE49-F238E27FC236}">
                <a16:creationId xmlns:a16="http://schemas.microsoft.com/office/drawing/2014/main" id="{E797FBF8-C27D-4DF6-80B0-5C3F44F23E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90" name="Rectangle 3">
            <a:extLst>
              <a:ext uri="{FF2B5EF4-FFF2-40B4-BE49-F238E27FC236}">
                <a16:creationId xmlns:a16="http://schemas.microsoft.com/office/drawing/2014/main" id="{6D507DB7-04D0-4303-8603-99871E9BFA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2316BF8D-AD3B-4215-AF03-990ECE6F975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Op-Amps</a:t>
            </a:r>
          </a:p>
        </p:txBody>
      </p:sp>
      <p:sp>
        <p:nvSpPr>
          <p:cNvPr id="44035" name="Rectangle 6">
            <a:extLst>
              <a:ext uri="{FF2B5EF4-FFF2-40B4-BE49-F238E27FC236}">
                <a16:creationId xmlns:a16="http://schemas.microsoft.com/office/drawing/2014/main" id="{D2D3BCD5-714A-4C70-948A-D3E66CF8C8A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Lecture 9</a:t>
            </a:r>
          </a:p>
        </p:txBody>
      </p:sp>
      <p:sp>
        <p:nvSpPr>
          <p:cNvPr id="44036" name="Rectangle 7">
            <a:extLst>
              <a:ext uri="{FF2B5EF4-FFF2-40B4-BE49-F238E27FC236}">
                <a16:creationId xmlns:a16="http://schemas.microsoft.com/office/drawing/2014/main" id="{2629C4CF-783A-472D-9589-14758C49F3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6AB0546-FD6E-4D7C-B783-B5A52880B51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4037" name="Rectangle 2">
            <a:extLst>
              <a:ext uri="{FF2B5EF4-FFF2-40B4-BE49-F238E27FC236}">
                <a16:creationId xmlns:a16="http://schemas.microsoft.com/office/drawing/2014/main" id="{12794458-F5A1-417B-9B39-FECC0F81C4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8" name="Rectangle 3">
            <a:extLst>
              <a:ext uri="{FF2B5EF4-FFF2-40B4-BE49-F238E27FC236}">
                <a16:creationId xmlns:a16="http://schemas.microsoft.com/office/drawing/2014/main" id="{6A9B1D37-5C3D-4AA6-A5B5-CF6E440E14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22F04-92AA-44B3-95B4-F887848A305B}" type="datetime1">
              <a:rPr lang="en-US" smtClean="0"/>
              <a:t>3/3/2022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UCSD: Physics 121; 2012</a:t>
            </a:r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1733846-985E-4ABB-A9F4-6491F7BDD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54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FAEAC-0E8D-41A2-BB4C-FAB9930B41BA}" type="datetime1">
              <a:rPr lang="en-US" smtClean="0"/>
              <a:t>3/3/2022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UCSD: Physics 121; 2012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33846-985E-4ABB-A9F4-6491F7BDD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076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CAAF-2A8A-4E8C-B8F2-A380599321F7}" type="datetime1">
              <a:rPr lang="en-US" smtClean="0"/>
              <a:t>3/3/2022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UCSD: Physics 121; 2012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733846-985E-4ABB-A9F4-6491F7BDD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480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90277-A89F-4DE5-BD40-CBDC8E105BAB}" type="datetime1">
              <a:rPr lang="en-US" smtClean="0"/>
              <a:t>3/3/2022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UCSD: Physics 121; 2012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1733846-985E-4ABB-A9F4-6491F7BDD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535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B3C6-5235-4873-950F-A161D36869CB}" type="datetime1">
              <a:rPr lang="en-US" smtClean="0"/>
              <a:t>3/3/2022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UCSD: Physics 121; 2012</a:t>
            </a:r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1733846-985E-4ABB-A9F4-6491F7BDD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10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5E10E-8C63-4A6C-9A18-0B57CEB498FB}" type="datetime1">
              <a:rPr lang="en-US" smtClean="0"/>
              <a:t>3/3/2022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UCSD: Physics 121; 2012</a:t>
            </a:r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33846-985E-4ABB-A9F4-6491F7BDD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184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6B066-D67C-4332-AE69-86C647FCF30B}" type="datetime1">
              <a:rPr lang="en-US" smtClean="0"/>
              <a:t>3/3/2022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UCSD: Physics 121; 2012</a:t>
            </a:r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33846-985E-4ABB-A9F4-6491F7BDD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791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0A302-C600-4110-8423-3E53684BE90C}" type="datetime1">
              <a:rPr lang="en-US" smtClean="0"/>
              <a:t>3/3/2022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UCSD: Physics 121; 2012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33846-985E-4ABB-A9F4-6491F7BDD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753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0728-84E0-4253-9ECC-5C15C75D8001}" type="datetime1">
              <a:rPr lang="en-US" smtClean="0"/>
              <a:t>3/3/2022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UCSD: Physics 121; 2012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733846-985E-4ABB-A9F4-6491F7BDD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56758-429A-4043-A540-1632748680EF}" type="datetime1">
              <a:rPr lang="en-US" smtClean="0"/>
              <a:t>3/3/2022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UCSD: Physics 121; 2012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733846-985E-4ABB-A9F4-6491F7BDD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877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60399-E47A-4C54-9755-689AE478C0B7}" type="datetime1">
              <a:rPr lang="en-US" smtClean="0"/>
              <a:t>3/3/2022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UCSD: Physics 121; 2012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733846-985E-4ABB-A9F4-6491F7BDDDDE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77580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D7AC3-B4C8-4B14-8CE0-54187BB36EEA}" type="datetime1">
              <a:rPr lang="en-US" smtClean="0"/>
              <a:t>3/3/2022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UCSD: Physics 121; 2012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733846-985E-4ABB-A9F4-6491F7BDD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2014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A4AB3-7484-4026-9C1A-C2C8FB37CDFE}" type="datetime1">
              <a:rPr lang="en-US" smtClean="0"/>
              <a:t>3/3/2022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UCSD: Physics 121; 2012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733846-985E-4ABB-A9F4-6491F7BDDDDE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06804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953E-D5B4-499E-9AAA-82ADF353D140}" type="datetime1">
              <a:rPr lang="en-US" smtClean="0"/>
              <a:t>3/3/2022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UCSD: Physics 121; 2012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733846-985E-4ABB-A9F4-6491F7BDD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6629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A6B25-8567-40A6-BCDE-BBF1ACD77871}" type="datetime1">
              <a:rPr lang="en-US" smtClean="0"/>
              <a:t>3/3/2022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UCSD: Physics 121; 2012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33846-985E-4ABB-A9F4-6491F7BDD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3042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9E410-4BF8-4361-B870-10DFD65E8C6B}" type="datetime1">
              <a:rPr lang="en-US" smtClean="0"/>
              <a:t>3/3/2022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UCSD: Physics 121; 2012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33846-985E-4ABB-A9F4-6491F7BDD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1022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68FD105-3870-4F62-B7A0-E131E02E6F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CFAC19-A322-4F7D-A31B-A034246857B8}" type="datetime1">
              <a:rPr lang="en-US" altLang="en-US" smtClean="0"/>
              <a:t>3/3/2022</a:t>
            </a:fld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5531F29-290B-4EE6-B6DE-4F58A74ED8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UCSD: Physics 121; 2012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F188C20-7333-420E-A26F-DEF2A3E4C6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FA103F-D75D-441C-B602-793789EE04C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05191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CF86FD2-3802-41AD-A550-49B7664F09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7FFC8C-2F8D-41E7-82AA-CE46B0DDE4C5}" type="datetime1">
              <a:rPr lang="en-US" altLang="en-US" smtClean="0"/>
              <a:t>3/3/2022</a:t>
            </a:fld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CCA3995-F6F6-4773-8CBD-A69D49AC83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UCSD: Physics 121; 2012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44177CD-D11B-486E-8300-8ED58E264F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355567-5058-4BFA-A7D7-637B413A66C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92839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FF75F0F-0F73-480F-A11D-E9D3B847EC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B95F09-E39B-4C71-8585-E5568C2C60F2}" type="datetime1">
              <a:rPr lang="en-US" altLang="en-US" smtClean="0"/>
              <a:t>3/3/2022</a:t>
            </a:fld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8744175-0B6E-4203-A4B3-012C3AF790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UCSD: Physics 121; 2012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3CC24F0-3B51-497B-B966-62CD30D36E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5B062A-1B6E-44DD-8C80-5B0DF92CDCF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21997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219200"/>
            <a:ext cx="5080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19200"/>
            <a:ext cx="5080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5B9AC4-900F-4E44-8429-C0AF17A99F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A21209-7F38-48A3-BA0B-B74FD28D3EF0}" type="datetime1">
              <a:rPr lang="en-US" altLang="en-US" smtClean="0"/>
              <a:t>3/3/2022</a:t>
            </a:fld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061486-C835-470F-95B2-7D4B5D89E4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UCSD: Physics 121; 2012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0439F2-C2DB-453F-82A6-EE4D288C02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CB848E-9842-496C-8F2D-A9E529822C5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4027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A299F66-D296-4BE5-94AB-DBD629B68A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4F4A15-0C69-42C1-B844-03D937ACCBD8}" type="datetime1">
              <a:rPr lang="en-US" altLang="en-US" smtClean="0"/>
              <a:t>3/3/2022</a:t>
            </a:fld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C621BED-A8CC-4292-AFCC-8005258745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UCSD: Physics 121; 2012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E077EDD-79A8-46D1-8833-5B0FDA28E6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AC0EAF-DE08-426F-AE02-B7D5C55C2D1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51476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64D36B3-E28B-4D9B-B785-782E0EB551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4888AC-7918-4783-A309-D4B1B32620C5}" type="datetime1">
              <a:rPr lang="en-US" altLang="en-US" smtClean="0"/>
              <a:t>3/3/2022</a:t>
            </a:fld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F398135-9ECD-4B06-B24F-5371CFFF0C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UCSD: Physics 121; 2012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52B1795-A16F-4419-BEBA-FFAA4C724E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426A39-AAE7-4487-9A28-824C01F4596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71139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933E0DB-BC77-470F-AB28-9C9BC31276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B3921C-3A1F-414B-A93B-026D5841433C}" type="datetime1">
              <a:rPr lang="en-US" altLang="en-US" smtClean="0"/>
              <a:t>3/3/2022</a:t>
            </a:fld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59D8787-4FBF-4CC6-92DB-18C41FD55A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UCSD: Physics 121; 2012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F08B09B-57FB-45E3-A15D-CB724039E9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7C4761-A2D8-4A7C-8A5C-0F7095CF50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39001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D0C75B-7C66-4D41-89F1-B73BA679C8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99E08E-993D-4B8B-B2A4-5CAF24EA0BEB}" type="datetime1">
              <a:rPr lang="en-US" altLang="en-US" smtClean="0"/>
              <a:t>3/3/2022</a:t>
            </a:fld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1716C4-2E2B-43A9-B16F-A808FD524E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UCSD: Physics 121; 2012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CBF49F-DE3D-44FC-B376-1C65E579DF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1700E5-EAAC-4B47-BD65-25ADDD10BD7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28481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048FAE-A79D-4B5D-A200-E9532309BD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61FF7A-9391-4A60-9DEE-D8BA677A9E34}" type="datetime1">
              <a:rPr lang="en-US" altLang="en-US" smtClean="0"/>
              <a:t>3/3/2022</a:t>
            </a:fld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D64D0E-669C-4817-ABE7-B4677794E4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UCSD: Physics 121; 2012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6C1ADE-E6B9-48B8-AA29-C201CC10A7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42DD4F-77B9-4359-B56A-2B19A54874C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63893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CDD358B-6B9C-42FE-BDE9-95DF3CC731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78CE60-681F-4A2E-90ED-5298B4A5E7A1}" type="datetime1">
              <a:rPr lang="en-US" altLang="en-US" smtClean="0"/>
              <a:t>3/3/2022</a:t>
            </a:fld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387A5E8-527F-4700-AA78-73C666109E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UCSD: Physics 121; 2012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9E80611-B050-4018-B082-DD2D34C90C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7C20F6-43D8-448E-BF6E-504A2773206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31782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76200"/>
            <a:ext cx="25908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76200"/>
            <a:ext cx="75692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2B7E18-05FA-42DE-BAE2-9AFA983D64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00796C-02D1-4C1F-AD11-268A162CE28A}" type="datetime1">
              <a:rPr lang="en-US" altLang="en-US" smtClean="0"/>
              <a:t>3/3/2022</a:t>
            </a:fld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5F88C9F-790E-4AB1-AB3C-F7A4EED6FA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UCSD: Physics 121; 2012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A0D0765-9AA6-4A53-813B-7C432F3BF4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D91C31-2C93-40E6-92D5-00D8004D09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16036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62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219200"/>
            <a:ext cx="50800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19200"/>
            <a:ext cx="50800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C272D2-6613-4548-A668-04961D4E9F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B2B009-7DC5-469D-8AAF-199A550E1A64}" type="datetime1">
              <a:rPr lang="en-US" altLang="en-US" smtClean="0"/>
              <a:t>3/3/2022</a:t>
            </a:fld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DC20A0-F04A-4BBE-BE1E-2B761C2ECA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UCSD: Physics 121; 2012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D4CB84-F29B-44C1-BA3D-DA293FE844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6E290F-29A0-48A9-B80E-EBBDEBF168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95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607CB-3960-4488-8A16-82D812DC322F}" type="datetime1">
              <a:rPr lang="en-US" smtClean="0"/>
              <a:t>3/3/2022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UCSD: Physics 121; 2012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733846-985E-4ABB-A9F4-6491F7BDD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170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74B7F8D-74CB-4CEF-BDA3-C95FD653A8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762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1E4C1F6-0CF8-4464-99DE-F51B5D5088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219200"/>
            <a:ext cx="10363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9117F5C-E199-4BBC-8592-89A0CB4F02F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5532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415CB785-327C-4301-8776-7A5AEF15E4DF}" type="datetime1">
              <a:rPr lang="en-US" altLang="en-US" smtClean="0"/>
              <a:t>3/3/2022</a:t>
            </a:fld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6960DBA-FBBD-41AE-80DB-4BB46FF26EE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534400" y="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US" altLang="en-US"/>
              <a:t>UCSD: Physics 121; 2012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8D0B14F-1E0A-4E5C-8AC4-0A3F52002D6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5532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FC293A8-8E94-4937-9621-ABFF2BC93D5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0244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Arial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Arial" charset="0"/>
          <a:ea typeface="ＭＳ Ｐゴシック" charset="-128"/>
          <a:cs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Arial" charset="0"/>
          <a:ea typeface="ＭＳ Ｐゴシック" charset="-128"/>
          <a:cs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Arial" charset="0"/>
          <a:ea typeface="ＭＳ Ｐゴシック" charset="-128"/>
          <a:cs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Arial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effectLst>
            <a:outerShdw blurRad="38100" dist="38100" dir="2700000" algn="tl">
              <a:srgbClr val="DDDDDD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21.png"/><Relationship Id="rId21" Type="http://schemas.openxmlformats.org/officeDocument/2006/relationships/image" Target="../media/image12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25.png"/><Relationship Id="rId50" Type="http://schemas.openxmlformats.org/officeDocument/2006/relationships/customXml" Target="../ink/ink24.xml"/><Relationship Id="rId55" Type="http://schemas.openxmlformats.org/officeDocument/2006/relationships/image" Target="../media/image29.png"/><Relationship Id="rId7" Type="http://schemas.openxmlformats.org/officeDocument/2006/relationships/image" Target="../media/image5.png"/><Relationship Id="rId12" Type="http://schemas.openxmlformats.org/officeDocument/2006/relationships/customXml" Target="../ink/ink5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2" Type="http://schemas.openxmlformats.org/officeDocument/2006/relationships/image" Target="../media/image2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16.png"/><Relationship Id="rId41" Type="http://schemas.openxmlformats.org/officeDocument/2006/relationships/image" Target="../media/image22.png"/><Relationship Id="rId54" Type="http://schemas.openxmlformats.org/officeDocument/2006/relationships/customXml" Target="../ink/ink26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7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20.png"/><Relationship Id="rId40" Type="http://schemas.openxmlformats.org/officeDocument/2006/relationships/customXml" Target="../ink/ink19.xml"/><Relationship Id="rId45" Type="http://schemas.openxmlformats.org/officeDocument/2006/relationships/image" Target="../media/image24.png"/><Relationship Id="rId53" Type="http://schemas.openxmlformats.org/officeDocument/2006/relationships/image" Target="../media/image28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6.png"/><Relationship Id="rId10" Type="http://schemas.openxmlformats.org/officeDocument/2006/relationships/customXml" Target="../ink/ink4.xml"/><Relationship Id="rId19" Type="http://schemas.openxmlformats.org/officeDocument/2006/relationships/image" Target="../media/image11.png"/><Relationship Id="rId31" Type="http://schemas.openxmlformats.org/officeDocument/2006/relationships/image" Target="../media/image17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4" Type="http://schemas.openxmlformats.org/officeDocument/2006/relationships/customXml" Target="../ink/ink1.xml"/><Relationship Id="rId9" Type="http://schemas.openxmlformats.org/officeDocument/2006/relationships/image" Target="../media/image6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5.png"/><Relationship Id="rId30" Type="http://schemas.openxmlformats.org/officeDocument/2006/relationships/customXml" Target="../ink/ink14.xml"/><Relationship Id="rId35" Type="http://schemas.openxmlformats.org/officeDocument/2006/relationships/image" Target="../media/image19.png"/><Relationship Id="rId43" Type="http://schemas.openxmlformats.org/officeDocument/2006/relationships/image" Target="../media/image23.png"/><Relationship Id="rId48" Type="http://schemas.openxmlformats.org/officeDocument/2006/relationships/customXml" Target="../ink/ink23.xml"/><Relationship Id="rId8" Type="http://schemas.openxmlformats.org/officeDocument/2006/relationships/customXml" Target="../ink/ink3.xml"/><Relationship Id="rId51" Type="http://schemas.openxmlformats.org/officeDocument/2006/relationships/image" Target="../media/image27.png"/><Relationship Id="rId3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7" Type="http://schemas.openxmlformats.org/officeDocument/2006/relationships/customXml" Target="../ink/ink29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customXml" Target="../ink/ink28.xml"/><Relationship Id="rId4" Type="http://schemas.openxmlformats.org/officeDocument/2006/relationships/image" Target="../media/image510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0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00.png"/><Relationship Id="rId4" Type="http://schemas.openxmlformats.org/officeDocument/2006/relationships/customXml" Target="../ink/ink3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.xml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0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10.png"/><Relationship Id="rId4" Type="http://schemas.openxmlformats.org/officeDocument/2006/relationships/customXml" Target="../ink/ink3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0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.xml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10.png"/><Relationship Id="rId5" Type="http://schemas.openxmlformats.org/officeDocument/2006/relationships/customXml" Target="../ink/ink36.xml"/><Relationship Id="rId4" Type="http://schemas.openxmlformats.org/officeDocument/2006/relationships/image" Target="../media/image3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7.xml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8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0.png"/><Relationship Id="rId2" Type="http://schemas.openxmlformats.org/officeDocument/2006/relationships/customXml" Target="../ink/ink3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8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9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0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1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6.xml"/><Relationship Id="rId117" Type="http://schemas.openxmlformats.org/officeDocument/2006/relationships/image" Target="../media/image101.png"/><Relationship Id="rId21" Type="http://schemas.openxmlformats.org/officeDocument/2006/relationships/image" Target="../media/image53.png"/><Relationship Id="rId42" Type="http://schemas.openxmlformats.org/officeDocument/2006/relationships/customXml" Target="../ink/ink64.xml"/><Relationship Id="rId47" Type="http://schemas.openxmlformats.org/officeDocument/2006/relationships/image" Target="../media/image66.png"/><Relationship Id="rId63" Type="http://schemas.openxmlformats.org/officeDocument/2006/relationships/image" Target="../media/image74.png"/><Relationship Id="rId68" Type="http://schemas.openxmlformats.org/officeDocument/2006/relationships/customXml" Target="../ink/ink77.xml"/><Relationship Id="rId84" Type="http://schemas.openxmlformats.org/officeDocument/2006/relationships/customXml" Target="../ink/ink85.xml"/><Relationship Id="rId89" Type="http://schemas.openxmlformats.org/officeDocument/2006/relationships/image" Target="../media/image87.png"/><Relationship Id="rId112" Type="http://schemas.openxmlformats.org/officeDocument/2006/relationships/customXml" Target="../ink/ink99.xml"/><Relationship Id="rId133" Type="http://schemas.openxmlformats.org/officeDocument/2006/relationships/image" Target="../media/image109.png"/><Relationship Id="rId138" Type="http://schemas.openxmlformats.org/officeDocument/2006/relationships/customXml" Target="../ink/ink112.xml"/><Relationship Id="rId154" Type="http://schemas.openxmlformats.org/officeDocument/2006/relationships/customXml" Target="../ink/ink120.xml"/><Relationship Id="rId159" Type="http://schemas.openxmlformats.org/officeDocument/2006/relationships/image" Target="../media/image122.png"/><Relationship Id="rId175" Type="http://schemas.openxmlformats.org/officeDocument/2006/relationships/image" Target="../media/image130.png"/><Relationship Id="rId170" Type="http://schemas.openxmlformats.org/officeDocument/2006/relationships/customXml" Target="../ink/ink128.xml"/><Relationship Id="rId16" Type="http://schemas.openxmlformats.org/officeDocument/2006/relationships/customXml" Target="../ink/ink51.xml"/><Relationship Id="rId107" Type="http://schemas.openxmlformats.org/officeDocument/2006/relationships/image" Target="../media/image96.png"/><Relationship Id="rId11" Type="http://schemas.openxmlformats.org/officeDocument/2006/relationships/image" Target="../media/image48.png"/><Relationship Id="rId32" Type="http://schemas.openxmlformats.org/officeDocument/2006/relationships/customXml" Target="../ink/ink59.xml"/><Relationship Id="rId37" Type="http://schemas.openxmlformats.org/officeDocument/2006/relationships/image" Target="../media/image61.png"/><Relationship Id="rId53" Type="http://schemas.openxmlformats.org/officeDocument/2006/relationships/image" Target="../media/image69.png"/><Relationship Id="rId58" Type="http://schemas.openxmlformats.org/officeDocument/2006/relationships/customXml" Target="../ink/ink72.xml"/><Relationship Id="rId74" Type="http://schemas.openxmlformats.org/officeDocument/2006/relationships/customXml" Target="../ink/ink80.xml"/><Relationship Id="rId79" Type="http://schemas.openxmlformats.org/officeDocument/2006/relationships/image" Target="../media/image82.png"/><Relationship Id="rId102" Type="http://schemas.openxmlformats.org/officeDocument/2006/relationships/customXml" Target="../ink/ink94.xml"/><Relationship Id="rId123" Type="http://schemas.openxmlformats.org/officeDocument/2006/relationships/image" Target="../media/image104.png"/><Relationship Id="rId128" Type="http://schemas.openxmlformats.org/officeDocument/2006/relationships/customXml" Target="../ink/ink107.xml"/><Relationship Id="rId144" Type="http://schemas.openxmlformats.org/officeDocument/2006/relationships/customXml" Target="../ink/ink115.xml"/><Relationship Id="rId149" Type="http://schemas.openxmlformats.org/officeDocument/2006/relationships/image" Target="../media/image117.png"/><Relationship Id="rId5" Type="http://schemas.openxmlformats.org/officeDocument/2006/relationships/image" Target="../media/image45.png"/><Relationship Id="rId90" Type="http://schemas.openxmlformats.org/officeDocument/2006/relationships/customXml" Target="../ink/ink88.xml"/><Relationship Id="rId95" Type="http://schemas.openxmlformats.org/officeDocument/2006/relationships/image" Target="../media/image90.png"/><Relationship Id="rId160" Type="http://schemas.openxmlformats.org/officeDocument/2006/relationships/customXml" Target="../ink/ink123.xml"/><Relationship Id="rId165" Type="http://schemas.openxmlformats.org/officeDocument/2006/relationships/image" Target="../media/image125.png"/><Relationship Id="rId22" Type="http://schemas.openxmlformats.org/officeDocument/2006/relationships/customXml" Target="../ink/ink54.xml"/><Relationship Id="rId27" Type="http://schemas.openxmlformats.org/officeDocument/2006/relationships/image" Target="../media/image56.png"/><Relationship Id="rId43" Type="http://schemas.openxmlformats.org/officeDocument/2006/relationships/image" Target="../media/image64.png"/><Relationship Id="rId48" Type="http://schemas.openxmlformats.org/officeDocument/2006/relationships/customXml" Target="../ink/ink67.xml"/><Relationship Id="rId64" Type="http://schemas.openxmlformats.org/officeDocument/2006/relationships/customXml" Target="../ink/ink75.xml"/><Relationship Id="rId69" Type="http://schemas.openxmlformats.org/officeDocument/2006/relationships/image" Target="../media/image77.png"/><Relationship Id="rId113" Type="http://schemas.openxmlformats.org/officeDocument/2006/relationships/image" Target="../media/image99.png"/><Relationship Id="rId118" Type="http://schemas.openxmlformats.org/officeDocument/2006/relationships/customXml" Target="../ink/ink102.xml"/><Relationship Id="rId134" Type="http://schemas.openxmlformats.org/officeDocument/2006/relationships/customXml" Target="../ink/ink110.xml"/><Relationship Id="rId139" Type="http://schemas.openxmlformats.org/officeDocument/2006/relationships/image" Target="../media/image112.png"/><Relationship Id="rId80" Type="http://schemas.openxmlformats.org/officeDocument/2006/relationships/customXml" Target="../ink/ink83.xml"/><Relationship Id="rId85" Type="http://schemas.openxmlformats.org/officeDocument/2006/relationships/image" Target="../media/image85.png"/><Relationship Id="rId150" Type="http://schemas.openxmlformats.org/officeDocument/2006/relationships/customXml" Target="../ink/ink118.xml"/><Relationship Id="rId155" Type="http://schemas.openxmlformats.org/officeDocument/2006/relationships/image" Target="../media/image120.png"/><Relationship Id="rId171" Type="http://schemas.openxmlformats.org/officeDocument/2006/relationships/image" Target="../media/image128.png"/><Relationship Id="rId12" Type="http://schemas.openxmlformats.org/officeDocument/2006/relationships/customXml" Target="../ink/ink49.xml"/><Relationship Id="rId17" Type="http://schemas.openxmlformats.org/officeDocument/2006/relationships/image" Target="../media/image51.png"/><Relationship Id="rId33" Type="http://schemas.openxmlformats.org/officeDocument/2006/relationships/image" Target="../media/image59.png"/><Relationship Id="rId38" Type="http://schemas.openxmlformats.org/officeDocument/2006/relationships/customXml" Target="../ink/ink62.xml"/><Relationship Id="rId59" Type="http://schemas.openxmlformats.org/officeDocument/2006/relationships/image" Target="../media/image72.png"/><Relationship Id="rId103" Type="http://schemas.openxmlformats.org/officeDocument/2006/relationships/image" Target="../media/image94.png"/><Relationship Id="rId108" Type="http://schemas.openxmlformats.org/officeDocument/2006/relationships/customXml" Target="../ink/ink97.xml"/><Relationship Id="rId124" Type="http://schemas.openxmlformats.org/officeDocument/2006/relationships/customXml" Target="../ink/ink105.xml"/><Relationship Id="rId129" Type="http://schemas.openxmlformats.org/officeDocument/2006/relationships/image" Target="../media/image107.png"/><Relationship Id="rId54" Type="http://schemas.openxmlformats.org/officeDocument/2006/relationships/customXml" Target="../ink/ink70.xml"/><Relationship Id="rId70" Type="http://schemas.openxmlformats.org/officeDocument/2006/relationships/customXml" Target="../ink/ink78.xml"/><Relationship Id="rId75" Type="http://schemas.openxmlformats.org/officeDocument/2006/relationships/image" Target="../media/image80.png"/><Relationship Id="rId91" Type="http://schemas.openxmlformats.org/officeDocument/2006/relationships/image" Target="../media/image88.png"/><Relationship Id="rId96" Type="http://schemas.openxmlformats.org/officeDocument/2006/relationships/customXml" Target="../ink/ink91.xml"/><Relationship Id="rId140" Type="http://schemas.openxmlformats.org/officeDocument/2006/relationships/customXml" Target="../ink/ink113.xml"/><Relationship Id="rId145" Type="http://schemas.openxmlformats.org/officeDocument/2006/relationships/image" Target="../media/image115.png"/><Relationship Id="rId161" Type="http://schemas.openxmlformats.org/officeDocument/2006/relationships/image" Target="../media/image123.png"/><Relationship Id="rId166" Type="http://schemas.openxmlformats.org/officeDocument/2006/relationships/customXml" Target="../ink/ink126.xml"/><Relationship Id="rId1" Type="http://schemas.openxmlformats.org/officeDocument/2006/relationships/slideLayout" Target="../slideLayouts/slideLayout18.xml"/><Relationship Id="rId6" Type="http://schemas.openxmlformats.org/officeDocument/2006/relationships/customXml" Target="../ink/ink46.xml"/><Relationship Id="rId23" Type="http://schemas.openxmlformats.org/officeDocument/2006/relationships/image" Target="../media/image54.png"/><Relationship Id="rId28" Type="http://schemas.openxmlformats.org/officeDocument/2006/relationships/customXml" Target="../ink/ink57.xml"/><Relationship Id="rId49" Type="http://schemas.openxmlformats.org/officeDocument/2006/relationships/image" Target="../media/image67.png"/><Relationship Id="rId114" Type="http://schemas.openxmlformats.org/officeDocument/2006/relationships/customXml" Target="../ink/ink100.xml"/><Relationship Id="rId119" Type="http://schemas.openxmlformats.org/officeDocument/2006/relationships/image" Target="../media/image102.png"/><Relationship Id="rId10" Type="http://schemas.openxmlformats.org/officeDocument/2006/relationships/customXml" Target="../ink/ink48.xml"/><Relationship Id="rId31" Type="http://schemas.openxmlformats.org/officeDocument/2006/relationships/image" Target="../media/image58.png"/><Relationship Id="rId44" Type="http://schemas.openxmlformats.org/officeDocument/2006/relationships/customXml" Target="../ink/ink65.xml"/><Relationship Id="rId52" Type="http://schemas.openxmlformats.org/officeDocument/2006/relationships/customXml" Target="../ink/ink69.xml"/><Relationship Id="rId60" Type="http://schemas.openxmlformats.org/officeDocument/2006/relationships/customXml" Target="../ink/ink73.xml"/><Relationship Id="rId65" Type="http://schemas.openxmlformats.org/officeDocument/2006/relationships/image" Target="../media/image75.png"/><Relationship Id="rId73" Type="http://schemas.openxmlformats.org/officeDocument/2006/relationships/image" Target="../media/image79.png"/><Relationship Id="rId78" Type="http://schemas.openxmlformats.org/officeDocument/2006/relationships/customXml" Target="../ink/ink82.xml"/><Relationship Id="rId81" Type="http://schemas.openxmlformats.org/officeDocument/2006/relationships/image" Target="../media/image83.png"/><Relationship Id="rId86" Type="http://schemas.openxmlformats.org/officeDocument/2006/relationships/customXml" Target="../ink/ink86.xml"/><Relationship Id="rId94" Type="http://schemas.openxmlformats.org/officeDocument/2006/relationships/customXml" Target="../ink/ink90.xml"/><Relationship Id="rId99" Type="http://schemas.openxmlformats.org/officeDocument/2006/relationships/image" Target="../media/image92.png"/><Relationship Id="rId101" Type="http://schemas.openxmlformats.org/officeDocument/2006/relationships/image" Target="../media/image93.png"/><Relationship Id="rId122" Type="http://schemas.openxmlformats.org/officeDocument/2006/relationships/customXml" Target="../ink/ink104.xml"/><Relationship Id="rId130" Type="http://schemas.openxmlformats.org/officeDocument/2006/relationships/customXml" Target="../ink/ink108.xml"/><Relationship Id="rId135" Type="http://schemas.openxmlformats.org/officeDocument/2006/relationships/image" Target="../media/image110.png"/><Relationship Id="rId143" Type="http://schemas.openxmlformats.org/officeDocument/2006/relationships/image" Target="../media/image114.png"/><Relationship Id="rId148" Type="http://schemas.openxmlformats.org/officeDocument/2006/relationships/customXml" Target="../ink/ink117.xml"/><Relationship Id="rId151" Type="http://schemas.openxmlformats.org/officeDocument/2006/relationships/image" Target="../media/image118.png"/><Relationship Id="rId156" Type="http://schemas.openxmlformats.org/officeDocument/2006/relationships/customXml" Target="../ink/ink121.xml"/><Relationship Id="rId164" Type="http://schemas.openxmlformats.org/officeDocument/2006/relationships/customXml" Target="../ink/ink125.xml"/><Relationship Id="rId169" Type="http://schemas.openxmlformats.org/officeDocument/2006/relationships/image" Target="../media/image127.png"/><Relationship Id="rId4" Type="http://schemas.openxmlformats.org/officeDocument/2006/relationships/customXml" Target="../ink/ink45.xml"/><Relationship Id="rId9" Type="http://schemas.openxmlformats.org/officeDocument/2006/relationships/image" Target="../media/image47.png"/><Relationship Id="rId172" Type="http://schemas.openxmlformats.org/officeDocument/2006/relationships/customXml" Target="../ink/ink129.xml"/><Relationship Id="rId13" Type="http://schemas.openxmlformats.org/officeDocument/2006/relationships/image" Target="../media/image49.png"/><Relationship Id="rId18" Type="http://schemas.openxmlformats.org/officeDocument/2006/relationships/customXml" Target="../ink/ink52.xml"/><Relationship Id="rId39" Type="http://schemas.openxmlformats.org/officeDocument/2006/relationships/image" Target="../media/image62.png"/><Relationship Id="rId109" Type="http://schemas.openxmlformats.org/officeDocument/2006/relationships/image" Target="../media/image97.png"/><Relationship Id="rId34" Type="http://schemas.openxmlformats.org/officeDocument/2006/relationships/customXml" Target="../ink/ink60.xml"/><Relationship Id="rId50" Type="http://schemas.openxmlformats.org/officeDocument/2006/relationships/customXml" Target="../ink/ink68.xml"/><Relationship Id="rId55" Type="http://schemas.openxmlformats.org/officeDocument/2006/relationships/image" Target="../media/image70.png"/><Relationship Id="rId76" Type="http://schemas.openxmlformats.org/officeDocument/2006/relationships/customXml" Target="../ink/ink81.xml"/><Relationship Id="rId97" Type="http://schemas.openxmlformats.org/officeDocument/2006/relationships/image" Target="../media/image91.png"/><Relationship Id="rId104" Type="http://schemas.openxmlformats.org/officeDocument/2006/relationships/customXml" Target="../ink/ink95.xml"/><Relationship Id="rId120" Type="http://schemas.openxmlformats.org/officeDocument/2006/relationships/customXml" Target="../ink/ink103.xml"/><Relationship Id="rId125" Type="http://schemas.openxmlformats.org/officeDocument/2006/relationships/image" Target="../media/image105.png"/><Relationship Id="rId141" Type="http://schemas.openxmlformats.org/officeDocument/2006/relationships/image" Target="../media/image113.png"/><Relationship Id="rId146" Type="http://schemas.openxmlformats.org/officeDocument/2006/relationships/customXml" Target="../ink/ink116.xml"/><Relationship Id="rId167" Type="http://schemas.openxmlformats.org/officeDocument/2006/relationships/image" Target="../media/image126.png"/><Relationship Id="rId7" Type="http://schemas.openxmlformats.org/officeDocument/2006/relationships/image" Target="../media/image46.png"/><Relationship Id="rId71" Type="http://schemas.openxmlformats.org/officeDocument/2006/relationships/image" Target="../media/image78.png"/><Relationship Id="rId92" Type="http://schemas.openxmlformats.org/officeDocument/2006/relationships/customXml" Target="../ink/ink89.xml"/><Relationship Id="rId162" Type="http://schemas.openxmlformats.org/officeDocument/2006/relationships/customXml" Target="../ink/ink124.xml"/><Relationship Id="rId2" Type="http://schemas.openxmlformats.org/officeDocument/2006/relationships/notesSlide" Target="../notesSlides/notesSlide9.xml"/><Relationship Id="rId29" Type="http://schemas.openxmlformats.org/officeDocument/2006/relationships/image" Target="../media/image57.png"/><Relationship Id="rId24" Type="http://schemas.openxmlformats.org/officeDocument/2006/relationships/customXml" Target="../ink/ink55.xml"/><Relationship Id="rId40" Type="http://schemas.openxmlformats.org/officeDocument/2006/relationships/customXml" Target="../ink/ink63.xml"/><Relationship Id="rId45" Type="http://schemas.openxmlformats.org/officeDocument/2006/relationships/image" Target="../media/image65.png"/><Relationship Id="rId66" Type="http://schemas.openxmlformats.org/officeDocument/2006/relationships/customXml" Target="../ink/ink76.xml"/><Relationship Id="rId87" Type="http://schemas.openxmlformats.org/officeDocument/2006/relationships/image" Target="../media/image86.png"/><Relationship Id="rId110" Type="http://schemas.openxmlformats.org/officeDocument/2006/relationships/customXml" Target="../ink/ink98.xml"/><Relationship Id="rId115" Type="http://schemas.openxmlformats.org/officeDocument/2006/relationships/image" Target="../media/image100.png"/><Relationship Id="rId131" Type="http://schemas.openxmlformats.org/officeDocument/2006/relationships/image" Target="../media/image108.png"/><Relationship Id="rId136" Type="http://schemas.openxmlformats.org/officeDocument/2006/relationships/customXml" Target="../ink/ink111.xml"/><Relationship Id="rId157" Type="http://schemas.openxmlformats.org/officeDocument/2006/relationships/image" Target="../media/image121.png"/><Relationship Id="rId61" Type="http://schemas.openxmlformats.org/officeDocument/2006/relationships/image" Target="../media/image73.png"/><Relationship Id="rId82" Type="http://schemas.openxmlformats.org/officeDocument/2006/relationships/customXml" Target="../ink/ink84.xml"/><Relationship Id="rId152" Type="http://schemas.openxmlformats.org/officeDocument/2006/relationships/customXml" Target="../ink/ink119.xml"/><Relationship Id="rId173" Type="http://schemas.openxmlformats.org/officeDocument/2006/relationships/image" Target="../media/image129.png"/><Relationship Id="rId19" Type="http://schemas.openxmlformats.org/officeDocument/2006/relationships/image" Target="../media/image52.png"/><Relationship Id="rId14" Type="http://schemas.openxmlformats.org/officeDocument/2006/relationships/customXml" Target="../ink/ink50.xml"/><Relationship Id="rId30" Type="http://schemas.openxmlformats.org/officeDocument/2006/relationships/customXml" Target="../ink/ink58.xml"/><Relationship Id="rId35" Type="http://schemas.openxmlformats.org/officeDocument/2006/relationships/image" Target="../media/image60.png"/><Relationship Id="rId56" Type="http://schemas.openxmlformats.org/officeDocument/2006/relationships/customXml" Target="../ink/ink71.xml"/><Relationship Id="rId77" Type="http://schemas.openxmlformats.org/officeDocument/2006/relationships/image" Target="../media/image81.png"/><Relationship Id="rId100" Type="http://schemas.openxmlformats.org/officeDocument/2006/relationships/customXml" Target="../ink/ink93.xml"/><Relationship Id="rId105" Type="http://schemas.openxmlformats.org/officeDocument/2006/relationships/image" Target="../media/image95.png"/><Relationship Id="rId126" Type="http://schemas.openxmlformats.org/officeDocument/2006/relationships/customXml" Target="../ink/ink106.xml"/><Relationship Id="rId147" Type="http://schemas.openxmlformats.org/officeDocument/2006/relationships/image" Target="../media/image116.png"/><Relationship Id="rId168" Type="http://schemas.openxmlformats.org/officeDocument/2006/relationships/customXml" Target="../ink/ink127.xml"/><Relationship Id="rId8" Type="http://schemas.openxmlformats.org/officeDocument/2006/relationships/customXml" Target="../ink/ink47.xml"/><Relationship Id="rId51" Type="http://schemas.openxmlformats.org/officeDocument/2006/relationships/image" Target="../media/image68.png"/><Relationship Id="rId72" Type="http://schemas.openxmlformats.org/officeDocument/2006/relationships/customXml" Target="../ink/ink79.xml"/><Relationship Id="rId93" Type="http://schemas.openxmlformats.org/officeDocument/2006/relationships/image" Target="../media/image89.png"/><Relationship Id="rId98" Type="http://schemas.openxmlformats.org/officeDocument/2006/relationships/customXml" Target="../ink/ink92.xml"/><Relationship Id="rId121" Type="http://schemas.openxmlformats.org/officeDocument/2006/relationships/image" Target="../media/image103.png"/><Relationship Id="rId142" Type="http://schemas.openxmlformats.org/officeDocument/2006/relationships/customXml" Target="../ink/ink114.xml"/><Relationship Id="rId163" Type="http://schemas.openxmlformats.org/officeDocument/2006/relationships/image" Target="../media/image124.png"/><Relationship Id="rId3" Type="http://schemas.openxmlformats.org/officeDocument/2006/relationships/image" Target="../media/image44.png"/><Relationship Id="rId25" Type="http://schemas.openxmlformats.org/officeDocument/2006/relationships/image" Target="../media/image55.png"/><Relationship Id="rId46" Type="http://schemas.openxmlformats.org/officeDocument/2006/relationships/customXml" Target="../ink/ink66.xml"/><Relationship Id="rId67" Type="http://schemas.openxmlformats.org/officeDocument/2006/relationships/image" Target="../media/image76.png"/><Relationship Id="rId116" Type="http://schemas.openxmlformats.org/officeDocument/2006/relationships/customXml" Target="../ink/ink101.xml"/><Relationship Id="rId137" Type="http://schemas.openxmlformats.org/officeDocument/2006/relationships/image" Target="../media/image111.png"/><Relationship Id="rId158" Type="http://schemas.openxmlformats.org/officeDocument/2006/relationships/customXml" Target="../ink/ink122.xml"/><Relationship Id="rId20" Type="http://schemas.openxmlformats.org/officeDocument/2006/relationships/customXml" Target="../ink/ink53.xml"/><Relationship Id="rId41" Type="http://schemas.openxmlformats.org/officeDocument/2006/relationships/image" Target="../media/image63.png"/><Relationship Id="rId62" Type="http://schemas.openxmlformats.org/officeDocument/2006/relationships/customXml" Target="../ink/ink74.xml"/><Relationship Id="rId83" Type="http://schemas.openxmlformats.org/officeDocument/2006/relationships/image" Target="../media/image84.png"/><Relationship Id="rId88" Type="http://schemas.openxmlformats.org/officeDocument/2006/relationships/customXml" Target="../ink/ink87.xml"/><Relationship Id="rId111" Type="http://schemas.openxmlformats.org/officeDocument/2006/relationships/image" Target="../media/image98.png"/><Relationship Id="rId132" Type="http://schemas.openxmlformats.org/officeDocument/2006/relationships/customXml" Target="../ink/ink109.xml"/><Relationship Id="rId153" Type="http://schemas.openxmlformats.org/officeDocument/2006/relationships/image" Target="../media/image119.png"/><Relationship Id="rId174" Type="http://schemas.openxmlformats.org/officeDocument/2006/relationships/customXml" Target="../ink/ink130.xml"/><Relationship Id="rId15" Type="http://schemas.openxmlformats.org/officeDocument/2006/relationships/image" Target="../media/image50.png"/><Relationship Id="rId36" Type="http://schemas.openxmlformats.org/officeDocument/2006/relationships/customXml" Target="../ink/ink61.xml"/><Relationship Id="rId57" Type="http://schemas.openxmlformats.org/officeDocument/2006/relationships/image" Target="../media/image71.png"/><Relationship Id="rId106" Type="http://schemas.openxmlformats.org/officeDocument/2006/relationships/customXml" Target="../ink/ink96.xml"/><Relationship Id="rId127" Type="http://schemas.openxmlformats.org/officeDocument/2006/relationships/image" Target="../media/image106.png"/></Relationships>
</file>

<file path=ppt/slides/_rels/slide2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87.xml"/><Relationship Id="rId21" Type="http://schemas.openxmlformats.org/officeDocument/2006/relationships/customXml" Target="../ink/ink139.xml"/><Relationship Id="rId42" Type="http://schemas.openxmlformats.org/officeDocument/2006/relationships/image" Target="../media/image151.png"/><Relationship Id="rId63" Type="http://schemas.openxmlformats.org/officeDocument/2006/relationships/customXml" Target="../ink/ink160.xml"/><Relationship Id="rId84" Type="http://schemas.openxmlformats.org/officeDocument/2006/relationships/image" Target="../media/image172.png"/><Relationship Id="rId138" Type="http://schemas.openxmlformats.org/officeDocument/2006/relationships/image" Target="../media/image199.png"/><Relationship Id="rId159" Type="http://schemas.openxmlformats.org/officeDocument/2006/relationships/customXml" Target="../ink/ink208.xml"/><Relationship Id="rId170" Type="http://schemas.openxmlformats.org/officeDocument/2006/relationships/image" Target="../media/image31.png"/><Relationship Id="rId191" Type="http://schemas.openxmlformats.org/officeDocument/2006/relationships/customXml" Target="../ink/ink225.xml"/><Relationship Id="rId205" Type="http://schemas.openxmlformats.org/officeDocument/2006/relationships/customXml" Target="../ink/ink232.xml"/><Relationship Id="rId107" Type="http://schemas.openxmlformats.org/officeDocument/2006/relationships/customXml" Target="../ink/ink182.xml"/><Relationship Id="rId11" Type="http://schemas.openxmlformats.org/officeDocument/2006/relationships/customXml" Target="../ink/ink134.xml"/><Relationship Id="rId32" Type="http://schemas.openxmlformats.org/officeDocument/2006/relationships/image" Target="../media/image146.png"/><Relationship Id="rId53" Type="http://schemas.openxmlformats.org/officeDocument/2006/relationships/customXml" Target="../ink/ink155.xml"/><Relationship Id="rId74" Type="http://schemas.openxmlformats.org/officeDocument/2006/relationships/image" Target="../media/image167.png"/><Relationship Id="rId128" Type="http://schemas.openxmlformats.org/officeDocument/2006/relationships/image" Target="../media/image194.png"/><Relationship Id="rId149" Type="http://schemas.openxmlformats.org/officeDocument/2006/relationships/customXml" Target="../ink/ink203.xml"/><Relationship Id="rId5" Type="http://schemas.openxmlformats.org/officeDocument/2006/relationships/customXml" Target="../ink/ink131.xml"/><Relationship Id="rId90" Type="http://schemas.openxmlformats.org/officeDocument/2006/relationships/image" Target="../media/image175.png"/><Relationship Id="rId95" Type="http://schemas.openxmlformats.org/officeDocument/2006/relationships/customXml" Target="../ink/ink176.xml"/><Relationship Id="rId160" Type="http://schemas.openxmlformats.org/officeDocument/2006/relationships/image" Target="../media/image210.png"/><Relationship Id="rId165" Type="http://schemas.openxmlformats.org/officeDocument/2006/relationships/customXml" Target="../ink/ink211.xml"/><Relationship Id="rId181" Type="http://schemas.openxmlformats.org/officeDocument/2006/relationships/customXml" Target="../ink/ink220.xml"/><Relationship Id="rId186" Type="http://schemas.openxmlformats.org/officeDocument/2006/relationships/image" Target="../media/image221.png"/><Relationship Id="rId216" Type="http://schemas.openxmlformats.org/officeDocument/2006/relationships/image" Target="../media/image236.png"/><Relationship Id="rId211" Type="http://schemas.openxmlformats.org/officeDocument/2006/relationships/customXml" Target="../ink/ink235.xml"/><Relationship Id="rId22" Type="http://schemas.openxmlformats.org/officeDocument/2006/relationships/image" Target="../media/image141.png"/><Relationship Id="rId27" Type="http://schemas.openxmlformats.org/officeDocument/2006/relationships/customXml" Target="../ink/ink142.xml"/><Relationship Id="rId43" Type="http://schemas.openxmlformats.org/officeDocument/2006/relationships/customXml" Target="../ink/ink150.xml"/><Relationship Id="rId48" Type="http://schemas.openxmlformats.org/officeDocument/2006/relationships/image" Target="../media/image154.png"/><Relationship Id="rId64" Type="http://schemas.openxmlformats.org/officeDocument/2006/relationships/image" Target="../media/image162.png"/><Relationship Id="rId69" Type="http://schemas.openxmlformats.org/officeDocument/2006/relationships/customXml" Target="../ink/ink163.xml"/><Relationship Id="rId113" Type="http://schemas.openxmlformats.org/officeDocument/2006/relationships/customXml" Target="../ink/ink185.xml"/><Relationship Id="rId118" Type="http://schemas.openxmlformats.org/officeDocument/2006/relationships/image" Target="../media/image189.png"/><Relationship Id="rId134" Type="http://schemas.openxmlformats.org/officeDocument/2006/relationships/image" Target="../media/image197.png"/><Relationship Id="rId139" Type="http://schemas.openxmlformats.org/officeDocument/2006/relationships/customXml" Target="../ink/ink198.xml"/><Relationship Id="rId80" Type="http://schemas.openxmlformats.org/officeDocument/2006/relationships/image" Target="../media/image170.png"/><Relationship Id="rId85" Type="http://schemas.openxmlformats.org/officeDocument/2006/relationships/customXml" Target="../ink/ink171.xml"/><Relationship Id="rId150" Type="http://schemas.openxmlformats.org/officeDocument/2006/relationships/image" Target="../media/image205.png"/><Relationship Id="rId155" Type="http://schemas.openxmlformats.org/officeDocument/2006/relationships/customXml" Target="../ink/ink206.xml"/><Relationship Id="rId171" Type="http://schemas.openxmlformats.org/officeDocument/2006/relationships/customXml" Target="../ink/ink214.xml"/><Relationship Id="rId176" Type="http://schemas.openxmlformats.org/officeDocument/2006/relationships/customXml" Target="../ink/ink217.xml"/><Relationship Id="rId192" Type="http://schemas.openxmlformats.org/officeDocument/2006/relationships/image" Target="../media/image224.png"/><Relationship Id="rId197" Type="http://schemas.openxmlformats.org/officeDocument/2006/relationships/customXml" Target="../ink/ink228.xml"/><Relationship Id="rId206" Type="http://schemas.openxmlformats.org/officeDocument/2006/relationships/image" Target="../media/image231.png"/><Relationship Id="rId201" Type="http://schemas.openxmlformats.org/officeDocument/2006/relationships/customXml" Target="../ink/ink230.xml"/><Relationship Id="rId222" Type="http://schemas.openxmlformats.org/officeDocument/2006/relationships/image" Target="../media/image239.png"/><Relationship Id="rId12" Type="http://schemas.openxmlformats.org/officeDocument/2006/relationships/image" Target="../media/image136.png"/><Relationship Id="rId17" Type="http://schemas.openxmlformats.org/officeDocument/2006/relationships/customXml" Target="../ink/ink137.xml"/><Relationship Id="rId33" Type="http://schemas.openxmlformats.org/officeDocument/2006/relationships/customXml" Target="../ink/ink145.xml"/><Relationship Id="rId38" Type="http://schemas.openxmlformats.org/officeDocument/2006/relationships/image" Target="../media/image149.png"/><Relationship Id="rId59" Type="http://schemas.openxmlformats.org/officeDocument/2006/relationships/customXml" Target="../ink/ink158.xml"/><Relationship Id="rId103" Type="http://schemas.openxmlformats.org/officeDocument/2006/relationships/customXml" Target="../ink/ink180.xml"/><Relationship Id="rId108" Type="http://schemas.openxmlformats.org/officeDocument/2006/relationships/image" Target="../media/image184.png"/><Relationship Id="rId124" Type="http://schemas.openxmlformats.org/officeDocument/2006/relationships/image" Target="../media/image192.png"/><Relationship Id="rId129" Type="http://schemas.openxmlformats.org/officeDocument/2006/relationships/customXml" Target="../ink/ink193.xml"/><Relationship Id="rId54" Type="http://schemas.openxmlformats.org/officeDocument/2006/relationships/image" Target="../media/image157.png"/><Relationship Id="rId70" Type="http://schemas.openxmlformats.org/officeDocument/2006/relationships/image" Target="../media/image165.png"/><Relationship Id="rId75" Type="http://schemas.openxmlformats.org/officeDocument/2006/relationships/customXml" Target="../ink/ink166.xml"/><Relationship Id="rId91" Type="http://schemas.openxmlformats.org/officeDocument/2006/relationships/customXml" Target="../ink/ink174.xml"/><Relationship Id="rId96" Type="http://schemas.openxmlformats.org/officeDocument/2006/relationships/image" Target="../media/image178.png"/><Relationship Id="rId140" Type="http://schemas.openxmlformats.org/officeDocument/2006/relationships/image" Target="../media/image200.png"/><Relationship Id="rId145" Type="http://schemas.openxmlformats.org/officeDocument/2006/relationships/customXml" Target="../ink/ink201.xml"/><Relationship Id="rId161" Type="http://schemas.openxmlformats.org/officeDocument/2006/relationships/customXml" Target="../ink/ink209.xml"/><Relationship Id="rId166" Type="http://schemas.openxmlformats.org/officeDocument/2006/relationships/image" Target="../media/image213.png"/><Relationship Id="rId182" Type="http://schemas.openxmlformats.org/officeDocument/2006/relationships/image" Target="../media/image219.png"/><Relationship Id="rId187" Type="http://schemas.openxmlformats.org/officeDocument/2006/relationships/customXml" Target="../ink/ink223.xml"/><Relationship Id="rId217" Type="http://schemas.openxmlformats.org/officeDocument/2006/relationships/customXml" Target="../ink/ink23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33.png"/><Relationship Id="rId212" Type="http://schemas.openxmlformats.org/officeDocument/2006/relationships/image" Target="../media/image234.png"/><Relationship Id="rId23" Type="http://schemas.openxmlformats.org/officeDocument/2006/relationships/customXml" Target="../ink/ink140.xml"/><Relationship Id="rId28" Type="http://schemas.openxmlformats.org/officeDocument/2006/relationships/image" Target="../media/image144.png"/><Relationship Id="rId49" Type="http://schemas.openxmlformats.org/officeDocument/2006/relationships/customXml" Target="../ink/ink153.xml"/><Relationship Id="rId114" Type="http://schemas.openxmlformats.org/officeDocument/2006/relationships/image" Target="../media/image187.png"/><Relationship Id="rId119" Type="http://schemas.openxmlformats.org/officeDocument/2006/relationships/customXml" Target="../ink/ink188.xml"/><Relationship Id="rId44" Type="http://schemas.openxmlformats.org/officeDocument/2006/relationships/image" Target="../media/image152.png"/><Relationship Id="rId60" Type="http://schemas.openxmlformats.org/officeDocument/2006/relationships/image" Target="../media/image160.png"/><Relationship Id="rId65" Type="http://schemas.openxmlformats.org/officeDocument/2006/relationships/customXml" Target="../ink/ink161.xml"/><Relationship Id="rId81" Type="http://schemas.openxmlformats.org/officeDocument/2006/relationships/customXml" Target="../ink/ink169.xml"/><Relationship Id="rId86" Type="http://schemas.openxmlformats.org/officeDocument/2006/relationships/image" Target="../media/image173.png"/><Relationship Id="rId130" Type="http://schemas.openxmlformats.org/officeDocument/2006/relationships/image" Target="../media/image195.png"/><Relationship Id="rId135" Type="http://schemas.openxmlformats.org/officeDocument/2006/relationships/customXml" Target="../ink/ink196.xml"/><Relationship Id="rId151" Type="http://schemas.openxmlformats.org/officeDocument/2006/relationships/customXml" Target="../ink/ink204.xml"/><Relationship Id="rId156" Type="http://schemas.openxmlformats.org/officeDocument/2006/relationships/image" Target="../media/image208.png"/><Relationship Id="rId177" Type="http://schemas.openxmlformats.org/officeDocument/2006/relationships/customXml" Target="../ink/ink218.xml"/><Relationship Id="rId198" Type="http://schemas.openxmlformats.org/officeDocument/2006/relationships/image" Target="../media/image227.png"/><Relationship Id="rId172" Type="http://schemas.openxmlformats.org/officeDocument/2006/relationships/image" Target="../media/image215.png"/><Relationship Id="rId193" Type="http://schemas.openxmlformats.org/officeDocument/2006/relationships/customXml" Target="../ink/ink226.xml"/><Relationship Id="rId202" Type="http://schemas.openxmlformats.org/officeDocument/2006/relationships/image" Target="../media/image229.png"/><Relationship Id="rId207" Type="http://schemas.openxmlformats.org/officeDocument/2006/relationships/customXml" Target="../ink/ink233.xml"/><Relationship Id="rId13" Type="http://schemas.openxmlformats.org/officeDocument/2006/relationships/customXml" Target="../ink/ink135.xml"/><Relationship Id="rId18" Type="http://schemas.openxmlformats.org/officeDocument/2006/relationships/image" Target="../media/image139.png"/><Relationship Id="rId39" Type="http://schemas.openxmlformats.org/officeDocument/2006/relationships/customXml" Target="../ink/ink148.xml"/><Relationship Id="rId109" Type="http://schemas.openxmlformats.org/officeDocument/2006/relationships/customXml" Target="../ink/ink183.xml"/><Relationship Id="rId34" Type="http://schemas.openxmlformats.org/officeDocument/2006/relationships/image" Target="../media/image147.png"/><Relationship Id="rId50" Type="http://schemas.openxmlformats.org/officeDocument/2006/relationships/image" Target="../media/image155.png"/><Relationship Id="rId55" Type="http://schemas.openxmlformats.org/officeDocument/2006/relationships/customXml" Target="../ink/ink156.xml"/><Relationship Id="rId76" Type="http://schemas.openxmlformats.org/officeDocument/2006/relationships/image" Target="../media/image168.png"/><Relationship Id="rId97" Type="http://schemas.openxmlformats.org/officeDocument/2006/relationships/customXml" Target="../ink/ink177.xml"/><Relationship Id="rId104" Type="http://schemas.openxmlformats.org/officeDocument/2006/relationships/image" Target="../media/image182.png"/><Relationship Id="rId120" Type="http://schemas.openxmlformats.org/officeDocument/2006/relationships/image" Target="../media/image190.png"/><Relationship Id="rId125" Type="http://schemas.openxmlformats.org/officeDocument/2006/relationships/customXml" Target="../ink/ink191.xml"/><Relationship Id="rId141" Type="http://schemas.openxmlformats.org/officeDocument/2006/relationships/customXml" Target="../ink/ink199.xml"/><Relationship Id="rId146" Type="http://schemas.openxmlformats.org/officeDocument/2006/relationships/image" Target="../media/image203.png"/><Relationship Id="rId167" Type="http://schemas.openxmlformats.org/officeDocument/2006/relationships/customXml" Target="../ink/ink212.xml"/><Relationship Id="rId188" Type="http://schemas.openxmlformats.org/officeDocument/2006/relationships/image" Target="../media/image222.png"/><Relationship Id="rId7" Type="http://schemas.openxmlformats.org/officeDocument/2006/relationships/customXml" Target="../ink/ink132.xml"/><Relationship Id="rId71" Type="http://schemas.openxmlformats.org/officeDocument/2006/relationships/customXml" Target="../ink/ink164.xml"/><Relationship Id="rId92" Type="http://schemas.openxmlformats.org/officeDocument/2006/relationships/image" Target="../media/image176.png"/><Relationship Id="rId162" Type="http://schemas.openxmlformats.org/officeDocument/2006/relationships/image" Target="../media/image211.png"/><Relationship Id="rId183" Type="http://schemas.openxmlformats.org/officeDocument/2006/relationships/customXml" Target="../ink/ink221.xml"/><Relationship Id="rId213" Type="http://schemas.openxmlformats.org/officeDocument/2006/relationships/customXml" Target="../ink/ink236.xml"/><Relationship Id="rId218" Type="http://schemas.openxmlformats.org/officeDocument/2006/relationships/image" Target="../media/image237.png"/><Relationship Id="rId2" Type="http://schemas.openxmlformats.org/officeDocument/2006/relationships/notesSlide" Target="../notesSlides/notesSlide10.xml"/><Relationship Id="rId29" Type="http://schemas.openxmlformats.org/officeDocument/2006/relationships/customXml" Target="../ink/ink143.xml"/><Relationship Id="rId24" Type="http://schemas.openxmlformats.org/officeDocument/2006/relationships/image" Target="../media/image142.png"/><Relationship Id="rId40" Type="http://schemas.openxmlformats.org/officeDocument/2006/relationships/image" Target="../media/image150.png"/><Relationship Id="rId45" Type="http://schemas.openxmlformats.org/officeDocument/2006/relationships/customXml" Target="../ink/ink151.xml"/><Relationship Id="rId66" Type="http://schemas.openxmlformats.org/officeDocument/2006/relationships/image" Target="../media/image163.png"/><Relationship Id="rId87" Type="http://schemas.openxmlformats.org/officeDocument/2006/relationships/customXml" Target="../ink/ink172.xml"/><Relationship Id="rId110" Type="http://schemas.openxmlformats.org/officeDocument/2006/relationships/image" Target="../media/image185.png"/><Relationship Id="rId115" Type="http://schemas.openxmlformats.org/officeDocument/2006/relationships/customXml" Target="../ink/ink186.xml"/><Relationship Id="rId131" Type="http://schemas.openxmlformats.org/officeDocument/2006/relationships/customXml" Target="../ink/ink194.xml"/><Relationship Id="rId136" Type="http://schemas.openxmlformats.org/officeDocument/2006/relationships/image" Target="../media/image198.png"/><Relationship Id="rId157" Type="http://schemas.openxmlformats.org/officeDocument/2006/relationships/customXml" Target="../ink/ink207.xml"/><Relationship Id="rId178" Type="http://schemas.openxmlformats.org/officeDocument/2006/relationships/image" Target="../media/image217.png"/><Relationship Id="rId61" Type="http://schemas.openxmlformats.org/officeDocument/2006/relationships/customXml" Target="../ink/ink159.xml"/><Relationship Id="rId82" Type="http://schemas.openxmlformats.org/officeDocument/2006/relationships/image" Target="../media/image171.png"/><Relationship Id="rId152" Type="http://schemas.openxmlformats.org/officeDocument/2006/relationships/image" Target="../media/image206.png"/><Relationship Id="rId173" Type="http://schemas.openxmlformats.org/officeDocument/2006/relationships/customXml" Target="../ink/ink215.xml"/><Relationship Id="rId194" Type="http://schemas.openxmlformats.org/officeDocument/2006/relationships/image" Target="../media/image225.png"/><Relationship Id="rId199" Type="http://schemas.openxmlformats.org/officeDocument/2006/relationships/customXml" Target="../ink/ink229.xml"/><Relationship Id="rId203" Type="http://schemas.openxmlformats.org/officeDocument/2006/relationships/customXml" Target="../ink/ink231.xml"/><Relationship Id="rId208" Type="http://schemas.openxmlformats.org/officeDocument/2006/relationships/image" Target="../media/image232.png"/><Relationship Id="rId19" Type="http://schemas.openxmlformats.org/officeDocument/2006/relationships/customXml" Target="../ink/ink138.xml"/><Relationship Id="rId14" Type="http://schemas.openxmlformats.org/officeDocument/2006/relationships/image" Target="../media/image137.png"/><Relationship Id="rId30" Type="http://schemas.openxmlformats.org/officeDocument/2006/relationships/image" Target="../media/image145.png"/><Relationship Id="rId35" Type="http://schemas.openxmlformats.org/officeDocument/2006/relationships/customXml" Target="../ink/ink146.xml"/><Relationship Id="rId56" Type="http://schemas.openxmlformats.org/officeDocument/2006/relationships/image" Target="../media/image158.png"/><Relationship Id="rId77" Type="http://schemas.openxmlformats.org/officeDocument/2006/relationships/customXml" Target="../ink/ink167.xml"/><Relationship Id="rId100" Type="http://schemas.openxmlformats.org/officeDocument/2006/relationships/image" Target="../media/image180.png"/><Relationship Id="rId105" Type="http://schemas.openxmlformats.org/officeDocument/2006/relationships/customXml" Target="../ink/ink181.xml"/><Relationship Id="rId126" Type="http://schemas.openxmlformats.org/officeDocument/2006/relationships/image" Target="../media/image193.png"/><Relationship Id="rId147" Type="http://schemas.openxmlformats.org/officeDocument/2006/relationships/customXml" Target="../ink/ink202.xml"/><Relationship Id="rId168" Type="http://schemas.openxmlformats.org/officeDocument/2006/relationships/image" Target="../media/image214.png"/><Relationship Id="rId8" Type="http://schemas.openxmlformats.org/officeDocument/2006/relationships/image" Target="../media/image134.png"/><Relationship Id="rId51" Type="http://schemas.openxmlformats.org/officeDocument/2006/relationships/customXml" Target="../ink/ink154.xml"/><Relationship Id="rId72" Type="http://schemas.openxmlformats.org/officeDocument/2006/relationships/image" Target="../media/image166.png"/><Relationship Id="rId93" Type="http://schemas.openxmlformats.org/officeDocument/2006/relationships/customXml" Target="../ink/ink175.xml"/><Relationship Id="rId98" Type="http://schemas.openxmlformats.org/officeDocument/2006/relationships/image" Target="../media/image179.png"/><Relationship Id="rId121" Type="http://schemas.openxmlformats.org/officeDocument/2006/relationships/customXml" Target="../ink/ink189.xml"/><Relationship Id="rId142" Type="http://schemas.openxmlformats.org/officeDocument/2006/relationships/image" Target="../media/image201.png"/><Relationship Id="rId163" Type="http://schemas.openxmlformats.org/officeDocument/2006/relationships/customXml" Target="../ink/ink210.xml"/><Relationship Id="rId184" Type="http://schemas.openxmlformats.org/officeDocument/2006/relationships/image" Target="../media/image220.png"/><Relationship Id="rId189" Type="http://schemas.openxmlformats.org/officeDocument/2006/relationships/customXml" Target="../ink/ink224.xml"/><Relationship Id="rId219" Type="http://schemas.openxmlformats.org/officeDocument/2006/relationships/customXml" Target="../ink/ink239.xml"/><Relationship Id="rId3" Type="http://schemas.openxmlformats.org/officeDocument/2006/relationships/image" Target="../media/image131.png"/><Relationship Id="rId214" Type="http://schemas.openxmlformats.org/officeDocument/2006/relationships/image" Target="../media/image235.png"/><Relationship Id="rId25" Type="http://schemas.openxmlformats.org/officeDocument/2006/relationships/customXml" Target="../ink/ink141.xml"/><Relationship Id="rId46" Type="http://schemas.openxmlformats.org/officeDocument/2006/relationships/image" Target="../media/image153.png"/><Relationship Id="rId67" Type="http://schemas.openxmlformats.org/officeDocument/2006/relationships/customXml" Target="../ink/ink162.xml"/><Relationship Id="rId116" Type="http://schemas.openxmlformats.org/officeDocument/2006/relationships/image" Target="../media/image188.png"/><Relationship Id="rId137" Type="http://schemas.openxmlformats.org/officeDocument/2006/relationships/customXml" Target="../ink/ink197.xml"/><Relationship Id="rId158" Type="http://schemas.openxmlformats.org/officeDocument/2006/relationships/image" Target="../media/image209.png"/><Relationship Id="rId20" Type="http://schemas.openxmlformats.org/officeDocument/2006/relationships/image" Target="../media/image140.png"/><Relationship Id="rId41" Type="http://schemas.openxmlformats.org/officeDocument/2006/relationships/customXml" Target="../ink/ink149.xml"/><Relationship Id="rId62" Type="http://schemas.openxmlformats.org/officeDocument/2006/relationships/image" Target="../media/image161.png"/><Relationship Id="rId83" Type="http://schemas.openxmlformats.org/officeDocument/2006/relationships/customXml" Target="../ink/ink170.xml"/><Relationship Id="rId88" Type="http://schemas.openxmlformats.org/officeDocument/2006/relationships/image" Target="../media/image174.png"/><Relationship Id="rId111" Type="http://schemas.openxmlformats.org/officeDocument/2006/relationships/customXml" Target="../ink/ink184.xml"/><Relationship Id="rId132" Type="http://schemas.openxmlformats.org/officeDocument/2006/relationships/image" Target="../media/image196.png"/><Relationship Id="rId153" Type="http://schemas.openxmlformats.org/officeDocument/2006/relationships/customXml" Target="../ink/ink205.xml"/><Relationship Id="rId174" Type="http://schemas.openxmlformats.org/officeDocument/2006/relationships/image" Target="../media/image216.png"/><Relationship Id="rId179" Type="http://schemas.openxmlformats.org/officeDocument/2006/relationships/customXml" Target="../ink/ink219.xml"/><Relationship Id="rId195" Type="http://schemas.openxmlformats.org/officeDocument/2006/relationships/customXml" Target="../ink/ink227.xml"/><Relationship Id="rId209" Type="http://schemas.openxmlformats.org/officeDocument/2006/relationships/customXml" Target="../ink/ink234.xml"/><Relationship Id="rId190" Type="http://schemas.openxmlformats.org/officeDocument/2006/relationships/image" Target="../media/image223.png"/><Relationship Id="rId204" Type="http://schemas.openxmlformats.org/officeDocument/2006/relationships/image" Target="../media/image230.png"/><Relationship Id="rId220" Type="http://schemas.openxmlformats.org/officeDocument/2006/relationships/image" Target="../media/image238.png"/><Relationship Id="rId15" Type="http://schemas.openxmlformats.org/officeDocument/2006/relationships/customXml" Target="../ink/ink136.xml"/><Relationship Id="rId36" Type="http://schemas.openxmlformats.org/officeDocument/2006/relationships/image" Target="../media/image148.png"/><Relationship Id="rId57" Type="http://schemas.openxmlformats.org/officeDocument/2006/relationships/customXml" Target="../ink/ink157.xml"/><Relationship Id="rId106" Type="http://schemas.openxmlformats.org/officeDocument/2006/relationships/image" Target="../media/image183.png"/><Relationship Id="rId127" Type="http://schemas.openxmlformats.org/officeDocument/2006/relationships/customXml" Target="../ink/ink192.xml"/><Relationship Id="rId10" Type="http://schemas.openxmlformats.org/officeDocument/2006/relationships/image" Target="../media/image135.png"/><Relationship Id="rId31" Type="http://schemas.openxmlformats.org/officeDocument/2006/relationships/customXml" Target="../ink/ink144.xml"/><Relationship Id="rId52" Type="http://schemas.openxmlformats.org/officeDocument/2006/relationships/image" Target="../media/image156.png"/><Relationship Id="rId73" Type="http://schemas.openxmlformats.org/officeDocument/2006/relationships/customXml" Target="../ink/ink165.xml"/><Relationship Id="rId78" Type="http://schemas.openxmlformats.org/officeDocument/2006/relationships/image" Target="../media/image169.png"/><Relationship Id="rId94" Type="http://schemas.openxmlformats.org/officeDocument/2006/relationships/image" Target="../media/image177.png"/><Relationship Id="rId99" Type="http://schemas.openxmlformats.org/officeDocument/2006/relationships/customXml" Target="../ink/ink178.xml"/><Relationship Id="rId101" Type="http://schemas.openxmlformats.org/officeDocument/2006/relationships/customXml" Target="../ink/ink179.xml"/><Relationship Id="rId122" Type="http://schemas.openxmlformats.org/officeDocument/2006/relationships/image" Target="../media/image191.png"/><Relationship Id="rId143" Type="http://schemas.openxmlformats.org/officeDocument/2006/relationships/customXml" Target="../ink/ink200.xml"/><Relationship Id="rId148" Type="http://schemas.openxmlformats.org/officeDocument/2006/relationships/image" Target="../media/image204.png"/><Relationship Id="rId164" Type="http://schemas.openxmlformats.org/officeDocument/2006/relationships/image" Target="../media/image212.png"/><Relationship Id="rId169" Type="http://schemas.openxmlformats.org/officeDocument/2006/relationships/customXml" Target="../ink/ink213.xml"/><Relationship Id="rId185" Type="http://schemas.openxmlformats.org/officeDocument/2006/relationships/customXml" Target="../ink/ink222.xml"/><Relationship Id="rId4" Type="http://schemas.openxmlformats.org/officeDocument/2006/relationships/image" Target="../media/image132.png"/><Relationship Id="rId9" Type="http://schemas.openxmlformats.org/officeDocument/2006/relationships/customXml" Target="../ink/ink133.xml"/><Relationship Id="rId180" Type="http://schemas.openxmlformats.org/officeDocument/2006/relationships/image" Target="../media/image218.png"/><Relationship Id="rId210" Type="http://schemas.openxmlformats.org/officeDocument/2006/relationships/image" Target="../media/image233.png"/><Relationship Id="rId215" Type="http://schemas.openxmlformats.org/officeDocument/2006/relationships/customXml" Target="../ink/ink237.xml"/><Relationship Id="rId26" Type="http://schemas.openxmlformats.org/officeDocument/2006/relationships/image" Target="../media/image143.png"/><Relationship Id="rId47" Type="http://schemas.openxmlformats.org/officeDocument/2006/relationships/customXml" Target="../ink/ink152.xml"/><Relationship Id="rId68" Type="http://schemas.openxmlformats.org/officeDocument/2006/relationships/image" Target="../media/image164.png"/><Relationship Id="rId89" Type="http://schemas.openxmlformats.org/officeDocument/2006/relationships/customXml" Target="../ink/ink173.xml"/><Relationship Id="rId112" Type="http://schemas.openxmlformats.org/officeDocument/2006/relationships/image" Target="../media/image186.png"/><Relationship Id="rId133" Type="http://schemas.openxmlformats.org/officeDocument/2006/relationships/customXml" Target="../ink/ink195.xml"/><Relationship Id="rId154" Type="http://schemas.openxmlformats.org/officeDocument/2006/relationships/image" Target="../media/image207.png"/><Relationship Id="rId175" Type="http://schemas.openxmlformats.org/officeDocument/2006/relationships/customXml" Target="../ink/ink216.xml"/><Relationship Id="rId196" Type="http://schemas.openxmlformats.org/officeDocument/2006/relationships/image" Target="../media/image226.png"/><Relationship Id="rId200" Type="http://schemas.openxmlformats.org/officeDocument/2006/relationships/image" Target="../media/image228.png"/><Relationship Id="rId16" Type="http://schemas.openxmlformats.org/officeDocument/2006/relationships/image" Target="../media/image138.png"/><Relationship Id="rId221" Type="http://schemas.openxmlformats.org/officeDocument/2006/relationships/customXml" Target="../ink/ink240.xml"/><Relationship Id="rId37" Type="http://schemas.openxmlformats.org/officeDocument/2006/relationships/customXml" Target="../ink/ink147.xml"/><Relationship Id="rId58" Type="http://schemas.openxmlformats.org/officeDocument/2006/relationships/image" Target="../media/image159.png"/><Relationship Id="rId79" Type="http://schemas.openxmlformats.org/officeDocument/2006/relationships/customXml" Target="../ink/ink168.xml"/><Relationship Id="rId102" Type="http://schemas.openxmlformats.org/officeDocument/2006/relationships/image" Target="../media/image181.png"/><Relationship Id="rId123" Type="http://schemas.openxmlformats.org/officeDocument/2006/relationships/customXml" Target="../ink/ink190.xml"/><Relationship Id="rId144" Type="http://schemas.openxmlformats.org/officeDocument/2006/relationships/image" Target="../media/image202.png"/></Relationships>
</file>

<file path=ppt/slides/_rels/slide2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97.png"/><Relationship Id="rId299" Type="http://schemas.openxmlformats.org/officeDocument/2006/relationships/image" Target="../media/image388.png"/><Relationship Id="rId303" Type="http://schemas.openxmlformats.org/officeDocument/2006/relationships/image" Target="../media/image390.png"/><Relationship Id="rId21" Type="http://schemas.openxmlformats.org/officeDocument/2006/relationships/image" Target="../media/image249.png"/><Relationship Id="rId42" Type="http://schemas.openxmlformats.org/officeDocument/2006/relationships/customXml" Target="../ink/ink261.xml"/><Relationship Id="rId63" Type="http://schemas.openxmlformats.org/officeDocument/2006/relationships/image" Target="../media/image270.png"/><Relationship Id="rId84" Type="http://schemas.openxmlformats.org/officeDocument/2006/relationships/customXml" Target="../ink/ink282.xml"/><Relationship Id="rId138" Type="http://schemas.openxmlformats.org/officeDocument/2006/relationships/customXml" Target="../ink/ink309.xml"/><Relationship Id="rId159" Type="http://schemas.openxmlformats.org/officeDocument/2006/relationships/image" Target="../media/image318.png"/><Relationship Id="rId324" Type="http://schemas.openxmlformats.org/officeDocument/2006/relationships/customXml" Target="../ink/ink402.xml"/><Relationship Id="rId345" Type="http://schemas.openxmlformats.org/officeDocument/2006/relationships/customXml" Target="../ink/ink413.xml"/><Relationship Id="rId366" Type="http://schemas.openxmlformats.org/officeDocument/2006/relationships/image" Target="../media/image420.png"/><Relationship Id="rId170" Type="http://schemas.openxmlformats.org/officeDocument/2006/relationships/customXml" Target="../ink/ink325.xml"/><Relationship Id="rId191" Type="http://schemas.openxmlformats.org/officeDocument/2006/relationships/image" Target="../media/image334.png"/><Relationship Id="rId205" Type="http://schemas.openxmlformats.org/officeDocument/2006/relationships/image" Target="../media/image341.png"/><Relationship Id="rId226" Type="http://schemas.openxmlformats.org/officeDocument/2006/relationships/customXml" Target="../ink/ink353.xml"/><Relationship Id="rId247" Type="http://schemas.openxmlformats.org/officeDocument/2006/relationships/image" Target="../media/image362.png"/><Relationship Id="rId107" Type="http://schemas.openxmlformats.org/officeDocument/2006/relationships/image" Target="../media/image292.png"/><Relationship Id="rId268" Type="http://schemas.openxmlformats.org/officeDocument/2006/relationships/customXml" Target="../ink/ink374.xml"/><Relationship Id="rId289" Type="http://schemas.openxmlformats.org/officeDocument/2006/relationships/image" Target="../media/image383.png"/><Relationship Id="rId11" Type="http://schemas.openxmlformats.org/officeDocument/2006/relationships/image" Target="../media/image244.png"/><Relationship Id="rId32" Type="http://schemas.openxmlformats.org/officeDocument/2006/relationships/customXml" Target="../ink/ink256.xml"/><Relationship Id="rId53" Type="http://schemas.openxmlformats.org/officeDocument/2006/relationships/image" Target="../media/image265.png"/><Relationship Id="rId74" Type="http://schemas.openxmlformats.org/officeDocument/2006/relationships/customXml" Target="../ink/ink277.xml"/><Relationship Id="rId128" Type="http://schemas.openxmlformats.org/officeDocument/2006/relationships/customXml" Target="../ink/ink304.xml"/><Relationship Id="rId149" Type="http://schemas.openxmlformats.org/officeDocument/2006/relationships/image" Target="../media/image313.png"/><Relationship Id="rId314" Type="http://schemas.openxmlformats.org/officeDocument/2006/relationships/customXml" Target="../ink/ink397.xml"/><Relationship Id="rId335" Type="http://schemas.openxmlformats.org/officeDocument/2006/relationships/image" Target="../media/image406.png"/><Relationship Id="rId356" Type="http://schemas.openxmlformats.org/officeDocument/2006/relationships/image" Target="../media/image415.png"/><Relationship Id="rId377" Type="http://schemas.openxmlformats.org/officeDocument/2006/relationships/customXml" Target="../ink/ink429.xml"/><Relationship Id="rId5" Type="http://schemas.openxmlformats.org/officeDocument/2006/relationships/image" Target="../media/image241.png"/><Relationship Id="rId95" Type="http://schemas.openxmlformats.org/officeDocument/2006/relationships/image" Target="../media/image286.png"/><Relationship Id="rId160" Type="http://schemas.openxmlformats.org/officeDocument/2006/relationships/customXml" Target="../ink/ink320.xml"/><Relationship Id="rId181" Type="http://schemas.openxmlformats.org/officeDocument/2006/relationships/image" Target="../media/image329.png"/><Relationship Id="rId216" Type="http://schemas.openxmlformats.org/officeDocument/2006/relationships/customXml" Target="../ink/ink348.xml"/><Relationship Id="rId237" Type="http://schemas.openxmlformats.org/officeDocument/2006/relationships/image" Target="../media/image357.png"/><Relationship Id="rId258" Type="http://schemas.openxmlformats.org/officeDocument/2006/relationships/customXml" Target="../ink/ink369.xml"/><Relationship Id="rId279" Type="http://schemas.openxmlformats.org/officeDocument/2006/relationships/image" Target="../media/image378.png"/><Relationship Id="rId22" Type="http://schemas.openxmlformats.org/officeDocument/2006/relationships/customXml" Target="../ink/ink251.xml"/><Relationship Id="rId43" Type="http://schemas.openxmlformats.org/officeDocument/2006/relationships/image" Target="../media/image260.png"/><Relationship Id="rId64" Type="http://schemas.openxmlformats.org/officeDocument/2006/relationships/customXml" Target="../ink/ink272.xml"/><Relationship Id="rId118" Type="http://schemas.openxmlformats.org/officeDocument/2006/relationships/customXml" Target="../ink/ink299.xml"/><Relationship Id="rId139" Type="http://schemas.openxmlformats.org/officeDocument/2006/relationships/image" Target="../media/image308.png"/><Relationship Id="rId290" Type="http://schemas.openxmlformats.org/officeDocument/2006/relationships/customXml" Target="../ink/ink385.xml"/><Relationship Id="rId304" Type="http://schemas.openxmlformats.org/officeDocument/2006/relationships/customXml" Target="../ink/ink392.xml"/><Relationship Id="rId325" Type="http://schemas.openxmlformats.org/officeDocument/2006/relationships/image" Target="../media/image401.png"/><Relationship Id="rId346" Type="http://schemas.openxmlformats.org/officeDocument/2006/relationships/image" Target="../media/image410.png"/><Relationship Id="rId367" Type="http://schemas.openxmlformats.org/officeDocument/2006/relationships/customXml" Target="../ink/ink424.xml"/><Relationship Id="rId85" Type="http://schemas.openxmlformats.org/officeDocument/2006/relationships/image" Target="../media/image281.png"/><Relationship Id="rId150" Type="http://schemas.openxmlformats.org/officeDocument/2006/relationships/customXml" Target="../ink/ink315.xml"/><Relationship Id="rId171" Type="http://schemas.openxmlformats.org/officeDocument/2006/relationships/image" Target="../media/image324.png"/><Relationship Id="rId192" Type="http://schemas.openxmlformats.org/officeDocument/2006/relationships/customXml" Target="../ink/ink336.xml"/><Relationship Id="rId206" Type="http://schemas.openxmlformats.org/officeDocument/2006/relationships/customXml" Target="../ink/ink343.xml"/><Relationship Id="rId227" Type="http://schemas.openxmlformats.org/officeDocument/2006/relationships/image" Target="../media/image352.png"/><Relationship Id="rId248" Type="http://schemas.openxmlformats.org/officeDocument/2006/relationships/customXml" Target="../ink/ink364.xml"/><Relationship Id="rId269" Type="http://schemas.openxmlformats.org/officeDocument/2006/relationships/image" Target="../media/image373.png"/><Relationship Id="rId12" Type="http://schemas.openxmlformats.org/officeDocument/2006/relationships/customXml" Target="../ink/ink246.xml"/><Relationship Id="rId33" Type="http://schemas.openxmlformats.org/officeDocument/2006/relationships/image" Target="../media/image255.png"/><Relationship Id="rId108" Type="http://schemas.openxmlformats.org/officeDocument/2006/relationships/customXml" Target="../ink/ink294.xml"/><Relationship Id="rId129" Type="http://schemas.openxmlformats.org/officeDocument/2006/relationships/image" Target="../media/image303.png"/><Relationship Id="rId280" Type="http://schemas.openxmlformats.org/officeDocument/2006/relationships/customXml" Target="../ink/ink380.xml"/><Relationship Id="rId315" Type="http://schemas.openxmlformats.org/officeDocument/2006/relationships/image" Target="../media/image396.png"/><Relationship Id="rId336" Type="http://schemas.openxmlformats.org/officeDocument/2006/relationships/customXml" Target="../ink/ink408.xml"/><Relationship Id="rId357" Type="http://schemas.openxmlformats.org/officeDocument/2006/relationships/customXml" Target="../ink/ink419.xml"/><Relationship Id="rId54" Type="http://schemas.openxmlformats.org/officeDocument/2006/relationships/customXml" Target="../ink/ink267.xml"/><Relationship Id="rId75" Type="http://schemas.openxmlformats.org/officeDocument/2006/relationships/image" Target="../media/image276.png"/><Relationship Id="rId96" Type="http://schemas.openxmlformats.org/officeDocument/2006/relationships/customXml" Target="../ink/ink288.xml"/><Relationship Id="rId140" Type="http://schemas.openxmlformats.org/officeDocument/2006/relationships/customXml" Target="../ink/ink310.xml"/><Relationship Id="rId161" Type="http://schemas.openxmlformats.org/officeDocument/2006/relationships/image" Target="../media/image319.png"/><Relationship Id="rId182" Type="http://schemas.openxmlformats.org/officeDocument/2006/relationships/customXml" Target="../ink/ink331.xml"/><Relationship Id="rId217" Type="http://schemas.openxmlformats.org/officeDocument/2006/relationships/image" Target="../media/image347.png"/><Relationship Id="rId378" Type="http://schemas.openxmlformats.org/officeDocument/2006/relationships/image" Target="../media/image426.png"/><Relationship Id="rId6" Type="http://schemas.openxmlformats.org/officeDocument/2006/relationships/customXml" Target="../ink/ink243.xml"/><Relationship Id="rId238" Type="http://schemas.openxmlformats.org/officeDocument/2006/relationships/customXml" Target="../ink/ink359.xml"/><Relationship Id="rId259" Type="http://schemas.openxmlformats.org/officeDocument/2006/relationships/image" Target="../media/image368.png"/><Relationship Id="rId23" Type="http://schemas.openxmlformats.org/officeDocument/2006/relationships/image" Target="../media/image250.png"/><Relationship Id="rId119" Type="http://schemas.openxmlformats.org/officeDocument/2006/relationships/image" Target="../media/image298.png"/><Relationship Id="rId270" Type="http://schemas.openxmlformats.org/officeDocument/2006/relationships/customXml" Target="../ink/ink375.xml"/><Relationship Id="rId291" Type="http://schemas.openxmlformats.org/officeDocument/2006/relationships/image" Target="../media/image384.png"/><Relationship Id="rId305" Type="http://schemas.openxmlformats.org/officeDocument/2006/relationships/image" Target="../media/image391.png"/><Relationship Id="rId326" Type="http://schemas.openxmlformats.org/officeDocument/2006/relationships/customXml" Target="../ink/ink403.xml"/><Relationship Id="rId347" Type="http://schemas.openxmlformats.org/officeDocument/2006/relationships/customXml" Target="../ink/ink414.xml"/><Relationship Id="rId44" Type="http://schemas.openxmlformats.org/officeDocument/2006/relationships/customXml" Target="../ink/ink262.xml"/><Relationship Id="rId65" Type="http://schemas.openxmlformats.org/officeDocument/2006/relationships/image" Target="../media/image271.png"/><Relationship Id="rId86" Type="http://schemas.openxmlformats.org/officeDocument/2006/relationships/customXml" Target="../ink/ink283.xml"/><Relationship Id="rId130" Type="http://schemas.openxmlformats.org/officeDocument/2006/relationships/customXml" Target="../ink/ink305.xml"/><Relationship Id="rId151" Type="http://schemas.openxmlformats.org/officeDocument/2006/relationships/image" Target="../media/image314.png"/><Relationship Id="rId368" Type="http://schemas.openxmlformats.org/officeDocument/2006/relationships/image" Target="../media/image421.png"/><Relationship Id="rId172" Type="http://schemas.openxmlformats.org/officeDocument/2006/relationships/customXml" Target="../ink/ink326.xml"/><Relationship Id="rId193" Type="http://schemas.openxmlformats.org/officeDocument/2006/relationships/image" Target="../media/image335.png"/><Relationship Id="rId207" Type="http://schemas.openxmlformats.org/officeDocument/2006/relationships/image" Target="../media/image342.png"/><Relationship Id="rId228" Type="http://schemas.openxmlformats.org/officeDocument/2006/relationships/customXml" Target="../ink/ink354.xml"/><Relationship Id="rId249" Type="http://schemas.openxmlformats.org/officeDocument/2006/relationships/image" Target="../media/image363.png"/><Relationship Id="rId13" Type="http://schemas.openxmlformats.org/officeDocument/2006/relationships/image" Target="../media/image245.png"/><Relationship Id="rId109" Type="http://schemas.openxmlformats.org/officeDocument/2006/relationships/image" Target="../media/image293.png"/><Relationship Id="rId260" Type="http://schemas.openxmlformats.org/officeDocument/2006/relationships/customXml" Target="../ink/ink370.xml"/><Relationship Id="rId281" Type="http://schemas.openxmlformats.org/officeDocument/2006/relationships/image" Target="../media/image379.png"/><Relationship Id="rId316" Type="http://schemas.openxmlformats.org/officeDocument/2006/relationships/customXml" Target="../ink/ink398.xml"/><Relationship Id="rId337" Type="http://schemas.openxmlformats.org/officeDocument/2006/relationships/image" Target="../media/image31.png"/><Relationship Id="rId34" Type="http://schemas.openxmlformats.org/officeDocument/2006/relationships/customXml" Target="../ink/ink257.xml"/><Relationship Id="rId55" Type="http://schemas.openxmlformats.org/officeDocument/2006/relationships/image" Target="../media/image266.png"/><Relationship Id="rId76" Type="http://schemas.openxmlformats.org/officeDocument/2006/relationships/customXml" Target="../ink/ink278.xml"/><Relationship Id="rId97" Type="http://schemas.openxmlformats.org/officeDocument/2006/relationships/image" Target="../media/image287.png"/><Relationship Id="rId120" Type="http://schemas.openxmlformats.org/officeDocument/2006/relationships/customXml" Target="../ink/ink300.xml"/><Relationship Id="rId141" Type="http://schemas.openxmlformats.org/officeDocument/2006/relationships/image" Target="../media/image309.png"/><Relationship Id="rId358" Type="http://schemas.openxmlformats.org/officeDocument/2006/relationships/image" Target="../media/image416.png"/><Relationship Id="rId379" Type="http://schemas.openxmlformats.org/officeDocument/2006/relationships/customXml" Target="../ink/ink430.xml"/><Relationship Id="rId7" Type="http://schemas.openxmlformats.org/officeDocument/2006/relationships/image" Target="../media/image242.png"/><Relationship Id="rId162" Type="http://schemas.openxmlformats.org/officeDocument/2006/relationships/customXml" Target="../ink/ink321.xml"/><Relationship Id="rId183" Type="http://schemas.openxmlformats.org/officeDocument/2006/relationships/image" Target="../media/image330.png"/><Relationship Id="rId218" Type="http://schemas.openxmlformats.org/officeDocument/2006/relationships/customXml" Target="../ink/ink349.xml"/><Relationship Id="rId239" Type="http://schemas.openxmlformats.org/officeDocument/2006/relationships/image" Target="../media/image358.png"/><Relationship Id="rId250" Type="http://schemas.openxmlformats.org/officeDocument/2006/relationships/customXml" Target="../ink/ink365.xml"/><Relationship Id="rId271" Type="http://schemas.openxmlformats.org/officeDocument/2006/relationships/image" Target="../media/image374.png"/><Relationship Id="rId292" Type="http://schemas.openxmlformats.org/officeDocument/2006/relationships/customXml" Target="../ink/ink386.xml"/><Relationship Id="rId306" Type="http://schemas.openxmlformats.org/officeDocument/2006/relationships/customXml" Target="../ink/ink393.xml"/><Relationship Id="rId24" Type="http://schemas.openxmlformats.org/officeDocument/2006/relationships/customXml" Target="../ink/ink252.xml"/><Relationship Id="rId45" Type="http://schemas.openxmlformats.org/officeDocument/2006/relationships/image" Target="../media/image261.png"/><Relationship Id="rId66" Type="http://schemas.openxmlformats.org/officeDocument/2006/relationships/customXml" Target="../ink/ink273.xml"/><Relationship Id="rId87" Type="http://schemas.openxmlformats.org/officeDocument/2006/relationships/image" Target="../media/image282.png"/><Relationship Id="rId110" Type="http://schemas.openxmlformats.org/officeDocument/2006/relationships/customXml" Target="../ink/ink295.xml"/><Relationship Id="rId131" Type="http://schemas.openxmlformats.org/officeDocument/2006/relationships/image" Target="../media/image304.png"/><Relationship Id="rId327" Type="http://schemas.openxmlformats.org/officeDocument/2006/relationships/image" Target="../media/image402.png"/><Relationship Id="rId348" Type="http://schemas.openxmlformats.org/officeDocument/2006/relationships/image" Target="../media/image411.png"/><Relationship Id="rId369" Type="http://schemas.openxmlformats.org/officeDocument/2006/relationships/customXml" Target="../ink/ink425.xml"/><Relationship Id="rId152" Type="http://schemas.openxmlformats.org/officeDocument/2006/relationships/customXml" Target="../ink/ink316.xml"/><Relationship Id="rId173" Type="http://schemas.openxmlformats.org/officeDocument/2006/relationships/image" Target="../media/image325.png"/><Relationship Id="rId194" Type="http://schemas.openxmlformats.org/officeDocument/2006/relationships/customXml" Target="../ink/ink337.xml"/><Relationship Id="rId208" Type="http://schemas.openxmlformats.org/officeDocument/2006/relationships/customXml" Target="../ink/ink344.xml"/><Relationship Id="rId229" Type="http://schemas.openxmlformats.org/officeDocument/2006/relationships/image" Target="../media/image353.png"/><Relationship Id="rId380" Type="http://schemas.openxmlformats.org/officeDocument/2006/relationships/image" Target="../media/image427.png"/><Relationship Id="rId240" Type="http://schemas.openxmlformats.org/officeDocument/2006/relationships/customXml" Target="../ink/ink360.xml"/><Relationship Id="rId261" Type="http://schemas.openxmlformats.org/officeDocument/2006/relationships/image" Target="../media/image369.png"/><Relationship Id="rId14" Type="http://schemas.openxmlformats.org/officeDocument/2006/relationships/customXml" Target="../ink/ink247.xml"/><Relationship Id="rId35" Type="http://schemas.openxmlformats.org/officeDocument/2006/relationships/image" Target="../media/image256.png"/><Relationship Id="rId56" Type="http://schemas.openxmlformats.org/officeDocument/2006/relationships/customXml" Target="../ink/ink268.xml"/><Relationship Id="rId77" Type="http://schemas.openxmlformats.org/officeDocument/2006/relationships/image" Target="../media/image277.png"/><Relationship Id="rId100" Type="http://schemas.openxmlformats.org/officeDocument/2006/relationships/customXml" Target="../ink/ink290.xml"/><Relationship Id="rId282" Type="http://schemas.openxmlformats.org/officeDocument/2006/relationships/customXml" Target="../ink/ink381.xml"/><Relationship Id="rId317" Type="http://schemas.openxmlformats.org/officeDocument/2006/relationships/image" Target="../media/image397.png"/><Relationship Id="rId338" Type="http://schemas.openxmlformats.org/officeDocument/2006/relationships/customXml" Target="../ink/ink409.xml"/><Relationship Id="rId359" Type="http://schemas.openxmlformats.org/officeDocument/2006/relationships/customXml" Target="../ink/ink420.xml"/><Relationship Id="rId8" Type="http://schemas.openxmlformats.org/officeDocument/2006/relationships/customXml" Target="../ink/ink244.xml"/><Relationship Id="rId98" Type="http://schemas.openxmlformats.org/officeDocument/2006/relationships/customXml" Target="../ink/ink289.xml"/><Relationship Id="rId121" Type="http://schemas.openxmlformats.org/officeDocument/2006/relationships/image" Target="../media/image299.png"/><Relationship Id="rId142" Type="http://schemas.openxmlformats.org/officeDocument/2006/relationships/customXml" Target="../ink/ink311.xml"/><Relationship Id="rId163" Type="http://schemas.openxmlformats.org/officeDocument/2006/relationships/image" Target="../media/image320.png"/><Relationship Id="rId184" Type="http://schemas.openxmlformats.org/officeDocument/2006/relationships/customXml" Target="../ink/ink332.xml"/><Relationship Id="rId219" Type="http://schemas.openxmlformats.org/officeDocument/2006/relationships/image" Target="../media/image348.png"/><Relationship Id="rId370" Type="http://schemas.openxmlformats.org/officeDocument/2006/relationships/image" Target="../media/image422.png"/><Relationship Id="rId230" Type="http://schemas.openxmlformats.org/officeDocument/2006/relationships/customXml" Target="../ink/ink355.xml"/><Relationship Id="rId251" Type="http://schemas.openxmlformats.org/officeDocument/2006/relationships/image" Target="../media/image364.png"/><Relationship Id="rId25" Type="http://schemas.openxmlformats.org/officeDocument/2006/relationships/image" Target="../media/image251.png"/><Relationship Id="rId46" Type="http://schemas.openxmlformats.org/officeDocument/2006/relationships/customXml" Target="../ink/ink263.xml"/><Relationship Id="rId67" Type="http://schemas.openxmlformats.org/officeDocument/2006/relationships/image" Target="../media/image272.png"/><Relationship Id="rId272" Type="http://schemas.openxmlformats.org/officeDocument/2006/relationships/customXml" Target="../ink/ink376.xml"/><Relationship Id="rId293" Type="http://schemas.openxmlformats.org/officeDocument/2006/relationships/image" Target="../media/image385.png"/><Relationship Id="rId307" Type="http://schemas.openxmlformats.org/officeDocument/2006/relationships/image" Target="../media/image392.png"/><Relationship Id="rId328" Type="http://schemas.openxmlformats.org/officeDocument/2006/relationships/customXml" Target="../ink/ink404.xml"/><Relationship Id="rId349" Type="http://schemas.openxmlformats.org/officeDocument/2006/relationships/customXml" Target="../ink/ink415.xml"/><Relationship Id="rId88" Type="http://schemas.openxmlformats.org/officeDocument/2006/relationships/customXml" Target="../ink/ink284.xml"/><Relationship Id="rId111" Type="http://schemas.openxmlformats.org/officeDocument/2006/relationships/image" Target="../media/image294.png"/><Relationship Id="rId132" Type="http://schemas.openxmlformats.org/officeDocument/2006/relationships/customXml" Target="../ink/ink306.xml"/><Relationship Id="rId153" Type="http://schemas.openxmlformats.org/officeDocument/2006/relationships/image" Target="../media/image315.png"/><Relationship Id="rId174" Type="http://schemas.openxmlformats.org/officeDocument/2006/relationships/customXml" Target="../ink/ink327.xml"/><Relationship Id="rId195" Type="http://schemas.openxmlformats.org/officeDocument/2006/relationships/image" Target="../media/image336.png"/><Relationship Id="rId209" Type="http://schemas.openxmlformats.org/officeDocument/2006/relationships/image" Target="../media/image343.png"/><Relationship Id="rId360" Type="http://schemas.openxmlformats.org/officeDocument/2006/relationships/image" Target="../media/image417.png"/><Relationship Id="rId220" Type="http://schemas.openxmlformats.org/officeDocument/2006/relationships/customXml" Target="../ink/ink350.xml"/><Relationship Id="rId241" Type="http://schemas.openxmlformats.org/officeDocument/2006/relationships/image" Target="../media/image359.png"/><Relationship Id="rId15" Type="http://schemas.openxmlformats.org/officeDocument/2006/relationships/image" Target="../media/image246.png"/><Relationship Id="rId36" Type="http://schemas.openxmlformats.org/officeDocument/2006/relationships/customXml" Target="../ink/ink258.xml"/><Relationship Id="rId57" Type="http://schemas.openxmlformats.org/officeDocument/2006/relationships/image" Target="../media/image267.png"/><Relationship Id="rId262" Type="http://schemas.openxmlformats.org/officeDocument/2006/relationships/customXml" Target="../ink/ink371.xml"/><Relationship Id="rId283" Type="http://schemas.openxmlformats.org/officeDocument/2006/relationships/image" Target="../media/image380.png"/><Relationship Id="rId318" Type="http://schemas.openxmlformats.org/officeDocument/2006/relationships/customXml" Target="../ink/ink399.xml"/><Relationship Id="rId339" Type="http://schemas.openxmlformats.org/officeDocument/2006/relationships/image" Target="../media/image407.png"/><Relationship Id="rId78" Type="http://schemas.openxmlformats.org/officeDocument/2006/relationships/customXml" Target="../ink/ink279.xml"/><Relationship Id="rId99" Type="http://schemas.openxmlformats.org/officeDocument/2006/relationships/image" Target="../media/image288.png"/><Relationship Id="rId101" Type="http://schemas.openxmlformats.org/officeDocument/2006/relationships/image" Target="../media/image289.png"/><Relationship Id="rId122" Type="http://schemas.openxmlformats.org/officeDocument/2006/relationships/customXml" Target="../ink/ink301.xml"/><Relationship Id="rId143" Type="http://schemas.openxmlformats.org/officeDocument/2006/relationships/image" Target="../media/image310.png"/><Relationship Id="rId164" Type="http://schemas.openxmlformats.org/officeDocument/2006/relationships/customXml" Target="../ink/ink322.xml"/><Relationship Id="rId185" Type="http://schemas.openxmlformats.org/officeDocument/2006/relationships/image" Target="../media/image331.png"/><Relationship Id="rId350" Type="http://schemas.openxmlformats.org/officeDocument/2006/relationships/image" Target="../media/image412.png"/><Relationship Id="rId371" Type="http://schemas.openxmlformats.org/officeDocument/2006/relationships/customXml" Target="../ink/ink426.xml"/><Relationship Id="rId9" Type="http://schemas.openxmlformats.org/officeDocument/2006/relationships/image" Target="../media/image243.png"/><Relationship Id="rId210" Type="http://schemas.openxmlformats.org/officeDocument/2006/relationships/customXml" Target="../ink/ink345.xml"/><Relationship Id="rId26" Type="http://schemas.openxmlformats.org/officeDocument/2006/relationships/customXml" Target="../ink/ink253.xml"/><Relationship Id="rId231" Type="http://schemas.openxmlformats.org/officeDocument/2006/relationships/image" Target="../media/image354.png"/><Relationship Id="rId252" Type="http://schemas.openxmlformats.org/officeDocument/2006/relationships/customXml" Target="../ink/ink366.xml"/><Relationship Id="rId273" Type="http://schemas.openxmlformats.org/officeDocument/2006/relationships/image" Target="../media/image375.png"/><Relationship Id="rId294" Type="http://schemas.openxmlformats.org/officeDocument/2006/relationships/customXml" Target="../ink/ink387.xml"/><Relationship Id="rId308" Type="http://schemas.openxmlformats.org/officeDocument/2006/relationships/customXml" Target="../ink/ink394.xml"/><Relationship Id="rId329" Type="http://schemas.openxmlformats.org/officeDocument/2006/relationships/image" Target="../media/image403.png"/><Relationship Id="rId47" Type="http://schemas.openxmlformats.org/officeDocument/2006/relationships/image" Target="../media/image262.png"/><Relationship Id="rId68" Type="http://schemas.openxmlformats.org/officeDocument/2006/relationships/customXml" Target="../ink/ink274.xml"/><Relationship Id="rId89" Type="http://schemas.openxmlformats.org/officeDocument/2006/relationships/image" Target="../media/image283.png"/><Relationship Id="rId112" Type="http://schemas.openxmlformats.org/officeDocument/2006/relationships/customXml" Target="../ink/ink296.xml"/><Relationship Id="rId133" Type="http://schemas.openxmlformats.org/officeDocument/2006/relationships/image" Target="../media/image305.png"/><Relationship Id="rId154" Type="http://schemas.openxmlformats.org/officeDocument/2006/relationships/customXml" Target="../ink/ink317.xml"/><Relationship Id="rId175" Type="http://schemas.openxmlformats.org/officeDocument/2006/relationships/image" Target="../media/image326.png"/><Relationship Id="rId340" Type="http://schemas.openxmlformats.org/officeDocument/2006/relationships/customXml" Target="../ink/ink410.xml"/><Relationship Id="rId361" Type="http://schemas.openxmlformats.org/officeDocument/2006/relationships/customXml" Target="../ink/ink421.xml"/><Relationship Id="rId196" Type="http://schemas.openxmlformats.org/officeDocument/2006/relationships/customXml" Target="../ink/ink338.xml"/><Relationship Id="rId200" Type="http://schemas.openxmlformats.org/officeDocument/2006/relationships/customXml" Target="../ink/ink340.xml"/><Relationship Id="rId16" Type="http://schemas.openxmlformats.org/officeDocument/2006/relationships/customXml" Target="../ink/ink248.xml"/><Relationship Id="rId221" Type="http://schemas.openxmlformats.org/officeDocument/2006/relationships/image" Target="../media/image349.png"/><Relationship Id="rId242" Type="http://schemas.openxmlformats.org/officeDocument/2006/relationships/customXml" Target="../ink/ink361.xml"/><Relationship Id="rId263" Type="http://schemas.openxmlformats.org/officeDocument/2006/relationships/image" Target="../media/image370.png"/><Relationship Id="rId284" Type="http://schemas.openxmlformats.org/officeDocument/2006/relationships/customXml" Target="../ink/ink382.xml"/><Relationship Id="rId319" Type="http://schemas.openxmlformats.org/officeDocument/2006/relationships/image" Target="../media/image398.png"/><Relationship Id="rId37" Type="http://schemas.openxmlformats.org/officeDocument/2006/relationships/image" Target="../media/image257.png"/><Relationship Id="rId58" Type="http://schemas.openxmlformats.org/officeDocument/2006/relationships/customXml" Target="../ink/ink269.xml"/><Relationship Id="rId79" Type="http://schemas.openxmlformats.org/officeDocument/2006/relationships/image" Target="../media/image278.png"/><Relationship Id="rId102" Type="http://schemas.openxmlformats.org/officeDocument/2006/relationships/customXml" Target="../ink/ink291.xml"/><Relationship Id="rId123" Type="http://schemas.openxmlformats.org/officeDocument/2006/relationships/image" Target="../media/image300.png"/><Relationship Id="rId144" Type="http://schemas.openxmlformats.org/officeDocument/2006/relationships/customXml" Target="../ink/ink312.xml"/><Relationship Id="rId330" Type="http://schemas.openxmlformats.org/officeDocument/2006/relationships/customXml" Target="../ink/ink405.xml"/><Relationship Id="rId90" Type="http://schemas.openxmlformats.org/officeDocument/2006/relationships/customXml" Target="../ink/ink285.xml"/><Relationship Id="rId165" Type="http://schemas.openxmlformats.org/officeDocument/2006/relationships/image" Target="../media/image321.png"/><Relationship Id="rId186" Type="http://schemas.openxmlformats.org/officeDocument/2006/relationships/customXml" Target="../ink/ink333.xml"/><Relationship Id="rId351" Type="http://schemas.openxmlformats.org/officeDocument/2006/relationships/customXml" Target="../ink/ink416.xml"/><Relationship Id="rId372" Type="http://schemas.openxmlformats.org/officeDocument/2006/relationships/image" Target="../media/image423.png"/><Relationship Id="rId211" Type="http://schemas.openxmlformats.org/officeDocument/2006/relationships/image" Target="../media/image344.png"/><Relationship Id="rId232" Type="http://schemas.openxmlformats.org/officeDocument/2006/relationships/customXml" Target="../ink/ink356.xml"/><Relationship Id="rId253" Type="http://schemas.openxmlformats.org/officeDocument/2006/relationships/image" Target="../media/image365.png"/><Relationship Id="rId274" Type="http://schemas.openxmlformats.org/officeDocument/2006/relationships/customXml" Target="../ink/ink377.xml"/><Relationship Id="rId295" Type="http://schemas.openxmlformats.org/officeDocument/2006/relationships/image" Target="../media/image386.png"/><Relationship Id="rId309" Type="http://schemas.openxmlformats.org/officeDocument/2006/relationships/image" Target="../media/image393.png"/><Relationship Id="rId27" Type="http://schemas.openxmlformats.org/officeDocument/2006/relationships/image" Target="../media/image252.png"/><Relationship Id="rId48" Type="http://schemas.openxmlformats.org/officeDocument/2006/relationships/customXml" Target="../ink/ink264.xml"/><Relationship Id="rId69" Type="http://schemas.openxmlformats.org/officeDocument/2006/relationships/image" Target="../media/image273.png"/><Relationship Id="rId113" Type="http://schemas.openxmlformats.org/officeDocument/2006/relationships/image" Target="../media/image295.png"/><Relationship Id="rId134" Type="http://schemas.openxmlformats.org/officeDocument/2006/relationships/customXml" Target="../ink/ink307.xml"/><Relationship Id="rId320" Type="http://schemas.openxmlformats.org/officeDocument/2006/relationships/customXml" Target="../ink/ink400.xml"/><Relationship Id="rId80" Type="http://schemas.openxmlformats.org/officeDocument/2006/relationships/customXml" Target="../ink/ink280.xml"/><Relationship Id="rId155" Type="http://schemas.openxmlformats.org/officeDocument/2006/relationships/image" Target="../media/image316.png"/><Relationship Id="rId176" Type="http://schemas.openxmlformats.org/officeDocument/2006/relationships/customXml" Target="../ink/ink328.xml"/><Relationship Id="rId197" Type="http://schemas.openxmlformats.org/officeDocument/2006/relationships/image" Target="../media/image337.png"/><Relationship Id="rId341" Type="http://schemas.openxmlformats.org/officeDocument/2006/relationships/customXml" Target="../ink/ink411.xml"/><Relationship Id="rId362" Type="http://schemas.openxmlformats.org/officeDocument/2006/relationships/image" Target="../media/image418.png"/><Relationship Id="rId201" Type="http://schemas.openxmlformats.org/officeDocument/2006/relationships/image" Target="../media/image339.png"/><Relationship Id="rId222" Type="http://schemas.openxmlformats.org/officeDocument/2006/relationships/customXml" Target="../ink/ink351.xml"/><Relationship Id="rId243" Type="http://schemas.openxmlformats.org/officeDocument/2006/relationships/image" Target="../media/image360.png"/><Relationship Id="rId264" Type="http://schemas.openxmlformats.org/officeDocument/2006/relationships/customXml" Target="../ink/ink372.xml"/><Relationship Id="rId285" Type="http://schemas.openxmlformats.org/officeDocument/2006/relationships/image" Target="../media/image381.png"/><Relationship Id="rId17" Type="http://schemas.openxmlformats.org/officeDocument/2006/relationships/image" Target="../media/image247.png"/><Relationship Id="rId38" Type="http://schemas.openxmlformats.org/officeDocument/2006/relationships/customXml" Target="../ink/ink259.xml"/><Relationship Id="rId59" Type="http://schemas.openxmlformats.org/officeDocument/2006/relationships/image" Target="../media/image268.png"/><Relationship Id="rId103" Type="http://schemas.openxmlformats.org/officeDocument/2006/relationships/image" Target="../media/image290.png"/><Relationship Id="rId124" Type="http://schemas.openxmlformats.org/officeDocument/2006/relationships/customXml" Target="../ink/ink302.xml"/><Relationship Id="rId310" Type="http://schemas.openxmlformats.org/officeDocument/2006/relationships/customXml" Target="../ink/ink395.xml"/><Relationship Id="rId70" Type="http://schemas.openxmlformats.org/officeDocument/2006/relationships/customXml" Target="../ink/ink275.xml"/><Relationship Id="rId91" Type="http://schemas.openxmlformats.org/officeDocument/2006/relationships/image" Target="../media/image284.png"/><Relationship Id="rId145" Type="http://schemas.openxmlformats.org/officeDocument/2006/relationships/image" Target="../media/image311.png"/><Relationship Id="rId166" Type="http://schemas.openxmlformats.org/officeDocument/2006/relationships/customXml" Target="../ink/ink323.xml"/><Relationship Id="rId187" Type="http://schemas.openxmlformats.org/officeDocument/2006/relationships/image" Target="../media/image332.png"/><Relationship Id="rId331" Type="http://schemas.openxmlformats.org/officeDocument/2006/relationships/image" Target="../media/image404.png"/><Relationship Id="rId352" Type="http://schemas.openxmlformats.org/officeDocument/2006/relationships/image" Target="../media/image413.png"/><Relationship Id="rId373" Type="http://schemas.openxmlformats.org/officeDocument/2006/relationships/customXml" Target="../ink/ink427.xml"/><Relationship Id="rId1" Type="http://schemas.openxmlformats.org/officeDocument/2006/relationships/slideLayout" Target="../slideLayouts/slideLayout23.xml"/><Relationship Id="rId212" Type="http://schemas.openxmlformats.org/officeDocument/2006/relationships/customXml" Target="../ink/ink346.xml"/><Relationship Id="rId233" Type="http://schemas.openxmlformats.org/officeDocument/2006/relationships/image" Target="../media/image355.png"/><Relationship Id="rId254" Type="http://schemas.openxmlformats.org/officeDocument/2006/relationships/customXml" Target="../ink/ink367.xml"/><Relationship Id="rId28" Type="http://schemas.openxmlformats.org/officeDocument/2006/relationships/customXml" Target="../ink/ink254.xml"/><Relationship Id="rId49" Type="http://schemas.openxmlformats.org/officeDocument/2006/relationships/image" Target="../media/image263.png"/><Relationship Id="rId114" Type="http://schemas.openxmlformats.org/officeDocument/2006/relationships/customXml" Target="../ink/ink297.xml"/><Relationship Id="rId275" Type="http://schemas.openxmlformats.org/officeDocument/2006/relationships/image" Target="../media/image376.png"/><Relationship Id="rId296" Type="http://schemas.openxmlformats.org/officeDocument/2006/relationships/customXml" Target="../ink/ink388.xml"/><Relationship Id="rId300" Type="http://schemas.openxmlformats.org/officeDocument/2006/relationships/customXml" Target="../ink/ink390.xml"/><Relationship Id="rId60" Type="http://schemas.openxmlformats.org/officeDocument/2006/relationships/customXml" Target="../ink/ink270.xml"/><Relationship Id="rId81" Type="http://schemas.openxmlformats.org/officeDocument/2006/relationships/image" Target="../media/image279.png"/><Relationship Id="rId135" Type="http://schemas.openxmlformats.org/officeDocument/2006/relationships/image" Target="../media/image306.png"/><Relationship Id="rId156" Type="http://schemas.openxmlformats.org/officeDocument/2006/relationships/customXml" Target="../ink/ink318.xml"/><Relationship Id="rId177" Type="http://schemas.openxmlformats.org/officeDocument/2006/relationships/image" Target="../media/image327.png"/><Relationship Id="rId198" Type="http://schemas.openxmlformats.org/officeDocument/2006/relationships/customXml" Target="../ink/ink339.xml"/><Relationship Id="rId321" Type="http://schemas.openxmlformats.org/officeDocument/2006/relationships/image" Target="../media/image399.png"/><Relationship Id="rId342" Type="http://schemas.openxmlformats.org/officeDocument/2006/relationships/image" Target="../media/image408.png"/><Relationship Id="rId363" Type="http://schemas.openxmlformats.org/officeDocument/2006/relationships/customXml" Target="../ink/ink422.xml"/><Relationship Id="rId202" Type="http://schemas.openxmlformats.org/officeDocument/2006/relationships/customXml" Target="../ink/ink341.xml"/><Relationship Id="rId223" Type="http://schemas.openxmlformats.org/officeDocument/2006/relationships/image" Target="../media/image350.png"/><Relationship Id="rId244" Type="http://schemas.openxmlformats.org/officeDocument/2006/relationships/customXml" Target="../ink/ink362.xml"/><Relationship Id="rId18" Type="http://schemas.openxmlformats.org/officeDocument/2006/relationships/customXml" Target="../ink/ink249.xml"/><Relationship Id="rId39" Type="http://schemas.openxmlformats.org/officeDocument/2006/relationships/image" Target="../media/image258.png"/><Relationship Id="rId265" Type="http://schemas.openxmlformats.org/officeDocument/2006/relationships/image" Target="../media/image371.png"/><Relationship Id="rId286" Type="http://schemas.openxmlformats.org/officeDocument/2006/relationships/customXml" Target="../ink/ink383.xml"/><Relationship Id="rId50" Type="http://schemas.openxmlformats.org/officeDocument/2006/relationships/customXml" Target="../ink/ink265.xml"/><Relationship Id="rId104" Type="http://schemas.openxmlformats.org/officeDocument/2006/relationships/customXml" Target="../ink/ink292.xml"/><Relationship Id="rId125" Type="http://schemas.openxmlformats.org/officeDocument/2006/relationships/image" Target="../media/image301.png"/><Relationship Id="rId146" Type="http://schemas.openxmlformats.org/officeDocument/2006/relationships/customXml" Target="../ink/ink313.xml"/><Relationship Id="rId167" Type="http://schemas.openxmlformats.org/officeDocument/2006/relationships/image" Target="../media/image322.png"/><Relationship Id="rId188" Type="http://schemas.openxmlformats.org/officeDocument/2006/relationships/customXml" Target="../ink/ink334.xml"/><Relationship Id="rId311" Type="http://schemas.openxmlformats.org/officeDocument/2006/relationships/image" Target="../media/image394.png"/><Relationship Id="rId332" Type="http://schemas.openxmlformats.org/officeDocument/2006/relationships/customXml" Target="../ink/ink406.xml"/><Relationship Id="rId353" Type="http://schemas.openxmlformats.org/officeDocument/2006/relationships/customXml" Target="../ink/ink417.xml"/><Relationship Id="rId374" Type="http://schemas.openxmlformats.org/officeDocument/2006/relationships/image" Target="../media/image424.png"/><Relationship Id="rId71" Type="http://schemas.openxmlformats.org/officeDocument/2006/relationships/image" Target="../media/image274.png"/><Relationship Id="rId92" Type="http://schemas.openxmlformats.org/officeDocument/2006/relationships/customXml" Target="../ink/ink286.xml"/><Relationship Id="rId213" Type="http://schemas.openxmlformats.org/officeDocument/2006/relationships/image" Target="../media/image345.png"/><Relationship Id="rId234" Type="http://schemas.openxmlformats.org/officeDocument/2006/relationships/customXml" Target="../ink/ink357.xml"/><Relationship Id="rId2" Type="http://schemas.openxmlformats.org/officeDocument/2006/relationships/customXml" Target="../ink/ink241.xml"/><Relationship Id="rId29" Type="http://schemas.openxmlformats.org/officeDocument/2006/relationships/image" Target="../media/image253.png"/><Relationship Id="rId255" Type="http://schemas.openxmlformats.org/officeDocument/2006/relationships/image" Target="../media/image366.png"/><Relationship Id="rId276" Type="http://schemas.openxmlformats.org/officeDocument/2006/relationships/customXml" Target="../ink/ink378.xml"/><Relationship Id="rId297" Type="http://schemas.openxmlformats.org/officeDocument/2006/relationships/image" Target="../media/image387.png"/><Relationship Id="rId40" Type="http://schemas.openxmlformats.org/officeDocument/2006/relationships/customXml" Target="../ink/ink260.xml"/><Relationship Id="rId115" Type="http://schemas.openxmlformats.org/officeDocument/2006/relationships/image" Target="../media/image296.png"/><Relationship Id="rId136" Type="http://schemas.openxmlformats.org/officeDocument/2006/relationships/customXml" Target="../ink/ink308.xml"/><Relationship Id="rId157" Type="http://schemas.openxmlformats.org/officeDocument/2006/relationships/image" Target="../media/image317.png"/><Relationship Id="rId178" Type="http://schemas.openxmlformats.org/officeDocument/2006/relationships/customXml" Target="../ink/ink329.xml"/><Relationship Id="rId301" Type="http://schemas.openxmlformats.org/officeDocument/2006/relationships/image" Target="../media/image389.png"/><Relationship Id="rId322" Type="http://schemas.openxmlformats.org/officeDocument/2006/relationships/customXml" Target="../ink/ink401.xml"/><Relationship Id="rId343" Type="http://schemas.openxmlformats.org/officeDocument/2006/relationships/customXml" Target="../ink/ink412.xml"/><Relationship Id="rId364" Type="http://schemas.openxmlformats.org/officeDocument/2006/relationships/image" Target="../media/image419.png"/><Relationship Id="rId61" Type="http://schemas.openxmlformats.org/officeDocument/2006/relationships/image" Target="../media/image269.png"/><Relationship Id="rId82" Type="http://schemas.openxmlformats.org/officeDocument/2006/relationships/customXml" Target="../ink/ink281.xml"/><Relationship Id="rId199" Type="http://schemas.openxmlformats.org/officeDocument/2006/relationships/image" Target="../media/image338.png"/><Relationship Id="rId203" Type="http://schemas.openxmlformats.org/officeDocument/2006/relationships/image" Target="../media/image340.png"/><Relationship Id="rId19" Type="http://schemas.openxmlformats.org/officeDocument/2006/relationships/image" Target="../media/image248.png"/><Relationship Id="rId224" Type="http://schemas.openxmlformats.org/officeDocument/2006/relationships/customXml" Target="../ink/ink352.xml"/><Relationship Id="rId245" Type="http://schemas.openxmlformats.org/officeDocument/2006/relationships/image" Target="../media/image361.png"/><Relationship Id="rId266" Type="http://schemas.openxmlformats.org/officeDocument/2006/relationships/customXml" Target="../ink/ink373.xml"/><Relationship Id="rId287" Type="http://schemas.openxmlformats.org/officeDocument/2006/relationships/image" Target="../media/image382.png"/><Relationship Id="rId30" Type="http://schemas.openxmlformats.org/officeDocument/2006/relationships/customXml" Target="../ink/ink255.xml"/><Relationship Id="rId105" Type="http://schemas.openxmlformats.org/officeDocument/2006/relationships/image" Target="../media/image291.png"/><Relationship Id="rId126" Type="http://schemas.openxmlformats.org/officeDocument/2006/relationships/customXml" Target="../ink/ink303.xml"/><Relationship Id="rId147" Type="http://schemas.openxmlformats.org/officeDocument/2006/relationships/image" Target="../media/image312.png"/><Relationship Id="rId168" Type="http://schemas.openxmlformats.org/officeDocument/2006/relationships/customXml" Target="../ink/ink324.xml"/><Relationship Id="rId312" Type="http://schemas.openxmlformats.org/officeDocument/2006/relationships/customXml" Target="../ink/ink396.xml"/><Relationship Id="rId333" Type="http://schemas.openxmlformats.org/officeDocument/2006/relationships/image" Target="../media/image405.png"/><Relationship Id="rId354" Type="http://schemas.openxmlformats.org/officeDocument/2006/relationships/image" Target="../media/image414.png"/><Relationship Id="rId51" Type="http://schemas.openxmlformats.org/officeDocument/2006/relationships/image" Target="../media/image264.png"/><Relationship Id="rId72" Type="http://schemas.openxmlformats.org/officeDocument/2006/relationships/customXml" Target="../ink/ink276.xml"/><Relationship Id="rId93" Type="http://schemas.openxmlformats.org/officeDocument/2006/relationships/image" Target="../media/image285.png"/><Relationship Id="rId189" Type="http://schemas.openxmlformats.org/officeDocument/2006/relationships/image" Target="../media/image333.png"/><Relationship Id="rId375" Type="http://schemas.openxmlformats.org/officeDocument/2006/relationships/customXml" Target="../ink/ink428.xml"/><Relationship Id="rId3" Type="http://schemas.openxmlformats.org/officeDocument/2006/relationships/image" Target="../media/image240.png"/><Relationship Id="rId214" Type="http://schemas.openxmlformats.org/officeDocument/2006/relationships/customXml" Target="../ink/ink347.xml"/><Relationship Id="rId235" Type="http://schemas.openxmlformats.org/officeDocument/2006/relationships/image" Target="../media/image356.png"/><Relationship Id="rId256" Type="http://schemas.openxmlformats.org/officeDocument/2006/relationships/customXml" Target="../ink/ink368.xml"/><Relationship Id="rId277" Type="http://schemas.openxmlformats.org/officeDocument/2006/relationships/image" Target="../media/image377.png"/><Relationship Id="rId298" Type="http://schemas.openxmlformats.org/officeDocument/2006/relationships/customXml" Target="../ink/ink389.xml"/><Relationship Id="rId116" Type="http://schemas.openxmlformats.org/officeDocument/2006/relationships/customXml" Target="../ink/ink298.xml"/><Relationship Id="rId137" Type="http://schemas.openxmlformats.org/officeDocument/2006/relationships/image" Target="../media/image307.png"/><Relationship Id="rId158" Type="http://schemas.openxmlformats.org/officeDocument/2006/relationships/customXml" Target="../ink/ink319.xml"/><Relationship Id="rId302" Type="http://schemas.openxmlformats.org/officeDocument/2006/relationships/customXml" Target="../ink/ink391.xml"/><Relationship Id="rId323" Type="http://schemas.openxmlformats.org/officeDocument/2006/relationships/image" Target="../media/image400.png"/><Relationship Id="rId344" Type="http://schemas.openxmlformats.org/officeDocument/2006/relationships/image" Target="../media/image409.png"/><Relationship Id="rId20" Type="http://schemas.openxmlformats.org/officeDocument/2006/relationships/customXml" Target="../ink/ink250.xml"/><Relationship Id="rId41" Type="http://schemas.openxmlformats.org/officeDocument/2006/relationships/image" Target="../media/image259.png"/><Relationship Id="rId62" Type="http://schemas.openxmlformats.org/officeDocument/2006/relationships/customXml" Target="../ink/ink271.xml"/><Relationship Id="rId83" Type="http://schemas.openxmlformats.org/officeDocument/2006/relationships/image" Target="../media/image280.png"/><Relationship Id="rId179" Type="http://schemas.openxmlformats.org/officeDocument/2006/relationships/image" Target="../media/image328.png"/><Relationship Id="rId365" Type="http://schemas.openxmlformats.org/officeDocument/2006/relationships/customXml" Target="../ink/ink423.xml"/><Relationship Id="rId190" Type="http://schemas.openxmlformats.org/officeDocument/2006/relationships/customXml" Target="../ink/ink335.xml"/><Relationship Id="rId204" Type="http://schemas.openxmlformats.org/officeDocument/2006/relationships/customXml" Target="../ink/ink342.xml"/><Relationship Id="rId225" Type="http://schemas.openxmlformats.org/officeDocument/2006/relationships/image" Target="../media/image351.png"/><Relationship Id="rId246" Type="http://schemas.openxmlformats.org/officeDocument/2006/relationships/customXml" Target="../ink/ink363.xml"/><Relationship Id="rId267" Type="http://schemas.openxmlformats.org/officeDocument/2006/relationships/image" Target="../media/image372.png"/><Relationship Id="rId288" Type="http://schemas.openxmlformats.org/officeDocument/2006/relationships/customXml" Target="../ink/ink384.xml"/><Relationship Id="rId106" Type="http://schemas.openxmlformats.org/officeDocument/2006/relationships/customXml" Target="../ink/ink293.xml"/><Relationship Id="rId127" Type="http://schemas.openxmlformats.org/officeDocument/2006/relationships/image" Target="../media/image302.png"/><Relationship Id="rId313" Type="http://schemas.openxmlformats.org/officeDocument/2006/relationships/image" Target="../media/image395.png"/><Relationship Id="rId10" Type="http://schemas.openxmlformats.org/officeDocument/2006/relationships/customXml" Target="../ink/ink245.xml"/><Relationship Id="rId31" Type="http://schemas.openxmlformats.org/officeDocument/2006/relationships/image" Target="../media/image254.png"/><Relationship Id="rId52" Type="http://schemas.openxmlformats.org/officeDocument/2006/relationships/customXml" Target="../ink/ink266.xml"/><Relationship Id="rId73" Type="http://schemas.openxmlformats.org/officeDocument/2006/relationships/image" Target="../media/image275.png"/><Relationship Id="rId94" Type="http://schemas.openxmlformats.org/officeDocument/2006/relationships/customXml" Target="../ink/ink287.xml"/><Relationship Id="rId148" Type="http://schemas.openxmlformats.org/officeDocument/2006/relationships/customXml" Target="../ink/ink314.xml"/><Relationship Id="rId169" Type="http://schemas.openxmlformats.org/officeDocument/2006/relationships/image" Target="../media/image323.png"/><Relationship Id="rId334" Type="http://schemas.openxmlformats.org/officeDocument/2006/relationships/customXml" Target="../ink/ink407.xml"/><Relationship Id="rId355" Type="http://schemas.openxmlformats.org/officeDocument/2006/relationships/customXml" Target="../ink/ink418.xml"/><Relationship Id="rId376" Type="http://schemas.openxmlformats.org/officeDocument/2006/relationships/image" Target="../media/image425.png"/><Relationship Id="rId4" Type="http://schemas.openxmlformats.org/officeDocument/2006/relationships/customXml" Target="../ink/ink242.xml"/><Relationship Id="rId180" Type="http://schemas.openxmlformats.org/officeDocument/2006/relationships/customXml" Target="../ink/ink330.xml"/><Relationship Id="rId215" Type="http://schemas.openxmlformats.org/officeDocument/2006/relationships/image" Target="../media/image346.png"/><Relationship Id="rId236" Type="http://schemas.openxmlformats.org/officeDocument/2006/relationships/customXml" Target="../ink/ink358.xml"/><Relationship Id="rId257" Type="http://schemas.openxmlformats.org/officeDocument/2006/relationships/image" Target="../media/image367.png"/><Relationship Id="rId278" Type="http://schemas.openxmlformats.org/officeDocument/2006/relationships/customXml" Target="../ink/ink379.xml"/></Relationships>
</file>

<file path=ppt/slides/_rels/slide2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85.png"/><Relationship Id="rId21" Type="http://schemas.openxmlformats.org/officeDocument/2006/relationships/image" Target="../media/image437.png"/><Relationship Id="rId42" Type="http://schemas.openxmlformats.org/officeDocument/2006/relationships/customXml" Target="../ink/ink451.xml"/><Relationship Id="rId63" Type="http://schemas.openxmlformats.org/officeDocument/2006/relationships/image" Target="../media/image458.png"/><Relationship Id="rId84" Type="http://schemas.openxmlformats.org/officeDocument/2006/relationships/customXml" Target="../ink/ink472.xml"/><Relationship Id="rId138" Type="http://schemas.openxmlformats.org/officeDocument/2006/relationships/customXml" Target="../ink/ink499.xml"/><Relationship Id="rId159" Type="http://schemas.openxmlformats.org/officeDocument/2006/relationships/image" Target="../media/image506.png"/><Relationship Id="rId170" Type="http://schemas.openxmlformats.org/officeDocument/2006/relationships/customXml" Target="../ink/ink515.xml"/><Relationship Id="rId191" Type="http://schemas.openxmlformats.org/officeDocument/2006/relationships/image" Target="../media/image522.png"/><Relationship Id="rId205" Type="http://schemas.openxmlformats.org/officeDocument/2006/relationships/image" Target="../media/image529.png"/><Relationship Id="rId226" Type="http://schemas.openxmlformats.org/officeDocument/2006/relationships/customXml" Target="../ink/ink543.xml"/><Relationship Id="rId247" Type="http://schemas.openxmlformats.org/officeDocument/2006/relationships/image" Target="../media/image550.png"/><Relationship Id="rId107" Type="http://schemas.openxmlformats.org/officeDocument/2006/relationships/image" Target="../media/image480.png"/><Relationship Id="rId11" Type="http://schemas.openxmlformats.org/officeDocument/2006/relationships/image" Target="../media/image432.png"/><Relationship Id="rId32" Type="http://schemas.openxmlformats.org/officeDocument/2006/relationships/customXml" Target="../ink/ink446.xml"/><Relationship Id="rId53" Type="http://schemas.openxmlformats.org/officeDocument/2006/relationships/image" Target="../media/image453.png"/><Relationship Id="rId74" Type="http://schemas.openxmlformats.org/officeDocument/2006/relationships/customXml" Target="../ink/ink467.xml"/><Relationship Id="rId128" Type="http://schemas.openxmlformats.org/officeDocument/2006/relationships/customXml" Target="../ink/ink494.xml"/><Relationship Id="rId149" Type="http://schemas.openxmlformats.org/officeDocument/2006/relationships/image" Target="../media/image501.png"/><Relationship Id="rId5" Type="http://schemas.openxmlformats.org/officeDocument/2006/relationships/image" Target="../media/image429.png"/><Relationship Id="rId95" Type="http://schemas.openxmlformats.org/officeDocument/2006/relationships/image" Target="../media/image474.png"/><Relationship Id="rId160" Type="http://schemas.openxmlformats.org/officeDocument/2006/relationships/customXml" Target="../ink/ink510.xml"/><Relationship Id="rId181" Type="http://schemas.openxmlformats.org/officeDocument/2006/relationships/image" Target="../media/image517.png"/><Relationship Id="rId216" Type="http://schemas.openxmlformats.org/officeDocument/2006/relationships/customXml" Target="../ink/ink538.xml"/><Relationship Id="rId237" Type="http://schemas.openxmlformats.org/officeDocument/2006/relationships/image" Target="../media/image545.png"/><Relationship Id="rId22" Type="http://schemas.openxmlformats.org/officeDocument/2006/relationships/customXml" Target="../ink/ink441.xml"/><Relationship Id="rId43" Type="http://schemas.openxmlformats.org/officeDocument/2006/relationships/image" Target="../media/image448.png"/><Relationship Id="rId64" Type="http://schemas.openxmlformats.org/officeDocument/2006/relationships/customXml" Target="../ink/ink462.xml"/><Relationship Id="rId118" Type="http://schemas.openxmlformats.org/officeDocument/2006/relationships/customXml" Target="../ink/ink489.xml"/><Relationship Id="rId139" Type="http://schemas.openxmlformats.org/officeDocument/2006/relationships/image" Target="../media/image496.png"/><Relationship Id="rId85" Type="http://schemas.openxmlformats.org/officeDocument/2006/relationships/image" Target="../media/image469.png"/><Relationship Id="rId150" Type="http://schemas.openxmlformats.org/officeDocument/2006/relationships/customXml" Target="../ink/ink505.xml"/><Relationship Id="rId171" Type="http://schemas.openxmlformats.org/officeDocument/2006/relationships/image" Target="../media/image512.png"/><Relationship Id="rId192" Type="http://schemas.openxmlformats.org/officeDocument/2006/relationships/customXml" Target="../ink/ink526.xml"/><Relationship Id="rId206" Type="http://schemas.openxmlformats.org/officeDocument/2006/relationships/customXml" Target="../ink/ink533.xml"/><Relationship Id="rId227" Type="http://schemas.openxmlformats.org/officeDocument/2006/relationships/image" Target="../media/image540.png"/><Relationship Id="rId248" Type="http://schemas.openxmlformats.org/officeDocument/2006/relationships/customXml" Target="../ink/ink554.xml"/><Relationship Id="rId12" Type="http://schemas.openxmlformats.org/officeDocument/2006/relationships/customXml" Target="../ink/ink436.xml"/><Relationship Id="rId33" Type="http://schemas.openxmlformats.org/officeDocument/2006/relationships/image" Target="../media/image443.png"/><Relationship Id="rId108" Type="http://schemas.openxmlformats.org/officeDocument/2006/relationships/customXml" Target="../ink/ink484.xml"/><Relationship Id="rId129" Type="http://schemas.openxmlformats.org/officeDocument/2006/relationships/image" Target="../media/image491.png"/><Relationship Id="rId54" Type="http://schemas.openxmlformats.org/officeDocument/2006/relationships/customXml" Target="../ink/ink457.xml"/><Relationship Id="rId70" Type="http://schemas.openxmlformats.org/officeDocument/2006/relationships/customXml" Target="../ink/ink465.xml"/><Relationship Id="rId75" Type="http://schemas.openxmlformats.org/officeDocument/2006/relationships/image" Target="../media/image464.png"/><Relationship Id="rId91" Type="http://schemas.openxmlformats.org/officeDocument/2006/relationships/image" Target="../media/image472.png"/><Relationship Id="rId96" Type="http://schemas.openxmlformats.org/officeDocument/2006/relationships/customXml" Target="../ink/ink478.xml"/><Relationship Id="rId140" Type="http://schemas.openxmlformats.org/officeDocument/2006/relationships/customXml" Target="../ink/ink500.xml"/><Relationship Id="rId145" Type="http://schemas.openxmlformats.org/officeDocument/2006/relationships/image" Target="../media/image499.png"/><Relationship Id="rId161" Type="http://schemas.openxmlformats.org/officeDocument/2006/relationships/image" Target="../media/image507.png"/><Relationship Id="rId166" Type="http://schemas.openxmlformats.org/officeDocument/2006/relationships/customXml" Target="../ink/ink513.xml"/><Relationship Id="rId182" Type="http://schemas.openxmlformats.org/officeDocument/2006/relationships/customXml" Target="../ink/ink521.xml"/><Relationship Id="rId187" Type="http://schemas.openxmlformats.org/officeDocument/2006/relationships/image" Target="../media/image520.png"/><Relationship Id="rId217" Type="http://schemas.openxmlformats.org/officeDocument/2006/relationships/image" Target="../media/image535.png"/><Relationship Id="rId1" Type="http://schemas.openxmlformats.org/officeDocument/2006/relationships/slideLayout" Target="../slideLayouts/slideLayout23.xml"/><Relationship Id="rId6" Type="http://schemas.openxmlformats.org/officeDocument/2006/relationships/customXml" Target="../ink/ink433.xml"/><Relationship Id="rId212" Type="http://schemas.openxmlformats.org/officeDocument/2006/relationships/customXml" Target="../ink/ink536.xml"/><Relationship Id="rId233" Type="http://schemas.openxmlformats.org/officeDocument/2006/relationships/image" Target="../media/image543.png"/><Relationship Id="rId238" Type="http://schemas.openxmlformats.org/officeDocument/2006/relationships/customXml" Target="../ink/ink549.xml"/><Relationship Id="rId254" Type="http://schemas.openxmlformats.org/officeDocument/2006/relationships/customXml" Target="../ink/ink557.xml"/><Relationship Id="rId23" Type="http://schemas.openxmlformats.org/officeDocument/2006/relationships/image" Target="../media/image438.png"/><Relationship Id="rId28" Type="http://schemas.openxmlformats.org/officeDocument/2006/relationships/customXml" Target="../ink/ink444.xml"/><Relationship Id="rId49" Type="http://schemas.openxmlformats.org/officeDocument/2006/relationships/image" Target="../media/image451.png"/><Relationship Id="rId114" Type="http://schemas.openxmlformats.org/officeDocument/2006/relationships/customXml" Target="../ink/ink487.xml"/><Relationship Id="rId119" Type="http://schemas.openxmlformats.org/officeDocument/2006/relationships/image" Target="../media/image486.png"/><Relationship Id="rId44" Type="http://schemas.openxmlformats.org/officeDocument/2006/relationships/customXml" Target="../ink/ink452.xml"/><Relationship Id="rId60" Type="http://schemas.openxmlformats.org/officeDocument/2006/relationships/customXml" Target="../ink/ink460.xml"/><Relationship Id="rId65" Type="http://schemas.openxmlformats.org/officeDocument/2006/relationships/image" Target="../media/image459.png"/><Relationship Id="rId81" Type="http://schemas.openxmlformats.org/officeDocument/2006/relationships/image" Target="../media/image467.png"/><Relationship Id="rId86" Type="http://schemas.openxmlformats.org/officeDocument/2006/relationships/customXml" Target="../ink/ink473.xml"/><Relationship Id="rId130" Type="http://schemas.openxmlformats.org/officeDocument/2006/relationships/customXml" Target="../ink/ink495.xml"/><Relationship Id="rId135" Type="http://schemas.openxmlformats.org/officeDocument/2006/relationships/image" Target="../media/image494.png"/><Relationship Id="rId151" Type="http://schemas.openxmlformats.org/officeDocument/2006/relationships/image" Target="../media/image502.png"/><Relationship Id="rId156" Type="http://schemas.openxmlformats.org/officeDocument/2006/relationships/customXml" Target="../ink/ink508.xml"/><Relationship Id="rId177" Type="http://schemas.openxmlformats.org/officeDocument/2006/relationships/image" Target="../media/image515.png"/><Relationship Id="rId198" Type="http://schemas.openxmlformats.org/officeDocument/2006/relationships/customXml" Target="../ink/ink529.xml"/><Relationship Id="rId172" Type="http://schemas.openxmlformats.org/officeDocument/2006/relationships/customXml" Target="../ink/ink516.xml"/><Relationship Id="rId193" Type="http://schemas.openxmlformats.org/officeDocument/2006/relationships/image" Target="../media/image523.png"/><Relationship Id="rId202" Type="http://schemas.openxmlformats.org/officeDocument/2006/relationships/customXml" Target="../ink/ink531.xml"/><Relationship Id="rId207" Type="http://schemas.openxmlformats.org/officeDocument/2006/relationships/image" Target="../media/image530.png"/><Relationship Id="rId223" Type="http://schemas.openxmlformats.org/officeDocument/2006/relationships/image" Target="../media/image538.png"/><Relationship Id="rId228" Type="http://schemas.openxmlformats.org/officeDocument/2006/relationships/customXml" Target="../ink/ink544.xml"/><Relationship Id="rId244" Type="http://schemas.openxmlformats.org/officeDocument/2006/relationships/customXml" Target="../ink/ink552.xml"/><Relationship Id="rId249" Type="http://schemas.openxmlformats.org/officeDocument/2006/relationships/image" Target="../media/image551.png"/><Relationship Id="rId13" Type="http://schemas.openxmlformats.org/officeDocument/2006/relationships/image" Target="../media/image433.png"/><Relationship Id="rId18" Type="http://schemas.openxmlformats.org/officeDocument/2006/relationships/customXml" Target="../ink/ink439.xml"/><Relationship Id="rId39" Type="http://schemas.openxmlformats.org/officeDocument/2006/relationships/image" Target="../media/image446.png"/><Relationship Id="rId109" Type="http://schemas.openxmlformats.org/officeDocument/2006/relationships/image" Target="../media/image481.png"/><Relationship Id="rId34" Type="http://schemas.openxmlformats.org/officeDocument/2006/relationships/customXml" Target="../ink/ink447.xml"/><Relationship Id="rId50" Type="http://schemas.openxmlformats.org/officeDocument/2006/relationships/customXml" Target="../ink/ink455.xml"/><Relationship Id="rId55" Type="http://schemas.openxmlformats.org/officeDocument/2006/relationships/image" Target="../media/image454.png"/><Relationship Id="rId76" Type="http://schemas.openxmlformats.org/officeDocument/2006/relationships/customXml" Target="../ink/ink468.xml"/><Relationship Id="rId97" Type="http://schemas.openxmlformats.org/officeDocument/2006/relationships/image" Target="../media/image475.png"/><Relationship Id="rId104" Type="http://schemas.openxmlformats.org/officeDocument/2006/relationships/customXml" Target="../ink/ink482.xml"/><Relationship Id="rId120" Type="http://schemas.openxmlformats.org/officeDocument/2006/relationships/customXml" Target="../ink/ink490.xml"/><Relationship Id="rId125" Type="http://schemas.openxmlformats.org/officeDocument/2006/relationships/image" Target="../media/image489.png"/><Relationship Id="rId141" Type="http://schemas.openxmlformats.org/officeDocument/2006/relationships/image" Target="../media/image497.png"/><Relationship Id="rId146" Type="http://schemas.openxmlformats.org/officeDocument/2006/relationships/customXml" Target="../ink/ink503.xml"/><Relationship Id="rId167" Type="http://schemas.openxmlformats.org/officeDocument/2006/relationships/image" Target="../media/image510.png"/><Relationship Id="rId188" Type="http://schemas.openxmlformats.org/officeDocument/2006/relationships/customXml" Target="../ink/ink524.xml"/><Relationship Id="rId7" Type="http://schemas.openxmlformats.org/officeDocument/2006/relationships/image" Target="../media/image430.png"/><Relationship Id="rId71" Type="http://schemas.openxmlformats.org/officeDocument/2006/relationships/image" Target="../media/image462.png"/><Relationship Id="rId92" Type="http://schemas.openxmlformats.org/officeDocument/2006/relationships/customXml" Target="../ink/ink476.xml"/><Relationship Id="rId162" Type="http://schemas.openxmlformats.org/officeDocument/2006/relationships/customXml" Target="../ink/ink511.xml"/><Relationship Id="rId183" Type="http://schemas.openxmlformats.org/officeDocument/2006/relationships/image" Target="../media/image518.png"/><Relationship Id="rId213" Type="http://schemas.openxmlformats.org/officeDocument/2006/relationships/image" Target="../media/image533.png"/><Relationship Id="rId218" Type="http://schemas.openxmlformats.org/officeDocument/2006/relationships/customXml" Target="../ink/ink539.xml"/><Relationship Id="rId234" Type="http://schemas.openxmlformats.org/officeDocument/2006/relationships/customXml" Target="../ink/ink547.xml"/><Relationship Id="rId239" Type="http://schemas.openxmlformats.org/officeDocument/2006/relationships/image" Target="../media/image546.png"/><Relationship Id="rId2" Type="http://schemas.openxmlformats.org/officeDocument/2006/relationships/customXml" Target="../ink/ink431.xml"/><Relationship Id="rId29" Type="http://schemas.openxmlformats.org/officeDocument/2006/relationships/image" Target="../media/image441.png"/><Relationship Id="rId250" Type="http://schemas.openxmlformats.org/officeDocument/2006/relationships/customXml" Target="../ink/ink555.xml"/><Relationship Id="rId255" Type="http://schemas.openxmlformats.org/officeDocument/2006/relationships/image" Target="../media/image554.png"/><Relationship Id="rId24" Type="http://schemas.openxmlformats.org/officeDocument/2006/relationships/customXml" Target="../ink/ink442.xml"/><Relationship Id="rId40" Type="http://schemas.openxmlformats.org/officeDocument/2006/relationships/customXml" Target="../ink/ink450.xml"/><Relationship Id="rId45" Type="http://schemas.openxmlformats.org/officeDocument/2006/relationships/image" Target="../media/image449.png"/><Relationship Id="rId66" Type="http://schemas.openxmlformats.org/officeDocument/2006/relationships/customXml" Target="../ink/ink463.xml"/><Relationship Id="rId87" Type="http://schemas.openxmlformats.org/officeDocument/2006/relationships/image" Target="../media/image470.png"/><Relationship Id="rId110" Type="http://schemas.openxmlformats.org/officeDocument/2006/relationships/customXml" Target="../ink/ink485.xml"/><Relationship Id="rId115" Type="http://schemas.openxmlformats.org/officeDocument/2006/relationships/image" Target="../media/image484.png"/><Relationship Id="rId131" Type="http://schemas.openxmlformats.org/officeDocument/2006/relationships/image" Target="../media/image492.png"/><Relationship Id="rId136" Type="http://schemas.openxmlformats.org/officeDocument/2006/relationships/customXml" Target="../ink/ink498.xml"/><Relationship Id="rId157" Type="http://schemas.openxmlformats.org/officeDocument/2006/relationships/image" Target="../media/image505.png"/><Relationship Id="rId178" Type="http://schemas.openxmlformats.org/officeDocument/2006/relationships/customXml" Target="../ink/ink519.xml"/><Relationship Id="rId61" Type="http://schemas.openxmlformats.org/officeDocument/2006/relationships/image" Target="../media/image457.png"/><Relationship Id="rId82" Type="http://schemas.openxmlformats.org/officeDocument/2006/relationships/customXml" Target="../ink/ink471.xml"/><Relationship Id="rId152" Type="http://schemas.openxmlformats.org/officeDocument/2006/relationships/customXml" Target="../ink/ink506.xml"/><Relationship Id="rId173" Type="http://schemas.openxmlformats.org/officeDocument/2006/relationships/image" Target="../media/image513.png"/><Relationship Id="rId194" Type="http://schemas.openxmlformats.org/officeDocument/2006/relationships/customXml" Target="../ink/ink527.xml"/><Relationship Id="rId199" Type="http://schemas.openxmlformats.org/officeDocument/2006/relationships/image" Target="../media/image526.png"/><Relationship Id="rId203" Type="http://schemas.openxmlformats.org/officeDocument/2006/relationships/image" Target="../media/image528.png"/><Relationship Id="rId208" Type="http://schemas.openxmlformats.org/officeDocument/2006/relationships/customXml" Target="../ink/ink534.xml"/><Relationship Id="rId229" Type="http://schemas.openxmlformats.org/officeDocument/2006/relationships/image" Target="../media/image541.png"/><Relationship Id="rId19" Type="http://schemas.openxmlformats.org/officeDocument/2006/relationships/image" Target="../media/image436.png"/><Relationship Id="rId224" Type="http://schemas.openxmlformats.org/officeDocument/2006/relationships/customXml" Target="../ink/ink542.xml"/><Relationship Id="rId240" Type="http://schemas.openxmlformats.org/officeDocument/2006/relationships/customXml" Target="../ink/ink550.xml"/><Relationship Id="rId245" Type="http://schemas.openxmlformats.org/officeDocument/2006/relationships/image" Target="../media/image549.png"/><Relationship Id="rId14" Type="http://schemas.openxmlformats.org/officeDocument/2006/relationships/customXml" Target="../ink/ink437.xml"/><Relationship Id="rId30" Type="http://schemas.openxmlformats.org/officeDocument/2006/relationships/customXml" Target="../ink/ink445.xml"/><Relationship Id="rId35" Type="http://schemas.openxmlformats.org/officeDocument/2006/relationships/image" Target="../media/image444.png"/><Relationship Id="rId56" Type="http://schemas.openxmlformats.org/officeDocument/2006/relationships/customXml" Target="../ink/ink458.xml"/><Relationship Id="rId77" Type="http://schemas.openxmlformats.org/officeDocument/2006/relationships/image" Target="../media/image465.png"/><Relationship Id="rId100" Type="http://schemas.openxmlformats.org/officeDocument/2006/relationships/customXml" Target="../ink/ink480.xml"/><Relationship Id="rId105" Type="http://schemas.openxmlformats.org/officeDocument/2006/relationships/image" Target="../media/image479.png"/><Relationship Id="rId126" Type="http://schemas.openxmlformats.org/officeDocument/2006/relationships/customXml" Target="../ink/ink493.xml"/><Relationship Id="rId147" Type="http://schemas.openxmlformats.org/officeDocument/2006/relationships/image" Target="../media/image500.png"/><Relationship Id="rId168" Type="http://schemas.openxmlformats.org/officeDocument/2006/relationships/customXml" Target="../ink/ink514.xml"/><Relationship Id="rId8" Type="http://schemas.openxmlformats.org/officeDocument/2006/relationships/customXml" Target="../ink/ink434.xml"/><Relationship Id="rId51" Type="http://schemas.openxmlformats.org/officeDocument/2006/relationships/image" Target="../media/image452.png"/><Relationship Id="rId72" Type="http://schemas.openxmlformats.org/officeDocument/2006/relationships/customXml" Target="../ink/ink466.xml"/><Relationship Id="rId93" Type="http://schemas.openxmlformats.org/officeDocument/2006/relationships/image" Target="../media/image473.png"/><Relationship Id="rId98" Type="http://schemas.openxmlformats.org/officeDocument/2006/relationships/customXml" Target="../ink/ink479.xml"/><Relationship Id="rId121" Type="http://schemas.openxmlformats.org/officeDocument/2006/relationships/image" Target="../media/image487.png"/><Relationship Id="rId142" Type="http://schemas.openxmlformats.org/officeDocument/2006/relationships/customXml" Target="../ink/ink501.xml"/><Relationship Id="rId163" Type="http://schemas.openxmlformats.org/officeDocument/2006/relationships/image" Target="../media/image508.png"/><Relationship Id="rId184" Type="http://schemas.openxmlformats.org/officeDocument/2006/relationships/customXml" Target="../ink/ink522.xml"/><Relationship Id="rId189" Type="http://schemas.openxmlformats.org/officeDocument/2006/relationships/image" Target="../media/image521.png"/><Relationship Id="rId219" Type="http://schemas.openxmlformats.org/officeDocument/2006/relationships/image" Target="../media/image536.png"/><Relationship Id="rId3" Type="http://schemas.openxmlformats.org/officeDocument/2006/relationships/image" Target="../media/image428.png"/><Relationship Id="rId214" Type="http://schemas.openxmlformats.org/officeDocument/2006/relationships/customXml" Target="../ink/ink537.xml"/><Relationship Id="rId230" Type="http://schemas.openxmlformats.org/officeDocument/2006/relationships/customXml" Target="../ink/ink545.xml"/><Relationship Id="rId235" Type="http://schemas.openxmlformats.org/officeDocument/2006/relationships/image" Target="../media/image544.png"/><Relationship Id="rId251" Type="http://schemas.openxmlformats.org/officeDocument/2006/relationships/image" Target="../media/image552.png"/><Relationship Id="rId25" Type="http://schemas.openxmlformats.org/officeDocument/2006/relationships/image" Target="../media/image439.png"/><Relationship Id="rId46" Type="http://schemas.openxmlformats.org/officeDocument/2006/relationships/customXml" Target="../ink/ink453.xml"/><Relationship Id="rId67" Type="http://schemas.openxmlformats.org/officeDocument/2006/relationships/image" Target="../media/image460.png"/><Relationship Id="rId116" Type="http://schemas.openxmlformats.org/officeDocument/2006/relationships/customXml" Target="../ink/ink488.xml"/><Relationship Id="rId137" Type="http://schemas.openxmlformats.org/officeDocument/2006/relationships/image" Target="../media/image495.png"/><Relationship Id="rId158" Type="http://schemas.openxmlformats.org/officeDocument/2006/relationships/customXml" Target="../ink/ink509.xml"/><Relationship Id="rId20" Type="http://schemas.openxmlformats.org/officeDocument/2006/relationships/customXml" Target="../ink/ink440.xml"/><Relationship Id="rId41" Type="http://schemas.openxmlformats.org/officeDocument/2006/relationships/image" Target="../media/image447.png"/><Relationship Id="rId62" Type="http://schemas.openxmlformats.org/officeDocument/2006/relationships/customXml" Target="../ink/ink461.xml"/><Relationship Id="rId83" Type="http://schemas.openxmlformats.org/officeDocument/2006/relationships/image" Target="../media/image468.png"/><Relationship Id="rId88" Type="http://schemas.openxmlformats.org/officeDocument/2006/relationships/customXml" Target="../ink/ink474.xml"/><Relationship Id="rId111" Type="http://schemas.openxmlformats.org/officeDocument/2006/relationships/image" Target="../media/image482.png"/><Relationship Id="rId132" Type="http://schemas.openxmlformats.org/officeDocument/2006/relationships/customXml" Target="../ink/ink496.xml"/><Relationship Id="rId153" Type="http://schemas.openxmlformats.org/officeDocument/2006/relationships/image" Target="../media/image503.png"/><Relationship Id="rId174" Type="http://schemas.openxmlformats.org/officeDocument/2006/relationships/customXml" Target="../ink/ink517.xml"/><Relationship Id="rId179" Type="http://schemas.openxmlformats.org/officeDocument/2006/relationships/image" Target="../media/image516.png"/><Relationship Id="rId195" Type="http://schemas.openxmlformats.org/officeDocument/2006/relationships/image" Target="../media/image524.png"/><Relationship Id="rId209" Type="http://schemas.openxmlformats.org/officeDocument/2006/relationships/image" Target="../media/image531.png"/><Relationship Id="rId190" Type="http://schemas.openxmlformats.org/officeDocument/2006/relationships/customXml" Target="../ink/ink525.xml"/><Relationship Id="rId204" Type="http://schemas.openxmlformats.org/officeDocument/2006/relationships/customXml" Target="../ink/ink532.xml"/><Relationship Id="rId220" Type="http://schemas.openxmlformats.org/officeDocument/2006/relationships/customXml" Target="../ink/ink540.xml"/><Relationship Id="rId225" Type="http://schemas.openxmlformats.org/officeDocument/2006/relationships/image" Target="../media/image539.png"/><Relationship Id="rId241" Type="http://schemas.openxmlformats.org/officeDocument/2006/relationships/image" Target="../media/image547.png"/><Relationship Id="rId246" Type="http://schemas.openxmlformats.org/officeDocument/2006/relationships/customXml" Target="../ink/ink553.xml"/><Relationship Id="rId15" Type="http://schemas.openxmlformats.org/officeDocument/2006/relationships/image" Target="../media/image434.png"/><Relationship Id="rId36" Type="http://schemas.openxmlformats.org/officeDocument/2006/relationships/customXml" Target="../ink/ink448.xml"/><Relationship Id="rId57" Type="http://schemas.openxmlformats.org/officeDocument/2006/relationships/image" Target="../media/image455.png"/><Relationship Id="rId106" Type="http://schemas.openxmlformats.org/officeDocument/2006/relationships/customXml" Target="../ink/ink483.xml"/><Relationship Id="rId127" Type="http://schemas.openxmlformats.org/officeDocument/2006/relationships/image" Target="../media/image490.png"/><Relationship Id="rId10" Type="http://schemas.openxmlformats.org/officeDocument/2006/relationships/customXml" Target="../ink/ink435.xml"/><Relationship Id="rId31" Type="http://schemas.openxmlformats.org/officeDocument/2006/relationships/image" Target="../media/image442.png"/><Relationship Id="rId52" Type="http://schemas.openxmlformats.org/officeDocument/2006/relationships/customXml" Target="../ink/ink456.xml"/><Relationship Id="rId73" Type="http://schemas.openxmlformats.org/officeDocument/2006/relationships/image" Target="../media/image463.png"/><Relationship Id="rId78" Type="http://schemas.openxmlformats.org/officeDocument/2006/relationships/customXml" Target="../ink/ink469.xml"/><Relationship Id="rId94" Type="http://schemas.openxmlformats.org/officeDocument/2006/relationships/customXml" Target="../ink/ink477.xml"/><Relationship Id="rId99" Type="http://schemas.openxmlformats.org/officeDocument/2006/relationships/image" Target="../media/image476.png"/><Relationship Id="rId101" Type="http://schemas.openxmlformats.org/officeDocument/2006/relationships/image" Target="../media/image477.png"/><Relationship Id="rId122" Type="http://schemas.openxmlformats.org/officeDocument/2006/relationships/customXml" Target="../ink/ink491.xml"/><Relationship Id="rId143" Type="http://schemas.openxmlformats.org/officeDocument/2006/relationships/image" Target="../media/image498.png"/><Relationship Id="rId148" Type="http://schemas.openxmlformats.org/officeDocument/2006/relationships/customXml" Target="../ink/ink504.xml"/><Relationship Id="rId164" Type="http://schemas.openxmlformats.org/officeDocument/2006/relationships/customXml" Target="../ink/ink512.xml"/><Relationship Id="rId169" Type="http://schemas.openxmlformats.org/officeDocument/2006/relationships/image" Target="../media/image511.png"/><Relationship Id="rId185" Type="http://schemas.openxmlformats.org/officeDocument/2006/relationships/image" Target="../media/image519.png"/><Relationship Id="rId4" Type="http://schemas.openxmlformats.org/officeDocument/2006/relationships/customXml" Target="../ink/ink432.xml"/><Relationship Id="rId9" Type="http://schemas.openxmlformats.org/officeDocument/2006/relationships/image" Target="../media/image431.png"/><Relationship Id="rId180" Type="http://schemas.openxmlformats.org/officeDocument/2006/relationships/customXml" Target="../ink/ink520.xml"/><Relationship Id="rId210" Type="http://schemas.openxmlformats.org/officeDocument/2006/relationships/customXml" Target="../ink/ink535.xml"/><Relationship Id="rId215" Type="http://schemas.openxmlformats.org/officeDocument/2006/relationships/image" Target="../media/image534.png"/><Relationship Id="rId236" Type="http://schemas.openxmlformats.org/officeDocument/2006/relationships/customXml" Target="../ink/ink548.xml"/><Relationship Id="rId26" Type="http://schemas.openxmlformats.org/officeDocument/2006/relationships/customXml" Target="../ink/ink443.xml"/><Relationship Id="rId231" Type="http://schemas.openxmlformats.org/officeDocument/2006/relationships/image" Target="../media/image542.png"/><Relationship Id="rId252" Type="http://schemas.openxmlformats.org/officeDocument/2006/relationships/customXml" Target="../ink/ink556.xml"/><Relationship Id="rId47" Type="http://schemas.openxmlformats.org/officeDocument/2006/relationships/image" Target="../media/image450.png"/><Relationship Id="rId68" Type="http://schemas.openxmlformats.org/officeDocument/2006/relationships/customXml" Target="../ink/ink464.xml"/><Relationship Id="rId89" Type="http://schemas.openxmlformats.org/officeDocument/2006/relationships/image" Target="../media/image471.png"/><Relationship Id="rId112" Type="http://schemas.openxmlformats.org/officeDocument/2006/relationships/customXml" Target="../ink/ink486.xml"/><Relationship Id="rId133" Type="http://schemas.openxmlformats.org/officeDocument/2006/relationships/image" Target="../media/image493.png"/><Relationship Id="rId154" Type="http://schemas.openxmlformats.org/officeDocument/2006/relationships/customXml" Target="../ink/ink507.xml"/><Relationship Id="rId175" Type="http://schemas.openxmlformats.org/officeDocument/2006/relationships/image" Target="../media/image514.png"/><Relationship Id="rId196" Type="http://schemas.openxmlformats.org/officeDocument/2006/relationships/customXml" Target="../ink/ink528.xml"/><Relationship Id="rId200" Type="http://schemas.openxmlformats.org/officeDocument/2006/relationships/customXml" Target="../ink/ink530.xml"/><Relationship Id="rId16" Type="http://schemas.openxmlformats.org/officeDocument/2006/relationships/customXml" Target="../ink/ink438.xml"/><Relationship Id="rId221" Type="http://schemas.openxmlformats.org/officeDocument/2006/relationships/image" Target="../media/image537.png"/><Relationship Id="rId242" Type="http://schemas.openxmlformats.org/officeDocument/2006/relationships/customXml" Target="../ink/ink551.xml"/><Relationship Id="rId37" Type="http://schemas.openxmlformats.org/officeDocument/2006/relationships/image" Target="../media/image445.png"/><Relationship Id="rId58" Type="http://schemas.openxmlformats.org/officeDocument/2006/relationships/customXml" Target="../ink/ink459.xml"/><Relationship Id="rId79" Type="http://schemas.openxmlformats.org/officeDocument/2006/relationships/image" Target="../media/image466.png"/><Relationship Id="rId102" Type="http://schemas.openxmlformats.org/officeDocument/2006/relationships/customXml" Target="../ink/ink481.xml"/><Relationship Id="rId123" Type="http://schemas.openxmlformats.org/officeDocument/2006/relationships/image" Target="../media/image488.png"/><Relationship Id="rId144" Type="http://schemas.openxmlformats.org/officeDocument/2006/relationships/customXml" Target="../ink/ink502.xml"/><Relationship Id="rId90" Type="http://schemas.openxmlformats.org/officeDocument/2006/relationships/customXml" Target="../ink/ink475.xml"/><Relationship Id="rId165" Type="http://schemas.openxmlformats.org/officeDocument/2006/relationships/image" Target="../media/image509.png"/><Relationship Id="rId186" Type="http://schemas.openxmlformats.org/officeDocument/2006/relationships/customXml" Target="../ink/ink523.xml"/><Relationship Id="rId211" Type="http://schemas.openxmlformats.org/officeDocument/2006/relationships/image" Target="../media/image532.png"/><Relationship Id="rId232" Type="http://schemas.openxmlformats.org/officeDocument/2006/relationships/customXml" Target="../ink/ink546.xml"/><Relationship Id="rId253" Type="http://schemas.openxmlformats.org/officeDocument/2006/relationships/image" Target="../media/image553.png"/><Relationship Id="rId27" Type="http://schemas.openxmlformats.org/officeDocument/2006/relationships/image" Target="../media/image440.png"/><Relationship Id="rId48" Type="http://schemas.openxmlformats.org/officeDocument/2006/relationships/customXml" Target="../ink/ink454.xml"/><Relationship Id="rId69" Type="http://schemas.openxmlformats.org/officeDocument/2006/relationships/image" Target="../media/image461.png"/><Relationship Id="rId113" Type="http://schemas.openxmlformats.org/officeDocument/2006/relationships/image" Target="../media/image483.png"/><Relationship Id="rId134" Type="http://schemas.openxmlformats.org/officeDocument/2006/relationships/customXml" Target="../ink/ink497.xml"/><Relationship Id="rId80" Type="http://schemas.openxmlformats.org/officeDocument/2006/relationships/customXml" Target="../ink/ink470.xml"/><Relationship Id="rId155" Type="http://schemas.openxmlformats.org/officeDocument/2006/relationships/image" Target="../media/image504.png"/><Relationship Id="rId176" Type="http://schemas.openxmlformats.org/officeDocument/2006/relationships/customXml" Target="../ink/ink518.xml"/><Relationship Id="rId197" Type="http://schemas.openxmlformats.org/officeDocument/2006/relationships/image" Target="../media/image525.png"/><Relationship Id="rId201" Type="http://schemas.openxmlformats.org/officeDocument/2006/relationships/image" Target="../media/image527.png"/><Relationship Id="rId222" Type="http://schemas.openxmlformats.org/officeDocument/2006/relationships/customXml" Target="../ink/ink541.xml"/><Relationship Id="rId243" Type="http://schemas.openxmlformats.org/officeDocument/2006/relationships/image" Target="../media/image548.png"/><Relationship Id="rId17" Type="http://schemas.openxmlformats.org/officeDocument/2006/relationships/image" Target="../media/image435.png"/><Relationship Id="rId38" Type="http://schemas.openxmlformats.org/officeDocument/2006/relationships/customXml" Target="../ink/ink449.xml"/><Relationship Id="rId59" Type="http://schemas.openxmlformats.org/officeDocument/2006/relationships/image" Target="../media/image456.png"/><Relationship Id="rId103" Type="http://schemas.openxmlformats.org/officeDocument/2006/relationships/image" Target="../media/image478.png"/><Relationship Id="rId124" Type="http://schemas.openxmlformats.org/officeDocument/2006/relationships/customXml" Target="../ink/ink492.xml"/></Relationships>
</file>

<file path=ppt/slides/_rels/slide2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12.png"/><Relationship Id="rId299" Type="http://schemas.openxmlformats.org/officeDocument/2006/relationships/image" Target="../media/image703.png"/><Relationship Id="rId21" Type="http://schemas.openxmlformats.org/officeDocument/2006/relationships/image" Target="../media/image564.png"/><Relationship Id="rId63" Type="http://schemas.openxmlformats.org/officeDocument/2006/relationships/image" Target="../media/image585.png"/><Relationship Id="rId159" Type="http://schemas.openxmlformats.org/officeDocument/2006/relationships/image" Target="../media/image633.png"/><Relationship Id="rId324" Type="http://schemas.openxmlformats.org/officeDocument/2006/relationships/customXml" Target="../ink/ink719.xml"/><Relationship Id="rId366" Type="http://schemas.openxmlformats.org/officeDocument/2006/relationships/customXml" Target="../ink/ink740.xml"/><Relationship Id="rId531" Type="http://schemas.openxmlformats.org/officeDocument/2006/relationships/image" Target="../media/image819.png"/><Relationship Id="rId170" Type="http://schemas.openxmlformats.org/officeDocument/2006/relationships/customXml" Target="../ink/ink642.xml"/><Relationship Id="rId226" Type="http://schemas.openxmlformats.org/officeDocument/2006/relationships/customXml" Target="../ink/ink670.xml"/><Relationship Id="rId433" Type="http://schemas.openxmlformats.org/officeDocument/2006/relationships/image" Target="../media/image770.png"/><Relationship Id="rId268" Type="http://schemas.openxmlformats.org/officeDocument/2006/relationships/customXml" Target="../ink/ink691.xml"/><Relationship Id="rId475" Type="http://schemas.openxmlformats.org/officeDocument/2006/relationships/image" Target="../media/image791.png"/><Relationship Id="rId32" Type="http://schemas.openxmlformats.org/officeDocument/2006/relationships/customXml" Target="../ink/ink573.xml"/><Relationship Id="rId74" Type="http://schemas.openxmlformats.org/officeDocument/2006/relationships/customXml" Target="../ink/ink594.xml"/><Relationship Id="rId128" Type="http://schemas.openxmlformats.org/officeDocument/2006/relationships/customXml" Target="../ink/ink621.xml"/><Relationship Id="rId335" Type="http://schemas.openxmlformats.org/officeDocument/2006/relationships/image" Target="../media/image721.png"/><Relationship Id="rId377" Type="http://schemas.openxmlformats.org/officeDocument/2006/relationships/image" Target="../media/image742.png"/><Relationship Id="rId500" Type="http://schemas.openxmlformats.org/officeDocument/2006/relationships/customXml" Target="../ink/ink807.xml"/><Relationship Id="rId5" Type="http://schemas.openxmlformats.org/officeDocument/2006/relationships/image" Target="../media/image556.png"/><Relationship Id="rId181" Type="http://schemas.openxmlformats.org/officeDocument/2006/relationships/image" Target="../media/image644.png"/><Relationship Id="rId237" Type="http://schemas.openxmlformats.org/officeDocument/2006/relationships/image" Target="../media/image672.png"/><Relationship Id="rId402" Type="http://schemas.openxmlformats.org/officeDocument/2006/relationships/customXml" Target="../ink/ink758.xml"/><Relationship Id="rId279" Type="http://schemas.openxmlformats.org/officeDocument/2006/relationships/image" Target="../media/image693.png"/><Relationship Id="rId444" Type="http://schemas.openxmlformats.org/officeDocument/2006/relationships/customXml" Target="../ink/ink779.xml"/><Relationship Id="rId486" Type="http://schemas.openxmlformats.org/officeDocument/2006/relationships/customXml" Target="../ink/ink800.xml"/><Relationship Id="rId43" Type="http://schemas.openxmlformats.org/officeDocument/2006/relationships/image" Target="../media/image575.png"/><Relationship Id="rId139" Type="http://schemas.openxmlformats.org/officeDocument/2006/relationships/image" Target="../media/image623.png"/><Relationship Id="rId290" Type="http://schemas.openxmlformats.org/officeDocument/2006/relationships/customXml" Target="../ink/ink702.xml"/><Relationship Id="rId304" Type="http://schemas.openxmlformats.org/officeDocument/2006/relationships/customXml" Target="../ink/ink709.xml"/><Relationship Id="rId346" Type="http://schemas.openxmlformats.org/officeDocument/2006/relationships/customXml" Target="../ink/ink730.xml"/><Relationship Id="rId388" Type="http://schemas.openxmlformats.org/officeDocument/2006/relationships/customXml" Target="../ink/ink751.xml"/><Relationship Id="rId511" Type="http://schemas.openxmlformats.org/officeDocument/2006/relationships/image" Target="../media/image809.png"/><Relationship Id="rId85" Type="http://schemas.openxmlformats.org/officeDocument/2006/relationships/image" Target="../media/image596.png"/><Relationship Id="rId150" Type="http://schemas.openxmlformats.org/officeDocument/2006/relationships/customXml" Target="../ink/ink632.xml"/><Relationship Id="rId192" Type="http://schemas.openxmlformats.org/officeDocument/2006/relationships/customXml" Target="../ink/ink653.xml"/><Relationship Id="rId206" Type="http://schemas.openxmlformats.org/officeDocument/2006/relationships/customXml" Target="../ink/ink660.xml"/><Relationship Id="rId413" Type="http://schemas.openxmlformats.org/officeDocument/2006/relationships/image" Target="../media/image760.png"/><Relationship Id="rId248" Type="http://schemas.openxmlformats.org/officeDocument/2006/relationships/customXml" Target="../ink/ink681.xml"/><Relationship Id="rId455" Type="http://schemas.openxmlformats.org/officeDocument/2006/relationships/image" Target="../media/image781.png"/><Relationship Id="rId497" Type="http://schemas.openxmlformats.org/officeDocument/2006/relationships/image" Target="../media/image802.png"/><Relationship Id="rId12" Type="http://schemas.openxmlformats.org/officeDocument/2006/relationships/customXml" Target="../ink/ink563.xml"/><Relationship Id="rId108" Type="http://schemas.openxmlformats.org/officeDocument/2006/relationships/customXml" Target="../ink/ink611.xml"/><Relationship Id="rId315" Type="http://schemas.openxmlformats.org/officeDocument/2006/relationships/image" Target="../media/image711.png"/><Relationship Id="rId357" Type="http://schemas.openxmlformats.org/officeDocument/2006/relationships/image" Target="../media/image732.png"/><Relationship Id="rId522" Type="http://schemas.openxmlformats.org/officeDocument/2006/relationships/customXml" Target="../ink/ink818.xml"/><Relationship Id="rId54" Type="http://schemas.openxmlformats.org/officeDocument/2006/relationships/customXml" Target="../ink/ink584.xml"/><Relationship Id="rId96" Type="http://schemas.openxmlformats.org/officeDocument/2006/relationships/customXml" Target="../ink/ink605.xml"/><Relationship Id="rId161" Type="http://schemas.openxmlformats.org/officeDocument/2006/relationships/image" Target="../media/image634.png"/><Relationship Id="rId217" Type="http://schemas.openxmlformats.org/officeDocument/2006/relationships/image" Target="../media/image662.png"/><Relationship Id="rId399" Type="http://schemas.openxmlformats.org/officeDocument/2006/relationships/image" Target="../media/image753.png"/><Relationship Id="rId259" Type="http://schemas.openxmlformats.org/officeDocument/2006/relationships/image" Target="../media/image683.png"/><Relationship Id="rId424" Type="http://schemas.openxmlformats.org/officeDocument/2006/relationships/customXml" Target="../ink/ink769.xml"/><Relationship Id="rId466" Type="http://schemas.openxmlformats.org/officeDocument/2006/relationships/customXml" Target="../ink/ink790.xml"/><Relationship Id="rId23" Type="http://schemas.openxmlformats.org/officeDocument/2006/relationships/image" Target="../media/image565.png"/><Relationship Id="rId119" Type="http://schemas.openxmlformats.org/officeDocument/2006/relationships/image" Target="../media/image613.png"/><Relationship Id="rId270" Type="http://schemas.openxmlformats.org/officeDocument/2006/relationships/customXml" Target="../ink/ink692.xml"/><Relationship Id="rId326" Type="http://schemas.openxmlformats.org/officeDocument/2006/relationships/customXml" Target="../ink/ink720.xml"/><Relationship Id="rId533" Type="http://schemas.openxmlformats.org/officeDocument/2006/relationships/image" Target="../media/image820.png"/><Relationship Id="rId65" Type="http://schemas.openxmlformats.org/officeDocument/2006/relationships/image" Target="../media/image586.png"/><Relationship Id="rId130" Type="http://schemas.openxmlformats.org/officeDocument/2006/relationships/customXml" Target="../ink/ink622.xml"/><Relationship Id="rId368" Type="http://schemas.openxmlformats.org/officeDocument/2006/relationships/customXml" Target="../ink/ink741.xml"/><Relationship Id="rId172" Type="http://schemas.openxmlformats.org/officeDocument/2006/relationships/customXml" Target="../ink/ink643.xml"/><Relationship Id="rId228" Type="http://schemas.openxmlformats.org/officeDocument/2006/relationships/customXml" Target="../ink/ink671.xml"/><Relationship Id="rId435" Type="http://schemas.openxmlformats.org/officeDocument/2006/relationships/image" Target="../media/image771.png"/><Relationship Id="rId477" Type="http://schemas.openxmlformats.org/officeDocument/2006/relationships/image" Target="../media/image792.png"/><Relationship Id="rId281" Type="http://schemas.openxmlformats.org/officeDocument/2006/relationships/image" Target="../media/image694.png"/><Relationship Id="rId337" Type="http://schemas.openxmlformats.org/officeDocument/2006/relationships/image" Target="../media/image722.png"/><Relationship Id="rId502" Type="http://schemas.openxmlformats.org/officeDocument/2006/relationships/customXml" Target="../ink/ink808.xml"/><Relationship Id="rId34" Type="http://schemas.openxmlformats.org/officeDocument/2006/relationships/customXml" Target="../ink/ink574.xml"/><Relationship Id="rId76" Type="http://schemas.openxmlformats.org/officeDocument/2006/relationships/customXml" Target="../ink/ink595.xml"/><Relationship Id="rId141" Type="http://schemas.openxmlformats.org/officeDocument/2006/relationships/image" Target="../media/image624.png"/><Relationship Id="rId379" Type="http://schemas.openxmlformats.org/officeDocument/2006/relationships/image" Target="../media/image743.png"/><Relationship Id="rId7" Type="http://schemas.openxmlformats.org/officeDocument/2006/relationships/image" Target="../media/image557.png"/><Relationship Id="rId183" Type="http://schemas.openxmlformats.org/officeDocument/2006/relationships/image" Target="../media/image645.png"/><Relationship Id="rId239" Type="http://schemas.openxmlformats.org/officeDocument/2006/relationships/image" Target="../media/image673.png"/><Relationship Id="rId390" Type="http://schemas.openxmlformats.org/officeDocument/2006/relationships/customXml" Target="../ink/ink752.xml"/><Relationship Id="rId404" Type="http://schemas.openxmlformats.org/officeDocument/2006/relationships/customXml" Target="../ink/ink759.xml"/><Relationship Id="rId446" Type="http://schemas.openxmlformats.org/officeDocument/2006/relationships/customXml" Target="../ink/ink780.xml"/><Relationship Id="rId250" Type="http://schemas.openxmlformats.org/officeDocument/2006/relationships/customXml" Target="../ink/ink682.xml"/><Relationship Id="rId292" Type="http://schemas.openxmlformats.org/officeDocument/2006/relationships/customXml" Target="../ink/ink703.xml"/><Relationship Id="rId306" Type="http://schemas.openxmlformats.org/officeDocument/2006/relationships/customXml" Target="../ink/ink710.xml"/><Relationship Id="rId488" Type="http://schemas.openxmlformats.org/officeDocument/2006/relationships/customXml" Target="../ink/ink801.xml"/><Relationship Id="rId45" Type="http://schemas.openxmlformats.org/officeDocument/2006/relationships/image" Target="../media/image576.png"/><Relationship Id="rId87" Type="http://schemas.openxmlformats.org/officeDocument/2006/relationships/image" Target="../media/image597.png"/><Relationship Id="rId110" Type="http://schemas.openxmlformats.org/officeDocument/2006/relationships/customXml" Target="../ink/ink612.xml"/><Relationship Id="rId348" Type="http://schemas.openxmlformats.org/officeDocument/2006/relationships/customXml" Target="../ink/ink731.xml"/><Relationship Id="rId513" Type="http://schemas.openxmlformats.org/officeDocument/2006/relationships/image" Target="../media/image810.png"/><Relationship Id="rId152" Type="http://schemas.openxmlformats.org/officeDocument/2006/relationships/customXml" Target="../ink/ink633.xml"/><Relationship Id="rId194" Type="http://schemas.openxmlformats.org/officeDocument/2006/relationships/customXml" Target="../ink/ink654.xml"/><Relationship Id="rId208" Type="http://schemas.openxmlformats.org/officeDocument/2006/relationships/customXml" Target="../ink/ink661.xml"/><Relationship Id="rId415" Type="http://schemas.openxmlformats.org/officeDocument/2006/relationships/image" Target="../media/image761.png"/><Relationship Id="rId457" Type="http://schemas.openxmlformats.org/officeDocument/2006/relationships/image" Target="../media/image782.png"/><Relationship Id="rId261" Type="http://schemas.openxmlformats.org/officeDocument/2006/relationships/image" Target="../media/image684.png"/><Relationship Id="rId499" Type="http://schemas.openxmlformats.org/officeDocument/2006/relationships/image" Target="../media/image803.png"/><Relationship Id="rId14" Type="http://schemas.openxmlformats.org/officeDocument/2006/relationships/customXml" Target="../ink/ink564.xml"/><Relationship Id="rId56" Type="http://schemas.openxmlformats.org/officeDocument/2006/relationships/customXml" Target="../ink/ink585.xml"/><Relationship Id="rId317" Type="http://schemas.openxmlformats.org/officeDocument/2006/relationships/image" Target="../media/image712.png"/><Relationship Id="rId359" Type="http://schemas.openxmlformats.org/officeDocument/2006/relationships/image" Target="../media/image733.png"/><Relationship Id="rId524" Type="http://schemas.openxmlformats.org/officeDocument/2006/relationships/customXml" Target="../ink/ink819.xml"/><Relationship Id="rId98" Type="http://schemas.openxmlformats.org/officeDocument/2006/relationships/customXml" Target="../ink/ink606.xml"/><Relationship Id="rId121" Type="http://schemas.openxmlformats.org/officeDocument/2006/relationships/image" Target="../media/image614.png"/><Relationship Id="rId163" Type="http://schemas.openxmlformats.org/officeDocument/2006/relationships/image" Target="../media/image635.png"/><Relationship Id="rId219" Type="http://schemas.openxmlformats.org/officeDocument/2006/relationships/image" Target="../media/image663.png"/><Relationship Id="rId370" Type="http://schemas.openxmlformats.org/officeDocument/2006/relationships/customXml" Target="../ink/ink742.xml"/><Relationship Id="rId426" Type="http://schemas.openxmlformats.org/officeDocument/2006/relationships/customXml" Target="../ink/ink770.xml"/><Relationship Id="rId230" Type="http://schemas.openxmlformats.org/officeDocument/2006/relationships/customXml" Target="../ink/ink672.xml"/><Relationship Id="rId468" Type="http://schemas.openxmlformats.org/officeDocument/2006/relationships/customXml" Target="../ink/ink791.xml"/><Relationship Id="rId25" Type="http://schemas.openxmlformats.org/officeDocument/2006/relationships/image" Target="../media/image566.png"/><Relationship Id="rId46" Type="http://schemas.openxmlformats.org/officeDocument/2006/relationships/customXml" Target="../ink/ink580.xml"/><Relationship Id="rId67" Type="http://schemas.openxmlformats.org/officeDocument/2006/relationships/image" Target="../media/image587.png"/><Relationship Id="rId272" Type="http://schemas.openxmlformats.org/officeDocument/2006/relationships/customXml" Target="../ink/ink693.xml"/><Relationship Id="rId293" Type="http://schemas.openxmlformats.org/officeDocument/2006/relationships/image" Target="../media/image700.png"/><Relationship Id="rId307" Type="http://schemas.openxmlformats.org/officeDocument/2006/relationships/image" Target="../media/image707.png"/><Relationship Id="rId328" Type="http://schemas.openxmlformats.org/officeDocument/2006/relationships/customXml" Target="../ink/ink721.xml"/><Relationship Id="rId349" Type="http://schemas.openxmlformats.org/officeDocument/2006/relationships/image" Target="../media/image728.png"/><Relationship Id="rId514" Type="http://schemas.openxmlformats.org/officeDocument/2006/relationships/customXml" Target="../ink/ink814.xml"/><Relationship Id="rId535" Type="http://schemas.openxmlformats.org/officeDocument/2006/relationships/image" Target="../media/image821.png"/><Relationship Id="rId88" Type="http://schemas.openxmlformats.org/officeDocument/2006/relationships/customXml" Target="../ink/ink601.xml"/><Relationship Id="rId111" Type="http://schemas.openxmlformats.org/officeDocument/2006/relationships/image" Target="../media/image609.png"/><Relationship Id="rId132" Type="http://schemas.openxmlformats.org/officeDocument/2006/relationships/customXml" Target="../ink/ink623.xml"/><Relationship Id="rId153" Type="http://schemas.openxmlformats.org/officeDocument/2006/relationships/image" Target="../media/image630.png"/><Relationship Id="rId174" Type="http://schemas.openxmlformats.org/officeDocument/2006/relationships/customXml" Target="../ink/ink644.xml"/><Relationship Id="rId195" Type="http://schemas.openxmlformats.org/officeDocument/2006/relationships/image" Target="../media/image651.png"/><Relationship Id="rId209" Type="http://schemas.openxmlformats.org/officeDocument/2006/relationships/image" Target="../media/image658.png"/><Relationship Id="rId360" Type="http://schemas.openxmlformats.org/officeDocument/2006/relationships/customXml" Target="../ink/ink737.xml"/><Relationship Id="rId381" Type="http://schemas.openxmlformats.org/officeDocument/2006/relationships/image" Target="../media/image744.png"/><Relationship Id="rId416" Type="http://schemas.openxmlformats.org/officeDocument/2006/relationships/customXml" Target="../ink/ink765.xml"/><Relationship Id="rId220" Type="http://schemas.openxmlformats.org/officeDocument/2006/relationships/customXml" Target="../ink/ink667.xml"/><Relationship Id="rId241" Type="http://schemas.openxmlformats.org/officeDocument/2006/relationships/image" Target="../media/image674.png"/><Relationship Id="rId437" Type="http://schemas.openxmlformats.org/officeDocument/2006/relationships/image" Target="../media/image772.png"/><Relationship Id="rId458" Type="http://schemas.openxmlformats.org/officeDocument/2006/relationships/customXml" Target="../ink/ink786.xml"/><Relationship Id="rId479" Type="http://schemas.openxmlformats.org/officeDocument/2006/relationships/image" Target="../media/image793.png"/><Relationship Id="rId15" Type="http://schemas.openxmlformats.org/officeDocument/2006/relationships/image" Target="../media/image561.png"/><Relationship Id="rId36" Type="http://schemas.openxmlformats.org/officeDocument/2006/relationships/customXml" Target="../ink/ink575.xml"/><Relationship Id="rId57" Type="http://schemas.openxmlformats.org/officeDocument/2006/relationships/image" Target="../media/image582.png"/><Relationship Id="rId262" Type="http://schemas.openxmlformats.org/officeDocument/2006/relationships/customXml" Target="../ink/ink688.xml"/><Relationship Id="rId283" Type="http://schemas.openxmlformats.org/officeDocument/2006/relationships/image" Target="../media/image695.png"/><Relationship Id="rId318" Type="http://schemas.openxmlformats.org/officeDocument/2006/relationships/customXml" Target="../ink/ink716.xml"/><Relationship Id="rId339" Type="http://schemas.openxmlformats.org/officeDocument/2006/relationships/image" Target="../media/image723.png"/><Relationship Id="rId490" Type="http://schemas.openxmlformats.org/officeDocument/2006/relationships/customXml" Target="../ink/ink802.xml"/><Relationship Id="rId504" Type="http://schemas.openxmlformats.org/officeDocument/2006/relationships/customXml" Target="../ink/ink809.xml"/><Relationship Id="rId525" Type="http://schemas.openxmlformats.org/officeDocument/2006/relationships/image" Target="../media/image816.png"/><Relationship Id="rId78" Type="http://schemas.openxmlformats.org/officeDocument/2006/relationships/customXml" Target="../ink/ink596.xml"/><Relationship Id="rId99" Type="http://schemas.openxmlformats.org/officeDocument/2006/relationships/image" Target="../media/image603.png"/><Relationship Id="rId101" Type="http://schemas.openxmlformats.org/officeDocument/2006/relationships/image" Target="../media/image604.png"/><Relationship Id="rId122" Type="http://schemas.openxmlformats.org/officeDocument/2006/relationships/customXml" Target="../ink/ink618.xml"/><Relationship Id="rId143" Type="http://schemas.openxmlformats.org/officeDocument/2006/relationships/image" Target="../media/image625.png"/><Relationship Id="rId164" Type="http://schemas.openxmlformats.org/officeDocument/2006/relationships/customXml" Target="../ink/ink639.xml"/><Relationship Id="rId185" Type="http://schemas.openxmlformats.org/officeDocument/2006/relationships/image" Target="../media/image646.png"/><Relationship Id="rId350" Type="http://schemas.openxmlformats.org/officeDocument/2006/relationships/customXml" Target="../ink/ink732.xml"/><Relationship Id="rId371" Type="http://schemas.openxmlformats.org/officeDocument/2006/relationships/image" Target="../media/image739.png"/><Relationship Id="rId406" Type="http://schemas.openxmlformats.org/officeDocument/2006/relationships/customXml" Target="../ink/ink760.xml"/><Relationship Id="rId9" Type="http://schemas.openxmlformats.org/officeDocument/2006/relationships/image" Target="../media/image558.png"/><Relationship Id="rId210" Type="http://schemas.openxmlformats.org/officeDocument/2006/relationships/customXml" Target="../ink/ink662.xml"/><Relationship Id="rId392" Type="http://schemas.openxmlformats.org/officeDocument/2006/relationships/customXml" Target="../ink/ink753.xml"/><Relationship Id="rId427" Type="http://schemas.openxmlformats.org/officeDocument/2006/relationships/image" Target="../media/image767.png"/><Relationship Id="rId448" Type="http://schemas.openxmlformats.org/officeDocument/2006/relationships/customXml" Target="../ink/ink781.xml"/><Relationship Id="rId469" Type="http://schemas.openxmlformats.org/officeDocument/2006/relationships/image" Target="../media/image788.png"/><Relationship Id="rId26" Type="http://schemas.openxmlformats.org/officeDocument/2006/relationships/customXml" Target="../ink/ink570.xml"/><Relationship Id="rId231" Type="http://schemas.openxmlformats.org/officeDocument/2006/relationships/image" Target="../media/image669.png"/><Relationship Id="rId252" Type="http://schemas.openxmlformats.org/officeDocument/2006/relationships/customXml" Target="../ink/ink683.xml"/><Relationship Id="rId273" Type="http://schemas.openxmlformats.org/officeDocument/2006/relationships/image" Target="../media/image690.png"/><Relationship Id="rId294" Type="http://schemas.openxmlformats.org/officeDocument/2006/relationships/customXml" Target="../ink/ink704.xml"/><Relationship Id="rId308" Type="http://schemas.openxmlformats.org/officeDocument/2006/relationships/customXml" Target="../ink/ink711.xml"/><Relationship Id="rId329" Type="http://schemas.openxmlformats.org/officeDocument/2006/relationships/image" Target="../media/image718.png"/><Relationship Id="rId480" Type="http://schemas.openxmlformats.org/officeDocument/2006/relationships/customXml" Target="../ink/ink797.xml"/><Relationship Id="rId515" Type="http://schemas.openxmlformats.org/officeDocument/2006/relationships/image" Target="../media/image811.png"/><Relationship Id="rId536" Type="http://schemas.openxmlformats.org/officeDocument/2006/relationships/customXml" Target="../ink/ink825.xml"/><Relationship Id="rId47" Type="http://schemas.openxmlformats.org/officeDocument/2006/relationships/image" Target="../media/image577.png"/><Relationship Id="rId68" Type="http://schemas.openxmlformats.org/officeDocument/2006/relationships/customXml" Target="../ink/ink591.xml"/><Relationship Id="rId89" Type="http://schemas.openxmlformats.org/officeDocument/2006/relationships/image" Target="../media/image598.png"/><Relationship Id="rId112" Type="http://schemas.openxmlformats.org/officeDocument/2006/relationships/customXml" Target="../ink/ink613.xml"/><Relationship Id="rId133" Type="http://schemas.openxmlformats.org/officeDocument/2006/relationships/image" Target="../media/image620.png"/><Relationship Id="rId154" Type="http://schemas.openxmlformats.org/officeDocument/2006/relationships/customXml" Target="../ink/ink634.xml"/><Relationship Id="rId175" Type="http://schemas.openxmlformats.org/officeDocument/2006/relationships/image" Target="../media/image641.png"/><Relationship Id="rId340" Type="http://schemas.openxmlformats.org/officeDocument/2006/relationships/customXml" Target="../ink/ink727.xml"/><Relationship Id="rId361" Type="http://schemas.openxmlformats.org/officeDocument/2006/relationships/image" Target="../media/image734.png"/><Relationship Id="rId196" Type="http://schemas.openxmlformats.org/officeDocument/2006/relationships/customXml" Target="../ink/ink655.xml"/><Relationship Id="rId200" Type="http://schemas.openxmlformats.org/officeDocument/2006/relationships/customXml" Target="../ink/ink657.xml"/><Relationship Id="rId382" Type="http://schemas.openxmlformats.org/officeDocument/2006/relationships/customXml" Target="../ink/ink748.xml"/><Relationship Id="rId417" Type="http://schemas.openxmlformats.org/officeDocument/2006/relationships/image" Target="../media/image762.png"/><Relationship Id="rId438" Type="http://schemas.openxmlformats.org/officeDocument/2006/relationships/customXml" Target="../ink/ink776.xml"/><Relationship Id="rId459" Type="http://schemas.openxmlformats.org/officeDocument/2006/relationships/image" Target="../media/image783.png"/><Relationship Id="rId16" Type="http://schemas.openxmlformats.org/officeDocument/2006/relationships/customXml" Target="../ink/ink565.xml"/><Relationship Id="rId221" Type="http://schemas.openxmlformats.org/officeDocument/2006/relationships/image" Target="../media/image664.png"/><Relationship Id="rId242" Type="http://schemas.openxmlformats.org/officeDocument/2006/relationships/customXml" Target="../ink/ink678.xml"/><Relationship Id="rId263" Type="http://schemas.openxmlformats.org/officeDocument/2006/relationships/image" Target="../media/image685.png"/><Relationship Id="rId284" Type="http://schemas.openxmlformats.org/officeDocument/2006/relationships/customXml" Target="../ink/ink699.xml"/><Relationship Id="rId319" Type="http://schemas.openxmlformats.org/officeDocument/2006/relationships/image" Target="../media/image713.png"/><Relationship Id="rId470" Type="http://schemas.openxmlformats.org/officeDocument/2006/relationships/customXml" Target="../ink/ink792.xml"/><Relationship Id="rId491" Type="http://schemas.openxmlformats.org/officeDocument/2006/relationships/image" Target="../media/image799.png"/><Relationship Id="rId505" Type="http://schemas.openxmlformats.org/officeDocument/2006/relationships/image" Target="../media/image806.png"/><Relationship Id="rId526" Type="http://schemas.openxmlformats.org/officeDocument/2006/relationships/customXml" Target="../ink/ink820.xml"/><Relationship Id="rId37" Type="http://schemas.openxmlformats.org/officeDocument/2006/relationships/image" Target="../media/image572.png"/><Relationship Id="rId58" Type="http://schemas.openxmlformats.org/officeDocument/2006/relationships/customXml" Target="../ink/ink586.xml"/><Relationship Id="rId79" Type="http://schemas.openxmlformats.org/officeDocument/2006/relationships/image" Target="../media/image593.png"/><Relationship Id="rId102" Type="http://schemas.openxmlformats.org/officeDocument/2006/relationships/customXml" Target="../ink/ink608.xml"/><Relationship Id="rId123" Type="http://schemas.openxmlformats.org/officeDocument/2006/relationships/image" Target="../media/image615.png"/><Relationship Id="rId144" Type="http://schemas.openxmlformats.org/officeDocument/2006/relationships/customXml" Target="../ink/ink629.xml"/><Relationship Id="rId330" Type="http://schemas.openxmlformats.org/officeDocument/2006/relationships/customXml" Target="../ink/ink722.xml"/><Relationship Id="rId90" Type="http://schemas.openxmlformats.org/officeDocument/2006/relationships/customXml" Target="../ink/ink602.xml"/><Relationship Id="rId165" Type="http://schemas.openxmlformats.org/officeDocument/2006/relationships/image" Target="../media/image636.png"/><Relationship Id="rId186" Type="http://schemas.openxmlformats.org/officeDocument/2006/relationships/customXml" Target="../ink/ink650.xml"/><Relationship Id="rId351" Type="http://schemas.openxmlformats.org/officeDocument/2006/relationships/image" Target="../media/image729.png"/><Relationship Id="rId372" Type="http://schemas.openxmlformats.org/officeDocument/2006/relationships/customXml" Target="../ink/ink743.xml"/><Relationship Id="rId393" Type="http://schemas.openxmlformats.org/officeDocument/2006/relationships/image" Target="../media/image750.png"/><Relationship Id="rId407" Type="http://schemas.openxmlformats.org/officeDocument/2006/relationships/image" Target="../media/image757.png"/><Relationship Id="rId428" Type="http://schemas.openxmlformats.org/officeDocument/2006/relationships/customXml" Target="../ink/ink771.xml"/><Relationship Id="rId449" Type="http://schemas.openxmlformats.org/officeDocument/2006/relationships/image" Target="../media/image778.png"/><Relationship Id="rId211" Type="http://schemas.openxmlformats.org/officeDocument/2006/relationships/image" Target="../media/image659.png"/><Relationship Id="rId232" Type="http://schemas.openxmlformats.org/officeDocument/2006/relationships/customXml" Target="../ink/ink673.xml"/><Relationship Id="rId253" Type="http://schemas.openxmlformats.org/officeDocument/2006/relationships/image" Target="../media/image680.png"/><Relationship Id="rId274" Type="http://schemas.openxmlformats.org/officeDocument/2006/relationships/customXml" Target="../ink/ink694.xml"/><Relationship Id="rId295" Type="http://schemas.openxmlformats.org/officeDocument/2006/relationships/image" Target="../media/image701.png"/><Relationship Id="rId309" Type="http://schemas.openxmlformats.org/officeDocument/2006/relationships/image" Target="../media/image708.png"/><Relationship Id="rId460" Type="http://schemas.openxmlformats.org/officeDocument/2006/relationships/customXml" Target="../ink/ink787.xml"/><Relationship Id="rId481" Type="http://schemas.openxmlformats.org/officeDocument/2006/relationships/image" Target="../media/image794.png"/><Relationship Id="rId516" Type="http://schemas.openxmlformats.org/officeDocument/2006/relationships/customXml" Target="../ink/ink815.xml"/><Relationship Id="rId27" Type="http://schemas.openxmlformats.org/officeDocument/2006/relationships/image" Target="../media/image567.png"/><Relationship Id="rId48" Type="http://schemas.openxmlformats.org/officeDocument/2006/relationships/customXml" Target="../ink/ink581.xml"/><Relationship Id="rId69" Type="http://schemas.openxmlformats.org/officeDocument/2006/relationships/image" Target="../media/image588.png"/><Relationship Id="rId113" Type="http://schemas.openxmlformats.org/officeDocument/2006/relationships/image" Target="../media/image610.png"/><Relationship Id="rId134" Type="http://schemas.openxmlformats.org/officeDocument/2006/relationships/customXml" Target="../ink/ink624.xml"/><Relationship Id="rId320" Type="http://schemas.openxmlformats.org/officeDocument/2006/relationships/customXml" Target="../ink/ink717.xml"/><Relationship Id="rId537" Type="http://schemas.openxmlformats.org/officeDocument/2006/relationships/image" Target="../media/image822.png"/><Relationship Id="rId80" Type="http://schemas.openxmlformats.org/officeDocument/2006/relationships/customXml" Target="../ink/ink597.xml"/><Relationship Id="rId155" Type="http://schemas.openxmlformats.org/officeDocument/2006/relationships/image" Target="../media/image631.png"/><Relationship Id="rId176" Type="http://schemas.openxmlformats.org/officeDocument/2006/relationships/customXml" Target="../ink/ink645.xml"/><Relationship Id="rId197" Type="http://schemas.openxmlformats.org/officeDocument/2006/relationships/image" Target="../media/image652.png"/><Relationship Id="rId341" Type="http://schemas.openxmlformats.org/officeDocument/2006/relationships/image" Target="../media/image724.png"/><Relationship Id="rId362" Type="http://schemas.openxmlformats.org/officeDocument/2006/relationships/customXml" Target="../ink/ink738.xml"/><Relationship Id="rId383" Type="http://schemas.openxmlformats.org/officeDocument/2006/relationships/image" Target="../media/image745.png"/><Relationship Id="rId418" Type="http://schemas.openxmlformats.org/officeDocument/2006/relationships/customXml" Target="../ink/ink766.xml"/><Relationship Id="rId439" Type="http://schemas.openxmlformats.org/officeDocument/2006/relationships/image" Target="../media/image773.png"/><Relationship Id="rId201" Type="http://schemas.openxmlformats.org/officeDocument/2006/relationships/image" Target="../media/image654.png"/><Relationship Id="rId222" Type="http://schemas.openxmlformats.org/officeDocument/2006/relationships/customXml" Target="../ink/ink668.xml"/><Relationship Id="rId243" Type="http://schemas.openxmlformats.org/officeDocument/2006/relationships/image" Target="../media/image675.png"/><Relationship Id="rId264" Type="http://schemas.openxmlformats.org/officeDocument/2006/relationships/customXml" Target="../ink/ink689.xml"/><Relationship Id="rId285" Type="http://schemas.openxmlformats.org/officeDocument/2006/relationships/image" Target="../media/image696.png"/><Relationship Id="rId450" Type="http://schemas.openxmlformats.org/officeDocument/2006/relationships/customXml" Target="../ink/ink782.xml"/><Relationship Id="rId471" Type="http://schemas.openxmlformats.org/officeDocument/2006/relationships/image" Target="../media/image789.png"/><Relationship Id="rId506" Type="http://schemas.openxmlformats.org/officeDocument/2006/relationships/customXml" Target="../ink/ink810.xml"/><Relationship Id="rId17" Type="http://schemas.openxmlformats.org/officeDocument/2006/relationships/image" Target="../media/image562.png"/><Relationship Id="rId38" Type="http://schemas.openxmlformats.org/officeDocument/2006/relationships/customXml" Target="../ink/ink576.xml"/><Relationship Id="rId59" Type="http://schemas.openxmlformats.org/officeDocument/2006/relationships/image" Target="../media/image583.png"/><Relationship Id="rId103" Type="http://schemas.openxmlformats.org/officeDocument/2006/relationships/image" Target="../media/image605.png"/><Relationship Id="rId124" Type="http://schemas.openxmlformats.org/officeDocument/2006/relationships/customXml" Target="../ink/ink619.xml"/><Relationship Id="rId310" Type="http://schemas.openxmlformats.org/officeDocument/2006/relationships/customXml" Target="../ink/ink712.xml"/><Relationship Id="rId492" Type="http://schemas.openxmlformats.org/officeDocument/2006/relationships/customXml" Target="../ink/ink803.xml"/><Relationship Id="rId527" Type="http://schemas.openxmlformats.org/officeDocument/2006/relationships/image" Target="../media/image817.png"/><Relationship Id="rId70" Type="http://schemas.openxmlformats.org/officeDocument/2006/relationships/customXml" Target="../ink/ink592.xml"/><Relationship Id="rId91" Type="http://schemas.openxmlformats.org/officeDocument/2006/relationships/image" Target="../media/image599.png"/><Relationship Id="rId145" Type="http://schemas.openxmlformats.org/officeDocument/2006/relationships/image" Target="../media/image626.png"/><Relationship Id="rId166" Type="http://schemas.openxmlformats.org/officeDocument/2006/relationships/customXml" Target="../ink/ink640.xml"/><Relationship Id="rId187" Type="http://schemas.openxmlformats.org/officeDocument/2006/relationships/image" Target="../media/image647.png"/><Relationship Id="rId331" Type="http://schemas.openxmlformats.org/officeDocument/2006/relationships/image" Target="../media/image719.png"/><Relationship Id="rId352" Type="http://schemas.openxmlformats.org/officeDocument/2006/relationships/customXml" Target="../ink/ink733.xml"/><Relationship Id="rId373" Type="http://schemas.openxmlformats.org/officeDocument/2006/relationships/image" Target="../media/image740.png"/><Relationship Id="rId394" Type="http://schemas.openxmlformats.org/officeDocument/2006/relationships/customXml" Target="../ink/ink754.xml"/><Relationship Id="rId408" Type="http://schemas.openxmlformats.org/officeDocument/2006/relationships/customXml" Target="../ink/ink761.xml"/><Relationship Id="rId429" Type="http://schemas.openxmlformats.org/officeDocument/2006/relationships/image" Target="../media/image768.png"/><Relationship Id="rId1" Type="http://schemas.openxmlformats.org/officeDocument/2006/relationships/slideLayout" Target="../slideLayouts/slideLayout23.xml"/><Relationship Id="rId212" Type="http://schemas.openxmlformats.org/officeDocument/2006/relationships/customXml" Target="../ink/ink663.xml"/><Relationship Id="rId233" Type="http://schemas.openxmlformats.org/officeDocument/2006/relationships/image" Target="../media/image670.png"/><Relationship Id="rId254" Type="http://schemas.openxmlformats.org/officeDocument/2006/relationships/customXml" Target="../ink/ink684.xml"/><Relationship Id="rId440" Type="http://schemas.openxmlformats.org/officeDocument/2006/relationships/customXml" Target="../ink/ink777.xml"/><Relationship Id="rId28" Type="http://schemas.openxmlformats.org/officeDocument/2006/relationships/customXml" Target="../ink/ink571.xml"/><Relationship Id="rId49" Type="http://schemas.openxmlformats.org/officeDocument/2006/relationships/image" Target="../media/image578.png"/><Relationship Id="rId114" Type="http://schemas.openxmlformats.org/officeDocument/2006/relationships/customXml" Target="../ink/ink614.xml"/><Relationship Id="rId275" Type="http://schemas.openxmlformats.org/officeDocument/2006/relationships/image" Target="../media/image691.png"/><Relationship Id="rId296" Type="http://schemas.openxmlformats.org/officeDocument/2006/relationships/customXml" Target="../ink/ink705.xml"/><Relationship Id="rId300" Type="http://schemas.openxmlformats.org/officeDocument/2006/relationships/customXml" Target="../ink/ink707.xml"/><Relationship Id="rId461" Type="http://schemas.openxmlformats.org/officeDocument/2006/relationships/image" Target="../media/image784.png"/><Relationship Id="rId482" Type="http://schemas.openxmlformats.org/officeDocument/2006/relationships/customXml" Target="../ink/ink798.xml"/><Relationship Id="rId517" Type="http://schemas.openxmlformats.org/officeDocument/2006/relationships/image" Target="../media/image812.png"/><Relationship Id="rId538" Type="http://schemas.openxmlformats.org/officeDocument/2006/relationships/customXml" Target="../ink/ink826.xml"/><Relationship Id="rId60" Type="http://schemas.openxmlformats.org/officeDocument/2006/relationships/customXml" Target="../ink/ink587.xml"/><Relationship Id="rId81" Type="http://schemas.openxmlformats.org/officeDocument/2006/relationships/image" Target="../media/image594.png"/><Relationship Id="rId135" Type="http://schemas.openxmlformats.org/officeDocument/2006/relationships/image" Target="../media/image621.png"/><Relationship Id="rId156" Type="http://schemas.openxmlformats.org/officeDocument/2006/relationships/customXml" Target="../ink/ink635.xml"/><Relationship Id="rId177" Type="http://schemas.openxmlformats.org/officeDocument/2006/relationships/image" Target="../media/image642.png"/><Relationship Id="rId198" Type="http://schemas.openxmlformats.org/officeDocument/2006/relationships/customXml" Target="../ink/ink656.xml"/><Relationship Id="rId321" Type="http://schemas.openxmlformats.org/officeDocument/2006/relationships/image" Target="../media/image714.png"/><Relationship Id="rId342" Type="http://schemas.openxmlformats.org/officeDocument/2006/relationships/customXml" Target="../ink/ink728.xml"/><Relationship Id="rId363" Type="http://schemas.openxmlformats.org/officeDocument/2006/relationships/image" Target="../media/image735.png"/><Relationship Id="rId384" Type="http://schemas.openxmlformats.org/officeDocument/2006/relationships/customXml" Target="../ink/ink749.xml"/><Relationship Id="rId419" Type="http://schemas.openxmlformats.org/officeDocument/2006/relationships/image" Target="../media/image763.png"/><Relationship Id="rId202" Type="http://schemas.openxmlformats.org/officeDocument/2006/relationships/customXml" Target="../ink/ink658.xml"/><Relationship Id="rId223" Type="http://schemas.openxmlformats.org/officeDocument/2006/relationships/image" Target="../media/image665.png"/><Relationship Id="rId244" Type="http://schemas.openxmlformats.org/officeDocument/2006/relationships/customXml" Target="../ink/ink679.xml"/><Relationship Id="rId430" Type="http://schemas.openxmlformats.org/officeDocument/2006/relationships/customXml" Target="../ink/ink772.xml"/><Relationship Id="rId18" Type="http://schemas.openxmlformats.org/officeDocument/2006/relationships/customXml" Target="../ink/ink566.xml"/><Relationship Id="rId39" Type="http://schemas.openxmlformats.org/officeDocument/2006/relationships/image" Target="../media/image573.png"/><Relationship Id="rId265" Type="http://schemas.openxmlformats.org/officeDocument/2006/relationships/image" Target="../media/image686.png"/><Relationship Id="rId286" Type="http://schemas.openxmlformats.org/officeDocument/2006/relationships/customXml" Target="../ink/ink700.xml"/><Relationship Id="rId451" Type="http://schemas.openxmlformats.org/officeDocument/2006/relationships/image" Target="../media/image779.png"/><Relationship Id="rId472" Type="http://schemas.openxmlformats.org/officeDocument/2006/relationships/customXml" Target="../ink/ink793.xml"/><Relationship Id="rId493" Type="http://schemas.openxmlformats.org/officeDocument/2006/relationships/image" Target="../media/image800.png"/><Relationship Id="rId507" Type="http://schemas.openxmlformats.org/officeDocument/2006/relationships/image" Target="../media/image807.png"/><Relationship Id="rId528" Type="http://schemas.openxmlformats.org/officeDocument/2006/relationships/customXml" Target="../ink/ink821.xml"/><Relationship Id="rId50" Type="http://schemas.openxmlformats.org/officeDocument/2006/relationships/customXml" Target="../ink/ink582.xml"/><Relationship Id="rId104" Type="http://schemas.openxmlformats.org/officeDocument/2006/relationships/customXml" Target="../ink/ink609.xml"/><Relationship Id="rId125" Type="http://schemas.openxmlformats.org/officeDocument/2006/relationships/image" Target="../media/image616.png"/><Relationship Id="rId146" Type="http://schemas.openxmlformats.org/officeDocument/2006/relationships/customXml" Target="../ink/ink630.xml"/><Relationship Id="rId167" Type="http://schemas.openxmlformats.org/officeDocument/2006/relationships/image" Target="../media/image637.png"/><Relationship Id="rId188" Type="http://schemas.openxmlformats.org/officeDocument/2006/relationships/customXml" Target="../ink/ink651.xml"/><Relationship Id="rId311" Type="http://schemas.openxmlformats.org/officeDocument/2006/relationships/image" Target="../media/image709.png"/><Relationship Id="rId332" Type="http://schemas.openxmlformats.org/officeDocument/2006/relationships/customXml" Target="../ink/ink723.xml"/><Relationship Id="rId353" Type="http://schemas.openxmlformats.org/officeDocument/2006/relationships/image" Target="../media/image730.png"/><Relationship Id="rId374" Type="http://schemas.openxmlformats.org/officeDocument/2006/relationships/customXml" Target="../ink/ink744.xml"/><Relationship Id="rId395" Type="http://schemas.openxmlformats.org/officeDocument/2006/relationships/image" Target="../media/image751.png"/><Relationship Id="rId409" Type="http://schemas.openxmlformats.org/officeDocument/2006/relationships/image" Target="../media/image758.png"/><Relationship Id="rId71" Type="http://schemas.openxmlformats.org/officeDocument/2006/relationships/image" Target="../media/image589.png"/><Relationship Id="rId92" Type="http://schemas.openxmlformats.org/officeDocument/2006/relationships/customXml" Target="../ink/ink603.xml"/><Relationship Id="rId213" Type="http://schemas.openxmlformats.org/officeDocument/2006/relationships/image" Target="../media/image660.png"/><Relationship Id="rId234" Type="http://schemas.openxmlformats.org/officeDocument/2006/relationships/customXml" Target="../ink/ink674.xml"/><Relationship Id="rId420" Type="http://schemas.openxmlformats.org/officeDocument/2006/relationships/customXml" Target="../ink/ink767.xml"/><Relationship Id="rId2" Type="http://schemas.openxmlformats.org/officeDocument/2006/relationships/customXml" Target="../ink/ink558.xml"/><Relationship Id="rId29" Type="http://schemas.openxmlformats.org/officeDocument/2006/relationships/image" Target="../media/image568.png"/><Relationship Id="rId255" Type="http://schemas.openxmlformats.org/officeDocument/2006/relationships/image" Target="../media/image681.png"/><Relationship Id="rId276" Type="http://schemas.openxmlformats.org/officeDocument/2006/relationships/customXml" Target="../ink/ink695.xml"/><Relationship Id="rId297" Type="http://schemas.openxmlformats.org/officeDocument/2006/relationships/image" Target="../media/image702.png"/><Relationship Id="rId441" Type="http://schemas.openxmlformats.org/officeDocument/2006/relationships/image" Target="../media/image774.png"/><Relationship Id="rId462" Type="http://schemas.openxmlformats.org/officeDocument/2006/relationships/customXml" Target="../ink/ink788.xml"/><Relationship Id="rId483" Type="http://schemas.openxmlformats.org/officeDocument/2006/relationships/image" Target="../media/image795.png"/><Relationship Id="rId518" Type="http://schemas.openxmlformats.org/officeDocument/2006/relationships/customXml" Target="../ink/ink816.xml"/><Relationship Id="rId539" Type="http://schemas.openxmlformats.org/officeDocument/2006/relationships/image" Target="../media/image823.png"/><Relationship Id="rId40" Type="http://schemas.openxmlformats.org/officeDocument/2006/relationships/customXml" Target="../ink/ink577.xml"/><Relationship Id="rId115" Type="http://schemas.openxmlformats.org/officeDocument/2006/relationships/image" Target="../media/image611.png"/><Relationship Id="rId136" Type="http://schemas.openxmlformats.org/officeDocument/2006/relationships/customXml" Target="../ink/ink625.xml"/><Relationship Id="rId157" Type="http://schemas.openxmlformats.org/officeDocument/2006/relationships/image" Target="../media/image632.png"/><Relationship Id="rId178" Type="http://schemas.openxmlformats.org/officeDocument/2006/relationships/customXml" Target="../ink/ink646.xml"/><Relationship Id="rId301" Type="http://schemas.openxmlformats.org/officeDocument/2006/relationships/image" Target="../media/image704.png"/><Relationship Id="rId322" Type="http://schemas.openxmlformats.org/officeDocument/2006/relationships/customXml" Target="../ink/ink718.xml"/><Relationship Id="rId343" Type="http://schemas.openxmlformats.org/officeDocument/2006/relationships/image" Target="../media/image725.png"/><Relationship Id="rId364" Type="http://schemas.openxmlformats.org/officeDocument/2006/relationships/customXml" Target="../ink/ink739.xml"/><Relationship Id="rId61" Type="http://schemas.openxmlformats.org/officeDocument/2006/relationships/image" Target="../media/image584.png"/><Relationship Id="rId82" Type="http://schemas.openxmlformats.org/officeDocument/2006/relationships/customXml" Target="../ink/ink598.xml"/><Relationship Id="rId199" Type="http://schemas.openxmlformats.org/officeDocument/2006/relationships/image" Target="../media/image653.png"/><Relationship Id="rId203" Type="http://schemas.openxmlformats.org/officeDocument/2006/relationships/image" Target="../media/image655.png"/><Relationship Id="rId385" Type="http://schemas.openxmlformats.org/officeDocument/2006/relationships/image" Target="../media/image746.png"/><Relationship Id="rId19" Type="http://schemas.openxmlformats.org/officeDocument/2006/relationships/image" Target="../media/image563.png"/><Relationship Id="rId224" Type="http://schemas.openxmlformats.org/officeDocument/2006/relationships/customXml" Target="../ink/ink669.xml"/><Relationship Id="rId245" Type="http://schemas.openxmlformats.org/officeDocument/2006/relationships/image" Target="../media/image676.png"/><Relationship Id="rId266" Type="http://schemas.openxmlformats.org/officeDocument/2006/relationships/customXml" Target="../ink/ink690.xml"/><Relationship Id="rId287" Type="http://schemas.openxmlformats.org/officeDocument/2006/relationships/image" Target="../media/image697.png"/><Relationship Id="rId410" Type="http://schemas.openxmlformats.org/officeDocument/2006/relationships/customXml" Target="../ink/ink762.xml"/><Relationship Id="rId431" Type="http://schemas.openxmlformats.org/officeDocument/2006/relationships/image" Target="../media/image769.png"/><Relationship Id="rId452" Type="http://schemas.openxmlformats.org/officeDocument/2006/relationships/customXml" Target="../ink/ink783.xml"/><Relationship Id="rId473" Type="http://schemas.openxmlformats.org/officeDocument/2006/relationships/image" Target="../media/image790.png"/><Relationship Id="rId494" Type="http://schemas.openxmlformats.org/officeDocument/2006/relationships/customXml" Target="../ink/ink804.xml"/><Relationship Id="rId508" Type="http://schemas.openxmlformats.org/officeDocument/2006/relationships/customXml" Target="../ink/ink811.xml"/><Relationship Id="rId529" Type="http://schemas.openxmlformats.org/officeDocument/2006/relationships/image" Target="../media/image818.png"/><Relationship Id="rId30" Type="http://schemas.openxmlformats.org/officeDocument/2006/relationships/customXml" Target="../ink/ink572.xml"/><Relationship Id="rId105" Type="http://schemas.openxmlformats.org/officeDocument/2006/relationships/image" Target="../media/image606.png"/><Relationship Id="rId126" Type="http://schemas.openxmlformats.org/officeDocument/2006/relationships/customXml" Target="../ink/ink620.xml"/><Relationship Id="rId147" Type="http://schemas.openxmlformats.org/officeDocument/2006/relationships/image" Target="../media/image627.png"/><Relationship Id="rId168" Type="http://schemas.openxmlformats.org/officeDocument/2006/relationships/customXml" Target="../ink/ink641.xml"/><Relationship Id="rId312" Type="http://schemas.openxmlformats.org/officeDocument/2006/relationships/customXml" Target="../ink/ink713.xml"/><Relationship Id="rId333" Type="http://schemas.openxmlformats.org/officeDocument/2006/relationships/image" Target="../media/image720.png"/><Relationship Id="rId354" Type="http://schemas.openxmlformats.org/officeDocument/2006/relationships/customXml" Target="../ink/ink734.xml"/><Relationship Id="rId51" Type="http://schemas.openxmlformats.org/officeDocument/2006/relationships/image" Target="../media/image579.png"/><Relationship Id="rId72" Type="http://schemas.openxmlformats.org/officeDocument/2006/relationships/customXml" Target="../ink/ink593.xml"/><Relationship Id="rId93" Type="http://schemas.openxmlformats.org/officeDocument/2006/relationships/image" Target="../media/image600.png"/><Relationship Id="rId189" Type="http://schemas.openxmlformats.org/officeDocument/2006/relationships/image" Target="../media/image648.png"/><Relationship Id="rId375" Type="http://schemas.openxmlformats.org/officeDocument/2006/relationships/image" Target="../media/image741.png"/><Relationship Id="rId396" Type="http://schemas.openxmlformats.org/officeDocument/2006/relationships/customXml" Target="../ink/ink755.xml"/><Relationship Id="rId3" Type="http://schemas.openxmlformats.org/officeDocument/2006/relationships/image" Target="../media/image555.png"/><Relationship Id="rId214" Type="http://schemas.openxmlformats.org/officeDocument/2006/relationships/customXml" Target="../ink/ink664.xml"/><Relationship Id="rId235" Type="http://schemas.openxmlformats.org/officeDocument/2006/relationships/image" Target="../media/image671.png"/><Relationship Id="rId256" Type="http://schemas.openxmlformats.org/officeDocument/2006/relationships/customXml" Target="../ink/ink685.xml"/><Relationship Id="rId277" Type="http://schemas.openxmlformats.org/officeDocument/2006/relationships/image" Target="../media/image692.png"/><Relationship Id="rId298" Type="http://schemas.openxmlformats.org/officeDocument/2006/relationships/customXml" Target="../ink/ink706.xml"/><Relationship Id="rId400" Type="http://schemas.openxmlformats.org/officeDocument/2006/relationships/customXml" Target="../ink/ink757.xml"/><Relationship Id="rId421" Type="http://schemas.openxmlformats.org/officeDocument/2006/relationships/image" Target="../media/image764.png"/><Relationship Id="rId442" Type="http://schemas.openxmlformats.org/officeDocument/2006/relationships/customXml" Target="../ink/ink778.xml"/><Relationship Id="rId463" Type="http://schemas.openxmlformats.org/officeDocument/2006/relationships/image" Target="../media/image785.png"/><Relationship Id="rId484" Type="http://schemas.openxmlformats.org/officeDocument/2006/relationships/customXml" Target="../ink/ink799.xml"/><Relationship Id="rId519" Type="http://schemas.openxmlformats.org/officeDocument/2006/relationships/image" Target="../media/image813.png"/><Relationship Id="rId116" Type="http://schemas.openxmlformats.org/officeDocument/2006/relationships/customXml" Target="../ink/ink615.xml"/><Relationship Id="rId137" Type="http://schemas.openxmlformats.org/officeDocument/2006/relationships/image" Target="../media/image622.png"/><Relationship Id="rId158" Type="http://schemas.openxmlformats.org/officeDocument/2006/relationships/customXml" Target="../ink/ink636.xml"/><Relationship Id="rId302" Type="http://schemas.openxmlformats.org/officeDocument/2006/relationships/customXml" Target="../ink/ink708.xml"/><Relationship Id="rId323" Type="http://schemas.openxmlformats.org/officeDocument/2006/relationships/image" Target="../media/image715.png"/><Relationship Id="rId344" Type="http://schemas.openxmlformats.org/officeDocument/2006/relationships/customXml" Target="../ink/ink729.xml"/><Relationship Id="rId530" Type="http://schemas.openxmlformats.org/officeDocument/2006/relationships/customXml" Target="../ink/ink822.xml"/><Relationship Id="rId20" Type="http://schemas.openxmlformats.org/officeDocument/2006/relationships/customXml" Target="../ink/ink567.xml"/><Relationship Id="rId41" Type="http://schemas.openxmlformats.org/officeDocument/2006/relationships/image" Target="../media/image574.png"/><Relationship Id="rId62" Type="http://schemas.openxmlformats.org/officeDocument/2006/relationships/customXml" Target="../ink/ink588.xml"/><Relationship Id="rId83" Type="http://schemas.openxmlformats.org/officeDocument/2006/relationships/image" Target="../media/image595.png"/><Relationship Id="rId179" Type="http://schemas.openxmlformats.org/officeDocument/2006/relationships/image" Target="../media/image643.png"/><Relationship Id="rId365" Type="http://schemas.openxmlformats.org/officeDocument/2006/relationships/image" Target="../media/image736.png"/><Relationship Id="rId386" Type="http://schemas.openxmlformats.org/officeDocument/2006/relationships/customXml" Target="../ink/ink750.xml"/><Relationship Id="rId190" Type="http://schemas.openxmlformats.org/officeDocument/2006/relationships/customXml" Target="../ink/ink652.xml"/><Relationship Id="rId204" Type="http://schemas.openxmlformats.org/officeDocument/2006/relationships/customXml" Target="../ink/ink659.xml"/><Relationship Id="rId225" Type="http://schemas.openxmlformats.org/officeDocument/2006/relationships/image" Target="../media/image666.png"/><Relationship Id="rId246" Type="http://schemas.openxmlformats.org/officeDocument/2006/relationships/customXml" Target="../ink/ink680.xml"/><Relationship Id="rId267" Type="http://schemas.openxmlformats.org/officeDocument/2006/relationships/image" Target="../media/image687.png"/><Relationship Id="rId288" Type="http://schemas.openxmlformats.org/officeDocument/2006/relationships/customXml" Target="../ink/ink701.xml"/><Relationship Id="rId411" Type="http://schemas.openxmlformats.org/officeDocument/2006/relationships/image" Target="../media/image759.png"/><Relationship Id="rId432" Type="http://schemas.openxmlformats.org/officeDocument/2006/relationships/customXml" Target="../ink/ink773.xml"/><Relationship Id="rId453" Type="http://schemas.openxmlformats.org/officeDocument/2006/relationships/image" Target="../media/image780.png"/><Relationship Id="rId474" Type="http://schemas.openxmlformats.org/officeDocument/2006/relationships/customXml" Target="../ink/ink794.xml"/><Relationship Id="rId509" Type="http://schemas.openxmlformats.org/officeDocument/2006/relationships/image" Target="../media/image808.png"/><Relationship Id="rId106" Type="http://schemas.openxmlformats.org/officeDocument/2006/relationships/customXml" Target="../ink/ink610.xml"/><Relationship Id="rId127" Type="http://schemas.openxmlformats.org/officeDocument/2006/relationships/image" Target="../media/image617.png"/><Relationship Id="rId313" Type="http://schemas.openxmlformats.org/officeDocument/2006/relationships/image" Target="../media/image710.png"/><Relationship Id="rId495" Type="http://schemas.openxmlformats.org/officeDocument/2006/relationships/image" Target="../media/image801.png"/><Relationship Id="rId10" Type="http://schemas.openxmlformats.org/officeDocument/2006/relationships/customXml" Target="../ink/ink562.xml"/><Relationship Id="rId31" Type="http://schemas.openxmlformats.org/officeDocument/2006/relationships/image" Target="../media/image569.png"/><Relationship Id="rId52" Type="http://schemas.openxmlformats.org/officeDocument/2006/relationships/customXml" Target="../ink/ink583.xml"/><Relationship Id="rId73" Type="http://schemas.openxmlformats.org/officeDocument/2006/relationships/image" Target="../media/image590.png"/><Relationship Id="rId94" Type="http://schemas.openxmlformats.org/officeDocument/2006/relationships/customXml" Target="../ink/ink604.xml"/><Relationship Id="rId148" Type="http://schemas.openxmlformats.org/officeDocument/2006/relationships/customXml" Target="../ink/ink631.xml"/><Relationship Id="rId169" Type="http://schemas.openxmlformats.org/officeDocument/2006/relationships/image" Target="../media/image638.png"/><Relationship Id="rId334" Type="http://schemas.openxmlformats.org/officeDocument/2006/relationships/customXml" Target="../ink/ink724.xml"/><Relationship Id="rId355" Type="http://schemas.openxmlformats.org/officeDocument/2006/relationships/image" Target="../media/image731.png"/><Relationship Id="rId376" Type="http://schemas.openxmlformats.org/officeDocument/2006/relationships/customXml" Target="../ink/ink745.xml"/><Relationship Id="rId397" Type="http://schemas.openxmlformats.org/officeDocument/2006/relationships/image" Target="../media/image752.png"/><Relationship Id="rId520" Type="http://schemas.openxmlformats.org/officeDocument/2006/relationships/customXml" Target="../ink/ink817.xml"/><Relationship Id="rId4" Type="http://schemas.openxmlformats.org/officeDocument/2006/relationships/customXml" Target="../ink/ink559.xml"/><Relationship Id="rId180" Type="http://schemas.openxmlformats.org/officeDocument/2006/relationships/customXml" Target="../ink/ink647.xml"/><Relationship Id="rId215" Type="http://schemas.openxmlformats.org/officeDocument/2006/relationships/image" Target="../media/image661.png"/><Relationship Id="rId236" Type="http://schemas.openxmlformats.org/officeDocument/2006/relationships/customXml" Target="../ink/ink675.xml"/><Relationship Id="rId257" Type="http://schemas.openxmlformats.org/officeDocument/2006/relationships/image" Target="../media/image682.png"/><Relationship Id="rId278" Type="http://schemas.openxmlformats.org/officeDocument/2006/relationships/customXml" Target="../ink/ink696.xml"/><Relationship Id="rId401" Type="http://schemas.openxmlformats.org/officeDocument/2006/relationships/image" Target="../media/image754.png"/><Relationship Id="rId422" Type="http://schemas.openxmlformats.org/officeDocument/2006/relationships/customXml" Target="../ink/ink768.xml"/><Relationship Id="rId443" Type="http://schemas.openxmlformats.org/officeDocument/2006/relationships/image" Target="../media/image775.png"/><Relationship Id="rId464" Type="http://schemas.openxmlformats.org/officeDocument/2006/relationships/customXml" Target="../ink/ink789.xml"/><Relationship Id="rId303" Type="http://schemas.openxmlformats.org/officeDocument/2006/relationships/image" Target="../media/image705.png"/><Relationship Id="rId485" Type="http://schemas.openxmlformats.org/officeDocument/2006/relationships/image" Target="../media/image796.png"/><Relationship Id="rId42" Type="http://schemas.openxmlformats.org/officeDocument/2006/relationships/customXml" Target="../ink/ink578.xml"/><Relationship Id="rId84" Type="http://schemas.openxmlformats.org/officeDocument/2006/relationships/customXml" Target="../ink/ink599.xml"/><Relationship Id="rId138" Type="http://schemas.openxmlformats.org/officeDocument/2006/relationships/customXml" Target="../ink/ink626.xml"/><Relationship Id="rId345" Type="http://schemas.openxmlformats.org/officeDocument/2006/relationships/image" Target="../media/image726.png"/><Relationship Id="rId387" Type="http://schemas.openxmlformats.org/officeDocument/2006/relationships/image" Target="../media/image747.png"/><Relationship Id="rId510" Type="http://schemas.openxmlformats.org/officeDocument/2006/relationships/customXml" Target="../ink/ink812.xml"/><Relationship Id="rId191" Type="http://schemas.openxmlformats.org/officeDocument/2006/relationships/image" Target="../media/image649.png"/><Relationship Id="rId205" Type="http://schemas.openxmlformats.org/officeDocument/2006/relationships/image" Target="../media/image656.png"/><Relationship Id="rId247" Type="http://schemas.openxmlformats.org/officeDocument/2006/relationships/image" Target="../media/image677.png"/><Relationship Id="rId412" Type="http://schemas.openxmlformats.org/officeDocument/2006/relationships/customXml" Target="../ink/ink763.xml"/><Relationship Id="rId107" Type="http://schemas.openxmlformats.org/officeDocument/2006/relationships/image" Target="../media/image607.png"/><Relationship Id="rId289" Type="http://schemas.openxmlformats.org/officeDocument/2006/relationships/image" Target="../media/image698.png"/><Relationship Id="rId454" Type="http://schemas.openxmlformats.org/officeDocument/2006/relationships/customXml" Target="../ink/ink784.xml"/><Relationship Id="rId496" Type="http://schemas.openxmlformats.org/officeDocument/2006/relationships/customXml" Target="../ink/ink805.xml"/><Relationship Id="rId11" Type="http://schemas.openxmlformats.org/officeDocument/2006/relationships/image" Target="../media/image559.png"/><Relationship Id="rId53" Type="http://schemas.openxmlformats.org/officeDocument/2006/relationships/image" Target="../media/image580.png"/><Relationship Id="rId149" Type="http://schemas.openxmlformats.org/officeDocument/2006/relationships/image" Target="../media/image628.png"/><Relationship Id="rId314" Type="http://schemas.openxmlformats.org/officeDocument/2006/relationships/customXml" Target="../ink/ink714.xml"/><Relationship Id="rId356" Type="http://schemas.openxmlformats.org/officeDocument/2006/relationships/customXml" Target="../ink/ink735.xml"/><Relationship Id="rId398" Type="http://schemas.openxmlformats.org/officeDocument/2006/relationships/customXml" Target="../ink/ink756.xml"/><Relationship Id="rId521" Type="http://schemas.openxmlformats.org/officeDocument/2006/relationships/image" Target="../media/image814.png"/><Relationship Id="rId95" Type="http://schemas.openxmlformats.org/officeDocument/2006/relationships/image" Target="../media/image601.png"/><Relationship Id="rId160" Type="http://schemas.openxmlformats.org/officeDocument/2006/relationships/customXml" Target="../ink/ink637.xml"/><Relationship Id="rId216" Type="http://schemas.openxmlformats.org/officeDocument/2006/relationships/customXml" Target="../ink/ink665.xml"/><Relationship Id="rId423" Type="http://schemas.openxmlformats.org/officeDocument/2006/relationships/image" Target="../media/image765.png"/><Relationship Id="rId258" Type="http://schemas.openxmlformats.org/officeDocument/2006/relationships/customXml" Target="../ink/ink686.xml"/><Relationship Id="rId465" Type="http://schemas.openxmlformats.org/officeDocument/2006/relationships/image" Target="../media/image786.png"/><Relationship Id="rId22" Type="http://schemas.openxmlformats.org/officeDocument/2006/relationships/customXml" Target="../ink/ink568.xml"/><Relationship Id="rId64" Type="http://schemas.openxmlformats.org/officeDocument/2006/relationships/customXml" Target="../ink/ink589.xml"/><Relationship Id="rId118" Type="http://schemas.openxmlformats.org/officeDocument/2006/relationships/customXml" Target="../ink/ink616.xml"/><Relationship Id="rId325" Type="http://schemas.openxmlformats.org/officeDocument/2006/relationships/image" Target="../media/image716.png"/><Relationship Id="rId367" Type="http://schemas.openxmlformats.org/officeDocument/2006/relationships/image" Target="../media/image737.png"/><Relationship Id="rId532" Type="http://schemas.openxmlformats.org/officeDocument/2006/relationships/customXml" Target="../ink/ink823.xml"/><Relationship Id="rId171" Type="http://schemas.openxmlformats.org/officeDocument/2006/relationships/image" Target="../media/image639.png"/><Relationship Id="rId227" Type="http://schemas.openxmlformats.org/officeDocument/2006/relationships/image" Target="../media/image667.png"/><Relationship Id="rId269" Type="http://schemas.openxmlformats.org/officeDocument/2006/relationships/image" Target="../media/image688.png"/><Relationship Id="rId434" Type="http://schemas.openxmlformats.org/officeDocument/2006/relationships/customXml" Target="../ink/ink774.xml"/><Relationship Id="rId476" Type="http://schemas.openxmlformats.org/officeDocument/2006/relationships/customXml" Target="../ink/ink795.xml"/><Relationship Id="rId33" Type="http://schemas.openxmlformats.org/officeDocument/2006/relationships/image" Target="../media/image570.png"/><Relationship Id="rId129" Type="http://schemas.openxmlformats.org/officeDocument/2006/relationships/image" Target="../media/image618.png"/><Relationship Id="rId280" Type="http://schemas.openxmlformats.org/officeDocument/2006/relationships/customXml" Target="../ink/ink697.xml"/><Relationship Id="rId336" Type="http://schemas.openxmlformats.org/officeDocument/2006/relationships/customXml" Target="../ink/ink725.xml"/><Relationship Id="rId501" Type="http://schemas.openxmlformats.org/officeDocument/2006/relationships/image" Target="../media/image804.png"/><Relationship Id="rId75" Type="http://schemas.openxmlformats.org/officeDocument/2006/relationships/image" Target="../media/image591.png"/><Relationship Id="rId140" Type="http://schemas.openxmlformats.org/officeDocument/2006/relationships/customXml" Target="../ink/ink627.xml"/><Relationship Id="rId182" Type="http://schemas.openxmlformats.org/officeDocument/2006/relationships/customXml" Target="../ink/ink648.xml"/><Relationship Id="rId378" Type="http://schemas.openxmlformats.org/officeDocument/2006/relationships/customXml" Target="../ink/ink746.xml"/><Relationship Id="rId403" Type="http://schemas.openxmlformats.org/officeDocument/2006/relationships/image" Target="../media/image755.png"/><Relationship Id="rId6" Type="http://schemas.openxmlformats.org/officeDocument/2006/relationships/customXml" Target="../ink/ink560.xml"/><Relationship Id="rId238" Type="http://schemas.openxmlformats.org/officeDocument/2006/relationships/customXml" Target="../ink/ink676.xml"/><Relationship Id="rId445" Type="http://schemas.openxmlformats.org/officeDocument/2006/relationships/image" Target="../media/image776.png"/><Relationship Id="rId487" Type="http://schemas.openxmlformats.org/officeDocument/2006/relationships/image" Target="../media/image797.png"/><Relationship Id="rId291" Type="http://schemas.openxmlformats.org/officeDocument/2006/relationships/image" Target="../media/image699.png"/><Relationship Id="rId305" Type="http://schemas.openxmlformats.org/officeDocument/2006/relationships/image" Target="../media/image706.png"/><Relationship Id="rId347" Type="http://schemas.openxmlformats.org/officeDocument/2006/relationships/image" Target="../media/image727.png"/><Relationship Id="rId512" Type="http://schemas.openxmlformats.org/officeDocument/2006/relationships/customXml" Target="../ink/ink813.xml"/><Relationship Id="rId44" Type="http://schemas.openxmlformats.org/officeDocument/2006/relationships/customXml" Target="../ink/ink579.xml"/><Relationship Id="rId86" Type="http://schemas.openxmlformats.org/officeDocument/2006/relationships/customXml" Target="../ink/ink600.xml"/><Relationship Id="rId151" Type="http://schemas.openxmlformats.org/officeDocument/2006/relationships/image" Target="../media/image629.png"/><Relationship Id="rId389" Type="http://schemas.openxmlformats.org/officeDocument/2006/relationships/image" Target="../media/image748.png"/><Relationship Id="rId193" Type="http://schemas.openxmlformats.org/officeDocument/2006/relationships/image" Target="../media/image650.png"/><Relationship Id="rId207" Type="http://schemas.openxmlformats.org/officeDocument/2006/relationships/image" Target="../media/image657.png"/><Relationship Id="rId249" Type="http://schemas.openxmlformats.org/officeDocument/2006/relationships/image" Target="../media/image678.png"/><Relationship Id="rId414" Type="http://schemas.openxmlformats.org/officeDocument/2006/relationships/customXml" Target="../ink/ink764.xml"/><Relationship Id="rId456" Type="http://schemas.openxmlformats.org/officeDocument/2006/relationships/customXml" Target="../ink/ink785.xml"/><Relationship Id="rId498" Type="http://schemas.openxmlformats.org/officeDocument/2006/relationships/customXml" Target="../ink/ink806.xml"/><Relationship Id="rId13" Type="http://schemas.openxmlformats.org/officeDocument/2006/relationships/image" Target="../media/image560.png"/><Relationship Id="rId109" Type="http://schemas.openxmlformats.org/officeDocument/2006/relationships/image" Target="../media/image608.png"/><Relationship Id="rId260" Type="http://schemas.openxmlformats.org/officeDocument/2006/relationships/customXml" Target="../ink/ink687.xml"/><Relationship Id="rId316" Type="http://schemas.openxmlformats.org/officeDocument/2006/relationships/customXml" Target="../ink/ink715.xml"/><Relationship Id="rId523" Type="http://schemas.openxmlformats.org/officeDocument/2006/relationships/image" Target="../media/image815.png"/><Relationship Id="rId55" Type="http://schemas.openxmlformats.org/officeDocument/2006/relationships/image" Target="../media/image581.png"/><Relationship Id="rId97" Type="http://schemas.openxmlformats.org/officeDocument/2006/relationships/image" Target="../media/image602.png"/><Relationship Id="rId120" Type="http://schemas.openxmlformats.org/officeDocument/2006/relationships/customXml" Target="../ink/ink617.xml"/><Relationship Id="rId358" Type="http://schemas.openxmlformats.org/officeDocument/2006/relationships/customXml" Target="../ink/ink736.xml"/><Relationship Id="rId162" Type="http://schemas.openxmlformats.org/officeDocument/2006/relationships/customXml" Target="../ink/ink638.xml"/><Relationship Id="rId218" Type="http://schemas.openxmlformats.org/officeDocument/2006/relationships/customXml" Target="../ink/ink666.xml"/><Relationship Id="rId425" Type="http://schemas.openxmlformats.org/officeDocument/2006/relationships/image" Target="../media/image766.png"/><Relationship Id="rId467" Type="http://schemas.openxmlformats.org/officeDocument/2006/relationships/image" Target="../media/image787.png"/><Relationship Id="rId271" Type="http://schemas.openxmlformats.org/officeDocument/2006/relationships/image" Target="../media/image689.png"/><Relationship Id="rId24" Type="http://schemas.openxmlformats.org/officeDocument/2006/relationships/customXml" Target="../ink/ink569.xml"/><Relationship Id="rId66" Type="http://schemas.openxmlformats.org/officeDocument/2006/relationships/customXml" Target="../ink/ink590.xml"/><Relationship Id="rId131" Type="http://schemas.openxmlformats.org/officeDocument/2006/relationships/image" Target="../media/image619.png"/><Relationship Id="rId327" Type="http://schemas.openxmlformats.org/officeDocument/2006/relationships/image" Target="../media/image717.png"/><Relationship Id="rId369" Type="http://schemas.openxmlformats.org/officeDocument/2006/relationships/image" Target="../media/image738.png"/><Relationship Id="rId534" Type="http://schemas.openxmlformats.org/officeDocument/2006/relationships/customXml" Target="../ink/ink824.xml"/><Relationship Id="rId173" Type="http://schemas.openxmlformats.org/officeDocument/2006/relationships/image" Target="../media/image640.png"/><Relationship Id="rId229" Type="http://schemas.openxmlformats.org/officeDocument/2006/relationships/image" Target="../media/image668.png"/><Relationship Id="rId380" Type="http://schemas.openxmlformats.org/officeDocument/2006/relationships/customXml" Target="../ink/ink747.xml"/><Relationship Id="rId436" Type="http://schemas.openxmlformats.org/officeDocument/2006/relationships/customXml" Target="../ink/ink775.xml"/><Relationship Id="rId240" Type="http://schemas.openxmlformats.org/officeDocument/2006/relationships/customXml" Target="../ink/ink677.xml"/><Relationship Id="rId478" Type="http://schemas.openxmlformats.org/officeDocument/2006/relationships/customXml" Target="../ink/ink796.xml"/><Relationship Id="rId35" Type="http://schemas.openxmlformats.org/officeDocument/2006/relationships/image" Target="../media/image571.png"/><Relationship Id="rId77" Type="http://schemas.openxmlformats.org/officeDocument/2006/relationships/image" Target="../media/image592.png"/><Relationship Id="rId100" Type="http://schemas.openxmlformats.org/officeDocument/2006/relationships/customXml" Target="../ink/ink607.xml"/><Relationship Id="rId282" Type="http://schemas.openxmlformats.org/officeDocument/2006/relationships/customXml" Target="../ink/ink698.xml"/><Relationship Id="rId338" Type="http://schemas.openxmlformats.org/officeDocument/2006/relationships/customXml" Target="../ink/ink726.xml"/><Relationship Id="rId503" Type="http://schemas.openxmlformats.org/officeDocument/2006/relationships/image" Target="../media/image805.png"/><Relationship Id="rId8" Type="http://schemas.openxmlformats.org/officeDocument/2006/relationships/customXml" Target="../ink/ink561.xml"/><Relationship Id="rId142" Type="http://schemas.openxmlformats.org/officeDocument/2006/relationships/customXml" Target="../ink/ink628.xml"/><Relationship Id="rId184" Type="http://schemas.openxmlformats.org/officeDocument/2006/relationships/customXml" Target="../ink/ink649.xml"/><Relationship Id="rId391" Type="http://schemas.openxmlformats.org/officeDocument/2006/relationships/image" Target="../media/image749.png"/><Relationship Id="rId405" Type="http://schemas.openxmlformats.org/officeDocument/2006/relationships/image" Target="../media/image756.png"/><Relationship Id="rId447" Type="http://schemas.openxmlformats.org/officeDocument/2006/relationships/image" Target="../media/image777.png"/><Relationship Id="rId251" Type="http://schemas.openxmlformats.org/officeDocument/2006/relationships/image" Target="../media/image679.png"/><Relationship Id="rId489" Type="http://schemas.openxmlformats.org/officeDocument/2006/relationships/image" Target="../media/image798.png"/></Relationships>
</file>

<file path=ppt/slides/_rels/slide3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39.xml"/><Relationship Id="rId117" Type="http://schemas.openxmlformats.org/officeDocument/2006/relationships/image" Target="../media/image881.png"/><Relationship Id="rId21" Type="http://schemas.openxmlformats.org/officeDocument/2006/relationships/image" Target="../media/image833.png"/><Relationship Id="rId42" Type="http://schemas.openxmlformats.org/officeDocument/2006/relationships/customXml" Target="../ink/ink847.xml"/><Relationship Id="rId47" Type="http://schemas.openxmlformats.org/officeDocument/2006/relationships/image" Target="../media/image846.png"/><Relationship Id="rId63" Type="http://schemas.openxmlformats.org/officeDocument/2006/relationships/image" Target="../media/image854.png"/><Relationship Id="rId68" Type="http://schemas.openxmlformats.org/officeDocument/2006/relationships/customXml" Target="../ink/ink860.xml"/><Relationship Id="rId84" Type="http://schemas.openxmlformats.org/officeDocument/2006/relationships/customXml" Target="../ink/ink868.xml"/><Relationship Id="rId89" Type="http://schemas.openxmlformats.org/officeDocument/2006/relationships/image" Target="../media/image867.png"/><Relationship Id="rId112" Type="http://schemas.openxmlformats.org/officeDocument/2006/relationships/customXml" Target="../ink/ink882.xml"/><Relationship Id="rId133" Type="http://schemas.openxmlformats.org/officeDocument/2006/relationships/image" Target="../media/image889.png"/><Relationship Id="rId138" Type="http://schemas.openxmlformats.org/officeDocument/2006/relationships/customXml" Target="../ink/ink895.xml"/><Relationship Id="rId154" Type="http://schemas.openxmlformats.org/officeDocument/2006/relationships/customXml" Target="../ink/ink903.xml"/><Relationship Id="rId16" Type="http://schemas.openxmlformats.org/officeDocument/2006/relationships/customXml" Target="../ink/ink834.xml"/><Relationship Id="rId107" Type="http://schemas.openxmlformats.org/officeDocument/2006/relationships/image" Target="../media/image876.png"/><Relationship Id="rId11" Type="http://schemas.openxmlformats.org/officeDocument/2006/relationships/image" Target="../media/image828.png"/><Relationship Id="rId32" Type="http://schemas.openxmlformats.org/officeDocument/2006/relationships/customXml" Target="../ink/ink842.xml"/><Relationship Id="rId37" Type="http://schemas.openxmlformats.org/officeDocument/2006/relationships/image" Target="../media/image841.png"/><Relationship Id="rId53" Type="http://schemas.openxmlformats.org/officeDocument/2006/relationships/image" Target="../media/image849.png"/><Relationship Id="rId58" Type="http://schemas.openxmlformats.org/officeDocument/2006/relationships/customXml" Target="../ink/ink855.xml"/><Relationship Id="rId74" Type="http://schemas.openxmlformats.org/officeDocument/2006/relationships/customXml" Target="../ink/ink863.xml"/><Relationship Id="rId79" Type="http://schemas.openxmlformats.org/officeDocument/2006/relationships/image" Target="../media/image862.png"/><Relationship Id="rId102" Type="http://schemas.openxmlformats.org/officeDocument/2006/relationships/customXml" Target="../ink/ink877.xml"/><Relationship Id="rId123" Type="http://schemas.openxmlformats.org/officeDocument/2006/relationships/image" Target="../media/image884.png"/><Relationship Id="rId128" Type="http://schemas.openxmlformats.org/officeDocument/2006/relationships/customXml" Target="../ink/ink890.xml"/><Relationship Id="rId144" Type="http://schemas.openxmlformats.org/officeDocument/2006/relationships/customXml" Target="../ink/ink898.xml"/><Relationship Id="rId149" Type="http://schemas.openxmlformats.org/officeDocument/2006/relationships/image" Target="../media/image897.png"/><Relationship Id="rId5" Type="http://schemas.openxmlformats.org/officeDocument/2006/relationships/image" Target="../media/image825.png"/><Relationship Id="rId90" Type="http://schemas.openxmlformats.org/officeDocument/2006/relationships/customXml" Target="../ink/ink871.xml"/><Relationship Id="rId95" Type="http://schemas.openxmlformats.org/officeDocument/2006/relationships/image" Target="../media/image870.png"/><Relationship Id="rId22" Type="http://schemas.openxmlformats.org/officeDocument/2006/relationships/customXml" Target="../ink/ink837.xml"/><Relationship Id="rId27" Type="http://schemas.openxmlformats.org/officeDocument/2006/relationships/image" Target="../media/image836.png"/><Relationship Id="rId43" Type="http://schemas.openxmlformats.org/officeDocument/2006/relationships/image" Target="../media/image844.png"/><Relationship Id="rId48" Type="http://schemas.openxmlformats.org/officeDocument/2006/relationships/customXml" Target="../ink/ink850.xml"/><Relationship Id="rId64" Type="http://schemas.openxmlformats.org/officeDocument/2006/relationships/customXml" Target="../ink/ink858.xml"/><Relationship Id="rId69" Type="http://schemas.openxmlformats.org/officeDocument/2006/relationships/image" Target="../media/image857.png"/><Relationship Id="rId113" Type="http://schemas.openxmlformats.org/officeDocument/2006/relationships/image" Target="../media/image879.png"/><Relationship Id="rId118" Type="http://schemas.openxmlformats.org/officeDocument/2006/relationships/customXml" Target="../ink/ink885.xml"/><Relationship Id="rId134" Type="http://schemas.openxmlformats.org/officeDocument/2006/relationships/customXml" Target="../ink/ink893.xml"/><Relationship Id="rId139" Type="http://schemas.openxmlformats.org/officeDocument/2006/relationships/image" Target="../media/image892.png"/><Relationship Id="rId80" Type="http://schemas.openxmlformats.org/officeDocument/2006/relationships/customXml" Target="../ink/ink866.xml"/><Relationship Id="rId85" Type="http://schemas.openxmlformats.org/officeDocument/2006/relationships/image" Target="../media/image865.png"/><Relationship Id="rId150" Type="http://schemas.openxmlformats.org/officeDocument/2006/relationships/customXml" Target="../ink/ink901.xml"/><Relationship Id="rId155" Type="http://schemas.openxmlformats.org/officeDocument/2006/relationships/image" Target="../media/image900.png"/><Relationship Id="rId12" Type="http://schemas.openxmlformats.org/officeDocument/2006/relationships/customXml" Target="../ink/ink832.xml"/><Relationship Id="rId17" Type="http://schemas.openxmlformats.org/officeDocument/2006/relationships/image" Target="../media/image831.png"/><Relationship Id="rId25" Type="http://schemas.openxmlformats.org/officeDocument/2006/relationships/image" Target="../media/image835.png"/><Relationship Id="rId33" Type="http://schemas.openxmlformats.org/officeDocument/2006/relationships/image" Target="../media/image839.png"/><Relationship Id="rId38" Type="http://schemas.openxmlformats.org/officeDocument/2006/relationships/customXml" Target="../ink/ink845.xml"/><Relationship Id="rId46" Type="http://schemas.openxmlformats.org/officeDocument/2006/relationships/customXml" Target="../ink/ink849.xml"/><Relationship Id="rId59" Type="http://schemas.openxmlformats.org/officeDocument/2006/relationships/image" Target="../media/image852.png"/><Relationship Id="rId67" Type="http://schemas.openxmlformats.org/officeDocument/2006/relationships/image" Target="../media/image856.png"/><Relationship Id="rId103" Type="http://schemas.openxmlformats.org/officeDocument/2006/relationships/image" Target="../media/image874.png"/><Relationship Id="rId108" Type="http://schemas.openxmlformats.org/officeDocument/2006/relationships/customXml" Target="../ink/ink880.xml"/><Relationship Id="rId116" Type="http://schemas.openxmlformats.org/officeDocument/2006/relationships/customXml" Target="../ink/ink884.xml"/><Relationship Id="rId124" Type="http://schemas.openxmlformats.org/officeDocument/2006/relationships/customXml" Target="../ink/ink888.xml"/><Relationship Id="rId129" Type="http://schemas.openxmlformats.org/officeDocument/2006/relationships/image" Target="../media/image887.png"/><Relationship Id="rId137" Type="http://schemas.openxmlformats.org/officeDocument/2006/relationships/image" Target="../media/image891.png"/><Relationship Id="rId20" Type="http://schemas.openxmlformats.org/officeDocument/2006/relationships/customXml" Target="../ink/ink836.xml"/><Relationship Id="rId41" Type="http://schemas.openxmlformats.org/officeDocument/2006/relationships/image" Target="../media/image843.png"/><Relationship Id="rId54" Type="http://schemas.openxmlformats.org/officeDocument/2006/relationships/customXml" Target="../ink/ink853.xml"/><Relationship Id="rId62" Type="http://schemas.openxmlformats.org/officeDocument/2006/relationships/customXml" Target="../ink/ink857.xml"/><Relationship Id="rId70" Type="http://schemas.openxmlformats.org/officeDocument/2006/relationships/customXml" Target="../ink/ink861.xml"/><Relationship Id="rId75" Type="http://schemas.openxmlformats.org/officeDocument/2006/relationships/image" Target="../media/image860.png"/><Relationship Id="rId83" Type="http://schemas.openxmlformats.org/officeDocument/2006/relationships/image" Target="../media/image864.png"/><Relationship Id="rId88" Type="http://schemas.openxmlformats.org/officeDocument/2006/relationships/customXml" Target="../ink/ink870.xml"/><Relationship Id="rId91" Type="http://schemas.openxmlformats.org/officeDocument/2006/relationships/image" Target="../media/image868.png"/><Relationship Id="rId96" Type="http://schemas.openxmlformats.org/officeDocument/2006/relationships/customXml" Target="../ink/ink874.xml"/><Relationship Id="rId111" Type="http://schemas.openxmlformats.org/officeDocument/2006/relationships/image" Target="../media/image878.png"/><Relationship Id="rId132" Type="http://schemas.openxmlformats.org/officeDocument/2006/relationships/customXml" Target="../ink/ink892.xml"/><Relationship Id="rId140" Type="http://schemas.openxmlformats.org/officeDocument/2006/relationships/customXml" Target="../ink/ink896.xml"/><Relationship Id="rId145" Type="http://schemas.openxmlformats.org/officeDocument/2006/relationships/image" Target="../media/image895.png"/><Relationship Id="rId153" Type="http://schemas.openxmlformats.org/officeDocument/2006/relationships/image" Target="../media/image899.png"/><Relationship Id="rId1" Type="http://schemas.openxmlformats.org/officeDocument/2006/relationships/slideLayout" Target="../slideLayouts/slideLayout23.xml"/><Relationship Id="rId6" Type="http://schemas.openxmlformats.org/officeDocument/2006/relationships/customXml" Target="../ink/ink829.xml"/><Relationship Id="rId15" Type="http://schemas.openxmlformats.org/officeDocument/2006/relationships/image" Target="../media/image830.png"/><Relationship Id="rId23" Type="http://schemas.openxmlformats.org/officeDocument/2006/relationships/image" Target="../media/image834.png"/><Relationship Id="rId28" Type="http://schemas.openxmlformats.org/officeDocument/2006/relationships/customXml" Target="../ink/ink840.xml"/><Relationship Id="rId36" Type="http://schemas.openxmlformats.org/officeDocument/2006/relationships/customXml" Target="../ink/ink844.xml"/><Relationship Id="rId49" Type="http://schemas.openxmlformats.org/officeDocument/2006/relationships/image" Target="../media/image847.png"/><Relationship Id="rId57" Type="http://schemas.openxmlformats.org/officeDocument/2006/relationships/image" Target="../media/image851.png"/><Relationship Id="rId106" Type="http://schemas.openxmlformats.org/officeDocument/2006/relationships/customXml" Target="../ink/ink879.xml"/><Relationship Id="rId114" Type="http://schemas.openxmlformats.org/officeDocument/2006/relationships/customXml" Target="../ink/ink883.xml"/><Relationship Id="rId119" Type="http://schemas.openxmlformats.org/officeDocument/2006/relationships/image" Target="../media/image882.png"/><Relationship Id="rId127" Type="http://schemas.openxmlformats.org/officeDocument/2006/relationships/image" Target="../media/image886.png"/><Relationship Id="rId10" Type="http://schemas.openxmlformats.org/officeDocument/2006/relationships/customXml" Target="../ink/ink831.xml"/><Relationship Id="rId31" Type="http://schemas.openxmlformats.org/officeDocument/2006/relationships/image" Target="../media/image838.png"/><Relationship Id="rId44" Type="http://schemas.openxmlformats.org/officeDocument/2006/relationships/customXml" Target="../ink/ink848.xml"/><Relationship Id="rId52" Type="http://schemas.openxmlformats.org/officeDocument/2006/relationships/customXml" Target="../ink/ink852.xml"/><Relationship Id="rId60" Type="http://schemas.openxmlformats.org/officeDocument/2006/relationships/customXml" Target="../ink/ink856.xml"/><Relationship Id="rId65" Type="http://schemas.openxmlformats.org/officeDocument/2006/relationships/image" Target="../media/image855.png"/><Relationship Id="rId73" Type="http://schemas.openxmlformats.org/officeDocument/2006/relationships/image" Target="../media/image859.png"/><Relationship Id="rId78" Type="http://schemas.openxmlformats.org/officeDocument/2006/relationships/customXml" Target="../ink/ink865.xml"/><Relationship Id="rId81" Type="http://schemas.openxmlformats.org/officeDocument/2006/relationships/image" Target="../media/image863.png"/><Relationship Id="rId86" Type="http://schemas.openxmlformats.org/officeDocument/2006/relationships/customXml" Target="../ink/ink869.xml"/><Relationship Id="rId94" Type="http://schemas.openxmlformats.org/officeDocument/2006/relationships/customXml" Target="../ink/ink873.xml"/><Relationship Id="rId99" Type="http://schemas.openxmlformats.org/officeDocument/2006/relationships/image" Target="../media/image872.png"/><Relationship Id="rId101" Type="http://schemas.openxmlformats.org/officeDocument/2006/relationships/image" Target="../media/image873.png"/><Relationship Id="rId122" Type="http://schemas.openxmlformats.org/officeDocument/2006/relationships/customXml" Target="../ink/ink887.xml"/><Relationship Id="rId130" Type="http://schemas.openxmlformats.org/officeDocument/2006/relationships/customXml" Target="../ink/ink891.xml"/><Relationship Id="rId135" Type="http://schemas.openxmlformats.org/officeDocument/2006/relationships/image" Target="../media/image890.png"/><Relationship Id="rId143" Type="http://schemas.openxmlformats.org/officeDocument/2006/relationships/image" Target="../media/image894.png"/><Relationship Id="rId148" Type="http://schemas.openxmlformats.org/officeDocument/2006/relationships/customXml" Target="../ink/ink900.xml"/><Relationship Id="rId151" Type="http://schemas.openxmlformats.org/officeDocument/2006/relationships/image" Target="../media/image898.png"/><Relationship Id="rId4" Type="http://schemas.openxmlformats.org/officeDocument/2006/relationships/customXml" Target="../ink/ink828.xml"/><Relationship Id="rId9" Type="http://schemas.openxmlformats.org/officeDocument/2006/relationships/image" Target="../media/image827.png"/><Relationship Id="rId13" Type="http://schemas.openxmlformats.org/officeDocument/2006/relationships/image" Target="../media/image829.png"/><Relationship Id="rId18" Type="http://schemas.openxmlformats.org/officeDocument/2006/relationships/customXml" Target="../ink/ink835.xml"/><Relationship Id="rId39" Type="http://schemas.openxmlformats.org/officeDocument/2006/relationships/image" Target="../media/image842.png"/><Relationship Id="rId109" Type="http://schemas.openxmlformats.org/officeDocument/2006/relationships/image" Target="../media/image877.png"/><Relationship Id="rId34" Type="http://schemas.openxmlformats.org/officeDocument/2006/relationships/customXml" Target="../ink/ink843.xml"/><Relationship Id="rId50" Type="http://schemas.openxmlformats.org/officeDocument/2006/relationships/customXml" Target="../ink/ink851.xml"/><Relationship Id="rId55" Type="http://schemas.openxmlformats.org/officeDocument/2006/relationships/image" Target="../media/image850.png"/><Relationship Id="rId76" Type="http://schemas.openxmlformats.org/officeDocument/2006/relationships/customXml" Target="../ink/ink864.xml"/><Relationship Id="rId97" Type="http://schemas.openxmlformats.org/officeDocument/2006/relationships/image" Target="../media/image871.png"/><Relationship Id="rId104" Type="http://schemas.openxmlformats.org/officeDocument/2006/relationships/customXml" Target="../ink/ink878.xml"/><Relationship Id="rId120" Type="http://schemas.openxmlformats.org/officeDocument/2006/relationships/customXml" Target="../ink/ink886.xml"/><Relationship Id="rId125" Type="http://schemas.openxmlformats.org/officeDocument/2006/relationships/image" Target="../media/image885.png"/><Relationship Id="rId141" Type="http://schemas.openxmlformats.org/officeDocument/2006/relationships/image" Target="../media/image893.png"/><Relationship Id="rId146" Type="http://schemas.openxmlformats.org/officeDocument/2006/relationships/customXml" Target="../ink/ink899.xml"/><Relationship Id="rId7" Type="http://schemas.openxmlformats.org/officeDocument/2006/relationships/image" Target="../media/image826.png"/><Relationship Id="rId71" Type="http://schemas.openxmlformats.org/officeDocument/2006/relationships/image" Target="../media/image858.png"/><Relationship Id="rId92" Type="http://schemas.openxmlformats.org/officeDocument/2006/relationships/customXml" Target="../ink/ink872.xml"/><Relationship Id="rId2" Type="http://schemas.openxmlformats.org/officeDocument/2006/relationships/customXml" Target="../ink/ink827.xml"/><Relationship Id="rId29" Type="http://schemas.openxmlformats.org/officeDocument/2006/relationships/image" Target="../media/image837.png"/><Relationship Id="rId24" Type="http://schemas.openxmlformats.org/officeDocument/2006/relationships/customXml" Target="../ink/ink838.xml"/><Relationship Id="rId40" Type="http://schemas.openxmlformats.org/officeDocument/2006/relationships/customXml" Target="../ink/ink846.xml"/><Relationship Id="rId45" Type="http://schemas.openxmlformats.org/officeDocument/2006/relationships/image" Target="../media/image845.png"/><Relationship Id="rId66" Type="http://schemas.openxmlformats.org/officeDocument/2006/relationships/customXml" Target="../ink/ink859.xml"/><Relationship Id="rId87" Type="http://schemas.openxmlformats.org/officeDocument/2006/relationships/image" Target="../media/image866.png"/><Relationship Id="rId110" Type="http://schemas.openxmlformats.org/officeDocument/2006/relationships/customXml" Target="../ink/ink881.xml"/><Relationship Id="rId115" Type="http://schemas.openxmlformats.org/officeDocument/2006/relationships/image" Target="../media/image880.png"/><Relationship Id="rId131" Type="http://schemas.openxmlformats.org/officeDocument/2006/relationships/image" Target="../media/image888.png"/><Relationship Id="rId136" Type="http://schemas.openxmlformats.org/officeDocument/2006/relationships/customXml" Target="../ink/ink894.xml"/><Relationship Id="rId61" Type="http://schemas.openxmlformats.org/officeDocument/2006/relationships/image" Target="../media/image853.png"/><Relationship Id="rId82" Type="http://schemas.openxmlformats.org/officeDocument/2006/relationships/customXml" Target="../ink/ink867.xml"/><Relationship Id="rId152" Type="http://schemas.openxmlformats.org/officeDocument/2006/relationships/customXml" Target="../ink/ink902.xml"/><Relationship Id="rId19" Type="http://schemas.openxmlformats.org/officeDocument/2006/relationships/image" Target="../media/image832.png"/><Relationship Id="rId14" Type="http://schemas.openxmlformats.org/officeDocument/2006/relationships/customXml" Target="../ink/ink833.xml"/><Relationship Id="rId30" Type="http://schemas.openxmlformats.org/officeDocument/2006/relationships/customXml" Target="../ink/ink841.xml"/><Relationship Id="rId35" Type="http://schemas.openxmlformats.org/officeDocument/2006/relationships/image" Target="../media/image840.png"/><Relationship Id="rId56" Type="http://schemas.openxmlformats.org/officeDocument/2006/relationships/customXml" Target="../ink/ink854.xml"/><Relationship Id="rId77" Type="http://schemas.openxmlformats.org/officeDocument/2006/relationships/image" Target="../media/image861.png"/><Relationship Id="rId100" Type="http://schemas.openxmlformats.org/officeDocument/2006/relationships/customXml" Target="../ink/ink876.xml"/><Relationship Id="rId105" Type="http://schemas.openxmlformats.org/officeDocument/2006/relationships/image" Target="../media/image875.png"/><Relationship Id="rId126" Type="http://schemas.openxmlformats.org/officeDocument/2006/relationships/customXml" Target="../ink/ink889.xml"/><Relationship Id="rId147" Type="http://schemas.openxmlformats.org/officeDocument/2006/relationships/image" Target="../media/image896.png"/><Relationship Id="rId8" Type="http://schemas.openxmlformats.org/officeDocument/2006/relationships/customXml" Target="../ink/ink830.xml"/><Relationship Id="rId51" Type="http://schemas.openxmlformats.org/officeDocument/2006/relationships/image" Target="../media/image848.png"/><Relationship Id="rId72" Type="http://schemas.openxmlformats.org/officeDocument/2006/relationships/customXml" Target="../ink/ink862.xml"/><Relationship Id="rId93" Type="http://schemas.openxmlformats.org/officeDocument/2006/relationships/image" Target="../media/image869.png"/><Relationship Id="rId98" Type="http://schemas.openxmlformats.org/officeDocument/2006/relationships/customXml" Target="../ink/ink875.xml"/><Relationship Id="rId121" Type="http://schemas.openxmlformats.org/officeDocument/2006/relationships/image" Target="../media/image883.png"/><Relationship Id="rId142" Type="http://schemas.openxmlformats.org/officeDocument/2006/relationships/customXml" Target="../ink/ink897.xml"/><Relationship Id="rId3" Type="http://schemas.openxmlformats.org/officeDocument/2006/relationships/image" Target="../media/image824.png"/></Relationships>
</file>

<file path=ppt/slides/_rels/slide3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58.png"/><Relationship Id="rId299" Type="http://schemas.openxmlformats.org/officeDocument/2006/relationships/image" Target="../media/image1048.png"/><Relationship Id="rId303" Type="http://schemas.openxmlformats.org/officeDocument/2006/relationships/image" Target="../media/image1050.png"/><Relationship Id="rId21" Type="http://schemas.openxmlformats.org/officeDocument/2006/relationships/image" Target="../media/image910.png"/><Relationship Id="rId42" Type="http://schemas.openxmlformats.org/officeDocument/2006/relationships/customXml" Target="../ink/ink924.xml"/><Relationship Id="rId63" Type="http://schemas.openxmlformats.org/officeDocument/2006/relationships/image" Target="../media/image931.png"/><Relationship Id="rId84" Type="http://schemas.openxmlformats.org/officeDocument/2006/relationships/customXml" Target="../ink/ink945.xml"/><Relationship Id="rId138" Type="http://schemas.openxmlformats.org/officeDocument/2006/relationships/customXml" Target="../ink/ink972.xml"/><Relationship Id="rId159" Type="http://schemas.openxmlformats.org/officeDocument/2006/relationships/image" Target="../media/image979.png"/><Relationship Id="rId324" Type="http://schemas.openxmlformats.org/officeDocument/2006/relationships/customXml" Target="../ink/ink1065.xml"/><Relationship Id="rId170" Type="http://schemas.openxmlformats.org/officeDocument/2006/relationships/customXml" Target="../ink/ink988.xml"/><Relationship Id="rId191" Type="http://schemas.openxmlformats.org/officeDocument/2006/relationships/image" Target="../media/image994.png"/><Relationship Id="rId205" Type="http://schemas.openxmlformats.org/officeDocument/2006/relationships/image" Target="../media/image1001.png"/><Relationship Id="rId226" Type="http://schemas.openxmlformats.org/officeDocument/2006/relationships/customXml" Target="../ink/ink1016.xml"/><Relationship Id="rId247" Type="http://schemas.openxmlformats.org/officeDocument/2006/relationships/image" Target="../media/image1022.png"/><Relationship Id="rId107" Type="http://schemas.openxmlformats.org/officeDocument/2006/relationships/image" Target="../media/image953.png"/><Relationship Id="rId268" Type="http://schemas.openxmlformats.org/officeDocument/2006/relationships/customXml" Target="../ink/ink1037.xml"/><Relationship Id="rId289" Type="http://schemas.openxmlformats.org/officeDocument/2006/relationships/image" Target="../media/image1043.png"/><Relationship Id="rId11" Type="http://schemas.openxmlformats.org/officeDocument/2006/relationships/image" Target="../media/image905.png"/><Relationship Id="rId32" Type="http://schemas.openxmlformats.org/officeDocument/2006/relationships/customXml" Target="../ink/ink919.xml"/><Relationship Id="rId53" Type="http://schemas.openxmlformats.org/officeDocument/2006/relationships/image" Target="../media/image926.png"/><Relationship Id="rId74" Type="http://schemas.openxmlformats.org/officeDocument/2006/relationships/customXml" Target="../ink/ink940.xml"/><Relationship Id="rId128" Type="http://schemas.openxmlformats.org/officeDocument/2006/relationships/customXml" Target="../ink/ink967.xml"/><Relationship Id="rId149" Type="http://schemas.openxmlformats.org/officeDocument/2006/relationships/image" Target="../media/image974.png"/><Relationship Id="rId314" Type="http://schemas.openxmlformats.org/officeDocument/2006/relationships/customXml" Target="../ink/ink1060.xml"/><Relationship Id="rId5" Type="http://schemas.openxmlformats.org/officeDocument/2006/relationships/image" Target="../media/image902.png"/><Relationship Id="rId95" Type="http://schemas.openxmlformats.org/officeDocument/2006/relationships/image" Target="../media/image947.png"/><Relationship Id="rId160" Type="http://schemas.openxmlformats.org/officeDocument/2006/relationships/customXml" Target="../ink/ink983.xml"/><Relationship Id="rId181" Type="http://schemas.openxmlformats.org/officeDocument/2006/relationships/image" Target="../media/image989.png"/><Relationship Id="rId216" Type="http://schemas.openxmlformats.org/officeDocument/2006/relationships/customXml" Target="../ink/ink1011.xml"/><Relationship Id="rId237" Type="http://schemas.openxmlformats.org/officeDocument/2006/relationships/image" Target="../media/image1017.png"/><Relationship Id="rId258" Type="http://schemas.openxmlformats.org/officeDocument/2006/relationships/customXml" Target="../ink/ink1032.xml"/><Relationship Id="rId279" Type="http://schemas.openxmlformats.org/officeDocument/2006/relationships/image" Target="../media/image1038.png"/><Relationship Id="rId22" Type="http://schemas.openxmlformats.org/officeDocument/2006/relationships/customXml" Target="../ink/ink914.xml"/><Relationship Id="rId43" Type="http://schemas.openxmlformats.org/officeDocument/2006/relationships/image" Target="../media/image921.png"/><Relationship Id="rId64" Type="http://schemas.openxmlformats.org/officeDocument/2006/relationships/customXml" Target="../ink/ink935.xml"/><Relationship Id="rId118" Type="http://schemas.openxmlformats.org/officeDocument/2006/relationships/customXml" Target="../ink/ink962.xml"/><Relationship Id="rId139" Type="http://schemas.openxmlformats.org/officeDocument/2006/relationships/image" Target="../media/image969.png"/><Relationship Id="rId290" Type="http://schemas.openxmlformats.org/officeDocument/2006/relationships/customXml" Target="../ink/ink1048.xml"/><Relationship Id="rId304" Type="http://schemas.openxmlformats.org/officeDocument/2006/relationships/customXml" Target="../ink/ink1055.xml"/><Relationship Id="rId325" Type="http://schemas.openxmlformats.org/officeDocument/2006/relationships/image" Target="../media/image1061.png"/><Relationship Id="rId85" Type="http://schemas.openxmlformats.org/officeDocument/2006/relationships/image" Target="../media/image942.png"/><Relationship Id="rId150" Type="http://schemas.openxmlformats.org/officeDocument/2006/relationships/customXml" Target="../ink/ink978.xml"/><Relationship Id="rId171" Type="http://schemas.openxmlformats.org/officeDocument/2006/relationships/image" Target="../media/image985.png"/><Relationship Id="rId192" Type="http://schemas.openxmlformats.org/officeDocument/2006/relationships/customXml" Target="../ink/ink999.xml"/><Relationship Id="rId206" Type="http://schemas.openxmlformats.org/officeDocument/2006/relationships/customXml" Target="../ink/ink1006.xml"/><Relationship Id="rId227" Type="http://schemas.openxmlformats.org/officeDocument/2006/relationships/image" Target="../media/image1012.png"/><Relationship Id="rId248" Type="http://schemas.openxmlformats.org/officeDocument/2006/relationships/customXml" Target="../ink/ink1027.xml"/><Relationship Id="rId269" Type="http://schemas.openxmlformats.org/officeDocument/2006/relationships/image" Target="../media/image1033.png"/><Relationship Id="rId12" Type="http://schemas.openxmlformats.org/officeDocument/2006/relationships/customXml" Target="../ink/ink909.xml"/><Relationship Id="rId33" Type="http://schemas.openxmlformats.org/officeDocument/2006/relationships/image" Target="../media/image916.png"/><Relationship Id="rId108" Type="http://schemas.openxmlformats.org/officeDocument/2006/relationships/customXml" Target="../ink/ink957.xml"/><Relationship Id="rId129" Type="http://schemas.openxmlformats.org/officeDocument/2006/relationships/image" Target="../media/image964.png"/><Relationship Id="rId280" Type="http://schemas.openxmlformats.org/officeDocument/2006/relationships/customXml" Target="../ink/ink1043.xml"/><Relationship Id="rId315" Type="http://schemas.openxmlformats.org/officeDocument/2006/relationships/image" Target="../media/image1056.png"/><Relationship Id="rId54" Type="http://schemas.openxmlformats.org/officeDocument/2006/relationships/customXml" Target="../ink/ink930.xml"/><Relationship Id="rId75" Type="http://schemas.openxmlformats.org/officeDocument/2006/relationships/image" Target="../media/image937.png"/><Relationship Id="rId96" Type="http://schemas.openxmlformats.org/officeDocument/2006/relationships/customXml" Target="../ink/ink951.xml"/><Relationship Id="rId140" Type="http://schemas.openxmlformats.org/officeDocument/2006/relationships/customXml" Target="../ink/ink973.xml"/><Relationship Id="rId161" Type="http://schemas.openxmlformats.org/officeDocument/2006/relationships/image" Target="../media/image980.png"/><Relationship Id="rId182" Type="http://schemas.openxmlformats.org/officeDocument/2006/relationships/customXml" Target="../ink/ink994.xml"/><Relationship Id="rId217" Type="http://schemas.openxmlformats.org/officeDocument/2006/relationships/image" Target="../media/image1007.png"/><Relationship Id="rId6" Type="http://schemas.openxmlformats.org/officeDocument/2006/relationships/customXml" Target="../ink/ink906.xml"/><Relationship Id="rId238" Type="http://schemas.openxmlformats.org/officeDocument/2006/relationships/customXml" Target="../ink/ink1022.xml"/><Relationship Id="rId259" Type="http://schemas.openxmlformats.org/officeDocument/2006/relationships/image" Target="../media/image1028.png"/><Relationship Id="rId23" Type="http://schemas.openxmlformats.org/officeDocument/2006/relationships/image" Target="../media/image911.png"/><Relationship Id="rId119" Type="http://schemas.openxmlformats.org/officeDocument/2006/relationships/image" Target="../media/image959.png"/><Relationship Id="rId270" Type="http://schemas.openxmlformats.org/officeDocument/2006/relationships/customXml" Target="../ink/ink1038.xml"/><Relationship Id="rId291" Type="http://schemas.openxmlformats.org/officeDocument/2006/relationships/image" Target="../media/image1044.png"/><Relationship Id="rId305" Type="http://schemas.openxmlformats.org/officeDocument/2006/relationships/image" Target="../media/image1051.png"/><Relationship Id="rId326" Type="http://schemas.openxmlformats.org/officeDocument/2006/relationships/customXml" Target="../ink/ink1066.xml"/><Relationship Id="rId44" Type="http://schemas.openxmlformats.org/officeDocument/2006/relationships/customXml" Target="../ink/ink925.xml"/><Relationship Id="rId65" Type="http://schemas.openxmlformats.org/officeDocument/2006/relationships/image" Target="../media/image932.png"/><Relationship Id="rId86" Type="http://schemas.openxmlformats.org/officeDocument/2006/relationships/customXml" Target="../ink/ink946.xml"/><Relationship Id="rId130" Type="http://schemas.openxmlformats.org/officeDocument/2006/relationships/customXml" Target="../ink/ink968.xml"/><Relationship Id="rId151" Type="http://schemas.openxmlformats.org/officeDocument/2006/relationships/image" Target="../media/image975.png"/><Relationship Id="rId172" Type="http://schemas.openxmlformats.org/officeDocument/2006/relationships/customXml" Target="../ink/ink989.xml"/><Relationship Id="rId193" Type="http://schemas.openxmlformats.org/officeDocument/2006/relationships/image" Target="../media/image995.png"/><Relationship Id="rId207" Type="http://schemas.openxmlformats.org/officeDocument/2006/relationships/image" Target="../media/image1002.png"/><Relationship Id="rId228" Type="http://schemas.openxmlformats.org/officeDocument/2006/relationships/customXml" Target="../ink/ink1017.xml"/><Relationship Id="rId249" Type="http://schemas.openxmlformats.org/officeDocument/2006/relationships/image" Target="../media/image1023.png"/><Relationship Id="rId13" Type="http://schemas.openxmlformats.org/officeDocument/2006/relationships/image" Target="../media/image906.png"/><Relationship Id="rId109" Type="http://schemas.openxmlformats.org/officeDocument/2006/relationships/image" Target="../media/image954.png"/><Relationship Id="rId260" Type="http://schemas.openxmlformats.org/officeDocument/2006/relationships/customXml" Target="../ink/ink1033.xml"/><Relationship Id="rId281" Type="http://schemas.openxmlformats.org/officeDocument/2006/relationships/image" Target="../media/image1039.png"/><Relationship Id="rId316" Type="http://schemas.openxmlformats.org/officeDocument/2006/relationships/customXml" Target="../ink/ink1061.xml"/><Relationship Id="rId34" Type="http://schemas.openxmlformats.org/officeDocument/2006/relationships/customXml" Target="../ink/ink920.xml"/><Relationship Id="rId55" Type="http://schemas.openxmlformats.org/officeDocument/2006/relationships/image" Target="../media/image927.png"/><Relationship Id="rId76" Type="http://schemas.openxmlformats.org/officeDocument/2006/relationships/customXml" Target="../ink/ink941.xml"/><Relationship Id="rId97" Type="http://schemas.openxmlformats.org/officeDocument/2006/relationships/image" Target="../media/image948.png"/><Relationship Id="rId120" Type="http://schemas.openxmlformats.org/officeDocument/2006/relationships/customXml" Target="../ink/ink963.xml"/><Relationship Id="rId141" Type="http://schemas.openxmlformats.org/officeDocument/2006/relationships/image" Target="../media/image970.png"/><Relationship Id="rId7" Type="http://schemas.openxmlformats.org/officeDocument/2006/relationships/image" Target="../media/image903.png"/><Relationship Id="rId162" Type="http://schemas.openxmlformats.org/officeDocument/2006/relationships/customXml" Target="../ink/ink984.xml"/><Relationship Id="rId183" Type="http://schemas.openxmlformats.org/officeDocument/2006/relationships/image" Target="../media/image990.png"/><Relationship Id="rId218" Type="http://schemas.openxmlformats.org/officeDocument/2006/relationships/customXml" Target="../ink/ink1012.xml"/><Relationship Id="rId239" Type="http://schemas.openxmlformats.org/officeDocument/2006/relationships/image" Target="../media/image1018.png"/><Relationship Id="rId250" Type="http://schemas.openxmlformats.org/officeDocument/2006/relationships/customXml" Target="../ink/ink1028.xml"/><Relationship Id="rId271" Type="http://schemas.openxmlformats.org/officeDocument/2006/relationships/image" Target="../media/image1034.png"/><Relationship Id="rId292" Type="http://schemas.openxmlformats.org/officeDocument/2006/relationships/customXml" Target="../ink/ink1049.xml"/><Relationship Id="rId306" Type="http://schemas.openxmlformats.org/officeDocument/2006/relationships/customXml" Target="../ink/ink1056.xml"/><Relationship Id="rId24" Type="http://schemas.openxmlformats.org/officeDocument/2006/relationships/customXml" Target="../ink/ink915.xml"/><Relationship Id="rId45" Type="http://schemas.openxmlformats.org/officeDocument/2006/relationships/image" Target="../media/image922.png"/><Relationship Id="rId66" Type="http://schemas.openxmlformats.org/officeDocument/2006/relationships/customXml" Target="../ink/ink936.xml"/><Relationship Id="rId87" Type="http://schemas.openxmlformats.org/officeDocument/2006/relationships/image" Target="../media/image943.png"/><Relationship Id="rId110" Type="http://schemas.openxmlformats.org/officeDocument/2006/relationships/customXml" Target="../ink/ink958.xml"/><Relationship Id="rId131" Type="http://schemas.openxmlformats.org/officeDocument/2006/relationships/image" Target="../media/image965.png"/><Relationship Id="rId327" Type="http://schemas.openxmlformats.org/officeDocument/2006/relationships/image" Target="../media/image1062.png"/><Relationship Id="rId152" Type="http://schemas.openxmlformats.org/officeDocument/2006/relationships/customXml" Target="../ink/ink979.xml"/><Relationship Id="rId173" Type="http://schemas.openxmlformats.org/officeDocument/2006/relationships/image" Target="../media/image986.png"/><Relationship Id="rId194" Type="http://schemas.openxmlformats.org/officeDocument/2006/relationships/customXml" Target="../ink/ink1000.xml"/><Relationship Id="rId208" Type="http://schemas.openxmlformats.org/officeDocument/2006/relationships/customXml" Target="../ink/ink1007.xml"/><Relationship Id="rId229" Type="http://schemas.openxmlformats.org/officeDocument/2006/relationships/image" Target="../media/image1013.png"/><Relationship Id="rId240" Type="http://schemas.openxmlformats.org/officeDocument/2006/relationships/customXml" Target="../ink/ink1023.xml"/><Relationship Id="rId261" Type="http://schemas.openxmlformats.org/officeDocument/2006/relationships/image" Target="../media/image1029.png"/><Relationship Id="rId14" Type="http://schemas.openxmlformats.org/officeDocument/2006/relationships/customXml" Target="../ink/ink910.xml"/><Relationship Id="rId35" Type="http://schemas.openxmlformats.org/officeDocument/2006/relationships/image" Target="../media/image917.png"/><Relationship Id="rId56" Type="http://schemas.openxmlformats.org/officeDocument/2006/relationships/customXml" Target="../ink/ink931.xml"/><Relationship Id="rId77" Type="http://schemas.openxmlformats.org/officeDocument/2006/relationships/image" Target="../media/image938.png"/><Relationship Id="rId100" Type="http://schemas.openxmlformats.org/officeDocument/2006/relationships/customXml" Target="../ink/ink953.xml"/><Relationship Id="rId282" Type="http://schemas.openxmlformats.org/officeDocument/2006/relationships/customXml" Target="../ink/ink1044.xml"/><Relationship Id="rId317" Type="http://schemas.openxmlformats.org/officeDocument/2006/relationships/image" Target="../media/image1057.png"/><Relationship Id="rId8" Type="http://schemas.openxmlformats.org/officeDocument/2006/relationships/customXml" Target="../ink/ink907.xml"/><Relationship Id="rId51" Type="http://schemas.openxmlformats.org/officeDocument/2006/relationships/image" Target="../media/image925.png"/><Relationship Id="rId72" Type="http://schemas.openxmlformats.org/officeDocument/2006/relationships/customXml" Target="../ink/ink939.xml"/><Relationship Id="rId93" Type="http://schemas.openxmlformats.org/officeDocument/2006/relationships/image" Target="../media/image946.png"/><Relationship Id="rId98" Type="http://schemas.openxmlformats.org/officeDocument/2006/relationships/customXml" Target="../ink/ink952.xml"/><Relationship Id="rId121" Type="http://schemas.openxmlformats.org/officeDocument/2006/relationships/image" Target="../media/image960.png"/><Relationship Id="rId142" Type="http://schemas.openxmlformats.org/officeDocument/2006/relationships/customXml" Target="../ink/ink974.xml"/><Relationship Id="rId163" Type="http://schemas.openxmlformats.org/officeDocument/2006/relationships/image" Target="../media/image981.png"/><Relationship Id="rId184" Type="http://schemas.openxmlformats.org/officeDocument/2006/relationships/customXml" Target="../ink/ink995.xml"/><Relationship Id="rId189" Type="http://schemas.openxmlformats.org/officeDocument/2006/relationships/image" Target="../media/image993.png"/><Relationship Id="rId219" Type="http://schemas.openxmlformats.org/officeDocument/2006/relationships/image" Target="../media/image1008.png"/><Relationship Id="rId3" Type="http://schemas.openxmlformats.org/officeDocument/2006/relationships/image" Target="../media/image901.png"/><Relationship Id="rId214" Type="http://schemas.openxmlformats.org/officeDocument/2006/relationships/customXml" Target="../ink/ink1010.xml"/><Relationship Id="rId230" Type="http://schemas.openxmlformats.org/officeDocument/2006/relationships/customXml" Target="../ink/ink1018.xml"/><Relationship Id="rId235" Type="http://schemas.openxmlformats.org/officeDocument/2006/relationships/image" Target="../media/image1016.png"/><Relationship Id="rId251" Type="http://schemas.openxmlformats.org/officeDocument/2006/relationships/image" Target="../media/image1024.png"/><Relationship Id="rId256" Type="http://schemas.openxmlformats.org/officeDocument/2006/relationships/customXml" Target="../ink/ink1031.xml"/><Relationship Id="rId277" Type="http://schemas.openxmlformats.org/officeDocument/2006/relationships/image" Target="../media/image1037.png"/><Relationship Id="rId298" Type="http://schemas.openxmlformats.org/officeDocument/2006/relationships/customXml" Target="../ink/ink1052.xml"/><Relationship Id="rId25" Type="http://schemas.openxmlformats.org/officeDocument/2006/relationships/image" Target="../media/image912.png"/><Relationship Id="rId46" Type="http://schemas.openxmlformats.org/officeDocument/2006/relationships/customXml" Target="../ink/ink926.xml"/><Relationship Id="rId67" Type="http://schemas.openxmlformats.org/officeDocument/2006/relationships/image" Target="../media/image933.png"/><Relationship Id="rId116" Type="http://schemas.openxmlformats.org/officeDocument/2006/relationships/customXml" Target="../ink/ink961.xml"/><Relationship Id="rId137" Type="http://schemas.openxmlformats.org/officeDocument/2006/relationships/image" Target="../media/image968.png"/><Relationship Id="rId158" Type="http://schemas.openxmlformats.org/officeDocument/2006/relationships/customXml" Target="../ink/ink982.xml"/><Relationship Id="rId272" Type="http://schemas.openxmlformats.org/officeDocument/2006/relationships/customXml" Target="../ink/ink1039.xml"/><Relationship Id="rId293" Type="http://schemas.openxmlformats.org/officeDocument/2006/relationships/image" Target="../media/image1045.png"/><Relationship Id="rId302" Type="http://schemas.openxmlformats.org/officeDocument/2006/relationships/customXml" Target="../ink/ink1054.xml"/><Relationship Id="rId307" Type="http://schemas.openxmlformats.org/officeDocument/2006/relationships/image" Target="../media/image1052.png"/><Relationship Id="rId323" Type="http://schemas.openxmlformats.org/officeDocument/2006/relationships/image" Target="../media/image1060.png"/><Relationship Id="rId328" Type="http://schemas.openxmlformats.org/officeDocument/2006/relationships/customXml" Target="../ink/ink1067.xml"/><Relationship Id="rId20" Type="http://schemas.openxmlformats.org/officeDocument/2006/relationships/customXml" Target="../ink/ink913.xml"/><Relationship Id="rId41" Type="http://schemas.openxmlformats.org/officeDocument/2006/relationships/image" Target="../media/image920.png"/><Relationship Id="rId62" Type="http://schemas.openxmlformats.org/officeDocument/2006/relationships/customXml" Target="../ink/ink934.xml"/><Relationship Id="rId83" Type="http://schemas.openxmlformats.org/officeDocument/2006/relationships/image" Target="../media/image941.png"/><Relationship Id="rId88" Type="http://schemas.openxmlformats.org/officeDocument/2006/relationships/customXml" Target="../ink/ink947.xml"/><Relationship Id="rId111" Type="http://schemas.openxmlformats.org/officeDocument/2006/relationships/image" Target="../media/image955.png"/><Relationship Id="rId132" Type="http://schemas.openxmlformats.org/officeDocument/2006/relationships/customXml" Target="../ink/ink969.xml"/><Relationship Id="rId153" Type="http://schemas.openxmlformats.org/officeDocument/2006/relationships/image" Target="../media/image976.png"/><Relationship Id="rId174" Type="http://schemas.openxmlformats.org/officeDocument/2006/relationships/customXml" Target="../ink/ink990.xml"/><Relationship Id="rId179" Type="http://schemas.openxmlformats.org/officeDocument/2006/relationships/image" Target="../media/image31.png"/><Relationship Id="rId195" Type="http://schemas.openxmlformats.org/officeDocument/2006/relationships/image" Target="../media/image996.png"/><Relationship Id="rId209" Type="http://schemas.openxmlformats.org/officeDocument/2006/relationships/image" Target="../media/image1003.png"/><Relationship Id="rId190" Type="http://schemas.openxmlformats.org/officeDocument/2006/relationships/customXml" Target="../ink/ink998.xml"/><Relationship Id="rId204" Type="http://schemas.openxmlformats.org/officeDocument/2006/relationships/customXml" Target="../ink/ink1005.xml"/><Relationship Id="rId220" Type="http://schemas.openxmlformats.org/officeDocument/2006/relationships/customXml" Target="../ink/ink1013.xml"/><Relationship Id="rId225" Type="http://schemas.openxmlformats.org/officeDocument/2006/relationships/image" Target="../media/image1011.png"/><Relationship Id="rId241" Type="http://schemas.openxmlformats.org/officeDocument/2006/relationships/image" Target="../media/image1019.png"/><Relationship Id="rId246" Type="http://schemas.openxmlformats.org/officeDocument/2006/relationships/customXml" Target="../ink/ink1026.xml"/><Relationship Id="rId267" Type="http://schemas.openxmlformats.org/officeDocument/2006/relationships/image" Target="../media/image1032.png"/><Relationship Id="rId288" Type="http://schemas.openxmlformats.org/officeDocument/2006/relationships/customXml" Target="../ink/ink1047.xml"/><Relationship Id="rId15" Type="http://schemas.openxmlformats.org/officeDocument/2006/relationships/image" Target="../media/image907.png"/><Relationship Id="rId36" Type="http://schemas.openxmlformats.org/officeDocument/2006/relationships/customXml" Target="../ink/ink921.xml"/><Relationship Id="rId57" Type="http://schemas.openxmlformats.org/officeDocument/2006/relationships/image" Target="../media/image928.png"/><Relationship Id="rId106" Type="http://schemas.openxmlformats.org/officeDocument/2006/relationships/customXml" Target="../ink/ink956.xml"/><Relationship Id="rId127" Type="http://schemas.openxmlformats.org/officeDocument/2006/relationships/image" Target="../media/image963.png"/><Relationship Id="rId262" Type="http://schemas.openxmlformats.org/officeDocument/2006/relationships/customXml" Target="../ink/ink1034.xml"/><Relationship Id="rId283" Type="http://schemas.openxmlformats.org/officeDocument/2006/relationships/image" Target="../media/image1040.png"/><Relationship Id="rId313" Type="http://schemas.openxmlformats.org/officeDocument/2006/relationships/image" Target="../media/image1055.png"/><Relationship Id="rId318" Type="http://schemas.openxmlformats.org/officeDocument/2006/relationships/customXml" Target="../ink/ink1062.xml"/><Relationship Id="rId10" Type="http://schemas.openxmlformats.org/officeDocument/2006/relationships/customXml" Target="../ink/ink908.xml"/><Relationship Id="rId31" Type="http://schemas.openxmlformats.org/officeDocument/2006/relationships/image" Target="../media/image915.png"/><Relationship Id="rId52" Type="http://schemas.openxmlformats.org/officeDocument/2006/relationships/customXml" Target="../ink/ink929.xml"/><Relationship Id="rId73" Type="http://schemas.openxmlformats.org/officeDocument/2006/relationships/image" Target="../media/image936.png"/><Relationship Id="rId78" Type="http://schemas.openxmlformats.org/officeDocument/2006/relationships/customXml" Target="../ink/ink942.xml"/><Relationship Id="rId94" Type="http://schemas.openxmlformats.org/officeDocument/2006/relationships/customXml" Target="../ink/ink950.xml"/><Relationship Id="rId99" Type="http://schemas.openxmlformats.org/officeDocument/2006/relationships/image" Target="../media/image949.png"/><Relationship Id="rId101" Type="http://schemas.openxmlformats.org/officeDocument/2006/relationships/image" Target="../media/image950.png"/><Relationship Id="rId122" Type="http://schemas.openxmlformats.org/officeDocument/2006/relationships/customXml" Target="../ink/ink964.xml"/><Relationship Id="rId143" Type="http://schemas.openxmlformats.org/officeDocument/2006/relationships/image" Target="../media/image971.png"/><Relationship Id="rId148" Type="http://schemas.openxmlformats.org/officeDocument/2006/relationships/customXml" Target="../ink/ink977.xml"/><Relationship Id="rId164" Type="http://schemas.openxmlformats.org/officeDocument/2006/relationships/customXml" Target="../ink/ink985.xml"/><Relationship Id="rId169" Type="http://schemas.openxmlformats.org/officeDocument/2006/relationships/image" Target="../media/image984.png"/><Relationship Id="rId185" Type="http://schemas.openxmlformats.org/officeDocument/2006/relationships/image" Target="../media/image991.png"/><Relationship Id="rId4" Type="http://schemas.openxmlformats.org/officeDocument/2006/relationships/customXml" Target="../ink/ink905.xml"/><Relationship Id="rId9" Type="http://schemas.openxmlformats.org/officeDocument/2006/relationships/image" Target="../media/image904.png"/><Relationship Id="rId180" Type="http://schemas.openxmlformats.org/officeDocument/2006/relationships/customXml" Target="../ink/ink993.xml"/><Relationship Id="rId210" Type="http://schemas.openxmlformats.org/officeDocument/2006/relationships/customXml" Target="../ink/ink1008.xml"/><Relationship Id="rId215" Type="http://schemas.openxmlformats.org/officeDocument/2006/relationships/image" Target="../media/image1006.png"/><Relationship Id="rId236" Type="http://schemas.openxmlformats.org/officeDocument/2006/relationships/customXml" Target="../ink/ink1021.xml"/><Relationship Id="rId257" Type="http://schemas.openxmlformats.org/officeDocument/2006/relationships/image" Target="../media/image1027.png"/><Relationship Id="rId278" Type="http://schemas.openxmlformats.org/officeDocument/2006/relationships/customXml" Target="../ink/ink1042.xml"/><Relationship Id="rId26" Type="http://schemas.openxmlformats.org/officeDocument/2006/relationships/customXml" Target="../ink/ink916.xml"/><Relationship Id="rId231" Type="http://schemas.openxmlformats.org/officeDocument/2006/relationships/image" Target="../media/image1014.png"/><Relationship Id="rId252" Type="http://schemas.openxmlformats.org/officeDocument/2006/relationships/customXml" Target="../ink/ink1029.xml"/><Relationship Id="rId273" Type="http://schemas.openxmlformats.org/officeDocument/2006/relationships/image" Target="../media/image1035.png"/><Relationship Id="rId294" Type="http://schemas.openxmlformats.org/officeDocument/2006/relationships/customXml" Target="../ink/ink1050.xml"/><Relationship Id="rId308" Type="http://schemas.openxmlformats.org/officeDocument/2006/relationships/customXml" Target="../ink/ink1057.xml"/><Relationship Id="rId329" Type="http://schemas.openxmlformats.org/officeDocument/2006/relationships/image" Target="../media/image1063.png"/><Relationship Id="rId47" Type="http://schemas.openxmlformats.org/officeDocument/2006/relationships/image" Target="../media/image923.png"/><Relationship Id="rId68" Type="http://schemas.openxmlformats.org/officeDocument/2006/relationships/customXml" Target="../ink/ink937.xml"/><Relationship Id="rId89" Type="http://schemas.openxmlformats.org/officeDocument/2006/relationships/image" Target="../media/image944.png"/><Relationship Id="rId112" Type="http://schemas.openxmlformats.org/officeDocument/2006/relationships/customXml" Target="../ink/ink959.xml"/><Relationship Id="rId133" Type="http://schemas.openxmlformats.org/officeDocument/2006/relationships/image" Target="../media/image966.png"/><Relationship Id="rId154" Type="http://schemas.openxmlformats.org/officeDocument/2006/relationships/customXml" Target="../ink/ink980.xml"/><Relationship Id="rId175" Type="http://schemas.openxmlformats.org/officeDocument/2006/relationships/image" Target="../media/image987.png"/><Relationship Id="rId196" Type="http://schemas.openxmlformats.org/officeDocument/2006/relationships/customXml" Target="../ink/ink1001.xml"/><Relationship Id="rId200" Type="http://schemas.openxmlformats.org/officeDocument/2006/relationships/customXml" Target="../ink/ink1003.xml"/><Relationship Id="rId16" Type="http://schemas.openxmlformats.org/officeDocument/2006/relationships/customXml" Target="../ink/ink911.xml"/><Relationship Id="rId221" Type="http://schemas.openxmlformats.org/officeDocument/2006/relationships/image" Target="../media/image1009.png"/><Relationship Id="rId242" Type="http://schemas.openxmlformats.org/officeDocument/2006/relationships/customXml" Target="../ink/ink1024.xml"/><Relationship Id="rId263" Type="http://schemas.openxmlformats.org/officeDocument/2006/relationships/image" Target="../media/image1030.png"/><Relationship Id="rId284" Type="http://schemas.openxmlformats.org/officeDocument/2006/relationships/customXml" Target="../ink/ink1045.xml"/><Relationship Id="rId319" Type="http://schemas.openxmlformats.org/officeDocument/2006/relationships/image" Target="../media/image1058.png"/><Relationship Id="rId37" Type="http://schemas.openxmlformats.org/officeDocument/2006/relationships/image" Target="../media/image918.png"/><Relationship Id="rId58" Type="http://schemas.openxmlformats.org/officeDocument/2006/relationships/customXml" Target="../ink/ink932.xml"/><Relationship Id="rId79" Type="http://schemas.openxmlformats.org/officeDocument/2006/relationships/image" Target="../media/image939.png"/><Relationship Id="rId102" Type="http://schemas.openxmlformats.org/officeDocument/2006/relationships/customXml" Target="../ink/ink954.xml"/><Relationship Id="rId123" Type="http://schemas.openxmlformats.org/officeDocument/2006/relationships/image" Target="../media/image961.png"/><Relationship Id="rId144" Type="http://schemas.openxmlformats.org/officeDocument/2006/relationships/customXml" Target="../ink/ink975.xml"/><Relationship Id="rId330" Type="http://schemas.openxmlformats.org/officeDocument/2006/relationships/customXml" Target="../ink/ink1068.xml"/><Relationship Id="rId90" Type="http://schemas.openxmlformats.org/officeDocument/2006/relationships/customXml" Target="../ink/ink948.xml"/><Relationship Id="rId165" Type="http://schemas.openxmlformats.org/officeDocument/2006/relationships/image" Target="../media/image982.png"/><Relationship Id="rId186" Type="http://schemas.openxmlformats.org/officeDocument/2006/relationships/customXml" Target="../ink/ink996.xml"/><Relationship Id="rId211" Type="http://schemas.openxmlformats.org/officeDocument/2006/relationships/image" Target="../media/image1004.png"/><Relationship Id="rId232" Type="http://schemas.openxmlformats.org/officeDocument/2006/relationships/customXml" Target="../ink/ink1019.xml"/><Relationship Id="rId253" Type="http://schemas.openxmlformats.org/officeDocument/2006/relationships/image" Target="../media/image1025.png"/><Relationship Id="rId274" Type="http://schemas.openxmlformats.org/officeDocument/2006/relationships/customXml" Target="../ink/ink1040.xml"/><Relationship Id="rId295" Type="http://schemas.openxmlformats.org/officeDocument/2006/relationships/image" Target="../media/image1046.png"/><Relationship Id="rId309" Type="http://schemas.openxmlformats.org/officeDocument/2006/relationships/image" Target="../media/image1053.png"/><Relationship Id="rId27" Type="http://schemas.openxmlformats.org/officeDocument/2006/relationships/image" Target="../media/image913.png"/><Relationship Id="rId48" Type="http://schemas.openxmlformats.org/officeDocument/2006/relationships/customXml" Target="../ink/ink927.xml"/><Relationship Id="rId69" Type="http://schemas.openxmlformats.org/officeDocument/2006/relationships/image" Target="../media/image934.png"/><Relationship Id="rId113" Type="http://schemas.openxmlformats.org/officeDocument/2006/relationships/image" Target="../media/image956.png"/><Relationship Id="rId134" Type="http://schemas.openxmlformats.org/officeDocument/2006/relationships/customXml" Target="../ink/ink970.xml"/><Relationship Id="rId320" Type="http://schemas.openxmlformats.org/officeDocument/2006/relationships/customXml" Target="../ink/ink1063.xml"/><Relationship Id="rId80" Type="http://schemas.openxmlformats.org/officeDocument/2006/relationships/customXml" Target="../ink/ink943.xml"/><Relationship Id="rId155" Type="http://schemas.openxmlformats.org/officeDocument/2006/relationships/image" Target="../media/image977.png"/><Relationship Id="rId176" Type="http://schemas.openxmlformats.org/officeDocument/2006/relationships/customXml" Target="../ink/ink991.xml"/><Relationship Id="rId197" Type="http://schemas.openxmlformats.org/officeDocument/2006/relationships/image" Target="../media/image997.png"/><Relationship Id="rId201" Type="http://schemas.openxmlformats.org/officeDocument/2006/relationships/image" Target="../media/image999.png"/><Relationship Id="rId222" Type="http://schemas.openxmlformats.org/officeDocument/2006/relationships/customXml" Target="../ink/ink1014.xml"/><Relationship Id="rId243" Type="http://schemas.openxmlformats.org/officeDocument/2006/relationships/image" Target="../media/image1020.png"/><Relationship Id="rId264" Type="http://schemas.openxmlformats.org/officeDocument/2006/relationships/customXml" Target="../ink/ink1035.xml"/><Relationship Id="rId285" Type="http://schemas.openxmlformats.org/officeDocument/2006/relationships/image" Target="../media/image1041.png"/><Relationship Id="rId17" Type="http://schemas.openxmlformats.org/officeDocument/2006/relationships/image" Target="../media/image908.png"/><Relationship Id="rId38" Type="http://schemas.openxmlformats.org/officeDocument/2006/relationships/customXml" Target="../ink/ink922.xml"/><Relationship Id="rId59" Type="http://schemas.openxmlformats.org/officeDocument/2006/relationships/image" Target="../media/image929.png"/><Relationship Id="rId103" Type="http://schemas.openxmlformats.org/officeDocument/2006/relationships/image" Target="../media/image951.png"/><Relationship Id="rId124" Type="http://schemas.openxmlformats.org/officeDocument/2006/relationships/customXml" Target="../ink/ink965.xml"/><Relationship Id="rId310" Type="http://schemas.openxmlformats.org/officeDocument/2006/relationships/customXml" Target="../ink/ink1058.xml"/><Relationship Id="rId70" Type="http://schemas.openxmlformats.org/officeDocument/2006/relationships/customXml" Target="../ink/ink938.xml"/><Relationship Id="rId91" Type="http://schemas.openxmlformats.org/officeDocument/2006/relationships/image" Target="../media/image945.png"/><Relationship Id="rId145" Type="http://schemas.openxmlformats.org/officeDocument/2006/relationships/image" Target="../media/image972.png"/><Relationship Id="rId166" Type="http://schemas.openxmlformats.org/officeDocument/2006/relationships/customXml" Target="../ink/ink986.xml"/><Relationship Id="rId187" Type="http://schemas.openxmlformats.org/officeDocument/2006/relationships/image" Target="../media/image992.png"/><Relationship Id="rId331" Type="http://schemas.openxmlformats.org/officeDocument/2006/relationships/image" Target="../media/image1064.png"/><Relationship Id="rId1" Type="http://schemas.openxmlformats.org/officeDocument/2006/relationships/slideLayout" Target="../slideLayouts/slideLayout23.xml"/><Relationship Id="rId212" Type="http://schemas.openxmlformats.org/officeDocument/2006/relationships/customXml" Target="../ink/ink1009.xml"/><Relationship Id="rId233" Type="http://schemas.openxmlformats.org/officeDocument/2006/relationships/image" Target="../media/image1015.png"/><Relationship Id="rId254" Type="http://schemas.openxmlformats.org/officeDocument/2006/relationships/customXml" Target="../ink/ink1030.xml"/><Relationship Id="rId28" Type="http://schemas.openxmlformats.org/officeDocument/2006/relationships/customXml" Target="../ink/ink917.xml"/><Relationship Id="rId49" Type="http://schemas.openxmlformats.org/officeDocument/2006/relationships/image" Target="../media/image924.png"/><Relationship Id="rId114" Type="http://schemas.openxmlformats.org/officeDocument/2006/relationships/customXml" Target="../ink/ink960.xml"/><Relationship Id="rId275" Type="http://schemas.openxmlformats.org/officeDocument/2006/relationships/image" Target="../media/image1036.png"/><Relationship Id="rId296" Type="http://schemas.openxmlformats.org/officeDocument/2006/relationships/customXml" Target="../ink/ink1051.xml"/><Relationship Id="rId300" Type="http://schemas.openxmlformats.org/officeDocument/2006/relationships/customXml" Target="../ink/ink1053.xml"/><Relationship Id="rId60" Type="http://schemas.openxmlformats.org/officeDocument/2006/relationships/customXml" Target="../ink/ink933.xml"/><Relationship Id="rId81" Type="http://schemas.openxmlformats.org/officeDocument/2006/relationships/image" Target="../media/image940.png"/><Relationship Id="rId135" Type="http://schemas.openxmlformats.org/officeDocument/2006/relationships/image" Target="../media/image967.png"/><Relationship Id="rId156" Type="http://schemas.openxmlformats.org/officeDocument/2006/relationships/customXml" Target="../ink/ink981.xml"/><Relationship Id="rId177" Type="http://schemas.openxmlformats.org/officeDocument/2006/relationships/image" Target="../media/image988.png"/><Relationship Id="rId198" Type="http://schemas.openxmlformats.org/officeDocument/2006/relationships/customXml" Target="../ink/ink1002.xml"/><Relationship Id="rId321" Type="http://schemas.openxmlformats.org/officeDocument/2006/relationships/image" Target="../media/image1059.png"/><Relationship Id="rId202" Type="http://schemas.openxmlformats.org/officeDocument/2006/relationships/customXml" Target="../ink/ink1004.xml"/><Relationship Id="rId223" Type="http://schemas.openxmlformats.org/officeDocument/2006/relationships/image" Target="../media/image1010.png"/><Relationship Id="rId244" Type="http://schemas.openxmlformats.org/officeDocument/2006/relationships/customXml" Target="../ink/ink1025.xml"/><Relationship Id="rId18" Type="http://schemas.openxmlformats.org/officeDocument/2006/relationships/customXml" Target="../ink/ink912.xml"/><Relationship Id="rId39" Type="http://schemas.openxmlformats.org/officeDocument/2006/relationships/image" Target="../media/image919.png"/><Relationship Id="rId265" Type="http://schemas.openxmlformats.org/officeDocument/2006/relationships/image" Target="../media/image1031.png"/><Relationship Id="rId286" Type="http://schemas.openxmlformats.org/officeDocument/2006/relationships/customXml" Target="../ink/ink1046.xml"/><Relationship Id="rId50" Type="http://schemas.openxmlformats.org/officeDocument/2006/relationships/customXml" Target="../ink/ink928.xml"/><Relationship Id="rId104" Type="http://schemas.openxmlformats.org/officeDocument/2006/relationships/customXml" Target="../ink/ink955.xml"/><Relationship Id="rId125" Type="http://schemas.openxmlformats.org/officeDocument/2006/relationships/image" Target="../media/image962.png"/><Relationship Id="rId146" Type="http://schemas.openxmlformats.org/officeDocument/2006/relationships/customXml" Target="../ink/ink976.xml"/><Relationship Id="rId167" Type="http://schemas.openxmlformats.org/officeDocument/2006/relationships/image" Target="../media/image983.png"/><Relationship Id="rId188" Type="http://schemas.openxmlformats.org/officeDocument/2006/relationships/customXml" Target="../ink/ink997.xml"/><Relationship Id="rId311" Type="http://schemas.openxmlformats.org/officeDocument/2006/relationships/image" Target="../media/image1054.png"/><Relationship Id="rId71" Type="http://schemas.openxmlformats.org/officeDocument/2006/relationships/image" Target="../media/image935.png"/><Relationship Id="rId92" Type="http://schemas.openxmlformats.org/officeDocument/2006/relationships/customXml" Target="../ink/ink949.xml"/><Relationship Id="rId213" Type="http://schemas.openxmlformats.org/officeDocument/2006/relationships/image" Target="../media/image1005.png"/><Relationship Id="rId234" Type="http://schemas.openxmlformats.org/officeDocument/2006/relationships/customXml" Target="../ink/ink1020.xml"/><Relationship Id="rId2" Type="http://schemas.openxmlformats.org/officeDocument/2006/relationships/customXml" Target="../ink/ink904.xml"/><Relationship Id="rId29" Type="http://schemas.openxmlformats.org/officeDocument/2006/relationships/image" Target="../media/image914.png"/><Relationship Id="rId255" Type="http://schemas.openxmlformats.org/officeDocument/2006/relationships/image" Target="../media/image1026.png"/><Relationship Id="rId276" Type="http://schemas.openxmlformats.org/officeDocument/2006/relationships/customXml" Target="../ink/ink1041.xml"/><Relationship Id="rId297" Type="http://schemas.openxmlformats.org/officeDocument/2006/relationships/image" Target="../media/image1047.png"/><Relationship Id="rId40" Type="http://schemas.openxmlformats.org/officeDocument/2006/relationships/customXml" Target="../ink/ink923.xml"/><Relationship Id="rId115" Type="http://schemas.openxmlformats.org/officeDocument/2006/relationships/image" Target="../media/image957.png"/><Relationship Id="rId136" Type="http://schemas.openxmlformats.org/officeDocument/2006/relationships/customXml" Target="../ink/ink971.xml"/><Relationship Id="rId157" Type="http://schemas.openxmlformats.org/officeDocument/2006/relationships/image" Target="../media/image978.png"/><Relationship Id="rId178" Type="http://schemas.openxmlformats.org/officeDocument/2006/relationships/customXml" Target="../ink/ink992.xml"/><Relationship Id="rId301" Type="http://schemas.openxmlformats.org/officeDocument/2006/relationships/image" Target="../media/image1049.png"/><Relationship Id="rId322" Type="http://schemas.openxmlformats.org/officeDocument/2006/relationships/customXml" Target="../ink/ink1064.xml"/><Relationship Id="rId61" Type="http://schemas.openxmlformats.org/officeDocument/2006/relationships/image" Target="../media/image930.png"/><Relationship Id="rId82" Type="http://schemas.openxmlformats.org/officeDocument/2006/relationships/customXml" Target="../ink/ink944.xml"/><Relationship Id="rId199" Type="http://schemas.openxmlformats.org/officeDocument/2006/relationships/image" Target="../media/image998.png"/><Relationship Id="rId203" Type="http://schemas.openxmlformats.org/officeDocument/2006/relationships/image" Target="../media/image1000.png"/><Relationship Id="rId19" Type="http://schemas.openxmlformats.org/officeDocument/2006/relationships/image" Target="../media/image909.png"/><Relationship Id="rId224" Type="http://schemas.openxmlformats.org/officeDocument/2006/relationships/customXml" Target="../ink/ink1015.xml"/><Relationship Id="rId245" Type="http://schemas.openxmlformats.org/officeDocument/2006/relationships/image" Target="../media/image1021.png"/><Relationship Id="rId266" Type="http://schemas.openxmlformats.org/officeDocument/2006/relationships/customXml" Target="../ink/ink1036.xml"/><Relationship Id="rId287" Type="http://schemas.openxmlformats.org/officeDocument/2006/relationships/image" Target="../media/image1042.png"/><Relationship Id="rId30" Type="http://schemas.openxmlformats.org/officeDocument/2006/relationships/customXml" Target="../ink/ink918.xml"/><Relationship Id="rId105" Type="http://schemas.openxmlformats.org/officeDocument/2006/relationships/image" Target="../media/image952.png"/><Relationship Id="rId126" Type="http://schemas.openxmlformats.org/officeDocument/2006/relationships/customXml" Target="../ink/ink966.xml"/><Relationship Id="rId147" Type="http://schemas.openxmlformats.org/officeDocument/2006/relationships/image" Target="../media/image973.png"/><Relationship Id="rId168" Type="http://schemas.openxmlformats.org/officeDocument/2006/relationships/customXml" Target="../ink/ink987.xml"/><Relationship Id="rId312" Type="http://schemas.openxmlformats.org/officeDocument/2006/relationships/customXml" Target="../ink/ink1059.xml"/></Relationships>
</file>

<file path=ppt/slides/_rels/slide3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81.xml"/><Relationship Id="rId117" Type="http://schemas.openxmlformats.org/officeDocument/2006/relationships/image" Target="../media/image1122.png"/><Relationship Id="rId21" Type="http://schemas.openxmlformats.org/officeDocument/2006/relationships/image" Target="../media/image1074.png"/><Relationship Id="rId42" Type="http://schemas.openxmlformats.org/officeDocument/2006/relationships/customXml" Target="../ink/ink1089.xml"/><Relationship Id="rId47" Type="http://schemas.openxmlformats.org/officeDocument/2006/relationships/image" Target="../media/image1087.png"/><Relationship Id="rId63" Type="http://schemas.openxmlformats.org/officeDocument/2006/relationships/image" Target="../media/image1095.png"/><Relationship Id="rId68" Type="http://schemas.openxmlformats.org/officeDocument/2006/relationships/customXml" Target="../ink/ink1102.xml"/><Relationship Id="rId84" Type="http://schemas.openxmlformats.org/officeDocument/2006/relationships/customXml" Target="../ink/ink1110.xml"/><Relationship Id="rId89" Type="http://schemas.openxmlformats.org/officeDocument/2006/relationships/image" Target="../media/image1108.png"/><Relationship Id="rId112" Type="http://schemas.openxmlformats.org/officeDocument/2006/relationships/customXml" Target="../ink/ink1124.xml"/><Relationship Id="rId133" Type="http://schemas.openxmlformats.org/officeDocument/2006/relationships/image" Target="../media/image1130.png"/><Relationship Id="rId138" Type="http://schemas.openxmlformats.org/officeDocument/2006/relationships/customXml" Target="../ink/ink1137.xml"/><Relationship Id="rId154" Type="http://schemas.openxmlformats.org/officeDocument/2006/relationships/customXml" Target="../ink/ink1145.xml"/><Relationship Id="rId159" Type="http://schemas.openxmlformats.org/officeDocument/2006/relationships/image" Target="../media/image1143.png"/><Relationship Id="rId175" Type="http://schemas.openxmlformats.org/officeDocument/2006/relationships/image" Target="../media/image1151.png"/><Relationship Id="rId170" Type="http://schemas.openxmlformats.org/officeDocument/2006/relationships/customXml" Target="../ink/ink1153.xml"/><Relationship Id="rId16" Type="http://schemas.openxmlformats.org/officeDocument/2006/relationships/customXml" Target="../ink/ink1076.xml"/><Relationship Id="rId107" Type="http://schemas.openxmlformats.org/officeDocument/2006/relationships/image" Target="../media/image1117.png"/><Relationship Id="rId11" Type="http://schemas.openxmlformats.org/officeDocument/2006/relationships/image" Target="../media/image1069.png"/><Relationship Id="rId32" Type="http://schemas.openxmlformats.org/officeDocument/2006/relationships/customXml" Target="../ink/ink1084.xml"/><Relationship Id="rId37" Type="http://schemas.openxmlformats.org/officeDocument/2006/relationships/image" Target="../media/image1082.png"/><Relationship Id="rId53" Type="http://schemas.openxmlformats.org/officeDocument/2006/relationships/image" Target="../media/image1090.png"/><Relationship Id="rId58" Type="http://schemas.openxmlformats.org/officeDocument/2006/relationships/customXml" Target="../ink/ink1097.xml"/><Relationship Id="rId74" Type="http://schemas.openxmlformats.org/officeDocument/2006/relationships/customXml" Target="../ink/ink1105.xml"/><Relationship Id="rId79" Type="http://schemas.openxmlformats.org/officeDocument/2006/relationships/image" Target="../media/image1103.png"/><Relationship Id="rId102" Type="http://schemas.openxmlformats.org/officeDocument/2006/relationships/customXml" Target="../ink/ink1119.xml"/><Relationship Id="rId123" Type="http://schemas.openxmlformats.org/officeDocument/2006/relationships/image" Target="../media/image1125.png"/><Relationship Id="rId128" Type="http://schemas.openxmlformats.org/officeDocument/2006/relationships/customXml" Target="../ink/ink1132.xml"/><Relationship Id="rId144" Type="http://schemas.openxmlformats.org/officeDocument/2006/relationships/customXml" Target="../ink/ink1140.xml"/><Relationship Id="rId149" Type="http://schemas.openxmlformats.org/officeDocument/2006/relationships/image" Target="../media/image1138.png"/><Relationship Id="rId5" Type="http://schemas.openxmlformats.org/officeDocument/2006/relationships/image" Target="../media/image1066.png"/><Relationship Id="rId90" Type="http://schemas.openxmlformats.org/officeDocument/2006/relationships/customXml" Target="../ink/ink1113.xml"/><Relationship Id="rId95" Type="http://schemas.openxmlformats.org/officeDocument/2006/relationships/image" Target="../media/image1111.png"/><Relationship Id="rId160" Type="http://schemas.openxmlformats.org/officeDocument/2006/relationships/customXml" Target="../ink/ink1148.xml"/><Relationship Id="rId165" Type="http://schemas.openxmlformats.org/officeDocument/2006/relationships/image" Target="../media/image1146.png"/><Relationship Id="rId181" Type="http://schemas.openxmlformats.org/officeDocument/2006/relationships/image" Target="../media/image1154.png"/><Relationship Id="rId186" Type="http://schemas.openxmlformats.org/officeDocument/2006/relationships/customXml" Target="../ink/ink1161.xml"/><Relationship Id="rId22" Type="http://schemas.openxmlformats.org/officeDocument/2006/relationships/customXml" Target="../ink/ink1079.xml"/><Relationship Id="rId27" Type="http://schemas.openxmlformats.org/officeDocument/2006/relationships/image" Target="../media/image1077.png"/><Relationship Id="rId43" Type="http://schemas.openxmlformats.org/officeDocument/2006/relationships/image" Target="../media/image1085.png"/><Relationship Id="rId48" Type="http://schemas.openxmlformats.org/officeDocument/2006/relationships/customXml" Target="../ink/ink1092.xml"/><Relationship Id="rId64" Type="http://schemas.openxmlformats.org/officeDocument/2006/relationships/customXml" Target="../ink/ink1100.xml"/><Relationship Id="rId69" Type="http://schemas.openxmlformats.org/officeDocument/2006/relationships/image" Target="../media/image1098.png"/><Relationship Id="rId113" Type="http://schemas.openxmlformats.org/officeDocument/2006/relationships/image" Target="../media/image1120.png"/><Relationship Id="rId118" Type="http://schemas.openxmlformats.org/officeDocument/2006/relationships/customXml" Target="../ink/ink1127.xml"/><Relationship Id="rId134" Type="http://schemas.openxmlformats.org/officeDocument/2006/relationships/customXml" Target="../ink/ink1135.xml"/><Relationship Id="rId139" Type="http://schemas.openxmlformats.org/officeDocument/2006/relationships/image" Target="../media/image1133.png"/><Relationship Id="rId80" Type="http://schemas.openxmlformats.org/officeDocument/2006/relationships/customXml" Target="../ink/ink1108.xml"/><Relationship Id="rId85" Type="http://schemas.openxmlformats.org/officeDocument/2006/relationships/image" Target="../media/image1106.png"/><Relationship Id="rId150" Type="http://schemas.openxmlformats.org/officeDocument/2006/relationships/customXml" Target="../ink/ink1143.xml"/><Relationship Id="rId155" Type="http://schemas.openxmlformats.org/officeDocument/2006/relationships/image" Target="../media/image1141.png"/><Relationship Id="rId171" Type="http://schemas.openxmlformats.org/officeDocument/2006/relationships/image" Target="../media/image1149.png"/><Relationship Id="rId176" Type="http://schemas.openxmlformats.org/officeDocument/2006/relationships/customXml" Target="../ink/ink1156.xml"/><Relationship Id="rId12" Type="http://schemas.openxmlformats.org/officeDocument/2006/relationships/customXml" Target="../ink/ink1074.xml"/><Relationship Id="rId17" Type="http://schemas.openxmlformats.org/officeDocument/2006/relationships/image" Target="../media/image1072.png"/><Relationship Id="rId33" Type="http://schemas.openxmlformats.org/officeDocument/2006/relationships/image" Target="../media/image1080.png"/><Relationship Id="rId38" Type="http://schemas.openxmlformats.org/officeDocument/2006/relationships/customXml" Target="../ink/ink1087.xml"/><Relationship Id="rId59" Type="http://schemas.openxmlformats.org/officeDocument/2006/relationships/image" Target="../media/image1093.png"/><Relationship Id="rId103" Type="http://schemas.openxmlformats.org/officeDocument/2006/relationships/image" Target="../media/image1115.png"/><Relationship Id="rId108" Type="http://schemas.openxmlformats.org/officeDocument/2006/relationships/customXml" Target="../ink/ink1122.xml"/><Relationship Id="rId124" Type="http://schemas.openxmlformats.org/officeDocument/2006/relationships/customXml" Target="../ink/ink1130.xml"/><Relationship Id="rId129" Type="http://schemas.openxmlformats.org/officeDocument/2006/relationships/image" Target="../media/image1128.png"/><Relationship Id="rId54" Type="http://schemas.openxmlformats.org/officeDocument/2006/relationships/customXml" Target="../ink/ink1095.xml"/><Relationship Id="rId70" Type="http://schemas.openxmlformats.org/officeDocument/2006/relationships/customXml" Target="../ink/ink1103.xml"/><Relationship Id="rId75" Type="http://schemas.openxmlformats.org/officeDocument/2006/relationships/image" Target="../media/image1101.png"/><Relationship Id="rId91" Type="http://schemas.openxmlformats.org/officeDocument/2006/relationships/image" Target="../media/image1109.png"/><Relationship Id="rId96" Type="http://schemas.openxmlformats.org/officeDocument/2006/relationships/customXml" Target="../ink/ink1116.xml"/><Relationship Id="rId140" Type="http://schemas.openxmlformats.org/officeDocument/2006/relationships/customXml" Target="../ink/ink1138.xml"/><Relationship Id="rId145" Type="http://schemas.openxmlformats.org/officeDocument/2006/relationships/image" Target="../media/image1136.png"/><Relationship Id="rId161" Type="http://schemas.openxmlformats.org/officeDocument/2006/relationships/image" Target="../media/image1144.png"/><Relationship Id="rId166" Type="http://schemas.openxmlformats.org/officeDocument/2006/relationships/customXml" Target="../ink/ink1151.xml"/><Relationship Id="rId182" Type="http://schemas.openxmlformats.org/officeDocument/2006/relationships/customXml" Target="../ink/ink1159.xml"/><Relationship Id="rId187" Type="http://schemas.openxmlformats.org/officeDocument/2006/relationships/image" Target="../media/image1157.png"/><Relationship Id="rId1" Type="http://schemas.openxmlformats.org/officeDocument/2006/relationships/slideLayout" Target="../slideLayouts/slideLayout23.xml"/><Relationship Id="rId6" Type="http://schemas.openxmlformats.org/officeDocument/2006/relationships/customXml" Target="../ink/ink1071.xml"/><Relationship Id="rId23" Type="http://schemas.openxmlformats.org/officeDocument/2006/relationships/image" Target="../media/image1075.png"/><Relationship Id="rId28" Type="http://schemas.openxmlformats.org/officeDocument/2006/relationships/customXml" Target="../ink/ink1082.xml"/><Relationship Id="rId49" Type="http://schemas.openxmlformats.org/officeDocument/2006/relationships/image" Target="../media/image1088.png"/><Relationship Id="rId114" Type="http://schemas.openxmlformats.org/officeDocument/2006/relationships/customXml" Target="../ink/ink1125.xml"/><Relationship Id="rId119" Type="http://schemas.openxmlformats.org/officeDocument/2006/relationships/image" Target="../media/image1123.png"/><Relationship Id="rId44" Type="http://schemas.openxmlformats.org/officeDocument/2006/relationships/customXml" Target="../ink/ink1090.xml"/><Relationship Id="rId60" Type="http://schemas.openxmlformats.org/officeDocument/2006/relationships/customXml" Target="../ink/ink1098.xml"/><Relationship Id="rId65" Type="http://schemas.openxmlformats.org/officeDocument/2006/relationships/image" Target="../media/image1096.png"/><Relationship Id="rId81" Type="http://schemas.openxmlformats.org/officeDocument/2006/relationships/image" Target="../media/image1104.png"/><Relationship Id="rId86" Type="http://schemas.openxmlformats.org/officeDocument/2006/relationships/customXml" Target="../ink/ink1111.xml"/><Relationship Id="rId130" Type="http://schemas.openxmlformats.org/officeDocument/2006/relationships/customXml" Target="../ink/ink1133.xml"/><Relationship Id="rId135" Type="http://schemas.openxmlformats.org/officeDocument/2006/relationships/image" Target="../media/image1131.png"/><Relationship Id="rId151" Type="http://schemas.openxmlformats.org/officeDocument/2006/relationships/image" Target="../media/image1139.png"/><Relationship Id="rId156" Type="http://schemas.openxmlformats.org/officeDocument/2006/relationships/customXml" Target="../ink/ink1146.xml"/><Relationship Id="rId177" Type="http://schemas.openxmlformats.org/officeDocument/2006/relationships/image" Target="../media/image1152.png"/><Relationship Id="rId172" Type="http://schemas.openxmlformats.org/officeDocument/2006/relationships/customXml" Target="../ink/ink1154.xml"/><Relationship Id="rId13" Type="http://schemas.openxmlformats.org/officeDocument/2006/relationships/image" Target="../media/image1070.png"/><Relationship Id="rId18" Type="http://schemas.openxmlformats.org/officeDocument/2006/relationships/customXml" Target="../ink/ink1077.xml"/><Relationship Id="rId39" Type="http://schemas.openxmlformats.org/officeDocument/2006/relationships/image" Target="../media/image1083.png"/><Relationship Id="rId109" Type="http://schemas.openxmlformats.org/officeDocument/2006/relationships/image" Target="../media/image1118.png"/><Relationship Id="rId34" Type="http://schemas.openxmlformats.org/officeDocument/2006/relationships/customXml" Target="../ink/ink1085.xml"/><Relationship Id="rId50" Type="http://schemas.openxmlformats.org/officeDocument/2006/relationships/customXml" Target="../ink/ink1093.xml"/><Relationship Id="rId55" Type="http://schemas.openxmlformats.org/officeDocument/2006/relationships/image" Target="../media/image1091.png"/><Relationship Id="rId76" Type="http://schemas.openxmlformats.org/officeDocument/2006/relationships/customXml" Target="../ink/ink1106.xml"/><Relationship Id="rId97" Type="http://schemas.openxmlformats.org/officeDocument/2006/relationships/image" Target="../media/image1112.png"/><Relationship Id="rId104" Type="http://schemas.openxmlformats.org/officeDocument/2006/relationships/customXml" Target="../ink/ink1120.xml"/><Relationship Id="rId120" Type="http://schemas.openxmlformats.org/officeDocument/2006/relationships/customXml" Target="../ink/ink1128.xml"/><Relationship Id="rId125" Type="http://schemas.openxmlformats.org/officeDocument/2006/relationships/image" Target="../media/image1126.png"/><Relationship Id="rId141" Type="http://schemas.openxmlformats.org/officeDocument/2006/relationships/image" Target="../media/image1134.png"/><Relationship Id="rId146" Type="http://schemas.openxmlformats.org/officeDocument/2006/relationships/customXml" Target="../ink/ink1141.xml"/><Relationship Id="rId167" Type="http://schemas.openxmlformats.org/officeDocument/2006/relationships/image" Target="../media/image1147.png"/><Relationship Id="rId7" Type="http://schemas.openxmlformats.org/officeDocument/2006/relationships/image" Target="../media/image1067.png"/><Relationship Id="rId71" Type="http://schemas.openxmlformats.org/officeDocument/2006/relationships/image" Target="../media/image1099.png"/><Relationship Id="rId92" Type="http://schemas.openxmlformats.org/officeDocument/2006/relationships/customXml" Target="../ink/ink1114.xml"/><Relationship Id="rId162" Type="http://schemas.openxmlformats.org/officeDocument/2006/relationships/customXml" Target="../ink/ink1149.xml"/><Relationship Id="rId183" Type="http://schemas.openxmlformats.org/officeDocument/2006/relationships/image" Target="../media/image1155.png"/><Relationship Id="rId2" Type="http://schemas.openxmlformats.org/officeDocument/2006/relationships/customXml" Target="../ink/ink1069.xml"/><Relationship Id="rId29" Type="http://schemas.openxmlformats.org/officeDocument/2006/relationships/image" Target="../media/image1078.png"/><Relationship Id="rId24" Type="http://schemas.openxmlformats.org/officeDocument/2006/relationships/customXml" Target="../ink/ink1080.xml"/><Relationship Id="rId40" Type="http://schemas.openxmlformats.org/officeDocument/2006/relationships/customXml" Target="../ink/ink1088.xml"/><Relationship Id="rId45" Type="http://schemas.openxmlformats.org/officeDocument/2006/relationships/image" Target="../media/image1086.png"/><Relationship Id="rId66" Type="http://schemas.openxmlformats.org/officeDocument/2006/relationships/customXml" Target="../ink/ink1101.xml"/><Relationship Id="rId87" Type="http://schemas.openxmlformats.org/officeDocument/2006/relationships/image" Target="../media/image1107.png"/><Relationship Id="rId110" Type="http://schemas.openxmlformats.org/officeDocument/2006/relationships/customXml" Target="../ink/ink1123.xml"/><Relationship Id="rId115" Type="http://schemas.openxmlformats.org/officeDocument/2006/relationships/image" Target="../media/image1121.png"/><Relationship Id="rId131" Type="http://schemas.openxmlformats.org/officeDocument/2006/relationships/image" Target="../media/image1129.png"/><Relationship Id="rId136" Type="http://schemas.openxmlformats.org/officeDocument/2006/relationships/customXml" Target="../ink/ink1136.xml"/><Relationship Id="rId157" Type="http://schemas.openxmlformats.org/officeDocument/2006/relationships/image" Target="../media/image1142.png"/><Relationship Id="rId178" Type="http://schemas.openxmlformats.org/officeDocument/2006/relationships/customXml" Target="../ink/ink1157.xml"/><Relationship Id="rId61" Type="http://schemas.openxmlformats.org/officeDocument/2006/relationships/image" Target="../media/image1094.png"/><Relationship Id="rId82" Type="http://schemas.openxmlformats.org/officeDocument/2006/relationships/customXml" Target="../ink/ink1109.xml"/><Relationship Id="rId152" Type="http://schemas.openxmlformats.org/officeDocument/2006/relationships/customXml" Target="../ink/ink1144.xml"/><Relationship Id="rId173" Type="http://schemas.openxmlformats.org/officeDocument/2006/relationships/image" Target="../media/image1150.png"/><Relationship Id="rId19" Type="http://schemas.openxmlformats.org/officeDocument/2006/relationships/image" Target="../media/image1073.png"/><Relationship Id="rId14" Type="http://schemas.openxmlformats.org/officeDocument/2006/relationships/customXml" Target="../ink/ink1075.xml"/><Relationship Id="rId30" Type="http://schemas.openxmlformats.org/officeDocument/2006/relationships/customXml" Target="../ink/ink1083.xml"/><Relationship Id="rId35" Type="http://schemas.openxmlformats.org/officeDocument/2006/relationships/image" Target="../media/image1081.png"/><Relationship Id="rId56" Type="http://schemas.openxmlformats.org/officeDocument/2006/relationships/customXml" Target="../ink/ink1096.xml"/><Relationship Id="rId77" Type="http://schemas.openxmlformats.org/officeDocument/2006/relationships/image" Target="../media/image1102.png"/><Relationship Id="rId100" Type="http://schemas.openxmlformats.org/officeDocument/2006/relationships/customXml" Target="../ink/ink1118.xml"/><Relationship Id="rId105" Type="http://schemas.openxmlformats.org/officeDocument/2006/relationships/image" Target="../media/image1116.png"/><Relationship Id="rId126" Type="http://schemas.openxmlformats.org/officeDocument/2006/relationships/customXml" Target="../ink/ink1131.xml"/><Relationship Id="rId147" Type="http://schemas.openxmlformats.org/officeDocument/2006/relationships/image" Target="../media/image1137.png"/><Relationship Id="rId168" Type="http://schemas.openxmlformats.org/officeDocument/2006/relationships/customXml" Target="../ink/ink1152.xml"/><Relationship Id="rId8" Type="http://schemas.openxmlformats.org/officeDocument/2006/relationships/customXml" Target="../ink/ink1072.xml"/><Relationship Id="rId51" Type="http://schemas.openxmlformats.org/officeDocument/2006/relationships/image" Target="../media/image1089.png"/><Relationship Id="rId72" Type="http://schemas.openxmlformats.org/officeDocument/2006/relationships/customXml" Target="../ink/ink1104.xml"/><Relationship Id="rId93" Type="http://schemas.openxmlformats.org/officeDocument/2006/relationships/image" Target="../media/image1110.png"/><Relationship Id="rId98" Type="http://schemas.openxmlformats.org/officeDocument/2006/relationships/customXml" Target="../ink/ink1117.xml"/><Relationship Id="rId121" Type="http://schemas.openxmlformats.org/officeDocument/2006/relationships/image" Target="../media/image1124.png"/><Relationship Id="rId142" Type="http://schemas.openxmlformats.org/officeDocument/2006/relationships/customXml" Target="../ink/ink1139.xml"/><Relationship Id="rId163" Type="http://schemas.openxmlformats.org/officeDocument/2006/relationships/image" Target="../media/image1145.png"/><Relationship Id="rId184" Type="http://schemas.openxmlformats.org/officeDocument/2006/relationships/customXml" Target="../ink/ink1160.xml"/><Relationship Id="rId3" Type="http://schemas.openxmlformats.org/officeDocument/2006/relationships/image" Target="../media/image1065.png"/><Relationship Id="rId25" Type="http://schemas.openxmlformats.org/officeDocument/2006/relationships/image" Target="../media/image1076.png"/><Relationship Id="rId46" Type="http://schemas.openxmlformats.org/officeDocument/2006/relationships/customXml" Target="../ink/ink1091.xml"/><Relationship Id="rId67" Type="http://schemas.openxmlformats.org/officeDocument/2006/relationships/image" Target="../media/image1097.png"/><Relationship Id="rId116" Type="http://schemas.openxmlformats.org/officeDocument/2006/relationships/customXml" Target="../ink/ink1126.xml"/><Relationship Id="rId137" Type="http://schemas.openxmlformats.org/officeDocument/2006/relationships/image" Target="../media/image1132.png"/><Relationship Id="rId158" Type="http://schemas.openxmlformats.org/officeDocument/2006/relationships/customXml" Target="../ink/ink1147.xml"/><Relationship Id="rId20" Type="http://schemas.openxmlformats.org/officeDocument/2006/relationships/customXml" Target="../ink/ink1078.xml"/><Relationship Id="rId41" Type="http://schemas.openxmlformats.org/officeDocument/2006/relationships/image" Target="../media/image1084.png"/><Relationship Id="rId62" Type="http://schemas.openxmlformats.org/officeDocument/2006/relationships/customXml" Target="../ink/ink1099.xml"/><Relationship Id="rId83" Type="http://schemas.openxmlformats.org/officeDocument/2006/relationships/image" Target="../media/image1105.png"/><Relationship Id="rId88" Type="http://schemas.openxmlformats.org/officeDocument/2006/relationships/customXml" Target="../ink/ink1112.xml"/><Relationship Id="rId111" Type="http://schemas.openxmlformats.org/officeDocument/2006/relationships/image" Target="../media/image1119.png"/><Relationship Id="rId132" Type="http://schemas.openxmlformats.org/officeDocument/2006/relationships/customXml" Target="../ink/ink1134.xml"/><Relationship Id="rId153" Type="http://schemas.openxmlformats.org/officeDocument/2006/relationships/image" Target="../media/image1140.png"/><Relationship Id="rId174" Type="http://schemas.openxmlformats.org/officeDocument/2006/relationships/customXml" Target="../ink/ink1155.xml"/><Relationship Id="rId179" Type="http://schemas.openxmlformats.org/officeDocument/2006/relationships/image" Target="../media/image1153.png"/><Relationship Id="rId15" Type="http://schemas.openxmlformats.org/officeDocument/2006/relationships/image" Target="../media/image1071.png"/><Relationship Id="rId36" Type="http://schemas.openxmlformats.org/officeDocument/2006/relationships/customXml" Target="../ink/ink1086.xml"/><Relationship Id="rId57" Type="http://schemas.openxmlformats.org/officeDocument/2006/relationships/image" Target="../media/image1092.png"/><Relationship Id="rId106" Type="http://schemas.openxmlformats.org/officeDocument/2006/relationships/customXml" Target="../ink/ink1121.xml"/><Relationship Id="rId127" Type="http://schemas.openxmlformats.org/officeDocument/2006/relationships/image" Target="../media/image1127.png"/><Relationship Id="rId10" Type="http://schemas.openxmlformats.org/officeDocument/2006/relationships/customXml" Target="../ink/ink1073.xml"/><Relationship Id="rId31" Type="http://schemas.openxmlformats.org/officeDocument/2006/relationships/image" Target="../media/image1079.png"/><Relationship Id="rId52" Type="http://schemas.openxmlformats.org/officeDocument/2006/relationships/customXml" Target="../ink/ink1094.xml"/><Relationship Id="rId73" Type="http://schemas.openxmlformats.org/officeDocument/2006/relationships/image" Target="../media/image1100.png"/><Relationship Id="rId78" Type="http://schemas.openxmlformats.org/officeDocument/2006/relationships/customXml" Target="../ink/ink1107.xml"/><Relationship Id="rId94" Type="http://schemas.openxmlformats.org/officeDocument/2006/relationships/customXml" Target="../ink/ink1115.xml"/><Relationship Id="rId99" Type="http://schemas.openxmlformats.org/officeDocument/2006/relationships/image" Target="../media/image1113.png"/><Relationship Id="rId101" Type="http://schemas.openxmlformats.org/officeDocument/2006/relationships/image" Target="../media/image1114.png"/><Relationship Id="rId122" Type="http://schemas.openxmlformats.org/officeDocument/2006/relationships/customXml" Target="../ink/ink1129.xml"/><Relationship Id="rId143" Type="http://schemas.openxmlformats.org/officeDocument/2006/relationships/image" Target="../media/image1135.png"/><Relationship Id="rId148" Type="http://schemas.openxmlformats.org/officeDocument/2006/relationships/customXml" Target="../ink/ink1142.xml"/><Relationship Id="rId164" Type="http://schemas.openxmlformats.org/officeDocument/2006/relationships/customXml" Target="../ink/ink1150.xml"/><Relationship Id="rId169" Type="http://schemas.openxmlformats.org/officeDocument/2006/relationships/image" Target="../media/image1148.png"/><Relationship Id="rId185" Type="http://schemas.openxmlformats.org/officeDocument/2006/relationships/image" Target="../media/image1156.png"/><Relationship Id="rId4" Type="http://schemas.openxmlformats.org/officeDocument/2006/relationships/customXml" Target="../ink/ink1070.xml"/><Relationship Id="rId9" Type="http://schemas.openxmlformats.org/officeDocument/2006/relationships/image" Target="../media/image1068.png"/><Relationship Id="rId180" Type="http://schemas.openxmlformats.org/officeDocument/2006/relationships/customXml" Target="../ink/ink1158.xml"/></Relationships>
</file>

<file path=ppt/slides/_rels/slide3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15.png"/><Relationship Id="rId21" Type="http://schemas.openxmlformats.org/officeDocument/2006/relationships/image" Target="../media/image1167.png"/><Relationship Id="rId42" Type="http://schemas.openxmlformats.org/officeDocument/2006/relationships/customXml" Target="../ink/ink1182.xml"/><Relationship Id="rId63" Type="http://schemas.openxmlformats.org/officeDocument/2006/relationships/image" Target="../media/image1188.png"/><Relationship Id="rId84" Type="http://schemas.openxmlformats.org/officeDocument/2006/relationships/customXml" Target="../ink/ink1203.xml"/><Relationship Id="rId138" Type="http://schemas.openxmlformats.org/officeDocument/2006/relationships/customXml" Target="../ink/ink1230.xml"/><Relationship Id="rId159" Type="http://schemas.openxmlformats.org/officeDocument/2006/relationships/image" Target="../media/image1236.png"/><Relationship Id="rId170" Type="http://schemas.openxmlformats.org/officeDocument/2006/relationships/customXml" Target="../ink/ink1246.xml"/><Relationship Id="rId191" Type="http://schemas.openxmlformats.org/officeDocument/2006/relationships/image" Target="../media/image1252.png"/><Relationship Id="rId205" Type="http://schemas.openxmlformats.org/officeDocument/2006/relationships/image" Target="../media/image1259.png"/><Relationship Id="rId226" Type="http://schemas.openxmlformats.org/officeDocument/2006/relationships/customXml" Target="../ink/ink1274.xml"/><Relationship Id="rId107" Type="http://schemas.openxmlformats.org/officeDocument/2006/relationships/image" Target="../media/image1210.png"/><Relationship Id="rId11" Type="http://schemas.openxmlformats.org/officeDocument/2006/relationships/image" Target="../media/image1162.png"/><Relationship Id="rId32" Type="http://schemas.openxmlformats.org/officeDocument/2006/relationships/customXml" Target="../ink/ink1177.xml"/><Relationship Id="rId53" Type="http://schemas.openxmlformats.org/officeDocument/2006/relationships/image" Target="../media/image1183.png"/><Relationship Id="rId74" Type="http://schemas.openxmlformats.org/officeDocument/2006/relationships/customXml" Target="../ink/ink1198.xml"/><Relationship Id="rId128" Type="http://schemas.openxmlformats.org/officeDocument/2006/relationships/customXml" Target="../ink/ink1225.xml"/><Relationship Id="rId149" Type="http://schemas.openxmlformats.org/officeDocument/2006/relationships/image" Target="../media/image1231.png"/><Relationship Id="rId5" Type="http://schemas.openxmlformats.org/officeDocument/2006/relationships/image" Target="../media/image1159.png"/><Relationship Id="rId95" Type="http://schemas.openxmlformats.org/officeDocument/2006/relationships/image" Target="../media/image1204.png"/><Relationship Id="rId160" Type="http://schemas.openxmlformats.org/officeDocument/2006/relationships/customXml" Target="../ink/ink1241.xml"/><Relationship Id="rId181" Type="http://schemas.openxmlformats.org/officeDocument/2006/relationships/image" Target="../media/image1247.png"/><Relationship Id="rId216" Type="http://schemas.openxmlformats.org/officeDocument/2006/relationships/customXml" Target="../ink/ink1269.xml"/><Relationship Id="rId22" Type="http://schemas.openxmlformats.org/officeDocument/2006/relationships/customXml" Target="../ink/ink1172.xml"/><Relationship Id="rId43" Type="http://schemas.openxmlformats.org/officeDocument/2006/relationships/image" Target="../media/image1178.png"/><Relationship Id="rId64" Type="http://schemas.openxmlformats.org/officeDocument/2006/relationships/customXml" Target="../ink/ink1193.xml"/><Relationship Id="rId118" Type="http://schemas.openxmlformats.org/officeDocument/2006/relationships/customXml" Target="../ink/ink1220.xml"/><Relationship Id="rId139" Type="http://schemas.openxmlformats.org/officeDocument/2006/relationships/image" Target="../media/image1226.png"/><Relationship Id="rId80" Type="http://schemas.openxmlformats.org/officeDocument/2006/relationships/customXml" Target="../ink/ink1201.xml"/><Relationship Id="rId85" Type="http://schemas.openxmlformats.org/officeDocument/2006/relationships/image" Target="../media/image1199.png"/><Relationship Id="rId150" Type="http://schemas.openxmlformats.org/officeDocument/2006/relationships/customXml" Target="../ink/ink1236.xml"/><Relationship Id="rId155" Type="http://schemas.openxmlformats.org/officeDocument/2006/relationships/image" Target="../media/image1234.png"/><Relationship Id="rId171" Type="http://schemas.openxmlformats.org/officeDocument/2006/relationships/image" Target="../media/image1242.png"/><Relationship Id="rId176" Type="http://schemas.openxmlformats.org/officeDocument/2006/relationships/customXml" Target="../ink/ink1249.xml"/><Relationship Id="rId192" Type="http://schemas.openxmlformats.org/officeDocument/2006/relationships/customXml" Target="../ink/ink1257.xml"/><Relationship Id="rId197" Type="http://schemas.openxmlformats.org/officeDocument/2006/relationships/image" Target="../media/image1255.png"/><Relationship Id="rId206" Type="http://schemas.openxmlformats.org/officeDocument/2006/relationships/customXml" Target="../ink/ink1264.xml"/><Relationship Id="rId227" Type="http://schemas.openxmlformats.org/officeDocument/2006/relationships/image" Target="../media/image1270.png"/><Relationship Id="rId201" Type="http://schemas.openxmlformats.org/officeDocument/2006/relationships/image" Target="../media/image1257.png"/><Relationship Id="rId222" Type="http://schemas.openxmlformats.org/officeDocument/2006/relationships/customXml" Target="../ink/ink1272.xml"/><Relationship Id="rId12" Type="http://schemas.openxmlformats.org/officeDocument/2006/relationships/customXml" Target="../ink/ink1167.xml"/><Relationship Id="rId17" Type="http://schemas.openxmlformats.org/officeDocument/2006/relationships/image" Target="../media/image1165.png"/><Relationship Id="rId33" Type="http://schemas.openxmlformats.org/officeDocument/2006/relationships/image" Target="../media/image1173.png"/><Relationship Id="rId38" Type="http://schemas.openxmlformats.org/officeDocument/2006/relationships/customXml" Target="../ink/ink1180.xml"/><Relationship Id="rId59" Type="http://schemas.openxmlformats.org/officeDocument/2006/relationships/image" Target="../media/image1186.png"/><Relationship Id="rId103" Type="http://schemas.openxmlformats.org/officeDocument/2006/relationships/image" Target="../media/image1208.png"/><Relationship Id="rId108" Type="http://schemas.openxmlformats.org/officeDocument/2006/relationships/customXml" Target="../ink/ink1215.xml"/><Relationship Id="rId124" Type="http://schemas.openxmlformats.org/officeDocument/2006/relationships/customXml" Target="../ink/ink1223.xml"/><Relationship Id="rId129" Type="http://schemas.openxmlformats.org/officeDocument/2006/relationships/image" Target="../media/image1221.png"/><Relationship Id="rId54" Type="http://schemas.openxmlformats.org/officeDocument/2006/relationships/customXml" Target="../ink/ink1188.xml"/><Relationship Id="rId70" Type="http://schemas.openxmlformats.org/officeDocument/2006/relationships/customXml" Target="../ink/ink1196.xml"/><Relationship Id="rId75" Type="http://schemas.openxmlformats.org/officeDocument/2006/relationships/image" Target="../media/image1194.png"/><Relationship Id="rId91" Type="http://schemas.openxmlformats.org/officeDocument/2006/relationships/image" Target="../media/image1202.png"/><Relationship Id="rId96" Type="http://schemas.openxmlformats.org/officeDocument/2006/relationships/customXml" Target="../ink/ink1209.xml"/><Relationship Id="rId140" Type="http://schemas.openxmlformats.org/officeDocument/2006/relationships/customXml" Target="../ink/ink1231.xml"/><Relationship Id="rId145" Type="http://schemas.openxmlformats.org/officeDocument/2006/relationships/image" Target="../media/image1229.png"/><Relationship Id="rId161" Type="http://schemas.openxmlformats.org/officeDocument/2006/relationships/image" Target="../media/image1237.png"/><Relationship Id="rId166" Type="http://schemas.openxmlformats.org/officeDocument/2006/relationships/customXml" Target="../ink/ink1244.xml"/><Relationship Id="rId182" Type="http://schemas.openxmlformats.org/officeDocument/2006/relationships/customXml" Target="../ink/ink1252.xml"/><Relationship Id="rId187" Type="http://schemas.openxmlformats.org/officeDocument/2006/relationships/image" Target="../media/image1250.png"/><Relationship Id="rId217" Type="http://schemas.openxmlformats.org/officeDocument/2006/relationships/image" Target="../media/image1265.png"/><Relationship Id="rId1" Type="http://schemas.openxmlformats.org/officeDocument/2006/relationships/slideLayout" Target="../slideLayouts/slideLayout23.xml"/><Relationship Id="rId6" Type="http://schemas.openxmlformats.org/officeDocument/2006/relationships/customXml" Target="../ink/ink1164.xml"/><Relationship Id="rId212" Type="http://schemas.openxmlformats.org/officeDocument/2006/relationships/customXml" Target="../ink/ink1267.xml"/><Relationship Id="rId233" Type="http://schemas.openxmlformats.org/officeDocument/2006/relationships/image" Target="../media/image1273.png"/><Relationship Id="rId23" Type="http://schemas.openxmlformats.org/officeDocument/2006/relationships/image" Target="../media/image1168.png"/><Relationship Id="rId28" Type="http://schemas.openxmlformats.org/officeDocument/2006/relationships/customXml" Target="../ink/ink1175.xml"/><Relationship Id="rId49" Type="http://schemas.openxmlformats.org/officeDocument/2006/relationships/image" Target="../media/image1181.png"/><Relationship Id="rId114" Type="http://schemas.openxmlformats.org/officeDocument/2006/relationships/customXml" Target="../ink/ink1218.xml"/><Relationship Id="rId119" Type="http://schemas.openxmlformats.org/officeDocument/2006/relationships/image" Target="../media/image1216.png"/><Relationship Id="rId44" Type="http://schemas.openxmlformats.org/officeDocument/2006/relationships/customXml" Target="../ink/ink1183.xml"/><Relationship Id="rId60" Type="http://schemas.openxmlformats.org/officeDocument/2006/relationships/customXml" Target="../ink/ink1191.xml"/><Relationship Id="rId65" Type="http://schemas.openxmlformats.org/officeDocument/2006/relationships/image" Target="../media/image1189.png"/><Relationship Id="rId81" Type="http://schemas.openxmlformats.org/officeDocument/2006/relationships/image" Target="../media/image1197.png"/><Relationship Id="rId86" Type="http://schemas.openxmlformats.org/officeDocument/2006/relationships/customXml" Target="../ink/ink1204.xml"/><Relationship Id="rId130" Type="http://schemas.openxmlformats.org/officeDocument/2006/relationships/customXml" Target="../ink/ink1226.xml"/><Relationship Id="rId135" Type="http://schemas.openxmlformats.org/officeDocument/2006/relationships/image" Target="../media/image1224.png"/><Relationship Id="rId151" Type="http://schemas.openxmlformats.org/officeDocument/2006/relationships/image" Target="../media/image1232.png"/><Relationship Id="rId156" Type="http://schemas.openxmlformats.org/officeDocument/2006/relationships/customXml" Target="../ink/ink1239.xml"/><Relationship Id="rId177" Type="http://schemas.openxmlformats.org/officeDocument/2006/relationships/image" Target="../media/image1245.png"/><Relationship Id="rId198" Type="http://schemas.openxmlformats.org/officeDocument/2006/relationships/customXml" Target="../ink/ink1260.xml"/><Relationship Id="rId172" Type="http://schemas.openxmlformats.org/officeDocument/2006/relationships/customXml" Target="../ink/ink1247.xml"/><Relationship Id="rId193" Type="http://schemas.openxmlformats.org/officeDocument/2006/relationships/image" Target="../media/image1253.png"/><Relationship Id="rId202" Type="http://schemas.openxmlformats.org/officeDocument/2006/relationships/customXml" Target="../ink/ink1262.xml"/><Relationship Id="rId207" Type="http://schemas.openxmlformats.org/officeDocument/2006/relationships/image" Target="../media/image1260.png"/><Relationship Id="rId223" Type="http://schemas.openxmlformats.org/officeDocument/2006/relationships/image" Target="../media/image1268.png"/><Relationship Id="rId228" Type="http://schemas.openxmlformats.org/officeDocument/2006/relationships/customXml" Target="../ink/ink1275.xml"/><Relationship Id="rId13" Type="http://schemas.openxmlformats.org/officeDocument/2006/relationships/image" Target="../media/image1163.png"/><Relationship Id="rId18" Type="http://schemas.openxmlformats.org/officeDocument/2006/relationships/customXml" Target="../ink/ink1170.xml"/><Relationship Id="rId39" Type="http://schemas.openxmlformats.org/officeDocument/2006/relationships/image" Target="../media/image1176.png"/><Relationship Id="rId109" Type="http://schemas.openxmlformats.org/officeDocument/2006/relationships/image" Target="../media/image1211.png"/><Relationship Id="rId34" Type="http://schemas.openxmlformats.org/officeDocument/2006/relationships/customXml" Target="../ink/ink1178.xml"/><Relationship Id="rId50" Type="http://schemas.openxmlformats.org/officeDocument/2006/relationships/customXml" Target="../ink/ink1186.xml"/><Relationship Id="rId55" Type="http://schemas.openxmlformats.org/officeDocument/2006/relationships/image" Target="../media/image1184.png"/><Relationship Id="rId76" Type="http://schemas.openxmlformats.org/officeDocument/2006/relationships/customXml" Target="../ink/ink1199.xml"/><Relationship Id="rId97" Type="http://schemas.openxmlformats.org/officeDocument/2006/relationships/image" Target="../media/image1205.png"/><Relationship Id="rId104" Type="http://schemas.openxmlformats.org/officeDocument/2006/relationships/customXml" Target="../ink/ink1213.xml"/><Relationship Id="rId120" Type="http://schemas.openxmlformats.org/officeDocument/2006/relationships/customXml" Target="../ink/ink1221.xml"/><Relationship Id="rId125" Type="http://schemas.openxmlformats.org/officeDocument/2006/relationships/image" Target="../media/image1219.png"/><Relationship Id="rId141" Type="http://schemas.openxmlformats.org/officeDocument/2006/relationships/image" Target="../media/image1227.png"/><Relationship Id="rId146" Type="http://schemas.openxmlformats.org/officeDocument/2006/relationships/customXml" Target="../ink/ink1234.xml"/><Relationship Id="rId167" Type="http://schemas.openxmlformats.org/officeDocument/2006/relationships/image" Target="../media/image1240.png"/><Relationship Id="rId188" Type="http://schemas.openxmlformats.org/officeDocument/2006/relationships/customXml" Target="../ink/ink1255.xml"/><Relationship Id="rId7" Type="http://schemas.openxmlformats.org/officeDocument/2006/relationships/image" Target="../media/image1160.png"/><Relationship Id="rId71" Type="http://schemas.openxmlformats.org/officeDocument/2006/relationships/image" Target="../media/image1192.png"/><Relationship Id="rId92" Type="http://schemas.openxmlformats.org/officeDocument/2006/relationships/customXml" Target="../ink/ink1207.xml"/><Relationship Id="rId162" Type="http://schemas.openxmlformats.org/officeDocument/2006/relationships/customXml" Target="../ink/ink1242.xml"/><Relationship Id="rId183" Type="http://schemas.openxmlformats.org/officeDocument/2006/relationships/image" Target="../media/image1248.png"/><Relationship Id="rId213" Type="http://schemas.openxmlformats.org/officeDocument/2006/relationships/image" Target="../media/image1263.png"/><Relationship Id="rId218" Type="http://schemas.openxmlformats.org/officeDocument/2006/relationships/customXml" Target="../ink/ink1270.xml"/><Relationship Id="rId234" Type="http://schemas.openxmlformats.org/officeDocument/2006/relationships/customXml" Target="../ink/ink1278.xml"/><Relationship Id="rId2" Type="http://schemas.openxmlformats.org/officeDocument/2006/relationships/customXml" Target="../ink/ink1162.xml"/><Relationship Id="rId29" Type="http://schemas.openxmlformats.org/officeDocument/2006/relationships/image" Target="../media/image1171.png"/><Relationship Id="rId24" Type="http://schemas.openxmlformats.org/officeDocument/2006/relationships/customXml" Target="../ink/ink1173.xml"/><Relationship Id="rId40" Type="http://schemas.openxmlformats.org/officeDocument/2006/relationships/customXml" Target="../ink/ink1181.xml"/><Relationship Id="rId45" Type="http://schemas.openxmlformats.org/officeDocument/2006/relationships/image" Target="../media/image1179.png"/><Relationship Id="rId66" Type="http://schemas.openxmlformats.org/officeDocument/2006/relationships/customXml" Target="../ink/ink1194.xml"/><Relationship Id="rId87" Type="http://schemas.openxmlformats.org/officeDocument/2006/relationships/image" Target="../media/image1200.png"/><Relationship Id="rId110" Type="http://schemas.openxmlformats.org/officeDocument/2006/relationships/customXml" Target="../ink/ink1216.xml"/><Relationship Id="rId115" Type="http://schemas.openxmlformats.org/officeDocument/2006/relationships/image" Target="../media/image1214.png"/><Relationship Id="rId131" Type="http://schemas.openxmlformats.org/officeDocument/2006/relationships/image" Target="../media/image1222.png"/><Relationship Id="rId136" Type="http://schemas.openxmlformats.org/officeDocument/2006/relationships/customXml" Target="../ink/ink1229.xml"/><Relationship Id="rId157" Type="http://schemas.openxmlformats.org/officeDocument/2006/relationships/image" Target="../media/image1235.png"/><Relationship Id="rId178" Type="http://schemas.openxmlformats.org/officeDocument/2006/relationships/customXml" Target="../ink/ink1250.xml"/><Relationship Id="rId61" Type="http://schemas.openxmlformats.org/officeDocument/2006/relationships/image" Target="../media/image1187.png"/><Relationship Id="rId82" Type="http://schemas.openxmlformats.org/officeDocument/2006/relationships/customXml" Target="../ink/ink1202.xml"/><Relationship Id="rId152" Type="http://schemas.openxmlformats.org/officeDocument/2006/relationships/customXml" Target="../ink/ink1237.xml"/><Relationship Id="rId173" Type="http://schemas.openxmlformats.org/officeDocument/2006/relationships/image" Target="../media/image1243.png"/><Relationship Id="rId194" Type="http://schemas.openxmlformats.org/officeDocument/2006/relationships/customXml" Target="../ink/ink1258.xml"/><Relationship Id="rId199" Type="http://schemas.openxmlformats.org/officeDocument/2006/relationships/image" Target="../media/image1256.png"/><Relationship Id="rId203" Type="http://schemas.openxmlformats.org/officeDocument/2006/relationships/image" Target="../media/image1258.png"/><Relationship Id="rId208" Type="http://schemas.openxmlformats.org/officeDocument/2006/relationships/customXml" Target="../ink/ink1265.xml"/><Relationship Id="rId229" Type="http://schemas.openxmlformats.org/officeDocument/2006/relationships/image" Target="../media/image1271.png"/><Relationship Id="rId19" Type="http://schemas.openxmlformats.org/officeDocument/2006/relationships/image" Target="../media/image1166.png"/><Relationship Id="rId224" Type="http://schemas.openxmlformats.org/officeDocument/2006/relationships/customXml" Target="../ink/ink1273.xml"/><Relationship Id="rId14" Type="http://schemas.openxmlformats.org/officeDocument/2006/relationships/customXml" Target="../ink/ink1168.xml"/><Relationship Id="rId30" Type="http://schemas.openxmlformats.org/officeDocument/2006/relationships/customXml" Target="../ink/ink1176.xml"/><Relationship Id="rId35" Type="http://schemas.openxmlformats.org/officeDocument/2006/relationships/image" Target="../media/image1174.png"/><Relationship Id="rId56" Type="http://schemas.openxmlformats.org/officeDocument/2006/relationships/customXml" Target="../ink/ink1189.xml"/><Relationship Id="rId77" Type="http://schemas.openxmlformats.org/officeDocument/2006/relationships/image" Target="../media/image1195.png"/><Relationship Id="rId100" Type="http://schemas.openxmlformats.org/officeDocument/2006/relationships/customXml" Target="../ink/ink1211.xml"/><Relationship Id="rId105" Type="http://schemas.openxmlformats.org/officeDocument/2006/relationships/image" Target="../media/image1209.png"/><Relationship Id="rId126" Type="http://schemas.openxmlformats.org/officeDocument/2006/relationships/customXml" Target="../ink/ink1224.xml"/><Relationship Id="rId147" Type="http://schemas.openxmlformats.org/officeDocument/2006/relationships/image" Target="../media/image1230.png"/><Relationship Id="rId168" Type="http://schemas.openxmlformats.org/officeDocument/2006/relationships/customXml" Target="../ink/ink1245.xml"/><Relationship Id="rId8" Type="http://schemas.openxmlformats.org/officeDocument/2006/relationships/customXml" Target="../ink/ink1165.xml"/><Relationship Id="rId51" Type="http://schemas.openxmlformats.org/officeDocument/2006/relationships/image" Target="../media/image1182.png"/><Relationship Id="rId72" Type="http://schemas.openxmlformats.org/officeDocument/2006/relationships/customXml" Target="../ink/ink1197.xml"/><Relationship Id="rId93" Type="http://schemas.openxmlformats.org/officeDocument/2006/relationships/image" Target="../media/image1203.png"/><Relationship Id="rId98" Type="http://schemas.openxmlformats.org/officeDocument/2006/relationships/customXml" Target="../ink/ink1210.xml"/><Relationship Id="rId121" Type="http://schemas.openxmlformats.org/officeDocument/2006/relationships/image" Target="../media/image1217.png"/><Relationship Id="rId142" Type="http://schemas.openxmlformats.org/officeDocument/2006/relationships/customXml" Target="../ink/ink1232.xml"/><Relationship Id="rId163" Type="http://schemas.openxmlformats.org/officeDocument/2006/relationships/image" Target="../media/image1238.png"/><Relationship Id="rId184" Type="http://schemas.openxmlformats.org/officeDocument/2006/relationships/customXml" Target="../ink/ink1253.xml"/><Relationship Id="rId189" Type="http://schemas.openxmlformats.org/officeDocument/2006/relationships/image" Target="../media/image1251.png"/><Relationship Id="rId219" Type="http://schemas.openxmlformats.org/officeDocument/2006/relationships/image" Target="../media/image1266.png"/><Relationship Id="rId3" Type="http://schemas.openxmlformats.org/officeDocument/2006/relationships/image" Target="../media/image1158.png"/><Relationship Id="rId214" Type="http://schemas.openxmlformats.org/officeDocument/2006/relationships/customXml" Target="../ink/ink1268.xml"/><Relationship Id="rId230" Type="http://schemas.openxmlformats.org/officeDocument/2006/relationships/customXml" Target="../ink/ink1276.xml"/><Relationship Id="rId235" Type="http://schemas.openxmlformats.org/officeDocument/2006/relationships/image" Target="../media/image1274.png"/><Relationship Id="rId25" Type="http://schemas.openxmlformats.org/officeDocument/2006/relationships/image" Target="../media/image1169.png"/><Relationship Id="rId46" Type="http://schemas.openxmlformats.org/officeDocument/2006/relationships/customXml" Target="../ink/ink1184.xml"/><Relationship Id="rId67" Type="http://schemas.openxmlformats.org/officeDocument/2006/relationships/image" Target="../media/image1190.png"/><Relationship Id="rId116" Type="http://schemas.openxmlformats.org/officeDocument/2006/relationships/customXml" Target="../ink/ink1219.xml"/><Relationship Id="rId137" Type="http://schemas.openxmlformats.org/officeDocument/2006/relationships/image" Target="../media/image1225.png"/><Relationship Id="rId158" Type="http://schemas.openxmlformats.org/officeDocument/2006/relationships/customXml" Target="../ink/ink1240.xml"/><Relationship Id="rId20" Type="http://schemas.openxmlformats.org/officeDocument/2006/relationships/customXml" Target="../ink/ink1171.xml"/><Relationship Id="rId41" Type="http://schemas.openxmlformats.org/officeDocument/2006/relationships/image" Target="../media/image1177.png"/><Relationship Id="rId62" Type="http://schemas.openxmlformats.org/officeDocument/2006/relationships/customXml" Target="../ink/ink1192.xml"/><Relationship Id="rId83" Type="http://schemas.openxmlformats.org/officeDocument/2006/relationships/image" Target="../media/image1198.png"/><Relationship Id="rId88" Type="http://schemas.openxmlformats.org/officeDocument/2006/relationships/customXml" Target="../ink/ink1205.xml"/><Relationship Id="rId111" Type="http://schemas.openxmlformats.org/officeDocument/2006/relationships/image" Target="../media/image1212.png"/><Relationship Id="rId132" Type="http://schemas.openxmlformats.org/officeDocument/2006/relationships/customXml" Target="../ink/ink1227.xml"/><Relationship Id="rId153" Type="http://schemas.openxmlformats.org/officeDocument/2006/relationships/image" Target="../media/image1233.png"/><Relationship Id="rId174" Type="http://schemas.openxmlformats.org/officeDocument/2006/relationships/customXml" Target="../ink/ink1248.xml"/><Relationship Id="rId179" Type="http://schemas.openxmlformats.org/officeDocument/2006/relationships/image" Target="../media/image1246.png"/><Relationship Id="rId195" Type="http://schemas.openxmlformats.org/officeDocument/2006/relationships/image" Target="../media/image1254.png"/><Relationship Id="rId209" Type="http://schemas.openxmlformats.org/officeDocument/2006/relationships/image" Target="../media/image1261.png"/><Relationship Id="rId190" Type="http://schemas.openxmlformats.org/officeDocument/2006/relationships/customXml" Target="../ink/ink1256.xml"/><Relationship Id="rId204" Type="http://schemas.openxmlformats.org/officeDocument/2006/relationships/customXml" Target="../ink/ink1263.xml"/><Relationship Id="rId220" Type="http://schemas.openxmlformats.org/officeDocument/2006/relationships/customXml" Target="../ink/ink1271.xml"/><Relationship Id="rId225" Type="http://schemas.openxmlformats.org/officeDocument/2006/relationships/image" Target="../media/image1269.png"/><Relationship Id="rId15" Type="http://schemas.openxmlformats.org/officeDocument/2006/relationships/image" Target="../media/image1164.png"/><Relationship Id="rId36" Type="http://schemas.openxmlformats.org/officeDocument/2006/relationships/customXml" Target="../ink/ink1179.xml"/><Relationship Id="rId57" Type="http://schemas.openxmlformats.org/officeDocument/2006/relationships/image" Target="../media/image1185.png"/><Relationship Id="rId106" Type="http://schemas.openxmlformats.org/officeDocument/2006/relationships/customXml" Target="../ink/ink1214.xml"/><Relationship Id="rId127" Type="http://schemas.openxmlformats.org/officeDocument/2006/relationships/image" Target="../media/image1220.png"/><Relationship Id="rId10" Type="http://schemas.openxmlformats.org/officeDocument/2006/relationships/customXml" Target="../ink/ink1166.xml"/><Relationship Id="rId31" Type="http://schemas.openxmlformats.org/officeDocument/2006/relationships/image" Target="../media/image1172.png"/><Relationship Id="rId52" Type="http://schemas.openxmlformats.org/officeDocument/2006/relationships/customXml" Target="../ink/ink1187.xml"/><Relationship Id="rId73" Type="http://schemas.openxmlformats.org/officeDocument/2006/relationships/image" Target="../media/image1193.png"/><Relationship Id="rId78" Type="http://schemas.openxmlformats.org/officeDocument/2006/relationships/customXml" Target="../ink/ink1200.xml"/><Relationship Id="rId94" Type="http://schemas.openxmlformats.org/officeDocument/2006/relationships/customXml" Target="../ink/ink1208.xml"/><Relationship Id="rId99" Type="http://schemas.openxmlformats.org/officeDocument/2006/relationships/image" Target="../media/image1206.png"/><Relationship Id="rId101" Type="http://schemas.openxmlformats.org/officeDocument/2006/relationships/image" Target="../media/image1207.png"/><Relationship Id="rId122" Type="http://schemas.openxmlformats.org/officeDocument/2006/relationships/customXml" Target="../ink/ink1222.xml"/><Relationship Id="rId143" Type="http://schemas.openxmlformats.org/officeDocument/2006/relationships/image" Target="../media/image1228.png"/><Relationship Id="rId148" Type="http://schemas.openxmlformats.org/officeDocument/2006/relationships/customXml" Target="../ink/ink1235.xml"/><Relationship Id="rId164" Type="http://schemas.openxmlformats.org/officeDocument/2006/relationships/customXml" Target="../ink/ink1243.xml"/><Relationship Id="rId169" Type="http://schemas.openxmlformats.org/officeDocument/2006/relationships/image" Target="../media/image1241.png"/><Relationship Id="rId185" Type="http://schemas.openxmlformats.org/officeDocument/2006/relationships/image" Target="../media/image1249.png"/><Relationship Id="rId4" Type="http://schemas.openxmlformats.org/officeDocument/2006/relationships/customXml" Target="../ink/ink1163.xml"/><Relationship Id="rId9" Type="http://schemas.openxmlformats.org/officeDocument/2006/relationships/image" Target="../media/image1161.png"/><Relationship Id="rId180" Type="http://schemas.openxmlformats.org/officeDocument/2006/relationships/customXml" Target="../ink/ink1251.xml"/><Relationship Id="rId210" Type="http://schemas.openxmlformats.org/officeDocument/2006/relationships/customXml" Target="../ink/ink1266.xml"/><Relationship Id="rId215" Type="http://schemas.openxmlformats.org/officeDocument/2006/relationships/image" Target="../media/image1264.png"/><Relationship Id="rId26" Type="http://schemas.openxmlformats.org/officeDocument/2006/relationships/customXml" Target="../ink/ink1174.xml"/><Relationship Id="rId231" Type="http://schemas.openxmlformats.org/officeDocument/2006/relationships/image" Target="../media/image1272.png"/><Relationship Id="rId47" Type="http://schemas.openxmlformats.org/officeDocument/2006/relationships/image" Target="../media/image1180.png"/><Relationship Id="rId68" Type="http://schemas.openxmlformats.org/officeDocument/2006/relationships/customXml" Target="../ink/ink1195.xml"/><Relationship Id="rId89" Type="http://schemas.openxmlformats.org/officeDocument/2006/relationships/image" Target="../media/image1201.png"/><Relationship Id="rId112" Type="http://schemas.openxmlformats.org/officeDocument/2006/relationships/customXml" Target="../ink/ink1217.xml"/><Relationship Id="rId133" Type="http://schemas.openxmlformats.org/officeDocument/2006/relationships/image" Target="../media/image1223.png"/><Relationship Id="rId154" Type="http://schemas.openxmlformats.org/officeDocument/2006/relationships/customXml" Target="../ink/ink1238.xml"/><Relationship Id="rId175" Type="http://schemas.openxmlformats.org/officeDocument/2006/relationships/image" Target="../media/image1244.png"/><Relationship Id="rId196" Type="http://schemas.openxmlformats.org/officeDocument/2006/relationships/customXml" Target="../ink/ink1259.xml"/><Relationship Id="rId200" Type="http://schemas.openxmlformats.org/officeDocument/2006/relationships/customXml" Target="../ink/ink1261.xml"/><Relationship Id="rId16" Type="http://schemas.openxmlformats.org/officeDocument/2006/relationships/customXml" Target="../ink/ink1169.xml"/><Relationship Id="rId221" Type="http://schemas.openxmlformats.org/officeDocument/2006/relationships/image" Target="../media/image1267.png"/><Relationship Id="rId37" Type="http://schemas.openxmlformats.org/officeDocument/2006/relationships/image" Target="../media/image1175.png"/><Relationship Id="rId58" Type="http://schemas.openxmlformats.org/officeDocument/2006/relationships/customXml" Target="../ink/ink1190.xml"/><Relationship Id="rId79" Type="http://schemas.openxmlformats.org/officeDocument/2006/relationships/image" Target="../media/image1196.png"/><Relationship Id="rId102" Type="http://schemas.openxmlformats.org/officeDocument/2006/relationships/customXml" Target="../ink/ink1212.xml"/><Relationship Id="rId123" Type="http://schemas.openxmlformats.org/officeDocument/2006/relationships/image" Target="../media/image1218.png"/><Relationship Id="rId144" Type="http://schemas.openxmlformats.org/officeDocument/2006/relationships/customXml" Target="../ink/ink1233.xml"/><Relationship Id="rId90" Type="http://schemas.openxmlformats.org/officeDocument/2006/relationships/customXml" Target="../ink/ink1206.xml"/><Relationship Id="rId165" Type="http://schemas.openxmlformats.org/officeDocument/2006/relationships/image" Target="../media/image1239.png"/><Relationship Id="rId186" Type="http://schemas.openxmlformats.org/officeDocument/2006/relationships/customXml" Target="../ink/ink1254.xml"/><Relationship Id="rId211" Type="http://schemas.openxmlformats.org/officeDocument/2006/relationships/image" Target="../media/image1262.png"/><Relationship Id="rId232" Type="http://schemas.openxmlformats.org/officeDocument/2006/relationships/customXml" Target="../ink/ink1277.xml"/><Relationship Id="rId27" Type="http://schemas.openxmlformats.org/officeDocument/2006/relationships/image" Target="../media/image1170.png"/><Relationship Id="rId48" Type="http://schemas.openxmlformats.org/officeDocument/2006/relationships/customXml" Target="../ink/ink1185.xml"/><Relationship Id="rId69" Type="http://schemas.openxmlformats.org/officeDocument/2006/relationships/image" Target="../media/image1191.png"/><Relationship Id="rId113" Type="http://schemas.openxmlformats.org/officeDocument/2006/relationships/image" Target="../media/image1213.png"/><Relationship Id="rId134" Type="http://schemas.openxmlformats.org/officeDocument/2006/relationships/customXml" Target="../ink/ink12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58E44-32EE-463E-B93A-AFEE9FEB5D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6947" y="650185"/>
            <a:ext cx="8915399" cy="1126283"/>
          </a:xfrm>
        </p:spPr>
        <p:txBody>
          <a:bodyPr/>
          <a:lstStyle/>
          <a:p>
            <a:r>
              <a:rPr lang="en-US" dirty="0"/>
              <a:t>Operational Amplifiers</a:t>
            </a:r>
            <a:endParaRPr lang="en-IN" dirty="0"/>
          </a:p>
        </p:txBody>
      </p:sp>
      <p:pic>
        <p:nvPicPr>
          <p:cNvPr id="4" name="Picture 9" descr="op-amps">
            <a:extLst>
              <a:ext uri="{FF2B5EF4-FFF2-40B4-BE49-F238E27FC236}">
                <a16:creationId xmlns:a16="http://schemas.microsoft.com/office/drawing/2014/main" id="{E38160A7-4C0B-4525-8CEB-FC2A43A38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852" y="2031946"/>
            <a:ext cx="4065587" cy="304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FB27B-3F13-49A6-8AAC-9A7BB041C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69378-8B6F-44D2-A6CB-90145E31CD7E}" type="datetime1">
              <a:rPr lang="en-US" smtClean="0"/>
              <a:t>3/3/2022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0A24E-9154-4E38-B56F-8CB3AD454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33846-985E-4ABB-A9F4-6491F7BDDDD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554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8" name="Title 3">
            <a:extLst>
              <a:ext uri="{FF2B5EF4-FFF2-40B4-BE49-F238E27FC236}">
                <a16:creationId xmlns:a16="http://schemas.microsoft.com/office/drawing/2014/main" id="{485B8CA4-0491-4D8D-B6E8-3A7855E82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5600" y="410265"/>
            <a:ext cx="7772400" cy="79057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b="1" dirty="0">
                <a:solidFill>
                  <a:schemeClr val="tx2"/>
                </a:solidFill>
              </a:rPr>
              <a:t>Op-Amp – The Surface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4926EE17-AA93-48C2-930C-B90BD109F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36800" y="1419616"/>
            <a:ext cx="9076267" cy="5229540"/>
          </a:xfrm>
        </p:spPr>
        <p:txBody>
          <a:bodyPr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sz="1800" dirty="0"/>
              <a:t>An Operational Amplifier (Op-Amp) is an integrated circuit that uses external voltage to amplify the input through a very high gain.</a:t>
            </a: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sz="1800" dirty="0"/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sz="1800" dirty="0"/>
              <a:t>We recognize an Op-Amp as a mass-produced component found in countless electronics.</a:t>
            </a:r>
          </a:p>
          <a:p>
            <a:pPr marL="0" indent="0">
              <a:buNone/>
              <a:defRPr/>
            </a:pPr>
            <a:endParaRPr lang="en-US" sz="1800" dirty="0"/>
          </a:p>
          <a:p>
            <a:pPr marL="0" indent="0">
              <a:buNone/>
              <a:defRPr/>
            </a:pPr>
            <a:endParaRPr lang="en-US" sz="1800" dirty="0"/>
          </a:p>
          <a:p>
            <a:pPr marL="0" indent="0">
              <a:buNone/>
              <a:defRPr/>
            </a:pPr>
            <a:endParaRPr lang="en-US" sz="1800" dirty="0"/>
          </a:p>
          <a:p>
            <a:pPr marL="0" indent="0">
              <a:buNone/>
              <a:defRPr/>
            </a:pPr>
            <a:endParaRPr lang="en-US" sz="1800" dirty="0"/>
          </a:p>
          <a:p>
            <a:pPr marL="0" indent="0">
              <a:buNone/>
              <a:defRPr/>
            </a:pPr>
            <a:endParaRPr lang="en-US" sz="1800" dirty="0"/>
          </a:p>
          <a:p>
            <a:pPr marL="0" indent="0">
              <a:buNone/>
              <a:defRPr/>
            </a:pPr>
            <a:endParaRPr lang="en-US" sz="1800" dirty="0"/>
          </a:p>
          <a:p>
            <a:pPr marL="0" indent="0">
              <a:buNone/>
              <a:defRPr/>
            </a:pPr>
            <a:endParaRPr lang="en-US" sz="1800" dirty="0"/>
          </a:p>
          <a:p>
            <a:pPr marL="0" indent="0">
              <a:buNone/>
              <a:defRPr/>
            </a:pPr>
            <a:r>
              <a:rPr lang="en-US" sz="1800" dirty="0"/>
              <a:t>			</a:t>
            </a:r>
          </a:p>
          <a:p>
            <a:pPr marL="0" indent="0">
              <a:buNone/>
              <a:defRPr/>
            </a:pPr>
            <a:endParaRPr lang="en-US" sz="1800" dirty="0"/>
          </a:p>
          <a:p>
            <a:pPr marL="0" indent="0" algn="ctr">
              <a:buNone/>
              <a:defRPr/>
            </a:pPr>
            <a:r>
              <a:rPr lang="en-US" sz="1800" dirty="0"/>
              <a:t>Fig (1) OPAMP IC and Pin Configuration</a:t>
            </a:r>
          </a:p>
        </p:txBody>
      </p:sp>
      <p:pic>
        <p:nvPicPr>
          <p:cNvPr id="5130" name="Picture 14">
            <a:extLst>
              <a:ext uri="{FF2B5EF4-FFF2-40B4-BE49-F238E27FC236}">
                <a16:creationId xmlns:a16="http://schemas.microsoft.com/office/drawing/2014/main" id="{04FAA714-C965-4852-A88A-376490B2E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6356" y="3535494"/>
            <a:ext cx="2521832" cy="2101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1" name="Picture 15">
            <a:extLst>
              <a:ext uri="{FF2B5EF4-FFF2-40B4-BE49-F238E27FC236}">
                <a16:creationId xmlns:a16="http://schemas.microsoft.com/office/drawing/2014/main" id="{7E4F4AB8-FC7A-4574-B979-421AD3E48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5800" y="3734130"/>
            <a:ext cx="3826825" cy="1704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68B2A6E-81AD-4FBB-A07D-304060ECA029}"/>
                  </a:ext>
                </a:extLst>
              </p14:cNvPr>
              <p14:cNvContentPartPr/>
              <p14:nvPr/>
            </p14:nvContentPartPr>
            <p14:xfrm>
              <a:off x="7008915" y="2330242"/>
              <a:ext cx="29160" cy="34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68B2A6E-81AD-4FBB-A07D-304060ECA0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90915" y="2312242"/>
                <a:ext cx="6480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057743A-756F-4AF7-B047-3A8059D3B644}"/>
                  </a:ext>
                </a:extLst>
              </p14:cNvPr>
              <p14:cNvContentPartPr/>
              <p14:nvPr/>
            </p14:nvContentPartPr>
            <p14:xfrm>
              <a:off x="7991355" y="2684122"/>
              <a:ext cx="28080" cy="24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057743A-756F-4AF7-B047-3A8059D3B64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73715" y="2666122"/>
                <a:ext cx="63720" cy="6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5120" name="Group 5119">
            <a:extLst>
              <a:ext uri="{FF2B5EF4-FFF2-40B4-BE49-F238E27FC236}">
                <a16:creationId xmlns:a16="http://schemas.microsoft.com/office/drawing/2014/main" id="{2FCF5A4B-B4C7-4A63-B0E7-0CAA3A782846}"/>
              </a:ext>
            </a:extLst>
          </p:cNvPr>
          <p:cNvGrpSpPr/>
          <p:nvPr/>
        </p:nvGrpSpPr>
        <p:grpSpPr>
          <a:xfrm>
            <a:off x="375915" y="2556322"/>
            <a:ext cx="2651040" cy="1777320"/>
            <a:chOff x="375915" y="2556322"/>
            <a:chExt cx="2651040" cy="177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E0D7073-1114-4558-B6A0-E9E2888804F2}"/>
                    </a:ext>
                  </a:extLst>
                </p14:cNvPr>
                <p14:cNvContentPartPr/>
                <p14:nvPr/>
              </p14:nvContentPartPr>
              <p14:xfrm>
                <a:off x="704595" y="3217642"/>
                <a:ext cx="50040" cy="550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E0D7073-1114-4558-B6A0-E9E2888804F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86595" y="3199642"/>
                  <a:ext cx="85680" cy="58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3B6B15F-70C1-49CC-A470-1F241BE140E5}"/>
                    </a:ext>
                  </a:extLst>
                </p14:cNvPr>
                <p14:cNvContentPartPr/>
                <p14:nvPr/>
              </p14:nvContentPartPr>
              <p14:xfrm>
                <a:off x="705675" y="3061762"/>
                <a:ext cx="648360" cy="746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3B6B15F-70C1-49CC-A470-1F241BE140E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88035" y="3043762"/>
                  <a:ext cx="684000" cy="78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4483D24-86CD-4F50-A5A9-47EB61E5DFEC}"/>
                    </a:ext>
                  </a:extLst>
                </p14:cNvPr>
                <p14:cNvContentPartPr/>
                <p14:nvPr/>
              </p14:nvContentPartPr>
              <p14:xfrm>
                <a:off x="902235" y="3311962"/>
                <a:ext cx="139320" cy="221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4483D24-86CD-4F50-A5A9-47EB61E5DFE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84235" y="3294322"/>
                  <a:ext cx="1749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3020978-5C70-445C-B287-FE8D95F065F2}"/>
                    </a:ext>
                  </a:extLst>
                </p14:cNvPr>
                <p14:cNvContentPartPr/>
                <p14:nvPr/>
              </p14:nvContentPartPr>
              <p14:xfrm>
                <a:off x="941115" y="3420322"/>
                <a:ext cx="114840" cy="51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3020978-5C70-445C-B287-FE8D95F065F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23475" y="3402322"/>
                  <a:ext cx="1504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324747E-739E-4259-BBFF-884204A379BB}"/>
                    </a:ext>
                  </a:extLst>
                </p14:cNvPr>
                <p14:cNvContentPartPr/>
                <p14:nvPr/>
              </p14:nvContentPartPr>
              <p14:xfrm>
                <a:off x="1148475" y="3400882"/>
                <a:ext cx="27360" cy="142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324747E-739E-4259-BBFF-884204A379B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30835" y="3382882"/>
                  <a:ext cx="630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C7421CA-476E-44ED-932D-DDABB887E7D4}"/>
                    </a:ext>
                  </a:extLst>
                </p14:cNvPr>
                <p14:cNvContentPartPr/>
                <p14:nvPr/>
              </p14:nvContentPartPr>
              <p14:xfrm>
                <a:off x="1598835" y="3002002"/>
                <a:ext cx="65160" cy="5540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C7421CA-476E-44ED-932D-DDABB887E7D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580835" y="2984362"/>
                  <a:ext cx="10080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2C6F2C6-199B-4102-8C22-D65FA0D3DE0B}"/>
                    </a:ext>
                  </a:extLst>
                </p14:cNvPr>
                <p14:cNvContentPartPr/>
                <p14:nvPr/>
              </p14:nvContentPartPr>
              <p14:xfrm>
                <a:off x="1603875" y="2803282"/>
                <a:ext cx="829080" cy="793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2C6F2C6-199B-4102-8C22-D65FA0D3DE0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86235" y="2785282"/>
                  <a:ext cx="864720" cy="82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9FBABEB-911B-4DA3-B780-F3918A82B139}"/>
                    </a:ext>
                  </a:extLst>
                </p14:cNvPr>
                <p14:cNvContentPartPr/>
                <p14:nvPr/>
              </p14:nvContentPartPr>
              <p14:xfrm>
                <a:off x="1881795" y="3188482"/>
                <a:ext cx="135000" cy="234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9FBABEB-911B-4DA3-B780-F3918A82B13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64155" y="3170482"/>
                  <a:ext cx="1706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914A9D6-4C5B-4E5C-AC64-CAE1B03B4E93}"/>
                    </a:ext>
                  </a:extLst>
                </p14:cNvPr>
                <p14:cNvContentPartPr/>
                <p14:nvPr/>
              </p14:nvContentPartPr>
              <p14:xfrm>
                <a:off x="1912035" y="3311962"/>
                <a:ext cx="113400" cy="51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914A9D6-4C5B-4E5C-AC64-CAE1B03B4E9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94395" y="3293962"/>
                  <a:ext cx="1490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95571BD-895D-4A69-A2FA-CB9EBE07DC44}"/>
                    </a:ext>
                  </a:extLst>
                </p14:cNvPr>
                <p14:cNvContentPartPr/>
                <p14:nvPr/>
              </p14:nvContentPartPr>
              <p14:xfrm>
                <a:off x="2099595" y="3272722"/>
                <a:ext cx="112680" cy="115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95571BD-895D-4A69-A2FA-CB9EBE07DC4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081595" y="3255082"/>
                  <a:ext cx="1483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47C7590-172B-4770-B3F6-DCAE66CFD856}"/>
                    </a:ext>
                  </a:extLst>
                </p14:cNvPr>
                <p14:cNvContentPartPr/>
                <p14:nvPr/>
              </p14:nvContentPartPr>
              <p14:xfrm>
                <a:off x="1367715" y="3364522"/>
                <a:ext cx="310680" cy="53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47C7590-172B-4770-B3F6-DCAE66CFD85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349715" y="3346882"/>
                  <a:ext cx="3463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262C885-1FA4-4A84-9D58-FAEEC9EB8DE8}"/>
                    </a:ext>
                  </a:extLst>
                </p14:cNvPr>
                <p14:cNvContentPartPr/>
                <p14:nvPr/>
              </p14:nvContentPartPr>
              <p14:xfrm>
                <a:off x="375915" y="3616162"/>
                <a:ext cx="263160" cy="57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262C885-1FA4-4A84-9D58-FAEEC9EB8DE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58275" y="3598522"/>
                  <a:ext cx="2988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AC33214-7887-425F-8F55-E18D980A2F68}"/>
                    </a:ext>
                  </a:extLst>
                </p14:cNvPr>
                <p14:cNvContentPartPr/>
                <p14:nvPr/>
              </p14:nvContentPartPr>
              <p14:xfrm>
                <a:off x="2310915" y="3215482"/>
                <a:ext cx="10080" cy="5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AC33214-7887-425F-8F55-E18D980A2F6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92915" y="3197842"/>
                  <a:ext cx="457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1833456-C5E0-4DDC-8E6C-8CF26583B7FC}"/>
                    </a:ext>
                  </a:extLst>
                </p14:cNvPr>
                <p14:cNvContentPartPr/>
                <p14:nvPr/>
              </p14:nvContentPartPr>
              <p14:xfrm>
                <a:off x="2402715" y="3104602"/>
                <a:ext cx="534600" cy="109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1833456-C5E0-4DDC-8E6C-8CF26583B7F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384715" y="3086602"/>
                  <a:ext cx="5702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EABC45A-39CA-470E-B8B4-532A3A978858}"/>
                    </a:ext>
                  </a:extLst>
                </p14:cNvPr>
                <p14:cNvContentPartPr/>
                <p14:nvPr/>
              </p14:nvContentPartPr>
              <p14:xfrm>
                <a:off x="454755" y="2556322"/>
                <a:ext cx="2194200" cy="1512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EABC45A-39CA-470E-B8B4-532A3A97885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37115" y="2538682"/>
                  <a:ext cx="2229840" cy="154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58F7424-CD45-4C23-9356-67F38DB6138F}"/>
                    </a:ext>
                  </a:extLst>
                </p14:cNvPr>
                <p14:cNvContentPartPr/>
                <p14:nvPr/>
              </p14:nvContentPartPr>
              <p14:xfrm>
                <a:off x="1678395" y="4120162"/>
                <a:ext cx="127080" cy="213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58F7424-CD45-4C23-9356-67F38DB6138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660755" y="4102522"/>
                  <a:ext cx="1627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44E62A5-2244-4E76-852D-D15F8A27B31B}"/>
                    </a:ext>
                  </a:extLst>
                </p14:cNvPr>
                <p14:cNvContentPartPr/>
                <p14:nvPr/>
              </p14:nvContentPartPr>
              <p14:xfrm>
                <a:off x="1686315" y="4184602"/>
                <a:ext cx="193320" cy="100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44E62A5-2244-4E76-852D-D15F8A27B31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668675" y="4166962"/>
                  <a:ext cx="2289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5D84F04-B355-41BE-8360-000F1005EF56}"/>
                    </a:ext>
                  </a:extLst>
                </p14:cNvPr>
                <p14:cNvContentPartPr/>
                <p14:nvPr/>
              </p14:nvContentPartPr>
              <p14:xfrm>
                <a:off x="1981875" y="4116562"/>
                <a:ext cx="160920" cy="149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5D84F04-B355-41BE-8360-000F1005EF5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964235" y="4098922"/>
                  <a:ext cx="1965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7D938E1-65A1-4763-A09F-AD797B796F8E}"/>
                    </a:ext>
                  </a:extLst>
                </p14:cNvPr>
                <p14:cNvContentPartPr/>
                <p14:nvPr/>
              </p14:nvContentPartPr>
              <p14:xfrm>
                <a:off x="2243595" y="3980122"/>
                <a:ext cx="124200" cy="199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7D938E1-65A1-4763-A09F-AD797B796F8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225595" y="3962122"/>
                  <a:ext cx="1598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F5FDE4B-1DE3-4650-AC7F-DA46845268DC}"/>
                    </a:ext>
                  </a:extLst>
                </p14:cNvPr>
                <p14:cNvContentPartPr/>
                <p14:nvPr/>
              </p14:nvContentPartPr>
              <p14:xfrm>
                <a:off x="2214075" y="4080202"/>
                <a:ext cx="187920" cy="61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F5FDE4B-1DE3-4650-AC7F-DA46845268D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196435" y="4062562"/>
                  <a:ext cx="2235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29F758A-CD37-45A7-BD7D-02C641D40DE8}"/>
                    </a:ext>
                  </a:extLst>
                </p14:cNvPr>
                <p14:cNvContentPartPr/>
                <p14:nvPr/>
              </p14:nvContentPartPr>
              <p14:xfrm>
                <a:off x="2535555" y="3974722"/>
                <a:ext cx="108360" cy="1400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29F758A-CD37-45A7-BD7D-02C641D40DE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517555" y="3956722"/>
                  <a:ext cx="1440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32EE81C-81D8-4C4B-9068-2B1639ADEE9F}"/>
                    </a:ext>
                  </a:extLst>
                </p14:cNvPr>
                <p14:cNvContentPartPr/>
                <p14:nvPr/>
              </p14:nvContentPartPr>
              <p14:xfrm>
                <a:off x="2707275" y="3796522"/>
                <a:ext cx="109800" cy="254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32EE81C-81D8-4C4B-9068-2B1639ADEE9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689275" y="3778522"/>
                  <a:ext cx="1454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14517D7-3A31-401C-9B9D-F382DADE2159}"/>
                    </a:ext>
                  </a:extLst>
                </p14:cNvPr>
                <p14:cNvContentPartPr/>
                <p14:nvPr/>
              </p14:nvContentPartPr>
              <p14:xfrm>
                <a:off x="2680995" y="3924682"/>
                <a:ext cx="123120" cy="70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14517D7-3A31-401C-9B9D-F382DADE215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663355" y="3906682"/>
                  <a:ext cx="1587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813904B-8083-4025-AEFE-A0B142E6C3E0}"/>
                    </a:ext>
                  </a:extLst>
                </p14:cNvPr>
                <p14:cNvContentPartPr/>
                <p14:nvPr/>
              </p14:nvContentPartPr>
              <p14:xfrm>
                <a:off x="2896275" y="3901282"/>
                <a:ext cx="130680" cy="145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813904B-8083-4025-AEFE-A0B142E6C3E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878275" y="3883642"/>
                  <a:ext cx="166320" cy="181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121" name="Date Placeholder 5120">
            <a:extLst>
              <a:ext uri="{FF2B5EF4-FFF2-40B4-BE49-F238E27FC236}">
                <a16:creationId xmlns:a16="http://schemas.microsoft.com/office/drawing/2014/main" id="{EA56BDA1-C630-4661-8924-55813BAB9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1877-2D07-4BE8-B4D6-A48AED88A5C5}" type="datetime1">
              <a:rPr lang="en-US" smtClean="0"/>
              <a:t>3/3/2022</a:t>
            </a:fld>
            <a:endParaRPr lang="en-IN"/>
          </a:p>
        </p:txBody>
      </p:sp>
      <p:sp>
        <p:nvSpPr>
          <p:cNvPr id="5122" name="Slide Number Placeholder 5121">
            <a:extLst>
              <a:ext uri="{FF2B5EF4-FFF2-40B4-BE49-F238E27FC236}">
                <a16:creationId xmlns:a16="http://schemas.microsoft.com/office/drawing/2014/main" id="{00814ADA-20F1-4327-B3D3-CE39B675D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33846-985E-4ABB-A9F4-6491F7BDDDDE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DF0D64-8413-464B-99ED-FC86E673A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9664" y="388958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b="1" dirty="0">
                <a:solidFill>
                  <a:schemeClr val="tx2"/>
                </a:solidFill>
              </a:rPr>
              <a:t>What is an Op-Amp? – The Inside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C00C248-7C5F-47C5-A971-B57540959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9664" y="1171897"/>
            <a:ext cx="10001714" cy="19812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dirty="0"/>
              <a:t>Op-amps (amplifiers/buffers in general) are drawn as a triangle in a circuit schematic</a:t>
            </a:r>
          </a:p>
          <a:p>
            <a:pPr eaLnBrk="1" hangingPunct="1">
              <a:defRPr/>
            </a:pPr>
            <a:endParaRPr lang="en-US" dirty="0">
              <a:solidFill>
                <a:schemeClr val="tx1"/>
              </a:solidFill>
            </a:endParaRPr>
          </a:p>
          <a:p>
            <a:pPr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The actual count varies, but an Op-Amp contains several Transistors, Resistors, and a few Capacitors and Diodes.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dirty="0">
              <a:solidFill>
                <a:schemeClr val="tx1"/>
              </a:solidFill>
            </a:endParaRPr>
          </a:p>
          <a:p>
            <a:pPr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For simplicity, an Op-Amp is often depicted as  follows which has minimum of five terminals such as inverting input, non inverting input ,power supply  and an output.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039A76-AD99-48DC-83FF-C55F9487FF0C}"/>
              </a:ext>
            </a:extLst>
          </p:cNvPr>
          <p:cNvGrpSpPr/>
          <p:nvPr/>
        </p:nvGrpSpPr>
        <p:grpSpPr>
          <a:xfrm>
            <a:off x="1828801" y="4035397"/>
            <a:ext cx="7073900" cy="2582338"/>
            <a:chOff x="1636713" y="3495675"/>
            <a:chExt cx="5886450" cy="1784350"/>
          </a:xfrm>
        </p:grpSpPr>
        <p:grpSp>
          <p:nvGrpSpPr>
            <p:cNvPr id="7" name="Group 27">
              <a:extLst>
                <a:ext uri="{FF2B5EF4-FFF2-40B4-BE49-F238E27FC236}">
                  <a16:creationId xmlns:a16="http://schemas.microsoft.com/office/drawing/2014/main" id="{695FE076-368A-4F98-905F-0E644966F4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6125" y="3551238"/>
              <a:ext cx="3124200" cy="1560512"/>
              <a:chOff x="3352800" y="4379913"/>
              <a:chExt cx="3124200" cy="1560512"/>
            </a:xfrm>
          </p:grpSpPr>
          <p:grpSp>
            <p:nvGrpSpPr>
              <p:cNvPr id="14" name="Group 6">
                <a:extLst>
                  <a:ext uri="{FF2B5EF4-FFF2-40B4-BE49-F238E27FC236}">
                    <a16:creationId xmlns:a16="http://schemas.microsoft.com/office/drawing/2014/main" id="{75FC69D5-674D-40C8-BC7F-D88456D924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52800" y="4703793"/>
                <a:ext cx="647700" cy="193982"/>
                <a:chOff x="3352800" y="4703618"/>
                <a:chExt cx="647700" cy="193964"/>
              </a:xfrm>
            </p:grpSpPr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6629F6E9-0065-4D63-ADE8-99B23E136F43}"/>
                    </a:ext>
                  </a:extLst>
                </p:cNvPr>
                <p:cNvCxnSpPr/>
                <p:nvPr/>
              </p:nvCxnSpPr>
              <p:spPr>
                <a:xfrm flipH="1">
                  <a:off x="3505200" y="4800416"/>
                  <a:ext cx="49530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DE66A81-FFB5-47DE-A7D5-97B43F89FDFF}"/>
                    </a:ext>
                  </a:extLst>
                </p:cNvPr>
                <p:cNvSpPr/>
                <p:nvPr/>
              </p:nvSpPr>
              <p:spPr>
                <a:xfrm>
                  <a:off x="3352800" y="4703588"/>
                  <a:ext cx="190500" cy="19365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hangingPunct="1">
                    <a:defRPr/>
                  </a:pPr>
                  <a:endParaRPr lang="en-US"/>
                </a:p>
              </p:txBody>
            </p:sp>
          </p:grpSp>
          <p:grpSp>
            <p:nvGrpSpPr>
              <p:cNvPr id="15" name="Group 11">
                <a:extLst>
                  <a:ext uri="{FF2B5EF4-FFF2-40B4-BE49-F238E27FC236}">
                    <a16:creationId xmlns:a16="http://schemas.microsoft.com/office/drawing/2014/main" id="{C27299B1-75C8-47A6-B43E-13BA22D454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4923" y="5313449"/>
                <a:ext cx="647700" cy="193982"/>
                <a:chOff x="3352800" y="4703618"/>
                <a:chExt cx="647700" cy="193964"/>
              </a:xfrm>
            </p:grpSpPr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765B8354-1228-4073-818E-0FE2F0408F03}"/>
                    </a:ext>
                  </a:extLst>
                </p:cNvPr>
                <p:cNvCxnSpPr/>
                <p:nvPr/>
              </p:nvCxnSpPr>
              <p:spPr>
                <a:xfrm flipH="1">
                  <a:off x="3505777" y="4800360"/>
                  <a:ext cx="49530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E726F747-2F75-4822-81B5-D5C0DD0C8A66}"/>
                    </a:ext>
                  </a:extLst>
                </p:cNvPr>
                <p:cNvSpPr/>
                <p:nvPr/>
              </p:nvSpPr>
              <p:spPr>
                <a:xfrm>
                  <a:off x="3353377" y="4703532"/>
                  <a:ext cx="190500" cy="19365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hangingPunct="1">
                    <a:defRPr/>
                  </a:pPr>
                  <a:endParaRPr lang="en-US"/>
                </a:p>
              </p:txBody>
            </p:sp>
          </p:grpSp>
          <p:grpSp>
            <p:nvGrpSpPr>
              <p:cNvPr id="16" name="Group 14">
                <a:extLst>
                  <a:ext uri="{FF2B5EF4-FFF2-40B4-BE49-F238E27FC236}">
                    <a16:creationId xmlns:a16="http://schemas.microsoft.com/office/drawing/2014/main" id="{A57D156C-19A2-4086-B576-3480AD68F8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4341639" y="4606811"/>
                <a:ext cx="647760" cy="193964"/>
                <a:chOff x="3352800" y="4703618"/>
                <a:chExt cx="647700" cy="193964"/>
              </a:xfrm>
            </p:grpSpPr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FB8C155C-2280-4AB2-BA96-B017EA470799}"/>
                    </a:ext>
                  </a:extLst>
                </p:cNvPr>
                <p:cNvCxnSpPr/>
                <p:nvPr/>
              </p:nvCxnSpPr>
              <p:spPr>
                <a:xfrm flipH="1">
                  <a:off x="3505186" y="4800456"/>
                  <a:ext cx="495254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7283EFFF-10A8-43EF-9550-B1867E2F6F9C}"/>
                    </a:ext>
                  </a:extLst>
                </p:cNvPr>
                <p:cNvSpPr/>
                <p:nvPr/>
              </p:nvSpPr>
              <p:spPr>
                <a:xfrm>
                  <a:off x="3352800" y="4703619"/>
                  <a:ext cx="190482" cy="193675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hangingPunct="1">
                    <a:defRPr/>
                  </a:pPr>
                  <a:endParaRPr lang="en-US"/>
                </a:p>
              </p:txBody>
            </p:sp>
          </p:grpSp>
          <p:grpSp>
            <p:nvGrpSpPr>
              <p:cNvPr id="17" name="Group 17">
                <a:extLst>
                  <a:ext uri="{FF2B5EF4-FFF2-40B4-BE49-F238E27FC236}">
                    <a16:creationId xmlns:a16="http://schemas.microsoft.com/office/drawing/2014/main" id="{D1ECF83E-789E-4858-A97D-0F7115CBF5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5400000">
                <a:off x="4341639" y="5519563"/>
                <a:ext cx="647760" cy="193964"/>
                <a:chOff x="3352800" y="4703618"/>
                <a:chExt cx="647700" cy="193964"/>
              </a:xfrm>
            </p:grpSpPr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78206CC4-425E-47C5-BF8A-9AE704456FAE}"/>
                    </a:ext>
                  </a:extLst>
                </p:cNvPr>
                <p:cNvCxnSpPr/>
                <p:nvPr/>
              </p:nvCxnSpPr>
              <p:spPr>
                <a:xfrm flipH="1">
                  <a:off x="3505186" y="4800744"/>
                  <a:ext cx="495254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40478EE2-70C0-4A5C-A0FE-2883B813BD3A}"/>
                    </a:ext>
                  </a:extLst>
                </p:cNvPr>
                <p:cNvSpPr/>
                <p:nvPr/>
              </p:nvSpPr>
              <p:spPr>
                <a:xfrm>
                  <a:off x="3352800" y="4703907"/>
                  <a:ext cx="190482" cy="193675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hangingPunct="1">
                    <a:defRPr/>
                  </a:pPr>
                  <a:endParaRPr lang="en-US"/>
                </a:p>
              </p:txBody>
            </p:sp>
          </p:grpSp>
          <p:grpSp>
            <p:nvGrpSpPr>
              <p:cNvPr id="18" name="Group 20">
                <a:extLst>
                  <a:ext uri="{FF2B5EF4-FFF2-40B4-BE49-F238E27FC236}">
                    <a16:creationId xmlns:a16="http://schemas.microsoft.com/office/drawing/2014/main" id="{B79B88E0-E72D-4F5D-8241-04840B9B13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800000">
                <a:off x="5829300" y="5046725"/>
                <a:ext cx="647700" cy="193982"/>
                <a:chOff x="3352800" y="4703618"/>
                <a:chExt cx="647700" cy="193964"/>
              </a:xfrm>
            </p:grpSpPr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D71F38AB-2A2C-4F82-9418-DE6070FCE9F4}"/>
                    </a:ext>
                  </a:extLst>
                </p:cNvPr>
                <p:cNvCxnSpPr/>
                <p:nvPr/>
              </p:nvCxnSpPr>
              <p:spPr>
                <a:xfrm flipH="1">
                  <a:off x="3514725" y="4800816"/>
                  <a:ext cx="49530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19D6033C-C17D-4318-BB51-DB9F2E560DB1}"/>
                    </a:ext>
                  </a:extLst>
                </p:cNvPr>
                <p:cNvSpPr/>
                <p:nvPr/>
              </p:nvSpPr>
              <p:spPr>
                <a:xfrm>
                  <a:off x="3362325" y="4703987"/>
                  <a:ext cx="190500" cy="19365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hangingPunct="1">
                    <a:defRPr/>
                  </a:pPr>
                  <a:endParaRPr lang="en-US"/>
                </a:p>
              </p:txBody>
            </p:sp>
          </p:grpSp>
        </p:grp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87B5A3BD-91E9-4C47-8C03-38128C5E9276}"/>
                </a:ext>
              </a:extLst>
            </p:cNvPr>
            <p:cNvSpPr/>
            <p:nvPr/>
          </p:nvSpPr>
          <p:spPr bwMode="auto">
            <a:xfrm rot="5400000">
              <a:off x="4314825" y="3400425"/>
              <a:ext cx="1143000" cy="18288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B8CEBE7-9BDF-4C0C-B4C2-7848FB4A2A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3225" y="4459288"/>
              <a:ext cx="1524000" cy="231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900"/>
                <a:t>Non-Inverting Input</a:t>
              </a:r>
            </a:p>
          </p:txBody>
        </p:sp>
        <p:sp>
          <p:nvSpPr>
            <p:cNvPr id="10" name="TextBox 25">
              <a:extLst>
                <a:ext uri="{FF2B5EF4-FFF2-40B4-BE49-F238E27FC236}">
                  <a16:creationId xmlns:a16="http://schemas.microsoft.com/office/drawing/2014/main" id="{1131B7AE-EAA9-4944-85D6-0B55CD4B6E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6713" y="3863975"/>
              <a:ext cx="1524000" cy="23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900"/>
                <a:t>Inverting Input</a:t>
              </a:r>
            </a:p>
          </p:txBody>
        </p:sp>
        <p:sp>
          <p:nvSpPr>
            <p:cNvPr id="11" name="TextBox 26">
              <a:extLst>
                <a:ext uri="{FF2B5EF4-FFF2-40B4-BE49-F238E27FC236}">
                  <a16:creationId xmlns:a16="http://schemas.microsoft.com/office/drawing/2014/main" id="{33E47D8D-E6D6-4C4B-A091-1427758E0D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9475" y="3495675"/>
              <a:ext cx="1524000" cy="23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900"/>
                <a:t>Positive Power Supply</a:t>
              </a:r>
            </a:p>
          </p:txBody>
        </p:sp>
        <p:sp>
          <p:nvSpPr>
            <p:cNvPr id="12" name="TextBox 27">
              <a:extLst>
                <a:ext uri="{FF2B5EF4-FFF2-40B4-BE49-F238E27FC236}">
                  <a16:creationId xmlns:a16="http://schemas.microsoft.com/office/drawing/2014/main" id="{A0126F32-B6BC-4A1C-B070-8ABDD43B6F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5838" y="5048250"/>
              <a:ext cx="1524000" cy="231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900"/>
                <a:t>Negative Power Supply</a:t>
              </a:r>
            </a:p>
          </p:txBody>
        </p:sp>
        <p:sp>
          <p:nvSpPr>
            <p:cNvPr id="13" name="TextBox 28">
              <a:extLst>
                <a:ext uri="{FF2B5EF4-FFF2-40B4-BE49-F238E27FC236}">
                  <a16:creationId xmlns:a16="http://schemas.microsoft.com/office/drawing/2014/main" id="{68D21B90-79DC-4AA0-8D06-B6BE9D0F3F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99163" y="4205288"/>
              <a:ext cx="1524000" cy="230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900"/>
                <a:t>Output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F1ECB2F-80B1-4282-AD20-0F55C44758CE}"/>
              </a:ext>
            </a:extLst>
          </p:cNvPr>
          <p:cNvGrpSpPr/>
          <p:nvPr/>
        </p:nvGrpSpPr>
        <p:grpSpPr>
          <a:xfrm>
            <a:off x="8682037" y="3886704"/>
            <a:ext cx="3509963" cy="2347912"/>
            <a:chOff x="6934200" y="3748088"/>
            <a:chExt cx="3509963" cy="2347912"/>
          </a:xfrm>
        </p:grpSpPr>
        <p:sp>
          <p:nvSpPr>
            <p:cNvPr id="31" name="Text Box 38">
              <a:extLst>
                <a:ext uri="{FF2B5EF4-FFF2-40B4-BE49-F238E27FC236}">
                  <a16:creationId xmlns:a16="http://schemas.microsoft.com/office/drawing/2014/main" id="{BE8C45FB-1FFF-425E-9859-F98FDD738F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2325" y="3748088"/>
              <a:ext cx="2001838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 dirty="0">
                  <a:solidFill>
                    <a:schemeClr val="hlink"/>
                  </a:solidFill>
                </a:rPr>
                <a:t>divot on pin-1 end</a:t>
              </a:r>
            </a:p>
          </p:txBody>
        </p:sp>
        <p:grpSp>
          <p:nvGrpSpPr>
            <p:cNvPr id="32" name="Group 45">
              <a:extLst>
                <a:ext uri="{FF2B5EF4-FFF2-40B4-BE49-F238E27FC236}">
                  <a16:creationId xmlns:a16="http://schemas.microsoft.com/office/drawing/2014/main" id="{E7897DB7-DD9D-413E-B62A-FB9D7AA9B1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34200" y="4279900"/>
              <a:ext cx="2476500" cy="1816100"/>
              <a:chOff x="3696" y="2112"/>
              <a:chExt cx="1560" cy="1144"/>
            </a:xfrm>
          </p:grpSpPr>
          <p:pic>
            <p:nvPicPr>
              <p:cNvPr id="34" name="Picture 40">
                <a:extLst>
                  <a:ext uri="{FF2B5EF4-FFF2-40B4-BE49-F238E27FC236}">
                    <a16:creationId xmlns:a16="http://schemas.microsoft.com/office/drawing/2014/main" id="{56485EB4-C03C-47E4-A28D-3A832DD5B86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96" y="2112"/>
                <a:ext cx="1560" cy="1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" name="Freeform 41">
                <a:extLst>
                  <a:ext uri="{FF2B5EF4-FFF2-40B4-BE49-F238E27FC236}">
                    <a16:creationId xmlns:a16="http://schemas.microsoft.com/office/drawing/2014/main" id="{0716382E-2A05-4C9A-8C8E-72EE6197B9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7" y="2568"/>
                <a:ext cx="288" cy="75"/>
              </a:xfrm>
              <a:custGeom>
                <a:avLst/>
                <a:gdLst>
                  <a:gd name="T0" fmla="*/ 0 w 288"/>
                  <a:gd name="T1" fmla="*/ 75 h 96"/>
                  <a:gd name="T2" fmla="*/ 0 w 288"/>
                  <a:gd name="T3" fmla="*/ 0 h 96"/>
                  <a:gd name="T4" fmla="*/ 288 w 288"/>
                  <a:gd name="T5" fmla="*/ 0 h 96"/>
                  <a:gd name="T6" fmla="*/ 0 60000 65536"/>
                  <a:gd name="T7" fmla="*/ 0 60000 65536"/>
                  <a:gd name="T8" fmla="*/ 0 60000 65536"/>
                  <a:gd name="T9" fmla="*/ 0 w 288"/>
                  <a:gd name="T10" fmla="*/ 0 h 96"/>
                  <a:gd name="T11" fmla="*/ 288 w 288"/>
                  <a:gd name="T12" fmla="*/ 96 h 9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8" h="96">
                    <a:moveTo>
                      <a:pt x="0" y="96"/>
                    </a:moveTo>
                    <a:lnTo>
                      <a:pt x="0" y="0"/>
                    </a:lnTo>
                    <a:lnTo>
                      <a:pt x="288" y="0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6" name="Freeform 43">
                <a:extLst>
                  <a:ext uri="{FF2B5EF4-FFF2-40B4-BE49-F238E27FC236}">
                    <a16:creationId xmlns:a16="http://schemas.microsoft.com/office/drawing/2014/main" id="{B475CD8F-DDA0-4518-99F2-9E0FABC0A3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6" y="2758"/>
                <a:ext cx="363" cy="340"/>
              </a:xfrm>
              <a:custGeom>
                <a:avLst/>
                <a:gdLst>
                  <a:gd name="T0" fmla="*/ 363 w 384"/>
                  <a:gd name="T1" fmla="*/ 0 h 384"/>
                  <a:gd name="T2" fmla="*/ 363 w 384"/>
                  <a:gd name="T3" fmla="*/ 340 h 384"/>
                  <a:gd name="T4" fmla="*/ 0 w 384"/>
                  <a:gd name="T5" fmla="*/ 340 h 384"/>
                  <a:gd name="T6" fmla="*/ 0 60000 65536"/>
                  <a:gd name="T7" fmla="*/ 0 60000 65536"/>
                  <a:gd name="T8" fmla="*/ 0 60000 65536"/>
                  <a:gd name="T9" fmla="*/ 0 w 384"/>
                  <a:gd name="T10" fmla="*/ 0 h 384"/>
                  <a:gd name="T11" fmla="*/ 384 w 384"/>
                  <a:gd name="T12" fmla="*/ 384 h 3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4" h="384">
                    <a:moveTo>
                      <a:pt x="384" y="0"/>
                    </a:moveTo>
                    <a:lnTo>
                      <a:pt x="384" y="384"/>
                    </a:lnTo>
                    <a:lnTo>
                      <a:pt x="0" y="384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33" name="Line 51">
              <a:extLst>
                <a:ext uri="{FF2B5EF4-FFF2-40B4-BE49-F238E27FC236}">
                  <a16:creationId xmlns:a16="http://schemas.microsoft.com/office/drawing/2014/main" id="{FB990EF1-F891-4AFB-B31D-A15D23A992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29600" y="4114800"/>
              <a:ext cx="304800" cy="30480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E7A84BE-7C9F-4592-A92B-F586941D6EF0}"/>
                  </a:ext>
                </a:extLst>
              </p14:cNvPr>
              <p14:cNvContentPartPr/>
              <p14:nvPr/>
            </p14:nvContentPartPr>
            <p14:xfrm>
              <a:off x="2383200" y="4095000"/>
              <a:ext cx="9174240" cy="21798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E7A84BE-7C9F-4592-A92B-F586941D6EF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73840" y="4085640"/>
                <a:ext cx="9192960" cy="21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83C2830-F22B-4AA0-8FE4-8B84FD66C4E5}"/>
                  </a:ext>
                </a:extLst>
              </p14:cNvPr>
              <p14:cNvContentPartPr/>
              <p14:nvPr/>
            </p14:nvContentPartPr>
            <p14:xfrm>
              <a:off x="1391835" y="3630202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83C2830-F22B-4AA0-8FE4-8B84FD66C4E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73835" y="361220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7E4CE2E-4CAE-4C39-AF9B-D419DCE66F3C}"/>
                  </a:ext>
                </a:extLst>
              </p14:cNvPr>
              <p14:cNvContentPartPr/>
              <p14:nvPr/>
            </p14:nvContentPartPr>
            <p14:xfrm>
              <a:off x="1609995" y="4175962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7E4CE2E-4CAE-4C39-AF9B-D419DCE66F3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91995" y="4157962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Date Placeholder 28">
            <a:extLst>
              <a:ext uri="{FF2B5EF4-FFF2-40B4-BE49-F238E27FC236}">
                <a16:creationId xmlns:a16="http://schemas.microsoft.com/office/drawing/2014/main" id="{8395A6E3-65D6-4AF1-9A8F-8B101786F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68CB7-554E-4E60-80AE-9AFEFDE9F31A}" type="datetime1">
              <a:rPr lang="en-US" smtClean="0"/>
              <a:t>3/3/2022</a:t>
            </a:fld>
            <a:endParaRPr lang="en-IN"/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7EC2B31E-4097-4590-AD4D-F07F41B1A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33846-985E-4ABB-A9F4-6491F7BDDDD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637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DF0D64-8413-464B-99ED-FC86E673A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9664" y="388958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b="1" dirty="0">
                <a:solidFill>
                  <a:schemeClr val="tx2"/>
                </a:solidFill>
              </a:rPr>
              <a:t>Basic Block Diagram of Op-Amp</a:t>
            </a: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14100390-615A-4B87-983B-C25BB5EEB2F2}"/>
              </a:ext>
            </a:extLst>
          </p:cNvPr>
          <p:cNvSpPr txBox="1">
            <a:spLocks noChangeArrowheads="1"/>
          </p:cNvSpPr>
          <p:nvPr/>
        </p:nvSpPr>
        <p:spPr>
          <a:xfrm>
            <a:off x="2409936" y="700108"/>
            <a:ext cx="7772400" cy="8382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br>
              <a:rPr lang="en-US" altLang="en-US" sz="2800" dirty="0"/>
            </a:br>
            <a:endParaRPr lang="en-US" altLang="en-US" sz="2800" dirty="0"/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51306726-31C5-4E9E-A0BF-8D7781435938}"/>
              </a:ext>
            </a:extLst>
          </p:cNvPr>
          <p:cNvSpPr txBox="1">
            <a:spLocks noChangeArrowheads="1"/>
          </p:cNvSpPr>
          <p:nvPr/>
        </p:nvSpPr>
        <p:spPr>
          <a:xfrm>
            <a:off x="2371835" y="1531958"/>
            <a:ext cx="9097675" cy="2057400"/>
          </a:xfrm>
          <a:prstGeom prst="rect">
            <a:avLst/>
          </a:prstGeom>
        </p:spPr>
        <p:txBody>
          <a:bodyPr vert="horz" lIns="91440" tIns="45720" rIns="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lnSpc>
                <a:spcPct val="80000"/>
              </a:lnSpc>
            </a:pPr>
            <a:endParaRPr lang="en-US" altLang="en-US" dirty="0">
              <a:solidFill>
                <a:schemeClr val="tx1"/>
              </a:solidFill>
            </a:endParaRPr>
          </a:p>
          <a:p>
            <a:pPr marL="609600" indent="-609600">
              <a:lnSpc>
                <a:spcPct val="80000"/>
              </a:lnSpc>
              <a:defRPr/>
            </a:pPr>
            <a:r>
              <a:rPr lang="en-US" altLang="en-US" sz="1900" dirty="0">
                <a:solidFill>
                  <a:schemeClr val="tx1"/>
                </a:solidFill>
              </a:rPr>
              <a:t>An Op-Amp can be conveniently divided in to four main blocks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  <a:defRPr/>
            </a:pPr>
            <a:endParaRPr lang="en-US" altLang="en-US" sz="1900" dirty="0">
              <a:solidFill>
                <a:schemeClr val="tx1"/>
              </a:solidFill>
            </a:endParaRPr>
          </a:p>
          <a:p>
            <a:pPr marL="609600" indent="-609600">
              <a:lnSpc>
                <a:spcPct val="80000"/>
              </a:lnSpc>
              <a:buFontTx/>
              <a:buAutoNum type="arabicPeriod"/>
              <a:defRPr/>
            </a:pPr>
            <a:r>
              <a:rPr lang="en-US" altLang="en-US" sz="1900" dirty="0">
                <a:solidFill>
                  <a:schemeClr val="tx1"/>
                </a:solidFill>
              </a:rPr>
              <a:t>An Input Stage or Input Diff. Amp.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  <a:defRPr/>
            </a:pPr>
            <a:r>
              <a:rPr lang="en-US" altLang="en-US" sz="1900" dirty="0">
                <a:solidFill>
                  <a:schemeClr val="tx1"/>
                </a:solidFill>
              </a:rPr>
              <a:t>The Gain Stage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  <a:defRPr/>
            </a:pPr>
            <a:r>
              <a:rPr lang="en-US" altLang="en-US" sz="1900" dirty="0">
                <a:solidFill>
                  <a:schemeClr val="tx1"/>
                </a:solidFill>
              </a:rPr>
              <a:t>The Level Translator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  <a:defRPr/>
            </a:pPr>
            <a:r>
              <a:rPr lang="en-US" altLang="en-US" sz="1900" dirty="0">
                <a:solidFill>
                  <a:schemeClr val="tx1"/>
                </a:solidFill>
              </a:rPr>
              <a:t>An Out put Stage</a:t>
            </a:r>
          </a:p>
          <a:p>
            <a:pPr marL="609600" indent="-609600">
              <a:lnSpc>
                <a:spcPct val="80000"/>
              </a:lnSpc>
            </a:pPr>
            <a:endParaRPr lang="en-US" altLang="en-US" dirty="0">
              <a:solidFill>
                <a:schemeClr val="tx1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2EDD328-8132-42FB-83BF-FF1107546764}"/>
              </a:ext>
            </a:extLst>
          </p:cNvPr>
          <p:cNvGrpSpPr/>
          <p:nvPr/>
        </p:nvGrpSpPr>
        <p:grpSpPr>
          <a:xfrm>
            <a:off x="2920172" y="4253401"/>
            <a:ext cx="8001000" cy="2209800"/>
            <a:chOff x="152400" y="3352800"/>
            <a:chExt cx="8001000" cy="2209800"/>
          </a:xfrm>
        </p:grpSpPr>
        <p:sp>
          <p:nvSpPr>
            <p:cNvPr id="32" name="Arc 39">
              <a:extLst>
                <a:ext uri="{FF2B5EF4-FFF2-40B4-BE49-F238E27FC236}">
                  <a16:creationId xmlns:a16="http://schemas.microsoft.com/office/drawing/2014/main" id="{C5ABA408-22C8-416D-A339-8FBE69D918F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856163" y="4419600"/>
              <a:ext cx="1425575" cy="1143000"/>
            </a:xfrm>
            <a:custGeom>
              <a:avLst/>
              <a:gdLst>
                <a:gd name="T0" fmla="*/ 0 w 35701"/>
                <a:gd name="T1" fmla="*/ 52186834 h 21600"/>
                <a:gd name="T2" fmla="*/ 56924565 w 35701"/>
                <a:gd name="T3" fmla="*/ 15165759 h 21600"/>
                <a:gd name="T4" fmla="*/ 34115525 w 35701"/>
                <a:gd name="T5" fmla="*/ 60483755 h 21600"/>
                <a:gd name="T6" fmla="*/ 0 60000 65536"/>
                <a:gd name="T7" fmla="*/ 0 60000 65536"/>
                <a:gd name="T8" fmla="*/ 0 60000 65536"/>
                <a:gd name="T9" fmla="*/ 0 w 35701"/>
                <a:gd name="T10" fmla="*/ 0 h 21600"/>
                <a:gd name="T11" fmla="*/ 35701 w 3570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701" h="21600" fill="none" extrusionOk="0">
                  <a:moveTo>
                    <a:pt x="0" y="18637"/>
                  </a:moveTo>
                  <a:cubicBezTo>
                    <a:pt x="1479" y="7954"/>
                    <a:pt x="10611" y="-1"/>
                    <a:pt x="21396" y="0"/>
                  </a:cubicBezTo>
                  <a:cubicBezTo>
                    <a:pt x="26665" y="0"/>
                    <a:pt x="31752" y="1926"/>
                    <a:pt x="35701" y="5415"/>
                  </a:cubicBezTo>
                </a:path>
                <a:path w="35701" h="21600" stroke="0" extrusionOk="0">
                  <a:moveTo>
                    <a:pt x="0" y="18637"/>
                  </a:moveTo>
                  <a:cubicBezTo>
                    <a:pt x="1479" y="7954"/>
                    <a:pt x="10611" y="-1"/>
                    <a:pt x="21396" y="0"/>
                  </a:cubicBezTo>
                  <a:cubicBezTo>
                    <a:pt x="26665" y="0"/>
                    <a:pt x="31752" y="1926"/>
                    <a:pt x="35701" y="5415"/>
                  </a:cubicBezTo>
                  <a:lnTo>
                    <a:pt x="21396" y="21600"/>
                  </a:lnTo>
                  <a:lnTo>
                    <a:pt x="0" y="18637"/>
                  </a:lnTo>
                  <a:close/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" name="Rectangle 7">
              <a:extLst>
                <a:ext uri="{FF2B5EF4-FFF2-40B4-BE49-F238E27FC236}">
                  <a16:creationId xmlns:a16="http://schemas.microsoft.com/office/drawing/2014/main" id="{FDBC09B4-5FE5-4624-870D-24F77B7A1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1600" y="3429000"/>
              <a:ext cx="1295400" cy="9144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IN" altLang="en-US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F80DFBDF-7CCB-4361-A3FA-05A3435D2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3429000"/>
              <a:ext cx="1371600" cy="9144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IN" altLang="en-US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3EE9F4E2-38A8-4BB1-842D-04DE89687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3429000"/>
              <a:ext cx="1295400" cy="9144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IN" altLang="en-US"/>
            </a:p>
          </p:txBody>
        </p:sp>
        <p:sp>
          <p:nvSpPr>
            <p:cNvPr id="36" name="Rectangle 10">
              <a:extLst>
                <a:ext uri="{FF2B5EF4-FFF2-40B4-BE49-F238E27FC236}">
                  <a16:creationId xmlns:a16="http://schemas.microsoft.com/office/drawing/2014/main" id="{F0A68D88-2D38-4CEE-931E-E1CE51EC8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8400" y="3429000"/>
              <a:ext cx="1219200" cy="9144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IN" altLang="en-US"/>
            </a:p>
          </p:txBody>
        </p:sp>
        <p:sp>
          <p:nvSpPr>
            <p:cNvPr id="37" name="Line 11">
              <a:extLst>
                <a:ext uri="{FF2B5EF4-FFF2-40B4-BE49-F238E27FC236}">
                  <a16:creationId xmlns:a16="http://schemas.microsoft.com/office/drawing/2014/main" id="{0763E22D-9E9B-4710-9E06-075F163DA7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600" y="35814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Line 12">
              <a:extLst>
                <a:ext uri="{FF2B5EF4-FFF2-40B4-BE49-F238E27FC236}">
                  <a16:creationId xmlns:a16="http://schemas.microsoft.com/office/drawing/2014/main" id="{51F46FFB-37E8-4C3F-A442-9E1E7BF8F1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600" y="41148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Line 13">
              <a:extLst>
                <a:ext uri="{FF2B5EF4-FFF2-40B4-BE49-F238E27FC236}">
                  <a16:creationId xmlns:a16="http://schemas.microsoft.com/office/drawing/2014/main" id="{E51B5007-12FB-4378-AE79-B1793F950D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7000" y="3886200"/>
              <a:ext cx="304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Line 14">
              <a:extLst>
                <a:ext uri="{FF2B5EF4-FFF2-40B4-BE49-F238E27FC236}">
                  <a16:creationId xmlns:a16="http://schemas.microsoft.com/office/drawing/2014/main" id="{EF675CD9-90A9-4C93-B09B-BE8B4D249B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400" y="3886200"/>
              <a:ext cx="304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Line 15">
              <a:extLst>
                <a:ext uri="{FF2B5EF4-FFF2-40B4-BE49-F238E27FC236}">
                  <a16:creationId xmlns:a16="http://schemas.microsoft.com/office/drawing/2014/main" id="{FFA7A880-2F13-4E5F-A7B3-424EC72A89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3600" y="3886200"/>
              <a:ext cx="304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Line 16">
              <a:extLst>
                <a:ext uri="{FF2B5EF4-FFF2-40B4-BE49-F238E27FC236}">
                  <a16:creationId xmlns:a16="http://schemas.microsoft.com/office/drawing/2014/main" id="{9AC3E332-36B8-4FCD-A257-D9BD3EA915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67600" y="3886200"/>
              <a:ext cx="304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 Box 17">
              <a:extLst>
                <a:ext uri="{FF2B5EF4-FFF2-40B4-BE49-F238E27FC236}">
                  <a16:creationId xmlns:a16="http://schemas.microsoft.com/office/drawing/2014/main" id="{352BA7AF-0B44-4C08-A1D1-03B70E9C3F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7800" y="3608388"/>
              <a:ext cx="1143000" cy="506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en-US" sz="1600" b="1"/>
                <a:t>Input Stage</a:t>
              </a:r>
            </a:p>
            <a:p>
              <a:pPr algn="ctr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en-US" sz="1600" b="1"/>
                <a:t>(Diff. Amp.)</a:t>
              </a:r>
            </a:p>
          </p:txBody>
        </p:sp>
        <p:sp>
          <p:nvSpPr>
            <p:cNvPr id="44" name="Text Box 18">
              <a:extLst>
                <a:ext uri="{FF2B5EF4-FFF2-40B4-BE49-F238E27FC236}">
                  <a16:creationId xmlns:a16="http://schemas.microsoft.com/office/drawing/2014/main" id="{A75B6783-8B90-467F-B4A3-D1A0FC6CFE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0" y="3581400"/>
              <a:ext cx="1143000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600" b="1"/>
                <a:t>Gain Stage (C E Amp.)</a:t>
              </a:r>
            </a:p>
          </p:txBody>
        </p:sp>
        <p:sp>
          <p:nvSpPr>
            <p:cNvPr id="45" name="Text Box 19">
              <a:extLst>
                <a:ext uri="{FF2B5EF4-FFF2-40B4-BE49-F238E27FC236}">
                  <a16:creationId xmlns:a16="http://schemas.microsoft.com/office/drawing/2014/main" id="{B19DC8AE-0801-4C21-9FD2-7C3B773B88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800" y="3505200"/>
              <a:ext cx="914400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600" b="1"/>
                <a:t>Level Shifter</a:t>
              </a:r>
            </a:p>
          </p:txBody>
        </p:sp>
        <p:sp>
          <p:nvSpPr>
            <p:cNvPr id="46" name="Text Box 33">
              <a:extLst>
                <a:ext uri="{FF2B5EF4-FFF2-40B4-BE49-F238E27FC236}">
                  <a16:creationId xmlns:a16="http://schemas.microsoft.com/office/drawing/2014/main" id="{DEB1C1D1-684F-4737-A687-B813860621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600" y="3429000"/>
              <a:ext cx="1066800" cy="825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600" b="1"/>
                <a:t>Out put Stage (Buffer)</a:t>
              </a:r>
            </a:p>
          </p:txBody>
        </p:sp>
        <p:sp>
          <p:nvSpPr>
            <p:cNvPr id="47" name="Text Box 34">
              <a:extLst>
                <a:ext uri="{FF2B5EF4-FFF2-40B4-BE49-F238E27FC236}">
                  <a16:creationId xmlns:a16="http://schemas.microsoft.com/office/drawing/2014/main" id="{8E6CE17F-5B54-4766-9612-6C73A66C2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3352800"/>
              <a:ext cx="457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/>
                <a:t>V</a:t>
              </a:r>
              <a:r>
                <a:rPr lang="en-US" altLang="en-US" baseline="-25000"/>
                <a:t>1</a:t>
              </a:r>
            </a:p>
          </p:txBody>
        </p:sp>
        <p:sp>
          <p:nvSpPr>
            <p:cNvPr id="48" name="Text Box 35">
              <a:extLst>
                <a:ext uri="{FF2B5EF4-FFF2-40B4-BE49-F238E27FC236}">
                  <a16:creationId xmlns:a16="http://schemas.microsoft.com/office/drawing/2014/main" id="{2CFCA244-0481-4720-A20C-44D9A75720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3962400"/>
              <a:ext cx="3810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/>
                <a:t>V</a:t>
              </a:r>
              <a:r>
                <a:rPr lang="en-US" altLang="en-US" baseline="-25000"/>
                <a:t>2</a:t>
              </a:r>
            </a:p>
          </p:txBody>
        </p:sp>
        <p:sp>
          <p:nvSpPr>
            <p:cNvPr id="49" name="Text Box 36">
              <a:extLst>
                <a:ext uri="{FF2B5EF4-FFF2-40B4-BE49-F238E27FC236}">
                  <a16:creationId xmlns:a16="http://schemas.microsoft.com/office/drawing/2014/main" id="{9BE43325-4AA2-46AD-972B-242498FAFC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3657600"/>
              <a:ext cx="3810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/>
                <a:t>V</a:t>
              </a:r>
              <a:r>
                <a:rPr lang="en-US" altLang="en-US" baseline="-25000"/>
                <a:t>O</a:t>
              </a:r>
            </a:p>
          </p:txBody>
        </p:sp>
        <p:sp>
          <p:nvSpPr>
            <p:cNvPr id="50" name="Rectangle 38">
              <a:extLst>
                <a:ext uri="{FF2B5EF4-FFF2-40B4-BE49-F238E27FC236}">
                  <a16:creationId xmlns:a16="http://schemas.microsoft.com/office/drawing/2014/main" id="{1D47005A-EA7D-460F-B342-B7B81B720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" y="3352800"/>
              <a:ext cx="6477000" cy="1174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IN" altLang="en-US"/>
            </a:p>
          </p:txBody>
        </p:sp>
        <p:sp>
          <p:nvSpPr>
            <p:cNvPr id="51" name="Text Box 40">
              <a:extLst>
                <a:ext uri="{FF2B5EF4-FFF2-40B4-BE49-F238E27FC236}">
                  <a16:creationId xmlns:a16="http://schemas.microsoft.com/office/drawing/2014/main" id="{C3682D7B-1995-4D51-8AB0-EBCCE00B9B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4953000"/>
              <a:ext cx="14478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/>
                <a:t>Op-Amp IC</a:t>
              </a:r>
            </a:p>
          </p:txBody>
        </p:sp>
        <p:sp>
          <p:nvSpPr>
            <p:cNvPr id="52" name="Text Box 41">
              <a:extLst>
                <a:ext uri="{FF2B5EF4-FFF2-40B4-BE49-F238E27FC236}">
                  <a16:creationId xmlns:a16="http://schemas.microsoft.com/office/drawing/2014/main" id="{D00FF29C-D20A-4393-B447-40E68A64B8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" y="36576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/>
                <a:t>I/P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839C16-8555-463B-B6C3-F777887C5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D6B3-9C96-4D02-B1D6-821F505C7EC1}" type="datetime1">
              <a:rPr lang="en-US" smtClean="0"/>
              <a:t>3/3/2022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55D179-F826-4519-95E5-42529CDC3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33846-985E-4ABB-A9F4-6491F7BDDDD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442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DF0D64-8413-464B-99ED-FC86E673A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9664" y="388958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b="1" dirty="0">
                <a:solidFill>
                  <a:schemeClr val="tx2"/>
                </a:solidFill>
              </a:rPr>
              <a:t>Basic Block Diagram of Op-Amp</a:t>
            </a: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14100390-615A-4B87-983B-C25BB5EEB2F2}"/>
              </a:ext>
            </a:extLst>
          </p:cNvPr>
          <p:cNvSpPr txBox="1">
            <a:spLocks noChangeArrowheads="1"/>
          </p:cNvSpPr>
          <p:nvPr/>
        </p:nvSpPr>
        <p:spPr>
          <a:xfrm>
            <a:off x="2409936" y="700108"/>
            <a:ext cx="7772400" cy="8382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br>
              <a:rPr lang="en-US" altLang="en-US" sz="2800" dirty="0"/>
            </a:br>
            <a:endParaRPr lang="en-US" altLang="en-US" sz="2800" dirty="0"/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AB640C74-79FD-4F54-B0A0-D6D26B32A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0975" y="1468655"/>
            <a:ext cx="8370182" cy="1878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lnSpc>
                <a:spcPct val="126000"/>
              </a:lnSpc>
              <a:spcAft>
                <a:spcPts val="300"/>
              </a:spcAft>
              <a:buClr>
                <a:srgbClr val="9B2D1F"/>
              </a:buClr>
              <a:buSzPts val="2100"/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+mn-lt"/>
                <a:ea typeface="+mn-ea"/>
              </a:rPr>
              <a:t>A Differential Amplifier </a:t>
            </a:r>
            <a:r>
              <a:rPr lang="en-US" altLang="en-US" sz="1800" dirty="0" err="1">
                <a:latin typeface="+mn-lt"/>
                <a:ea typeface="+mn-ea"/>
              </a:rPr>
              <a:t>i.e</a:t>
            </a:r>
            <a:r>
              <a:rPr lang="en-US" altLang="en-US" sz="1800" dirty="0">
                <a:latin typeface="+mn-lt"/>
                <a:ea typeface="+mn-ea"/>
              </a:rPr>
              <a:t>, it is the input stage for the op-amp. It provides the amplification of the difference voltage b/w the two inputs.</a:t>
            </a:r>
          </a:p>
          <a:p>
            <a:pPr algn="just" eaLnBrk="1" hangingPunct="1">
              <a:lnSpc>
                <a:spcPct val="126000"/>
              </a:lnSpc>
              <a:spcAft>
                <a:spcPts val="300"/>
              </a:spcAft>
              <a:buClr>
                <a:srgbClr val="9B2D1F"/>
              </a:buClr>
              <a:buSzPts val="2100"/>
              <a:buFont typeface="Arial" panose="020B0604020202020204" pitchFamily="34" charset="0"/>
              <a:buChar char="•"/>
            </a:pPr>
            <a:endParaRPr lang="en-US" altLang="en-US" sz="1800" dirty="0">
              <a:latin typeface="+mn-lt"/>
              <a:ea typeface="+mn-ea"/>
            </a:endParaRPr>
          </a:p>
          <a:p>
            <a:pPr algn="just" eaLnBrk="1" hangingPunct="1">
              <a:lnSpc>
                <a:spcPct val="126000"/>
              </a:lnSpc>
              <a:spcAft>
                <a:spcPts val="175"/>
              </a:spcAft>
              <a:buClr>
                <a:srgbClr val="9B2D1F"/>
              </a:buClr>
              <a:buSzPts val="2100"/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+mn-lt"/>
                <a:ea typeface="+mn-ea"/>
              </a:rPr>
              <a:t>A Voltage Amplifier(s) </a:t>
            </a:r>
            <a:r>
              <a:rPr lang="en-US" altLang="en-US" sz="1800" dirty="0" err="1">
                <a:latin typeface="+mn-lt"/>
                <a:ea typeface="+mn-ea"/>
              </a:rPr>
              <a:t>i.e</a:t>
            </a:r>
            <a:r>
              <a:rPr lang="en-US" altLang="en-US" sz="1800" dirty="0">
                <a:latin typeface="+mn-lt"/>
                <a:ea typeface="+mn-ea"/>
              </a:rPr>
              <a:t>, it is the second stage of op-amp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5DB313-DFAB-4C69-A312-0C5D8FEFA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C572E-99BA-4861-8A86-9AE785D82DE3}" type="datetime1">
              <a:rPr lang="en-US" smtClean="0"/>
              <a:t>3/3/2022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929574-1F22-47EA-AD55-3EE732391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33846-985E-4ABB-A9F4-6491F7BDDDD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593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DF0D64-8413-464B-99ED-FC86E673A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9664" y="388958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b="1" dirty="0">
                <a:solidFill>
                  <a:schemeClr val="tx2"/>
                </a:solidFill>
              </a:rPr>
              <a:t>Basic Block Diagram of Op-Amp</a:t>
            </a: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14100390-615A-4B87-983B-C25BB5EEB2F2}"/>
              </a:ext>
            </a:extLst>
          </p:cNvPr>
          <p:cNvSpPr txBox="1">
            <a:spLocks noChangeArrowheads="1"/>
          </p:cNvSpPr>
          <p:nvPr/>
        </p:nvSpPr>
        <p:spPr>
          <a:xfrm>
            <a:off x="2409936" y="700108"/>
            <a:ext cx="7772400" cy="8382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br>
              <a:rPr lang="en-US" altLang="en-US" sz="2800" dirty="0"/>
            </a:br>
            <a:endParaRPr lang="en-US" altLang="en-US" sz="28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F5F7F58-3165-43DA-B01C-E7053E38EF24}"/>
              </a:ext>
            </a:extLst>
          </p:cNvPr>
          <p:cNvSpPr txBox="1">
            <a:spLocks noChangeArrowheads="1"/>
          </p:cNvSpPr>
          <p:nvPr/>
        </p:nvSpPr>
        <p:spPr>
          <a:xfrm>
            <a:off x="2810208" y="1439842"/>
            <a:ext cx="7772400" cy="502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The internal op-amp formula is:</a:t>
            </a:r>
          </a:p>
          <a:p>
            <a:pPr lvl="1">
              <a:buFontTx/>
              <a:buNone/>
            </a:pPr>
            <a:r>
              <a:rPr lang="en-US" altLang="en-US" dirty="0"/>
              <a:t>			</a:t>
            </a:r>
            <a:r>
              <a:rPr lang="en-US" altLang="en-US" dirty="0" err="1">
                <a:solidFill>
                  <a:schemeClr val="tx2"/>
                </a:solidFill>
              </a:rPr>
              <a:t>V</a:t>
            </a:r>
            <a:r>
              <a:rPr lang="en-US" altLang="en-US" baseline="-25000" dirty="0" err="1">
                <a:solidFill>
                  <a:schemeClr val="tx2"/>
                </a:solidFill>
              </a:rPr>
              <a:t>out</a:t>
            </a:r>
            <a:r>
              <a:rPr lang="en-US" altLang="en-US" dirty="0"/>
              <a:t> = </a:t>
            </a:r>
            <a:r>
              <a:rPr lang="en-US" altLang="en-US" dirty="0">
                <a:solidFill>
                  <a:schemeClr val="folHlink"/>
                </a:solidFill>
              </a:rPr>
              <a:t>gain</a:t>
            </a:r>
            <a:r>
              <a:rPr lang="en-US" altLang="en-US" dirty="0">
                <a:sym typeface="Symbol" panose="05050102010706020507" pitchFamily="18" charset="2"/>
              </a:rPr>
              <a:t>(</a:t>
            </a:r>
            <a:r>
              <a:rPr lang="en-US" altLang="en-US" dirty="0">
                <a:solidFill>
                  <a:schemeClr val="accent2"/>
                </a:solidFill>
                <a:sym typeface="Symbol" panose="05050102010706020507" pitchFamily="18" charset="2"/>
              </a:rPr>
              <a:t>V</a:t>
            </a:r>
            <a:r>
              <a:rPr lang="en-US" altLang="en-US" baseline="-25000" dirty="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en-US" dirty="0">
                <a:sym typeface="Symbol" panose="05050102010706020507" pitchFamily="18" charset="2"/>
              </a:rPr>
              <a:t>  </a:t>
            </a:r>
            <a:r>
              <a:rPr lang="en-US" altLang="en-US" dirty="0">
                <a:solidFill>
                  <a:schemeClr val="hlink"/>
                </a:solidFill>
                <a:sym typeface="Symbol" panose="05050102010706020507" pitchFamily="18" charset="2"/>
              </a:rPr>
              <a:t>V</a:t>
            </a:r>
            <a:r>
              <a:rPr lang="en-US" altLang="en-US" baseline="-25000" dirty="0">
                <a:solidFill>
                  <a:schemeClr val="hlink"/>
                </a:solidFill>
                <a:sym typeface="Symbol" panose="05050102010706020507" pitchFamily="18" charset="2"/>
              </a:rPr>
              <a:t>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endParaRPr lang="en-US" altLang="en-US" dirty="0"/>
          </a:p>
          <a:p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So if </a:t>
            </a:r>
            <a:r>
              <a:rPr lang="en-US" altLang="en-US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r>
              <a:rPr lang="en-US" altLang="en-US" baseline="-25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is greater than </a:t>
            </a:r>
            <a:r>
              <a:rPr lang="en-US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r>
              <a:rPr lang="en-US" altLang="en-US" baseline="-250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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, the output goes positive</a:t>
            </a:r>
          </a:p>
          <a:p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If </a:t>
            </a:r>
            <a:r>
              <a:rPr lang="en-US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V</a:t>
            </a:r>
            <a:r>
              <a:rPr lang="en-US" altLang="en-US" baseline="-250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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 is greater than </a:t>
            </a:r>
            <a:r>
              <a:rPr lang="en-US" altLang="en-US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V</a:t>
            </a:r>
            <a:r>
              <a:rPr lang="en-US" altLang="en-US" baseline="-25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+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, the output goes negative</a:t>
            </a:r>
          </a:p>
          <a:p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sym typeface="Symbol" panose="05050102010706020507" pitchFamily="18" charset="2"/>
            </a:endParaRPr>
          </a:p>
          <a:p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sym typeface="Symbol" panose="05050102010706020507" pitchFamily="18" charset="2"/>
            </a:endParaRPr>
          </a:p>
          <a:p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sym typeface="Symbol" panose="05050102010706020507" pitchFamily="18" charset="2"/>
            </a:endParaRPr>
          </a:p>
          <a:p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sym typeface="Symbol" panose="05050102010706020507" pitchFamily="18" charset="2"/>
            </a:endParaRPr>
          </a:p>
          <a:p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sym typeface="Symbol" panose="05050102010706020507" pitchFamily="18" charset="2"/>
            </a:endParaRPr>
          </a:p>
          <a:p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A </a:t>
            </a:r>
            <a:r>
              <a:rPr lang="en-US" altLang="en-US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gain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 of 200,000 makes this device (as illustrated here) practically useless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53C19E0-C538-4613-9895-7EA16738E9B9}"/>
              </a:ext>
            </a:extLst>
          </p:cNvPr>
          <p:cNvGrpSpPr/>
          <p:nvPr/>
        </p:nvGrpSpPr>
        <p:grpSpPr>
          <a:xfrm>
            <a:off x="4880328" y="3429000"/>
            <a:ext cx="3260725" cy="1219200"/>
            <a:chOff x="2927350" y="3352800"/>
            <a:chExt cx="3260725" cy="1219200"/>
          </a:xfrm>
        </p:grpSpPr>
        <p:grpSp>
          <p:nvGrpSpPr>
            <p:cNvPr id="7" name="Group 4">
              <a:extLst>
                <a:ext uri="{FF2B5EF4-FFF2-40B4-BE49-F238E27FC236}">
                  <a16:creationId xmlns:a16="http://schemas.microsoft.com/office/drawing/2014/main" id="{2459DCC1-C0FF-4E3D-A94B-994309A2CC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2800" y="3352800"/>
              <a:ext cx="2286000" cy="1219200"/>
              <a:chOff x="1056" y="2876"/>
              <a:chExt cx="1440" cy="768"/>
            </a:xfrm>
          </p:grpSpPr>
          <p:sp>
            <p:nvSpPr>
              <p:cNvPr id="11" name="AutoShape 5">
                <a:extLst>
                  <a:ext uri="{FF2B5EF4-FFF2-40B4-BE49-F238E27FC236}">
                    <a16:creationId xmlns:a16="http://schemas.microsoft.com/office/drawing/2014/main" id="{45EE0AE1-2A21-44A3-8C5B-27CB892DB9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1366" y="2900"/>
                <a:ext cx="768" cy="72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2" name="Text Box 6">
                <a:extLst>
                  <a:ext uri="{FF2B5EF4-FFF2-40B4-BE49-F238E27FC236}">
                    <a16:creationId xmlns:a16="http://schemas.microsoft.com/office/drawing/2014/main" id="{270D6911-74C1-41AE-A8D7-07B6BF1A5D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" y="2966"/>
                <a:ext cx="20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2000">
                    <a:solidFill>
                      <a:srgbClr val="000000"/>
                    </a:solidFill>
                    <a:sym typeface="Symbol" panose="05050102010706020507" pitchFamily="18" charset="2"/>
                  </a:rPr>
                  <a:t></a:t>
                </a:r>
                <a:endParaRPr lang="en-US" altLang="en-US" sz="2000"/>
              </a:p>
            </p:txBody>
          </p:sp>
          <p:sp>
            <p:nvSpPr>
              <p:cNvPr id="13" name="Text Box 7">
                <a:extLst>
                  <a:ext uri="{FF2B5EF4-FFF2-40B4-BE49-F238E27FC236}">
                    <a16:creationId xmlns:a16="http://schemas.microsoft.com/office/drawing/2014/main" id="{12CBE67F-5D0D-4D24-847C-EEE2B07174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" y="3264"/>
                <a:ext cx="20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2000">
                    <a:solidFill>
                      <a:srgbClr val="000000"/>
                    </a:solidFill>
                    <a:sym typeface="Symbol" panose="05050102010706020507" pitchFamily="18" charset="2"/>
                  </a:rPr>
                  <a:t>+</a:t>
                </a:r>
                <a:endParaRPr lang="en-US" altLang="en-US" sz="2000"/>
              </a:p>
            </p:txBody>
          </p:sp>
          <p:sp>
            <p:nvSpPr>
              <p:cNvPr id="14" name="Line 8">
                <a:extLst>
                  <a:ext uri="{FF2B5EF4-FFF2-40B4-BE49-F238E27FC236}">
                    <a16:creationId xmlns:a16="http://schemas.microsoft.com/office/drawing/2014/main" id="{0EA03088-DD88-4588-AF9D-E1D5F024B3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56" y="3408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5" name="Line 9">
                <a:extLst>
                  <a:ext uri="{FF2B5EF4-FFF2-40B4-BE49-F238E27FC236}">
                    <a16:creationId xmlns:a16="http://schemas.microsoft.com/office/drawing/2014/main" id="{8BB37184-8AB9-479B-9D0D-1326DA3BB8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56" y="3120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6" name="Line 10">
                <a:extLst>
                  <a:ext uri="{FF2B5EF4-FFF2-40B4-BE49-F238E27FC236}">
                    <a16:creationId xmlns:a16="http://schemas.microsoft.com/office/drawing/2014/main" id="{9C3AFE79-0382-4AA6-A7DE-FF18AE900E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3264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8" name="Text Box 11">
              <a:extLst>
                <a:ext uri="{FF2B5EF4-FFF2-40B4-BE49-F238E27FC236}">
                  <a16:creationId xmlns:a16="http://schemas.microsoft.com/office/drawing/2014/main" id="{0EDCF9B7-3442-48F6-97BA-D6B5E9717C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2113" y="3471863"/>
              <a:ext cx="420687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chemeClr val="hlink"/>
                  </a:solidFill>
                </a:rPr>
                <a:t>V</a:t>
              </a:r>
              <a:r>
                <a:rPr lang="en-US" altLang="en-US" sz="1800" baseline="-25000">
                  <a:solidFill>
                    <a:schemeClr val="hlink"/>
                  </a:solidFill>
                  <a:sym typeface="Symbol" panose="05050102010706020507" pitchFamily="18" charset="2"/>
                </a:rPr>
                <a:t></a:t>
              </a:r>
              <a:endParaRPr lang="en-US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9" name="Text Box 12">
              <a:extLst>
                <a:ext uri="{FF2B5EF4-FFF2-40B4-BE49-F238E27FC236}">
                  <a16:creationId xmlns:a16="http://schemas.microsoft.com/office/drawing/2014/main" id="{5DA0D215-E81A-4A59-AFBD-341E306783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7350" y="3976688"/>
              <a:ext cx="425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chemeClr val="accent2"/>
                  </a:solidFill>
                </a:rPr>
                <a:t>V</a:t>
              </a:r>
              <a:r>
                <a:rPr lang="en-US" altLang="en-US" sz="1800" baseline="-25000">
                  <a:solidFill>
                    <a:schemeClr val="accent2"/>
                  </a:solidFill>
                  <a:sym typeface="Symbol" panose="05050102010706020507" pitchFamily="18" charset="2"/>
                </a:rPr>
                <a:t>+</a:t>
              </a: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10" name="Text Box 13">
              <a:extLst>
                <a:ext uri="{FF2B5EF4-FFF2-40B4-BE49-F238E27FC236}">
                  <a16:creationId xmlns:a16="http://schemas.microsoft.com/office/drawing/2014/main" id="{82B177D7-83AE-42D9-BA05-4988FE08FF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0" y="3748088"/>
              <a:ext cx="549275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chemeClr val="tx2"/>
                  </a:solidFill>
                </a:rPr>
                <a:t>V</a:t>
              </a:r>
              <a:r>
                <a:rPr lang="en-US" altLang="en-US" sz="1800" baseline="-25000">
                  <a:solidFill>
                    <a:schemeClr val="tx2"/>
                  </a:solidFill>
                  <a:sym typeface="Symbol" panose="05050102010706020507" pitchFamily="18" charset="2"/>
                </a:rPr>
                <a:t>out</a:t>
              </a:r>
              <a:endParaRPr lang="en-US" altLang="en-US" sz="1800">
                <a:solidFill>
                  <a:schemeClr val="tx2"/>
                </a:solidFill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7B79EB5-E95D-44D9-9B18-77F8EA6121B3}"/>
                  </a:ext>
                </a:extLst>
              </p14:cNvPr>
              <p14:cNvContentPartPr/>
              <p14:nvPr/>
            </p14:nvContentPartPr>
            <p14:xfrm>
              <a:off x="4282200" y="2125800"/>
              <a:ext cx="931680" cy="101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7B79EB5-E95D-44D9-9B18-77F8EA6121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72840" y="2116440"/>
                <a:ext cx="95040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86C6954-7261-4B86-8A42-7962D7B17D3E}"/>
                  </a:ext>
                </a:extLst>
              </p14:cNvPr>
              <p14:cNvContentPartPr/>
              <p14:nvPr/>
            </p14:nvContentPartPr>
            <p14:xfrm>
              <a:off x="4316760" y="1798560"/>
              <a:ext cx="4297680" cy="3583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86C6954-7261-4B86-8A42-7962D7B17D3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07400" y="1789200"/>
                <a:ext cx="4316400" cy="360180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C7A89A6-757D-467E-B012-23F148E45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9B46D-E50B-44B3-A587-63196A0F7526}" type="datetime1">
              <a:rPr lang="en-US" smtClean="0"/>
              <a:t>3/3/2022</a:t>
            </a:fld>
            <a:endParaRPr lang="en-IN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1C54887-DCBB-4360-9566-31E69AAC3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33846-985E-4ABB-A9F4-6491F7BDDDD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190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DF0D64-8413-464B-99ED-FC86E673A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9664" y="388958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b="1" dirty="0">
                <a:solidFill>
                  <a:schemeClr val="tx2"/>
                </a:solidFill>
              </a:rPr>
              <a:t>Ideal Op-Amp</a:t>
            </a: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14100390-615A-4B87-983B-C25BB5EEB2F2}"/>
              </a:ext>
            </a:extLst>
          </p:cNvPr>
          <p:cNvSpPr txBox="1">
            <a:spLocks noChangeArrowheads="1"/>
          </p:cNvSpPr>
          <p:nvPr/>
        </p:nvSpPr>
        <p:spPr>
          <a:xfrm>
            <a:off x="2409936" y="700108"/>
            <a:ext cx="7772400" cy="8382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br>
              <a:rPr lang="en-US" altLang="en-US" sz="2800" dirty="0"/>
            </a:br>
            <a:endParaRPr lang="en-US" altLang="en-US" sz="28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24A895C-9FB1-4A29-94A7-96B4C27A5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8119" y="1119208"/>
            <a:ext cx="9342281" cy="2700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7000"/>
              </a:lnSpc>
              <a:spcAft>
                <a:spcPts val="588"/>
              </a:spcAft>
            </a:pPr>
            <a:r>
              <a:rPr lang="en-US" altLang="en-US" sz="2000" b="1" dirty="0">
                <a:solidFill>
                  <a:srgbClr val="000000"/>
                </a:solidFill>
              </a:rPr>
              <a:t>The Ideal Op-Amp</a:t>
            </a:r>
            <a:endParaRPr lang="en-US" altLang="en-US" sz="2000" b="1" dirty="0">
              <a:solidFill>
                <a:srgbClr val="000000"/>
              </a:solidFill>
              <a:latin typeface="Perpetua" panose="02020502060401020303" pitchFamily="18" charset="0"/>
            </a:endParaRPr>
          </a:p>
          <a:p>
            <a:pPr algn="just" eaLnBrk="1" hangingPunct="1">
              <a:lnSpc>
                <a:spcPct val="126000"/>
              </a:lnSpc>
              <a:spcAft>
                <a:spcPts val="300"/>
              </a:spcAft>
              <a:buClr>
                <a:srgbClr val="9B2D1F"/>
              </a:buClr>
              <a:buSzPts val="21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</a:rPr>
              <a:t>It has infinite voltage gain and infinite bandwidth.</a:t>
            </a:r>
            <a:endParaRPr lang="en-US" altLang="en-US" sz="2000" dirty="0">
              <a:solidFill>
                <a:srgbClr val="000000"/>
              </a:solidFill>
              <a:latin typeface="Wingdings 2" panose="05020102010507070707" pitchFamily="18" charset="2"/>
            </a:endParaRPr>
          </a:p>
          <a:p>
            <a:pPr algn="just" eaLnBrk="1" hangingPunct="1">
              <a:lnSpc>
                <a:spcPct val="126000"/>
              </a:lnSpc>
              <a:spcAft>
                <a:spcPts val="300"/>
              </a:spcAft>
              <a:buClr>
                <a:srgbClr val="9B2D1F"/>
              </a:buClr>
              <a:buSzPts val="21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</a:rPr>
              <a:t>It has infinite input impedance (open) so that it does not load the driving source.</a:t>
            </a:r>
            <a:endParaRPr lang="en-US" altLang="en-US" sz="2000" dirty="0">
              <a:solidFill>
                <a:srgbClr val="000000"/>
              </a:solidFill>
              <a:latin typeface="Wingdings 2" panose="05020102010507070707" pitchFamily="18" charset="2"/>
            </a:endParaRPr>
          </a:p>
          <a:p>
            <a:pPr algn="just" eaLnBrk="1" hangingPunct="1">
              <a:lnSpc>
                <a:spcPct val="126000"/>
              </a:lnSpc>
              <a:spcAft>
                <a:spcPts val="300"/>
              </a:spcAft>
              <a:buClr>
                <a:srgbClr val="9B2D1F"/>
              </a:buClr>
              <a:buSzPts val="21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</a:rPr>
              <a:t>It has zero output impedance.</a:t>
            </a:r>
            <a:endParaRPr lang="en-US" altLang="en-US" sz="2000" dirty="0">
              <a:solidFill>
                <a:srgbClr val="000000"/>
              </a:solidFill>
              <a:latin typeface="Wingdings 2" panose="05020102010507070707" pitchFamily="18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</a:rPr>
              <a:t>These characteristics are illustrated in figure. The input voltage ,</a:t>
            </a:r>
            <a:r>
              <a:rPr lang="en-US" altLang="en-US" sz="2000" i="1" dirty="0">
                <a:solidFill>
                  <a:srgbClr val="000000"/>
                </a:solidFill>
              </a:rPr>
              <a:t>V</a:t>
            </a:r>
            <a:r>
              <a:rPr lang="en-US" altLang="en-US" sz="2000" i="1" baseline="-25000" dirty="0">
                <a:solidFill>
                  <a:srgbClr val="000000"/>
                </a:solidFill>
              </a:rPr>
              <a:t>in </a:t>
            </a:r>
            <a:r>
              <a:rPr lang="en-US" altLang="en-US" sz="2000" dirty="0">
                <a:solidFill>
                  <a:srgbClr val="000000"/>
                </a:solidFill>
              </a:rPr>
              <a:t>, appears b/w the two terminals, and the output voltage is </a:t>
            </a:r>
            <a:r>
              <a:rPr lang="en-US" altLang="en-US" sz="2000" i="1" dirty="0" err="1">
                <a:solidFill>
                  <a:srgbClr val="000000"/>
                </a:solidFill>
              </a:rPr>
              <a:t>A</a:t>
            </a:r>
            <a:r>
              <a:rPr lang="en-US" altLang="en-US" sz="2000" i="1" baseline="-25000" dirty="0" err="1">
                <a:solidFill>
                  <a:srgbClr val="000000"/>
                </a:solidFill>
              </a:rPr>
              <a:t>v</a:t>
            </a:r>
            <a:r>
              <a:rPr lang="en-US" altLang="en-US" sz="2000" i="1" dirty="0" err="1">
                <a:solidFill>
                  <a:srgbClr val="000000"/>
                </a:solidFill>
              </a:rPr>
              <a:t>V</a:t>
            </a:r>
            <a:r>
              <a:rPr lang="en-US" altLang="en-US" sz="2000" i="1" baseline="-25000" dirty="0" err="1">
                <a:solidFill>
                  <a:srgbClr val="000000"/>
                </a:solidFill>
              </a:rPr>
              <a:t>in</a:t>
            </a:r>
            <a:r>
              <a:rPr lang="en-US" altLang="en-US" sz="2000" i="1" baseline="-25000" dirty="0">
                <a:solidFill>
                  <a:srgbClr val="000000"/>
                </a:solidFill>
              </a:rPr>
              <a:t> </a:t>
            </a:r>
            <a:r>
              <a:rPr lang="en-US" altLang="en-US" sz="2000" dirty="0">
                <a:solidFill>
                  <a:srgbClr val="000000"/>
                </a:solidFill>
              </a:rPr>
              <a:t>, as indicated by the internal voltage source symbol. </a:t>
            </a:r>
            <a:endParaRPr lang="en-US" altLang="en-US" sz="2000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447700C8-3AB7-40E8-B887-085F7C23E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4335" y="4172459"/>
            <a:ext cx="4572000" cy="222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64DC246-83D6-44A5-9619-9BF4B5084391}"/>
                  </a:ext>
                </a:extLst>
              </p14:cNvPr>
              <p14:cNvContentPartPr/>
              <p14:nvPr/>
            </p14:nvContentPartPr>
            <p14:xfrm>
              <a:off x="2647080" y="1752120"/>
              <a:ext cx="6393240" cy="4123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64DC246-83D6-44A5-9619-9BF4B50843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37720" y="1742760"/>
                <a:ext cx="6411960" cy="414252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43B29D-CCAA-43C1-B830-D86955927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86E1-69F0-4A16-8348-7A8D9F8C4024}" type="datetime1">
              <a:rPr lang="en-US" smtClean="0"/>
              <a:t>3/3/2022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BB9C37-01EB-4C31-A02D-FB418275E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33846-985E-4ABB-A9F4-6491F7BDDDD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366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DF0D64-8413-464B-99ED-FC86E673A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9664" y="388958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b="1" dirty="0">
                <a:solidFill>
                  <a:schemeClr val="tx2"/>
                </a:solidFill>
              </a:rPr>
              <a:t>Op-Amp Parameters</a:t>
            </a: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14100390-615A-4B87-983B-C25BB5EEB2F2}"/>
              </a:ext>
            </a:extLst>
          </p:cNvPr>
          <p:cNvSpPr txBox="1">
            <a:spLocks noChangeArrowheads="1"/>
          </p:cNvSpPr>
          <p:nvPr/>
        </p:nvSpPr>
        <p:spPr>
          <a:xfrm>
            <a:off x="2409936" y="700108"/>
            <a:ext cx="7772400" cy="8382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br>
              <a:rPr lang="en-US" altLang="en-US" sz="2800" dirty="0"/>
            </a:br>
            <a:endParaRPr lang="en-US" altLang="en-US" sz="2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6A7F6E1-70BD-43B1-8A46-7D4BC099B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7621" y="1166018"/>
            <a:ext cx="8229600" cy="4525963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2000" b="1" dirty="0">
                <a:ea typeface="MS PGothic" panose="020B0600070205080204" pitchFamily="34" charset="-128"/>
              </a:rPr>
              <a:t>Common Mode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1400" b="1" dirty="0">
              <a:ea typeface="MS PGothic" panose="020B0600070205080204" pitchFamily="34" charset="-128"/>
            </a:endParaRP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Two signal voltages of the same phase, frequency and amplitude are applied to the two inputs as shown is given in below figure.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This results in a zero output voltage (as difference is 0V).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This action is called </a:t>
            </a: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common-mode rejection.</a:t>
            </a:r>
          </a:p>
          <a:p>
            <a:pPr>
              <a:defRPr/>
            </a:pPr>
            <a:endParaRPr lang="en-US" sz="1400" dirty="0">
              <a:ea typeface="MS PGothic" panose="020B0600070205080204" pitchFamily="34" charset="-128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874E3409-504D-4D9E-93AB-921EB792F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621" y="3909660"/>
            <a:ext cx="7371643" cy="2778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362C6B-3886-48AC-B692-F71E6C7D6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BC1EF-21CF-4922-8242-97C6740F9692}" type="datetime1">
              <a:rPr lang="en-US" smtClean="0"/>
              <a:t>3/3/2022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071399-BA1B-42C3-8A44-89DB324A1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33846-985E-4ABB-A9F4-6491F7BDDDD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752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DF0D64-8413-464B-99ED-FC86E673A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9664" y="388958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b="1" dirty="0">
                <a:solidFill>
                  <a:schemeClr val="tx2"/>
                </a:solidFill>
              </a:rPr>
              <a:t>Op-Amp Parameters</a:t>
            </a: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14100390-615A-4B87-983B-C25BB5EEB2F2}"/>
              </a:ext>
            </a:extLst>
          </p:cNvPr>
          <p:cNvSpPr txBox="1">
            <a:spLocks noChangeArrowheads="1"/>
          </p:cNvSpPr>
          <p:nvPr/>
        </p:nvSpPr>
        <p:spPr>
          <a:xfrm>
            <a:off x="2409936" y="700108"/>
            <a:ext cx="7772400" cy="8382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br>
              <a:rPr lang="en-US" altLang="en-US" sz="2800" dirty="0"/>
            </a:br>
            <a:endParaRPr lang="en-US" altLang="en-US" sz="28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DF17DC-4463-40FE-8715-0869FDEE9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2736" y="1119208"/>
            <a:ext cx="9782064" cy="3129844"/>
          </a:xfrm>
        </p:spPr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2000" b="1" dirty="0">
                <a:ea typeface="MS PGothic" panose="020B0600070205080204" pitchFamily="34" charset="-128"/>
              </a:rPr>
              <a:t>CMRR (COMMON MODE REJECTION RATIO):</a:t>
            </a:r>
          </a:p>
          <a:p>
            <a:pPr>
              <a:defRPr/>
            </a:pPr>
            <a:endParaRPr lang="en-US" sz="2000" dirty="0">
              <a:ea typeface="MS PGothic" panose="020B0600070205080204" pitchFamily="34" charset="-128"/>
            </a:endParaRPr>
          </a:p>
          <a:p>
            <a:pPr algn="just">
              <a:defRPr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Desired signals can appear on only one input or with opposite polarities on both input lines. These desired signals are amplified and appear on the output.</a:t>
            </a:r>
          </a:p>
          <a:p>
            <a:pPr algn="just">
              <a:defRPr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Unwanted signals (noise) appearing with the same polarity on both input lines are essentially cancelled by the op-amp and don’t appear on the output. The measure of an amplifier’s ability to reject common-mode signals is a parameter called the </a:t>
            </a: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CMRR (Common-Mode Rejection Ratio).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dirty="0">
              <a:ea typeface="MS PGothic" panose="020B0600070205080204" pitchFamily="34" charset="-128"/>
            </a:endParaRPr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1D99645E-0DF8-4DC0-9128-C21119597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241624"/>
            <a:ext cx="22098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6">
            <a:extLst>
              <a:ext uri="{FF2B5EF4-FFF2-40B4-BE49-F238E27FC236}">
                <a16:creationId xmlns:a16="http://schemas.microsoft.com/office/drawing/2014/main" id="{4D912F44-3464-4A24-A84C-5C724E584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9664" y="5354266"/>
            <a:ext cx="6400800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lvl="1" defTabSz="914400">
              <a:buFontTx/>
              <a:buChar char="•"/>
            </a:pPr>
            <a:r>
              <a:rPr lang="en-US" altLang="en-US" sz="2000" dirty="0">
                <a:solidFill>
                  <a:srgbClr val="000000"/>
                </a:solidFill>
                <a:ea typeface="Perpetua" panose="02020502060401020303" pitchFamily="18" charset="0"/>
                <a:cs typeface="Calibri" panose="020F0502020204030204" pitchFamily="34" charset="0"/>
              </a:rPr>
              <a:t> The CMRR is often expresses in decibels (dB) as</a:t>
            </a:r>
            <a:endParaRPr lang="en-US" altLang="en-US" sz="2000" dirty="0">
              <a:ea typeface="Perpetua" panose="02020502060401020303" pitchFamily="18" charset="0"/>
              <a:cs typeface="Calibri" panose="020F0502020204030204" pitchFamily="34" charset="0"/>
            </a:endParaRPr>
          </a:p>
          <a:p>
            <a:pPr defTabSz="914400"/>
            <a:endParaRPr lang="en-US" altLang="en-US" sz="1800" dirty="0">
              <a:latin typeface="Arial" panose="020B0604020202020204" pitchFamily="34" charset="0"/>
              <a:ea typeface="Perpetua" panose="02020502060401020303" pitchFamily="18" charset="0"/>
              <a:cs typeface="Calibri" panose="020F0502020204030204" pitchFamily="34" charset="0"/>
            </a:endParaRPr>
          </a:p>
        </p:txBody>
      </p:sp>
      <p:pic>
        <p:nvPicPr>
          <p:cNvPr id="12" name="Picture 1751">
            <a:extLst>
              <a:ext uri="{FF2B5EF4-FFF2-40B4-BE49-F238E27FC236}">
                <a16:creationId xmlns:a16="http://schemas.microsoft.com/office/drawing/2014/main" id="{AC954658-533A-4272-B8E7-C3D297EC7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5998986"/>
            <a:ext cx="2438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C5D250B-31F2-477C-8322-D88B856B1989}"/>
                  </a:ext>
                </a:extLst>
              </p14:cNvPr>
              <p14:cNvContentPartPr/>
              <p14:nvPr/>
            </p14:nvContentPartPr>
            <p14:xfrm>
              <a:off x="5908320" y="4167360"/>
              <a:ext cx="5714640" cy="2679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C5D250B-31F2-477C-8322-D88B856B198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98960" y="4158000"/>
                <a:ext cx="5733360" cy="269856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303377-8F0D-4D5C-8D65-CF9A60956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4C42C-0250-42D1-9B45-BBB2C091D830}" type="datetime1">
              <a:rPr lang="en-US" smtClean="0"/>
              <a:t>3/3/2022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D6714A-59AF-4C92-BE21-FF4653CB8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33846-985E-4ABB-A9F4-6491F7BDDDD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256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DF0D64-8413-464B-99ED-FC86E673A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9664" y="128608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b="1" dirty="0">
                <a:solidFill>
                  <a:schemeClr val="tx2"/>
                </a:solidFill>
              </a:rPr>
              <a:t>Op-Amp Parameters</a:t>
            </a: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14100390-615A-4B87-983B-C25BB5EEB2F2}"/>
              </a:ext>
            </a:extLst>
          </p:cNvPr>
          <p:cNvSpPr txBox="1">
            <a:spLocks noChangeArrowheads="1"/>
          </p:cNvSpPr>
          <p:nvPr/>
        </p:nvSpPr>
        <p:spPr>
          <a:xfrm>
            <a:off x="2409936" y="700108"/>
            <a:ext cx="7772400" cy="8382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br>
              <a:rPr lang="en-US" altLang="en-US" sz="2800" dirty="0"/>
            </a:br>
            <a:endParaRPr lang="en-US" altLang="en-US" sz="2800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528AF485-7D37-4376-837E-59C3AC5F1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9803" y="1301438"/>
            <a:ext cx="9573219" cy="4925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7000"/>
              </a:lnSpc>
              <a:spcAft>
                <a:spcPts val="263"/>
              </a:spcAft>
            </a:pPr>
            <a:r>
              <a:rPr lang="en-US" altLang="en-US" sz="2000" b="1" dirty="0">
                <a:solidFill>
                  <a:srgbClr val="000000"/>
                </a:solidFill>
              </a:rPr>
              <a:t>INPUT OFFSET  VOLTAGE</a:t>
            </a:r>
          </a:p>
          <a:p>
            <a:pPr eaLnBrk="1" hangingPunct="1">
              <a:lnSpc>
                <a:spcPct val="107000"/>
              </a:lnSpc>
              <a:spcAft>
                <a:spcPts val="263"/>
              </a:spcAft>
            </a:pPr>
            <a:endParaRPr lang="en-US" altLang="en-US" sz="1800" b="1" dirty="0">
              <a:solidFill>
                <a:srgbClr val="000000"/>
              </a:solidFill>
              <a:latin typeface="Perpetua" panose="02020502060401020303" pitchFamily="18" charset="0"/>
            </a:endParaRPr>
          </a:p>
          <a:p>
            <a:pPr algn="just" eaLnBrk="1" hangingPunct="1">
              <a:lnSpc>
                <a:spcPct val="126000"/>
              </a:lnSpc>
              <a:spcAft>
                <a:spcPts val="538"/>
              </a:spcAft>
              <a:buClr>
                <a:srgbClr val="9B2D1F"/>
              </a:buClr>
              <a:buSzPts val="2100"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0000"/>
                </a:solidFill>
              </a:rPr>
              <a:t> </a:t>
            </a:r>
            <a:r>
              <a:rPr lang="en-US" altLang="en-US" sz="2000" dirty="0">
                <a:solidFill>
                  <a:srgbClr val="000000"/>
                </a:solidFill>
              </a:rPr>
              <a:t>Ideal op-amp produces zero volts out for zero volts in.</a:t>
            </a:r>
          </a:p>
          <a:p>
            <a:pPr algn="just" eaLnBrk="1" hangingPunct="1">
              <a:lnSpc>
                <a:spcPct val="126000"/>
              </a:lnSpc>
              <a:spcAft>
                <a:spcPts val="538"/>
              </a:spcAft>
              <a:buClr>
                <a:srgbClr val="9B2D1F"/>
              </a:buClr>
              <a:buSzPts val="2100"/>
            </a:pPr>
            <a:endParaRPr lang="en-US" altLang="en-US" sz="2000" dirty="0">
              <a:solidFill>
                <a:srgbClr val="000000"/>
              </a:solidFill>
              <a:latin typeface="Wingdings 2" panose="05020102010507070707" pitchFamily="18" charset="2"/>
            </a:endParaRPr>
          </a:p>
          <a:p>
            <a:pPr algn="just" eaLnBrk="1" hangingPunct="1">
              <a:lnSpc>
                <a:spcPct val="126000"/>
              </a:lnSpc>
              <a:spcAft>
                <a:spcPts val="300"/>
              </a:spcAft>
              <a:buClr>
                <a:srgbClr val="9B2D1F"/>
              </a:buClr>
              <a:buSzPts val="21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</a:rPr>
              <a:t> However, in op-amp a small dc voltage, V</a:t>
            </a:r>
            <a:r>
              <a:rPr lang="en-US" altLang="en-US" sz="2000" baseline="-25000" dirty="0">
                <a:solidFill>
                  <a:srgbClr val="000000"/>
                </a:solidFill>
              </a:rPr>
              <a:t>OUT(error) </a:t>
            </a:r>
            <a:r>
              <a:rPr lang="en-US" altLang="en-US" sz="2000" dirty="0">
                <a:solidFill>
                  <a:srgbClr val="000000"/>
                </a:solidFill>
              </a:rPr>
              <a:t>, appears at the output when no differential input voltage is applied. Its primary cause is a slight mismatch of the base-emitter voltages of the differential amplifier input stage of an op-amp.</a:t>
            </a:r>
          </a:p>
          <a:p>
            <a:pPr algn="just" eaLnBrk="1" hangingPunct="1">
              <a:lnSpc>
                <a:spcPct val="126000"/>
              </a:lnSpc>
              <a:spcAft>
                <a:spcPts val="300"/>
              </a:spcAft>
              <a:buClr>
                <a:srgbClr val="9B2D1F"/>
              </a:buClr>
              <a:buSzPts val="2100"/>
              <a:buFont typeface="Arial" panose="020B0604020202020204" pitchFamily="34" charset="0"/>
              <a:buChar char="•"/>
            </a:pPr>
            <a:endParaRPr lang="en-US" altLang="en-US" sz="2000" b="1" dirty="0">
              <a:solidFill>
                <a:srgbClr val="000000"/>
              </a:solidFill>
              <a:latin typeface="Wingdings 2" panose="05020102010507070707" pitchFamily="18" charset="2"/>
            </a:endParaRPr>
          </a:p>
          <a:p>
            <a:pPr algn="just" eaLnBrk="1" hangingPunct="1">
              <a:lnSpc>
                <a:spcPct val="126000"/>
              </a:lnSpc>
              <a:spcAft>
                <a:spcPts val="300"/>
              </a:spcAft>
              <a:buClr>
                <a:srgbClr val="9B2D1F"/>
              </a:buClr>
              <a:buSzPts val="2100"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rgbClr val="000000"/>
                </a:solidFill>
              </a:rPr>
              <a:t> Input offset voltage, V</a:t>
            </a:r>
            <a:r>
              <a:rPr lang="en-US" altLang="en-US" sz="2000" b="1" baseline="-25000" dirty="0">
                <a:solidFill>
                  <a:srgbClr val="000000"/>
                </a:solidFill>
              </a:rPr>
              <a:t>OS </a:t>
            </a:r>
            <a:r>
              <a:rPr lang="en-US" altLang="en-US" sz="2000" b="1" dirty="0">
                <a:solidFill>
                  <a:srgbClr val="000000"/>
                </a:solidFill>
              </a:rPr>
              <a:t>,is the differential dc voltage required between the inputs to force the output to zero volts.</a:t>
            </a:r>
          </a:p>
          <a:p>
            <a:pPr algn="just" eaLnBrk="1" hangingPunct="1">
              <a:lnSpc>
                <a:spcPct val="126000"/>
              </a:lnSpc>
              <a:spcAft>
                <a:spcPts val="300"/>
              </a:spcAft>
              <a:buClr>
                <a:srgbClr val="9B2D1F"/>
              </a:buClr>
              <a:buSzPts val="2100"/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rgbClr val="000000"/>
              </a:solidFill>
              <a:latin typeface="Wingdings 2" panose="05020102010507070707" pitchFamily="18" charset="2"/>
            </a:endParaRPr>
          </a:p>
          <a:p>
            <a:pPr algn="just" eaLnBrk="1" hangingPunct="1">
              <a:lnSpc>
                <a:spcPct val="126000"/>
              </a:lnSpc>
              <a:spcAft>
                <a:spcPts val="300"/>
              </a:spcAft>
              <a:buClr>
                <a:srgbClr val="9B2D1F"/>
              </a:buClr>
              <a:buSzPts val="21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</a:rPr>
              <a:t> Typical values of input offset voltage are in the range of 2mV or less. It is 0V in ideal case.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B48A4D7-FC33-480F-8F6D-D48ECA808CD1}"/>
                  </a:ext>
                </a:extLst>
              </p14:cNvPr>
              <p14:cNvContentPartPr/>
              <p14:nvPr/>
            </p14:nvContentPartPr>
            <p14:xfrm>
              <a:off x="4657680" y="4937040"/>
              <a:ext cx="652680" cy="26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B48A4D7-FC33-480F-8F6D-D48ECA808CD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48320" y="4927680"/>
                <a:ext cx="671400" cy="45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1745AE-AC25-4908-8375-63C878520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1E763-0110-4B5F-B32E-8581163D54C5}" type="datetime1">
              <a:rPr lang="en-US" smtClean="0"/>
              <a:t>3/3/2022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56CC36-3BEA-4D4D-AAC2-E1E0FEAA4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33846-985E-4ABB-A9F4-6491F7BDDDD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682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DF0D64-8413-464B-99ED-FC86E673A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9664" y="128608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b="1" dirty="0">
                <a:solidFill>
                  <a:schemeClr val="tx2"/>
                </a:solidFill>
              </a:rPr>
              <a:t>Op-Amp Parameters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E33C45AB-5BF5-45B7-B2C5-8CD3A8349C9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10934" y="1773570"/>
            <a:ext cx="8432800" cy="4955822"/>
          </a:xfrm>
          <a:prstGeom prst="rect">
            <a:avLst/>
          </a:prstGeom>
        </p:spPr>
      </p:pic>
      <p:sp>
        <p:nvSpPr>
          <p:cNvPr id="8" name="TextBox 12">
            <a:extLst>
              <a:ext uri="{FF2B5EF4-FFF2-40B4-BE49-F238E27FC236}">
                <a16:creationId xmlns:a16="http://schemas.microsoft.com/office/drawing/2014/main" id="{6D2BC7F3-4771-45D9-A2E4-8B357721B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5866" y="1071553"/>
            <a:ext cx="27022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000" b="1" dirty="0"/>
              <a:t>INPUT OFFSET VOLTAGE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BC29FED-FBA3-4095-8EF2-56AD1DCBBCFA}"/>
                  </a:ext>
                </a:extLst>
              </p14:cNvPr>
              <p14:cNvContentPartPr/>
              <p14:nvPr/>
            </p14:nvContentPartPr>
            <p14:xfrm>
              <a:off x="5311440" y="2271240"/>
              <a:ext cx="3645000" cy="4589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BC29FED-FBA3-4095-8EF2-56AD1DCBBC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02080" y="2261880"/>
                <a:ext cx="3663720" cy="4608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809D51-A6EE-457C-87FA-0C00E2E3D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3BEF9-0EAF-4328-9078-43F7E334ACE5}" type="datetime1">
              <a:rPr lang="en-US" smtClean="0"/>
              <a:t>3/3/2022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E1CE46-2046-4247-BDC4-F7CDA06C4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33846-985E-4ABB-A9F4-6491F7BDDDD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319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DF0D64-8413-464B-99ED-FC86E673A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9664" y="128608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b="1" dirty="0">
                <a:solidFill>
                  <a:schemeClr val="tx2"/>
                </a:solidFill>
              </a:rPr>
              <a:t>Op-Amp Parameters</a:t>
            </a: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14100390-615A-4B87-983B-C25BB5EEB2F2}"/>
              </a:ext>
            </a:extLst>
          </p:cNvPr>
          <p:cNvSpPr txBox="1">
            <a:spLocks noChangeArrowheads="1"/>
          </p:cNvSpPr>
          <p:nvPr/>
        </p:nvSpPr>
        <p:spPr>
          <a:xfrm>
            <a:off x="2409936" y="700108"/>
            <a:ext cx="7772400" cy="8382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br>
              <a:rPr lang="en-US" altLang="en-US" sz="2800" dirty="0"/>
            </a:br>
            <a:endParaRPr lang="en-US" altLang="en-US" sz="28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B41091E-5F42-4BEB-8F95-861584B57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6388" y="1172105"/>
            <a:ext cx="9040812" cy="2005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lnSpc>
                <a:spcPct val="126000"/>
              </a:lnSpc>
              <a:spcAft>
                <a:spcPts val="300"/>
              </a:spcAft>
              <a:buClr>
                <a:srgbClr val="9B2D1F"/>
              </a:buClr>
              <a:buSzPts val="2100"/>
            </a:pPr>
            <a:r>
              <a:rPr lang="en-US" altLang="en-US" sz="2000" b="1" dirty="0">
                <a:solidFill>
                  <a:srgbClr val="000000"/>
                </a:solidFill>
              </a:rPr>
              <a:t>INPUT BIAS CURRENT</a:t>
            </a:r>
          </a:p>
          <a:p>
            <a:pPr algn="just" eaLnBrk="1" hangingPunct="1">
              <a:lnSpc>
                <a:spcPct val="126000"/>
              </a:lnSpc>
              <a:spcAft>
                <a:spcPts val="300"/>
              </a:spcAft>
              <a:buClr>
                <a:srgbClr val="9B2D1F"/>
              </a:buClr>
              <a:buSzPts val="2100"/>
            </a:pPr>
            <a:endParaRPr lang="en-US" altLang="en-US" sz="2000" b="1" dirty="0">
              <a:solidFill>
                <a:srgbClr val="000000"/>
              </a:solidFill>
            </a:endParaRPr>
          </a:p>
          <a:p>
            <a:pPr algn="just" eaLnBrk="1" hangingPunct="1">
              <a:lnSpc>
                <a:spcPct val="126000"/>
              </a:lnSpc>
              <a:spcAft>
                <a:spcPts val="300"/>
              </a:spcAft>
              <a:buClr>
                <a:srgbClr val="9B2D1F"/>
              </a:buClr>
              <a:buSzPts val="21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</a:rPr>
              <a:t> Input terminals of a differential amplifier are the transistor bases and therefore , the input currents are the base currents as shown in the figure.</a:t>
            </a:r>
          </a:p>
          <a:p>
            <a:pPr algn="just" eaLnBrk="1" hangingPunct="1">
              <a:lnSpc>
                <a:spcPct val="126000"/>
              </a:lnSpc>
              <a:spcAft>
                <a:spcPts val="300"/>
              </a:spcAft>
              <a:buClr>
                <a:srgbClr val="9B2D1F"/>
              </a:buClr>
              <a:buSzPts val="2100"/>
              <a:buFont typeface="Arial" panose="020B0604020202020204" pitchFamily="34" charset="0"/>
              <a:buChar char="•"/>
            </a:pPr>
            <a:endParaRPr lang="en-US" altLang="en-US" sz="1400" dirty="0">
              <a:solidFill>
                <a:srgbClr val="000000"/>
              </a:solidFill>
              <a:latin typeface="Wingdings 2" panose="05020102010507070707" pitchFamily="18" charset="2"/>
            </a:endParaRP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2E72643B-8FD2-4F62-BC1C-542194902BAC}"/>
              </a:ext>
            </a:extLst>
          </p:cNvPr>
          <p:cNvGrpSpPr>
            <a:grpSpLocks/>
          </p:cNvGrpSpPr>
          <p:nvPr/>
        </p:nvGrpSpPr>
        <p:grpSpPr bwMode="auto">
          <a:xfrm>
            <a:off x="4609571" y="3516843"/>
            <a:ext cx="5514446" cy="2419526"/>
            <a:chOff x="0" y="0"/>
            <a:chExt cx="5238750" cy="2800350"/>
          </a:xfrm>
        </p:grpSpPr>
        <p:pic>
          <p:nvPicPr>
            <p:cNvPr id="7" name="Picture 5">
              <a:extLst>
                <a:ext uri="{FF2B5EF4-FFF2-40B4-BE49-F238E27FC236}">
                  <a16:creationId xmlns:a16="http://schemas.microsoft.com/office/drawing/2014/main" id="{16B323F6-1F2E-4922-A84D-9049F7C861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828800" cy="790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6">
              <a:extLst>
                <a:ext uri="{FF2B5EF4-FFF2-40B4-BE49-F238E27FC236}">
                  <a16:creationId xmlns:a16="http://schemas.microsoft.com/office/drawing/2014/main" id="{DB7BCE5D-75F5-40FA-ACEC-298750E176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914400"/>
              <a:ext cx="3657600" cy="1885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7">
              <a:extLst>
                <a:ext uri="{FF2B5EF4-FFF2-40B4-BE49-F238E27FC236}">
                  <a16:creationId xmlns:a16="http://schemas.microsoft.com/office/drawing/2014/main" id="{9149C42F-60B9-48B2-985A-8DEBE9D79B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9400" y="2286000"/>
              <a:ext cx="2419350" cy="466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EC2FA38-F0C6-4325-B4D3-6C97A183A96C}"/>
                  </a:ext>
                </a:extLst>
              </p14:cNvPr>
              <p14:cNvContentPartPr/>
              <p14:nvPr/>
            </p14:nvContentPartPr>
            <p14:xfrm>
              <a:off x="4483800" y="3395520"/>
              <a:ext cx="2373480" cy="2220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EC2FA38-F0C6-4325-B4D3-6C97A183A96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74440" y="3386160"/>
                <a:ext cx="2392200" cy="223956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C0F6E0-E3FF-47D3-8046-09FABCB77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EE23B-EFA6-4632-A80B-DCF6BD17BFBE}" type="datetime1">
              <a:rPr lang="en-US" smtClean="0"/>
              <a:t>3/3/2022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4B832F4-9883-4453-AFFB-1D30CB075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33846-985E-4ABB-A9F4-6491F7BDDDD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365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DF0D64-8413-464B-99ED-FC86E673A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9664" y="128608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b="1" dirty="0">
                <a:solidFill>
                  <a:schemeClr val="tx2"/>
                </a:solidFill>
              </a:rPr>
              <a:t>Op-Amp Parameters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8678624-12A6-42E4-B034-396B1D5D3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7910" y="956909"/>
            <a:ext cx="9228667" cy="4525962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2000" b="1" dirty="0">
                <a:ea typeface="MS PGothic" panose="020B0600070205080204" pitchFamily="34" charset="-128"/>
              </a:rPr>
              <a:t>INPUT OFFSET CURRENT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2000" dirty="0">
              <a:ea typeface="MS PGothic" panose="020B0600070205080204" pitchFamily="34" charset="-128"/>
            </a:endParaRP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Ideally, the two input bias currents are equal and thus their difference is zero.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MS PGothic" panose="020B0600070205080204" pitchFamily="34" charset="-128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However, in a practical op-amp, the bias currents are not exactly equal.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MS PGothic" panose="020B0600070205080204" pitchFamily="34" charset="-128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The input offset current , </a:t>
            </a:r>
            <a:r>
              <a:rPr lang="en-US" sz="2000" i="1" dirty="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I</a:t>
            </a:r>
            <a:r>
              <a:rPr lang="en-US" sz="2000" baseline="-25000" dirty="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OS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Calibri" panose="020F0502020204030204" pitchFamily="34" charset="0"/>
              </a:rPr>
              <a:t>is the difference of the input bias currents expressed as an absolute value.</a:t>
            </a:r>
          </a:p>
          <a:p>
            <a:pPr>
              <a:defRPr/>
            </a:pPr>
            <a:endParaRPr lang="en-US" sz="1400" dirty="0">
              <a:ea typeface="MS PGothic" panose="020B0600070205080204" pitchFamily="34" charset="-128"/>
            </a:endParaRPr>
          </a:p>
          <a:p>
            <a:pPr>
              <a:defRPr/>
            </a:pPr>
            <a:endParaRPr lang="en-US" sz="1400" dirty="0">
              <a:ea typeface="MS PGothic" panose="020B0600070205080204" pitchFamily="34" charset="-128"/>
            </a:endParaRP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E0965B58-BBC1-4034-AD7B-7D62A9DE0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9289" y="4865334"/>
            <a:ext cx="2209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6163E0C-3A65-4BFA-8CD2-C5E6FB6E699D}"/>
                  </a:ext>
                </a:extLst>
              </p14:cNvPr>
              <p14:cNvContentPartPr/>
              <p14:nvPr/>
            </p14:nvContentPartPr>
            <p14:xfrm>
              <a:off x="5278320" y="4806360"/>
              <a:ext cx="2487960" cy="916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6163E0C-3A65-4BFA-8CD2-C5E6FB6E699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68960" y="4797000"/>
                <a:ext cx="2506680" cy="935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567EBE-3EB1-46E9-9F88-9908850B1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58AA3-40E4-45E1-AF04-1FBDC201527C}" type="datetime1">
              <a:rPr lang="en-US" smtClean="0"/>
              <a:t>3/3/2022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97A0E6-FFB0-4405-A96A-622DF2CE2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33846-985E-4ABB-A9F4-6491F7BDDDDE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78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DF0D64-8413-464B-99ED-FC86E673A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9664" y="128608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b="1" dirty="0">
                <a:solidFill>
                  <a:schemeClr val="tx2"/>
                </a:solidFill>
              </a:rPr>
              <a:t>Op-Amp Parameters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F873C42-F9B8-4062-B4FE-96F7FC26B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7955" y="783044"/>
            <a:ext cx="9499599" cy="4525963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2000" b="1" dirty="0">
                <a:ea typeface="MS PGothic" panose="020B0600070205080204" pitchFamily="34" charset="-128"/>
              </a:rPr>
              <a:t>INPUT IMPEDANCE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1400" dirty="0">
              <a:ea typeface="MS PGothic" panose="020B0600070205080204" pitchFamily="34" charset="-128"/>
            </a:endParaRPr>
          </a:p>
          <a:p>
            <a:pPr algn="just">
              <a:defRPr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The Differential input impedance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is the total resistance between the inverting and non-inverting terminals as illustrated in figure (a). Differential impedance is measured by determining the change in bias current for a given change in differential input voltage.</a:t>
            </a:r>
          </a:p>
          <a:p>
            <a:pPr marL="0" indent="0" algn="just">
              <a:buFont typeface="Arial" panose="020B0604020202020204" pitchFamily="34" charset="0"/>
              <a:buNone/>
              <a:defRPr/>
            </a:pP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ea typeface="ＭＳ Ｐゴシック" panose="020B0600070205080204" pitchFamily="34" charset="-128"/>
            </a:endParaRPr>
          </a:p>
          <a:p>
            <a:pPr algn="just">
              <a:defRPr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The common-mode input impedance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is the resistance between each input and ground and is measured by determining the change in bias current for a given change in common-mode input voltage shown in figure.</a:t>
            </a:r>
          </a:p>
          <a:p>
            <a:pPr algn="just">
              <a:defRPr/>
            </a:pP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ea typeface="ＭＳ Ｐゴシック" panose="020B0600070205080204" pitchFamily="34" charset="-128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1400" dirty="0">
              <a:ea typeface="MS PGothic" panose="020B0600070205080204" pitchFamily="34" charset="-128"/>
            </a:endParaRPr>
          </a:p>
          <a:p>
            <a:pPr>
              <a:defRPr/>
            </a:pPr>
            <a:endParaRPr lang="en-US" sz="1400" dirty="0">
              <a:ea typeface="MS PGothic" panose="020B0600070205080204" pitchFamily="34" charset="-128"/>
            </a:endParaRP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C63BE0D1-2A87-4A9E-A47E-8A3323D2B8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4899" y="4763998"/>
            <a:ext cx="8317101" cy="1794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E01A0A6-821A-476C-8F33-150F5E329F4E}"/>
                  </a:ext>
                </a:extLst>
              </p14:cNvPr>
              <p14:cNvContentPartPr/>
              <p14:nvPr/>
            </p14:nvContentPartPr>
            <p14:xfrm>
              <a:off x="836280" y="1869120"/>
              <a:ext cx="10716120" cy="4160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E01A0A6-821A-476C-8F33-150F5E329F4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6920" y="1859760"/>
                <a:ext cx="10734840" cy="417924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25B1CD-6597-4D81-AD3F-C0B1D3258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83AB-454C-40DA-8A69-21170F8B9AB5}" type="datetime1">
              <a:rPr lang="en-US" smtClean="0"/>
              <a:t>3/3/2022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FA55EE-1030-40DB-9A21-008D858FF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33846-985E-4ABB-A9F4-6491F7BDDDDE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2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DF0D64-8413-464B-99ED-FC86E673A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9664" y="128608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b="1" dirty="0">
                <a:solidFill>
                  <a:schemeClr val="tx2"/>
                </a:solidFill>
              </a:rPr>
              <a:t>Op-Amp Parameters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113F845-DC8B-4989-A93C-034B90225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565" y="1271608"/>
            <a:ext cx="8634412" cy="1583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350" indent="-63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7000"/>
              </a:lnSpc>
              <a:spcAft>
                <a:spcPts val="263"/>
              </a:spcAft>
            </a:pPr>
            <a:r>
              <a:rPr lang="en-US" altLang="en-US" sz="2000" b="1" dirty="0">
                <a:solidFill>
                  <a:srgbClr val="000000"/>
                </a:solidFill>
              </a:rPr>
              <a:t>OUTPUT IMPEDANCE</a:t>
            </a:r>
          </a:p>
          <a:p>
            <a:pPr eaLnBrk="1" hangingPunct="1">
              <a:lnSpc>
                <a:spcPct val="107000"/>
              </a:lnSpc>
              <a:spcAft>
                <a:spcPts val="263"/>
              </a:spcAft>
            </a:pPr>
            <a:endParaRPr lang="en-US" altLang="en-US" sz="2000" b="1" dirty="0">
              <a:solidFill>
                <a:srgbClr val="000000"/>
              </a:solidFill>
              <a:latin typeface="Perpetua" panose="02020502060401020303" pitchFamily="18" charset="0"/>
            </a:endParaRPr>
          </a:p>
          <a:p>
            <a:pPr algn="just" eaLnBrk="1" hangingPunct="1">
              <a:lnSpc>
                <a:spcPct val="126000"/>
              </a:lnSpc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rgbClr val="000000"/>
                </a:solidFill>
              </a:rPr>
              <a:t> The output impedance </a:t>
            </a:r>
            <a:r>
              <a:rPr lang="en-US" altLang="en-US" sz="2000" dirty="0">
                <a:solidFill>
                  <a:srgbClr val="000000"/>
                </a:solidFill>
              </a:rPr>
              <a:t>is the resistance viewed from the output terminal of the op-amp as shown in figure below</a:t>
            </a:r>
            <a:endParaRPr lang="en-US" altLang="en-US" sz="2000" dirty="0">
              <a:solidFill>
                <a:srgbClr val="000000"/>
              </a:solidFill>
              <a:latin typeface="Perpetua" panose="02020502060401020303" pitchFamily="18" charset="0"/>
            </a:endParaRP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6E87EEC2-B165-4254-9CDE-F4F10048E200}"/>
              </a:ext>
            </a:extLst>
          </p:cNvPr>
          <p:cNvGrpSpPr>
            <a:grpSpLocks/>
          </p:cNvGrpSpPr>
          <p:nvPr/>
        </p:nvGrpSpPr>
        <p:grpSpPr bwMode="auto">
          <a:xfrm>
            <a:off x="4940124" y="3429000"/>
            <a:ext cx="3557587" cy="2819400"/>
            <a:chOff x="0" y="0"/>
            <a:chExt cx="3557524" cy="2819400"/>
          </a:xfrm>
        </p:grpSpPr>
        <p:pic>
          <p:nvPicPr>
            <p:cNvPr id="9" name="Picture 5">
              <a:extLst>
                <a:ext uri="{FF2B5EF4-FFF2-40B4-BE49-F238E27FC236}">
                  <a16:creationId xmlns:a16="http://schemas.microsoft.com/office/drawing/2014/main" id="{C1F27947-FFC6-484A-A198-7E490556FC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3557524" cy="2209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6">
              <a:extLst>
                <a:ext uri="{FF2B5EF4-FFF2-40B4-BE49-F238E27FC236}">
                  <a16:creationId xmlns:a16="http://schemas.microsoft.com/office/drawing/2014/main" id="{F5B6ACAE-424F-434E-A5C4-DEFFB7A9C8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400" y="2438400"/>
              <a:ext cx="200025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24AC8F-788D-4705-BDE9-6BAEBF312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2E8FC-6CBE-471D-8621-7A136E4A376B}" type="datetime1">
              <a:rPr lang="en-US" smtClean="0"/>
              <a:t>3/3/2022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03103E-8EC9-455A-8A29-B275C382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33846-985E-4ABB-A9F4-6491F7BDDDDE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262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DF0D64-8413-464B-99ED-FC86E673A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9664" y="128608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b="1" dirty="0">
                <a:solidFill>
                  <a:schemeClr val="tx2"/>
                </a:solidFill>
              </a:rPr>
              <a:t>Op-Amp Parameters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0DE5BB1-853C-4A70-9D70-88B8EC72C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9619" y="906374"/>
            <a:ext cx="9437269" cy="54831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sz="2000" b="1" dirty="0"/>
              <a:t>Slew Rate</a:t>
            </a:r>
          </a:p>
          <a:p>
            <a:pPr algn="just"/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 slew rate (SR) of an op-amp is the maximum rate at which the output voltage can change in response to input voltage.</a:t>
            </a:r>
          </a:p>
          <a:p>
            <a:pPr algn="just"/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When the SR is too slow for the input, distortion results.</a:t>
            </a:r>
          </a:p>
          <a:p>
            <a:pPr algn="just"/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For example when an input sine wave is applied to a voltage follower it produces a triangular output waveform.</a:t>
            </a:r>
          </a:p>
          <a:p>
            <a:pPr algn="just"/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 triangular waveform results because the op-amp simply cannot move fast enough to follow the sine wave input.</a:t>
            </a:r>
          </a:p>
          <a:p>
            <a:pPr algn="just"/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This happens because voltage change in the second stage ( Voltage Amplifier(s) ) is limited by the charging and discharging of capacitors.</a:t>
            </a:r>
          </a:p>
          <a:p>
            <a:pPr algn="just"/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 slew rate is expressed as : </a:t>
            </a:r>
          </a:p>
          <a:p>
            <a:pPr marL="0" indent="0" algn="just">
              <a:buNone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								SR = ∆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altLang="en-US" sz="2000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/∆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t 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 unit of SR is volts per microseconds.</a:t>
            </a:r>
          </a:p>
          <a:p>
            <a:pPr algn="just">
              <a:buFont typeface="Arial" panose="020B0604020202020204" pitchFamily="34" charset="0"/>
              <a:buNone/>
            </a:pPr>
            <a:br>
              <a:rPr lang="en-US" altLang="en-US" sz="2000" dirty="0"/>
            </a:br>
            <a:endParaRPr lang="en-US" altLang="en-US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A824B4F-6A4B-4F84-981B-4FCF7B5994B7}"/>
                  </a:ext>
                </a:extLst>
              </p14:cNvPr>
              <p14:cNvContentPartPr/>
              <p14:nvPr/>
            </p14:nvContentPartPr>
            <p14:xfrm>
              <a:off x="912240" y="3751920"/>
              <a:ext cx="7084080" cy="1596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A824B4F-6A4B-4F84-981B-4FCF7B5994B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2880" y="3742560"/>
                <a:ext cx="7102800" cy="161568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CF0DAE-BA4C-4377-9D35-8C647549F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AACAD-44E6-40E9-BBA3-22DF814E16D3}" type="datetime1">
              <a:rPr lang="en-US" smtClean="0"/>
              <a:t>3/3/2022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E04F05-2C0B-47C3-8791-D344D187D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33846-985E-4ABB-A9F4-6491F7BDDDDE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165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327B3E04-9432-4863-8A1B-51EF898632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Infinite Gain in negative feedback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7DB0707A-A055-43C4-9B94-67FF95F02D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Infinite gain would be useless except in the self-regulated negative feedback regime</a:t>
            </a:r>
          </a:p>
          <a:p>
            <a:pPr lvl="1" eaLnBrk="1" hangingPunct="1"/>
            <a:r>
              <a:rPr lang="en-US" altLang="en-US" dirty="0">
                <a:solidFill>
                  <a:schemeClr val="accent2"/>
                </a:solidFill>
              </a:rPr>
              <a:t>negative feedback</a:t>
            </a:r>
            <a:r>
              <a:rPr lang="en-US" altLang="en-US" dirty="0"/>
              <a:t> seems bad, and </a:t>
            </a:r>
            <a:r>
              <a:rPr lang="en-US" altLang="en-US" dirty="0">
                <a:solidFill>
                  <a:schemeClr val="hlink"/>
                </a:solidFill>
              </a:rPr>
              <a:t>positive</a:t>
            </a:r>
            <a:r>
              <a:rPr lang="en-US" altLang="en-US" dirty="0"/>
              <a:t> good—but in electronics </a:t>
            </a:r>
            <a:r>
              <a:rPr lang="en-US" altLang="en-US" dirty="0">
                <a:solidFill>
                  <a:schemeClr val="hlink"/>
                </a:solidFill>
              </a:rPr>
              <a:t>positive feedback</a:t>
            </a:r>
            <a:r>
              <a:rPr lang="en-US" altLang="en-US" dirty="0"/>
              <a:t> means runaway or oscillation, and </a:t>
            </a:r>
            <a:r>
              <a:rPr lang="en-US" altLang="en-US" dirty="0">
                <a:solidFill>
                  <a:schemeClr val="accent2"/>
                </a:solidFill>
              </a:rPr>
              <a:t>negative feedback</a:t>
            </a:r>
            <a:r>
              <a:rPr lang="en-US" altLang="en-US" dirty="0"/>
              <a:t> leads to stability</a:t>
            </a:r>
          </a:p>
          <a:p>
            <a:pPr eaLnBrk="1" hangingPunct="1"/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Imagine hooking the output to the inverting terminal:</a:t>
            </a:r>
          </a:p>
          <a:p>
            <a:pPr eaLnBrk="1" hangingPunct="1"/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If the output is less than </a:t>
            </a:r>
            <a:r>
              <a:rPr lang="en-US" altLang="en-US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r>
              <a:rPr lang="en-US" altLang="en-US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, it shoots positive</a:t>
            </a:r>
          </a:p>
          <a:p>
            <a:pPr eaLnBrk="1" hangingPunct="1"/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If the output is greater than </a:t>
            </a:r>
            <a:r>
              <a:rPr lang="en-US" altLang="en-US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r>
              <a:rPr lang="en-US" altLang="en-US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, it shoots negative</a:t>
            </a:r>
          </a:p>
          <a:p>
            <a:pPr lvl="1" eaLnBrk="1" hangingPunct="1"/>
            <a:r>
              <a:rPr lang="en-US" altLang="en-US" dirty="0"/>
              <a:t>result is that output quickly forces itself to be exactly </a:t>
            </a:r>
            <a:r>
              <a:rPr lang="en-US" altLang="en-US" i="1" dirty="0"/>
              <a:t>V</a:t>
            </a:r>
            <a:r>
              <a:rPr lang="en-US" altLang="en-US" baseline="-25000" dirty="0"/>
              <a:t>in</a:t>
            </a:r>
            <a:endParaRPr lang="en-US" altLang="en-US" dirty="0"/>
          </a:p>
        </p:txBody>
      </p:sp>
      <p:grpSp>
        <p:nvGrpSpPr>
          <p:cNvPr id="24583" name="Group 20">
            <a:extLst>
              <a:ext uri="{FF2B5EF4-FFF2-40B4-BE49-F238E27FC236}">
                <a16:creationId xmlns:a16="http://schemas.microsoft.com/office/drawing/2014/main" id="{41B39C45-6942-414A-916E-8B3D38156E8E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5029200"/>
            <a:ext cx="2286000" cy="1219200"/>
            <a:chOff x="1056" y="2876"/>
            <a:chExt cx="1440" cy="768"/>
          </a:xfrm>
        </p:grpSpPr>
        <p:sp>
          <p:nvSpPr>
            <p:cNvPr id="24587" name="AutoShape 5">
              <a:extLst>
                <a:ext uri="{FF2B5EF4-FFF2-40B4-BE49-F238E27FC236}">
                  <a16:creationId xmlns:a16="http://schemas.microsoft.com/office/drawing/2014/main" id="{5D43AC7F-AD86-4412-AD1C-8870C66F885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66" y="2900"/>
              <a:ext cx="768" cy="72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1B28F6"/>
                </a:solidFill>
              </a:endParaRPr>
            </a:p>
          </p:txBody>
        </p:sp>
        <p:sp>
          <p:nvSpPr>
            <p:cNvPr id="24588" name="Text Box 6">
              <a:extLst>
                <a:ext uri="{FF2B5EF4-FFF2-40B4-BE49-F238E27FC236}">
                  <a16:creationId xmlns:a16="http://schemas.microsoft.com/office/drawing/2014/main" id="{B7088C4A-AE9F-44EB-8DA1-B50CA72A0E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966"/>
              <a:ext cx="2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>
                  <a:solidFill>
                    <a:srgbClr val="000000"/>
                  </a:solidFill>
                  <a:sym typeface="Symbol" panose="05050102010706020507" pitchFamily="18" charset="2"/>
                </a:rPr>
                <a:t></a:t>
              </a:r>
              <a:endParaRPr lang="en-US" altLang="en-US" sz="2000">
                <a:solidFill>
                  <a:srgbClr val="1B28F6"/>
                </a:solidFill>
              </a:endParaRPr>
            </a:p>
          </p:txBody>
        </p:sp>
        <p:sp>
          <p:nvSpPr>
            <p:cNvPr id="24589" name="Text Box 7">
              <a:extLst>
                <a:ext uri="{FF2B5EF4-FFF2-40B4-BE49-F238E27FC236}">
                  <a16:creationId xmlns:a16="http://schemas.microsoft.com/office/drawing/2014/main" id="{C400FBF3-086F-423B-8420-5EE72CE2D5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3264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>
                  <a:solidFill>
                    <a:srgbClr val="000000"/>
                  </a:solidFill>
                  <a:sym typeface="Symbol" panose="05050102010706020507" pitchFamily="18" charset="2"/>
                </a:rPr>
                <a:t>+</a:t>
              </a:r>
              <a:endParaRPr lang="en-US" altLang="en-US" sz="2000">
                <a:solidFill>
                  <a:srgbClr val="1B28F6"/>
                </a:solidFill>
              </a:endParaRPr>
            </a:p>
          </p:txBody>
        </p:sp>
        <p:sp>
          <p:nvSpPr>
            <p:cNvPr id="24590" name="Line 8">
              <a:extLst>
                <a:ext uri="{FF2B5EF4-FFF2-40B4-BE49-F238E27FC236}">
                  <a16:creationId xmlns:a16="http://schemas.microsoft.com/office/drawing/2014/main" id="{E851BD55-8430-4600-8B6C-DA78A84315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3408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4591" name="Line 9">
              <a:extLst>
                <a:ext uri="{FF2B5EF4-FFF2-40B4-BE49-F238E27FC236}">
                  <a16:creationId xmlns:a16="http://schemas.microsoft.com/office/drawing/2014/main" id="{D8A5C65C-EA55-46CE-BCF4-A2165F57A6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3120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4592" name="Line 10">
              <a:extLst>
                <a:ext uri="{FF2B5EF4-FFF2-40B4-BE49-F238E27FC236}">
                  <a16:creationId xmlns:a16="http://schemas.microsoft.com/office/drawing/2014/main" id="{73831315-E077-4686-9DF4-9D3891FED8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3264"/>
              <a:ext cx="3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24584" name="Freeform 22">
            <a:extLst>
              <a:ext uri="{FF2B5EF4-FFF2-40B4-BE49-F238E27FC236}">
                <a16:creationId xmlns:a16="http://schemas.microsoft.com/office/drawing/2014/main" id="{19408D2A-C0DB-444B-A03F-6CA57D733B3D}"/>
              </a:ext>
            </a:extLst>
          </p:cNvPr>
          <p:cNvSpPr>
            <a:spLocks/>
          </p:cNvSpPr>
          <p:nvPr/>
        </p:nvSpPr>
        <p:spPr bwMode="auto">
          <a:xfrm>
            <a:off x="3200400" y="4806950"/>
            <a:ext cx="1981200" cy="838200"/>
          </a:xfrm>
          <a:custGeom>
            <a:avLst/>
            <a:gdLst>
              <a:gd name="T0" fmla="*/ 0 w 1248"/>
              <a:gd name="T1" fmla="*/ 609600 h 528"/>
              <a:gd name="T2" fmla="*/ 0 w 1248"/>
              <a:gd name="T3" fmla="*/ 0 h 528"/>
              <a:gd name="T4" fmla="*/ 1981200 w 1248"/>
              <a:gd name="T5" fmla="*/ 0 h 528"/>
              <a:gd name="T6" fmla="*/ 1981200 w 1248"/>
              <a:gd name="T7" fmla="*/ 838200 h 528"/>
              <a:gd name="T8" fmla="*/ 0 60000 65536"/>
              <a:gd name="T9" fmla="*/ 0 60000 65536"/>
              <a:gd name="T10" fmla="*/ 0 60000 65536"/>
              <a:gd name="T11" fmla="*/ 0 60000 65536"/>
              <a:gd name="T12" fmla="*/ 0 w 1248"/>
              <a:gd name="T13" fmla="*/ 0 h 528"/>
              <a:gd name="T14" fmla="*/ 1248 w 1248"/>
              <a:gd name="T15" fmla="*/ 528 h 5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48" h="528">
                <a:moveTo>
                  <a:pt x="0" y="384"/>
                </a:moveTo>
                <a:lnTo>
                  <a:pt x="0" y="0"/>
                </a:lnTo>
                <a:lnTo>
                  <a:pt x="1248" y="0"/>
                </a:lnTo>
                <a:lnTo>
                  <a:pt x="1248" y="528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24585" name="Text Box 23">
            <a:extLst>
              <a:ext uri="{FF2B5EF4-FFF2-40B4-BE49-F238E27FC236}">
                <a16:creationId xmlns:a16="http://schemas.microsoft.com/office/drawing/2014/main" id="{D6E912B0-4ACE-44E9-8910-F6C6887C3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7189" y="5721350"/>
            <a:ext cx="4286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V</a:t>
            </a:r>
            <a:r>
              <a:rPr lang="en-US" altLang="en-US" sz="1600" baseline="-25000">
                <a:solidFill>
                  <a:srgbClr val="000000"/>
                </a:solidFill>
              </a:rPr>
              <a:t>in</a:t>
            </a:r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24586" name="Text Box 24">
            <a:extLst>
              <a:ext uri="{FF2B5EF4-FFF2-40B4-BE49-F238E27FC236}">
                <a16:creationId xmlns:a16="http://schemas.microsoft.com/office/drawing/2014/main" id="{1EC9D82B-6DBB-4376-A214-8E26C6E56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525" y="5072063"/>
            <a:ext cx="25352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>
                <a:solidFill>
                  <a:srgbClr val="0B871F"/>
                </a:solidFill>
              </a:rPr>
              <a:t>negative feedback loop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33579DB-7183-4FDB-ABD8-309C7530F670}"/>
                  </a:ext>
                </a:extLst>
              </p14:cNvPr>
              <p14:cNvContentPartPr/>
              <p14:nvPr/>
            </p14:nvContentPartPr>
            <p14:xfrm>
              <a:off x="2929320" y="4443480"/>
              <a:ext cx="5200920" cy="1729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33579DB-7183-4FDB-ABD8-309C7530F67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19960" y="4434120"/>
                <a:ext cx="5219640" cy="174852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B92E8F-BF8E-4CD1-8114-FF5BB158B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ABD4E-94DA-4D63-8EB2-5B63A28BFE41}" type="datetime1">
              <a:rPr lang="en-US" altLang="en-US" smtClean="0"/>
              <a:t>3/3/2022</a:t>
            </a:fld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09A3B-CEBD-4CB0-862C-9924FB70A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55567-5058-4BFA-A7D7-637B413A66CB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Date Placeholder 3">
            <a:extLst>
              <a:ext uri="{FF2B5EF4-FFF2-40B4-BE49-F238E27FC236}">
                <a16:creationId xmlns:a16="http://schemas.microsoft.com/office/drawing/2014/main" id="{9DC9A055-1E2C-4C87-B8FE-3F26992B08C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fld id="{37E5EEA7-DE82-45C4-BC35-DE0A8925B0E4}" type="datetime1">
              <a:rPr lang="en-US" altLang="en-US" sz="1400" smtClean="0">
                <a:solidFill>
                  <a:srgbClr val="1B28F6"/>
                </a:solidFill>
              </a:rPr>
              <a:t>3/3/2022</a:t>
            </a:fld>
            <a:endParaRPr lang="en-US" altLang="en-US" sz="1400">
              <a:solidFill>
                <a:srgbClr val="1B28F6"/>
              </a:solidFill>
            </a:endParaRPr>
          </a:p>
        </p:txBody>
      </p:sp>
      <p:sp>
        <p:nvSpPr>
          <p:cNvPr id="26628" name="Slide Number Placeholder 5">
            <a:extLst>
              <a:ext uri="{FF2B5EF4-FFF2-40B4-BE49-F238E27FC236}">
                <a16:creationId xmlns:a16="http://schemas.microsoft.com/office/drawing/2014/main" id="{1F6E9746-69E4-45BB-A4FE-BE5BF804E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fld id="{03B82385-00BB-4D1D-9BC4-C2396D2787CE}" type="slidenum">
              <a:rPr lang="en-US" altLang="en-US" sz="1400">
                <a:solidFill>
                  <a:srgbClr val="1B28F6"/>
                </a:solidFill>
              </a:rPr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en-US" sz="1400">
              <a:solidFill>
                <a:srgbClr val="1B28F6"/>
              </a:solidFill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272B0462-CA6D-4E7C-9CAF-45DFFB7AC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Even under load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068CA2E1-C2E3-4009-8A44-A951FAD659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Even if we load the output (which as pictured wants to drag the output to ground)…</a:t>
            </a:r>
          </a:p>
          <a:p>
            <a:pPr lvl="1" eaLnBrk="1" hangingPunct="1"/>
            <a:r>
              <a:rPr lang="en-US" altLang="en-US"/>
              <a:t>the op-amp will do </a:t>
            </a:r>
            <a:r>
              <a:rPr lang="en-US" altLang="en-US">
                <a:solidFill>
                  <a:schemeClr val="accent2"/>
                </a:solidFill>
              </a:rPr>
              <a:t>everything it can</a:t>
            </a:r>
            <a:r>
              <a:rPr lang="en-US" altLang="en-US"/>
              <a:t> within its current limitations to drive the output until the inverting input reaches </a:t>
            </a:r>
            <a:r>
              <a:rPr lang="en-US" altLang="en-US" i="1"/>
              <a:t>V</a:t>
            </a:r>
            <a:r>
              <a:rPr lang="en-US" altLang="en-US" baseline="-25000"/>
              <a:t>in</a:t>
            </a:r>
            <a:r>
              <a:rPr lang="en-US" altLang="en-US"/>
              <a:t> </a:t>
            </a:r>
          </a:p>
          <a:p>
            <a:pPr lvl="1" eaLnBrk="1" hangingPunct="1"/>
            <a:r>
              <a:rPr lang="en-US" altLang="en-US"/>
              <a:t>negative feedback makes it </a:t>
            </a:r>
            <a:r>
              <a:rPr lang="en-US" altLang="en-US">
                <a:solidFill>
                  <a:schemeClr val="accent2"/>
                </a:solidFill>
              </a:rPr>
              <a:t>self-correcting</a:t>
            </a:r>
          </a:p>
          <a:p>
            <a:pPr lvl="1" eaLnBrk="1" hangingPunct="1"/>
            <a:r>
              <a:rPr lang="en-US" altLang="en-US"/>
              <a:t>in this case, the op-amp drives (or pulls, if </a:t>
            </a:r>
            <a:r>
              <a:rPr lang="en-US" altLang="en-US" i="1"/>
              <a:t>V</a:t>
            </a:r>
            <a:r>
              <a:rPr lang="en-US" altLang="en-US" baseline="-25000"/>
              <a:t>in</a:t>
            </a:r>
            <a:r>
              <a:rPr lang="en-US" altLang="en-US"/>
              <a:t> is negative) a current through the load until the output equals </a:t>
            </a:r>
            <a:r>
              <a:rPr lang="en-US" altLang="en-US" i="1"/>
              <a:t>V</a:t>
            </a:r>
            <a:r>
              <a:rPr lang="en-US" altLang="en-US" baseline="-25000"/>
              <a:t>in</a:t>
            </a:r>
            <a:r>
              <a:rPr lang="en-US" altLang="en-US"/>
              <a:t> </a:t>
            </a:r>
          </a:p>
          <a:p>
            <a:pPr lvl="1" eaLnBrk="1" hangingPunct="1"/>
            <a:r>
              <a:rPr lang="en-US" altLang="en-US"/>
              <a:t>so what we have here is a </a:t>
            </a:r>
            <a:r>
              <a:rPr lang="en-US" altLang="en-US">
                <a:solidFill>
                  <a:schemeClr val="accent2"/>
                </a:solidFill>
              </a:rPr>
              <a:t>buffer</a:t>
            </a:r>
            <a:r>
              <a:rPr lang="en-US" altLang="en-US"/>
              <a:t>: can apply </a:t>
            </a:r>
            <a:r>
              <a:rPr lang="en-US" altLang="en-US" i="1"/>
              <a:t>V</a:t>
            </a:r>
            <a:r>
              <a:rPr lang="en-US" altLang="en-US" baseline="-25000"/>
              <a:t>in</a:t>
            </a:r>
            <a:r>
              <a:rPr lang="en-US" altLang="en-US"/>
              <a:t> to a load </a:t>
            </a:r>
            <a:r>
              <a:rPr lang="en-US" altLang="en-US">
                <a:solidFill>
                  <a:schemeClr val="accent2"/>
                </a:solidFill>
              </a:rPr>
              <a:t>without burdening</a:t>
            </a:r>
            <a:r>
              <a:rPr lang="en-US" altLang="en-US"/>
              <a:t> the source of </a:t>
            </a:r>
            <a:r>
              <a:rPr lang="en-US" altLang="en-US" i="1"/>
              <a:t>V</a:t>
            </a:r>
            <a:r>
              <a:rPr lang="en-US" altLang="en-US" baseline="-25000"/>
              <a:t>in</a:t>
            </a:r>
            <a:r>
              <a:rPr lang="en-US" altLang="en-US"/>
              <a:t> with </a:t>
            </a:r>
            <a:r>
              <a:rPr lang="en-US" altLang="en-US" i="1"/>
              <a:t>any</a:t>
            </a:r>
            <a:r>
              <a:rPr lang="en-US" altLang="en-US"/>
              <a:t> current!</a:t>
            </a:r>
          </a:p>
        </p:txBody>
      </p:sp>
      <p:grpSp>
        <p:nvGrpSpPr>
          <p:cNvPr id="26631" name="Group 4">
            <a:extLst>
              <a:ext uri="{FF2B5EF4-FFF2-40B4-BE49-F238E27FC236}">
                <a16:creationId xmlns:a16="http://schemas.microsoft.com/office/drawing/2014/main" id="{E347D605-2C7E-48F9-8102-E8224DBCF32E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5029200"/>
            <a:ext cx="2286000" cy="1219200"/>
            <a:chOff x="1056" y="2876"/>
            <a:chExt cx="1440" cy="768"/>
          </a:xfrm>
        </p:grpSpPr>
        <p:sp>
          <p:nvSpPr>
            <p:cNvPr id="26641" name="AutoShape 5">
              <a:extLst>
                <a:ext uri="{FF2B5EF4-FFF2-40B4-BE49-F238E27FC236}">
                  <a16:creationId xmlns:a16="http://schemas.microsoft.com/office/drawing/2014/main" id="{661321DC-0184-42E8-9C8E-1DA798C7ACC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66" y="2900"/>
              <a:ext cx="768" cy="72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1B28F6"/>
                </a:solidFill>
              </a:endParaRPr>
            </a:p>
          </p:txBody>
        </p:sp>
        <p:sp>
          <p:nvSpPr>
            <p:cNvPr id="26642" name="Text Box 6">
              <a:extLst>
                <a:ext uri="{FF2B5EF4-FFF2-40B4-BE49-F238E27FC236}">
                  <a16:creationId xmlns:a16="http://schemas.microsoft.com/office/drawing/2014/main" id="{19CCB6D3-83A1-4C2B-8A5E-12144E5F61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966"/>
              <a:ext cx="2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>
                  <a:solidFill>
                    <a:srgbClr val="000000"/>
                  </a:solidFill>
                  <a:sym typeface="Symbol" panose="05050102010706020507" pitchFamily="18" charset="2"/>
                </a:rPr>
                <a:t></a:t>
              </a:r>
              <a:endParaRPr lang="en-US" altLang="en-US" sz="2000">
                <a:solidFill>
                  <a:srgbClr val="1B28F6"/>
                </a:solidFill>
              </a:endParaRPr>
            </a:p>
          </p:txBody>
        </p:sp>
        <p:sp>
          <p:nvSpPr>
            <p:cNvPr id="26643" name="Text Box 7">
              <a:extLst>
                <a:ext uri="{FF2B5EF4-FFF2-40B4-BE49-F238E27FC236}">
                  <a16:creationId xmlns:a16="http://schemas.microsoft.com/office/drawing/2014/main" id="{6551450E-E93F-4FDB-9043-2A98809DCB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3264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>
                  <a:solidFill>
                    <a:srgbClr val="000000"/>
                  </a:solidFill>
                  <a:sym typeface="Symbol" panose="05050102010706020507" pitchFamily="18" charset="2"/>
                </a:rPr>
                <a:t>+</a:t>
              </a:r>
              <a:endParaRPr lang="en-US" altLang="en-US" sz="2000">
                <a:solidFill>
                  <a:srgbClr val="1B28F6"/>
                </a:solidFill>
              </a:endParaRPr>
            </a:p>
          </p:txBody>
        </p:sp>
        <p:sp>
          <p:nvSpPr>
            <p:cNvPr id="26644" name="Line 8">
              <a:extLst>
                <a:ext uri="{FF2B5EF4-FFF2-40B4-BE49-F238E27FC236}">
                  <a16:creationId xmlns:a16="http://schemas.microsoft.com/office/drawing/2014/main" id="{ECFDCC95-2CFE-4DEA-A1BA-EFD1676DF6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3408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6645" name="Line 9">
              <a:extLst>
                <a:ext uri="{FF2B5EF4-FFF2-40B4-BE49-F238E27FC236}">
                  <a16:creationId xmlns:a16="http://schemas.microsoft.com/office/drawing/2014/main" id="{561D0080-4156-49FB-9BA8-209B419606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3120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6646" name="Line 10">
              <a:extLst>
                <a:ext uri="{FF2B5EF4-FFF2-40B4-BE49-F238E27FC236}">
                  <a16:creationId xmlns:a16="http://schemas.microsoft.com/office/drawing/2014/main" id="{9D613D94-BC10-4729-A7C1-DD3B3F8F4D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3264"/>
              <a:ext cx="3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26632" name="Freeform 11">
            <a:extLst>
              <a:ext uri="{FF2B5EF4-FFF2-40B4-BE49-F238E27FC236}">
                <a16:creationId xmlns:a16="http://schemas.microsoft.com/office/drawing/2014/main" id="{666A4F29-575A-41B0-A7F2-3B1E6788D8F2}"/>
              </a:ext>
            </a:extLst>
          </p:cNvPr>
          <p:cNvSpPr>
            <a:spLocks/>
          </p:cNvSpPr>
          <p:nvPr/>
        </p:nvSpPr>
        <p:spPr bwMode="auto">
          <a:xfrm>
            <a:off x="3200400" y="4806950"/>
            <a:ext cx="1981200" cy="838200"/>
          </a:xfrm>
          <a:custGeom>
            <a:avLst/>
            <a:gdLst>
              <a:gd name="T0" fmla="*/ 0 w 1248"/>
              <a:gd name="T1" fmla="*/ 609600 h 528"/>
              <a:gd name="T2" fmla="*/ 0 w 1248"/>
              <a:gd name="T3" fmla="*/ 0 h 528"/>
              <a:gd name="T4" fmla="*/ 1981200 w 1248"/>
              <a:gd name="T5" fmla="*/ 0 h 528"/>
              <a:gd name="T6" fmla="*/ 1981200 w 1248"/>
              <a:gd name="T7" fmla="*/ 838200 h 528"/>
              <a:gd name="T8" fmla="*/ 0 60000 65536"/>
              <a:gd name="T9" fmla="*/ 0 60000 65536"/>
              <a:gd name="T10" fmla="*/ 0 60000 65536"/>
              <a:gd name="T11" fmla="*/ 0 60000 65536"/>
              <a:gd name="T12" fmla="*/ 0 w 1248"/>
              <a:gd name="T13" fmla="*/ 0 h 528"/>
              <a:gd name="T14" fmla="*/ 1248 w 1248"/>
              <a:gd name="T15" fmla="*/ 528 h 5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48" h="528">
                <a:moveTo>
                  <a:pt x="0" y="384"/>
                </a:moveTo>
                <a:lnTo>
                  <a:pt x="0" y="0"/>
                </a:lnTo>
                <a:lnTo>
                  <a:pt x="1248" y="0"/>
                </a:lnTo>
                <a:lnTo>
                  <a:pt x="1248" y="528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26633" name="Text Box 12">
            <a:extLst>
              <a:ext uri="{FF2B5EF4-FFF2-40B4-BE49-F238E27FC236}">
                <a16:creationId xmlns:a16="http://schemas.microsoft.com/office/drawing/2014/main" id="{DBDE5776-41BC-4A2A-914A-EFCE3DE76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1" y="5721350"/>
            <a:ext cx="4286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V</a:t>
            </a:r>
            <a:r>
              <a:rPr lang="en-US" altLang="en-US" sz="1600" baseline="-25000">
                <a:solidFill>
                  <a:srgbClr val="000000"/>
                </a:solidFill>
              </a:rPr>
              <a:t>in</a:t>
            </a:r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26634" name="Freeform 13">
            <a:extLst>
              <a:ext uri="{FF2B5EF4-FFF2-40B4-BE49-F238E27FC236}">
                <a16:creationId xmlns:a16="http://schemas.microsoft.com/office/drawing/2014/main" id="{A31503C5-53FC-468D-AEF3-8DB7906D517C}"/>
              </a:ext>
            </a:extLst>
          </p:cNvPr>
          <p:cNvSpPr>
            <a:spLocks/>
          </p:cNvSpPr>
          <p:nvPr/>
        </p:nvSpPr>
        <p:spPr bwMode="auto">
          <a:xfrm>
            <a:off x="5410200" y="5648325"/>
            <a:ext cx="152400" cy="533400"/>
          </a:xfrm>
          <a:custGeom>
            <a:avLst/>
            <a:gdLst>
              <a:gd name="T0" fmla="*/ 76200 w 96"/>
              <a:gd name="T1" fmla="*/ 0 h 336"/>
              <a:gd name="T2" fmla="*/ 76200 w 96"/>
              <a:gd name="T3" fmla="*/ 76200 h 336"/>
              <a:gd name="T4" fmla="*/ 152400 w 96"/>
              <a:gd name="T5" fmla="*/ 152400 h 336"/>
              <a:gd name="T6" fmla="*/ 0 w 96"/>
              <a:gd name="T7" fmla="*/ 228600 h 336"/>
              <a:gd name="T8" fmla="*/ 152400 w 96"/>
              <a:gd name="T9" fmla="*/ 304800 h 336"/>
              <a:gd name="T10" fmla="*/ 0 w 96"/>
              <a:gd name="T11" fmla="*/ 381000 h 336"/>
              <a:gd name="T12" fmla="*/ 76200 w 96"/>
              <a:gd name="T13" fmla="*/ 457200 h 336"/>
              <a:gd name="T14" fmla="*/ 76200 w 96"/>
              <a:gd name="T15" fmla="*/ 533400 h 3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96"/>
              <a:gd name="T25" fmla="*/ 0 h 336"/>
              <a:gd name="T26" fmla="*/ 96 w 96"/>
              <a:gd name="T27" fmla="*/ 336 h 3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96" h="336">
                <a:moveTo>
                  <a:pt x="48" y="0"/>
                </a:moveTo>
                <a:lnTo>
                  <a:pt x="48" y="48"/>
                </a:lnTo>
                <a:lnTo>
                  <a:pt x="96" y="96"/>
                </a:lnTo>
                <a:lnTo>
                  <a:pt x="0" y="144"/>
                </a:lnTo>
                <a:lnTo>
                  <a:pt x="96" y="192"/>
                </a:lnTo>
                <a:lnTo>
                  <a:pt x="0" y="240"/>
                </a:lnTo>
                <a:lnTo>
                  <a:pt x="48" y="288"/>
                </a:lnTo>
                <a:lnTo>
                  <a:pt x="48" y="336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grpSp>
        <p:nvGrpSpPr>
          <p:cNvPr id="26635" name="Group 18">
            <a:extLst>
              <a:ext uri="{FF2B5EF4-FFF2-40B4-BE49-F238E27FC236}">
                <a16:creationId xmlns:a16="http://schemas.microsoft.com/office/drawing/2014/main" id="{332843AE-1FA4-4D75-89F0-E3167DA09D21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6172200"/>
            <a:ext cx="304800" cy="228600"/>
            <a:chOff x="2928" y="3600"/>
            <a:chExt cx="192" cy="144"/>
          </a:xfrm>
        </p:grpSpPr>
        <p:sp>
          <p:nvSpPr>
            <p:cNvPr id="26637" name="Line 14">
              <a:extLst>
                <a:ext uri="{FF2B5EF4-FFF2-40B4-BE49-F238E27FC236}">
                  <a16:creationId xmlns:a16="http://schemas.microsoft.com/office/drawing/2014/main" id="{0C01C1E7-C02E-49C3-A2C4-F11907F7B4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600"/>
              <a:ext cx="0" cy="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6638" name="Line 15">
              <a:extLst>
                <a:ext uri="{FF2B5EF4-FFF2-40B4-BE49-F238E27FC236}">
                  <a16:creationId xmlns:a16="http://schemas.microsoft.com/office/drawing/2014/main" id="{B9E686A2-B2D9-4E0E-B194-9D79157FE8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3648"/>
              <a:ext cx="1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6639" name="Line 16">
              <a:extLst>
                <a:ext uri="{FF2B5EF4-FFF2-40B4-BE49-F238E27FC236}">
                  <a16:creationId xmlns:a16="http://schemas.microsoft.com/office/drawing/2014/main" id="{D61BBFAE-55D9-4C23-B05A-66F4F2837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3696"/>
              <a:ext cx="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6640" name="Line 17">
              <a:extLst>
                <a:ext uri="{FF2B5EF4-FFF2-40B4-BE49-F238E27FC236}">
                  <a16:creationId xmlns:a16="http://schemas.microsoft.com/office/drawing/2014/main" id="{D7CC24AF-F168-4F0C-9C6C-999B9045A1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" y="3744"/>
              <a:ext cx="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26636" name="Text Box 19">
            <a:extLst>
              <a:ext uri="{FF2B5EF4-FFF2-40B4-BE49-F238E27FC236}">
                <a16:creationId xmlns:a16="http://schemas.microsoft.com/office/drawing/2014/main" id="{197CF5AA-0FF3-408C-B985-91191D388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4925" y="5300664"/>
            <a:ext cx="4135438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>
                <a:solidFill>
                  <a:srgbClr val="FF2C2C"/>
                </a:solidFill>
              </a:rPr>
              <a:t>Important note</a:t>
            </a:r>
            <a:r>
              <a:rPr lang="en-US" altLang="en-US" sz="1800">
                <a:solidFill>
                  <a:srgbClr val="1B28F6"/>
                </a:solidFill>
              </a:rPr>
              <a:t>: op-amp output terminal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>
                <a:solidFill>
                  <a:srgbClr val="1B28F6"/>
                </a:solidFill>
              </a:rPr>
              <a:t>sources/sinks current </a:t>
            </a:r>
            <a:r>
              <a:rPr lang="en-US" altLang="en-US" sz="1800">
                <a:solidFill>
                  <a:srgbClr val="0B871F"/>
                </a:solidFill>
              </a:rPr>
              <a:t>at will</a:t>
            </a:r>
            <a:r>
              <a:rPr lang="en-US" altLang="en-US" sz="1800">
                <a:solidFill>
                  <a:srgbClr val="1B28F6"/>
                </a:solidFill>
              </a:rPr>
              <a:t>: </a:t>
            </a:r>
            <a:r>
              <a:rPr lang="en-US" altLang="en-US" sz="1800">
                <a:solidFill>
                  <a:srgbClr val="FF2C2C"/>
                </a:solidFill>
              </a:rPr>
              <a:t>not like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>
                <a:solidFill>
                  <a:srgbClr val="1B28F6"/>
                </a:solidFill>
              </a:rPr>
              <a:t>inputs that have no current flow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6266AB57-4C88-478F-81C0-9F10D8F898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Positive feedback pathology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61A57680-9354-49E4-9DA5-A23B0061CE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 the configuration below, if the + input is even a smidge higher than </a:t>
            </a:r>
            <a:r>
              <a:rPr lang="en-US" altLang="en-US" i="1"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r>
              <a:rPr lang="en-US" altLang="en-US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in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, the output goes way positive</a:t>
            </a:r>
          </a:p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This makes the + terminal even </a:t>
            </a:r>
            <a:r>
              <a:rPr lang="en-US" altLang="en-US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more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positive than </a:t>
            </a:r>
            <a:r>
              <a:rPr lang="en-US" altLang="en-US" i="1"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r>
              <a:rPr lang="en-US" altLang="en-US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in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, making the situation worse</a:t>
            </a:r>
          </a:p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This system will immediately “</a:t>
            </a:r>
            <a:r>
              <a:rPr lang="en-US" altLang="en-US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rail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” at the supply voltage</a:t>
            </a:r>
          </a:p>
          <a:p>
            <a:pPr lvl="1" eaLnBrk="1" hangingPunct="1"/>
            <a:r>
              <a:rPr lang="en-US" altLang="en-US"/>
              <a:t>could rail either direction, depending on initial offset</a:t>
            </a:r>
          </a:p>
        </p:txBody>
      </p:sp>
      <p:grpSp>
        <p:nvGrpSpPr>
          <p:cNvPr id="28679" name="Group 4">
            <a:extLst>
              <a:ext uri="{FF2B5EF4-FFF2-40B4-BE49-F238E27FC236}">
                <a16:creationId xmlns:a16="http://schemas.microsoft.com/office/drawing/2014/main" id="{2F04FB76-BDEF-4B21-BC56-D5534E12C165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4408488"/>
            <a:ext cx="2286000" cy="1219200"/>
            <a:chOff x="1056" y="2876"/>
            <a:chExt cx="1440" cy="768"/>
          </a:xfrm>
        </p:grpSpPr>
        <p:sp>
          <p:nvSpPr>
            <p:cNvPr id="28683" name="AutoShape 5">
              <a:extLst>
                <a:ext uri="{FF2B5EF4-FFF2-40B4-BE49-F238E27FC236}">
                  <a16:creationId xmlns:a16="http://schemas.microsoft.com/office/drawing/2014/main" id="{1C30274B-BC22-44F2-97EC-1098259CD93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66" y="2900"/>
              <a:ext cx="768" cy="72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1B28F6"/>
                </a:solidFill>
              </a:endParaRPr>
            </a:p>
          </p:txBody>
        </p:sp>
        <p:sp>
          <p:nvSpPr>
            <p:cNvPr id="28684" name="Text Box 6">
              <a:extLst>
                <a:ext uri="{FF2B5EF4-FFF2-40B4-BE49-F238E27FC236}">
                  <a16:creationId xmlns:a16="http://schemas.microsoft.com/office/drawing/2014/main" id="{78EF9F50-5718-43C2-9457-844085C2FE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966"/>
              <a:ext cx="2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>
                  <a:solidFill>
                    <a:srgbClr val="000000"/>
                  </a:solidFill>
                  <a:sym typeface="Symbol" panose="05050102010706020507" pitchFamily="18" charset="2"/>
                </a:rPr>
                <a:t></a:t>
              </a:r>
              <a:endParaRPr lang="en-US" altLang="en-US" sz="2000">
                <a:solidFill>
                  <a:srgbClr val="1B28F6"/>
                </a:solidFill>
              </a:endParaRPr>
            </a:p>
          </p:txBody>
        </p:sp>
        <p:sp>
          <p:nvSpPr>
            <p:cNvPr id="28685" name="Text Box 7">
              <a:extLst>
                <a:ext uri="{FF2B5EF4-FFF2-40B4-BE49-F238E27FC236}">
                  <a16:creationId xmlns:a16="http://schemas.microsoft.com/office/drawing/2014/main" id="{06259088-E85E-42C7-8467-8BF78BD002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3264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>
                  <a:solidFill>
                    <a:srgbClr val="000000"/>
                  </a:solidFill>
                  <a:sym typeface="Symbol" panose="05050102010706020507" pitchFamily="18" charset="2"/>
                </a:rPr>
                <a:t>+</a:t>
              </a:r>
              <a:endParaRPr lang="en-US" altLang="en-US" sz="2000">
                <a:solidFill>
                  <a:srgbClr val="1B28F6"/>
                </a:solidFill>
              </a:endParaRPr>
            </a:p>
          </p:txBody>
        </p:sp>
        <p:sp>
          <p:nvSpPr>
            <p:cNvPr id="28686" name="Line 8">
              <a:extLst>
                <a:ext uri="{FF2B5EF4-FFF2-40B4-BE49-F238E27FC236}">
                  <a16:creationId xmlns:a16="http://schemas.microsoft.com/office/drawing/2014/main" id="{6339218C-7AAA-40F2-BAB7-B91F753F35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3408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8687" name="Line 9">
              <a:extLst>
                <a:ext uri="{FF2B5EF4-FFF2-40B4-BE49-F238E27FC236}">
                  <a16:creationId xmlns:a16="http://schemas.microsoft.com/office/drawing/2014/main" id="{369C85D3-D44E-443F-AEC0-9363DACA27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3120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8688" name="Line 10">
              <a:extLst>
                <a:ext uri="{FF2B5EF4-FFF2-40B4-BE49-F238E27FC236}">
                  <a16:creationId xmlns:a16="http://schemas.microsoft.com/office/drawing/2014/main" id="{9F74B338-EA8E-4465-8758-FDA5382D59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3264"/>
              <a:ext cx="3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28680" name="Freeform 11">
            <a:extLst>
              <a:ext uri="{FF2B5EF4-FFF2-40B4-BE49-F238E27FC236}">
                <a16:creationId xmlns:a16="http://schemas.microsoft.com/office/drawing/2014/main" id="{6D48BCF0-C123-49B7-BF9A-E3D80FDDDFCC}"/>
              </a:ext>
            </a:extLst>
          </p:cNvPr>
          <p:cNvSpPr>
            <a:spLocks/>
          </p:cNvSpPr>
          <p:nvPr/>
        </p:nvSpPr>
        <p:spPr bwMode="auto">
          <a:xfrm flipV="1">
            <a:off x="4724400" y="5029200"/>
            <a:ext cx="1981200" cy="838200"/>
          </a:xfrm>
          <a:custGeom>
            <a:avLst/>
            <a:gdLst>
              <a:gd name="T0" fmla="*/ 0 w 1248"/>
              <a:gd name="T1" fmla="*/ 609600 h 528"/>
              <a:gd name="T2" fmla="*/ 0 w 1248"/>
              <a:gd name="T3" fmla="*/ 0 h 528"/>
              <a:gd name="T4" fmla="*/ 1981200 w 1248"/>
              <a:gd name="T5" fmla="*/ 0 h 528"/>
              <a:gd name="T6" fmla="*/ 1981200 w 1248"/>
              <a:gd name="T7" fmla="*/ 838200 h 528"/>
              <a:gd name="T8" fmla="*/ 0 60000 65536"/>
              <a:gd name="T9" fmla="*/ 0 60000 65536"/>
              <a:gd name="T10" fmla="*/ 0 60000 65536"/>
              <a:gd name="T11" fmla="*/ 0 60000 65536"/>
              <a:gd name="T12" fmla="*/ 0 w 1248"/>
              <a:gd name="T13" fmla="*/ 0 h 528"/>
              <a:gd name="T14" fmla="*/ 1248 w 1248"/>
              <a:gd name="T15" fmla="*/ 528 h 5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48" h="528">
                <a:moveTo>
                  <a:pt x="0" y="384"/>
                </a:moveTo>
                <a:lnTo>
                  <a:pt x="0" y="0"/>
                </a:lnTo>
                <a:lnTo>
                  <a:pt x="1248" y="0"/>
                </a:lnTo>
                <a:lnTo>
                  <a:pt x="1248" y="528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28681" name="Text Box 12">
            <a:extLst>
              <a:ext uri="{FF2B5EF4-FFF2-40B4-BE49-F238E27FC236}">
                <a16:creationId xmlns:a16="http://schemas.microsoft.com/office/drawing/2014/main" id="{0E52FFEA-2305-461F-81D1-0FA70E5BE5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1514" y="4692650"/>
            <a:ext cx="4286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V</a:t>
            </a:r>
            <a:r>
              <a:rPr lang="en-US" altLang="en-US" sz="1600" baseline="-25000">
                <a:solidFill>
                  <a:srgbClr val="000000"/>
                </a:solidFill>
              </a:rPr>
              <a:t>in</a:t>
            </a:r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28682" name="Text Box 13">
            <a:extLst>
              <a:ext uri="{FF2B5EF4-FFF2-40B4-BE49-F238E27FC236}">
                <a16:creationId xmlns:a16="http://schemas.microsoft.com/office/drawing/2014/main" id="{9D29D802-FCBC-44B1-BEAF-6968E481F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5153026"/>
            <a:ext cx="33682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2C2C"/>
                </a:solidFill>
              </a:rPr>
              <a:t>positive feedback: BAD</a:t>
            </a: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DD8EB3-6A85-4D48-9795-F1506C230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4E5C9-20E0-4771-B0B9-122B69F49C37}" type="datetime1">
              <a:rPr lang="en-US" altLang="en-US" smtClean="0"/>
              <a:t>3/3/2022</a:t>
            </a:fld>
            <a:endParaRPr lang="en-US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B1BED7-5212-4331-A28E-5541858FC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55567-5058-4BFA-A7D7-637B413A66CB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4144E5F7-F5BD-4F73-BC16-F80DEA06D9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Op-Amp “</a:t>
            </a:r>
            <a:r>
              <a:rPr lang="en-US" alt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Golden Rules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”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CAD03309-E04E-4548-A3BB-68D636E575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When an op-amp is configured in </a:t>
            </a:r>
            <a:r>
              <a:rPr lang="en-US" altLang="en-US" i="1">
                <a:effectLst>
                  <a:outerShdw blurRad="38100" dist="38100" dir="2700000" algn="tl">
                    <a:srgbClr val="C0C0C0"/>
                  </a:outerShdw>
                </a:effectLst>
              </a:rPr>
              <a:t>any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negative-feedback arrangement, it will obey the following two rules:</a:t>
            </a:r>
          </a:p>
          <a:p>
            <a:pPr eaLnBrk="1" hangingPunct="1"/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 eaLnBrk="1" hangingPunct="1"/>
            <a:r>
              <a:rPr lang="en-US" altLang="en-US"/>
              <a:t>The inputs to the op-amp </a:t>
            </a:r>
            <a:r>
              <a:rPr lang="en-US" altLang="en-US">
                <a:solidFill>
                  <a:schemeClr val="accent2"/>
                </a:solidFill>
              </a:rPr>
              <a:t>draw or source no current</a:t>
            </a:r>
            <a:r>
              <a:rPr lang="en-US" altLang="en-US"/>
              <a:t> (true whether negative feedback or not)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The op-amp output will do </a:t>
            </a:r>
            <a:r>
              <a:rPr lang="en-US" altLang="en-US">
                <a:solidFill>
                  <a:schemeClr val="accent2"/>
                </a:solidFill>
              </a:rPr>
              <a:t>whatever it can</a:t>
            </a:r>
            <a:r>
              <a:rPr lang="en-US" altLang="en-US"/>
              <a:t> (within its limitations) to make the </a:t>
            </a:r>
            <a:r>
              <a:rPr lang="en-US" altLang="en-US">
                <a:solidFill>
                  <a:schemeClr val="accent2"/>
                </a:solidFill>
              </a:rPr>
              <a:t>voltage difference</a:t>
            </a:r>
            <a:r>
              <a:rPr lang="en-US" altLang="en-US"/>
              <a:t> between the two inputs </a:t>
            </a:r>
            <a:r>
              <a:rPr lang="en-US" altLang="en-US">
                <a:solidFill>
                  <a:schemeClr val="hlink"/>
                </a:solidFill>
              </a:rPr>
              <a:t>zero</a:t>
            </a:r>
            <a:endParaRPr lang="en-US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2FADDE-A86D-41E0-9E47-4FA611B38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3A118-DBD6-4B32-A376-2403F9D4C72F}" type="datetime1">
              <a:rPr lang="en-US" altLang="en-US" smtClean="0"/>
              <a:t>3/3/2022</a:t>
            </a:fld>
            <a:endParaRPr lang="en-US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C27B68-9F25-4BDB-93B2-EF01F5B91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55567-5058-4BFA-A7D7-637B413A66CB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BF7A7F83-F7D3-4670-B0BE-D8F167DD4F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-762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Inverting amplifier example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477066C3-FAE6-44DF-B6AA-895B2F9725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3048000"/>
            <a:ext cx="7772400" cy="3505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Applying the rules: 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 terminal at “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virtual ground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”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so current through </a:t>
            </a:r>
            <a:r>
              <a:rPr lang="en-US" altLang="en-US" i="1"/>
              <a:t>R</a:t>
            </a:r>
            <a:r>
              <a:rPr lang="en-US" altLang="en-US" baseline="-25000"/>
              <a:t>1</a:t>
            </a:r>
            <a:r>
              <a:rPr lang="en-US" altLang="en-US"/>
              <a:t> is </a:t>
            </a:r>
            <a:r>
              <a:rPr lang="en-US" altLang="en-US" i="1"/>
              <a:t>I</a:t>
            </a:r>
            <a:r>
              <a:rPr lang="en-US" altLang="en-US" baseline="-25000"/>
              <a:t>f</a:t>
            </a:r>
            <a:r>
              <a:rPr lang="en-US" altLang="en-US"/>
              <a:t> = </a:t>
            </a:r>
            <a:r>
              <a:rPr lang="en-US" altLang="en-US" i="1"/>
              <a:t>V</a:t>
            </a:r>
            <a:r>
              <a:rPr lang="en-US" altLang="en-US" baseline="-25000"/>
              <a:t>in</a:t>
            </a:r>
            <a:r>
              <a:rPr lang="en-US" altLang="en-US"/>
              <a:t>/</a:t>
            </a:r>
            <a:r>
              <a:rPr lang="en-US" altLang="en-US" i="1"/>
              <a:t>R</a:t>
            </a:r>
            <a:r>
              <a:rPr lang="en-US" altLang="en-US" baseline="-25000"/>
              <a:t>1</a:t>
            </a:r>
            <a:r>
              <a:rPr lang="en-US" altLang="en-US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Current does not flow into op-amp (one of our rules)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so the current through </a:t>
            </a:r>
            <a:r>
              <a:rPr lang="en-US" altLang="en-US" i="1"/>
              <a:t>R</a:t>
            </a:r>
            <a:r>
              <a:rPr lang="en-US" altLang="en-US" baseline="-25000"/>
              <a:t>1</a:t>
            </a:r>
            <a:r>
              <a:rPr lang="en-US" altLang="en-US"/>
              <a:t> must go through </a:t>
            </a:r>
            <a:r>
              <a:rPr lang="en-US" altLang="en-US" i="1"/>
              <a:t>R</a:t>
            </a:r>
            <a:r>
              <a:rPr lang="en-US" altLang="en-US" baseline="-25000"/>
              <a:t>2</a:t>
            </a:r>
            <a:r>
              <a:rPr lang="en-US" altLang="en-US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voltage drop across </a:t>
            </a:r>
            <a:r>
              <a:rPr lang="en-US" altLang="en-US" i="1"/>
              <a:t>R</a:t>
            </a:r>
            <a:r>
              <a:rPr lang="en-US" altLang="en-US" baseline="-25000"/>
              <a:t>2</a:t>
            </a:r>
            <a:r>
              <a:rPr lang="en-US" altLang="en-US"/>
              <a:t> is then </a:t>
            </a:r>
            <a:r>
              <a:rPr lang="en-US" altLang="en-US" i="1"/>
              <a:t>I</a:t>
            </a:r>
            <a:r>
              <a:rPr lang="en-US" altLang="en-US" baseline="-25000"/>
              <a:t>f</a:t>
            </a:r>
            <a:r>
              <a:rPr lang="en-US" altLang="en-US" i="1"/>
              <a:t>R</a:t>
            </a:r>
            <a:r>
              <a:rPr lang="en-US" altLang="en-US" baseline="-25000"/>
              <a:t>2</a:t>
            </a:r>
            <a:r>
              <a:rPr lang="en-US" altLang="en-US"/>
              <a:t> = </a:t>
            </a:r>
            <a:r>
              <a:rPr lang="en-US" altLang="en-US" i="1"/>
              <a:t>V</a:t>
            </a:r>
            <a:r>
              <a:rPr lang="en-US" altLang="en-US" baseline="-25000"/>
              <a:t>in</a:t>
            </a:r>
            <a:r>
              <a:rPr lang="en-US" altLang="en-US">
                <a:sym typeface="Symbol" panose="05050102010706020507" pitchFamily="18" charset="2"/>
              </a:rPr>
              <a:t>(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2</a:t>
            </a:r>
            <a:r>
              <a:rPr lang="en-US" altLang="en-US">
                <a:sym typeface="Symbol" panose="05050102010706020507" pitchFamily="18" charset="2"/>
              </a:rPr>
              <a:t>/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1</a:t>
            </a:r>
            <a:r>
              <a:rPr lang="en-US" altLang="en-US"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So </a:t>
            </a:r>
            <a:r>
              <a:rPr lang="en-US" altLang="en-US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r>
              <a:rPr lang="en-US" altLang="en-US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out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= 0 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 </a:t>
            </a:r>
            <a:r>
              <a:rPr lang="en-US" altLang="en-US" i="1"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r>
              <a:rPr lang="en-US" altLang="en-US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in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(</a:t>
            </a:r>
            <a:r>
              <a:rPr lang="en-US" altLang="en-US" i="1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R</a:t>
            </a:r>
            <a:r>
              <a:rPr lang="en-US" altLang="en-US" baseline="-2500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2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/</a:t>
            </a:r>
            <a:r>
              <a:rPr lang="en-US" altLang="en-US" i="1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R</a:t>
            </a:r>
            <a:r>
              <a:rPr lang="en-US" altLang="en-US" baseline="-2500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1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) 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= </a:t>
            </a:r>
            <a:r>
              <a:rPr lang="en-US" altLang="en-US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r>
              <a:rPr lang="en-US" altLang="en-US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(</a:t>
            </a:r>
            <a:r>
              <a:rPr lang="en-US" altLang="en-US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2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/</a:t>
            </a:r>
            <a:r>
              <a:rPr lang="en-US" altLang="en-US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1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Thus we amplify </a:t>
            </a:r>
            <a:r>
              <a:rPr lang="en-US" altLang="en-US" i="1"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r>
              <a:rPr lang="en-US" altLang="en-US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in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by factor </a:t>
            </a:r>
            <a:r>
              <a:rPr lang="en-US" altLang="en-US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</a:t>
            </a:r>
            <a:r>
              <a:rPr lang="en-US" altLang="en-US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2</a:t>
            </a:r>
            <a:r>
              <a:rPr lang="en-US" altLang="en-US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/</a:t>
            </a:r>
            <a:r>
              <a:rPr lang="en-US" altLang="en-US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1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negative sign earns title “inverting” amplifier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Current is </a:t>
            </a:r>
            <a:r>
              <a:rPr lang="en-US" altLang="en-US" i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drawn into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op-amp output terminal</a:t>
            </a:r>
          </a:p>
        </p:txBody>
      </p:sp>
      <p:grpSp>
        <p:nvGrpSpPr>
          <p:cNvPr id="32775" name="Group 13">
            <a:extLst>
              <a:ext uri="{FF2B5EF4-FFF2-40B4-BE49-F238E27FC236}">
                <a16:creationId xmlns:a16="http://schemas.microsoft.com/office/drawing/2014/main" id="{63F14EC4-0490-4015-89DC-CB959732A041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1600200"/>
            <a:ext cx="2286000" cy="1219200"/>
            <a:chOff x="2064" y="868"/>
            <a:chExt cx="1440" cy="768"/>
          </a:xfrm>
        </p:grpSpPr>
        <p:sp>
          <p:nvSpPr>
            <p:cNvPr id="32792" name="AutoShape 5">
              <a:extLst>
                <a:ext uri="{FF2B5EF4-FFF2-40B4-BE49-F238E27FC236}">
                  <a16:creationId xmlns:a16="http://schemas.microsoft.com/office/drawing/2014/main" id="{5FD66802-4649-46ED-B8F7-ED036971562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378" y="892"/>
              <a:ext cx="768" cy="72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1B28F6"/>
                </a:solidFill>
              </a:endParaRPr>
            </a:p>
          </p:txBody>
        </p:sp>
        <p:sp>
          <p:nvSpPr>
            <p:cNvPr id="32793" name="Text Box 6">
              <a:extLst>
                <a:ext uri="{FF2B5EF4-FFF2-40B4-BE49-F238E27FC236}">
                  <a16:creationId xmlns:a16="http://schemas.microsoft.com/office/drawing/2014/main" id="{4EFD18E8-AD62-437A-8279-B8E0947760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954"/>
              <a:ext cx="2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>
                  <a:solidFill>
                    <a:srgbClr val="000000"/>
                  </a:solidFill>
                  <a:sym typeface="Symbol" panose="05050102010706020507" pitchFamily="18" charset="2"/>
                </a:rPr>
                <a:t></a:t>
              </a:r>
              <a:endParaRPr lang="en-US" altLang="en-US" sz="2000">
                <a:solidFill>
                  <a:srgbClr val="1B28F6"/>
                </a:solidFill>
              </a:endParaRPr>
            </a:p>
          </p:txBody>
        </p:sp>
        <p:sp>
          <p:nvSpPr>
            <p:cNvPr id="32794" name="Text Box 7">
              <a:extLst>
                <a:ext uri="{FF2B5EF4-FFF2-40B4-BE49-F238E27FC236}">
                  <a16:creationId xmlns:a16="http://schemas.microsoft.com/office/drawing/2014/main" id="{6A8EBFB8-8EC8-40A0-AFE4-DE7843F79C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252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>
                  <a:solidFill>
                    <a:srgbClr val="000000"/>
                  </a:solidFill>
                  <a:sym typeface="Symbol" panose="05050102010706020507" pitchFamily="18" charset="2"/>
                </a:rPr>
                <a:t>+</a:t>
              </a:r>
              <a:endParaRPr lang="en-US" altLang="en-US" sz="2000">
                <a:solidFill>
                  <a:srgbClr val="1B28F6"/>
                </a:solidFill>
              </a:endParaRPr>
            </a:p>
          </p:txBody>
        </p:sp>
        <p:sp>
          <p:nvSpPr>
            <p:cNvPr id="32795" name="Line 8">
              <a:extLst>
                <a:ext uri="{FF2B5EF4-FFF2-40B4-BE49-F238E27FC236}">
                  <a16:creationId xmlns:a16="http://schemas.microsoft.com/office/drawing/2014/main" id="{E36F0731-F8BA-4940-AB93-3C84AFF2A2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1396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2796" name="Line 9">
              <a:extLst>
                <a:ext uri="{FF2B5EF4-FFF2-40B4-BE49-F238E27FC236}">
                  <a16:creationId xmlns:a16="http://schemas.microsoft.com/office/drawing/2014/main" id="{B15FD5D2-A1DE-4BF0-81E9-E163AC99B0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1108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2797" name="Line 10">
              <a:extLst>
                <a:ext uri="{FF2B5EF4-FFF2-40B4-BE49-F238E27FC236}">
                  <a16:creationId xmlns:a16="http://schemas.microsoft.com/office/drawing/2014/main" id="{53198274-E390-4D41-B7FA-02B03E104D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252"/>
              <a:ext cx="3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32776" name="Freeform 14">
            <a:extLst>
              <a:ext uri="{FF2B5EF4-FFF2-40B4-BE49-F238E27FC236}">
                <a16:creationId xmlns:a16="http://schemas.microsoft.com/office/drawing/2014/main" id="{67FD9AA0-AF34-4D6C-B0F3-04DBBA5EF6A6}"/>
              </a:ext>
            </a:extLst>
          </p:cNvPr>
          <p:cNvSpPr>
            <a:spLocks/>
          </p:cNvSpPr>
          <p:nvPr/>
        </p:nvSpPr>
        <p:spPr bwMode="auto">
          <a:xfrm>
            <a:off x="4038600" y="1830388"/>
            <a:ext cx="762000" cy="304800"/>
          </a:xfrm>
          <a:custGeom>
            <a:avLst/>
            <a:gdLst>
              <a:gd name="T0" fmla="*/ 762000 w 480"/>
              <a:gd name="T1" fmla="*/ 152400 h 192"/>
              <a:gd name="T2" fmla="*/ 609600 w 480"/>
              <a:gd name="T3" fmla="*/ 152400 h 192"/>
              <a:gd name="T4" fmla="*/ 533400 w 480"/>
              <a:gd name="T5" fmla="*/ 0 h 192"/>
              <a:gd name="T6" fmla="*/ 457200 w 480"/>
              <a:gd name="T7" fmla="*/ 304800 h 192"/>
              <a:gd name="T8" fmla="*/ 381000 w 480"/>
              <a:gd name="T9" fmla="*/ 0 h 192"/>
              <a:gd name="T10" fmla="*/ 304800 w 480"/>
              <a:gd name="T11" fmla="*/ 304800 h 192"/>
              <a:gd name="T12" fmla="*/ 228600 w 480"/>
              <a:gd name="T13" fmla="*/ 0 h 192"/>
              <a:gd name="T14" fmla="*/ 152400 w 480"/>
              <a:gd name="T15" fmla="*/ 304800 h 192"/>
              <a:gd name="T16" fmla="*/ 76200 w 480"/>
              <a:gd name="T17" fmla="*/ 152400 h 192"/>
              <a:gd name="T18" fmla="*/ 0 w 480"/>
              <a:gd name="T19" fmla="*/ 152400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80"/>
              <a:gd name="T31" fmla="*/ 0 h 192"/>
              <a:gd name="T32" fmla="*/ 480 w 480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80" h="192">
                <a:moveTo>
                  <a:pt x="480" y="96"/>
                </a:moveTo>
                <a:lnTo>
                  <a:pt x="384" y="96"/>
                </a:lnTo>
                <a:lnTo>
                  <a:pt x="336" y="0"/>
                </a:lnTo>
                <a:lnTo>
                  <a:pt x="288" y="192"/>
                </a:lnTo>
                <a:lnTo>
                  <a:pt x="240" y="0"/>
                </a:lnTo>
                <a:lnTo>
                  <a:pt x="192" y="192"/>
                </a:lnTo>
                <a:lnTo>
                  <a:pt x="144" y="0"/>
                </a:lnTo>
                <a:lnTo>
                  <a:pt x="96" y="192"/>
                </a:lnTo>
                <a:lnTo>
                  <a:pt x="48" y="96"/>
                </a:lnTo>
                <a:lnTo>
                  <a:pt x="0" y="96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32777" name="Freeform 17">
            <a:extLst>
              <a:ext uri="{FF2B5EF4-FFF2-40B4-BE49-F238E27FC236}">
                <a16:creationId xmlns:a16="http://schemas.microsoft.com/office/drawing/2014/main" id="{A73CA89A-98D4-4CFC-A59C-14886C44CC9B}"/>
              </a:ext>
            </a:extLst>
          </p:cNvPr>
          <p:cNvSpPr>
            <a:spLocks/>
          </p:cNvSpPr>
          <p:nvPr/>
        </p:nvSpPr>
        <p:spPr bwMode="auto">
          <a:xfrm>
            <a:off x="5410200" y="1144588"/>
            <a:ext cx="762000" cy="304800"/>
          </a:xfrm>
          <a:custGeom>
            <a:avLst/>
            <a:gdLst>
              <a:gd name="T0" fmla="*/ 762000 w 480"/>
              <a:gd name="T1" fmla="*/ 152400 h 192"/>
              <a:gd name="T2" fmla="*/ 609600 w 480"/>
              <a:gd name="T3" fmla="*/ 152400 h 192"/>
              <a:gd name="T4" fmla="*/ 533400 w 480"/>
              <a:gd name="T5" fmla="*/ 0 h 192"/>
              <a:gd name="T6" fmla="*/ 457200 w 480"/>
              <a:gd name="T7" fmla="*/ 304800 h 192"/>
              <a:gd name="T8" fmla="*/ 381000 w 480"/>
              <a:gd name="T9" fmla="*/ 0 h 192"/>
              <a:gd name="T10" fmla="*/ 304800 w 480"/>
              <a:gd name="T11" fmla="*/ 304800 h 192"/>
              <a:gd name="T12" fmla="*/ 228600 w 480"/>
              <a:gd name="T13" fmla="*/ 0 h 192"/>
              <a:gd name="T14" fmla="*/ 152400 w 480"/>
              <a:gd name="T15" fmla="*/ 304800 h 192"/>
              <a:gd name="T16" fmla="*/ 76200 w 480"/>
              <a:gd name="T17" fmla="*/ 152400 h 192"/>
              <a:gd name="T18" fmla="*/ 0 w 480"/>
              <a:gd name="T19" fmla="*/ 152400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80"/>
              <a:gd name="T31" fmla="*/ 0 h 192"/>
              <a:gd name="T32" fmla="*/ 480 w 480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80" h="192">
                <a:moveTo>
                  <a:pt x="480" y="96"/>
                </a:moveTo>
                <a:lnTo>
                  <a:pt x="384" y="96"/>
                </a:lnTo>
                <a:lnTo>
                  <a:pt x="336" y="0"/>
                </a:lnTo>
                <a:lnTo>
                  <a:pt x="288" y="192"/>
                </a:lnTo>
                <a:lnTo>
                  <a:pt x="240" y="0"/>
                </a:lnTo>
                <a:lnTo>
                  <a:pt x="192" y="192"/>
                </a:lnTo>
                <a:lnTo>
                  <a:pt x="144" y="0"/>
                </a:lnTo>
                <a:lnTo>
                  <a:pt x="96" y="192"/>
                </a:lnTo>
                <a:lnTo>
                  <a:pt x="48" y="96"/>
                </a:lnTo>
                <a:lnTo>
                  <a:pt x="0" y="96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32778" name="Freeform 18">
            <a:extLst>
              <a:ext uri="{FF2B5EF4-FFF2-40B4-BE49-F238E27FC236}">
                <a16:creationId xmlns:a16="http://schemas.microsoft.com/office/drawing/2014/main" id="{699C96AE-5561-432E-975A-10BAAFDA43FB}"/>
              </a:ext>
            </a:extLst>
          </p:cNvPr>
          <p:cNvSpPr>
            <a:spLocks/>
          </p:cNvSpPr>
          <p:nvPr/>
        </p:nvSpPr>
        <p:spPr bwMode="auto">
          <a:xfrm>
            <a:off x="4953000" y="1296988"/>
            <a:ext cx="457200" cy="685800"/>
          </a:xfrm>
          <a:custGeom>
            <a:avLst/>
            <a:gdLst>
              <a:gd name="T0" fmla="*/ 0 w 288"/>
              <a:gd name="T1" fmla="*/ 685800 h 432"/>
              <a:gd name="T2" fmla="*/ 0 w 288"/>
              <a:gd name="T3" fmla="*/ 0 h 432"/>
              <a:gd name="T4" fmla="*/ 457200 w 288"/>
              <a:gd name="T5" fmla="*/ 0 h 432"/>
              <a:gd name="T6" fmla="*/ 0 60000 65536"/>
              <a:gd name="T7" fmla="*/ 0 60000 65536"/>
              <a:gd name="T8" fmla="*/ 0 60000 65536"/>
              <a:gd name="T9" fmla="*/ 0 w 288"/>
              <a:gd name="T10" fmla="*/ 0 h 432"/>
              <a:gd name="T11" fmla="*/ 288 w 288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432">
                <a:moveTo>
                  <a:pt x="0" y="432"/>
                </a:moveTo>
                <a:lnTo>
                  <a:pt x="0" y="0"/>
                </a:lnTo>
                <a:lnTo>
                  <a:pt x="288" y="0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32779" name="Freeform 19">
            <a:extLst>
              <a:ext uri="{FF2B5EF4-FFF2-40B4-BE49-F238E27FC236}">
                <a16:creationId xmlns:a16="http://schemas.microsoft.com/office/drawing/2014/main" id="{191BF3E7-C3DA-4CFE-9A1B-B0FA87577193}"/>
              </a:ext>
            </a:extLst>
          </p:cNvPr>
          <p:cNvSpPr>
            <a:spLocks/>
          </p:cNvSpPr>
          <p:nvPr/>
        </p:nvSpPr>
        <p:spPr bwMode="auto">
          <a:xfrm>
            <a:off x="6172200" y="1296988"/>
            <a:ext cx="457200" cy="914400"/>
          </a:xfrm>
          <a:custGeom>
            <a:avLst/>
            <a:gdLst>
              <a:gd name="T0" fmla="*/ 0 w 288"/>
              <a:gd name="T1" fmla="*/ 0 h 576"/>
              <a:gd name="T2" fmla="*/ 457200 w 288"/>
              <a:gd name="T3" fmla="*/ 0 h 576"/>
              <a:gd name="T4" fmla="*/ 457200 w 288"/>
              <a:gd name="T5" fmla="*/ 914400 h 576"/>
              <a:gd name="T6" fmla="*/ 0 60000 65536"/>
              <a:gd name="T7" fmla="*/ 0 60000 65536"/>
              <a:gd name="T8" fmla="*/ 0 60000 65536"/>
              <a:gd name="T9" fmla="*/ 0 w 288"/>
              <a:gd name="T10" fmla="*/ 0 h 576"/>
              <a:gd name="T11" fmla="*/ 288 w 288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576">
                <a:moveTo>
                  <a:pt x="0" y="0"/>
                </a:moveTo>
                <a:lnTo>
                  <a:pt x="288" y="0"/>
                </a:lnTo>
                <a:lnTo>
                  <a:pt x="288" y="576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32780" name="Oval 20">
            <a:extLst>
              <a:ext uri="{FF2B5EF4-FFF2-40B4-BE49-F238E27FC236}">
                <a16:creationId xmlns:a16="http://schemas.microsoft.com/office/drawing/2014/main" id="{9BBA3144-DDC9-480C-B009-B072D46B6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1888" y="1974850"/>
            <a:ext cx="19050" cy="190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32781" name="Oval 21">
            <a:extLst>
              <a:ext uri="{FF2B5EF4-FFF2-40B4-BE49-F238E27FC236}">
                <a16:creationId xmlns:a16="http://schemas.microsoft.com/office/drawing/2014/main" id="{8B881DA7-25B6-4CB9-BEBE-308E74CD8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4638" y="2203450"/>
            <a:ext cx="19050" cy="190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grpSp>
        <p:nvGrpSpPr>
          <p:cNvPr id="32782" name="Group 22">
            <a:extLst>
              <a:ext uri="{FF2B5EF4-FFF2-40B4-BE49-F238E27FC236}">
                <a16:creationId xmlns:a16="http://schemas.microsoft.com/office/drawing/2014/main" id="{2660F4DB-2704-46EF-BD30-F9D95AF73BEE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2743200"/>
            <a:ext cx="304800" cy="228600"/>
            <a:chOff x="2928" y="3600"/>
            <a:chExt cx="192" cy="144"/>
          </a:xfrm>
        </p:grpSpPr>
        <p:sp>
          <p:nvSpPr>
            <p:cNvPr id="32788" name="Line 23">
              <a:extLst>
                <a:ext uri="{FF2B5EF4-FFF2-40B4-BE49-F238E27FC236}">
                  <a16:creationId xmlns:a16="http://schemas.microsoft.com/office/drawing/2014/main" id="{29761F07-A0D2-46DB-BE6C-6742A8604F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600"/>
              <a:ext cx="0" cy="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2789" name="Line 24">
              <a:extLst>
                <a:ext uri="{FF2B5EF4-FFF2-40B4-BE49-F238E27FC236}">
                  <a16:creationId xmlns:a16="http://schemas.microsoft.com/office/drawing/2014/main" id="{7828B9F7-A1E1-4F04-B6B0-F4AC39265A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3648"/>
              <a:ext cx="1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2790" name="Line 25">
              <a:extLst>
                <a:ext uri="{FF2B5EF4-FFF2-40B4-BE49-F238E27FC236}">
                  <a16:creationId xmlns:a16="http://schemas.microsoft.com/office/drawing/2014/main" id="{9EC9FC7B-C23B-40F7-8694-1E1C30C9D6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3696"/>
              <a:ext cx="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2791" name="Line 26">
              <a:extLst>
                <a:ext uri="{FF2B5EF4-FFF2-40B4-BE49-F238E27FC236}">
                  <a16:creationId xmlns:a16="http://schemas.microsoft.com/office/drawing/2014/main" id="{E66A6D69-9A4F-4088-808D-FA7C976883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" y="3744"/>
              <a:ext cx="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32783" name="Line 27">
            <a:extLst>
              <a:ext uri="{FF2B5EF4-FFF2-40B4-BE49-F238E27FC236}">
                <a16:creationId xmlns:a16="http://schemas.microsoft.com/office/drawing/2014/main" id="{B8A05DB0-9184-4E11-AB60-426D4BC1D9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0600" y="2438400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400">
              <a:solidFill>
                <a:srgbClr val="1B28F6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2784" name="Text Box 28">
            <a:extLst>
              <a:ext uri="{FF2B5EF4-FFF2-40B4-BE49-F238E27FC236}">
                <a16:creationId xmlns:a16="http://schemas.microsoft.com/office/drawing/2014/main" id="{FFD14B4B-6625-4280-A157-0C757CF31C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9976" y="1817688"/>
            <a:ext cx="4286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V</a:t>
            </a:r>
            <a:r>
              <a:rPr lang="en-US" altLang="en-US" sz="1600" baseline="-25000">
                <a:solidFill>
                  <a:srgbClr val="000000"/>
                </a:solidFill>
              </a:rPr>
              <a:t>in</a:t>
            </a:r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32785" name="Text Box 29">
            <a:extLst>
              <a:ext uri="{FF2B5EF4-FFF2-40B4-BE49-F238E27FC236}">
                <a16:creationId xmlns:a16="http://schemas.microsoft.com/office/drawing/2014/main" id="{903377F9-89C2-465A-9FE2-D847543AD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2057400"/>
            <a:ext cx="514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V</a:t>
            </a:r>
            <a:r>
              <a:rPr lang="en-US" altLang="en-US" sz="1600" baseline="-25000">
                <a:solidFill>
                  <a:srgbClr val="000000"/>
                </a:solidFill>
              </a:rPr>
              <a:t>out</a:t>
            </a:r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32786" name="Text Box 30">
            <a:extLst>
              <a:ext uri="{FF2B5EF4-FFF2-40B4-BE49-F238E27FC236}">
                <a16:creationId xmlns:a16="http://schemas.microsoft.com/office/drawing/2014/main" id="{DF063A93-F3DC-40FB-BB99-903CA89981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447800"/>
            <a:ext cx="4079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R</a:t>
            </a:r>
            <a:r>
              <a:rPr lang="en-US" altLang="en-US" sz="1600" baseline="-25000">
                <a:solidFill>
                  <a:srgbClr val="000000"/>
                </a:solidFill>
              </a:rPr>
              <a:t>1</a:t>
            </a:r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32787" name="Text Box 31">
            <a:extLst>
              <a:ext uri="{FF2B5EF4-FFF2-40B4-BE49-F238E27FC236}">
                <a16:creationId xmlns:a16="http://schemas.microsoft.com/office/drawing/2014/main" id="{DD98880A-24EF-41AA-B12F-11758CDD0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838200"/>
            <a:ext cx="4079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R</a:t>
            </a:r>
            <a:r>
              <a:rPr lang="en-US" altLang="en-US" sz="1600" baseline="-25000">
                <a:solidFill>
                  <a:srgbClr val="000000"/>
                </a:solidFill>
              </a:rPr>
              <a:t>2</a:t>
            </a:r>
            <a:endParaRPr lang="en-US" altLang="en-US" sz="160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5849A32-43A2-421B-BFAC-4D70FA638E7F}"/>
                  </a:ext>
                </a:extLst>
              </p14:cNvPr>
              <p14:cNvContentPartPr/>
              <p14:nvPr/>
            </p14:nvContentPartPr>
            <p14:xfrm>
              <a:off x="2180880" y="797040"/>
              <a:ext cx="9027720" cy="2691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5849A32-43A2-421B-BFAC-4D70FA638E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71520" y="787680"/>
                <a:ext cx="9046440" cy="271044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992421-8387-451A-93A9-0AAEF865C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A2B06-46E3-4E50-A125-9649568333D3}" type="datetime1">
              <a:rPr lang="en-US" altLang="en-US" smtClean="0"/>
              <a:t>3/3/2022</a:t>
            </a:fld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3FB64-5904-4774-A6D4-273048AFE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55567-5058-4BFA-A7D7-637B413A66CB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3DF45062-60E2-4782-8F69-31CE432D7D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-762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Non-inverting Amplifier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8F8B2F5D-AFBD-4FEA-8691-CEC6B990E7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2971800"/>
            <a:ext cx="7772400" cy="3429000"/>
          </a:xfrm>
        </p:spPr>
        <p:txBody>
          <a:bodyPr/>
          <a:lstStyle/>
          <a:p>
            <a:pPr eaLnBrk="1" hangingPunct="1"/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Now neg. terminal held at </a:t>
            </a:r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r>
              <a:rPr lang="en-US" altLang="en-US" sz="2000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in</a:t>
            </a:r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  <a:p>
            <a:pPr lvl="1" eaLnBrk="1" hangingPunct="1"/>
            <a:r>
              <a:rPr lang="en-US" altLang="en-US" sz="1800"/>
              <a:t>so current through </a:t>
            </a:r>
            <a:r>
              <a:rPr lang="en-US" altLang="en-US" sz="1800" i="1"/>
              <a:t>R</a:t>
            </a:r>
            <a:r>
              <a:rPr lang="en-US" altLang="en-US" sz="1800" baseline="-25000"/>
              <a:t>1</a:t>
            </a:r>
            <a:r>
              <a:rPr lang="en-US" altLang="en-US" sz="1800"/>
              <a:t> is </a:t>
            </a:r>
            <a:r>
              <a:rPr lang="en-US" altLang="en-US" sz="1800" i="1"/>
              <a:t>I</a:t>
            </a:r>
            <a:r>
              <a:rPr lang="en-US" altLang="en-US" sz="1800" baseline="-25000"/>
              <a:t>f</a:t>
            </a:r>
            <a:r>
              <a:rPr lang="en-US" altLang="en-US" sz="1800"/>
              <a:t> = </a:t>
            </a:r>
            <a:r>
              <a:rPr lang="en-US" altLang="en-US" sz="1800" i="1"/>
              <a:t>V</a:t>
            </a:r>
            <a:r>
              <a:rPr lang="en-US" altLang="en-US" sz="1800" baseline="-25000"/>
              <a:t>in</a:t>
            </a:r>
            <a:r>
              <a:rPr lang="en-US" altLang="en-US" sz="1800"/>
              <a:t>/</a:t>
            </a:r>
            <a:r>
              <a:rPr lang="en-US" altLang="en-US" sz="1800" i="1"/>
              <a:t>R</a:t>
            </a:r>
            <a:r>
              <a:rPr lang="en-US" altLang="en-US" sz="1800" baseline="-25000"/>
              <a:t>1</a:t>
            </a:r>
            <a:r>
              <a:rPr lang="en-US" altLang="en-US" sz="1800"/>
              <a:t> (to left, into ground)</a:t>
            </a:r>
          </a:p>
          <a:p>
            <a:pPr eaLnBrk="1" hangingPunct="1"/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This current cannot come from op-amp input</a:t>
            </a:r>
          </a:p>
          <a:p>
            <a:pPr lvl="1" eaLnBrk="1" hangingPunct="1"/>
            <a:r>
              <a:rPr lang="en-US" altLang="en-US" sz="1800"/>
              <a:t>so comes through </a:t>
            </a:r>
            <a:r>
              <a:rPr lang="en-US" altLang="en-US" sz="1800" i="1"/>
              <a:t>R</a:t>
            </a:r>
            <a:r>
              <a:rPr lang="en-US" altLang="en-US" sz="1800" baseline="-25000"/>
              <a:t>2</a:t>
            </a:r>
            <a:r>
              <a:rPr lang="en-US" altLang="en-US" sz="1800"/>
              <a:t> (delivered from op-amp output)</a:t>
            </a:r>
          </a:p>
          <a:p>
            <a:pPr lvl="1" eaLnBrk="1" hangingPunct="1"/>
            <a:r>
              <a:rPr lang="en-US" altLang="en-US" sz="1800"/>
              <a:t>voltage drop across </a:t>
            </a:r>
            <a:r>
              <a:rPr lang="en-US" altLang="en-US" sz="1800" i="1"/>
              <a:t>R</a:t>
            </a:r>
            <a:r>
              <a:rPr lang="en-US" altLang="en-US" sz="1800" baseline="-25000"/>
              <a:t>2</a:t>
            </a:r>
            <a:r>
              <a:rPr lang="en-US" altLang="en-US" sz="1800"/>
              <a:t> is </a:t>
            </a:r>
            <a:r>
              <a:rPr lang="en-US" altLang="en-US" sz="1800" i="1"/>
              <a:t>I</a:t>
            </a:r>
            <a:r>
              <a:rPr lang="en-US" altLang="en-US" sz="1800" baseline="-25000"/>
              <a:t>f</a:t>
            </a:r>
            <a:r>
              <a:rPr lang="en-US" altLang="en-US" sz="1800" i="1"/>
              <a:t>R</a:t>
            </a:r>
            <a:r>
              <a:rPr lang="en-US" altLang="en-US" sz="1800" baseline="-25000"/>
              <a:t>2</a:t>
            </a:r>
            <a:r>
              <a:rPr lang="en-US" altLang="en-US" sz="1800"/>
              <a:t> = </a:t>
            </a:r>
            <a:r>
              <a:rPr lang="en-US" altLang="en-US" sz="1800" i="1"/>
              <a:t>V</a:t>
            </a:r>
            <a:r>
              <a:rPr lang="en-US" altLang="en-US" sz="1800" baseline="-25000"/>
              <a:t>in</a:t>
            </a:r>
            <a:r>
              <a:rPr lang="en-US" altLang="en-US" sz="1800">
                <a:sym typeface="Symbol" panose="05050102010706020507" pitchFamily="18" charset="2"/>
              </a:rPr>
              <a:t>(</a:t>
            </a:r>
            <a:r>
              <a:rPr lang="en-US" altLang="en-US" sz="1800" i="1">
                <a:sym typeface="Symbol" panose="05050102010706020507" pitchFamily="18" charset="2"/>
              </a:rPr>
              <a:t>R</a:t>
            </a:r>
            <a:r>
              <a:rPr lang="en-US" altLang="en-US" sz="1800" baseline="-25000">
                <a:sym typeface="Symbol" panose="05050102010706020507" pitchFamily="18" charset="2"/>
              </a:rPr>
              <a:t>2</a:t>
            </a:r>
            <a:r>
              <a:rPr lang="en-US" altLang="en-US" sz="1800">
                <a:sym typeface="Symbol" panose="05050102010706020507" pitchFamily="18" charset="2"/>
              </a:rPr>
              <a:t>/</a:t>
            </a:r>
            <a:r>
              <a:rPr lang="en-US" altLang="en-US" sz="1800" i="1">
                <a:sym typeface="Symbol" panose="05050102010706020507" pitchFamily="18" charset="2"/>
              </a:rPr>
              <a:t>R</a:t>
            </a:r>
            <a:r>
              <a:rPr lang="en-US" altLang="en-US" sz="1800" baseline="-25000">
                <a:sym typeface="Symbol" panose="05050102010706020507" pitchFamily="18" charset="2"/>
              </a:rPr>
              <a:t>1</a:t>
            </a:r>
            <a:r>
              <a:rPr lang="en-US" altLang="en-US" sz="1800">
                <a:sym typeface="Symbol" panose="05050102010706020507" pitchFamily="18" charset="2"/>
              </a:rPr>
              <a:t>)</a:t>
            </a:r>
          </a:p>
          <a:p>
            <a:pPr lvl="1" eaLnBrk="1" hangingPunct="1"/>
            <a:r>
              <a:rPr lang="en-US" altLang="en-US" sz="1800">
                <a:sym typeface="Symbol" panose="05050102010706020507" pitchFamily="18" charset="2"/>
              </a:rPr>
              <a:t>so that output is higher than neg. input terminal by</a:t>
            </a:r>
            <a:r>
              <a:rPr lang="en-US" altLang="en-US" sz="1800"/>
              <a:t> </a:t>
            </a:r>
            <a:r>
              <a:rPr lang="en-US" altLang="en-US" sz="1800" i="1"/>
              <a:t>V</a:t>
            </a:r>
            <a:r>
              <a:rPr lang="en-US" altLang="en-US" sz="1800" baseline="-25000"/>
              <a:t>in</a:t>
            </a:r>
            <a:r>
              <a:rPr lang="en-US" altLang="en-US" sz="1800">
                <a:sym typeface="Symbol" panose="05050102010706020507" pitchFamily="18" charset="2"/>
              </a:rPr>
              <a:t>(</a:t>
            </a:r>
            <a:r>
              <a:rPr lang="en-US" altLang="en-US" sz="1800" i="1">
                <a:sym typeface="Symbol" panose="05050102010706020507" pitchFamily="18" charset="2"/>
              </a:rPr>
              <a:t>R</a:t>
            </a:r>
            <a:r>
              <a:rPr lang="en-US" altLang="en-US" sz="1800" baseline="-25000">
                <a:sym typeface="Symbol" panose="05050102010706020507" pitchFamily="18" charset="2"/>
              </a:rPr>
              <a:t>2</a:t>
            </a:r>
            <a:r>
              <a:rPr lang="en-US" altLang="en-US" sz="1800">
                <a:sym typeface="Symbol" panose="05050102010706020507" pitchFamily="18" charset="2"/>
              </a:rPr>
              <a:t>/</a:t>
            </a:r>
            <a:r>
              <a:rPr lang="en-US" altLang="en-US" sz="1800" i="1">
                <a:sym typeface="Symbol" panose="05050102010706020507" pitchFamily="18" charset="2"/>
              </a:rPr>
              <a:t>R</a:t>
            </a:r>
            <a:r>
              <a:rPr lang="en-US" altLang="en-US" sz="1800" baseline="-25000">
                <a:sym typeface="Symbol" panose="05050102010706020507" pitchFamily="18" charset="2"/>
              </a:rPr>
              <a:t>1</a:t>
            </a:r>
            <a:r>
              <a:rPr lang="en-US" altLang="en-US" sz="1800">
                <a:sym typeface="Symbol" panose="05050102010706020507" pitchFamily="18" charset="2"/>
              </a:rPr>
              <a:t>)</a:t>
            </a:r>
          </a:p>
          <a:p>
            <a:pPr lvl="1" eaLnBrk="1" hangingPunct="1"/>
            <a:r>
              <a:rPr lang="en-US" altLang="en-US" sz="1800" i="1">
                <a:solidFill>
                  <a:schemeClr val="accent2"/>
                </a:solidFill>
                <a:sym typeface="Symbol" panose="05050102010706020507" pitchFamily="18" charset="2"/>
              </a:rPr>
              <a:t>V</a:t>
            </a:r>
            <a:r>
              <a:rPr lang="en-US" altLang="en-US" sz="1800" baseline="-25000">
                <a:solidFill>
                  <a:schemeClr val="accent2"/>
                </a:solidFill>
                <a:sym typeface="Symbol" panose="05050102010706020507" pitchFamily="18" charset="2"/>
              </a:rPr>
              <a:t>out</a:t>
            </a:r>
            <a:r>
              <a:rPr lang="en-US" altLang="en-US" sz="18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en-US" sz="1800">
                <a:sym typeface="Symbol" panose="05050102010706020507" pitchFamily="18" charset="2"/>
              </a:rPr>
              <a:t>= </a:t>
            </a:r>
            <a:r>
              <a:rPr lang="en-US" altLang="en-US" sz="1800" i="1">
                <a:sym typeface="Symbol" panose="05050102010706020507" pitchFamily="18" charset="2"/>
              </a:rPr>
              <a:t>V</a:t>
            </a:r>
            <a:r>
              <a:rPr lang="en-US" altLang="en-US" sz="1800" baseline="-25000">
                <a:sym typeface="Symbol" panose="05050102010706020507" pitchFamily="18" charset="2"/>
              </a:rPr>
              <a:t>in</a:t>
            </a:r>
            <a:r>
              <a:rPr lang="en-US" altLang="en-US" sz="1800">
                <a:sym typeface="Symbol" panose="05050102010706020507" pitchFamily="18" charset="2"/>
              </a:rPr>
              <a:t> +</a:t>
            </a:r>
            <a:r>
              <a:rPr lang="en-US" altLang="en-US" sz="1800"/>
              <a:t> </a:t>
            </a:r>
            <a:r>
              <a:rPr lang="en-US" altLang="en-US" sz="1800" i="1"/>
              <a:t>V</a:t>
            </a:r>
            <a:r>
              <a:rPr lang="en-US" altLang="en-US" sz="1800" baseline="-25000"/>
              <a:t>in</a:t>
            </a:r>
            <a:r>
              <a:rPr lang="en-US" altLang="en-US" sz="1800">
                <a:sym typeface="Symbol" panose="05050102010706020507" pitchFamily="18" charset="2"/>
              </a:rPr>
              <a:t>(</a:t>
            </a:r>
            <a:r>
              <a:rPr lang="en-US" altLang="en-US" sz="1800" i="1">
                <a:sym typeface="Symbol" panose="05050102010706020507" pitchFamily="18" charset="2"/>
              </a:rPr>
              <a:t>R</a:t>
            </a:r>
            <a:r>
              <a:rPr lang="en-US" altLang="en-US" sz="1800" baseline="-25000">
                <a:sym typeface="Symbol" panose="05050102010706020507" pitchFamily="18" charset="2"/>
              </a:rPr>
              <a:t>2</a:t>
            </a:r>
            <a:r>
              <a:rPr lang="en-US" altLang="en-US" sz="1800">
                <a:sym typeface="Symbol" panose="05050102010706020507" pitchFamily="18" charset="2"/>
              </a:rPr>
              <a:t>/</a:t>
            </a:r>
            <a:r>
              <a:rPr lang="en-US" altLang="en-US" sz="1800" i="1">
                <a:sym typeface="Symbol" panose="05050102010706020507" pitchFamily="18" charset="2"/>
              </a:rPr>
              <a:t>R</a:t>
            </a:r>
            <a:r>
              <a:rPr lang="en-US" altLang="en-US" sz="1800" baseline="-25000">
                <a:sym typeface="Symbol" panose="05050102010706020507" pitchFamily="18" charset="2"/>
              </a:rPr>
              <a:t>1</a:t>
            </a:r>
            <a:r>
              <a:rPr lang="en-US" altLang="en-US" sz="1800">
                <a:sym typeface="Symbol" panose="05050102010706020507" pitchFamily="18" charset="2"/>
              </a:rPr>
              <a:t>) </a:t>
            </a:r>
            <a:r>
              <a:rPr lang="en-US" altLang="en-US" sz="1800">
                <a:solidFill>
                  <a:schemeClr val="accent2"/>
                </a:solidFill>
              </a:rPr>
              <a:t>= </a:t>
            </a:r>
            <a:r>
              <a:rPr lang="en-US" altLang="en-US" sz="1800" i="1">
                <a:solidFill>
                  <a:schemeClr val="accent2"/>
                </a:solidFill>
              </a:rPr>
              <a:t>V</a:t>
            </a:r>
            <a:r>
              <a:rPr lang="en-US" altLang="en-US" sz="1800" baseline="-25000">
                <a:solidFill>
                  <a:schemeClr val="accent2"/>
                </a:solidFill>
              </a:rPr>
              <a:t>in</a:t>
            </a:r>
            <a:r>
              <a:rPr lang="en-US" altLang="en-US" sz="1800">
                <a:solidFill>
                  <a:schemeClr val="accent2"/>
                </a:solidFill>
                <a:sym typeface="Symbol" panose="05050102010706020507" pitchFamily="18" charset="2"/>
              </a:rPr>
              <a:t>(1 + </a:t>
            </a:r>
            <a:r>
              <a:rPr lang="en-US" altLang="en-US" sz="1800" i="1">
                <a:solidFill>
                  <a:schemeClr val="accent2"/>
                </a:solidFill>
                <a:sym typeface="Symbol" panose="05050102010706020507" pitchFamily="18" charset="2"/>
              </a:rPr>
              <a:t>R</a:t>
            </a:r>
            <a:r>
              <a:rPr lang="en-US" altLang="en-US" sz="1800" baseline="-25000">
                <a:solidFill>
                  <a:schemeClr val="accent2"/>
                </a:solidFill>
                <a:sym typeface="Symbol" panose="05050102010706020507" pitchFamily="18" charset="2"/>
              </a:rPr>
              <a:t>2</a:t>
            </a:r>
            <a:r>
              <a:rPr lang="en-US" altLang="en-US" sz="1800">
                <a:solidFill>
                  <a:schemeClr val="accent2"/>
                </a:solidFill>
                <a:sym typeface="Symbol" panose="05050102010706020507" pitchFamily="18" charset="2"/>
              </a:rPr>
              <a:t>/</a:t>
            </a:r>
            <a:r>
              <a:rPr lang="en-US" altLang="en-US" sz="1800" i="1">
                <a:solidFill>
                  <a:schemeClr val="accent2"/>
                </a:solidFill>
                <a:sym typeface="Symbol" panose="05050102010706020507" pitchFamily="18" charset="2"/>
              </a:rPr>
              <a:t>R</a:t>
            </a:r>
            <a:r>
              <a:rPr lang="en-US" altLang="en-US" sz="1800" baseline="-25000">
                <a:solidFill>
                  <a:schemeClr val="accent2"/>
                </a:solidFill>
                <a:sym typeface="Symbol" panose="05050102010706020507" pitchFamily="18" charset="2"/>
              </a:rPr>
              <a:t>1</a:t>
            </a:r>
            <a:r>
              <a:rPr lang="en-US" altLang="en-US" sz="1800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</a:p>
          <a:p>
            <a:pPr lvl="1" eaLnBrk="1" hangingPunct="1"/>
            <a:r>
              <a:rPr lang="en-US" altLang="en-US" sz="1800">
                <a:sym typeface="Symbol" panose="05050102010706020507" pitchFamily="18" charset="2"/>
              </a:rPr>
              <a:t>thus gain is </a:t>
            </a:r>
            <a:r>
              <a:rPr lang="en-US" altLang="en-US" sz="1800">
                <a:solidFill>
                  <a:schemeClr val="hlink"/>
                </a:solidFill>
                <a:sym typeface="Symbol" panose="05050102010706020507" pitchFamily="18" charset="2"/>
              </a:rPr>
              <a:t>(1 + </a:t>
            </a:r>
            <a:r>
              <a:rPr lang="en-US" altLang="en-US" sz="1800" i="1">
                <a:solidFill>
                  <a:schemeClr val="hlink"/>
                </a:solidFill>
                <a:sym typeface="Symbol" panose="05050102010706020507" pitchFamily="18" charset="2"/>
              </a:rPr>
              <a:t>R</a:t>
            </a:r>
            <a:r>
              <a:rPr lang="en-US" altLang="en-US" sz="1800" baseline="-25000">
                <a:solidFill>
                  <a:schemeClr val="hlink"/>
                </a:solidFill>
                <a:sym typeface="Symbol" panose="05050102010706020507" pitchFamily="18" charset="2"/>
              </a:rPr>
              <a:t>2</a:t>
            </a:r>
            <a:r>
              <a:rPr lang="en-US" altLang="en-US" sz="1800">
                <a:solidFill>
                  <a:schemeClr val="hlink"/>
                </a:solidFill>
                <a:sym typeface="Symbol" panose="05050102010706020507" pitchFamily="18" charset="2"/>
              </a:rPr>
              <a:t>/</a:t>
            </a:r>
            <a:r>
              <a:rPr lang="en-US" altLang="en-US" sz="1800" i="1">
                <a:solidFill>
                  <a:schemeClr val="hlink"/>
                </a:solidFill>
                <a:sym typeface="Symbol" panose="05050102010706020507" pitchFamily="18" charset="2"/>
              </a:rPr>
              <a:t>R</a:t>
            </a:r>
            <a:r>
              <a:rPr lang="en-US" altLang="en-US" sz="1800" baseline="-25000">
                <a:solidFill>
                  <a:schemeClr val="hlink"/>
                </a:solidFill>
                <a:sym typeface="Symbol" panose="05050102010706020507" pitchFamily="18" charset="2"/>
              </a:rPr>
              <a:t>1</a:t>
            </a:r>
            <a:r>
              <a:rPr lang="en-US" altLang="en-US" sz="1800">
                <a:solidFill>
                  <a:schemeClr val="hlink"/>
                </a:solidFill>
                <a:sym typeface="Symbol" panose="05050102010706020507" pitchFamily="18" charset="2"/>
              </a:rPr>
              <a:t>)</a:t>
            </a:r>
            <a:r>
              <a:rPr lang="en-US" altLang="en-US" sz="1800">
                <a:sym typeface="Symbol" panose="05050102010706020507" pitchFamily="18" charset="2"/>
              </a:rPr>
              <a:t>, and is positive</a:t>
            </a:r>
          </a:p>
          <a:p>
            <a:pPr eaLnBrk="1" hangingPunct="1"/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Current is </a:t>
            </a:r>
            <a:r>
              <a:rPr lang="en-US" altLang="en-US" sz="20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sourced</a:t>
            </a:r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 from op-amp output in this example</a:t>
            </a:r>
          </a:p>
        </p:txBody>
      </p:sp>
      <p:grpSp>
        <p:nvGrpSpPr>
          <p:cNvPr id="34823" name="Group 4">
            <a:extLst>
              <a:ext uri="{FF2B5EF4-FFF2-40B4-BE49-F238E27FC236}">
                <a16:creationId xmlns:a16="http://schemas.microsoft.com/office/drawing/2014/main" id="{97C23D0B-60FE-445A-8987-B6AAE85CA282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1600200"/>
            <a:ext cx="2286000" cy="1219200"/>
            <a:chOff x="2064" y="868"/>
            <a:chExt cx="1440" cy="768"/>
          </a:xfrm>
        </p:grpSpPr>
        <p:sp>
          <p:nvSpPr>
            <p:cNvPr id="34841" name="AutoShape 5">
              <a:extLst>
                <a:ext uri="{FF2B5EF4-FFF2-40B4-BE49-F238E27FC236}">
                  <a16:creationId xmlns:a16="http://schemas.microsoft.com/office/drawing/2014/main" id="{A9077DEA-374B-4FB2-8D19-C0A2E390B6A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378" y="892"/>
              <a:ext cx="768" cy="72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1B28F6"/>
                </a:solidFill>
              </a:endParaRPr>
            </a:p>
          </p:txBody>
        </p:sp>
        <p:sp>
          <p:nvSpPr>
            <p:cNvPr id="34842" name="Text Box 6">
              <a:extLst>
                <a:ext uri="{FF2B5EF4-FFF2-40B4-BE49-F238E27FC236}">
                  <a16:creationId xmlns:a16="http://schemas.microsoft.com/office/drawing/2014/main" id="{A490EA49-901E-4273-8576-5BF84FDFB4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954"/>
              <a:ext cx="2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>
                  <a:solidFill>
                    <a:srgbClr val="000000"/>
                  </a:solidFill>
                  <a:sym typeface="Symbol" panose="05050102010706020507" pitchFamily="18" charset="2"/>
                </a:rPr>
                <a:t></a:t>
              </a:r>
              <a:endParaRPr lang="en-US" altLang="en-US" sz="2000">
                <a:solidFill>
                  <a:srgbClr val="1B28F6"/>
                </a:solidFill>
              </a:endParaRPr>
            </a:p>
          </p:txBody>
        </p:sp>
        <p:sp>
          <p:nvSpPr>
            <p:cNvPr id="34843" name="Text Box 7">
              <a:extLst>
                <a:ext uri="{FF2B5EF4-FFF2-40B4-BE49-F238E27FC236}">
                  <a16:creationId xmlns:a16="http://schemas.microsoft.com/office/drawing/2014/main" id="{A35EC1D3-C7DE-4FCD-AE4C-759785EF71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252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>
                  <a:solidFill>
                    <a:srgbClr val="000000"/>
                  </a:solidFill>
                  <a:sym typeface="Symbol" panose="05050102010706020507" pitchFamily="18" charset="2"/>
                </a:rPr>
                <a:t>+</a:t>
              </a:r>
              <a:endParaRPr lang="en-US" altLang="en-US" sz="2000">
                <a:solidFill>
                  <a:srgbClr val="1B28F6"/>
                </a:solidFill>
              </a:endParaRPr>
            </a:p>
          </p:txBody>
        </p:sp>
        <p:sp>
          <p:nvSpPr>
            <p:cNvPr id="34844" name="Line 8">
              <a:extLst>
                <a:ext uri="{FF2B5EF4-FFF2-40B4-BE49-F238E27FC236}">
                  <a16:creationId xmlns:a16="http://schemas.microsoft.com/office/drawing/2014/main" id="{7224D8CD-C2E6-442F-88A5-A7CE0EA79C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1396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4845" name="Line 9">
              <a:extLst>
                <a:ext uri="{FF2B5EF4-FFF2-40B4-BE49-F238E27FC236}">
                  <a16:creationId xmlns:a16="http://schemas.microsoft.com/office/drawing/2014/main" id="{4215AF4D-D649-4036-80E6-94777DFA4C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1108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4846" name="Line 10">
              <a:extLst>
                <a:ext uri="{FF2B5EF4-FFF2-40B4-BE49-F238E27FC236}">
                  <a16:creationId xmlns:a16="http://schemas.microsoft.com/office/drawing/2014/main" id="{7504CF74-6DD8-450F-984F-54D8A73FE1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252"/>
              <a:ext cx="3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34824" name="Freeform 11">
            <a:extLst>
              <a:ext uri="{FF2B5EF4-FFF2-40B4-BE49-F238E27FC236}">
                <a16:creationId xmlns:a16="http://schemas.microsoft.com/office/drawing/2014/main" id="{6932FF97-E42A-47A7-B587-B4C924A1AB0F}"/>
              </a:ext>
            </a:extLst>
          </p:cNvPr>
          <p:cNvSpPr>
            <a:spLocks/>
          </p:cNvSpPr>
          <p:nvPr/>
        </p:nvSpPr>
        <p:spPr bwMode="auto">
          <a:xfrm>
            <a:off x="4038600" y="1830388"/>
            <a:ext cx="762000" cy="304800"/>
          </a:xfrm>
          <a:custGeom>
            <a:avLst/>
            <a:gdLst>
              <a:gd name="T0" fmla="*/ 762000 w 480"/>
              <a:gd name="T1" fmla="*/ 152400 h 192"/>
              <a:gd name="T2" fmla="*/ 609600 w 480"/>
              <a:gd name="T3" fmla="*/ 152400 h 192"/>
              <a:gd name="T4" fmla="*/ 533400 w 480"/>
              <a:gd name="T5" fmla="*/ 0 h 192"/>
              <a:gd name="T6" fmla="*/ 457200 w 480"/>
              <a:gd name="T7" fmla="*/ 304800 h 192"/>
              <a:gd name="T8" fmla="*/ 381000 w 480"/>
              <a:gd name="T9" fmla="*/ 0 h 192"/>
              <a:gd name="T10" fmla="*/ 304800 w 480"/>
              <a:gd name="T11" fmla="*/ 304800 h 192"/>
              <a:gd name="T12" fmla="*/ 228600 w 480"/>
              <a:gd name="T13" fmla="*/ 0 h 192"/>
              <a:gd name="T14" fmla="*/ 152400 w 480"/>
              <a:gd name="T15" fmla="*/ 304800 h 192"/>
              <a:gd name="T16" fmla="*/ 76200 w 480"/>
              <a:gd name="T17" fmla="*/ 152400 h 192"/>
              <a:gd name="T18" fmla="*/ 0 w 480"/>
              <a:gd name="T19" fmla="*/ 152400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80"/>
              <a:gd name="T31" fmla="*/ 0 h 192"/>
              <a:gd name="T32" fmla="*/ 480 w 480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80" h="192">
                <a:moveTo>
                  <a:pt x="480" y="96"/>
                </a:moveTo>
                <a:lnTo>
                  <a:pt x="384" y="96"/>
                </a:lnTo>
                <a:lnTo>
                  <a:pt x="336" y="0"/>
                </a:lnTo>
                <a:lnTo>
                  <a:pt x="288" y="192"/>
                </a:lnTo>
                <a:lnTo>
                  <a:pt x="240" y="0"/>
                </a:lnTo>
                <a:lnTo>
                  <a:pt x="192" y="192"/>
                </a:lnTo>
                <a:lnTo>
                  <a:pt x="144" y="0"/>
                </a:lnTo>
                <a:lnTo>
                  <a:pt x="96" y="192"/>
                </a:lnTo>
                <a:lnTo>
                  <a:pt x="48" y="96"/>
                </a:lnTo>
                <a:lnTo>
                  <a:pt x="0" y="96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34825" name="Freeform 12">
            <a:extLst>
              <a:ext uri="{FF2B5EF4-FFF2-40B4-BE49-F238E27FC236}">
                <a16:creationId xmlns:a16="http://schemas.microsoft.com/office/drawing/2014/main" id="{FACD82E4-3D2F-4FB2-B84B-8C8B50E22CC5}"/>
              </a:ext>
            </a:extLst>
          </p:cNvPr>
          <p:cNvSpPr>
            <a:spLocks/>
          </p:cNvSpPr>
          <p:nvPr/>
        </p:nvSpPr>
        <p:spPr bwMode="auto">
          <a:xfrm>
            <a:off x="5410200" y="1144588"/>
            <a:ext cx="762000" cy="304800"/>
          </a:xfrm>
          <a:custGeom>
            <a:avLst/>
            <a:gdLst>
              <a:gd name="T0" fmla="*/ 762000 w 480"/>
              <a:gd name="T1" fmla="*/ 152400 h 192"/>
              <a:gd name="T2" fmla="*/ 609600 w 480"/>
              <a:gd name="T3" fmla="*/ 152400 h 192"/>
              <a:gd name="T4" fmla="*/ 533400 w 480"/>
              <a:gd name="T5" fmla="*/ 0 h 192"/>
              <a:gd name="T6" fmla="*/ 457200 w 480"/>
              <a:gd name="T7" fmla="*/ 304800 h 192"/>
              <a:gd name="T8" fmla="*/ 381000 w 480"/>
              <a:gd name="T9" fmla="*/ 0 h 192"/>
              <a:gd name="T10" fmla="*/ 304800 w 480"/>
              <a:gd name="T11" fmla="*/ 304800 h 192"/>
              <a:gd name="T12" fmla="*/ 228600 w 480"/>
              <a:gd name="T13" fmla="*/ 0 h 192"/>
              <a:gd name="T14" fmla="*/ 152400 w 480"/>
              <a:gd name="T15" fmla="*/ 304800 h 192"/>
              <a:gd name="T16" fmla="*/ 76200 w 480"/>
              <a:gd name="T17" fmla="*/ 152400 h 192"/>
              <a:gd name="T18" fmla="*/ 0 w 480"/>
              <a:gd name="T19" fmla="*/ 152400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80"/>
              <a:gd name="T31" fmla="*/ 0 h 192"/>
              <a:gd name="T32" fmla="*/ 480 w 480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80" h="192">
                <a:moveTo>
                  <a:pt x="480" y="96"/>
                </a:moveTo>
                <a:lnTo>
                  <a:pt x="384" y="96"/>
                </a:lnTo>
                <a:lnTo>
                  <a:pt x="336" y="0"/>
                </a:lnTo>
                <a:lnTo>
                  <a:pt x="288" y="192"/>
                </a:lnTo>
                <a:lnTo>
                  <a:pt x="240" y="0"/>
                </a:lnTo>
                <a:lnTo>
                  <a:pt x="192" y="192"/>
                </a:lnTo>
                <a:lnTo>
                  <a:pt x="144" y="0"/>
                </a:lnTo>
                <a:lnTo>
                  <a:pt x="96" y="192"/>
                </a:lnTo>
                <a:lnTo>
                  <a:pt x="48" y="96"/>
                </a:lnTo>
                <a:lnTo>
                  <a:pt x="0" y="96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34826" name="Freeform 13">
            <a:extLst>
              <a:ext uri="{FF2B5EF4-FFF2-40B4-BE49-F238E27FC236}">
                <a16:creationId xmlns:a16="http://schemas.microsoft.com/office/drawing/2014/main" id="{A3930EAD-C333-42A5-9231-E0B9A4E0C1B8}"/>
              </a:ext>
            </a:extLst>
          </p:cNvPr>
          <p:cNvSpPr>
            <a:spLocks/>
          </p:cNvSpPr>
          <p:nvPr/>
        </p:nvSpPr>
        <p:spPr bwMode="auto">
          <a:xfrm>
            <a:off x="4953000" y="1296988"/>
            <a:ext cx="457200" cy="685800"/>
          </a:xfrm>
          <a:custGeom>
            <a:avLst/>
            <a:gdLst>
              <a:gd name="T0" fmla="*/ 0 w 288"/>
              <a:gd name="T1" fmla="*/ 685800 h 432"/>
              <a:gd name="T2" fmla="*/ 0 w 288"/>
              <a:gd name="T3" fmla="*/ 0 h 432"/>
              <a:gd name="T4" fmla="*/ 457200 w 288"/>
              <a:gd name="T5" fmla="*/ 0 h 432"/>
              <a:gd name="T6" fmla="*/ 0 60000 65536"/>
              <a:gd name="T7" fmla="*/ 0 60000 65536"/>
              <a:gd name="T8" fmla="*/ 0 60000 65536"/>
              <a:gd name="T9" fmla="*/ 0 w 288"/>
              <a:gd name="T10" fmla="*/ 0 h 432"/>
              <a:gd name="T11" fmla="*/ 288 w 288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432">
                <a:moveTo>
                  <a:pt x="0" y="432"/>
                </a:moveTo>
                <a:lnTo>
                  <a:pt x="0" y="0"/>
                </a:lnTo>
                <a:lnTo>
                  <a:pt x="288" y="0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34827" name="Freeform 14">
            <a:extLst>
              <a:ext uri="{FF2B5EF4-FFF2-40B4-BE49-F238E27FC236}">
                <a16:creationId xmlns:a16="http://schemas.microsoft.com/office/drawing/2014/main" id="{4889BD8A-84F3-4084-BD55-4A2EFB161E65}"/>
              </a:ext>
            </a:extLst>
          </p:cNvPr>
          <p:cNvSpPr>
            <a:spLocks/>
          </p:cNvSpPr>
          <p:nvPr/>
        </p:nvSpPr>
        <p:spPr bwMode="auto">
          <a:xfrm>
            <a:off x="6172200" y="1296988"/>
            <a:ext cx="457200" cy="914400"/>
          </a:xfrm>
          <a:custGeom>
            <a:avLst/>
            <a:gdLst>
              <a:gd name="T0" fmla="*/ 0 w 288"/>
              <a:gd name="T1" fmla="*/ 0 h 576"/>
              <a:gd name="T2" fmla="*/ 457200 w 288"/>
              <a:gd name="T3" fmla="*/ 0 h 576"/>
              <a:gd name="T4" fmla="*/ 457200 w 288"/>
              <a:gd name="T5" fmla="*/ 914400 h 576"/>
              <a:gd name="T6" fmla="*/ 0 60000 65536"/>
              <a:gd name="T7" fmla="*/ 0 60000 65536"/>
              <a:gd name="T8" fmla="*/ 0 60000 65536"/>
              <a:gd name="T9" fmla="*/ 0 w 288"/>
              <a:gd name="T10" fmla="*/ 0 h 576"/>
              <a:gd name="T11" fmla="*/ 288 w 288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576">
                <a:moveTo>
                  <a:pt x="0" y="0"/>
                </a:moveTo>
                <a:lnTo>
                  <a:pt x="288" y="0"/>
                </a:lnTo>
                <a:lnTo>
                  <a:pt x="288" y="576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34828" name="Oval 15">
            <a:extLst>
              <a:ext uri="{FF2B5EF4-FFF2-40B4-BE49-F238E27FC236}">
                <a16:creationId xmlns:a16="http://schemas.microsoft.com/office/drawing/2014/main" id="{617E8BED-9989-49A4-867C-754FC8190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1888" y="1974850"/>
            <a:ext cx="19050" cy="190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34829" name="Oval 16">
            <a:extLst>
              <a:ext uri="{FF2B5EF4-FFF2-40B4-BE49-F238E27FC236}">
                <a16:creationId xmlns:a16="http://schemas.microsoft.com/office/drawing/2014/main" id="{3CC44BFB-FB60-41F8-8C92-44EA8CA16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4638" y="2203450"/>
            <a:ext cx="19050" cy="190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grpSp>
        <p:nvGrpSpPr>
          <p:cNvPr id="34830" name="Group 17">
            <a:extLst>
              <a:ext uri="{FF2B5EF4-FFF2-40B4-BE49-F238E27FC236}">
                <a16:creationId xmlns:a16="http://schemas.microsoft.com/office/drawing/2014/main" id="{720EB803-7262-43DD-8E4A-CCEB9E41E81C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2286000"/>
            <a:ext cx="304800" cy="228600"/>
            <a:chOff x="2928" y="3600"/>
            <a:chExt cx="192" cy="144"/>
          </a:xfrm>
        </p:grpSpPr>
        <p:sp>
          <p:nvSpPr>
            <p:cNvPr id="34837" name="Line 18">
              <a:extLst>
                <a:ext uri="{FF2B5EF4-FFF2-40B4-BE49-F238E27FC236}">
                  <a16:creationId xmlns:a16="http://schemas.microsoft.com/office/drawing/2014/main" id="{5F12A6C6-C67E-4D80-89C8-2C1610A1B6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600"/>
              <a:ext cx="0" cy="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4838" name="Line 19">
              <a:extLst>
                <a:ext uri="{FF2B5EF4-FFF2-40B4-BE49-F238E27FC236}">
                  <a16:creationId xmlns:a16="http://schemas.microsoft.com/office/drawing/2014/main" id="{CBAF2D33-DA78-45A1-B8B5-768BC140C2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3648"/>
              <a:ext cx="1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4839" name="Line 20">
              <a:extLst>
                <a:ext uri="{FF2B5EF4-FFF2-40B4-BE49-F238E27FC236}">
                  <a16:creationId xmlns:a16="http://schemas.microsoft.com/office/drawing/2014/main" id="{27686B6C-47EC-487A-AD07-9B5721E720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3696"/>
              <a:ext cx="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4840" name="Line 21">
              <a:extLst>
                <a:ext uri="{FF2B5EF4-FFF2-40B4-BE49-F238E27FC236}">
                  <a16:creationId xmlns:a16="http://schemas.microsoft.com/office/drawing/2014/main" id="{71BD4ABD-C712-404B-B7FB-315E6936DF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" y="3744"/>
              <a:ext cx="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34831" name="Line 22">
            <a:extLst>
              <a:ext uri="{FF2B5EF4-FFF2-40B4-BE49-F238E27FC236}">
                <a16:creationId xmlns:a16="http://schemas.microsoft.com/office/drawing/2014/main" id="{899CAC40-02EC-4F11-BCF4-7C4AA2F6EC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86200" y="1981200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400">
              <a:solidFill>
                <a:srgbClr val="1B28F6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4832" name="Text Box 23">
            <a:extLst>
              <a:ext uri="{FF2B5EF4-FFF2-40B4-BE49-F238E27FC236}">
                <a16:creationId xmlns:a16="http://schemas.microsoft.com/office/drawing/2014/main" id="{D0362DC5-888E-4974-B2B9-CC7129F55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1" y="2286000"/>
            <a:ext cx="4286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V</a:t>
            </a:r>
            <a:r>
              <a:rPr lang="en-US" altLang="en-US" sz="1600" baseline="-25000">
                <a:solidFill>
                  <a:srgbClr val="000000"/>
                </a:solidFill>
              </a:rPr>
              <a:t>in</a:t>
            </a:r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34833" name="Text Box 24">
            <a:extLst>
              <a:ext uri="{FF2B5EF4-FFF2-40B4-BE49-F238E27FC236}">
                <a16:creationId xmlns:a16="http://schemas.microsoft.com/office/drawing/2014/main" id="{C69BEAF2-68A8-4C8C-98F2-4ECB7D24F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2057400"/>
            <a:ext cx="514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V</a:t>
            </a:r>
            <a:r>
              <a:rPr lang="en-US" altLang="en-US" sz="1600" baseline="-25000">
                <a:solidFill>
                  <a:srgbClr val="000000"/>
                </a:solidFill>
              </a:rPr>
              <a:t>out</a:t>
            </a:r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34834" name="Text Box 25">
            <a:extLst>
              <a:ext uri="{FF2B5EF4-FFF2-40B4-BE49-F238E27FC236}">
                <a16:creationId xmlns:a16="http://schemas.microsoft.com/office/drawing/2014/main" id="{D6854247-D88F-4D6D-B70C-516E22E60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447800"/>
            <a:ext cx="4079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R</a:t>
            </a:r>
            <a:r>
              <a:rPr lang="en-US" altLang="en-US" sz="1600" baseline="-25000">
                <a:solidFill>
                  <a:srgbClr val="000000"/>
                </a:solidFill>
              </a:rPr>
              <a:t>1</a:t>
            </a:r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34835" name="Text Box 26">
            <a:extLst>
              <a:ext uri="{FF2B5EF4-FFF2-40B4-BE49-F238E27FC236}">
                <a16:creationId xmlns:a16="http://schemas.microsoft.com/office/drawing/2014/main" id="{15874B97-B3AF-4B36-B89D-FE9C20E0F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838200"/>
            <a:ext cx="4079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R</a:t>
            </a:r>
            <a:r>
              <a:rPr lang="en-US" altLang="en-US" sz="1600" baseline="-25000">
                <a:solidFill>
                  <a:srgbClr val="000000"/>
                </a:solidFill>
              </a:rPr>
              <a:t>2</a:t>
            </a:r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34836" name="Line 27">
            <a:extLst>
              <a:ext uri="{FF2B5EF4-FFF2-40B4-BE49-F238E27FC236}">
                <a16:creationId xmlns:a16="http://schemas.microsoft.com/office/drawing/2014/main" id="{75644279-666F-40DB-AD94-8AC66B81A9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86200" y="1981200"/>
            <a:ext cx="152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400">
              <a:solidFill>
                <a:srgbClr val="1B28F6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515886C-393D-4EAE-9376-1282CAE5B4A5}"/>
                  </a:ext>
                </a:extLst>
              </p14:cNvPr>
              <p14:cNvContentPartPr/>
              <p14:nvPr/>
            </p14:nvContentPartPr>
            <p14:xfrm>
              <a:off x="3544200" y="1320840"/>
              <a:ext cx="8056080" cy="1766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515886C-393D-4EAE-9376-1282CAE5B4A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34840" y="1311480"/>
                <a:ext cx="8074800" cy="178524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AEA998-2D2D-432B-871D-09F422809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89232-B745-4E7D-A8E6-77C2E73DEA15}" type="datetime1">
              <a:rPr lang="en-US" altLang="en-US" smtClean="0"/>
              <a:t>3/3/2022</a:t>
            </a:fld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05AE2-F4FF-46DB-B1FF-B28A2C48C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55567-5058-4BFA-A7D7-637B413A66CB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Date Placeholder 3">
            <a:extLst>
              <a:ext uri="{FF2B5EF4-FFF2-40B4-BE49-F238E27FC236}">
                <a16:creationId xmlns:a16="http://schemas.microsoft.com/office/drawing/2014/main" id="{E5E86A73-A02B-4107-B8D2-868B3614532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fld id="{371D9C59-9F08-44A2-AB90-18EBA854F69C}" type="datetime1">
              <a:rPr lang="en-US" altLang="en-US" sz="1400" smtClean="0">
                <a:solidFill>
                  <a:srgbClr val="1B28F6"/>
                </a:solidFill>
              </a:rPr>
              <a:t>3/3/2022</a:t>
            </a:fld>
            <a:endParaRPr lang="en-US" altLang="en-US" sz="1400">
              <a:solidFill>
                <a:srgbClr val="1B28F6"/>
              </a:solidFill>
            </a:endParaRPr>
          </a:p>
        </p:txBody>
      </p:sp>
      <p:sp>
        <p:nvSpPr>
          <p:cNvPr id="36868" name="Slide Number Placeholder 5">
            <a:extLst>
              <a:ext uri="{FF2B5EF4-FFF2-40B4-BE49-F238E27FC236}">
                <a16:creationId xmlns:a16="http://schemas.microsoft.com/office/drawing/2014/main" id="{C327A259-F277-4AE1-B37D-FCD87A24B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fld id="{DA9F4042-7E13-49A4-81D3-EDBADFEEA8C4}" type="slidenum">
              <a:rPr lang="en-US" altLang="en-US" sz="1400">
                <a:solidFill>
                  <a:srgbClr val="1B28F6"/>
                </a:solidFill>
              </a:rPr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en-US" sz="1400">
              <a:solidFill>
                <a:srgbClr val="1B28F6"/>
              </a:solidFill>
            </a:endParaRPr>
          </a:p>
        </p:txBody>
      </p:sp>
      <p:sp>
        <p:nvSpPr>
          <p:cNvPr id="78850" name="Rectangle 2">
            <a:extLst>
              <a:ext uri="{FF2B5EF4-FFF2-40B4-BE49-F238E27FC236}">
                <a16:creationId xmlns:a16="http://schemas.microsoft.com/office/drawing/2014/main" id="{4D454A1C-15B9-4174-8E43-202ADFFCC8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Summing Amplifier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B3AB1232-B46F-4AF3-A1DA-65CAC0FD3B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3200400"/>
            <a:ext cx="7772400" cy="3048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Much like the inverting amplifier, but with two input voltages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inverting input still held at virtual ground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i="1"/>
              <a:t>I</a:t>
            </a:r>
            <a:r>
              <a:rPr lang="en-US" altLang="en-US" baseline="-25000"/>
              <a:t>1</a:t>
            </a:r>
            <a:r>
              <a:rPr lang="en-US" altLang="en-US"/>
              <a:t> and </a:t>
            </a:r>
            <a:r>
              <a:rPr lang="en-US" altLang="en-US" i="1"/>
              <a:t>I</a:t>
            </a:r>
            <a:r>
              <a:rPr lang="en-US" altLang="en-US" baseline="-25000"/>
              <a:t>2</a:t>
            </a:r>
            <a:r>
              <a:rPr lang="en-US" altLang="en-US"/>
              <a:t> are added together to run through </a:t>
            </a:r>
            <a:r>
              <a:rPr lang="en-US" altLang="en-US" i="1"/>
              <a:t>R</a:t>
            </a:r>
            <a:r>
              <a:rPr lang="en-US" altLang="en-US" baseline="-25000"/>
              <a:t>f</a:t>
            </a:r>
            <a:endParaRPr lang="en-US" altLang="en-US"/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so we get the (inverted) sum: </a:t>
            </a:r>
            <a:r>
              <a:rPr lang="en-US" altLang="en-US" i="1">
                <a:solidFill>
                  <a:schemeClr val="accent2"/>
                </a:solidFill>
              </a:rPr>
              <a:t>V</a:t>
            </a:r>
            <a:r>
              <a:rPr lang="en-US" altLang="en-US" baseline="-25000">
                <a:solidFill>
                  <a:schemeClr val="accent2"/>
                </a:solidFill>
              </a:rPr>
              <a:t>out</a:t>
            </a:r>
            <a:r>
              <a:rPr lang="en-US" altLang="en-US">
                <a:solidFill>
                  <a:schemeClr val="accent2"/>
                </a:solidFill>
              </a:rPr>
              <a:t> = 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</a:t>
            </a:r>
            <a:r>
              <a:rPr lang="en-US" altLang="en-US" i="1">
                <a:solidFill>
                  <a:schemeClr val="accent2"/>
                </a:solidFill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olidFill>
                  <a:schemeClr val="accent2"/>
                </a:solidFill>
                <a:sym typeface="Symbol" panose="05050102010706020507" pitchFamily="18" charset="2"/>
              </a:rPr>
              <a:t>f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(</a:t>
            </a:r>
            <a:r>
              <a:rPr lang="en-US" altLang="en-US" i="1">
                <a:solidFill>
                  <a:schemeClr val="accent2"/>
                </a:solidFill>
                <a:sym typeface="Symbol" panose="05050102010706020507" pitchFamily="18" charset="2"/>
              </a:rPr>
              <a:t>V</a:t>
            </a:r>
            <a:r>
              <a:rPr lang="en-US" altLang="en-US" baseline="-25000">
                <a:solidFill>
                  <a:schemeClr val="accent2"/>
                </a:solidFill>
                <a:sym typeface="Symbol" panose="05050102010706020507" pitchFamily="18" charset="2"/>
              </a:rPr>
              <a:t>1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/</a:t>
            </a:r>
            <a:r>
              <a:rPr lang="en-US" altLang="en-US" i="1">
                <a:solidFill>
                  <a:schemeClr val="accent2"/>
                </a:solidFill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olidFill>
                  <a:schemeClr val="accent2"/>
                </a:solidFill>
                <a:sym typeface="Symbol" panose="05050102010706020507" pitchFamily="18" charset="2"/>
              </a:rPr>
              <a:t>1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 + </a:t>
            </a:r>
            <a:r>
              <a:rPr lang="en-US" altLang="en-US" i="1">
                <a:solidFill>
                  <a:schemeClr val="accent2"/>
                </a:solidFill>
                <a:sym typeface="Symbol" panose="05050102010706020507" pitchFamily="18" charset="2"/>
              </a:rPr>
              <a:t>V</a:t>
            </a:r>
            <a:r>
              <a:rPr lang="en-US" altLang="en-US" baseline="-25000">
                <a:solidFill>
                  <a:schemeClr val="accent2"/>
                </a:solidFill>
                <a:sym typeface="Symbol" panose="05050102010706020507" pitchFamily="18" charset="2"/>
              </a:rPr>
              <a:t>2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/</a:t>
            </a:r>
            <a:r>
              <a:rPr lang="en-US" altLang="en-US" i="1">
                <a:solidFill>
                  <a:schemeClr val="accent2"/>
                </a:solidFill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olidFill>
                  <a:schemeClr val="accent2"/>
                </a:solidFill>
                <a:sym typeface="Symbol" panose="05050102010706020507" pitchFamily="18" charset="2"/>
              </a:rPr>
              <a:t>2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endParaRPr lang="en-US" altLang="en-US">
              <a:sym typeface="Symbol" panose="05050102010706020507" pitchFamily="18" charset="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if </a:t>
            </a:r>
            <a:r>
              <a:rPr lang="en-US" altLang="en-US" i="1"/>
              <a:t>R</a:t>
            </a:r>
            <a:r>
              <a:rPr lang="en-US" altLang="en-US" baseline="-25000"/>
              <a:t>2</a:t>
            </a:r>
            <a:r>
              <a:rPr lang="en-US" altLang="en-US"/>
              <a:t> = </a:t>
            </a:r>
            <a:r>
              <a:rPr lang="en-US" altLang="en-US" i="1"/>
              <a:t>R</a:t>
            </a:r>
            <a:r>
              <a:rPr lang="en-US" altLang="en-US" baseline="-25000"/>
              <a:t>1</a:t>
            </a:r>
            <a:r>
              <a:rPr lang="en-US" altLang="en-US"/>
              <a:t>, we get a sum proportional to 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V</a:t>
            </a:r>
            <a:r>
              <a:rPr lang="en-US" altLang="en-US" baseline="-25000">
                <a:solidFill>
                  <a:schemeClr val="hlink"/>
                </a:solidFill>
              </a:rPr>
              <a:t>1</a:t>
            </a:r>
            <a:r>
              <a:rPr lang="en-US" altLang="en-US">
                <a:solidFill>
                  <a:schemeClr val="hlink"/>
                </a:solidFill>
              </a:rPr>
              <a:t> + </a:t>
            </a:r>
            <a:r>
              <a:rPr lang="en-US" altLang="en-US" i="1">
                <a:solidFill>
                  <a:schemeClr val="hlink"/>
                </a:solidFill>
              </a:rPr>
              <a:t>V</a:t>
            </a:r>
            <a:r>
              <a:rPr lang="en-US" altLang="en-US" baseline="-25000">
                <a:solidFill>
                  <a:schemeClr val="hlink"/>
                </a:solidFill>
              </a:rPr>
              <a:t>2</a:t>
            </a:r>
            <a:r>
              <a:rPr lang="en-US" altLang="en-US">
                <a:solidFill>
                  <a:schemeClr val="hlink"/>
                </a:solidFill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Can have any number of summing inputs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we’ll make our D/A converter this way</a:t>
            </a:r>
          </a:p>
        </p:txBody>
      </p:sp>
      <p:grpSp>
        <p:nvGrpSpPr>
          <p:cNvPr id="36871" name="Group 4">
            <a:extLst>
              <a:ext uri="{FF2B5EF4-FFF2-40B4-BE49-F238E27FC236}">
                <a16:creationId xmlns:a16="http://schemas.microsoft.com/office/drawing/2014/main" id="{6C7FB0BE-F92C-4F16-A9EC-4AA8E871AFE6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1600200"/>
            <a:ext cx="2286000" cy="1219200"/>
            <a:chOff x="2064" y="868"/>
            <a:chExt cx="1440" cy="768"/>
          </a:xfrm>
        </p:grpSpPr>
        <p:sp>
          <p:nvSpPr>
            <p:cNvPr id="36894" name="AutoShape 5">
              <a:extLst>
                <a:ext uri="{FF2B5EF4-FFF2-40B4-BE49-F238E27FC236}">
                  <a16:creationId xmlns:a16="http://schemas.microsoft.com/office/drawing/2014/main" id="{F0FA5CAD-887A-4559-A765-3499CC68CC6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378" y="892"/>
              <a:ext cx="768" cy="72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1B28F6"/>
                </a:solidFill>
              </a:endParaRPr>
            </a:p>
          </p:txBody>
        </p:sp>
        <p:sp>
          <p:nvSpPr>
            <p:cNvPr id="36895" name="Text Box 6">
              <a:extLst>
                <a:ext uri="{FF2B5EF4-FFF2-40B4-BE49-F238E27FC236}">
                  <a16:creationId xmlns:a16="http://schemas.microsoft.com/office/drawing/2014/main" id="{0142D882-7BC8-48FB-A755-4B6E6960E6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954"/>
              <a:ext cx="2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>
                  <a:solidFill>
                    <a:srgbClr val="000000"/>
                  </a:solidFill>
                  <a:sym typeface="Symbol" panose="05050102010706020507" pitchFamily="18" charset="2"/>
                </a:rPr>
                <a:t></a:t>
              </a:r>
              <a:endParaRPr lang="en-US" altLang="en-US" sz="2000">
                <a:solidFill>
                  <a:srgbClr val="1B28F6"/>
                </a:solidFill>
              </a:endParaRPr>
            </a:p>
          </p:txBody>
        </p:sp>
        <p:sp>
          <p:nvSpPr>
            <p:cNvPr id="36896" name="Text Box 7">
              <a:extLst>
                <a:ext uri="{FF2B5EF4-FFF2-40B4-BE49-F238E27FC236}">
                  <a16:creationId xmlns:a16="http://schemas.microsoft.com/office/drawing/2014/main" id="{BC465464-00E7-4091-A7B5-542084CD87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252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>
                  <a:solidFill>
                    <a:srgbClr val="000000"/>
                  </a:solidFill>
                  <a:sym typeface="Symbol" panose="05050102010706020507" pitchFamily="18" charset="2"/>
                </a:rPr>
                <a:t>+</a:t>
              </a:r>
              <a:endParaRPr lang="en-US" altLang="en-US" sz="2000">
                <a:solidFill>
                  <a:srgbClr val="1B28F6"/>
                </a:solidFill>
              </a:endParaRPr>
            </a:p>
          </p:txBody>
        </p:sp>
        <p:sp>
          <p:nvSpPr>
            <p:cNvPr id="36897" name="Line 8">
              <a:extLst>
                <a:ext uri="{FF2B5EF4-FFF2-40B4-BE49-F238E27FC236}">
                  <a16:creationId xmlns:a16="http://schemas.microsoft.com/office/drawing/2014/main" id="{D78C76B5-2015-4903-966D-7203D438AE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1396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6898" name="Line 9">
              <a:extLst>
                <a:ext uri="{FF2B5EF4-FFF2-40B4-BE49-F238E27FC236}">
                  <a16:creationId xmlns:a16="http://schemas.microsoft.com/office/drawing/2014/main" id="{32C1907F-30C5-4D74-83EA-DCE2EC3F4A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1108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6899" name="Line 10">
              <a:extLst>
                <a:ext uri="{FF2B5EF4-FFF2-40B4-BE49-F238E27FC236}">
                  <a16:creationId xmlns:a16="http://schemas.microsoft.com/office/drawing/2014/main" id="{BDD131BC-7264-4401-A175-64578BB39B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252"/>
              <a:ext cx="3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36872" name="Freeform 11">
            <a:extLst>
              <a:ext uri="{FF2B5EF4-FFF2-40B4-BE49-F238E27FC236}">
                <a16:creationId xmlns:a16="http://schemas.microsoft.com/office/drawing/2014/main" id="{AE9E3B60-75A6-4C15-9386-B7439E83C0EA}"/>
              </a:ext>
            </a:extLst>
          </p:cNvPr>
          <p:cNvSpPr>
            <a:spLocks/>
          </p:cNvSpPr>
          <p:nvPr/>
        </p:nvSpPr>
        <p:spPr bwMode="auto">
          <a:xfrm>
            <a:off x="3652838" y="1370013"/>
            <a:ext cx="762000" cy="304800"/>
          </a:xfrm>
          <a:custGeom>
            <a:avLst/>
            <a:gdLst>
              <a:gd name="T0" fmla="*/ 762000 w 480"/>
              <a:gd name="T1" fmla="*/ 152400 h 192"/>
              <a:gd name="T2" fmla="*/ 609600 w 480"/>
              <a:gd name="T3" fmla="*/ 152400 h 192"/>
              <a:gd name="T4" fmla="*/ 533400 w 480"/>
              <a:gd name="T5" fmla="*/ 0 h 192"/>
              <a:gd name="T6" fmla="*/ 457200 w 480"/>
              <a:gd name="T7" fmla="*/ 304800 h 192"/>
              <a:gd name="T8" fmla="*/ 381000 w 480"/>
              <a:gd name="T9" fmla="*/ 0 h 192"/>
              <a:gd name="T10" fmla="*/ 304800 w 480"/>
              <a:gd name="T11" fmla="*/ 304800 h 192"/>
              <a:gd name="T12" fmla="*/ 228600 w 480"/>
              <a:gd name="T13" fmla="*/ 0 h 192"/>
              <a:gd name="T14" fmla="*/ 152400 w 480"/>
              <a:gd name="T15" fmla="*/ 304800 h 192"/>
              <a:gd name="T16" fmla="*/ 76200 w 480"/>
              <a:gd name="T17" fmla="*/ 152400 h 192"/>
              <a:gd name="T18" fmla="*/ 0 w 480"/>
              <a:gd name="T19" fmla="*/ 152400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80"/>
              <a:gd name="T31" fmla="*/ 0 h 192"/>
              <a:gd name="T32" fmla="*/ 480 w 480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80" h="192">
                <a:moveTo>
                  <a:pt x="480" y="96"/>
                </a:moveTo>
                <a:lnTo>
                  <a:pt x="384" y="96"/>
                </a:lnTo>
                <a:lnTo>
                  <a:pt x="336" y="0"/>
                </a:lnTo>
                <a:lnTo>
                  <a:pt x="288" y="192"/>
                </a:lnTo>
                <a:lnTo>
                  <a:pt x="240" y="0"/>
                </a:lnTo>
                <a:lnTo>
                  <a:pt x="192" y="192"/>
                </a:lnTo>
                <a:lnTo>
                  <a:pt x="144" y="0"/>
                </a:lnTo>
                <a:lnTo>
                  <a:pt x="96" y="192"/>
                </a:lnTo>
                <a:lnTo>
                  <a:pt x="48" y="96"/>
                </a:lnTo>
                <a:lnTo>
                  <a:pt x="0" y="96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36873" name="Freeform 12">
            <a:extLst>
              <a:ext uri="{FF2B5EF4-FFF2-40B4-BE49-F238E27FC236}">
                <a16:creationId xmlns:a16="http://schemas.microsoft.com/office/drawing/2014/main" id="{3E88936C-2002-47F4-9DB5-9611EF939572}"/>
              </a:ext>
            </a:extLst>
          </p:cNvPr>
          <p:cNvSpPr>
            <a:spLocks/>
          </p:cNvSpPr>
          <p:nvPr/>
        </p:nvSpPr>
        <p:spPr bwMode="auto">
          <a:xfrm>
            <a:off x="5410200" y="1144588"/>
            <a:ext cx="762000" cy="304800"/>
          </a:xfrm>
          <a:custGeom>
            <a:avLst/>
            <a:gdLst>
              <a:gd name="T0" fmla="*/ 762000 w 480"/>
              <a:gd name="T1" fmla="*/ 152400 h 192"/>
              <a:gd name="T2" fmla="*/ 609600 w 480"/>
              <a:gd name="T3" fmla="*/ 152400 h 192"/>
              <a:gd name="T4" fmla="*/ 533400 w 480"/>
              <a:gd name="T5" fmla="*/ 0 h 192"/>
              <a:gd name="T6" fmla="*/ 457200 w 480"/>
              <a:gd name="T7" fmla="*/ 304800 h 192"/>
              <a:gd name="T8" fmla="*/ 381000 w 480"/>
              <a:gd name="T9" fmla="*/ 0 h 192"/>
              <a:gd name="T10" fmla="*/ 304800 w 480"/>
              <a:gd name="T11" fmla="*/ 304800 h 192"/>
              <a:gd name="T12" fmla="*/ 228600 w 480"/>
              <a:gd name="T13" fmla="*/ 0 h 192"/>
              <a:gd name="T14" fmla="*/ 152400 w 480"/>
              <a:gd name="T15" fmla="*/ 304800 h 192"/>
              <a:gd name="T16" fmla="*/ 76200 w 480"/>
              <a:gd name="T17" fmla="*/ 152400 h 192"/>
              <a:gd name="T18" fmla="*/ 0 w 480"/>
              <a:gd name="T19" fmla="*/ 152400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80"/>
              <a:gd name="T31" fmla="*/ 0 h 192"/>
              <a:gd name="T32" fmla="*/ 480 w 480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80" h="192">
                <a:moveTo>
                  <a:pt x="480" y="96"/>
                </a:moveTo>
                <a:lnTo>
                  <a:pt x="384" y="96"/>
                </a:lnTo>
                <a:lnTo>
                  <a:pt x="336" y="0"/>
                </a:lnTo>
                <a:lnTo>
                  <a:pt x="288" y="192"/>
                </a:lnTo>
                <a:lnTo>
                  <a:pt x="240" y="0"/>
                </a:lnTo>
                <a:lnTo>
                  <a:pt x="192" y="192"/>
                </a:lnTo>
                <a:lnTo>
                  <a:pt x="144" y="0"/>
                </a:lnTo>
                <a:lnTo>
                  <a:pt x="96" y="192"/>
                </a:lnTo>
                <a:lnTo>
                  <a:pt x="48" y="96"/>
                </a:lnTo>
                <a:lnTo>
                  <a:pt x="0" y="96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36874" name="Freeform 13">
            <a:extLst>
              <a:ext uri="{FF2B5EF4-FFF2-40B4-BE49-F238E27FC236}">
                <a16:creationId xmlns:a16="http://schemas.microsoft.com/office/drawing/2014/main" id="{4F31B88B-34E9-49D8-BAC4-0E81CC7AAC61}"/>
              </a:ext>
            </a:extLst>
          </p:cNvPr>
          <p:cNvSpPr>
            <a:spLocks/>
          </p:cNvSpPr>
          <p:nvPr/>
        </p:nvSpPr>
        <p:spPr bwMode="auto">
          <a:xfrm>
            <a:off x="4953000" y="1296988"/>
            <a:ext cx="457200" cy="685800"/>
          </a:xfrm>
          <a:custGeom>
            <a:avLst/>
            <a:gdLst>
              <a:gd name="T0" fmla="*/ 0 w 288"/>
              <a:gd name="T1" fmla="*/ 685800 h 432"/>
              <a:gd name="T2" fmla="*/ 0 w 288"/>
              <a:gd name="T3" fmla="*/ 0 h 432"/>
              <a:gd name="T4" fmla="*/ 457200 w 288"/>
              <a:gd name="T5" fmla="*/ 0 h 432"/>
              <a:gd name="T6" fmla="*/ 0 60000 65536"/>
              <a:gd name="T7" fmla="*/ 0 60000 65536"/>
              <a:gd name="T8" fmla="*/ 0 60000 65536"/>
              <a:gd name="T9" fmla="*/ 0 w 288"/>
              <a:gd name="T10" fmla="*/ 0 h 432"/>
              <a:gd name="T11" fmla="*/ 288 w 288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432">
                <a:moveTo>
                  <a:pt x="0" y="432"/>
                </a:moveTo>
                <a:lnTo>
                  <a:pt x="0" y="0"/>
                </a:lnTo>
                <a:lnTo>
                  <a:pt x="288" y="0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36875" name="Freeform 14">
            <a:extLst>
              <a:ext uri="{FF2B5EF4-FFF2-40B4-BE49-F238E27FC236}">
                <a16:creationId xmlns:a16="http://schemas.microsoft.com/office/drawing/2014/main" id="{63660372-64D5-45E0-B691-72F62ED04BFB}"/>
              </a:ext>
            </a:extLst>
          </p:cNvPr>
          <p:cNvSpPr>
            <a:spLocks/>
          </p:cNvSpPr>
          <p:nvPr/>
        </p:nvSpPr>
        <p:spPr bwMode="auto">
          <a:xfrm>
            <a:off x="6172200" y="1296988"/>
            <a:ext cx="457200" cy="914400"/>
          </a:xfrm>
          <a:custGeom>
            <a:avLst/>
            <a:gdLst>
              <a:gd name="T0" fmla="*/ 0 w 288"/>
              <a:gd name="T1" fmla="*/ 0 h 576"/>
              <a:gd name="T2" fmla="*/ 457200 w 288"/>
              <a:gd name="T3" fmla="*/ 0 h 576"/>
              <a:gd name="T4" fmla="*/ 457200 w 288"/>
              <a:gd name="T5" fmla="*/ 914400 h 576"/>
              <a:gd name="T6" fmla="*/ 0 60000 65536"/>
              <a:gd name="T7" fmla="*/ 0 60000 65536"/>
              <a:gd name="T8" fmla="*/ 0 60000 65536"/>
              <a:gd name="T9" fmla="*/ 0 w 288"/>
              <a:gd name="T10" fmla="*/ 0 h 576"/>
              <a:gd name="T11" fmla="*/ 288 w 288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576">
                <a:moveTo>
                  <a:pt x="0" y="0"/>
                </a:moveTo>
                <a:lnTo>
                  <a:pt x="288" y="0"/>
                </a:lnTo>
                <a:lnTo>
                  <a:pt x="288" y="576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36876" name="Oval 15">
            <a:extLst>
              <a:ext uri="{FF2B5EF4-FFF2-40B4-BE49-F238E27FC236}">
                <a16:creationId xmlns:a16="http://schemas.microsoft.com/office/drawing/2014/main" id="{6E289EBD-1E88-48E2-9749-C6D79AA4C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1888" y="1974850"/>
            <a:ext cx="19050" cy="190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36877" name="Oval 16">
            <a:extLst>
              <a:ext uri="{FF2B5EF4-FFF2-40B4-BE49-F238E27FC236}">
                <a16:creationId xmlns:a16="http://schemas.microsoft.com/office/drawing/2014/main" id="{F82CF9A1-D7B6-4707-9F62-779E4492F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4638" y="2203450"/>
            <a:ext cx="19050" cy="190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grpSp>
        <p:nvGrpSpPr>
          <p:cNvPr id="36878" name="Group 17">
            <a:extLst>
              <a:ext uri="{FF2B5EF4-FFF2-40B4-BE49-F238E27FC236}">
                <a16:creationId xmlns:a16="http://schemas.microsoft.com/office/drawing/2014/main" id="{8DC97554-DC93-43F9-AEDD-7C53EF751091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2743200"/>
            <a:ext cx="304800" cy="228600"/>
            <a:chOff x="2928" y="3600"/>
            <a:chExt cx="192" cy="144"/>
          </a:xfrm>
        </p:grpSpPr>
        <p:sp>
          <p:nvSpPr>
            <p:cNvPr id="36890" name="Line 18">
              <a:extLst>
                <a:ext uri="{FF2B5EF4-FFF2-40B4-BE49-F238E27FC236}">
                  <a16:creationId xmlns:a16="http://schemas.microsoft.com/office/drawing/2014/main" id="{8A6DCF26-CAD7-489B-9F38-879588C10F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600"/>
              <a:ext cx="0" cy="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6891" name="Line 19">
              <a:extLst>
                <a:ext uri="{FF2B5EF4-FFF2-40B4-BE49-F238E27FC236}">
                  <a16:creationId xmlns:a16="http://schemas.microsoft.com/office/drawing/2014/main" id="{DD1C36F9-FB9C-4517-80F9-E3878DD726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3648"/>
              <a:ext cx="1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6892" name="Line 20">
              <a:extLst>
                <a:ext uri="{FF2B5EF4-FFF2-40B4-BE49-F238E27FC236}">
                  <a16:creationId xmlns:a16="http://schemas.microsoft.com/office/drawing/2014/main" id="{CC669429-5723-446E-8EB6-F623E4B158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3696"/>
              <a:ext cx="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6893" name="Line 21">
              <a:extLst>
                <a:ext uri="{FF2B5EF4-FFF2-40B4-BE49-F238E27FC236}">
                  <a16:creationId xmlns:a16="http://schemas.microsoft.com/office/drawing/2014/main" id="{21774B38-25C0-4935-8FF5-C3BE122D12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" y="3744"/>
              <a:ext cx="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36879" name="Line 22">
            <a:extLst>
              <a:ext uri="{FF2B5EF4-FFF2-40B4-BE49-F238E27FC236}">
                <a16:creationId xmlns:a16="http://schemas.microsoft.com/office/drawing/2014/main" id="{D527F929-1BDA-45E0-88AD-AC231C80BB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0600" y="2438400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400">
              <a:solidFill>
                <a:srgbClr val="1B28F6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6880" name="Text Box 23">
            <a:extLst>
              <a:ext uri="{FF2B5EF4-FFF2-40B4-BE49-F238E27FC236}">
                <a16:creationId xmlns:a16="http://schemas.microsoft.com/office/drawing/2014/main" id="{20FBC60C-EE1D-4041-9327-6688C9758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1" y="1339850"/>
            <a:ext cx="396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V</a:t>
            </a:r>
            <a:r>
              <a:rPr lang="en-US" altLang="en-US" sz="1600" baseline="-25000">
                <a:solidFill>
                  <a:srgbClr val="000000"/>
                </a:solidFill>
              </a:rPr>
              <a:t>1</a:t>
            </a:r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36881" name="Text Box 24">
            <a:extLst>
              <a:ext uri="{FF2B5EF4-FFF2-40B4-BE49-F238E27FC236}">
                <a16:creationId xmlns:a16="http://schemas.microsoft.com/office/drawing/2014/main" id="{615CF2F7-0C0F-4607-834A-72D98F33D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2057400"/>
            <a:ext cx="514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V</a:t>
            </a:r>
            <a:r>
              <a:rPr lang="en-US" altLang="en-US" sz="1600" baseline="-25000">
                <a:solidFill>
                  <a:srgbClr val="000000"/>
                </a:solidFill>
              </a:rPr>
              <a:t>out</a:t>
            </a:r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36882" name="Text Box 25">
            <a:extLst>
              <a:ext uri="{FF2B5EF4-FFF2-40B4-BE49-F238E27FC236}">
                <a16:creationId xmlns:a16="http://schemas.microsoft.com/office/drawing/2014/main" id="{3CE1D8BD-6109-4818-93BC-F37D08FEF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1425" y="1035050"/>
            <a:ext cx="4079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R</a:t>
            </a:r>
            <a:r>
              <a:rPr lang="en-US" altLang="en-US" sz="1600" baseline="-25000">
                <a:solidFill>
                  <a:srgbClr val="000000"/>
                </a:solidFill>
              </a:rPr>
              <a:t>1</a:t>
            </a:r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36883" name="Text Box 26">
            <a:extLst>
              <a:ext uri="{FF2B5EF4-FFF2-40B4-BE49-F238E27FC236}">
                <a16:creationId xmlns:a16="http://schemas.microsoft.com/office/drawing/2014/main" id="{1226BEBD-916A-4126-BE3E-CB672706C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838200"/>
            <a:ext cx="3698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R</a:t>
            </a:r>
            <a:r>
              <a:rPr lang="en-US" altLang="en-US" sz="1600" baseline="-25000">
                <a:solidFill>
                  <a:srgbClr val="000000"/>
                </a:solidFill>
              </a:rPr>
              <a:t>f</a:t>
            </a:r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36884" name="Freeform 27">
            <a:extLst>
              <a:ext uri="{FF2B5EF4-FFF2-40B4-BE49-F238E27FC236}">
                <a16:creationId xmlns:a16="http://schemas.microsoft.com/office/drawing/2014/main" id="{B0E565D9-AB76-4B4F-9B5A-1082C270862C}"/>
              </a:ext>
            </a:extLst>
          </p:cNvPr>
          <p:cNvSpPr>
            <a:spLocks/>
          </p:cNvSpPr>
          <p:nvPr/>
        </p:nvSpPr>
        <p:spPr bwMode="auto">
          <a:xfrm>
            <a:off x="3652838" y="2284413"/>
            <a:ext cx="762000" cy="304800"/>
          </a:xfrm>
          <a:custGeom>
            <a:avLst/>
            <a:gdLst>
              <a:gd name="T0" fmla="*/ 762000 w 480"/>
              <a:gd name="T1" fmla="*/ 152400 h 192"/>
              <a:gd name="T2" fmla="*/ 609600 w 480"/>
              <a:gd name="T3" fmla="*/ 152400 h 192"/>
              <a:gd name="T4" fmla="*/ 533400 w 480"/>
              <a:gd name="T5" fmla="*/ 0 h 192"/>
              <a:gd name="T6" fmla="*/ 457200 w 480"/>
              <a:gd name="T7" fmla="*/ 304800 h 192"/>
              <a:gd name="T8" fmla="*/ 381000 w 480"/>
              <a:gd name="T9" fmla="*/ 0 h 192"/>
              <a:gd name="T10" fmla="*/ 304800 w 480"/>
              <a:gd name="T11" fmla="*/ 304800 h 192"/>
              <a:gd name="T12" fmla="*/ 228600 w 480"/>
              <a:gd name="T13" fmla="*/ 0 h 192"/>
              <a:gd name="T14" fmla="*/ 152400 w 480"/>
              <a:gd name="T15" fmla="*/ 304800 h 192"/>
              <a:gd name="T16" fmla="*/ 76200 w 480"/>
              <a:gd name="T17" fmla="*/ 152400 h 192"/>
              <a:gd name="T18" fmla="*/ 0 w 480"/>
              <a:gd name="T19" fmla="*/ 152400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80"/>
              <a:gd name="T31" fmla="*/ 0 h 192"/>
              <a:gd name="T32" fmla="*/ 480 w 480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80" h="192">
                <a:moveTo>
                  <a:pt x="480" y="96"/>
                </a:moveTo>
                <a:lnTo>
                  <a:pt x="384" y="96"/>
                </a:lnTo>
                <a:lnTo>
                  <a:pt x="336" y="0"/>
                </a:lnTo>
                <a:lnTo>
                  <a:pt x="288" y="192"/>
                </a:lnTo>
                <a:lnTo>
                  <a:pt x="240" y="0"/>
                </a:lnTo>
                <a:lnTo>
                  <a:pt x="192" y="192"/>
                </a:lnTo>
                <a:lnTo>
                  <a:pt x="144" y="0"/>
                </a:lnTo>
                <a:lnTo>
                  <a:pt x="96" y="192"/>
                </a:lnTo>
                <a:lnTo>
                  <a:pt x="48" y="96"/>
                </a:lnTo>
                <a:lnTo>
                  <a:pt x="0" y="96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36885" name="Text Box 28">
            <a:extLst>
              <a:ext uri="{FF2B5EF4-FFF2-40B4-BE49-F238E27FC236}">
                <a16:creationId xmlns:a16="http://schemas.microsoft.com/office/drawing/2014/main" id="{B7E32594-B4BC-44D1-A821-067DA97EBC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1" y="2254250"/>
            <a:ext cx="396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V</a:t>
            </a:r>
            <a:r>
              <a:rPr lang="en-US" altLang="en-US" sz="1600" baseline="-25000">
                <a:solidFill>
                  <a:srgbClr val="000000"/>
                </a:solidFill>
              </a:rPr>
              <a:t>2</a:t>
            </a:r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36886" name="Text Box 29">
            <a:extLst>
              <a:ext uri="{FF2B5EF4-FFF2-40B4-BE49-F238E27FC236}">
                <a16:creationId xmlns:a16="http://schemas.microsoft.com/office/drawing/2014/main" id="{C150136C-269D-4F9F-A90E-F797448A1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1425" y="1949450"/>
            <a:ext cx="4079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R</a:t>
            </a:r>
            <a:r>
              <a:rPr lang="en-US" altLang="en-US" sz="1600" baseline="-25000">
                <a:solidFill>
                  <a:srgbClr val="000000"/>
                </a:solidFill>
              </a:rPr>
              <a:t>2</a:t>
            </a:r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36887" name="Line 30">
            <a:extLst>
              <a:ext uri="{FF2B5EF4-FFF2-40B4-BE49-F238E27FC236}">
                <a16:creationId xmlns:a16="http://schemas.microsoft.com/office/drawing/2014/main" id="{AD4690B2-C22D-4BDB-A78B-BE975154761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1524000"/>
            <a:ext cx="0" cy="914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400">
              <a:solidFill>
                <a:srgbClr val="1B28F6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6888" name="Line 31">
            <a:extLst>
              <a:ext uri="{FF2B5EF4-FFF2-40B4-BE49-F238E27FC236}">
                <a16:creationId xmlns:a16="http://schemas.microsoft.com/office/drawing/2014/main" id="{CB3FEC81-7713-40E1-B51B-08FB37F5A6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19600" y="1981200"/>
            <a:ext cx="38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400">
              <a:solidFill>
                <a:srgbClr val="1B28F6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6889" name="Oval 32">
            <a:extLst>
              <a:ext uri="{FF2B5EF4-FFF2-40B4-BE49-F238E27FC236}">
                <a16:creationId xmlns:a16="http://schemas.microsoft.com/office/drawing/2014/main" id="{DD9A19EA-0B00-4731-B475-FBD22BD6D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1663" y="1973263"/>
            <a:ext cx="19050" cy="190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CF9AB6D-E9F0-4777-9D6A-C3428704F5DB}"/>
                  </a:ext>
                </a:extLst>
              </p14:cNvPr>
              <p14:cNvContentPartPr/>
              <p14:nvPr/>
            </p14:nvContentPartPr>
            <p14:xfrm>
              <a:off x="3234600" y="731880"/>
              <a:ext cx="8934840" cy="3529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CF9AB6D-E9F0-4777-9D6A-C3428704F5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25240" y="722520"/>
                <a:ext cx="8953560" cy="3548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Date Placeholder 3">
            <a:extLst>
              <a:ext uri="{FF2B5EF4-FFF2-40B4-BE49-F238E27FC236}">
                <a16:creationId xmlns:a16="http://schemas.microsoft.com/office/drawing/2014/main" id="{30D9CAC4-C9E3-4D8F-A44B-4B2625FC46D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fld id="{C6CD70A8-185F-477D-A603-D30855BF2984}" type="datetime1">
              <a:rPr lang="en-US" altLang="en-US" sz="1400" smtClean="0">
                <a:solidFill>
                  <a:srgbClr val="1B28F6"/>
                </a:solidFill>
              </a:rPr>
              <a:t>3/3/2022</a:t>
            </a:fld>
            <a:endParaRPr lang="en-US" altLang="en-US" sz="1400">
              <a:solidFill>
                <a:srgbClr val="1B28F6"/>
              </a:solidFill>
            </a:endParaRPr>
          </a:p>
        </p:txBody>
      </p:sp>
      <p:sp>
        <p:nvSpPr>
          <p:cNvPr id="38916" name="Slide Number Placeholder 5">
            <a:extLst>
              <a:ext uri="{FF2B5EF4-FFF2-40B4-BE49-F238E27FC236}">
                <a16:creationId xmlns:a16="http://schemas.microsoft.com/office/drawing/2014/main" id="{9673688A-964E-4752-BCC7-C575BCC7C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fld id="{EC7DA5DD-A5C2-4C7F-9DE3-02680FA4EE5F}" type="slidenum">
              <a:rPr lang="en-US" altLang="en-US" sz="1400">
                <a:solidFill>
                  <a:srgbClr val="1B28F6"/>
                </a:solidFill>
              </a:rPr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en-US" sz="1400">
              <a:solidFill>
                <a:srgbClr val="1B28F6"/>
              </a:solidFill>
            </a:endParaRPr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12439C98-2F54-49DB-A6FF-7EB8F2CE4A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-762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Differencing Amplifier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234474F2-B858-4A6C-84CB-0E639FE4AB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3505200"/>
            <a:ext cx="7772400" cy="2743200"/>
          </a:xfrm>
        </p:spPr>
        <p:txBody>
          <a:bodyPr/>
          <a:lstStyle/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The non-inverting input is a simple voltage divider:</a:t>
            </a:r>
          </a:p>
          <a:p>
            <a:pPr lvl="1" eaLnBrk="1" hangingPunct="1"/>
            <a:r>
              <a:rPr lang="en-US" altLang="en-US" i="1"/>
              <a:t>V</a:t>
            </a:r>
            <a:r>
              <a:rPr lang="en-US" altLang="en-US" baseline="-25000"/>
              <a:t>node</a:t>
            </a:r>
            <a:r>
              <a:rPr lang="en-US" altLang="en-US"/>
              <a:t> = </a:t>
            </a:r>
            <a:r>
              <a:rPr lang="en-US" altLang="en-US" i="1"/>
              <a:t>V</a:t>
            </a:r>
            <a:r>
              <a:rPr lang="en-US" altLang="en-US" baseline="30000"/>
              <a:t>+</a:t>
            </a:r>
            <a:r>
              <a:rPr lang="en-US" altLang="en-US" i="1"/>
              <a:t>R</a:t>
            </a:r>
            <a:r>
              <a:rPr lang="en-US" altLang="en-US" baseline="-25000"/>
              <a:t>2</a:t>
            </a:r>
            <a:r>
              <a:rPr lang="en-US" altLang="en-US"/>
              <a:t>/(</a:t>
            </a:r>
            <a:r>
              <a:rPr lang="en-US" altLang="en-US" i="1"/>
              <a:t>R</a:t>
            </a:r>
            <a:r>
              <a:rPr lang="en-US" altLang="en-US" baseline="-25000"/>
              <a:t>1</a:t>
            </a:r>
            <a:r>
              <a:rPr lang="en-US" altLang="en-US"/>
              <a:t> + </a:t>
            </a:r>
            <a:r>
              <a:rPr lang="en-US" altLang="en-US" i="1"/>
              <a:t>R</a:t>
            </a:r>
            <a:r>
              <a:rPr lang="en-US" altLang="en-US" baseline="-25000"/>
              <a:t>2</a:t>
            </a:r>
            <a:r>
              <a:rPr lang="en-US" altLang="en-US"/>
              <a:t>)</a:t>
            </a:r>
          </a:p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So </a:t>
            </a:r>
            <a:r>
              <a:rPr lang="en-US" altLang="en-US" i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en-US" altLang="en-US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f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= (</a:t>
            </a:r>
            <a:r>
              <a:rPr lang="en-US" altLang="en-US" i="1"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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  </a:t>
            </a:r>
            <a:r>
              <a:rPr lang="en-US" altLang="en-US" i="1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V</a:t>
            </a:r>
            <a:r>
              <a:rPr lang="en-US" altLang="en-US" baseline="-2500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node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)/</a:t>
            </a:r>
            <a:r>
              <a:rPr lang="en-US" altLang="en-US" i="1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R</a:t>
            </a:r>
            <a:r>
              <a:rPr lang="en-US" altLang="en-US" baseline="-2500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1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en-US" i="1"/>
              <a:t>V</a:t>
            </a:r>
            <a:r>
              <a:rPr lang="en-US" altLang="en-US" baseline="-25000"/>
              <a:t>out</a:t>
            </a:r>
            <a:r>
              <a:rPr lang="en-US" altLang="en-US"/>
              <a:t> = </a:t>
            </a:r>
            <a:r>
              <a:rPr lang="en-US" altLang="en-US" i="1"/>
              <a:t>V</a:t>
            </a:r>
            <a:r>
              <a:rPr lang="en-US" altLang="en-US" baseline="-25000"/>
              <a:t>node</a:t>
            </a:r>
            <a:r>
              <a:rPr lang="en-US" altLang="en-US"/>
              <a:t> </a:t>
            </a:r>
            <a:r>
              <a:rPr lang="en-US" altLang="en-US">
                <a:sym typeface="Symbol" panose="05050102010706020507" pitchFamily="18" charset="2"/>
              </a:rPr>
              <a:t> </a:t>
            </a:r>
            <a:r>
              <a:rPr lang="en-US" altLang="en-US" i="1">
                <a:sym typeface="Symbol" panose="05050102010706020507" pitchFamily="18" charset="2"/>
              </a:rPr>
              <a:t>I</a:t>
            </a:r>
            <a:r>
              <a:rPr lang="en-US" altLang="en-US" baseline="-25000">
                <a:sym typeface="Symbol" panose="05050102010706020507" pitchFamily="18" charset="2"/>
              </a:rPr>
              <a:t>f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2</a:t>
            </a:r>
            <a:r>
              <a:rPr lang="en-US" altLang="en-US">
                <a:sym typeface="Symbol" panose="05050102010706020507" pitchFamily="18" charset="2"/>
              </a:rPr>
              <a:t> = </a:t>
            </a:r>
            <a:r>
              <a:rPr lang="en-US" altLang="en-US" i="1">
                <a:sym typeface="Symbol" panose="05050102010706020507" pitchFamily="18" charset="2"/>
              </a:rPr>
              <a:t>V</a:t>
            </a:r>
            <a:r>
              <a:rPr lang="en-US" altLang="en-US" baseline="30000">
                <a:sym typeface="Symbol" panose="05050102010706020507" pitchFamily="18" charset="2"/>
              </a:rPr>
              <a:t>+</a:t>
            </a:r>
            <a:r>
              <a:rPr lang="en-US" altLang="en-US">
                <a:sym typeface="Symbol" panose="05050102010706020507" pitchFamily="18" charset="2"/>
              </a:rPr>
              <a:t>(1 +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2</a:t>
            </a:r>
            <a:r>
              <a:rPr lang="en-US" altLang="en-US">
                <a:sym typeface="Symbol" panose="05050102010706020507" pitchFamily="18" charset="2"/>
              </a:rPr>
              <a:t>/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1</a:t>
            </a:r>
            <a:r>
              <a:rPr lang="en-US" altLang="en-US">
                <a:sym typeface="Symbol" panose="05050102010706020507" pitchFamily="18" charset="2"/>
              </a:rPr>
              <a:t>)(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2</a:t>
            </a:r>
            <a:r>
              <a:rPr lang="en-US" altLang="en-US">
                <a:sym typeface="Symbol" panose="05050102010706020507" pitchFamily="18" charset="2"/>
              </a:rPr>
              <a:t>/(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1</a:t>
            </a:r>
            <a:r>
              <a:rPr lang="en-US" altLang="en-US">
                <a:sym typeface="Symbol" panose="05050102010706020507" pitchFamily="18" charset="2"/>
              </a:rPr>
              <a:t> +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2</a:t>
            </a:r>
            <a:r>
              <a:rPr lang="en-US" altLang="en-US">
                <a:sym typeface="Symbol" panose="05050102010706020507" pitchFamily="18" charset="2"/>
              </a:rPr>
              <a:t>))  </a:t>
            </a:r>
            <a:r>
              <a:rPr lang="en-US" altLang="en-US" i="1">
                <a:sym typeface="Symbol" panose="05050102010706020507" pitchFamily="18" charset="2"/>
              </a:rPr>
              <a:t>V</a:t>
            </a:r>
            <a:r>
              <a:rPr lang="en-US" altLang="en-US" baseline="30000">
                <a:sym typeface="Symbol" panose="05050102010706020507" pitchFamily="18" charset="2"/>
              </a:rPr>
              <a:t></a:t>
            </a:r>
            <a:r>
              <a:rPr lang="en-US" altLang="en-US">
                <a:sym typeface="Symbol" panose="05050102010706020507" pitchFamily="18" charset="2"/>
              </a:rPr>
              <a:t>(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2</a:t>
            </a:r>
            <a:r>
              <a:rPr lang="en-US" altLang="en-US">
                <a:sym typeface="Symbol" panose="05050102010706020507" pitchFamily="18" charset="2"/>
              </a:rPr>
              <a:t>/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1</a:t>
            </a:r>
            <a:r>
              <a:rPr lang="en-US" altLang="en-US">
                <a:sym typeface="Symbol" panose="05050102010706020507" pitchFamily="18" charset="2"/>
              </a:rPr>
              <a:t>)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so </a:t>
            </a:r>
            <a:r>
              <a:rPr lang="en-US" altLang="en-US" i="1">
                <a:solidFill>
                  <a:schemeClr val="accent2"/>
                </a:solidFill>
                <a:sym typeface="Symbol" panose="05050102010706020507" pitchFamily="18" charset="2"/>
              </a:rPr>
              <a:t>V</a:t>
            </a:r>
            <a:r>
              <a:rPr lang="en-US" altLang="en-US" baseline="-25000">
                <a:solidFill>
                  <a:schemeClr val="accent2"/>
                </a:solidFill>
                <a:sym typeface="Symbol" panose="05050102010706020507" pitchFamily="18" charset="2"/>
              </a:rPr>
              <a:t>out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 = (</a:t>
            </a:r>
            <a:r>
              <a:rPr lang="en-US" altLang="en-US" i="1">
                <a:solidFill>
                  <a:schemeClr val="accent2"/>
                </a:solidFill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olidFill>
                  <a:schemeClr val="accent2"/>
                </a:solidFill>
                <a:sym typeface="Symbol" panose="05050102010706020507" pitchFamily="18" charset="2"/>
              </a:rPr>
              <a:t>2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/</a:t>
            </a:r>
            <a:r>
              <a:rPr lang="en-US" altLang="en-US" i="1">
                <a:solidFill>
                  <a:schemeClr val="accent2"/>
                </a:solidFill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olidFill>
                  <a:schemeClr val="accent2"/>
                </a:solidFill>
                <a:sym typeface="Symbol" panose="05050102010706020507" pitchFamily="18" charset="2"/>
              </a:rPr>
              <a:t>1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)(</a:t>
            </a:r>
            <a:r>
              <a:rPr lang="en-US" altLang="en-US" i="1">
                <a:solidFill>
                  <a:schemeClr val="accent2"/>
                </a:solidFill>
                <a:sym typeface="Symbol" panose="05050102010706020507" pitchFamily="18" charset="2"/>
              </a:rPr>
              <a:t>V</a:t>
            </a:r>
            <a:r>
              <a:rPr lang="en-US" altLang="en-US" baseline="30000">
                <a:solidFill>
                  <a:schemeClr val="accent2"/>
                </a:solidFill>
                <a:sym typeface="Symbol" panose="05050102010706020507" pitchFamily="18" charset="2"/>
              </a:rPr>
              <a:t>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  </a:t>
            </a:r>
            <a:r>
              <a:rPr lang="en-US" altLang="en-US" i="1">
                <a:solidFill>
                  <a:schemeClr val="accent2"/>
                </a:solidFill>
                <a:sym typeface="Symbol" panose="05050102010706020507" pitchFamily="18" charset="2"/>
              </a:rPr>
              <a:t>V</a:t>
            </a:r>
            <a:r>
              <a:rPr lang="en-US" altLang="en-US" baseline="30000">
                <a:solidFill>
                  <a:schemeClr val="accent2"/>
                </a:solidFill>
                <a:sym typeface="Symbol" panose="05050102010706020507" pitchFamily="18" charset="2"/>
              </a:rPr>
              <a:t>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therefore we difference </a:t>
            </a:r>
            <a:r>
              <a:rPr lang="en-US" altLang="en-US" i="1">
                <a:sym typeface="Symbol" panose="05050102010706020507" pitchFamily="18" charset="2"/>
              </a:rPr>
              <a:t>V</a:t>
            </a:r>
            <a:r>
              <a:rPr lang="en-US" altLang="en-US" baseline="30000">
                <a:sym typeface="Symbol" panose="05050102010706020507" pitchFamily="18" charset="2"/>
              </a:rPr>
              <a:t></a:t>
            </a:r>
            <a:r>
              <a:rPr lang="en-US" altLang="en-US">
                <a:sym typeface="Symbol" panose="05050102010706020507" pitchFamily="18" charset="2"/>
              </a:rPr>
              <a:t> and </a:t>
            </a:r>
            <a:r>
              <a:rPr lang="en-US" altLang="en-US" i="1">
                <a:sym typeface="Symbol" panose="05050102010706020507" pitchFamily="18" charset="2"/>
              </a:rPr>
              <a:t>V</a:t>
            </a:r>
            <a:r>
              <a:rPr lang="en-US" altLang="en-US" baseline="30000">
                <a:sym typeface="Symbol" panose="05050102010706020507" pitchFamily="18" charset="2"/>
              </a:rPr>
              <a:t></a:t>
            </a:r>
            <a:r>
              <a:rPr lang="en-US" altLang="en-US">
                <a:sym typeface="Symbol" panose="05050102010706020507" pitchFamily="18" charset="2"/>
              </a:rPr>
              <a:t> </a:t>
            </a:r>
            <a:endParaRPr lang="en-US" altLang="en-US"/>
          </a:p>
        </p:txBody>
      </p:sp>
      <p:grpSp>
        <p:nvGrpSpPr>
          <p:cNvPr id="38919" name="Group 4">
            <a:extLst>
              <a:ext uri="{FF2B5EF4-FFF2-40B4-BE49-F238E27FC236}">
                <a16:creationId xmlns:a16="http://schemas.microsoft.com/office/drawing/2014/main" id="{F4954321-A36D-4EE7-B7E6-D3797E30E405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1447800"/>
            <a:ext cx="2286000" cy="1219200"/>
            <a:chOff x="2064" y="868"/>
            <a:chExt cx="1440" cy="768"/>
          </a:xfrm>
        </p:grpSpPr>
        <p:sp>
          <p:nvSpPr>
            <p:cNvPr id="38942" name="AutoShape 5">
              <a:extLst>
                <a:ext uri="{FF2B5EF4-FFF2-40B4-BE49-F238E27FC236}">
                  <a16:creationId xmlns:a16="http://schemas.microsoft.com/office/drawing/2014/main" id="{B4152E9C-9C98-4C8A-AA58-D6BA42E19F3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378" y="892"/>
              <a:ext cx="768" cy="72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1B28F6"/>
                </a:solidFill>
              </a:endParaRPr>
            </a:p>
          </p:txBody>
        </p:sp>
        <p:sp>
          <p:nvSpPr>
            <p:cNvPr id="38943" name="Text Box 6">
              <a:extLst>
                <a:ext uri="{FF2B5EF4-FFF2-40B4-BE49-F238E27FC236}">
                  <a16:creationId xmlns:a16="http://schemas.microsoft.com/office/drawing/2014/main" id="{8A53C452-EA1D-4738-9AC5-F0254FB7E4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954"/>
              <a:ext cx="2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>
                  <a:solidFill>
                    <a:srgbClr val="000000"/>
                  </a:solidFill>
                  <a:sym typeface="Symbol" panose="05050102010706020507" pitchFamily="18" charset="2"/>
                </a:rPr>
                <a:t></a:t>
              </a:r>
              <a:endParaRPr lang="en-US" altLang="en-US" sz="2000">
                <a:solidFill>
                  <a:srgbClr val="1B28F6"/>
                </a:solidFill>
              </a:endParaRPr>
            </a:p>
          </p:txBody>
        </p:sp>
        <p:sp>
          <p:nvSpPr>
            <p:cNvPr id="38944" name="Text Box 7">
              <a:extLst>
                <a:ext uri="{FF2B5EF4-FFF2-40B4-BE49-F238E27FC236}">
                  <a16:creationId xmlns:a16="http://schemas.microsoft.com/office/drawing/2014/main" id="{D5D3053E-F63F-4DB4-A944-00BB165E2D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252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>
                  <a:solidFill>
                    <a:srgbClr val="000000"/>
                  </a:solidFill>
                  <a:sym typeface="Symbol" panose="05050102010706020507" pitchFamily="18" charset="2"/>
                </a:rPr>
                <a:t>+</a:t>
              </a:r>
              <a:endParaRPr lang="en-US" altLang="en-US" sz="2000">
                <a:solidFill>
                  <a:srgbClr val="1B28F6"/>
                </a:solidFill>
              </a:endParaRPr>
            </a:p>
          </p:txBody>
        </p:sp>
        <p:sp>
          <p:nvSpPr>
            <p:cNvPr id="38945" name="Line 8">
              <a:extLst>
                <a:ext uri="{FF2B5EF4-FFF2-40B4-BE49-F238E27FC236}">
                  <a16:creationId xmlns:a16="http://schemas.microsoft.com/office/drawing/2014/main" id="{8E07E809-539A-4EF6-B207-1C2625761B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1396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8946" name="Line 9">
              <a:extLst>
                <a:ext uri="{FF2B5EF4-FFF2-40B4-BE49-F238E27FC236}">
                  <a16:creationId xmlns:a16="http://schemas.microsoft.com/office/drawing/2014/main" id="{B92AD8F8-E13E-4E56-B5C0-FE8F07C281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1108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8947" name="Line 10">
              <a:extLst>
                <a:ext uri="{FF2B5EF4-FFF2-40B4-BE49-F238E27FC236}">
                  <a16:creationId xmlns:a16="http://schemas.microsoft.com/office/drawing/2014/main" id="{3DCA4DB2-4418-42BC-AC76-5015DE7BE2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252"/>
              <a:ext cx="3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38920" name="Freeform 11">
            <a:extLst>
              <a:ext uri="{FF2B5EF4-FFF2-40B4-BE49-F238E27FC236}">
                <a16:creationId xmlns:a16="http://schemas.microsoft.com/office/drawing/2014/main" id="{0928D2F8-7229-4498-82BD-CAD047F55D98}"/>
              </a:ext>
            </a:extLst>
          </p:cNvPr>
          <p:cNvSpPr>
            <a:spLocks/>
          </p:cNvSpPr>
          <p:nvPr/>
        </p:nvSpPr>
        <p:spPr bwMode="auto">
          <a:xfrm>
            <a:off x="4038600" y="1677988"/>
            <a:ext cx="762000" cy="304800"/>
          </a:xfrm>
          <a:custGeom>
            <a:avLst/>
            <a:gdLst>
              <a:gd name="T0" fmla="*/ 762000 w 480"/>
              <a:gd name="T1" fmla="*/ 152400 h 192"/>
              <a:gd name="T2" fmla="*/ 609600 w 480"/>
              <a:gd name="T3" fmla="*/ 152400 h 192"/>
              <a:gd name="T4" fmla="*/ 533400 w 480"/>
              <a:gd name="T5" fmla="*/ 0 h 192"/>
              <a:gd name="T6" fmla="*/ 457200 w 480"/>
              <a:gd name="T7" fmla="*/ 304800 h 192"/>
              <a:gd name="T8" fmla="*/ 381000 w 480"/>
              <a:gd name="T9" fmla="*/ 0 h 192"/>
              <a:gd name="T10" fmla="*/ 304800 w 480"/>
              <a:gd name="T11" fmla="*/ 304800 h 192"/>
              <a:gd name="T12" fmla="*/ 228600 w 480"/>
              <a:gd name="T13" fmla="*/ 0 h 192"/>
              <a:gd name="T14" fmla="*/ 152400 w 480"/>
              <a:gd name="T15" fmla="*/ 304800 h 192"/>
              <a:gd name="T16" fmla="*/ 76200 w 480"/>
              <a:gd name="T17" fmla="*/ 152400 h 192"/>
              <a:gd name="T18" fmla="*/ 0 w 480"/>
              <a:gd name="T19" fmla="*/ 152400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80"/>
              <a:gd name="T31" fmla="*/ 0 h 192"/>
              <a:gd name="T32" fmla="*/ 480 w 480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80" h="192">
                <a:moveTo>
                  <a:pt x="480" y="96"/>
                </a:moveTo>
                <a:lnTo>
                  <a:pt x="384" y="96"/>
                </a:lnTo>
                <a:lnTo>
                  <a:pt x="336" y="0"/>
                </a:lnTo>
                <a:lnTo>
                  <a:pt x="288" y="192"/>
                </a:lnTo>
                <a:lnTo>
                  <a:pt x="240" y="0"/>
                </a:lnTo>
                <a:lnTo>
                  <a:pt x="192" y="192"/>
                </a:lnTo>
                <a:lnTo>
                  <a:pt x="144" y="0"/>
                </a:lnTo>
                <a:lnTo>
                  <a:pt x="96" y="192"/>
                </a:lnTo>
                <a:lnTo>
                  <a:pt x="48" y="96"/>
                </a:lnTo>
                <a:lnTo>
                  <a:pt x="0" y="96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38921" name="Freeform 12">
            <a:extLst>
              <a:ext uri="{FF2B5EF4-FFF2-40B4-BE49-F238E27FC236}">
                <a16:creationId xmlns:a16="http://schemas.microsoft.com/office/drawing/2014/main" id="{AE09AA67-F173-429C-B7B3-751779460720}"/>
              </a:ext>
            </a:extLst>
          </p:cNvPr>
          <p:cNvSpPr>
            <a:spLocks/>
          </p:cNvSpPr>
          <p:nvPr/>
        </p:nvSpPr>
        <p:spPr bwMode="auto">
          <a:xfrm>
            <a:off x="5410200" y="992188"/>
            <a:ext cx="762000" cy="304800"/>
          </a:xfrm>
          <a:custGeom>
            <a:avLst/>
            <a:gdLst>
              <a:gd name="T0" fmla="*/ 762000 w 480"/>
              <a:gd name="T1" fmla="*/ 152400 h 192"/>
              <a:gd name="T2" fmla="*/ 609600 w 480"/>
              <a:gd name="T3" fmla="*/ 152400 h 192"/>
              <a:gd name="T4" fmla="*/ 533400 w 480"/>
              <a:gd name="T5" fmla="*/ 0 h 192"/>
              <a:gd name="T6" fmla="*/ 457200 w 480"/>
              <a:gd name="T7" fmla="*/ 304800 h 192"/>
              <a:gd name="T8" fmla="*/ 381000 w 480"/>
              <a:gd name="T9" fmla="*/ 0 h 192"/>
              <a:gd name="T10" fmla="*/ 304800 w 480"/>
              <a:gd name="T11" fmla="*/ 304800 h 192"/>
              <a:gd name="T12" fmla="*/ 228600 w 480"/>
              <a:gd name="T13" fmla="*/ 0 h 192"/>
              <a:gd name="T14" fmla="*/ 152400 w 480"/>
              <a:gd name="T15" fmla="*/ 304800 h 192"/>
              <a:gd name="T16" fmla="*/ 76200 w 480"/>
              <a:gd name="T17" fmla="*/ 152400 h 192"/>
              <a:gd name="T18" fmla="*/ 0 w 480"/>
              <a:gd name="T19" fmla="*/ 152400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80"/>
              <a:gd name="T31" fmla="*/ 0 h 192"/>
              <a:gd name="T32" fmla="*/ 480 w 480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80" h="192">
                <a:moveTo>
                  <a:pt x="480" y="96"/>
                </a:moveTo>
                <a:lnTo>
                  <a:pt x="384" y="96"/>
                </a:lnTo>
                <a:lnTo>
                  <a:pt x="336" y="0"/>
                </a:lnTo>
                <a:lnTo>
                  <a:pt x="288" y="192"/>
                </a:lnTo>
                <a:lnTo>
                  <a:pt x="240" y="0"/>
                </a:lnTo>
                <a:lnTo>
                  <a:pt x="192" y="192"/>
                </a:lnTo>
                <a:lnTo>
                  <a:pt x="144" y="0"/>
                </a:lnTo>
                <a:lnTo>
                  <a:pt x="96" y="192"/>
                </a:lnTo>
                <a:lnTo>
                  <a:pt x="48" y="96"/>
                </a:lnTo>
                <a:lnTo>
                  <a:pt x="0" y="96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38922" name="Freeform 13">
            <a:extLst>
              <a:ext uri="{FF2B5EF4-FFF2-40B4-BE49-F238E27FC236}">
                <a16:creationId xmlns:a16="http://schemas.microsoft.com/office/drawing/2014/main" id="{0A3F586E-FBAC-415E-856C-16171A4DE419}"/>
              </a:ext>
            </a:extLst>
          </p:cNvPr>
          <p:cNvSpPr>
            <a:spLocks/>
          </p:cNvSpPr>
          <p:nvPr/>
        </p:nvSpPr>
        <p:spPr bwMode="auto">
          <a:xfrm>
            <a:off x="4953000" y="1144588"/>
            <a:ext cx="457200" cy="685800"/>
          </a:xfrm>
          <a:custGeom>
            <a:avLst/>
            <a:gdLst>
              <a:gd name="T0" fmla="*/ 0 w 288"/>
              <a:gd name="T1" fmla="*/ 685800 h 432"/>
              <a:gd name="T2" fmla="*/ 0 w 288"/>
              <a:gd name="T3" fmla="*/ 0 h 432"/>
              <a:gd name="T4" fmla="*/ 457200 w 288"/>
              <a:gd name="T5" fmla="*/ 0 h 432"/>
              <a:gd name="T6" fmla="*/ 0 60000 65536"/>
              <a:gd name="T7" fmla="*/ 0 60000 65536"/>
              <a:gd name="T8" fmla="*/ 0 60000 65536"/>
              <a:gd name="T9" fmla="*/ 0 w 288"/>
              <a:gd name="T10" fmla="*/ 0 h 432"/>
              <a:gd name="T11" fmla="*/ 288 w 288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432">
                <a:moveTo>
                  <a:pt x="0" y="432"/>
                </a:moveTo>
                <a:lnTo>
                  <a:pt x="0" y="0"/>
                </a:lnTo>
                <a:lnTo>
                  <a:pt x="288" y="0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38923" name="Freeform 14">
            <a:extLst>
              <a:ext uri="{FF2B5EF4-FFF2-40B4-BE49-F238E27FC236}">
                <a16:creationId xmlns:a16="http://schemas.microsoft.com/office/drawing/2014/main" id="{F4BB987E-4E38-4E06-8E83-7A065EBA7680}"/>
              </a:ext>
            </a:extLst>
          </p:cNvPr>
          <p:cNvSpPr>
            <a:spLocks/>
          </p:cNvSpPr>
          <p:nvPr/>
        </p:nvSpPr>
        <p:spPr bwMode="auto">
          <a:xfrm>
            <a:off x="6172200" y="1144588"/>
            <a:ext cx="457200" cy="914400"/>
          </a:xfrm>
          <a:custGeom>
            <a:avLst/>
            <a:gdLst>
              <a:gd name="T0" fmla="*/ 0 w 288"/>
              <a:gd name="T1" fmla="*/ 0 h 576"/>
              <a:gd name="T2" fmla="*/ 457200 w 288"/>
              <a:gd name="T3" fmla="*/ 0 h 576"/>
              <a:gd name="T4" fmla="*/ 457200 w 288"/>
              <a:gd name="T5" fmla="*/ 914400 h 576"/>
              <a:gd name="T6" fmla="*/ 0 60000 65536"/>
              <a:gd name="T7" fmla="*/ 0 60000 65536"/>
              <a:gd name="T8" fmla="*/ 0 60000 65536"/>
              <a:gd name="T9" fmla="*/ 0 w 288"/>
              <a:gd name="T10" fmla="*/ 0 h 576"/>
              <a:gd name="T11" fmla="*/ 288 w 288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576">
                <a:moveTo>
                  <a:pt x="0" y="0"/>
                </a:moveTo>
                <a:lnTo>
                  <a:pt x="288" y="0"/>
                </a:lnTo>
                <a:lnTo>
                  <a:pt x="288" y="576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38924" name="Oval 15">
            <a:extLst>
              <a:ext uri="{FF2B5EF4-FFF2-40B4-BE49-F238E27FC236}">
                <a16:creationId xmlns:a16="http://schemas.microsoft.com/office/drawing/2014/main" id="{26EBBDF4-D7B8-4DAC-BD48-F729D7088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1888" y="1822450"/>
            <a:ext cx="19050" cy="190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38925" name="Oval 16">
            <a:extLst>
              <a:ext uri="{FF2B5EF4-FFF2-40B4-BE49-F238E27FC236}">
                <a16:creationId xmlns:a16="http://schemas.microsoft.com/office/drawing/2014/main" id="{2C2ED98F-4937-41EE-9CF7-A1CACF6B4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4638" y="2051050"/>
            <a:ext cx="19050" cy="190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grpSp>
        <p:nvGrpSpPr>
          <p:cNvPr id="38926" name="Group 17">
            <a:extLst>
              <a:ext uri="{FF2B5EF4-FFF2-40B4-BE49-F238E27FC236}">
                <a16:creationId xmlns:a16="http://schemas.microsoft.com/office/drawing/2014/main" id="{C2E9DC38-B26C-43D9-9DDB-34195B69E70B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3200400"/>
            <a:ext cx="304800" cy="228600"/>
            <a:chOff x="2928" y="3600"/>
            <a:chExt cx="192" cy="144"/>
          </a:xfrm>
        </p:grpSpPr>
        <p:sp>
          <p:nvSpPr>
            <p:cNvPr id="38938" name="Line 18">
              <a:extLst>
                <a:ext uri="{FF2B5EF4-FFF2-40B4-BE49-F238E27FC236}">
                  <a16:creationId xmlns:a16="http://schemas.microsoft.com/office/drawing/2014/main" id="{BF05C242-487F-45CF-8726-EF189E48CC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600"/>
              <a:ext cx="0" cy="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8939" name="Line 19">
              <a:extLst>
                <a:ext uri="{FF2B5EF4-FFF2-40B4-BE49-F238E27FC236}">
                  <a16:creationId xmlns:a16="http://schemas.microsoft.com/office/drawing/2014/main" id="{0BFF96EE-D352-4BAD-8029-B99392D248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3648"/>
              <a:ext cx="1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8940" name="Line 20">
              <a:extLst>
                <a:ext uri="{FF2B5EF4-FFF2-40B4-BE49-F238E27FC236}">
                  <a16:creationId xmlns:a16="http://schemas.microsoft.com/office/drawing/2014/main" id="{318AFDEA-A3A9-4FC3-9B4F-41233C1CBE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3696"/>
              <a:ext cx="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8941" name="Line 21">
              <a:extLst>
                <a:ext uri="{FF2B5EF4-FFF2-40B4-BE49-F238E27FC236}">
                  <a16:creationId xmlns:a16="http://schemas.microsoft.com/office/drawing/2014/main" id="{4F46390C-BE0B-41EF-AA78-D8968DD5A4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" y="3744"/>
              <a:ext cx="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38927" name="Line 22">
            <a:extLst>
              <a:ext uri="{FF2B5EF4-FFF2-40B4-BE49-F238E27FC236}">
                <a16:creationId xmlns:a16="http://schemas.microsoft.com/office/drawing/2014/main" id="{89EEAA0F-73BF-48CA-87D3-160849E573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0600" y="2286000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400">
              <a:solidFill>
                <a:srgbClr val="1B28F6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8928" name="Text Box 23">
            <a:extLst>
              <a:ext uri="{FF2B5EF4-FFF2-40B4-BE49-F238E27FC236}">
                <a16:creationId xmlns:a16="http://schemas.microsoft.com/office/drawing/2014/main" id="{E033F99F-8E2D-48D5-B552-6F37B094B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9976" y="1665288"/>
            <a:ext cx="396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V</a:t>
            </a:r>
            <a:r>
              <a:rPr lang="en-US" altLang="en-US" sz="1600" baseline="30000">
                <a:solidFill>
                  <a:srgbClr val="000000"/>
                </a:solidFill>
                <a:sym typeface="Symbol" panose="05050102010706020507" pitchFamily="18" charset="2"/>
              </a:rPr>
              <a:t></a:t>
            </a:r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38929" name="Text Box 24">
            <a:extLst>
              <a:ext uri="{FF2B5EF4-FFF2-40B4-BE49-F238E27FC236}">
                <a16:creationId xmlns:a16="http://schemas.microsoft.com/office/drawing/2014/main" id="{A4E0BDCA-545B-449A-B74B-3503BB011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1905000"/>
            <a:ext cx="514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V</a:t>
            </a:r>
            <a:r>
              <a:rPr lang="en-US" altLang="en-US" sz="1600" baseline="-25000">
                <a:solidFill>
                  <a:srgbClr val="000000"/>
                </a:solidFill>
              </a:rPr>
              <a:t>out</a:t>
            </a:r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38930" name="Text Box 25">
            <a:extLst>
              <a:ext uri="{FF2B5EF4-FFF2-40B4-BE49-F238E27FC236}">
                <a16:creationId xmlns:a16="http://schemas.microsoft.com/office/drawing/2014/main" id="{02E45C61-BA9C-4DAE-9FE5-1388D9591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295400"/>
            <a:ext cx="4079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R</a:t>
            </a:r>
            <a:r>
              <a:rPr lang="en-US" altLang="en-US" sz="1600" baseline="-25000">
                <a:solidFill>
                  <a:srgbClr val="000000"/>
                </a:solidFill>
              </a:rPr>
              <a:t>1</a:t>
            </a:r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38931" name="Text Box 26">
            <a:extLst>
              <a:ext uri="{FF2B5EF4-FFF2-40B4-BE49-F238E27FC236}">
                <a16:creationId xmlns:a16="http://schemas.microsoft.com/office/drawing/2014/main" id="{D04EE133-2A6C-4A9B-B9BA-DB7192923D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685800"/>
            <a:ext cx="4079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R</a:t>
            </a:r>
            <a:r>
              <a:rPr lang="en-US" altLang="en-US" sz="1600" baseline="-25000">
                <a:solidFill>
                  <a:srgbClr val="000000"/>
                </a:solidFill>
              </a:rPr>
              <a:t>2</a:t>
            </a:r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38932" name="Freeform 27">
            <a:extLst>
              <a:ext uri="{FF2B5EF4-FFF2-40B4-BE49-F238E27FC236}">
                <a16:creationId xmlns:a16="http://schemas.microsoft.com/office/drawing/2014/main" id="{06949FAF-8CE9-4E89-BE7A-42F85FED576A}"/>
              </a:ext>
            </a:extLst>
          </p:cNvPr>
          <p:cNvSpPr>
            <a:spLocks/>
          </p:cNvSpPr>
          <p:nvPr/>
        </p:nvSpPr>
        <p:spPr bwMode="auto">
          <a:xfrm rot="5400000">
            <a:off x="4419600" y="2743200"/>
            <a:ext cx="762000" cy="304800"/>
          </a:xfrm>
          <a:custGeom>
            <a:avLst/>
            <a:gdLst>
              <a:gd name="T0" fmla="*/ 762000 w 480"/>
              <a:gd name="T1" fmla="*/ 152400 h 192"/>
              <a:gd name="T2" fmla="*/ 609600 w 480"/>
              <a:gd name="T3" fmla="*/ 152400 h 192"/>
              <a:gd name="T4" fmla="*/ 533400 w 480"/>
              <a:gd name="T5" fmla="*/ 0 h 192"/>
              <a:gd name="T6" fmla="*/ 457200 w 480"/>
              <a:gd name="T7" fmla="*/ 304800 h 192"/>
              <a:gd name="T8" fmla="*/ 381000 w 480"/>
              <a:gd name="T9" fmla="*/ 0 h 192"/>
              <a:gd name="T10" fmla="*/ 304800 w 480"/>
              <a:gd name="T11" fmla="*/ 304800 h 192"/>
              <a:gd name="T12" fmla="*/ 228600 w 480"/>
              <a:gd name="T13" fmla="*/ 0 h 192"/>
              <a:gd name="T14" fmla="*/ 152400 w 480"/>
              <a:gd name="T15" fmla="*/ 304800 h 192"/>
              <a:gd name="T16" fmla="*/ 76200 w 480"/>
              <a:gd name="T17" fmla="*/ 152400 h 192"/>
              <a:gd name="T18" fmla="*/ 0 w 480"/>
              <a:gd name="T19" fmla="*/ 152400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80"/>
              <a:gd name="T31" fmla="*/ 0 h 192"/>
              <a:gd name="T32" fmla="*/ 480 w 480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80" h="192">
                <a:moveTo>
                  <a:pt x="480" y="96"/>
                </a:moveTo>
                <a:lnTo>
                  <a:pt x="384" y="96"/>
                </a:lnTo>
                <a:lnTo>
                  <a:pt x="336" y="0"/>
                </a:lnTo>
                <a:lnTo>
                  <a:pt x="288" y="192"/>
                </a:lnTo>
                <a:lnTo>
                  <a:pt x="240" y="0"/>
                </a:lnTo>
                <a:lnTo>
                  <a:pt x="192" y="192"/>
                </a:lnTo>
                <a:lnTo>
                  <a:pt x="144" y="0"/>
                </a:lnTo>
                <a:lnTo>
                  <a:pt x="96" y="192"/>
                </a:lnTo>
                <a:lnTo>
                  <a:pt x="48" y="96"/>
                </a:lnTo>
                <a:lnTo>
                  <a:pt x="0" y="96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38933" name="Oval 28">
            <a:extLst>
              <a:ext uri="{FF2B5EF4-FFF2-40B4-BE49-F238E27FC236}">
                <a16:creationId xmlns:a16="http://schemas.microsoft.com/office/drawing/2014/main" id="{F78E1740-710A-4335-AFE3-59D831764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313" y="2278063"/>
            <a:ext cx="19050" cy="190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38934" name="Freeform 29">
            <a:extLst>
              <a:ext uri="{FF2B5EF4-FFF2-40B4-BE49-F238E27FC236}">
                <a16:creationId xmlns:a16="http://schemas.microsoft.com/office/drawing/2014/main" id="{02A1100B-4CE5-425A-9427-7BD71AF20AC0}"/>
              </a:ext>
            </a:extLst>
          </p:cNvPr>
          <p:cNvSpPr>
            <a:spLocks/>
          </p:cNvSpPr>
          <p:nvPr/>
        </p:nvSpPr>
        <p:spPr bwMode="auto">
          <a:xfrm>
            <a:off x="4038600" y="2133600"/>
            <a:ext cx="762000" cy="304800"/>
          </a:xfrm>
          <a:custGeom>
            <a:avLst/>
            <a:gdLst>
              <a:gd name="T0" fmla="*/ 762000 w 480"/>
              <a:gd name="T1" fmla="*/ 152400 h 192"/>
              <a:gd name="T2" fmla="*/ 609600 w 480"/>
              <a:gd name="T3" fmla="*/ 152400 h 192"/>
              <a:gd name="T4" fmla="*/ 533400 w 480"/>
              <a:gd name="T5" fmla="*/ 0 h 192"/>
              <a:gd name="T6" fmla="*/ 457200 w 480"/>
              <a:gd name="T7" fmla="*/ 304800 h 192"/>
              <a:gd name="T8" fmla="*/ 381000 w 480"/>
              <a:gd name="T9" fmla="*/ 0 h 192"/>
              <a:gd name="T10" fmla="*/ 304800 w 480"/>
              <a:gd name="T11" fmla="*/ 304800 h 192"/>
              <a:gd name="T12" fmla="*/ 228600 w 480"/>
              <a:gd name="T13" fmla="*/ 0 h 192"/>
              <a:gd name="T14" fmla="*/ 152400 w 480"/>
              <a:gd name="T15" fmla="*/ 304800 h 192"/>
              <a:gd name="T16" fmla="*/ 76200 w 480"/>
              <a:gd name="T17" fmla="*/ 152400 h 192"/>
              <a:gd name="T18" fmla="*/ 0 w 480"/>
              <a:gd name="T19" fmla="*/ 152400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80"/>
              <a:gd name="T31" fmla="*/ 0 h 192"/>
              <a:gd name="T32" fmla="*/ 480 w 480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80" h="192">
                <a:moveTo>
                  <a:pt x="480" y="96"/>
                </a:moveTo>
                <a:lnTo>
                  <a:pt x="384" y="96"/>
                </a:lnTo>
                <a:lnTo>
                  <a:pt x="336" y="0"/>
                </a:lnTo>
                <a:lnTo>
                  <a:pt x="288" y="192"/>
                </a:lnTo>
                <a:lnTo>
                  <a:pt x="240" y="0"/>
                </a:lnTo>
                <a:lnTo>
                  <a:pt x="192" y="192"/>
                </a:lnTo>
                <a:lnTo>
                  <a:pt x="144" y="0"/>
                </a:lnTo>
                <a:lnTo>
                  <a:pt x="96" y="192"/>
                </a:lnTo>
                <a:lnTo>
                  <a:pt x="48" y="96"/>
                </a:lnTo>
                <a:lnTo>
                  <a:pt x="0" y="96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38935" name="Text Box 31">
            <a:extLst>
              <a:ext uri="{FF2B5EF4-FFF2-40B4-BE49-F238E27FC236}">
                <a16:creationId xmlns:a16="http://schemas.microsoft.com/office/drawing/2014/main" id="{27DFB898-BDE4-40C2-AC91-D18517D49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9975" y="2133600"/>
            <a:ext cx="4016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V</a:t>
            </a:r>
            <a:r>
              <a:rPr lang="en-US" altLang="en-US" sz="1600" baseline="30000">
                <a:solidFill>
                  <a:srgbClr val="000000"/>
                </a:solidFill>
              </a:rPr>
              <a:t>+</a:t>
            </a:r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38936" name="Text Box 32">
            <a:extLst>
              <a:ext uri="{FF2B5EF4-FFF2-40B4-BE49-F238E27FC236}">
                <a16:creationId xmlns:a16="http://schemas.microsoft.com/office/drawing/2014/main" id="{4CB92452-F090-4AF6-A79F-4CAF805894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2406650"/>
            <a:ext cx="4079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R</a:t>
            </a:r>
            <a:r>
              <a:rPr lang="en-US" altLang="en-US" sz="1600" baseline="-25000">
                <a:solidFill>
                  <a:srgbClr val="000000"/>
                </a:solidFill>
              </a:rPr>
              <a:t>1</a:t>
            </a:r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38937" name="Text Box 33">
            <a:extLst>
              <a:ext uri="{FF2B5EF4-FFF2-40B4-BE49-F238E27FC236}">
                <a16:creationId xmlns:a16="http://schemas.microsoft.com/office/drawing/2014/main" id="{1AC1DF6F-8430-4694-8A92-88EF94E05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6014" y="2711450"/>
            <a:ext cx="407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R</a:t>
            </a:r>
            <a:r>
              <a:rPr lang="en-US" altLang="en-US" sz="1600" baseline="-25000">
                <a:solidFill>
                  <a:srgbClr val="000000"/>
                </a:solidFill>
              </a:rPr>
              <a:t>2</a:t>
            </a:r>
            <a:endParaRPr lang="en-US" altLang="en-US" sz="160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9030E9A-8420-4A5D-9A7A-991A2AC9F0FB}"/>
                  </a:ext>
                </a:extLst>
              </p14:cNvPr>
              <p14:cNvContentPartPr/>
              <p14:nvPr/>
            </p14:nvContentPartPr>
            <p14:xfrm>
              <a:off x="3283560" y="1927440"/>
              <a:ext cx="2883960" cy="3710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9030E9A-8420-4A5D-9A7A-991A2AC9F0F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74200" y="1918080"/>
                <a:ext cx="2902680" cy="3729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Date Placeholder 3">
            <a:extLst>
              <a:ext uri="{FF2B5EF4-FFF2-40B4-BE49-F238E27FC236}">
                <a16:creationId xmlns:a16="http://schemas.microsoft.com/office/drawing/2014/main" id="{234C677A-A13D-4A9C-90E4-8F11F78B5D0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fld id="{29380181-AEB6-4766-835C-7EF4EFA2F1AC}" type="datetime1">
              <a:rPr lang="en-US" altLang="en-US" sz="1400" smtClean="0">
                <a:solidFill>
                  <a:srgbClr val="1B28F6"/>
                </a:solidFill>
              </a:rPr>
              <a:t>3/3/2022</a:t>
            </a:fld>
            <a:endParaRPr lang="en-US" altLang="en-US" sz="1400">
              <a:solidFill>
                <a:srgbClr val="1B28F6"/>
              </a:solidFill>
            </a:endParaRPr>
          </a:p>
        </p:txBody>
      </p:sp>
      <p:sp>
        <p:nvSpPr>
          <p:cNvPr id="40964" name="Slide Number Placeholder 5">
            <a:extLst>
              <a:ext uri="{FF2B5EF4-FFF2-40B4-BE49-F238E27FC236}">
                <a16:creationId xmlns:a16="http://schemas.microsoft.com/office/drawing/2014/main" id="{E380DCF2-DDA8-48E9-89F4-2B3EB7334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fld id="{896B60E7-379F-4444-A68B-C9DB30E5576F}" type="slidenum">
              <a:rPr lang="en-US" altLang="en-US" sz="1400">
                <a:solidFill>
                  <a:srgbClr val="1B28F6"/>
                </a:solidFill>
              </a:rPr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altLang="en-US" sz="1400">
              <a:solidFill>
                <a:srgbClr val="1B28F6"/>
              </a:solidFill>
            </a:endParaRPr>
          </a:p>
        </p:txBody>
      </p:sp>
      <p:sp>
        <p:nvSpPr>
          <p:cNvPr id="80898" name="Rectangle 2">
            <a:extLst>
              <a:ext uri="{FF2B5EF4-FFF2-40B4-BE49-F238E27FC236}">
                <a16:creationId xmlns:a16="http://schemas.microsoft.com/office/drawing/2014/main" id="{3B4310B1-3CFD-4E29-A0B9-14134E417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Differentiator (high-pass)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42F3B1B4-0C2D-4759-8A91-9E5CC56B67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3118512"/>
            <a:ext cx="7772400" cy="1952625"/>
          </a:xfrm>
        </p:spPr>
        <p:txBody>
          <a:bodyPr/>
          <a:lstStyle/>
          <a:p>
            <a:pPr eaLnBrk="1" hangingPunct="1"/>
            <a:r>
              <a:rPr lang="en-US" altLang="en-US" sz="1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For a capacitor, </a:t>
            </a:r>
            <a:r>
              <a:rPr lang="en-US" altLang="en-US" sz="16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Q</a:t>
            </a:r>
            <a:r>
              <a:rPr lang="en-US" altLang="en-US" sz="1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= </a:t>
            </a:r>
            <a:r>
              <a:rPr lang="en-US" altLang="en-US" sz="16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CV</a:t>
            </a:r>
            <a:r>
              <a:rPr lang="en-US" altLang="en-US" sz="1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, so </a:t>
            </a:r>
            <a:r>
              <a:rPr lang="en-US" altLang="en-US" sz="1600" i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en-US" altLang="en-US" sz="1600" baseline="-25000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cap</a:t>
            </a:r>
            <a:r>
              <a:rPr lang="en-US" altLang="en-US" sz="1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= </a:t>
            </a:r>
            <a:r>
              <a:rPr lang="en-US" altLang="en-US" sz="1600" i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dQ</a:t>
            </a:r>
            <a:r>
              <a:rPr lang="en-US" altLang="en-US" sz="1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en-US" altLang="en-US" sz="16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dt</a:t>
            </a:r>
            <a:r>
              <a:rPr lang="en-US" altLang="en-US" sz="1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= </a:t>
            </a:r>
            <a:r>
              <a:rPr lang="en-US" altLang="en-US" sz="1600" i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C·dV</a:t>
            </a:r>
            <a:r>
              <a:rPr lang="en-US" altLang="en-US" sz="1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en-US" altLang="en-US" sz="16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dt</a:t>
            </a:r>
            <a:endParaRPr lang="en-US" altLang="en-US" sz="16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 eaLnBrk="1" hangingPunct="1"/>
            <a:r>
              <a:rPr lang="en-US" altLang="en-US" sz="1600" dirty="0"/>
              <a:t>Thus</a:t>
            </a:r>
            <a:r>
              <a:rPr lang="en-US" altLang="en-US" sz="1600" dirty="0">
                <a:solidFill>
                  <a:schemeClr val="accent2"/>
                </a:solidFill>
              </a:rPr>
              <a:t> </a:t>
            </a:r>
            <a:r>
              <a:rPr lang="en-US" altLang="en-US" sz="1600" i="1" dirty="0" err="1">
                <a:solidFill>
                  <a:schemeClr val="accent2"/>
                </a:solidFill>
              </a:rPr>
              <a:t>V</a:t>
            </a:r>
            <a:r>
              <a:rPr lang="en-US" altLang="en-US" sz="1600" baseline="-25000" dirty="0" err="1">
                <a:solidFill>
                  <a:schemeClr val="accent2"/>
                </a:solidFill>
              </a:rPr>
              <a:t>out</a:t>
            </a:r>
            <a:r>
              <a:rPr lang="en-US" altLang="en-US" sz="1600" dirty="0"/>
              <a:t> = </a:t>
            </a:r>
            <a:r>
              <a:rPr lang="en-US" altLang="en-US" sz="1600" dirty="0">
                <a:sym typeface="Symbol" panose="05050102010706020507" pitchFamily="18" charset="2"/>
              </a:rPr>
              <a:t></a:t>
            </a:r>
            <a:r>
              <a:rPr lang="en-US" altLang="en-US" sz="1600" i="1" dirty="0" err="1"/>
              <a:t>I</a:t>
            </a:r>
            <a:r>
              <a:rPr lang="en-US" altLang="en-US" sz="1600" baseline="-25000" dirty="0" err="1"/>
              <a:t>cap</a:t>
            </a:r>
            <a:r>
              <a:rPr lang="en-US" altLang="en-US" sz="1600" i="1" dirty="0" err="1"/>
              <a:t>R</a:t>
            </a:r>
            <a:r>
              <a:rPr lang="en-US" altLang="en-US" sz="1600" dirty="0"/>
              <a:t> </a:t>
            </a:r>
            <a:r>
              <a:rPr lang="en-US" altLang="en-US" sz="1600" dirty="0">
                <a:solidFill>
                  <a:schemeClr val="accent2"/>
                </a:solidFill>
              </a:rPr>
              <a:t>= </a:t>
            </a:r>
            <a:r>
              <a:rPr lang="en-US" altLang="en-US" sz="1600" dirty="0">
                <a:solidFill>
                  <a:schemeClr val="accent2"/>
                </a:solidFill>
                <a:sym typeface="Symbol" panose="05050102010706020507" pitchFamily="18" charset="2"/>
              </a:rPr>
              <a:t></a:t>
            </a:r>
            <a:r>
              <a:rPr lang="en-US" altLang="en-US" sz="1600" i="1" dirty="0" err="1">
                <a:solidFill>
                  <a:schemeClr val="accent2"/>
                </a:solidFill>
              </a:rPr>
              <a:t>RC</a:t>
            </a:r>
            <a:r>
              <a:rPr lang="en-US" altLang="en-US" sz="1600" dirty="0" err="1">
                <a:solidFill>
                  <a:schemeClr val="accent2"/>
                </a:solidFill>
              </a:rPr>
              <a:t>·</a:t>
            </a:r>
            <a:r>
              <a:rPr lang="en-US" altLang="en-US" sz="1600" i="1" dirty="0" err="1">
                <a:solidFill>
                  <a:schemeClr val="accent2"/>
                </a:solidFill>
              </a:rPr>
              <a:t>dV</a:t>
            </a:r>
            <a:r>
              <a:rPr lang="en-US" altLang="en-US" sz="1600" dirty="0">
                <a:solidFill>
                  <a:schemeClr val="accent2"/>
                </a:solidFill>
              </a:rPr>
              <a:t>/</a:t>
            </a:r>
            <a:r>
              <a:rPr lang="en-US" altLang="en-US" sz="1600" i="1" dirty="0">
                <a:solidFill>
                  <a:schemeClr val="accent2"/>
                </a:solidFill>
              </a:rPr>
              <a:t>dt</a:t>
            </a:r>
            <a:r>
              <a:rPr lang="en-US" altLang="en-US" sz="1600" dirty="0">
                <a:solidFill>
                  <a:schemeClr val="accent2"/>
                </a:solidFill>
              </a:rPr>
              <a:t> </a:t>
            </a:r>
          </a:p>
          <a:p>
            <a:pPr eaLnBrk="1" hangingPunct="1"/>
            <a:r>
              <a:rPr lang="en-US" altLang="en-US" sz="1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So we have a differentiator, or high-pass filter</a:t>
            </a:r>
          </a:p>
          <a:p>
            <a:pPr lvl="1" eaLnBrk="1" hangingPunct="1"/>
            <a:r>
              <a:rPr lang="en-US" altLang="en-US" sz="1600" dirty="0"/>
              <a:t>if signal is </a:t>
            </a:r>
            <a:r>
              <a:rPr lang="en-US" altLang="en-US" sz="1600" i="1" dirty="0"/>
              <a:t>V</a:t>
            </a:r>
            <a:r>
              <a:rPr lang="en-US" altLang="en-US" sz="1600" baseline="-25000" dirty="0"/>
              <a:t>0</a:t>
            </a:r>
            <a:r>
              <a:rPr lang="en-US" altLang="en-US" sz="1600" dirty="0"/>
              <a:t>sin</a:t>
            </a:r>
            <a:r>
              <a:rPr lang="en-US" altLang="en-US" sz="1600" i="1" dirty="0">
                <a:sym typeface="Symbol" panose="05050102010706020507" pitchFamily="18" charset="2"/>
              </a:rPr>
              <a:t>t</a:t>
            </a:r>
            <a:r>
              <a:rPr lang="en-US" altLang="en-US" sz="1600" dirty="0">
                <a:sym typeface="Symbol" panose="05050102010706020507" pitchFamily="18" charset="2"/>
              </a:rPr>
              <a:t>, </a:t>
            </a:r>
            <a:r>
              <a:rPr lang="en-US" altLang="en-US" sz="1600" i="1" dirty="0" err="1">
                <a:sym typeface="Symbol" panose="05050102010706020507" pitchFamily="18" charset="2"/>
              </a:rPr>
              <a:t>V</a:t>
            </a:r>
            <a:r>
              <a:rPr lang="en-US" altLang="en-US" sz="1600" baseline="-25000" dirty="0" err="1">
                <a:sym typeface="Symbol" panose="05050102010706020507" pitchFamily="18" charset="2"/>
              </a:rPr>
              <a:t>out</a:t>
            </a:r>
            <a:r>
              <a:rPr lang="en-US" altLang="en-US" sz="1600" dirty="0">
                <a:sym typeface="Symbol" panose="05050102010706020507" pitchFamily="18" charset="2"/>
              </a:rPr>
              <a:t> = </a:t>
            </a:r>
            <a:r>
              <a:rPr lang="en-US" altLang="en-US" sz="1600" i="1" dirty="0">
                <a:sym typeface="Symbol" panose="05050102010706020507" pitchFamily="18" charset="2"/>
              </a:rPr>
              <a:t>V</a:t>
            </a:r>
            <a:r>
              <a:rPr lang="en-US" altLang="en-US" sz="1600" baseline="-25000" dirty="0">
                <a:sym typeface="Symbol" panose="05050102010706020507" pitchFamily="18" charset="2"/>
              </a:rPr>
              <a:t>0</a:t>
            </a:r>
            <a:r>
              <a:rPr lang="en-US" altLang="en-US" sz="1600" i="1" dirty="0">
                <a:sym typeface="Symbol" panose="05050102010706020507" pitchFamily="18" charset="2"/>
              </a:rPr>
              <a:t>RC</a:t>
            </a:r>
            <a:r>
              <a:rPr lang="en-US" altLang="en-US" sz="1600" dirty="0">
                <a:sym typeface="Symbol" panose="05050102010706020507" pitchFamily="18" charset="2"/>
              </a:rPr>
              <a:t>cos</a:t>
            </a:r>
            <a:r>
              <a:rPr lang="en-US" altLang="en-US" sz="1600" i="1" dirty="0">
                <a:sym typeface="Symbol" panose="05050102010706020507" pitchFamily="18" charset="2"/>
              </a:rPr>
              <a:t>t</a:t>
            </a:r>
            <a:endParaRPr lang="en-US" altLang="en-US" sz="1600" dirty="0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en-US" sz="1600" dirty="0">
                <a:sym typeface="Symbol" panose="05050102010706020507" pitchFamily="18" charset="2"/>
              </a:rPr>
              <a:t>the </a:t>
            </a:r>
            <a:r>
              <a:rPr lang="en-US" altLang="en-US" sz="1600" i="1" dirty="0">
                <a:sym typeface="Symbol" panose="05050102010706020507" pitchFamily="18" charset="2"/>
              </a:rPr>
              <a:t></a:t>
            </a:r>
            <a:r>
              <a:rPr lang="en-US" altLang="en-US" sz="1600" dirty="0">
                <a:sym typeface="Symbol" panose="05050102010706020507" pitchFamily="18" charset="2"/>
              </a:rPr>
              <a:t>-dependence means higher frequencies amplified more</a:t>
            </a:r>
          </a:p>
        </p:txBody>
      </p:sp>
      <p:grpSp>
        <p:nvGrpSpPr>
          <p:cNvPr id="40967" name="Group 4">
            <a:extLst>
              <a:ext uri="{FF2B5EF4-FFF2-40B4-BE49-F238E27FC236}">
                <a16:creationId xmlns:a16="http://schemas.microsoft.com/office/drawing/2014/main" id="{30293919-C83D-4A22-90E2-209603AE0D4F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1600200"/>
            <a:ext cx="2286000" cy="1219200"/>
            <a:chOff x="2064" y="868"/>
            <a:chExt cx="1440" cy="768"/>
          </a:xfrm>
        </p:grpSpPr>
        <p:sp>
          <p:nvSpPr>
            <p:cNvPr id="40988" name="AutoShape 5">
              <a:extLst>
                <a:ext uri="{FF2B5EF4-FFF2-40B4-BE49-F238E27FC236}">
                  <a16:creationId xmlns:a16="http://schemas.microsoft.com/office/drawing/2014/main" id="{4918F182-7BE8-4776-BFAC-52BBFA9E37F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378" y="892"/>
              <a:ext cx="768" cy="72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1B28F6"/>
                </a:solidFill>
              </a:endParaRPr>
            </a:p>
          </p:txBody>
        </p:sp>
        <p:sp>
          <p:nvSpPr>
            <p:cNvPr id="40989" name="Text Box 6">
              <a:extLst>
                <a:ext uri="{FF2B5EF4-FFF2-40B4-BE49-F238E27FC236}">
                  <a16:creationId xmlns:a16="http://schemas.microsoft.com/office/drawing/2014/main" id="{607A8D6D-2841-48DE-BDF4-8470006878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954"/>
              <a:ext cx="2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>
                  <a:solidFill>
                    <a:srgbClr val="000000"/>
                  </a:solidFill>
                  <a:sym typeface="Symbol" panose="05050102010706020507" pitchFamily="18" charset="2"/>
                </a:rPr>
                <a:t></a:t>
              </a:r>
              <a:endParaRPr lang="en-US" altLang="en-US" sz="2000">
                <a:solidFill>
                  <a:srgbClr val="1B28F6"/>
                </a:solidFill>
              </a:endParaRPr>
            </a:p>
          </p:txBody>
        </p:sp>
        <p:sp>
          <p:nvSpPr>
            <p:cNvPr id="40990" name="Text Box 7">
              <a:extLst>
                <a:ext uri="{FF2B5EF4-FFF2-40B4-BE49-F238E27FC236}">
                  <a16:creationId xmlns:a16="http://schemas.microsoft.com/office/drawing/2014/main" id="{D6CB0773-E22E-46D4-BCE0-06E997C8DF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252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>
                  <a:solidFill>
                    <a:srgbClr val="000000"/>
                  </a:solidFill>
                  <a:sym typeface="Symbol" panose="05050102010706020507" pitchFamily="18" charset="2"/>
                </a:rPr>
                <a:t>+</a:t>
              </a:r>
              <a:endParaRPr lang="en-US" altLang="en-US" sz="2000">
                <a:solidFill>
                  <a:srgbClr val="1B28F6"/>
                </a:solidFill>
              </a:endParaRPr>
            </a:p>
          </p:txBody>
        </p:sp>
        <p:sp>
          <p:nvSpPr>
            <p:cNvPr id="40991" name="Line 8">
              <a:extLst>
                <a:ext uri="{FF2B5EF4-FFF2-40B4-BE49-F238E27FC236}">
                  <a16:creationId xmlns:a16="http://schemas.microsoft.com/office/drawing/2014/main" id="{64DD5811-4756-4298-8AB6-575AEE9DB7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1396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0992" name="Line 9">
              <a:extLst>
                <a:ext uri="{FF2B5EF4-FFF2-40B4-BE49-F238E27FC236}">
                  <a16:creationId xmlns:a16="http://schemas.microsoft.com/office/drawing/2014/main" id="{B505B71A-E2AC-4DD7-8A90-C7D779D6CD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1108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0993" name="Line 10">
              <a:extLst>
                <a:ext uri="{FF2B5EF4-FFF2-40B4-BE49-F238E27FC236}">
                  <a16:creationId xmlns:a16="http://schemas.microsoft.com/office/drawing/2014/main" id="{B50C71F0-EB06-44F9-A195-3042DE5AFE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252"/>
              <a:ext cx="3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40968" name="Freeform 12">
            <a:extLst>
              <a:ext uri="{FF2B5EF4-FFF2-40B4-BE49-F238E27FC236}">
                <a16:creationId xmlns:a16="http://schemas.microsoft.com/office/drawing/2014/main" id="{2BFFBA3F-2DEF-4302-B4E7-2B5B7F74CEF2}"/>
              </a:ext>
            </a:extLst>
          </p:cNvPr>
          <p:cNvSpPr>
            <a:spLocks/>
          </p:cNvSpPr>
          <p:nvPr/>
        </p:nvSpPr>
        <p:spPr bwMode="auto">
          <a:xfrm>
            <a:off x="5410200" y="1144588"/>
            <a:ext cx="762000" cy="304800"/>
          </a:xfrm>
          <a:custGeom>
            <a:avLst/>
            <a:gdLst>
              <a:gd name="T0" fmla="*/ 762000 w 480"/>
              <a:gd name="T1" fmla="*/ 152400 h 192"/>
              <a:gd name="T2" fmla="*/ 609600 w 480"/>
              <a:gd name="T3" fmla="*/ 152400 h 192"/>
              <a:gd name="T4" fmla="*/ 533400 w 480"/>
              <a:gd name="T5" fmla="*/ 0 h 192"/>
              <a:gd name="T6" fmla="*/ 457200 w 480"/>
              <a:gd name="T7" fmla="*/ 304800 h 192"/>
              <a:gd name="T8" fmla="*/ 381000 w 480"/>
              <a:gd name="T9" fmla="*/ 0 h 192"/>
              <a:gd name="T10" fmla="*/ 304800 w 480"/>
              <a:gd name="T11" fmla="*/ 304800 h 192"/>
              <a:gd name="T12" fmla="*/ 228600 w 480"/>
              <a:gd name="T13" fmla="*/ 0 h 192"/>
              <a:gd name="T14" fmla="*/ 152400 w 480"/>
              <a:gd name="T15" fmla="*/ 304800 h 192"/>
              <a:gd name="T16" fmla="*/ 76200 w 480"/>
              <a:gd name="T17" fmla="*/ 152400 h 192"/>
              <a:gd name="T18" fmla="*/ 0 w 480"/>
              <a:gd name="T19" fmla="*/ 152400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80"/>
              <a:gd name="T31" fmla="*/ 0 h 192"/>
              <a:gd name="T32" fmla="*/ 480 w 480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80" h="192">
                <a:moveTo>
                  <a:pt x="480" y="96"/>
                </a:moveTo>
                <a:lnTo>
                  <a:pt x="384" y="96"/>
                </a:lnTo>
                <a:lnTo>
                  <a:pt x="336" y="0"/>
                </a:lnTo>
                <a:lnTo>
                  <a:pt x="288" y="192"/>
                </a:lnTo>
                <a:lnTo>
                  <a:pt x="240" y="0"/>
                </a:lnTo>
                <a:lnTo>
                  <a:pt x="192" y="192"/>
                </a:lnTo>
                <a:lnTo>
                  <a:pt x="144" y="0"/>
                </a:lnTo>
                <a:lnTo>
                  <a:pt x="96" y="192"/>
                </a:lnTo>
                <a:lnTo>
                  <a:pt x="48" y="96"/>
                </a:lnTo>
                <a:lnTo>
                  <a:pt x="0" y="96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40969" name="Freeform 13">
            <a:extLst>
              <a:ext uri="{FF2B5EF4-FFF2-40B4-BE49-F238E27FC236}">
                <a16:creationId xmlns:a16="http://schemas.microsoft.com/office/drawing/2014/main" id="{9CBDB010-EC9A-40FD-9501-0AAC65F7E104}"/>
              </a:ext>
            </a:extLst>
          </p:cNvPr>
          <p:cNvSpPr>
            <a:spLocks/>
          </p:cNvSpPr>
          <p:nvPr/>
        </p:nvSpPr>
        <p:spPr bwMode="auto">
          <a:xfrm>
            <a:off x="4953000" y="1296988"/>
            <a:ext cx="457200" cy="685800"/>
          </a:xfrm>
          <a:custGeom>
            <a:avLst/>
            <a:gdLst>
              <a:gd name="T0" fmla="*/ 0 w 288"/>
              <a:gd name="T1" fmla="*/ 685800 h 432"/>
              <a:gd name="T2" fmla="*/ 0 w 288"/>
              <a:gd name="T3" fmla="*/ 0 h 432"/>
              <a:gd name="T4" fmla="*/ 457200 w 288"/>
              <a:gd name="T5" fmla="*/ 0 h 432"/>
              <a:gd name="T6" fmla="*/ 0 60000 65536"/>
              <a:gd name="T7" fmla="*/ 0 60000 65536"/>
              <a:gd name="T8" fmla="*/ 0 60000 65536"/>
              <a:gd name="T9" fmla="*/ 0 w 288"/>
              <a:gd name="T10" fmla="*/ 0 h 432"/>
              <a:gd name="T11" fmla="*/ 288 w 288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432">
                <a:moveTo>
                  <a:pt x="0" y="432"/>
                </a:moveTo>
                <a:lnTo>
                  <a:pt x="0" y="0"/>
                </a:lnTo>
                <a:lnTo>
                  <a:pt x="288" y="0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40970" name="Freeform 14">
            <a:extLst>
              <a:ext uri="{FF2B5EF4-FFF2-40B4-BE49-F238E27FC236}">
                <a16:creationId xmlns:a16="http://schemas.microsoft.com/office/drawing/2014/main" id="{78FFACAD-4146-41E8-A8CD-C5DE4243F3FD}"/>
              </a:ext>
            </a:extLst>
          </p:cNvPr>
          <p:cNvSpPr>
            <a:spLocks/>
          </p:cNvSpPr>
          <p:nvPr/>
        </p:nvSpPr>
        <p:spPr bwMode="auto">
          <a:xfrm>
            <a:off x="6172200" y="1296988"/>
            <a:ext cx="457200" cy="914400"/>
          </a:xfrm>
          <a:custGeom>
            <a:avLst/>
            <a:gdLst>
              <a:gd name="T0" fmla="*/ 0 w 288"/>
              <a:gd name="T1" fmla="*/ 0 h 576"/>
              <a:gd name="T2" fmla="*/ 457200 w 288"/>
              <a:gd name="T3" fmla="*/ 0 h 576"/>
              <a:gd name="T4" fmla="*/ 457200 w 288"/>
              <a:gd name="T5" fmla="*/ 914400 h 576"/>
              <a:gd name="T6" fmla="*/ 0 60000 65536"/>
              <a:gd name="T7" fmla="*/ 0 60000 65536"/>
              <a:gd name="T8" fmla="*/ 0 60000 65536"/>
              <a:gd name="T9" fmla="*/ 0 w 288"/>
              <a:gd name="T10" fmla="*/ 0 h 576"/>
              <a:gd name="T11" fmla="*/ 288 w 288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576">
                <a:moveTo>
                  <a:pt x="0" y="0"/>
                </a:moveTo>
                <a:lnTo>
                  <a:pt x="288" y="0"/>
                </a:lnTo>
                <a:lnTo>
                  <a:pt x="288" y="576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40971" name="Oval 15">
            <a:extLst>
              <a:ext uri="{FF2B5EF4-FFF2-40B4-BE49-F238E27FC236}">
                <a16:creationId xmlns:a16="http://schemas.microsoft.com/office/drawing/2014/main" id="{E77D7BAD-B3B4-401D-B587-8DE340326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1888" y="1974850"/>
            <a:ext cx="19050" cy="190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40972" name="Oval 16">
            <a:extLst>
              <a:ext uri="{FF2B5EF4-FFF2-40B4-BE49-F238E27FC236}">
                <a16:creationId xmlns:a16="http://schemas.microsoft.com/office/drawing/2014/main" id="{453F66AC-BD4D-4AC5-AD88-6C30A7C12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4638" y="2203450"/>
            <a:ext cx="19050" cy="190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grpSp>
        <p:nvGrpSpPr>
          <p:cNvPr id="40973" name="Group 17">
            <a:extLst>
              <a:ext uri="{FF2B5EF4-FFF2-40B4-BE49-F238E27FC236}">
                <a16:creationId xmlns:a16="http://schemas.microsoft.com/office/drawing/2014/main" id="{B5C42001-2836-49F1-84A7-2DB3BCB18DF0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2743200"/>
            <a:ext cx="304800" cy="228600"/>
            <a:chOff x="2928" y="3600"/>
            <a:chExt cx="192" cy="144"/>
          </a:xfrm>
        </p:grpSpPr>
        <p:sp>
          <p:nvSpPr>
            <p:cNvPr id="40984" name="Line 18">
              <a:extLst>
                <a:ext uri="{FF2B5EF4-FFF2-40B4-BE49-F238E27FC236}">
                  <a16:creationId xmlns:a16="http://schemas.microsoft.com/office/drawing/2014/main" id="{F4195769-A14B-4EEE-BF25-720EC10DEB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600"/>
              <a:ext cx="0" cy="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0985" name="Line 19">
              <a:extLst>
                <a:ext uri="{FF2B5EF4-FFF2-40B4-BE49-F238E27FC236}">
                  <a16:creationId xmlns:a16="http://schemas.microsoft.com/office/drawing/2014/main" id="{F301E58C-8C42-4778-BFCA-451902FFC4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3648"/>
              <a:ext cx="1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0986" name="Line 20">
              <a:extLst>
                <a:ext uri="{FF2B5EF4-FFF2-40B4-BE49-F238E27FC236}">
                  <a16:creationId xmlns:a16="http://schemas.microsoft.com/office/drawing/2014/main" id="{7ECE4365-71C1-47BF-9B40-E31C4FD005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3696"/>
              <a:ext cx="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0987" name="Line 21">
              <a:extLst>
                <a:ext uri="{FF2B5EF4-FFF2-40B4-BE49-F238E27FC236}">
                  <a16:creationId xmlns:a16="http://schemas.microsoft.com/office/drawing/2014/main" id="{5AD74555-9E0B-467C-A2C9-E58C1A8852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" y="3744"/>
              <a:ext cx="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40974" name="Line 22">
            <a:extLst>
              <a:ext uri="{FF2B5EF4-FFF2-40B4-BE49-F238E27FC236}">
                <a16:creationId xmlns:a16="http://schemas.microsoft.com/office/drawing/2014/main" id="{05A79956-09C9-490C-8F64-F68B45FDC3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0600" y="2438400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400">
              <a:solidFill>
                <a:srgbClr val="1B28F6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0975" name="Text Box 23">
            <a:extLst>
              <a:ext uri="{FF2B5EF4-FFF2-40B4-BE49-F238E27FC236}">
                <a16:creationId xmlns:a16="http://schemas.microsoft.com/office/drawing/2014/main" id="{13475A6C-06A4-4ED9-9227-440E34966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9976" y="1817688"/>
            <a:ext cx="4286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V</a:t>
            </a:r>
            <a:r>
              <a:rPr lang="en-US" altLang="en-US" sz="1600" baseline="-25000">
                <a:solidFill>
                  <a:srgbClr val="000000"/>
                </a:solidFill>
              </a:rPr>
              <a:t>in</a:t>
            </a:r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40976" name="Text Box 24">
            <a:extLst>
              <a:ext uri="{FF2B5EF4-FFF2-40B4-BE49-F238E27FC236}">
                <a16:creationId xmlns:a16="http://schemas.microsoft.com/office/drawing/2014/main" id="{90AC6338-B710-4B86-92BF-F2FD0DE0D5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2057400"/>
            <a:ext cx="514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V</a:t>
            </a:r>
            <a:r>
              <a:rPr lang="en-US" altLang="en-US" sz="1600" baseline="-25000">
                <a:solidFill>
                  <a:srgbClr val="000000"/>
                </a:solidFill>
              </a:rPr>
              <a:t>out</a:t>
            </a:r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40977" name="Text Box 25">
            <a:extLst>
              <a:ext uri="{FF2B5EF4-FFF2-40B4-BE49-F238E27FC236}">
                <a16:creationId xmlns:a16="http://schemas.microsoft.com/office/drawing/2014/main" id="{2B7FFC1F-62DD-4649-8BD1-E2FBACB04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1800" y="1447800"/>
            <a:ext cx="33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40978" name="Text Box 26">
            <a:extLst>
              <a:ext uri="{FF2B5EF4-FFF2-40B4-BE49-F238E27FC236}">
                <a16:creationId xmlns:a16="http://schemas.microsoft.com/office/drawing/2014/main" id="{C7430EF0-690C-4FC2-A7B6-6CFD573E7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838200"/>
            <a:ext cx="33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R</a:t>
            </a:r>
          </a:p>
        </p:txBody>
      </p:sp>
      <p:grpSp>
        <p:nvGrpSpPr>
          <p:cNvPr id="40979" name="Group 32">
            <a:extLst>
              <a:ext uri="{FF2B5EF4-FFF2-40B4-BE49-F238E27FC236}">
                <a16:creationId xmlns:a16="http://schemas.microsoft.com/office/drawing/2014/main" id="{AB7923F9-2321-4E8B-A587-D108070E7EA7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1828800"/>
            <a:ext cx="762000" cy="304800"/>
            <a:chOff x="720" y="1488"/>
            <a:chExt cx="480" cy="192"/>
          </a:xfrm>
        </p:grpSpPr>
        <p:sp>
          <p:nvSpPr>
            <p:cNvPr id="40980" name="Line 28">
              <a:extLst>
                <a:ext uri="{FF2B5EF4-FFF2-40B4-BE49-F238E27FC236}">
                  <a16:creationId xmlns:a16="http://schemas.microsoft.com/office/drawing/2014/main" id="{75EC55BC-7EDC-4552-A8E9-4F95850E69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488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0981" name="Line 29">
              <a:extLst>
                <a:ext uri="{FF2B5EF4-FFF2-40B4-BE49-F238E27FC236}">
                  <a16:creationId xmlns:a16="http://schemas.microsoft.com/office/drawing/2014/main" id="{9A564CD5-D7C3-41FD-9EB6-2F85795F39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1488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0982" name="Line 30">
              <a:extLst>
                <a:ext uri="{FF2B5EF4-FFF2-40B4-BE49-F238E27FC236}">
                  <a16:creationId xmlns:a16="http://schemas.microsoft.com/office/drawing/2014/main" id="{E6FC1A6E-E10D-4EDF-8C40-60F1DECA6A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1584"/>
              <a:ext cx="1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0983" name="Line 31">
              <a:extLst>
                <a:ext uri="{FF2B5EF4-FFF2-40B4-BE49-F238E27FC236}">
                  <a16:creationId xmlns:a16="http://schemas.microsoft.com/office/drawing/2014/main" id="{61CEAA55-EE80-49E8-90E8-D11E917A32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1584"/>
              <a:ext cx="1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20B410FB-E124-4353-A069-C493AFFDD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4331" y="4627775"/>
            <a:ext cx="4672610" cy="198437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F91033AC-2815-4386-BF4A-D03B53D3D7C4}"/>
              </a:ext>
            </a:extLst>
          </p:cNvPr>
          <p:cNvGrpSpPr/>
          <p:nvPr/>
        </p:nvGrpSpPr>
        <p:grpSpPr>
          <a:xfrm>
            <a:off x="4146915" y="2143010"/>
            <a:ext cx="560880" cy="424440"/>
            <a:chOff x="4146915" y="2143010"/>
            <a:chExt cx="560880" cy="42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94B705C-8EF5-4B6F-867F-F115CB24E823}"/>
                    </a:ext>
                  </a:extLst>
                </p14:cNvPr>
                <p14:cNvContentPartPr/>
                <p14:nvPr/>
              </p14:nvContentPartPr>
              <p14:xfrm>
                <a:off x="4196235" y="2176850"/>
                <a:ext cx="497160" cy="460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94B705C-8EF5-4B6F-867F-F115CB24E82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78235" y="2158850"/>
                  <a:ext cx="5328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1BC0432-B649-4AF0-A630-561AD8C0B582}"/>
                    </a:ext>
                  </a:extLst>
                </p14:cNvPr>
                <p14:cNvContentPartPr/>
                <p14:nvPr/>
              </p14:nvContentPartPr>
              <p14:xfrm>
                <a:off x="4567755" y="2143010"/>
                <a:ext cx="140040" cy="179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1BC0432-B649-4AF0-A630-561AD8C0B58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49755" y="2125370"/>
                  <a:ext cx="1756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862625F-778A-4EFA-B9B6-C9BFF8792274}"/>
                    </a:ext>
                  </a:extLst>
                </p14:cNvPr>
                <p14:cNvContentPartPr/>
                <p14:nvPr/>
              </p14:nvContentPartPr>
              <p14:xfrm>
                <a:off x="4184355" y="2386730"/>
                <a:ext cx="40320" cy="178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862625F-778A-4EFA-B9B6-C9BFF879227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166355" y="2368730"/>
                  <a:ext cx="759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C5984B4-2841-4474-A325-2C160A66676C}"/>
                    </a:ext>
                  </a:extLst>
                </p14:cNvPr>
                <p14:cNvContentPartPr/>
                <p14:nvPr/>
              </p14:nvContentPartPr>
              <p14:xfrm>
                <a:off x="4146915" y="2372690"/>
                <a:ext cx="131400" cy="194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C5984B4-2841-4474-A325-2C160A66676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128915" y="2355050"/>
                  <a:ext cx="1670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9E70599-3146-45BF-AD38-7026DAD95E75}"/>
                    </a:ext>
                  </a:extLst>
                </p14:cNvPr>
                <p14:cNvContentPartPr/>
                <p14:nvPr/>
              </p14:nvContentPartPr>
              <p14:xfrm>
                <a:off x="4359315" y="2392490"/>
                <a:ext cx="66960" cy="117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9E70599-3146-45BF-AD38-7026DAD95E7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41675" y="2374850"/>
                  <a:ext cx="1026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1BE42C0-DB2F-4475-935A-8E0B148B40E8}"/>
                    </a:ext>
                  </a:extLst>
                </p14:cNvPr>
                <p14:cNvContentPartPr/>
                <p14:nvPr/>
              </p14:nvContentPartPr>
              <p14:xfrm>
                <a:off x="4344195" y="2315450"/>
                <a:ext cx="55440" cy="44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1BE42C0-DB2F-4475-935A-8E0B148B40E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326555" y="2297450"/>
                  <a:ext cx="9108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A19A9A8-7450-4575-BBB8-B813A1ED1921}"/>
              </a:ext>
            </a:extLst>
          </p:cNvPr>
          <p:cNvGrpSpPr/>
          <p:nvPr/>
        </p:nvGrpSpPr>
        <p:grpSpPr>
          <a:xfrm>
            <a:off x="4817235" y="774650"/>
            <a:ext cx="636480" cy="847800"/>
            <a:chOff x="4817235" y="774650"/>
            <a:chExt cx="636480" cy="84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6441109-B58D-4A27-9233-5F15B81B169C}"/>
                    </a:ext>
                  </a:extLst>
                </p14:cNvPr>
                <p14:cNvContentPartPr/>
                <p14:nvPr/>
              </p14:nvContentPartPr>
              <p14:xfrm>
                <a:off x="4817235" y="1061570"/>
                <a:ext cx="425160" cy="560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6441109-B58D-4A27-9233-5F15B81B169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799235" y="1043930"/>
                  <a:ext cx="460800" cy="59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E8272A5-8AD8-43E8-897C-B427C9A2903F}"/>
                    </a:ext>
                  </a:extLst>
                </p14:cNvPr>
                <p14:cNvContentPartPr/>
                <p14:nvPr/>
              </p14:nvContentPartPr>
              <p14:xfrm>
                <a:off x="5197395" y="1007570"/>
                <a:ext cx="119880" cy="135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E8272A5-8AD8-43E8-897C-B427C9A2903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179755" y="989570"/>
                  <a:ext cx="1555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2559D9E-8C4C-44DC-B256-35803A7D0959}"/>
                    </a:ext>
                  </a:extLst>
                </p14:cNvPr>
                <p14:cNvContentPartPr/>
                <p14:nvPr/>
              </p14:nvContentPartPr>
              <p14:xfrm>
                <a:off x="4941075" y="826490"/>
                <a:ext cx="85320" cy="1648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2559D9E-8C4C-44DC-B256-35803A7D095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23435" y="808850"/>
                  <a:ext cx="1209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22D7539-49F9-42EE-88A1-5C37EF7B334E}"/>
                    </a:ext>
                  </a:extLst>
                </p14:cNvPr>
                <p14:cNvContentPartPr/>
                <p14:nvPr/>
              </p14:nvContentPartPr>
              <p14:xfrm>
                <a:off x="4917675" y="794090"/>
                <a:ext cx="237960" cy="2505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22D7539-49F9-42EE-88A1-5C37EF7B334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900035" y="776450"/>
                  <a:ext cx="27360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443F0E9-0475-46BC-9DBB-A29860D3A83B}"/>
                    </a:ext>
                  </a:extLst>
                </p14:cNvPr>
                <p14:cNvContentPartPr/>
                <p14:nvPr/>
              </p14:nvContentPartPr>
              <p14:xfrm>
                <a:off x="5221515" y="774650"/>
                <a:ext cx="232200" cy="243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443F0E9-0475-46BC-9DBB-A29860D3A83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203875" y="756650"/>
                  <a:ext cx="267840" cy="27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FB11F40-55D1-4482-BBF9-9A135C0408DF}"/>
              </a:ext>
            </a:extLst>
          </p:cNvPr>
          <p:cNvGrpSpPr/>
          <p:nvPr/>
        </p:nvGrpSpPr>
        <p:grpSpPr>
          <a:xfrm>
            <a:off x="8717475" y="1090730"/>
            <a:ext cx="412920" cy="361800"/>
            <a:chOff x="8717475" y="1090730"/>
            <a:chExt cx="412920" cy="36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A1C7D43-06A9-4D0C-8E69-916C7D505DF8}"/>
                    </a:ext>
                  </a:extLst>
                </p14:cNvPr>
                <p14:cNvContentPartPr/>
                <p14:nvPr/>
              </p14:nvContentPartPr>
              <p14:xfrm>
                <a:off x="8781915" y="1090730"/>
                <a:ext cx="51120" cy="208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A1C7D43-06A9-4D0C-8E69-916C7D505DF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764275" y="1073090"/>
                  <a:ext cx="867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FE1C0D7-4F7D-4833-9C8B-618AC1281B14}"/>
                    </a:ext>
                  </a:extLst>
                </p14:cNvPr>
                <p14:cNvContentPartPr/>
                <p14:nvPr/>
              </p14:nvContentPartPr>
              <p14:xfrm>
                <a:off x="8765715" y="1284050"/>
                <a:ext cx="197640" cy="61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FE1C0D7-4F7D-4833-9C8B-618AC1281B1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48075" y="1266410"/>
                  <a:ext cx="2332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25390C3-7959-41A6-97C4-CB93A83F2961}"/>
                    </a:ext>
                  </a:extLst>
                </p14:cNvPr>
                <p14:cNvContentPartPr/>
                <p14:nvPr/>
              </p14:nvContentPartPr>
              <p14:xfrm>
                <a:off x="8717475" y="1119890"/>
                <a:ext cx="412920" cy="332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25390C3-7959-41A6-97C4-CB93A83F296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699475" y="1102250"/>
                  <a:ext cx="44856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D0FAAE7-2ADC-4E08-A320-5246868BE843}"/>
                    </a:ext>
                  </a:extLst>
                </p14:cNvPr>
                <p14:cNvContentPartPr/>
                <p14:nvPr/>
              </p14:nvContentPartPr>
              <p14:xfrm>
                <a:off x="9054795" y="1170650"/>
                <a:ext cx="55440" cy="65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D0FAAE7-2ADC-4E08-A320-5246868BE84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037155" y="1152650"/>
                  <a:ext cx="91080" cy="10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FAF524-9E8B-47DE-9B53-34B14B68D17F}"/>
              </a:ext>
            </a:extLst>
          </p:cNvPr>
          <p:cNvGrpSpPr/>
          <p:nvPr/>
        </p:nvGrpSpPr>
        <p:grpSpPr>
          <a:xfrm>
            <a:off x="9514515" y="1011530"/>
            <a:ext cx="952200" cy="453960"/>
            <a:chOff x="9514515" y="1011530"/>
            <a:chExt cx="952200" cy="45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ECA6338-C23A-4FF0-AB04-B37113E4D09F}"/>
                    </a:ext>
                  </a:extLst>
                </p14:cNvPr>
                <p14:cNvContentPartPr/>
                <p14:nvPr/>
              </p14:nvContentPartPr>
              <p14:xfrm>
                <a:off x="9524955" y="1133570"/>
                <a:ext cx="134640" cy="11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ECA6338-C23A-4FF0-AB04-B37113E4D09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506955" y="1115930"/>
                  <a:ext cx="1702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24AA582-0EA9-472A-9168-2FBC821C5928}"/>
                    </a:ext>
                  </a:extLst>
                </p14:cNvPr>
                <p14:cNvContentPartPr/>
                <p14:nvPr/>
              </p14:nvContentPartPr>
              <p14:xfrm>
                <a:off x="9514515" y="1011530"/>
                <a:ext cx="569880" cy="252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24AA582-0EA9-472A-9168-2FBC821C592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496515" y="993530"/>
                  <a:ext cx="6055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D20124F-260E-44E5-98A6-1125CF48C02C}"/>
                    </a:ext>
                  </a:extLst>
                </p14:cNvPr>
                <p14:cNvContentPartPr/>
                <p14:nvPr/>
              </p14:nvContentPartPr>
              <p14:xfrm>
                <a:off x="9968835" y="1025930"/>
                <a:ext cx="253800" cy="228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D20124F-260E-44E5-98A6-1125CF48C02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950835" y="1007930"/>
                  <a:ext cx="28944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16559BA-EE87-4F03-A8E7-7845500BD1FA}"/>
                    </a:ext>
                  </a:extLst>
                </p14:cNvPr>
                <p14:cNvContentPartPr/>
                <p14:nvPr/>
              </p14:nvContentPartPr>
              <p14:xfrm>
                <a:off x="10315875" y="1158410"/>
                <a:ext cx="122760" cy="307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16559BA-EE87-4F03-A8E7-7845500BD1F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298235" y="1140770"/>
                  <a:ext cx="15840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6181AD4-FE4C-4B6E-86AB-28AC80D6CF6B}"/>
                    </a:ext>
                  </a:extLst>
                </p14:cNvPr>
                <p14:cNvContentPartPr/>
                <p14:nvPr/>
              </p14:nvContentPartPr>
              <p14:xfrm>
                <a:off x="10330635" y="1319330"/>
                <a:ext cx="136080" cy="54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6181AD4-FE4C-4B6E-86AB-28AC80D6CF6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312635" y="1301330"/>
                  <a:ext cx="171720" cy="8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574064D-7493-4A87-8D38-3FBA480E68B9}"/>
              </a:ext>
            </a:extLst>
          </p:cNvPr>
          <p:cNvGrpSpPr/>
          <p:nvPr/>
        </p:nvGrpSpPr>
        <p:grpSpPr>
          <a:xfrm>
            <a:off x="8366475" y="2287730"/>
            <a:ext cx="372240" cy="384480"/>
            <a:chOff x="8366475" y="2287730"/>
            <a:chExt cx="372240" cy="38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7389C69-537C-45AB-B58A-558649A4AB6E}"/>
                    </a:ext>
                  </a:extLst>
                </p14:cNvPr>
                <p14:cNvContentPartPr/>
                <p14:nvPr/>
              </p14:nvContentPartPr>
              <p14:xfrm>
                <a:off x="8366475" y="2384210"/>
                <a:ext cx="194040" cy="17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7389C69-537C-45AB-B58A-558649A4AB6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348835" y="2366210"/>
                  <a:ext cx="2296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E9B7C71-AE3D-475E-9D92-66596BB27428}"/>
                    </a:ext>
                  </a:extLst>
                </p14:cNvPr>
                <p14:cNvContentPartPr/>
                <p14:nvPr/>
              </p14:nvContentPartPr>
              <p14:xfrm>
                <a:off x="8381235" y="2490410"/>
                <a:ext cx="136080" cy="73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E9B7C71-AE3D-475E-9D92-66596BB2742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363235" y="2472410"/>
                  <a:ext cx="1717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4A8176D-98E2-4B65-A759-0BC26801A98B}"/>
                    </a:ext>
                  </a:extLst>
                </p14:cNvPr>
                <p14:cNvContentPartPr/>
                <p14:nvPr/>
              </p14:nvContentPartPr>
              <p14:xfrm>
                <a:off x="8442795" y="2287730"/>
                <a:ext cx="295920" cy="384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4A8176D-98E2-4B65-A759-0BC26801A98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25155" y="2269730"/>
                  <a:ext cx="331560" cy="42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999" name="Group 40998">
            <a:extLst>
              <a:ext uri="{FF2B5EF4-FFF2-40B4-BE49-F238E27FC236}">
                <a16:creationId xmlns:a16="http://schemas.microsoft.com/office/drawing/2014/main" id="{1C9464EC-44EA-448B-A1CD-3969B18E4535}"/>
              </a:ext>
            </a:extLst>
          </p:cNvPr>
          <p:cNvGrpSpPr/>
          <p:nvPr/>
        </p:nvGrpSpPr>
        <p:grpSpPr>
          <a:xfrm>
            <a:off x="9032475" y="2052290"/>
            <a:ext cx="1159920" cy="745560"/>
            <a:chOff x="9032475" y="2052290"/>
            <a:chExt cx="1159920" cy="74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EA5FD66-2DEF-4735-9200-39BA02FF1F5F}"/>
                    </a:ext>
                  </a:extLst>
                </p14:cNvPr>
                <p14:cNvContentPartPr/>
                <p14:nvPr/>
              </p14:nvContentPartPr>
              <p14:xfrm>
                <a:off x="9032475" y="2258930"/>
                <a:ext cx="332280" cy="189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EA5FD66-2DEF-4735-9200-39BA02FF1F5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14835" y="2241290"/>
                  <a:ext cx="3679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0994" name="Ink 40993">
                  <a:extLst>
                    <a:ext uri="{FF2B5EF4-FFF2-40B4-BE49-F238E27FC236}">
                      <a16:creationId xmlns:a16="http://schemas.microsoft.com/office/drawing/2014/main" id="{C6FE191D-DC59-42FB-99EE-B22D7B58E277}"/>
                    </a:ext>
                  </a:extLst>
                </p14:cNvPr>
                <p14:cNvContentPartPr/>
                <p14:nvPr/>
              </p14:nvContentPartPr>
              <p14:xfrm>
                <a:off x="9382035" y="2052290"/>
                <a:ext cx="497160" cy="278640"/>
              </p14:xfrm>
            </p:contentPart>
          </mc:Choice>
          <mc:Fallback>
            <p:pic>
              <p:nvPicPr>
                <p:cNvPr id="40994" name="Ink 40993">
                  <a:extLst>
                    <a:ext uri="{FF2B5EF4-FFF2-40B4-BE49-F238E27FC236}">
                      <a16:creationId xmlns:a16="http://schemas.microsoft.com/office/drawing/2014/main" id="{C6FE191D-DC59-42FB-99EE-B22D7B58E27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364395" y="2034650"/>
                  <a:ext cx="53280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0995" name="Ink 40994">
                  <a:extLst>
                    <a:ext uri="{FF2B5EF4-FFF2-40B4-BE49-F238E27FC236}">
                      <a16:creationId xmlns:a16="http://schemas.microsoft.com/office/drawing/2014/main" id="{CA0C15EC-DEF7-4C3F-9C11-85889C98085D}"/>
                    </a:ext>
                  </a:extLst>
                </p14:cNvPr>
                <p14:cNvContentPartPr/>
                <p14:nvPr/>
              </p14:nvContentPartPr>
              <p14:xfrm>
                <a:off x="9554475" y="2411210"/>
                <a:ext cx="510120" cy="86040"/>
              </p14:xfrm>
            </p:contentPart>
          </mc:Choice>
          <mc:Fallback>
            <p:pic>
              <p:nvPicPr>
                <p:cNvPr id="40995" name="Ink 40994">
                  <a:extLst>
                    <a:ext uri="{FF2B5EF4-FFF2-40B4-BE49-F238E27FC236}">
                      <a16:creationId xmlns:a16="http://schemas.microsoft.com/office/drawing/2014/main" id="{CA0C15EC-DEF7-4C3F-9C11-85889C98085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536835" y="2393210"/>
                  <a:ext cx="5457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0996" name="Ink 40995">
                  <a:extLst>
                    <a:ext uri="{FF2B5EF4-FFF2-40B4-BE49-F238E27FC236}">
                      <a16:creationId xmlns:a16="http://schemas.microsoft.com/office/drawing/2014/main" id="{7E49E6D3-C930-43F3-AE19-04B7B03BCB6E}"/>
                    </a:ext>
                  </a:extLst>
                </p14:cNvPr>
                <p14:cNvContentPartPr/>
                <p14:nvPr/>
              </p14:nvContentPartPr>
              <p14:xfrm>
                <a:off x="9703875" y="2525330"/>
                <a:ext cx="372960" cy="272520"/>
              </p14:xfrm>
            </p:contentPart>
          </mc:Choice>
          <mc:Fallback>
            <p:pic>
              <p:nvPicPr>
                <p:cNvPr id="40996" name="Ink 40995">
                  <a:extLst>
                    <a:ext uri="{FF2B5EF4-FFF2-40B4-BE49-F238E27FC236}">
                      <a16:creationId xmlns:a16="http://schemas.microsoft.com/office/drawing/2014/main" id="{7E49E6D3-C930-43F3-AE19-04B7B03BCB6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686235" y="2507690"/>
                  <a:ext cx="4086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997" name="Ink 40996">
                  <a:extLst>
                    <a:ext uri="{FF2B5EF4-FFF2-40B4-BE49-F238E27FC236}">
                      <a16:creationId xmlns:a16="http://schemas.microsoft.com/office/drawing/2014/main" id="{E5415C27-C3A7-4C1D-8714-389CB4DF696C}"/>
                    </a:ext>
                  </a:extLst>
                </p14:cNvPr>
                <p14:cNvContentPartPr/>
                <p14:nvPr/>
              </p14:nvContentPartPr>
              <p14:xfrm>
                <a:off x="10043715" y="2611730"/>
                <a:ext cx="148680" cy="75600"/>
              </p14:xfrm>
            </p:contentPart>
          </mc:Choice>
          <mc:Fallback>
            <p:pic>
              <p:nvPicPr>
                <p:cNvPr id="40997" name="Ink 40996">
                  <a:extLst>
                    <a:ext uri="{FF2B5EF4-FFF2-40B4-BE49-F238E27FC236}">
                      <a16:creationId xmlns:a16="http://schemas.microsoft.com/office/drawing/2014/main" id="{E5415C27-C3A7-4C1D-8714-389CB4DF696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025715" y="2594090"/>
                  <a:ext cx="1843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998" name="Ink 40997">
                  <a:extLst>
                    <a:ext uri="{FF2B5EF4-FFF2-40B4-BE49-F238E27FC236}">
                      <a16:creationId xmlns:a16="http://schemas.microsoft.com/office/drawing/2014/main" id="{D8FAAD00-FE44-46E6-9ED5-F5D9B964CAC2}"/>
                    </a:ext>
                  </a:extLst>
                </p14:cNvPr>
                <p14:cNvContentPartPr/>
                <p14:nvPr/>
              </p14:nvContentPartPr>
              <p14:xfrm>
                <a:off x="10012755" y="2164250"/>
                <a:ext cx="145440" cy="123120"/>
              </p14:xfrm>
            </p:contentPart>
          </mc:Choice>
          <mc:Fallback>
            <p:pic>
              <p:nvPicPr>
                <p:cNvPr id="40998" name="Ink 40997">
                  <a:extLst>
                    <a:ext uri="{FF2B5EF4-FFF2-40B4-BE49-F238E27FC236}">
                      <a16:creationId xmlns:a16="http://schemas.microsoft.com/office/drawing/2014/main" id="{D8FAAD00-FE44-46E6-9ED5-F5D9B964CAC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995115" y="2146250"/>
                  <a:ext cx="181080" cy="15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002" name="Group 41001">
            <a:extLst>
              <a:ext uri="{FF2B5EF4-FFF2-40B4-BE49-F238E27FC236}">
                <a16:creationId xmlns:a16="http://schemas.microsoft.com/office/drawing/2014/main" id="{B4042B3F-D678-417E-A901-7EA9910B8772}"/>
              </a:ext>
            </a:extLst>
          </p:cNvPr>
          <p:cNvGrpSpPr/>
          <p:nvPr/>
        </p:nvGrpSpPr>
        <p:grpSpPr>
          <a:xfrm>
            <a:off x="10558155" y="2209610"/>
            <a:ext cx="273960" cy="170280"/>
            <a:chOff x="10558155" y="2209610"/>
            <a:chExt cx="273960" cy="17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000" name="Ink 40999">
                  <a:extLst>
                    <a:ext uri="{FF2B5EF4-FFF2-40B4-BE49-F238E27FC236}">
                      <a16:creationId xmlns:a16="http://schemas.microsoft.com/office/drawing/2014/main" id="{CC7B4620-EF87-4C93-8243-C56B2333D361}"/>
                    </a:ext>
                  </a:extLst>
                </p14:cNvPr>
                <p14:cNvContentPartPr/>
                <p14:nvPr/>
              </p14:nvContentPartPr>
              <p14:xfrm>
                <a:off x="10558155" y="2209610"/>
                <a:ext cx="184680" cy="43200"/>
              </p14:xfrm>
            </p:contentPart>
          </mc:Choice>
          <mc:Fallback>
            <p:pic>
              <p:nvPicPr>
                <p:cNvPr id="41000" name="Ink 40999">
                  <a:extLst>
                    <a:ext uri="{FF2B5EF4-FFF2-40B4-BE49-F238E27FC236}">
                      <a16:creationId xmlns:a16="http://schemas.microsoft.com/office/drawing/2014/main" id="{CC7B4620-EF87-4C93-8243-C56B2333D36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540155" y="2191970"/>
                  <a:ext cx="2203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001" name="Ink 41000">
                  <a:extLst>
                    <a:ext uri="{FF2B5EF4-FFF2-40B4-BE49-F238E27FC236}">
                      <a16:creationId xmlns:a16="http://schemas.microsoft.com/office/drawing/2014/main" id="{2DBF579B-AAF8-41AF-947F-4DF78D917A43}"/>
                    </a:ext>
                  </a:extLst>
                </p14:cNvPr>
                <p14:cNvContentPartPr/>
                <p14:nvPr/>
              </p14:nvContentPartPr>
              <p14:xfrm>
                <a:off x="10635915" y="2304290"/>
                <a:ext cx="196200" cy="75600"/>
              </p14:xfrm>
            </p:contentPart>
          </mc:Choice>
          <mc:Fallback>
            <p:pic>
              <p:nvPicPr>
                <p:cNvPr id="41001" name="Ink 41000">
                  <a:extLst>
                    <a:ext uri="{FF2B5EF4-FFF2-40B4-BE49-F238E27FC236}">
                      <a16:creationId xmlns:a16="http://schemas.microsoft.com/office/drawing/2014/main" id="{2DBF579B-AAF8-41AF-947F-4DF78D917A4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617915" y="2286290"/>
                  <a:ext cx="23184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015" name="Group 41014">
            <a:extLst>
              <a:ext uri="{FF2B5EF4-FFF2-40B4-BE49-F238E27FC236}">
                <a16:creationId xmlns:a16="http://schemas.microsoft.com/office/drawing/2014/main" id="{0B867052-DC32-4CDB-9C4A-78B28FEFFC18}"/>
              </a:ext>
            </a:extLst>
          </p:cNvPr>
          <p:cNvGrpSpPr/>
          <p:nvPr/>
        </p:nvGrpSpPr>
        <p:grpSpPr>
          <a:xfrm>
            <a:off x="11093115" y="1676450"/>
            <a:ext cx="1050120" cy="881640"/>
            <a:chOff x="11093115" y="1676450"/>
            <a:chExt cx="1050120" cy="88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007" name="Ink 41006">
                  <a:extLst>
                    <a:ext uri="{FF2B5EF4-FFF2-40B4-BE49-F238E27FC236}">
                      <a16:creationId xmlns:a16="http://schemas.microsoft.com/office/drawing/2014/main" id="{8DE52E65-C181-49AC-874B-DE1961C2CB0E}"/>
                    </a:ext>
                  </a:extLst>
                </p14:cNvPr>
                <p14:cNvContentPartPr/>
                <p14:nvPr/>
              </p14:nvContentPartPr>
              <p14:xfrm>
                <a:off x="11093115" y="1730450"/>
                <a:ext cx="186120" cy="220680"/>
              </p14:xfrm>
            </p:contentPart>
          </mc:Choice>
          <mc:Fallback>
            <p:pic>
              <p:nvPicPr>
                <p:cNvPr id="41007" name="Ink 41006">
                  <a:extLst>
                    <a:ext uri="{FF2B5EF4-FFF2-40B4-BE49-F238E27FC236}">
                      <a16:creationId xmlns:a16="http://schemas.microsoft.com/office/drawing/2014/main" id="{8DE52E65-C181-49AC-874B-DE1961C2CB0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075475" y="1712810"/>
                  <a:ext cx="2217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008" name="Ink 41007">
                  <a:extLst>
                    <a:ext uri="{FF2B5EF4-FFF2-40B4-BE49-F238E27FC236}">
                      <a16:creationId xmlns:a16="http://schemas.microsoft.com/office/drawing/2014/main" id="{C7484D50-A649-4D01-8567-14CECF5A9FFB}"/>
                    </a:ext>
                  </a:extLst>
                </p14:cNvPr>
                <p14:cNvContentPartPr/>
                <p14:nvPr/>
              </p14:nvContentPartPr>
              <p14:xfrm>
                <a:off x="11360235" y="1875530"/>
                <a:ext cx="144360" cy="176760"/>
              </p14:xfrm>
            </p:contentPart>
          </mc:Choice>
          <mc:Fallback>
            <p:pic>
              <p:nvPicPr>
                <p:cNvPr id="41008" name="Ink 41007">
                  <a:extLst>
                    <a:ext uri="{FF2B5EF4-FFF2-40B4-BE49-F238E27FC236}">
                      <a16:creationId xmlns:a16="http://schemas.microsoft.com/office/drawing/2014/main" id="{C7484D50-A649-4D01-8567-14CECF5A9FF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342235" y="1857530"/>
                  <a:ext cx="1800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009" name="Ink 41008">
                  <a:extLst>
                    <a:ext uri="{FF2B5EF4-FFF2-40B4-BE49-F238E27FC236}">
                      <a16:creationId xmlns:a16="http://schemas.microsoft.com/office/drawing/2014/main" id="{C961D3F2-0E4B-4EFE-ABD1-4B5A03C71285}"/>
                    </a:ext>
                  </a:extLst>
                </p14:cNvPr>
                <p14:cNvContentPartPr/>
                <p14:nvPr/>
              </p14:nvContentPartPr>
              <p14:xfrm>
                <a:off x="11553195" y="1823690"/>
                <a:ext cx="92880" cy="22680"/>
              </p14:xfrm>
            </p:contentPart>
          </mc:Choice>
          <mc:Fallback>
            <p:pic>
              <p:nvPicPr>
                <p:cNvPr id="41009" name="Ink 41008">
                  <a:extLst>
                    <a:ext uri="{FF2B5EF4-FFF2-40B4-BE49-F238E27FC236}">
                      <a16:creationId xmlns:a16="http://schemas.microsoft.com/office/drawing/2014/main" id="{C961D3F2-0E4B-4EFE-ABD1-4B5A03C7128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535555" y="1805690"/>
                  <a:ext cx="1285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010" name="Ink 41009">
                  <a:extLst>
                    <a:ext uri="{FF2B5EF4-FFF2-40B4-BE49-F238E27FC236}">
                      <a16:creationId xmlns:a16="http://schemas.microsoft.com/office/drawing/2014/main" id="{6293345D-5DF0-4124-9886-6DD7E6719AA0}"/>
                    </a:ext>
                  </a:extLst>
                </p14:cNvPr>
                <p14:cNvContentPartPr/>
                <p14:nvPr/>
              </p14:nvContentPartPr>
              <p14:xfrm>
                <a:off x="11680995" y="1676450"/>
                <a:ext cx="107640" cy="178560"/>
              </p14:xfrm>
            </p:contentPart>
          </mc:Choice>
          <mc:Fallback>
            <p:pic>
              <p:nvPicPr>
                <p:cNvPr id="41010" name="Ink 41009">
                  <a:extLst>
                    <a:ext uri="{FF2B5EF4-FFF2-40B4-BE49-F238E27FC236}">
                      <a16:creationId xmlns:a16="http://schemas.microsoft.com/office/drawing/2014/main" id="{6293345D-5DF0-4124-9886-6DD7E6719AA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662995" y="1658810"/>
                  <a:ext cx="1432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1011" name="Ink 41010">
                  <a:extLst>
                    <a:ext uri="{FF2B5EF4-FFF2-40B4-BE49-F238E27FC236}">
                      <a16:creationId xmlns:a16="http://schemas.microsoft.com/office/drawing/2014/main" id="{E6D9C111-FB8B-4683-9C88-3FA4D28D9E67}"/>
                    </a:ext>
                  </a:extLst>
                </p14:cNvPr>
                <p14:cNvContentPartPr/>
                <p14:nvPr/>
              </p14:nvContentPartPr>
              <p14:xfrm>
                <a:off x="11884395" y="1722530"/>
                <a:ext cx="230760" cy="156960"/>
              </p14:xfrm>
            </p:contentPart>
          </mc:Choice>
          <mc:Fallback>
            <p:pic>
              <p:nvPicPr>
                <p:cNvPr id="41011" name="Ink 41010">
                  <a:extLst>
                    <a:ext uri="{FF2B5EF4-FFF2-40B4-BE49-F238E27FC236}">
                      <a16:creationId xmlns:a16="http://schemas.microsoft.com/office/drawing/2014/main" id="{E6D9C111-FB8B-4683-9C88-3FA4D28D9E6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866395" y="1704890"/>
                  <a:ext cx="2664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1012" name="Ink 41011">
                  <a:extLst>
                    <a:ext uri="{FF2B5EF4-FFF2-40B4-BE49-F238E27FC236}">
                      <a16:creationId xmlns:a16="http://schemas.microsoft.com/office/drawing/2014/main" id="{93F22AFC-78A7-4A99-8747-6F1B11CD156C}"/>
                    </a:ext>
                  </a:extLst>
                </p14:cNvPr>
                <p14:cNvContentPartPr/>
                <p14:nvPr/>
              </p14:nvContentPartPr>
              <p14:xfrm>
                <a:off x="12094275" y="1819730"/>
                <a:ext cx="48960" cy="12960"/>
              </p14:xfrm>
            </p:contentPart>
          </mc:Choice>
          <mc:Fallback>
            <p:pic>
              <p:nvPicPr>
                <p:cNvPr id="41012" name="Ink 41011">
                  <a:extLst>
                    <a:ext uri="{FF2B5EF4-FFF2-40B4-BE49-F238E27FC236}">
                      <a16:creationId xmlns:a16="http://schemas.microsoft.com/office/drawing/2014/main" id="{93F22AFC-78A7-4A99-8747-6F1B11CD156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2076275" y="1801730"/>
                  <a:ext cx="846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1013" name="Ink 41012">
                  <a:extLst>
                    <a:ext uri="{FF2B5EF4-FFF2-40B4-BE49-F238E27FC236}">
                      <a16:creationId xmlns:a16="http://schemas.microsoft.com/office/drawing/2014/main" id="{A97DD44B-D5CC-47AD-B315-3F46301C2995}"/>
                    </a:ext>
                  </a:extLst>
                </p14:cNvPr>
                <p14:cNvContentPartPr/>
                <p14:nvPr/>
              </p14:nvContentPartPr>
              <p14:xfrm>
                <a:off x="11286075" y="2089010"/>
                <a:ext cx="834480" cy="158040"/>
              </p14:xfrm>
            </p:contentPart>
          </mc:Choice>
          <mc:Fallback>
            <p:pic>
              <p:nvPicPr>
                <p:cNvPr id="41013" name="Ink 41012">
                  <a:extLst>
                    <a:ext uri="{FF2B5EF4-FFF2-40B4-BE49-F238E27FC236}">
                      <a16:creationId xmlns:a16="http://schemas.microsoft.com/office/drawing/2014/main" id="{A97DD44B-D5CC-47AD-B315-3F46301C299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268435" y="2071370"/>
                  <a:ext cx="8701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1014" name="Ink 41013">
                  <a:extLst>
                    <a:ext uri="{FF2B5EF4-FFF2-40B4-BE49-F238E27FC236}">
                      <a16:creationId xmlns:a16="http://schemas.microsoft.com/office/drawing/2014/main" id="{D8E27D82-0EC9-4B18-84B1-A9CB950C9AED}"/>
                    </a:ext>
                  </a:extLst>
                </p14:cNvPr>
                <p14:cNvContentPartPr/>
                <p14:nvPr/>
              </p14:nvContentPartPr>
              <p14:xfrm>
                <a:off x="11692155" y="2253530"/>
                <a:ext cx="353880" cy="304560"/>
              </p14:xfrm>
            </p:contentPart>
          </mc:Choice>
          <mc:Fallback>
            <p:pic>
              <p:nvPicPr>
                <p:cNvPr id="41014" name="Ink 41013">
                  <a:extLst>
                    <a:ext uri="{FF2B5EF4-FFF2-40B4-BE49-F238E27FC236}">
                      <a16:creationId xmlns:a16="http://schemas.microsoft.com/office/drawing/2014/main" id="{D8E27D82-0EC9-4B18-84B1-A9CB950C9AE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674515" y="2235530"/>
                  <a:ext cx="389520" cy="34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018" name="Group 41017">
            <a:extLst>
              <a:ext uri="{FF2B5EF4-FFF2-40B4-BE49-F238E27FC236}">
                <a16:creationId xmlns:a16="http://schemas.microsoft.com/office/drawing/2014/main" id="{8F58353D-096E-498C-8E87-E6327E96EEBE}"/>
              </a:ext>
            </a:extLst>
          </p:cNvPr>
          <p:cNvGrpSpPr/>
          <p:nvPr/>
        </p:nvGrpSpPr>
        <p:grpSpPr>
          <a:xfrm>
            <a:off x="10780635" y="3292490"/>
            <a:ext cx="243000" cy="207000"/>
            <a:chOff x="10780635" y="3292490"/>
            <a:chExt cx="243000" cy="20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1016" name="Ink 41015">
                  <a:extLst>
                    <a:ext uri="{FF2B5EF4-FFF2-40B4-BE49-F238E27FC236}">
                      <a16:creationId xmlns:a16="http://schemas.microsoft.com/office/drawing/2014/main" id="{98DC2878-71A4-4578-9158-7E209568768E}"/>
                    </a:ext>
                  </a:extLst>
                </p14:cNvPr>
                <p14:cNvContentPartPr/>
                <p14:nvPr/>
              </p14:nvContentPartPr>
              <p14:xfrm>
                <a:off x="10780635" y="3292490"/>
                <a:ext cx="212400" cy="53280"/>
              </p14:xfrm>
            </p:contentPart>
          </mc:Choice>
          <mc:Fallback>
            <p:pic>
              <p:nvPicPr>
                <p:cNvPr id="41016" name="Ink 41015">
                  <a:extLst>
                    <a:ext uri="{FF2B5EF4-FFF2-40B4-BE49-F238E27FC236}">
                      <a16:creationId xmlns:a16="http://schemas.microsoft.com/office/drawing/2014/main" id="{98DC2878-71A4-4578-9158-7E209568768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762995" y="3274850"/>
                  <a:ext cx="2480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1017" name="Ink 41016">
                  <a:extLst>
                    <a:ext uri="{FF2B5EF4-FFF2-40B4-BE49-F238E27FC236}">
                      <a16:creationId xmlns:a16="http://schemas.microsoft.com/office/drawing/2014/main" id="{527F4F97-CC86-4F76-BDDD-4577732497B9}"/>
                    </a:ext>
                  </a:extLst>
                </p14:cNvPr>
                <p14:cNvContentPartPr/>
                <p14:nvPr/>
              </p14:nvContentPartPr>
              <p14:xfrm>
                <a:off x="10852275" y="3420650"/>
                <a:ext cx="171360" cy="78840"/>
              </p14:xfrm>
            </p:contentPart>
          </mc:Choice>
          <mc:Fallback>
            <p:pic>
              <p:nvPicPr>
                <p:cNvPr id="41017" name="Ink 41016">
                  <a:extLst>
                    <a:ext uri="{FF2B5EF4-FFF2-40B4-BE49-F238E27FC236}">
                      <a16:creationId xmlns:a16="http://schemas.microsoft.com/office/drawing/2014/main" id="{527F4F97-CC86-4F76-BDDD-4577732497B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834635" y="3402650"/>
                  <a:ext cx="207000" cy="11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900" name="Group 80899">
            <a:extLst>
              <a:ext uri="{FF2B5EF4-FFF2-40B4-BE49-F238E27FC236}">
                <a16:creationId xmlns:a16="http://schemas.microsoft.com/office/drawing/2014/main" id="{F15C3268-620F-497B-8E88-2A3D0CB1B96F}"/>
              </a:ext>
            </a:extLst>
          </p:cNvPr>
          <p:cNvGrpSpPr/>
          <p:nvPr/>
        </p:nvGrpSpPr>
        <p:grpSpPr>
          <a:xfrm>
            <a:off x="11173035" y="2837090"/>
            <a:ext cx="915120" cy="258480"/>
            <a:chOff x="11173035" y="2837090"/>
            <a:chExt cx="915120" cy="25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1019" name="Ink 41018">
                  <a:extLst>
                    <a:ext uri="{FF2B5EF4-FFF2-40B4-BE49-F238E27FC236}">
                      <a16:creationId xmlns:a16="http://schemas.microsoft.com/office/drawing/2014/main" id="{2662F113-9E05-4765-85AD-5D5BF3AF945D}"/>
                    </a:ext>
                  </a:extLst>
                </p14:cNvPr>
                <p14:cNvContentPartPr/>
                <p14:nvPr/>
              </p14:nvContentPartPr>
              <p14:xfrm>
                <a:off x="11173035" y="3048410"/>
                <a:ext cx="173160" cy="47160"/>
              </p14:xfrm>
            </p:contentPart>
          </mc:Choice>
          <mc:Fallback>
            <p:pic>
              <p:nvPicPr>
                <p:cNvPr id="41019" name="Ink 41018">
                  <a:extLst>
                    <a:ext uri="{FF2B5EF4-FFF2-40B4-BE49-F238E27FC236}">
                      <a16:creationId xmlns:a16="http://schemas.microsoft.com/office/drawing/2014/main" id="{2662F113-9E05-4765-85AD-5D5BF3AF945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155035" y="3030410"/>
                  <a:ext cx="2088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1020" name="Ink 41019">
                  <a:extLst>
                    <a:ext uri="{FF2B5EF4-FFF2-40B4-BE49-F238E27FC236}">
                      <a16:creationId xmlns:a16="http://schemas.microsoft.com/office/drawing/2014/main" id="{BB8BB29F-B7A5-409C-B0BC-A2049CBA7014}"/>
                    </a:ext>
                  </a:extLst>
                </p14:cNvPr>
                <p14:cNvContentPartPr/>
                <p14:nvPr/>
              </p14:nvContentPartPr>
              <p14:xfrm>
                <a:off x="11357355" y="2837090"/>
                <a:ext cx="198720" cy="237240"/>
              </p14:xfrm>
            </p:contentPart>
          </mc:Choice>
          <mc:Fallback>
            <p:pic>
              <p:nvPicPr>
                <p:cNvPr id="41020" name="Ink 41019">
                  <a:extLst>
                    <a:ext uri="{FF2B5EF4-FFF2-40B4-BE49-F238E27FC236}">
                      <a16:creationId xmlns:a16="http://schemas.microsoft.com/office/drawing/2014/main" id="{BB8BB29F-B7A5-409C-B0BC-A2049CBA701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339355" y="2819450"/>
                  <a:ext cx="2343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1021" name="Ink 41020">
                  <a:extLst>
                    <a:ext uri="{FF2B5EF4-FFF2-40B4-BE49-F238E27FC236}">
                      <a16:creationId xmlns:a16="http://schemas.microsoft.com/office/drawing/2014/main" id="{6EBCA307-56FE-4489-A154-43EA18F2A1CE}"/>
                    </a:ext>
                  </a:extLst>
                </p14:cNvPr>
                <p14:cNvContentPartPr/>
                <p14:nvPr/>
              </p14:nvContentPartPr>
              <p14:xfrm>
                <a:off x="11616555" y="2856530"/>
                <a:ext cx="354240" cy="224280"/>
              </p14:xfrm>
            </p:contentPart>
          </mc:Choice>
          <mc:Fallback>
            <p:pic>
              <p:nvPicPr>
                <p:cNvPr id="41021" name="Ink 41020">
                  <a:extLst>
                    <a:ext uri="{FF2B5EF4-FFF2-40B4-BE49-F238E27FC236}">
                      <a16:creationId xmlns:a16="http://schemas.microsoft.com/office/drawing/2014/main" id="{6EBCA307-56FE-4489-A154-43EA18F2A1C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598555" y="2838530"/>
                  <a:ext cx="3898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1022" name="Ink 41021">
                  <a:extLst>
                    <a:ext uri="{FF2B5EF4-FFF2-40B4-BE49-F238E27FC236}">
                      <a16:creationId xmlns:a16="http://schemas.microsoft.com/office/drawing/2014/main" id="{A636A064-572D-4303-80EC-D746BDB39154}"/>
                    </a:ext>
                  </a:extLst>
                </p14:cNvPr>
                <p14:cNvContentPartPr/>
                <p14:nvPr/>
              </p14:nvContentPartPr>
              <p14:xfrm>
                <a:off x="11995275" y="2913410"/>
                <a:ext cx="92880" cy="43560"/>
              </p14:xfrm>
            </p:contentPart>
          </mc:Choice>
          <mc:Fallback>
            <p:pic>
              <p:nvPicPr>
                <p:cNvPr id="41022" name="Ink 41021">
                  <a:extLst>
                    <a:ext uri="{FF2B5EF4-FFF2-40B4-BE49-F238E27FC236}">
                      <a16:creationId xmlns:a16="http://schemas.microsoft.com/office/drawing/2014/main" id="{A636A064-572D-4303-80EC-D746BDB3915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977275" y="2895410"/>
                  <a:ext cx="12852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897" name="Group 80896">
            <a:extLst>
              <a:ext uri="{FF2B5EF4-FFF2-40B4-BE49-F238E27FC236}">
                <a16:creationId xmlns:a16="http://schemas.microsoft.com/office/drawing/2014/main" id="{1B12989F-06DC-49B5-86E6-962AEFEEF468}"/>
              </a:ext>
            </a:extLst>
          </p:cNvPr>
          <p:cNvGrpSpPr/>
          <p:nvPr/>
        </p:nvGrpSpPr>
        <p:grpSpPr>
          <a:xfrm>
            <a:off x="11467875" y="3189890"/>
            <a:ext cx="549360" cy="383040"/>
            <a:chOff x="11467875" y="3189890"/>
            <a:chExt cx="549360" cy="38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1023" name="Ink 41022">
                  <a:extLst>
                    <a:ext uri="{FF2B5EF4-FFF2-40B4-BE49-F238E27FC236}">
                      <a16:creationId xmlns:a16="http://schemas.microsoft.com/office/drawing/2014/main" id="{923C6239-0BE8-4C39-B9D8-AEFE669FC68D}"/>
                    </a:ext>
                  </a:extLst>
                </p14:cNvPr>
                <p14:cNvContentPartPr/>
                <p14:nvPr/>
              </p14:nvContentPartPr>
              <p14:xfrm>
                <a:off x="11467875" y="3189890"/>
                <a:ext cx="414360" cy="146160"/>
              </p14:xfrm>
            </p:contentPart>
          </mc:Choice>
          <mc:Fallback>
            <p:pic>
              <p:nvPicPr>
                <p:cNvPr id="41023" name="Ink 41022">
                  <a:extLst>
                    <a:ext uri="{FF2B5EF4-FFF2-40B4-BE49-F238E27FC236}">
                      <a16:creationId xmlns:a16="http://schemas.microsoft.com/office/drawing/2014/main" id="{923C6239-0BE8-4C39-B9D8-AEFE669FC68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450235" y="3171890"/>
                  <a:ext cx="4500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0896" name="Ink 80895">
                  <a:extLst>
                    <a:ext uri="{FF2B5EF4-FFF2-40B4-BE49-F238E27FC236}">
                      <a16:creationId xmlns:a16="http://schemas.microsoft.com/office/drawing/2014/main" id="{99BEC3FA-5A3F-43E4-B156-6EFD6EBF504C}"/>
                    </a:ext>
                  </a:extLst>
                </p14:cNvPr>
                <p14:cNvContentPartPr/>
                <p14:nvPr/>
              </p14:nvContentPartPr>
              <p14:xfrm>
                <a:off x="11655795" y="3305810"/>
                <a:ext cx="361440" cy="267120"/>
              </p14:xfrm>
            </p:contentPart>
          </mc:Choice>
          <mc:Fallback>
            <p:pic>
              <p:nvPicPr>
                <p:cNvPr id="80896" name="Ink 80895">
                  <a:extLst>
                    <a:ext uri="{FF2B5EF4-FFF2-40B4-BE49-F238E27FC236}">
                      <a16:creationId xmlns:a16="http://schemas.microsoft.com/office/drawing/2014/main" id="{99BEC3FA-5A3F-43E4-B156-6EFD6EBF504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637795" y="3287810"/>
                  <a:ext cx="397080" cy="30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904" name="Group 80903">
            <a:extLst>
              <a:ext uri="{FF2B5EF4-FFF2-40B4-BE49-F238E27FC236}">
                <a16:creationId xmlns:a16="http://schemas.microsoft.com/office/drawing/2014/main" id="{A63692B4-6DB0-4CF8-BB52-04504031DD4B}"/>
              </a:ext>
            </a:extLst>
          </p:cNvPr>
          <p:cNvGrpSpPr/>
          <p:nvPr/>
        </p:nvGrpSpPr>
        <p:grpSpPr>
          <a:xfrm>
            <a:off x="9143715" y="4534490"/>
            <a:ext cx="410400" cy="661320"/>
            <a:chOff x="9143715" y="4534490"/>
            <a:chExt cx="410400" cy="66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0901" name="Ink 80900">
                  <a:extLst>
                    <a:ext uri="{FF2B5EF4-FFF2-40B4-BE49-F238E27FC236}">
                      <a16:creationId xmlns:a16="http://schemas.microsoft.com/office/drawing/2014/main" id="{DD8988B1-1652-42F8-B908-8B708ED451A8}"/>
                    </a:ext>
                  </a:extLst>
                </p14:cNvPr>
                <p14:cNvContentPartPr/>
                <p14:nvPr/>
              </p14:nvContentPartPr>
              <p14:xfrm>
                <a:off x="9231915" y="4635650"/>
                <a:ext cx="208800" cy="23760"/>
              </p14:xfrm>
            </p:contentPart>
          </mc:Choice>
          <mc:Fallback>
            <p:pic>
              <p:nvPicPr>
                <p:cNvPr id="80901" name="Ink 80900">
                  <a:extLst>
                    <a:ext uri="{FF2B5EF4-FFF2-40B4-BE49-F238E27FC236}">
                      <a16:creationId xmlns:a16="http://schemas.microsoft.com/office/drawing/2014/main" id="{DD8988B1-1652-42F8-B908-8B708ED451A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213915" y="4618010"/>
                  <a:ext cx="2444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0902" name="Ink 80901">
                  <a:extLst>
                    <a:ext uri="{FF2B5EF4-FFF2-40B4-BE49-F238E27FC236}">
                      <a16:creationId xmlns:a16="http://schemas.microsoft.com/office/drawing/2014/main" id="{419426FF-57D9-4EBA-9C12-9E14E275EB37}"/>
                    </a:ext>
                  </a:extLst>
                </p14:cNvPr>
                <p14:cNvContentPartPr/>
                <p14:nvPr/>
              </p14:nvContentPartPr>
              <p14:xfrm>
                <a:off x="9270795" y="4781810"/>
                <a:ext cx="140400" cy="61200"/>
              </p14:xfrm>
            </p:contentPart>
          </mc:Choice>
          <mc:Fallback>
            <p:pic>
              <p:nvPicPr>
                <p:cNvPr id="80902" name="Ink 80901">
                  <a:extLst>
                    <a:ext uri="{FF2B5EF4-FFF2-40B4-BE49-F238E27FC236}">
                      <a16:creationId xmlns:a16="http://schemas.microsoft.com/office/drawing/2014/main" id="{419426FF-57D9-4EBA-9C12-9E14E275EB3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252795" y="4764170"/>
                  <a:ext cx="1760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0903" name="Ink 80902">
                  <a:extLst>
                    <a:ext uri="{FF2B5EF4-FFF2-40B4-BE49-F238E27FC236}">
                      <a16:creationId xmlns:a16="http://schemas.microsoft.com/office/drawing/2014/main" id="{3DCD4ED3-431A-47D2-91A4-22ECBAEF7E3F}"/>
                    </a:ext>
                  </a:extLst>
                </p14:cNvPr>
                <p14:cNvContentPartPr/>
                <p14:nvPr/>
              </p14:nvContentPartPr>
              <p14:xfrm>
                <a:off x="9143715" y="4534490"/>
                <a:ext cx="410400" cy="661320"/>
              </p14:xfrm>
            </p:contentPart>
          </mc:Choice>
          <mc:Fallback>
            <p:pic>
              <p:nvPicPr>
                <p:cNvPr id="80903" name="Ink 80902">
                  <a:extLst>
                    <a:ext uri="{FF2B5EF4-FFF2-40B4-BE49-F238E27FC236}">
                      <a16:creationId xmlns:a16="http://schemas.microsoft.com/office/drawing/2014/main" id="{3DCD4ED3-431A-47D2-91A4-22ECBAEF7E3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126075" y="4516490"/>
                  <a:ext cx="446040" cy="69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40961" name="Ink 40960">
                <a:extLst>
                  <a:ext uri="{FF2B5EF4-FFF2-40B4-BE49-F238E27FC236}">
                    <a16:creationId xmlns:a16="http://schemas.microsoft.com/office/drawing/2014/main" id="{65D884E2-B26D-4E13-ACA7-21F61B79D1C6}"/>
                  </a:ext>
                </a:extLst>
              </p14:cNvPr>
              <p14:cNvContentPartPr/>
              <p14:nvPr/>
            </p14:nvContentPartPr>
            <p14:xfrm>
              <a:off x="3840915" y="2116010"/>
              <a:ext cx="13680" cy="2880"/>
            </p14:xfrm>
          </p:contentPart>
        </mc:Choice>
        <mc:Fallback>
          <p:pic>
            <p:nvPicPr>
              <p:cNvPr id="40961" name="Ink 40960">
                <a:extLst>
                  <a:ext uri="{FF2B5EF4-FFF2-40B4-BE49-F238E27FC236}">
                    <a16:creationId xmlns:a16="http://schemas.microsoft.com/office/drawing/2014/main" id="{65D884E2-B26D-4E13-ACA7-21F61B79D1C6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823275" y="2098370"/>
                <a:ext cx="4932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80930" name="Group 80929">
            <a:extLst>
              <a:ext uri="{FF2B5EF4-FFF2-40B4-BE49-F238E27FC236}">
                <a16:creationId xmlns:a16="http://schemas.microsoft.com/office/drawing/2014/main" id="{3A0FD62E-590D-437F-926A-FBD9C41AD6F6}"/>
              </a:ext>
            </a:extLst>
          </p:cNvPr>
          <p:cNvGrpSpPr/>
          <p:nvPr/>
        </p:nvGrpSpPr>
        <p:grpSpPr>
          <a:xfrm>
            <a:off x="4917675" y="1967330"/>
            <a:ext cx="451800" cy="388440"/>
            <a:chOff x="4917675" y="1967330"/>
            <a:chExt cx="451800" cy="38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41003" name="Ink 41002">
                  <a:extLst>
                    <a:ext uri="{FF2B5EF4-FFF2-40B4-BE49-F238E27FC236}">
                      <a16:creationId xmlns:a16="http://schemas.microsoft.com/office/drawing/2014/main" id="{B618184E-B53C-455C-ABB6-4FF9432B0ECB}"/>
                    </a:ext>
                  </a:extLst>
                </p14:cNvPr>
                <p14:cNvContentPartPr/>
                <p14:nvPr/>
              </p14:nvContentPartPr>
              <p14:xfrm>
                <a:off x="4917675" y="1967330"/>
                <a:ext cx="114840" cy="92520"/>
              </p14:xfrm>
            </p:contentPart>
          </mc:Choice>
          <mc:Fallback>
            <p:pic>
              <p:nvPicPr>
                <p:cNvPr id="41003" name="Ink 41002">
                  <a:extLst>
                    <a:ext uri="{FF2B5EF4-FFF2-40B4-BE49-F238E27FC236}">
                      <a16:creationId xmlns:a16="http://schemas.microsoft.com/office/drawing/2014/main" id="{B618184E-B53C-455C-ABB6-4FF9432B0EC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900035" y="1949330"/>
                  <a:ext cx="1504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41004" name="Ink 41003">
                  <a:extLst>
                    <a:ext uri="{FF2B5EF4-FFF2-40B4-BE49-F238E27FC236}">
                      <a16:creationId xmlns:a16="http://schemas.microsoft.com/office/drawing/2014/main" id="{9FD8BD29-644B-4A47-8574-2FBDE496A074}"/>
                    </a:ext>
                  </a:extLst>
                </p14:cNvPr>
                <p14:cNvContentPartPr/>
                <p14:nvPr/>
              </p14:nvContentPartPr>
              <p14:xfrm>
                <a:off x="5036115" y="2136890"/>
                <a:ext cx="134640" cy="131400"/>
              </p14:xfrm>
            </p:contentPart>
          </mc:Choice>
          <mc:Fallback>
            <p:pic>
              <p:nvPicPr>
                <p:cNvPr id="41004" name="Ink 41003">
                  <a:extLst>
                    <a:ext uri="{FF2B5EF4-FFF2-40B4-BE49-F238E27FC236}">
                      <a16:creationId xmlns:a16="http://schemas.microsoft.com/office/drawing/2014/main" id="{9FD8BD29-644B-4A47-8574-2FBDE496A07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018475" y="2118890"/>
                  <a:ext cx="1702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41005" name="Ink 41004">
                  <a:extLst>
                    <a:ext uri="{FF2B5EF4-FFF2-40B4-BE49-F238E27FC236}">
                      <a16:creationId xmlns:a16="http://schemas.microsoft.com/office/drawing/2014/main" id="{FFAEC6AA-3394-4B94-9653-EBEE88F890B8}"/>
                    </a:ext>
                  </a:extLst>
                </p14:cNvPr>
                <p14:cNvContentPartPr/>
                <p14:nvPr/>
              </p14:nvContentPartPr>
              <p14:xfrm>
                <a:off x="5243475" y="2184050"/>
                <a:ext cx="126000" cy="163440"/>
              </p14:xfrm>
            </p:contentPart>
          </mc:Choice>
          <mc:Fallback>
            <p:pic>
              <p:nvPicPr>
                <p:cNvPr id="41005" name="Ink 41004">
                  <a:extLst>
                    <a:ext uri="{FF2B5EF4-FFF2-40B4-BE49-F238E27FC236}">
                      <a16:creationId xmlns:a16="http://schemas.microsoft.com/office/drawing/2014/main" id="{FFAEC6AA-3394-4B94-9653-EBEE88F890B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225475" y="2166050"/>
                  <a:ext cx="1616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40966" name="Ink 40965">
                  <a:extLst>
                    <a:ext uri="{FF2B5EF4-FFF2-40B4-BE49-F238E27FC236}">
                      <a16:creationId xmlns:a16="http://schemas.microsoft.com/office/drawing/2014/main" id="{2C499089-E9AF-4E4F-876B-360FE8E6CEEF}"/>
                    </a:ext>
                  </a:extLst>
                </p14:cNvPr>
                <p14:cNvContentPartPr/>
                <p14:nvPr/>
              </p14:nvContentPartPr>
              <p14:xfrm>
                <a:off x="5105595" y="2337050"/>
                <a:ext cx="4320" cy="18720"/>
              </p14:xfrm>
            </p:contentPart>
          </mc:Choice>
          <mc:Fallback>
            <p:pic>
              <p:nvPicPr>
                <p:cNvPr id="40966" name="Ink 40965">
                  <a:extLst>
                    <a:ext uri="{FF2B5EF4-FFF2-40B4-BE49-F238E27FC236}">
                      <a16:creationId xmlns:a16="http://schemas.microsoft.com/office/drawing/2014/main" id="{2C499089-E9AF-4E4F-876B-360FE8E6CEE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087955" y="2319410"/>
                  <a:ext cx="399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40965" name="Ink 40964">
                  <a:extLst>
                    <a:ext uri="{FF2B5EF4-FFF2-40B4-BE49-F238E27FC236}">
                      <a16:creationId xmlns:a16="http://schemas.microsoft.com/office/drawing/2014/main" id="{A4C063AC-2854-419C-85C4-6172B2857F8B}"/>
                    </a:ext>
                  </a:extLst>
                </p14:cNvPr>
                <p14:cNvContentPartPr/>
                <p14:nvPr/>
              </p14:nvContentPartPr>
              <p14:xfrm>
                <a:off x="4988595" y="1981010"/>
                <a:ext cx="17640" cy="20520"/>
              </p14:xfrm>
            </p:contentPart>
          </mc:Choice>
          <mc:Fallback>
            <p:pic>
              <p:nvPicPr>
                <p:cNvPr id="40965" name="Ink 40964">
                  <a:extLst>
                    <a:ext uri="{FF2B5EF4-FFF2-40B4-BE49-F238E27FC236}">
                      <a16:creationId xmlns:a16="http://schemas.microsoft.com/office/drawing/2014/main" id="{A4C063AC-2854-419C-85C4-6172B2857F8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970595" y="1963370"/>
                  <a:ext cx="532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0928" name="Ink 80927">
                  <a:extLst>
                    <a:ext uri="{FF2B5EF4-FFF2-40B4-BE49-F238E27FC236}">
                      <a16:creationId xmlns:a16="http://schemas.microsoft.com/office/drawing/2014/main" id="{5EB4F6BF-F911-4559-B2D1-39739C32D052}"/>
                    </a:ext>
                  </a:extLst>
                </p14:cNvPr>
                <p14:cNvContentPartPr/>
                <p14:nvPr/>
              </p14:nvContentPartPr>
              <p14:xfrm>
                <a:off x="4950795" y="2006930"/>
                <a:ext cx="1080" cy="12240"/>
              </p14:xfrm>
            </p:contentPart>
          </mc:Choice>
          <mc:Fallback>
            <p:pic>
              <p:nvPicPr>
                <p:cNvPr id="80928" name="Ink 80927">
                  <a:extLst>
                    <a:ext uri="{FF2B5EF4-FFF2-40B4-BE49-F238E27FC236}">
                      <a16:creationId xmlns:a16="http://schemas.microsoft.com/office/drawing/2014/main" id="{5EB4F6BF-F911-4559-B2D1-39739C32D05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932795" y="1989290"/>
                  <a:ext cx="3672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942" name="Group 80941">
            <a:extLst>
              <a:ext uri="{FF2B5EF4-FFF2-40B4-BE49-F238E27FC236}">
                <a16:creationId xmlns:a16="http://schemas.microsoft.com/office/drawing/2014/main" id="{CC77ABD0-35A7-4E75-9F0A-37712781C926}"/>
              </a:ext>
            </a:extLst>
          </p:cNvPr>
          <p:cNvGrpSpPr/>
          <p:nvPr/>
        </p:nvGrpSpPr>
        <p:grpSpPr>
          <a:xfrm>
            <a:off x="9915555" y="3872810"/>
            <a:ext cx="2324160" cy="1643040"/>
            <a:chOff x="9915555" y="3872810"/>
            <a:chExt cx="2324160" cy="164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0905" name="Ink 80904">
                  <a:extLst>
                    <a:ext uri="{FF2B5EF4-FFF2-40B4-BE49-F238E27FC236}">
                      <a16:creationId xmlns:a16="http://schemas.microsoft.com/office/drawing/2014/main" id="{D897B616-EB0D-47C7-ADAE-14C7437E4A0C}"/>
                    </a:ext>
                  </a:extLst>
                </p14:cNvPr>
                <p14:cNvContentPartPr/>
                <p14:nvPr/>
              </p14:nvContentPartPr>
              <p14:xfrm>
                <a:off x="9987195" y="4425050"/>
                <a:ext cx="263880" cy="271440"/>
              </p14:xfrm>
            </p:contentPart>
          </mc:Choice>
          <mc:Fallback>
            <p:pic>
              <p:nvPicPr>
                <p:cNvPr id="80905" name="Ink 80904">
                  <a:extLst>
                    <a:ext uri="{FF2B5EF4-FFF2-40B4-BE49-F238E27FC236}">
                      <a16:creationId xmlns:a16="http://schemas.microsoft.com/office/drawing/2014/main" id="{D897B616-EB0D-47C7-ADAE-14C7437E4A0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969195" y="4407050"/>
                  <a:ext cx="29952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0906" name="Ink 80905">
                  <a:extLst>
                    <a:ext uri="{FF2B5EF4-FFF2-40B4-BE49-F238E27FC236}">
                      <a16:creationId xmlns:a16="http://schemas.microsoft.com/office/drawing/2014/main" id="{7CFA1B8D-4589-4E23-9773-B3EF4350353E}"/>
                    </a:ext>
                  </a:extLst>
                </p14:cNvPr>
                <p14:cNvContentPartPr/>
                <p14:nvPr/>
              </p14:nvContentPartPr>
              <p14:xfrm>
                <a:off x="10353675" y="4444490"/>
                <a:ext cx="397440" cy="263520"/>
              </p14:xfrm>
            </p:contentPart>
          </mc:Choice>
          <mc:Fallback>
            <p:pic>
              <p:nvPicPr>
                <p:cNvPr id="80906" name="Ink 80905">
                  <a:extLst>
                    <a:ext uri="{FF2B5EF4-FFF2-40B4-BE49-F238E27FC236}">
                      <a16:creationId xmlns:a16="http://schemas.microsoft.com/office/drawing/2014/main" id="{7CFA1B8D-4589-4E23-9773-B3EF4350353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335675" y="4426850"/>
                  <a:ext cx="4330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0907" name="Ink 80906">
                  <a:extLst>
                    <a:ext uri="{FF2B5EF4-FFF2-40B4-BE49-F238E27FC236}">
                      <a16:creationId xmlns:a16="http://schemas.microsoft.com/office/drawing/2014/main" id="{4AD332BE-0E13-4C4C-94B7-996B0DD28717}"/>
                    </a:ext>
                  </a:extLst>
                </p14:cNvPr>
                <p14:cNvContentPartPr/>
                <p14:nvPr/>
              </p14:nvContentPartPr>
              <p14:xfrm>
                <a:off x="10761915" y="4532330"/>
                <a:ext cx="91800" cy="38520"/>
              </p14:xfrm>
            </p:contentPart>
          </mc:Choice>
          <mc:Fallback>
            <p:pic>
              <p:nvPicPr>
                <p:cNvPr id="80907" name="Ink 80906">
                  <a:extLst>
                    <a:ext uri="{FF2B5EF4-FFF2-40B4-BE49-F238E27FC236}">
                      <a16:creationId xmlns:a16="http://schemas.microsoft.com/office/drawing/2014/main" id="{4AD332BE-0E13-4C4C-94B7-996B0DD2871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743915" y="4514690"/>
                  <a:ext cx="1274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0908" name="Ink 80907">
                  <a:extLst>
                    <a:ext uri="{FF2B5EF4-FFF2-40B4-BE49-F238E27FC236}">
                      <a16:creationId xmlns:a16="http://schemas.microsoft.com/office/drawing/2014/main" id="{2756B960-F832-4AFC-B53F-0EDF33C6441F}"/>
                    </a:ext>
                  </a:extLst>
                </p14:cNvPr>
                <p14:cNvContentPartPr/>
                <p14:nvPr/>
              </p14:nvContentPartPr>
              <p14:xfrm>
                <a:off x="11013195" y="4337570"/>
                <a:ext cx="124560" cy="33840"/>
              </p14:xfrm>
            </p:contentPart>
          </mc:Choice>
          <mc:Fallback>
            <p:pic>
              <p:nvPicPr>
                <p:cNvPr id="80908" name="Ink 80907">
                  <a:extLst>
                    <a:ext uri="{FF2B5EF4-FFF2-40B4-BE49-F238E27FC236}">
                      <a16:creationId xmlns:a16="http://schemas.microsoft.com/office/drawing/2014/main" id="{2756B960-F832-4AFC-B53F-0EDF33C6441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995195" y="4319930"/>
                  <a:ext cx="1602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0909" name="Ink 80908">
                  <a:extLst>
                    <a:ext uri="{FF2B5EF4-FFF2-40B4-BE49-F238E27FC236}">
                      <a16:creationId xmlns:a16="http://schemas.microsoft.com/office/drawing/2014/main" id="{1F25FA24-CF8A-4C0C-8013-B95BCBD3813C}"/>
                    </a:ext>
                  </a:extLst>
                </p14:cNvPr>
                <p14:cNvContentPartPr/>
                <p14:nvPr/>
              </p14:nvContentPartPr>
              <p14:xfrm>
                <a:off x="11034435" y="4400210"/>
                <a:ext cx="92880" cy="22680"/>
              </p14:xfrm>
            </p:contentPart>
          </mc:Choice>
          <mc:Fallback>
            <p:pic>
              <p:nvPicPr>
                <p:cNvPr id="80909" name="Ink 80908">
                  <a:extLst>
                    <a:ext uri="{FF2B5EF4-FFF2-40B4-BE49-F238E27FC236}">
                      <a16:creationId xmlns:a16="http://schemas.microsoft.com/office/drawing/2014/main" id="{1F25FA24-CF8A-4C0C-8013-B95BCBD3813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016435" y="4382570"/>
                  <a:ext cx="1285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0911" name="Ink 80910">
                  <a:extLst>
                    <a:ext uri="{FF2B5EF4-FFF2-40B4-BE49-F238E27FC236}">
                      <a16:creationId xmlns:a16="http://schemas.microsoft.com/office/drawing/2014/main" id="{B20D8884-443F-4E92-9398-B3FB377F7D1C}"/>
                    </a:ext>
                  </a:extLst>
                </p14:cNvPr>
                <p14:cNvContentPartPr/>
                <p14:nvPr/>
              </p14:nvContentPartPr>
              <p14:xfrm>
                <a:off x="11273835" y="4186370"/>
                <a:ext cx="279000" cy="203760"/>
              </p14:xfrm>
            </p:contentPart>
          </mc:Choice>
          <mc:Fallback>
            <p:pic>
              <p:nvPicPr>
                <p:cNvPr id="80911" name="Ink 80910">
                  <a:extLst>
                    <a:ext uri="{FF2B5EF4-FFF2-40B4-BE49-F238E27FC236}">
                      <a16:creationId xmlns:a16="http://schemas.microsoft.com/office/drawing/2014/main" id="{B20D8884-443F-4E92-9398-B3FB377F7D1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255835" y="4168730"/>
                  <a:ext cx="3146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0912" name="Ink 80911">
                  <a:extLst>
                    <a:ext uri="{FF2B5EF4-FFF2-40B4-BE49-F238E27FC236}">
                      <a16:creationId xmlns:a16="http://schemas.microsoft.com/office/drawing/2014/main" id="{08EC11F9-C2B1-4E9F-A514-8794C8CC519B}"/>
                    </a:ext>
                  </a:extLst>
                </p14:cNvPr>
                <p14:cNvContentPartPr/>
                <p14:nvPr/>
              </p14:nvContentPartPr>
              <p14:xfrm>
                <a:off x="11550675" y="4127690"/>
                <a:ext cx="132840" cy="153360"/>
              </p14:xfrm>
            </p:contentPart>
          </mc:Choice>
          <mc:Fallback>
            <p:pic>
              <p:nvPicPr>
                <p:cNvPr id="80912" name="Ink 80911">
                  <a:extLst>
                    <a:ext uri="{FF2B5EF4-FFF2-40B4-BE49-F238E27FC236}">
                      <a16:creationId xmlns:a16="http://schemas.microsoft.com/office/drawing/2014/main" id="{08EC11F9-C2B1-4E9F-A514-8794C8CC519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533035" y="4109690"/>
                  <a:ext cx="1684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914" name="Ink 80913">
                  <a:extLst>
                    <a:ext uri="{FF2B5EF4-FFF2-40B4-BE49-F238E27FC236}">
                      <a16:creationId xmlns:a16="http://schemas.microsoft.com/office/drawing/2014/main" id="{C741796D-FAFF-49CF-BD86-8EDFFFE57BF3}"/>
                    </a:ext>
                  </a:extLst>
                </p14:cNvPr>
                <p14:cNvContentPartPr/>
                <p14:nvPr/>
              </p14:nvContentPartPr>
              <p14:xfrm>
                <a:off x="11206875" y="4343690"/>
                <a:ext cx="92880" cy="23400"/>
              </p14:xfrm>
            </p:contentPart>
          </mc:Choice>
          <mc:Fallback>
            <p:pic>
              <p:nvPicPr>
                <p:cNvPr id="80914" name="Ink 80913">
                  <a:extLst>
                    <a:ext uri="{FF2B5EF4-FFF2-40B4-BE49-F238E27FC236}">
                      <a16:creationId xmlns:a16="http://schemas.microsoft.com/office/drawing/2014/main" id="{C741796D-FAFF-49CF-BD86-8EDFFFE57BF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189235" y="4325690"/>
                  <a:ext cx="1285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916" name="Ink 80915">
                  <a:extLst>
                    <a:ext uri="{FF2B5EF4-FFF2-40B4-BE49-F238E27FC236}">
                      <a16:creationId xmlns:a16="http://schemas.microsoft.com/office/drawing/2014/main" id="{10F394E6-EC9D-4D11-94B4-B59EC248EEC2}"/>
                    </a:ext>
                  </a:extLst>
                </p14:cNvPr>
                <p14:cNvContentPartPr/>
                <p14:nvPr/>
              </p14:nvContentPartPr>
              <p14:xfrm>
                <a:off x="11791155" y="3872810"/>
                <a:ext cx="302760" cy="250920"/>
              </p14:xfrm>
            </p:contentPart>
          </mc:Choice>
          <mc:Fallback>
            <p:pic>
              <p:nvPicPr>
                <p:cNvPr id="80916" name="Ink 80915">
                  <a:extLst>
                    <a:ext uri="{FF2B5EF4-FFF2-40B4-BE49-F238E27FC236}">
                      <a16:creationId xmlns:a16="http://schemas.microsoft.com/office/drawing/2014/main" id="{10F394E6-EC9D-4D11-94B4-B59EC248EEC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773515" y="3854810"/>
                  <a:ext cx="3384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0917" name="Ink 80916">
                  <a:extLst>
                    <a:ext uri="{FF2B5EF4-FFF2-40B4-BE49-F238E27FC236}">
                      <a16:creationId xmlns:a16="http://schemas.microsoft.com/office/drawing/2014/main" id="{BB640826-834C-4E77-9149-DCDB9B32097A}"/>
                    </a:ext>
                  </a:extLst>
                </p14:cNvPr>
                <p14:cNvContentPartPr/>
                <p14:nvPr/>
              </p14:nvContentPartPr>
              <p14:xfrm>
                <a:off x="12142875" y="3900890"/>
                <a:ext cx="50040" cy="137520"/>
              </p14:xfrm>
            </p:contentPart>
          </mc:Choice>
          <mc:Fallback>
            <p:pic>
              <p:nvPicPr>
                <p:cNvPr id="80917" name="Ink 80916">
                  <a:extLst>
                    <a:ext uri="{FF2B5EF4-FFF2-40B4-BE49-F238E27FC236}">
                      <a16:creationId xmlns:a16="http://schemas.microsoft.com/office/drawing/2014/main" id="{BB640826-834C-4E77-9149-DCDB9B32097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2125235" y="3883250"/>
                  <a:ext cx="856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0918" name="Ink 80917">
                  <a:extLst>
                    <a:ext uri="{FF2B5EF4-FFF2-40B4-BE49-F238E27FC236}">
                      <a16:creationId xmlns:a16="http://schemas.microsoft.com/office/drawing/2014/main" id="{138D9496-FDAC-41B6-A97A-15AA739B2EB5}"/>
                    </a:ext>
                  </a:extLst>
                </p14:cNvPr>
                <p14:cNvContentPartPr/>
                <p14:nvPr/>
              </p14:nvContentPartPr>
              <p14:xfrm>
                <a:off x="11917875" y="4124450"/>
                <a:ext cx="260280" cy="98640"/>
              </p14:xfrm>
            </p:contentPart>
          </mc:Choice>
          <mc:Fallback>
            <p:pic>
              <p:nvPicPr>
                <p:cNvPr id="80918" name="Ink 80917">
                  <a:extLst>
                    <a:ext uri="{FF2B5EF4-FFF2-40B4-BE49-F238E27FC236}">
                      <a16:creationId xmlns:a16="http://schemas.microsoft.com/office/drawing/2014/main" id="{138D9496-FDAC-41B6-A97A-15AA739B2EB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900235" y="4106450"/>
                  <a:ext cx="2959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0920" name="Ink 80919">
                  <a:extLst>
                    <a:ext uri="{FF2B5EF4-FFF2-40B4-BE49-F238E27FC236}">
                      <a16:creationId xmlns:a16="http://schemas.microsoft.com/office/drawing/2014/main" id="{7B33AFE1-82BA-42C3-A821-8999D1B722C3}"/>
                    </a:ext>
                  </a:extLst>
                </p14:cNvPr>
                <p14:cNvContentPartPr/>
                <p14:nvPr/>
              </p14:nvContentPartPr>
              <p14:xfrm>
                <a:off x="11989515" y="4292570"/>
                <a:ext cx="223560" cy="198000"/>
              </p14:xfrm>
            </p:contentPart>
          </mc:Choice>
          <mc:Fallback>
            <p:pic>
              <p:nvPicPr>
                <p:cNvPr id="80920" name="Ink 80919">
                  <a:extLst>
                    <a:ext uri="{FF2B5EF4-FFF2-40B4-BE49-F238E27FC236}">
                      <a16:creationId xmlns:a16="http://schemas.microsoft.com/office/drawing/2014/main" id="{7B33AFE1-82BA-42C3-A821-8999D1B722C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971875" y="4274570"/>
                  <a:ext cx="2592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0921" name="Ink 80920">
                  <a:extLst>
                    <a:ext uri="{FF2B5EF4-FFF2-40B4-BE49-F238E27FC236}">
                      <a16:creationId xmlns:a16="http://schemas.microsoft.com/office/drawing/2014/main" id="{0888CB6E-4A68-4C47-B108-5C4B02420772}"/>
                    </a:ext>
                  </a:extLst>
                </p14:cNvPr>
                <p14:cNvContentPartPr/>
                <p14:nvPr/>
              </p14:nvContentPartPr>
              <p14:xfrm>
                <a:off x="12177075" y="4326410"/>
                <a:ext cx="62640" cy="72360"/>
              </p14:xfrm>
            </p:contentPart>
          </mc:Choice>
          <mc:Fallback>
            <p:pic>
              <p:nvPicPr>
                <p:cNvPr id="80921" name="Ink 80920">
                  <a:extLst>
                    <a:ext uri="{FF2B5EF4-FFF2-40B4-BE49-F238E27FC236}">
                      <a16:creationId xmlns:a16="http://schemas.microsoft.com/office/drawing/2014/main" id="{0888CB6E-4A68-4C47-B108-5C4B0242077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2159435" y="4308410"/>
                  <a:ext cx="982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0923" name="Ink 80922">
                  <a:extLst>
                    <a:ext uri="{FF2B5EF4-FFF2-40B4-BE49-F238E27FC236}">
                      <a16:creationId xmlns:a16="http://schemas.microsoft.com/office/drawing/2014/main" id="{C0121A16-1EAD-4F68-B8FD-D260BE2DF662}"/>
                    </a:ext>
                  </a:extLst>
                </p14:cNvPr>
                <p14:cNvContentPartPr/>
                <p14:nvPr/>
              </p14:nvContentPartPr>
              <p14:xfrm>
                <a:off x="10592715" y="5316410"/>
                <a:ext cx="209520" cy="8640"/>
              </p14:xfrm>
            </p:contentPart>
          </mc:Choice>
          <mc:Fallback>
            <p:pic>
              <p:nvPicPr>
                <p:cNvPr id="80923" name="Ink 80922">
                  <a:extLst>
                    <a:ext uri="{FF2B5EF4-FFF2-40B4-BE49-F238E27FC236}">
                      <a16:creationId xmlns:a16="http://schemas.microsoft.com/office/drawing/2014/main" id="{C0121A16-1EAD-4F68-B8FD-D260BE2DF66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574715" y="5298410"/>
                  <a:ext cx="2451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0924" name="Ink 80923">
                  <a:extLst>
                    <a:ext uri="{FF2B5EF4-FFF2-40B4-BE49-F238E27FC236}">
                      <a16:creationId xmlns:a16="http://schemas.microsoft.com/office/drawing/2014/main" id="{24C86C8D-34DD-4E65-A1DE-9EC0883C753E}"/>
                    </a:ext>
                  </a:extLst>
                </p14:cNvPr>
                <p14:cNvContentPartPr/>
                <p14:nvPr/>
              </p14:nvContentPartPr>
              <p14:xfrm>
                <a:off x="10598475" y="5455370"/>
                <a:ext cx="210960" cy="60480"/>
              </p14:xfrm>
            </p:contentPart>
          </mc:Choice>
          <mc:Fallback>
            <p:pic>
              <p:nvPicPr>
                <p:cNvPr id="80924" name="Ink 80923">
                  <a:extLst>
                    <a:ext uri="{FF2B5EF4-FFF2-40B4-BE49-F238E27FC236}">
                      <a16:creationId xmlns:a16="http://schemas.microsoft.com/office/drawing/2014/main" id="{24C86C8D-34DD-4E65-A1DE-9EC0883C753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580835" y="5437370"/>
                  <a:ext cx="2466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0925" name="Ink 80924">
                  <a:extLst>
                    <a:ext uri="{FF2B5EF4-FFF2-40B4-BE49-F238E27FC236}">
                      <a16:creationId xmlns:a16="http://schemas.microsoft.com/office/drawing/2014/main" id="{EB182879-5972-47A9-A251-A2D062042A72}"/>
                    </a:ext>
                  </a:extLst>
                </p14:cNvPr>
                <p14:cNvContentPartPr/>
                <p14:nvPr/>
              </p14:nvContentPartPr>
              <p14:xfrm>
                <a:off x="10848675" y="5335130"/>
                <a:ext cx="153000" cy="41400"/>
              </p14:xfrm>
            </p:contentPart>
          </mc:Choice>
          <mc:Fallback>
            <p:pic>
              <p:nvPicPr>
                <p:cNvPr id="80925" name="Ink 80924">
                  <a:extLst>
                    <a:ext uri="{FF2B5EF4-FFF2-40B4-BE49-F238E27FC236}">
                      <a16:creationId xmlns:a16="http://schemas.microsoft.com/office/drawing/2014/main" id="{EB182879-5972-47A9-A251-A2D062042A7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831035" y="5317490"/>
                  <a:ext cx="1886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0926" name="Ink 80925">
                  <a:extLst>
                    <a:ext uri="{FF2B5EF4-FFF2-40B4-BE49-F238E27FC236}">
                      <a16:creationId xmlns:a16="http://schemas.microsoft.com/office/drawing/2014/main" id="{E69575FF-B863-4982-817C-FCB836009EE5}"/>
                    </a:ext>
                  </a:extLst>
                </p14:cNvPr>
                <p14:cNvContentPartPr/>
                <p14:nvPr/>
              </p14:nvContentPartPr>
              <p14:xfrm>
                <a:off x="11051355" y="5210570"/>
                <a:ext cx="200520" cy="180720"/>
              </p14:xfrm>
            </p:contentPart>
          </mc:Choice>
          <mc:Fallback>
            <p:pic>
              <p:nvPicPr>
                <p:cNvPr id="80926" name="Ink 80925">
                  <a:extLst>
                    <a:ext uri="{FF2B5EF4-FFF2-40B4-BE49-F238E27FC236}">
                      <a16:creationId xmlns:a16="http://schemas.microsoft.com/office/drawing/2014/main" id="{E69575FF-B863-4982-817C-FCB836009EE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033715" y="5192570"/>
                  <a:ext cx="2361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0927" name="Ink 80926">
                  <a:extLst>
                    <a:ext uri="{FF2B5EF4-FFF2-40B4-BE49-F238E27FC236}">
                      <a16:creationId xmlns:a16="http://schemas.microsoft.com/office/drawing/2014/main" id="{3DED76F0-4CC1-4362-B4F9-CD3CB182734B}"/>
                    </a:ext>
                  </a:extLst>
                </p14:cNvPr>
                <p14:cNvContentPartPr/>
                <p14:nvPr/>
              </p14:nvContentPartPr>
              <p14:xfrm>
                <a:off x="11295435" y="5164130"/>
                <a:ext cx="173160" cy="173520"/>
              </p14:xfrm>
            </p:contentPart>
          </mc:Choice>
          <mc:Fallback>
            <p:pic>
              <p:nvPicPr>
                <p:cNvPr id="80927" name="Ink 80926">
                  <a:extLst>
                    <a:ext uri="{FF2B5EF4-FFF2-40B4-BE49-F238E27FC236}">
                      <a16:creationId xmlns:a16="http://schemas.microsoft.com/office/drawing/2014/main" id="{3DED76F0-4CC1-4362-B4F9-CD3CB182734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277795" y="5146130"/>
                  <a:ext cx="2088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0931" name="Ink 80930">
                  <a:extLst>
                    <a:ext uri="{FF2B5EF4-FFF2-40B4-BE49-F238E27FC236}">
                      <a16:creationId xmlns:a16="http://schemas.microsoft.com/office/drawing/2014/main" id="{4FCF00CF-D226-43C5-9866-8E1990611A6D}"/>
                    </a:ext>
                  </a:extLst>
                </p14:cNvPr>
                <p14:cNvContentPartPr/>
                <p14:nvPr/>
              </p14:nvContentPartPr>
              <p14:xfrm>
                <a:off x="11472555" y="4759490"/>
                <a:ext cx="252000" cy="290880"/>
              </p14:xfrm>
            </p:contentPart>
          </mc:Choice>
          <mc:Fallback>
            <p:pic>
              <p:nvPicPr>
                <p:cNvPr id="80931" name="Ink 80930">
                  <a:extLst>
                    <a:ext uri="{FF2B5EF4-FFF2-40B4-BE49-F238E27FC236}">
                      <a16:creationId xmlns:a16="http://schemas.microsoft.com/office/drawing/2014/main" id="{4FCF00CF-D226-43C5-9866-8E1990611A6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454915" y="4741850"/>
                  <a:ext cx="28764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0932" name="Ink 80931">
                  <a:extLst>
                    <a:ext uri="{FF2B5EF4-FFF2-40B4-BE49-F238E27FC236}">
                      <a16:creationId xmlns:a16="http://schemas.microsoft.com/office/drawing/2014/main" id="{37D35F53-B8D6-4F52-9BBD-184627643040}"/>
                    </a:ext>
                  </a:extLst>
                </p14:cNvPr>
                <p14:cNvContentPartPr/>
                <p14:nvPr/>
              </p14:nvContentPartPr>
              <p14:xfrm>
                <a:off x="11756595" y="4771010"/>
                <a:ext cx="127800" cy="187200"/>
              </p14:xfrm>
            </p:contentPart>
          </mc:Choice>
          <mc:Fallback>
            <p:pic>
              <p:nvPicPr>
                <p:cNvPr id="80932" name="Ink 80931">
                  <a:extLst>
                    <a:ext uri="{FF2B5EF4-FFF2-40B4-BE49-F238E27FC236}">
                      <a16:creationId xmlns:a16="http://schemas.microsoft.com/office/drawing/2014/main" id="{37D35F53-B8D6-4F52-9BBD-18462764304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738955" y="4753010"/>
                  <a:ext cx="1634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80933" name="Ink 80932">
                  <a:extLst>
                    <a:ext uri="{FF2B5EF4-FFF2-40B4-BE49-F238E27FC236}">
                      <a16:creationId xmlns:a16="http://schemas.microsoft.com/office/drawing/2014/main" id="{043C11A1-DF30-42A1-87C6-880A10F6BDB6}"/>
                    </a:ext>
                  </a:extLst>
                </p14:cNvPr>
                <p14:cNvContentPartPr/>
                <p14:nvPr/>
              </p14:nvContentPartPr>
              <p14:xfrm>
                <a:off x="12004635" y="4882970"/>
                <a:ext cx="13680" cy="93960"/>
              </p14:xfrm>
            </p:contentPart>
          </mc:Choice>
          <mc:Fallback>
            <p:pic>
              <p:nvPicPr>
                <p:cNvPr id="80933" name="Ink 80932">
                  <a:extLst>
                    <a:ext uri="{FF2B5EF4-FFF2-40B4-BE49-F238E27FC236}">
                      <a16:creationId xmlns:a16="http://schemas.microsoft.com/office/drawing/2014/main" id="{043C11A1-DF30-42A1-87C6-880A10F6BDB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986995" y="4864970"/>
                  <a:ext cx="493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80934" name="Ink 80933">
                  <a:extLst>
                    <a:ext uri="{FF2B5EF4-FFF2-40B4-BE49-F238E27FC236}">
                      <a16:creationId xmlns:a16="http://schemas.microsoft.com/office/drawing/2014/main" id="{C81D9F63-99FC-4A85-8445-A80C32E2DF79}"/>
                    </a:ext>
                  </a:extLst>
                </p14:cNvPr>
                <p14:cNvContentPartPr/>
                <p14:nvPr/>
              </p14:nvContentPartPr>
              <p14:xfrm>
                <a:off x="12021555" y="4827530"/>
                <a:ext cx="12240" cy="17640"/>
              </p14:xfrm>
            </p:contentPart>
          </mc:Choice>
          <mc:Fallback>
            <p:pic>
              <p:nvPicPr>
                <p:cNvPr id="80934" name="Ink 80933">
                  <a:extLst>
                    <a:ext uri="{FF2B5EF4-FFF2-40B4-BE49-F238E27FC236}">
                      <a16:creationId xmlns:a16="http://schemas.microsoft.com/office/drawing/2014/main" id="{C81D9F63-99FC-4A85-8445-A80C32E2DF7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2003915" y="4809530"/>
                  <a:ext cx="478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80935" name="Ink 80934">
                  <a:extLst>
                    <a:ext uri="{FF2B5EF4-FFF2-40B4-BE49-F238E27FC236}">
                      <a16:creationId xmlns:a16="http://schemas.microsoft.com/office/drawing/2014/main" id="{E1C70826-536E-4E54-A14F-B8596AA79E73}"/>
                    </a:ext>
                  </a:extLst>
                </p14:cNvPr>
                <p14:cNvContentPartPr/>
                <p14:nvPr/>
              </p14:nvContentPartPr>
              <p14:xfrm>
                <a:off x="12059355" y="4858850"/>
                <a:ext cx="90360" cy="151920"/>
              </p14:xfrm>
            </p:contentPart>
          </mc:Choice>
          <mc:Fallback>
            <p:pic>
              <p:nvPicPr>
                <p:cNvPr id="80935" name="Ink 80934">
                  <a:extLst>
                    <a:ext uri="{FF2B5EF4-FFF2-40B4-BE49-F238E27FC236}">
                      <a16:creationId xmlns:a16="http://schemas.microsoft.com/office/drawing/2014/main" id="{E1C70826-536E-4E54-A14F-B8596AA79E7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2041355" y="4841210"/>
                  <a:ext cx="1260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80936" name="Ink 80935">
                  <a:extLst>
                    <a:ext uri="{FF2B5EF4-FFF2-40B4-BE49-F238E27FC236}">
                      <a16:creationId xmlns:a16="http://schemas.microsoft.com/office/drawing/2014/main" id="{F6A86117-F6CB-45CF-869C-B790CA337130}"/>
                    </a:ext>
                  </a:extLst>
                </p14:cNvPr>
                <p14:cNvContentPartPr/>
                <p14:nvPr/>
              </p14:nvContentPartPr>
              <p14:xfrm>
                <a:off x="11628075" y="5143250"/>
                <a:ext cx="484560" cy="95400"/>
              </p14:xfrm>
            </p:contentPart>
          </mc:Choice>
          <mc:Fallback>
            <p:pic>
              <p:nvPicPr>
                <p:cNvPr id="80936" name="Ink 80935">
                  <a:extLst>
                    <a:ext uri="{FF2B5EF4-FFF2-40B4-BE49-F238E27FC236}">
                      <a16:creationId xmlns:a16="http://schemas.microsoft.com/office/drawing/2014/main" id="{F6A86117-F6CB-45CF-869C-B790CA33713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610435" y="5125250"/>
                  <a:ext cx="5202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80937" name="Ink 80936">
                  <a:extLst>
                    <a:ext uri="{FF2B5EF4-FFF2-40B4-BE49-F238E27FC236}">
                      <a16:creationId xmlns:a16="http://schemas.microsoft.com/office/drawing/2014/main" id="{44CEA35F-D58B-4425-8B64-107729DFBB8F}"/>
                    </a:ext>
                  </a:extLst>
                </p14:cNvPr>
                <p14:cNvContentPartPr/>
                <p14:nvPr/>
              </p14:nvContentPartPr>
              <p14:xfrm>
                <a:off x="11764515" y="5267810"/>
                <a:ext cx="277560" cy="233280"/>
              </p14:xfrm>
            </p:contentPart>
          </mc:Choice>
          <mc:Fallback>
            <p:pic>
              <p:nvPicPr>
                <p:cNvPr id="80937" name="Ink 80936">
                  <a:extLst>
                    <a:ext uri="{FF2B5EF4-FFF2-40B4-BE49-F238E27FC236}">
                      <a16:creationId xmlns:a16="http://schemas.microsoft.com/office/drawing/2014/main" id="{44CEA35F-D58B-4425-8B64-107729DFBB8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746875" y="5250170"/>
                  <a:ext cx="3132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80938" name="Ink 80937">
                  <a:extLst>
                    <a:ext uri="{FF2B5EF4-FFF2-40B4-BE49-F238E27FC236}">
                      <a16:creationId xmlns:a16="http://schemas.microsoft.com/office/drawing/2014/main" id="{56D4AB91-54FF-4784-A2EF-52B5F4CB261C}"/>
                    </a:ext>
                  </a:extLst>
                </p14:cNvPr>
                <p14:cNvContentPartPr/>
                <p14:nvPr/>
              </p14:nvContentPartPr>
              <p14:xfrm>
                <a:off x="12032715" y="5318570"/>
                <a:ext cx="77760" cy="48960"/>
              </p14:xfrm>
            </p:contentPart>
          </mc:Choice>
          <mc:Fallback>
            <p:pic>
              <p:nvPicPr>
                <p:cNvPr id="80938" name="Ink 80937">
                  <a:extLst>
                    <a:ext uri="{FF2B5EF4-FFF2-40B4-BE49-F238E27FC236}">
                      <a16:creationId xmlns:a16="http://schemas.microsoft.com/office/drawing/2014/main" id="{56D4AB91-54FF-4784-A2EF-52B5F4CB261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2015075" y="5300930"/>
                  <a:ext cx="1134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80940" name="Ink 80939">
                  <a:extLst>
                    <a:ext uri="{FF2B5EF4-FFF2-40B4-BE49-F238E27FC236}">
                      <a16:creationId xmlns:a16="http://schemas.microsoft.com/office/drawing/2014/main" id="{CE51BC98-F127-49F8-B91E-D22E4C3C1C3E}"/>
                    </a:ext>
                  </a:extLst>
                </p14:cNvPr>
                <p14:cNvContentPartPr/>
                <p14:nvPr/>
              </p14:nvContentPartPr>
              <p14:xfrm>
                <a:off x="9922755" y="4753010"/>
                <a:ext cx="669240" cy="155880"/>
              </p14:xfrm>
            </p:contentPart>
          </mc:Choice>
          <mc:Fallback>
            <p:pic>
              <p:nvPicPr>
                <p:cNvPr id="80940" name="Ink 80939">
                  <a:extLst>
                    <a:ext uri="{FF2B5EF4-FFF2-40B4-BE49-F238E27FC236}">
                      <a16:creationId xmlns:a16="http://schemas.microsoft.com/office/drawing/2014/main" id="{CE51BC98-F127-49F8-B91E-D22E4C3C1C3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904755" y="4735370"/>
                  <a:ext cx="7048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80941" name="Ink 80940">
                  <a:extLst>
                    <a:ext uri="{FF2B5EF4-FFF2-40B4-BE49-F238E27FC236}">
                      <a16:creationId xmlns:a16="http://schemas.microsoft.com/office/drawing/2014/main" id="{FE0B8C64-E807-42D5-88B6-A1406E26E6F2}"/>
                    </a:ext>
                  </a:extLst>
                </p14:cNvPr>
                <p14:cNvContentPartPr/>
                <p14:nvPr/>
              </p14:nvContentPartPr>
              <p14:xfrm>
                <a:off x="9915555" y="4935890"/>
                <a:ext cx="571680" cy="188640"/>
              </p14:xfrm>
            </p:contentPart>
          </mc:Choice>
          <mc:Fallback>
            <p:pic>
              <p:nvPicPr>
                <p:cNvPr id="80941" name="Ink 80940">
                  <a:extLst>
                    <a:ext uri="{FF2B5EF4-FFF2-40B4-BE49-F238E27FC236}">
                      <a16:creationId xmlns:a16="http://schemas.microsoft.com/office/drawing/2014/main" id="{FE0B8C64-E807-42D5-88B6-A1406E26E6F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897915" y="4917890"/>
                  <a:ext cx="607320" cy="22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80943" name="Ink 80942">
                <a:extLst>
                  <a:ext uri="{FF2B5EF4-FFF2-40B4-BE49-F238E27FC236}">
                    <a16:creationId xmlns:a16="http://schemas.microsoft.com/office/drawing/2014/main" id="{DD04B38D-3374-4987-B960-E12796C794C7}"/>
                  </a:ext>
                </a:extLst>
              </p14:cNvPr>
              <p14:cNvContentPartPr/>
              <p14:nvPr/>
            </p14:nvContentPartPr>
            <p14:xfrm>
              <a:off x="12014355" y="5608370"/>
              <a:ext cx="10800" cy="14760"/>
            </p14:xfrm>
          </p:contentPart>
        </mc:Choice>
        <mc:Fallback>
          <p:pic>
            <p:nvPicPr>
              <p:cNvPr id="80943" name="Ink 80942">
                <a:extLst>
                  <a:ext uri="{FF2B5EF4-FFF2-40B4-BE49-F238E27FC236}">
                    <a16:creationId xmlns:a16="http://schemas.microsoft.com/office/drawing/2014/main" id="{DD04B38D-3374-4987-B960-E12796C794C7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1996355" y="5590730"/>
                <a:ext cx="46440" cy="50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Date Placeholder 3">
            <a:extLst>
              <a:ext uri="{FF2B5EF4-FFF2-40B4-BE49-F238E27FC236}">
                <a16:creationId xmlns:a16="http://schemas.microsoft.com/office/drawing/2014/main" id="{7ADEA44A-AF3C-442E-8D15-3AE6B6668A5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fld id="{6E28656D-F04F-4C0A-B603-CC8FD2BD9F18}" type="datetime1">
              <a:rPr lang="en-US" altLang="en-US" sz="1400" smtClean="0">
                <a:solidFill>
                  <a:srgbClr val="1B28F6"/>
                </a:solidFill>
              </a:rPr>
              <a:t>3/3/2022</a:t>
            </a:fld>
            <a:endParaRPr lang="en-US" altLang="en-US" sz="1400">
              <a:solidFill>
                <a:srgbClr val="1B28F6"/>
              </a:solidFill>
            </a:endParaRPr>
          </a:p>
        </p:txBody>
      </p:sp>
      <p:sp>
        <p:nvSpPr>
          <p:cNvPr id="43012" name="Slide Number Placeholder 5">
            <a:extLst>
              <a:ext uri="{FF2B5EF4-FFF2-40B4-BE49-F238E27FC236}">
                <a16:creationId xmlns:a16="http://schemas.microsoft.com/office/drawing/2014/main" id="{81F5CBC3-3780-44A3-B6CD-DB5A6025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fld id="{31E976B9-C2B6-4026-BAE8-324976FD821C}" type="slidenum">
              <a:rPr lang="en-US" altLang="en-US" sz="1400">
                <a:solidFill>
                  <a:srgbClr val="1B28F6"/>
                </a:solidFill>
              </a:rPr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altLang="en-US" sz="1400">
              <a:solidFill>
                <a:srgbClr val="1B28F6"/>
              </a:solidFill>
            </a:endParaRPr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8C2E20BB-2316-4EEF-B28A-10C4AAE20F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Low-pass filter (integrator)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BE7D9765-FB32-49D4-916B-FB3CF0B6E6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3200400"/>
            <a:ext cx="7772400" cy="3048000"/>
          </a:xfrm>
        </p:spPr>
        <p:txBody>
          <a:bodyPr/>
          <a:lstStyle/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en-US" altLang="en-US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f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= V</a:t>
            </a:r>
            <a:r>
              <a:rPr lang="en-US" altLang="en-US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in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/R, so C·dV</a:t>
            </a:r>
            <a:r>
              <a:rPr lang="en-US" altLang="en-US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cap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/dt = V</a:t>
            </a:r>
            <a:r>
              <a:rPr lang="en-US" altLang="en-US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in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/R</a:t>
            </a:r>
          </a:p>
          <a:p>
            <a:pPr lvl="1" eaLnBrk="1" hangingPunct="1"/>
            <a:r>
              <a:rPr lang="en-US" altLang="en-US"/>
              <a:t>and since left side of capacitor is at virtual ground:</a:t>
            </a:r>
          </a:p>
          <a:p>
            <a:pPr lvl="1" eaLnBrk="1" hangingPunct="1">
              <a:buFontTx/>
              <a:buNone/>
            </a:pPr>
            <a:r>
              <a:rPr lang="en-US" altLang="en-US"/>
              <a:t>			</a:t>
            </a:r>
            <a:r>
              <a:rPr lang="en-US" altLang="en-US">
                <a:sym typeface="Symbol" panose="05050102010706020507" pitchFamily="18" charset="2"/>
              </a:rPr>
              <a:t>dV</a:t>
            </a:r>
            <a:r>
              <a:rPr lang="en-US" altLang="en-US" baseline="-25000">
                <a:sym typeface="Symbol" panose="05050102010706020507" pitchFamily="18" charset="2"/>
              </a:rPr>
              <a:t>out</a:t>
            </a:r>
            <a:r>
              <a:rPr lang="en-US" altLang="en-US">
                <a:sym typeface="Symbol" panose="05050102010706020507" pitchFamily="18" charset="2"/>
              </a:rPr>
              <a:t>/dt = V</a:t>
            </a:r>
            <a:r>
              <a:rPr lang="en-US" altLang="en-US" baseline="-25000">
                <a:sym typeface="Symbol" panose="05050102010706020507" pitchFamily="18" charset="2"/>
              </a:rPr>
              <a:t>in</a:t>
            </a:r>
            <a:r>
              <a:rPr lang="en-US" altLang="en-US">
                <a:sym typeface="Symbol" panose="05050102010706020507" pitchFamily="18" charset="2"/>
              </a:rPr>
              <a:t>/RC</a:t>
            </a:r>
            <a:endParaRPr lang="en-US" altLang="en-US"/>
          </a:p>
          <a:p>
            <a:pPr lvl="1" eaLnBrk="1" hangingPunct="1"/>
            <a:r>
              <a:rPr lang="en-US" altLang="en-US"/>
              <a:t>so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and therefore we have an integrator (low pass) </a:t>
            </a:r>
          </a:p>
        </p:txBody>
      </p:sp>
      <p:grpSp>
        <p:nvGrpSpPr>
          <p:cNvPr id="43015" name="Group 4">
            <a:extLst>
              <a:ext uri="{FF2B5EF4-FFF2-40B4-BE49-F238E27FC236}">
                <a16:creationId xmlns:a16="http://schemas.microsoft.com/office/drawing/2014/main" id="{E2008C2D-024E-4490-84D6-405094510B06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1600200"/>
            <a:ext cx="2286000" cy="1219200"/>
            <a:chOff x="2064" y="868"/>
            <a:chExt cx="1440" cy="768"/>
          </a:xfrm>
        </p:grpSpPr>
        <p:sp>
          <p:nvSpPr>
            <p:cNvPr id="43037" name="AutoShape 5">
              <a:extLst>
                <a:ext uri="{FF2B5EF4-FFF2-40B4-BE49-F238E27FC236}">
                  <a16:creationId xmlns:a16="http://schemas.microsoft.com/office/drawing/2014/main" id="{33D55595-B231-440A-9163-79DBA688C1B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378" y="892"/>
              <a:ext cx="768" cy="72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1B28F6"/>
                </a:solidFill>
              </a:endParaRPr>
            </a:p>
          </p:txBody>
        </p:sp>
        <p:sp>
          <p:nvSpPr>
            <p:cNvPr id="43038" name="Text Box 6">
              <a:extLst>
                <a:ext uri="{FF2B5EF4-FFF2-40B4-BE49-F238E27FC236}">
                  <a16:creationId xmlns:a16="http://schemas.microsoft.com/office/drawing/2014/main" id="{BE34ABC7-0E5D-4B17-9C72-017B59B34B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954"/>
              <a:ext cx="2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>
                  <a:solidFill>
                    <a:srgbClr val="000000"/>
                  </a:solidFill>
                  <a:sym typeface="Symbol" panose="05050102010706020507" pitchFamily="18" charset="2"/>
                </a:rPr>
                <a:t></a:t>
              </a:r>
              <a:endParaRPr lang="en-US" altLang="en-US" sz="2000">
                <a:solidFill>
                  <a:srgbClr val="1B28F6"/>
                </a:solidFill>
              </a:endParaRPr>
            </a:p>
          </p:txBody>
        </p:sp>
        <p:sp>
          <p:nvSpPr>
            <p:cNvPr id="43039" name="Text Box 7">
              <a:extLst>
                <a:ext uri="{FF2B5EF4-FFF2-40B4-BE49-F238E27FC236}">
                  <a16:creationId xmlns:a16="http://schemas.microsoft.com/office/drawing/2014/main" id="{0049F5F4-9386-4371-8D0A-28DF520758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252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>
                  <a:solidFill>
                    <a:srgbClr val="000000"/>
                  </a:solidFill>
                  <a:sym typeface="Symbol" panose="05050102010706020507" pitchFamily="18" charset="2"/>
                </a:rPr>
                <a:t>+</a:t>
              </a:r>
              <a:endParaRPr lang="en-US" altLang="en-US" sz="2000">
                <a:solidFill>
                  <a:srgbClr val="1B28F6"/>
                </a:solidFill>
              </a:endParaRPr>
            </a:p>
          </p:txBody>
        </p:sp>
        <p:sp>
          <p:nvSpPr>
            <p:cNvPr id="43040" name="Line 8">
              <a:extLst>
                <a:ext uri="{FF2B5EF4-FFF2-40B4-BE49-F238E27FC236}">
                  <a16:creationId xmlns:a16="http://schemas.microsoft.com/office/drawing/2014/main" id="{7B1D1937-9039-4A39-86CA-2D9D7E39B2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1396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3041" name="Line 9">
              <a:extLst>
                <a:ext uri="{FF2B5EF4-FFF2-40B4-BE49-F238E27FC236}">
                  <a16:creationId xmlns:a16="http://schemas.microsoft.com/office/drawing/2014/main" id="{BE78E093-C300-4D97-A5B6-03A82EA580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1108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3042" name="Line 10">
              <a:extLst>
                <a:ext uri="{FF2B5EF4-FFF2-40B4-BE49-F238E27FC236}">
                  <a16:creationId xmlns:a16="http://schemas.microsoft.com/office/drawing/2014/main" id="{443B36E8-F141-4426-B194-D487722437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252"/>
              <a:ext cx="3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43016" name="Freeform 11">
            <a:extLst>
              <a:ext uri="{FF2B5EF4-FFF2-40B4-BE49-F238E27FC236}">
                <a16:creationId xmlns:a16="http://schemas.microsoft.com/office/drawing/2014/main" id="{15F79C0C-671D-4AF4-896F-2AB6C1D0B461}"/>
              </a:ext>
            </a:extLst>
          </p:cNvPr>
          <p:cNvSpPr>
            <a:spLocks/>
          </p:cNvSpPr>
          <p:nvPr/>
        </p:nvSpPr>
        <p:spPr bwMode="auto">
          <a:xfrm>
            <a:off x="4038600" y="1828800"/>
            <a:ext cx="762000" cy="304800"/>
          </a:xfrm>
          <a:custGeom>
            <a:avLst/>
            <a:gdLst>
              <a:gd name="T0" fmla="*/ 762000 w 480"/>
              <a:gd name="T1" fmla="*/ 152400 h 192"/>
              <a:gd name="T2" fmla="*/ 609600 w 480"/>
              <a:gd name="T3" fmla="*/ 152400 h 192"/>
              <a:gd name="T4" fmla="*/ 533400 w 480"/>
              <a:gd name="T5" fmla="*/ 0 h 192"/>
              <a:gd name="T6" fmla="*/ 457200 w 480"/>
              <a:gd name="T7" fmla="*/ 304800 h 192"/>
              <a:gd name="T8" fmla="*/ 381000 w 480"/>
              <a:gd name="T9" fmla="*/ 0 h 192"/>
              <a:gd name="T10" fmla="*/ 304800 w 480"/>
              <a:gd name="T11" fmla="*/ 304800 h 192"/>
              <a:gd name="T12" fmla="*/ 228600 w 480"/>
              <a:gd name="T13" fmla="*/ 0 h 192"/>
              <a:gd name="T14" fmla="*/ 152400 w 480"/>
              <a:gd name="T15" fmla="*/ 304800 h 192"/>
              <a:gd name="T16" fmla="*/ 76200 w 480"/>
              <a:gd name="T17" fmla="*/ 152400 h 192"/>
              <a:gd name="T18" fmla="*/ 0 w 480"/>
              <a:gd name="T19" fmla="*/ 152400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80"/>
              <a:gd name="T31" fmla="*/ 0 h 192"/>
              <a:gd name="T32" fmla="*/ 480 w 480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80" h="192">
                <a:moveTo>
                  <a:pt x="480" y="96"/>
                </a:moveTo>
                <a:lnTo>
                  <a:pt x="384" y="96"/>
                </a:lnTo>
                <a:lnTo>
                  <a:pt x="336" y="0"/>
                </a:lnTo>
                <a:lnTo>
                  <a:pt x="288" y="192"/>
                </a:lnTo>
                <a:lnTo>
                  <a:pt x="240" y="0"/>
                </a:lnTo>
                <a:lnTo>
                  <a:pt x="192" y="192"/>
                </a:lnTo>
                <a:lnTo>
                  <a:pt x="144" y="0"/>
                </a:lnTo>
                <a:lnTo>
                  <a:pt x="96" y="192"/>
                </a:lnTo>
                <a:lnTo>
                  <a:pt x="48" y="96"/>
                </a:lnTo>
                <a:lnTo>
                  <a:pt x="0" y="96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43017" name="Freeform 12">
            <a:extLst>
              <a:ext uri="{FF2B5EF4-FFF2-40B4-BE49-F238E27FC236}">
                <a16:creationId xmlns:a16="http://schemas.microsoft.com/office/drawing/2014/main" id="{23A2A014-A32F-4C4D-B582-317A003D4DDA}"/>
              </a:ext>
            </a:extLst>
          </p:cNvPr>
          <p:cNvSpPr>
            <a:spLocks/>
          </p:cNvSpPr>
          <p:nvPr/>
        </p:nvSpPr>
        <p:spPr bwMode="auto">
          <a:xfrm>
            <a:off x="4953000" y="1296988"/>
            <a:ext cx="457200" cy="685800"/>
          </a:xfrm>
          <a:custGeom>
            <a:avLst/>
            <a:gdLst>
              <a:gd name="T0" fmla="*/ 0 w 288"/>
              <a:gd name="T1" fmla="*/ 685800 h 432"/>
              <a:gd name="T2" fmla="*/ 0 w 288"/>
              <a:gd name="T3" fmla="*/ 0 h 432"/>
              <a:gd name="T4" fmla="*/ 457200 w 288"/>
              <a:gd name="T5" fmla="*/ 0 h 432"/>
              <a:gd name="T6" fmla="*/ 0 60000 65536"/>
              <a:gd name="T7" fmla="*/ 0 60000 65536"/>
              <a:gd name="T8" fmla="*/ 0 60000 65536"/>
              <a:gd name="T9" fmla="*/ 0 w 288"/>
              <a:gd name="T10" fmla="*/ 0 h 432"/>
              <a:gd name="T11" fmla="*/ 288 w 288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432">
                <a:moveTo>
                  <a:pt x="0" y="432"/>
                </a:moveTo>
                <a:lnTo>
                  <a:pt x="0" y="0"/>
                </a:lnTo>
                <a:lnTo>
                  <a:pt x="288" y="0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43018" name="Freeform 13">
            <a:extLst>
              <a:ext uri="{FF2B5EF4-FFF2-40B4-BE49-F238E27FC236}">
                <a16:creationId xmlns:a16="http://schemas.microsoft.com/office/drawing/2014/main" id="{5C534BC4-3F67-4AB3-8603-37DF0051B613}"/>
              </a:ext>
            </a:extLst>
          </p:cNvPr>
          <p:cNvSpPr>
            <a:spLocks/>
          </p:cNvSpPr>
          <p:nvPr/>
        </p:nvSpPr>
        <p:spPr bwMode="auto">
          <a:xfrm>
            <a:off x="6172200" y="1296988"/>
            <a:ext cx="457200" cy="914400"/>
          </a:xfrm>
          <a:custGeom>
            <a:avLst/>
            <a:gdLst>
              <a:gd name="T0" fmla="*/ 0 w 288"/>
              <a:gd name="T1" fmla="*/ 0 h 576"/>
              <a:gd name="T2" fmla="*/ 457200 w 288"/>
              <a:gd name="T3" fmla="*/ 0 h 576"/>
              <a:gd name="T4" fmla="*/ 457200 w 288"/>
              <a:gd name="T5" fmla="*/ 914400 h 576"/>
              <a:gd name="T6" fmla="*/ 0 60000 65536"/>
              <a:gd name="T7" fmla="*/ 0 60000 65536"/>
              <a:gd name="T8" fmla="*/ 0 60000 65536"/>
              <a:gd name="T9" fmla="*/ 0 w 288"/>
              <a:gd name="T10" fmla="*/ 0 h 576"/>
              <a:gd name="T11" fmla="*/ 288 w 288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576">
                <a:moveTo>
                  <a:pt x="0" y="0"/>
                </a:moveTo>
                <a:lnTo>
                  <a:pt x="288" y="0"/>
                </a:lnTo>
                <a:lnTo>
                  <a:pt x="288" y="576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43019" name="Oval 14">
            <a:extLst>
              <a:ext uri="{FF2B5EF4-FFF2-40B4-BE49-F238E27FC236}">
                <a16:creationId xmlns:a16="http://schemas.microsoft.com/office/drawing/2014/main" id="{CFBC63DC-2BB1-4A3E-9691-23C1DB50C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1888" y="1974850"/>
            <a:ext cx="19050" cy="190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sp>
        <p:nvSpPr>
          <p:cNvPr id="43020" name="Oval 15">
            <a:extLst>
              <a:ext uri="{FF2B5EF4-FFF2-40B4-BE49-F238E27FC236}">
                <a16:creationId xmlns:a16="http://schemas.microsoft.com/office/drawing/2014/main" id="{2F1D6869-0045-4ACB-B0E4-EA3FF993A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4638" y="2203450"/>
            <a:ext cx="19050" cy="190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1B28F6"/>
              </a:solidFill>
            </a:endParaRPr>
          </a:p>
        </p:txBody>
      </p:sp>
      <p:grpSp>
        <p:nvGrpSpPr>
          <p:cNvPr id="43021" name="Group 16">
            <a:extLst>
              <a:ext uri="{FF2B5EF4-FFF2-40B4-BE49-F238E27FC236}">
                <a16:creationId xmlns:a16="http://schemas.microsoft.com/office/drawing/2014/main" id="{E62D7E16-7849-4361-B92C-BE8A082DFCCC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2743200"/>
            <a:ext cx="304800" cy="228600"/>
            <a:chOff x="2928" y="3600"/>
            <a:chExt cx="192" cy="144"/>
          </a:xfrm>
        </p:grpSpPr>
        <p:sp>
          <p:nvSpPr>
            <p:cNvPr id="43033" name="Line 17">
              <a:extLst>
                <a:ext uri="{FF2B5EF4-FFF2-40B4-BE49-F238E27FC236}">
                  <a16:creationId xmlns:a16="http://schemas.microsoft.com/office/drawing/2014/main" id="{182022C0-5EB3-4E4C-9A7A-EAD02E99A6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600"/>
              <a:ext cx="0" cy="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3034" name="Line 18">
              <a:extLst>
                <a:ext uri="{FF2B5EF4-FFF2-40B4-BE49-F238E27FC236}">
                  <a16:creationId xmlns:a16="http://schemas.microsoft.com/office/drawing/2014/main" id="{8BD662B7-4801-4E81-AB37-8F6C9A4910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3648"/>
              <a:ext cx="1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3035" name="Line 19">
              <a:extLst>
                <a:ext uri="{FF2B5EF4-FFF2-40B4-BE49-F238E27FC236}">
                  <a16:creationId xmlns:a16="http://schemas.microsoft.com/office/drawing/2014/main" id="{51CC5BA9-C58A-446D-82B5-4036206325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3696"/>
              <a:ext cx="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3036" name="Line 20">
              <a:extLst>
                <a:ext uri="{FF2B5EF4-FFF2-40B4-BE49-F238E27FC236}">
                  <a16:creationId xmlns:a16="http://schemas.microsoft.com/office/drawing/2014/main" id="{BDDC03C7-644C-4F08-8BC4-1BD055C10C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" y="3744"/>
              <a:ext cx="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43022" name="Line 21">
            <a:extLst>
              <a:ext uri="{FF2B5EF4-FFF2-40B4-BE49-F238E27FC236}">
                <a16:creationId xmlns:a16="http://schemas.microsoft.com/office/drawing/2014/main" id="{B246F6D3-646A-489F-B6DE-ED8CF5CC39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0600" y="2438400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400">
              <a:solidFill>
                <a:srgbClr val="1B28F6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3023" name="Text Box 22">
            <a:extLst>
              <a:ext uri="{FF2B5EF4-FFF2-40B4-BE49-F238E27FC236}">
                <a16:creationId xmlns:a16="http://schemas.microsoft.com/office/drawing/2014/main" id="{9CC44378-25FE-467C-9BDF-9ED3C4021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9976" y="1817688"/>
            <a:ext cx="4286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V</a:t>
            </a:r>
            <a:r>
              <a:rPr lang="en-US" altLang="en-US" sz="1600" baseline="-25000">
                <a:solidFill>
                  <a:srgbClr val="000000"/>
                </a:solidFill>
              </a:rPr>
              <a:t>in</a:t>
            </a:r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43024" name="Text Box 23">
            <a:extLst>
              <a:ext uri="{FF2B5EF4-FFF2-40B4-BE49-F238E27FC236}">
                <a16:creationId xmlns:a16="http://schemas.microsoft.com/office/drawing/2014/main" id="{E4F28724-9D30-4A57-B170-67DF96B9C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2057400"/>
            <a:ext cx="514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V</a:t>
            </a:r>
            <a:r>
              <a:rPr lang="en-US" altLang="en-US" sz="1600" baseline="-25000">
                <a:solidFill>
                  <a:srgbClr val="000000"/>
                </a:solidFill>
              </a:rPr>
              <a:t>out</a:t>
            </a:r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43025" name="Text Box 24">
            <a:extLst>
              <a:ext uri="{FF2B5EF4-FFF2-40B4-BE49-F238E27FC236}">
                <a16:creationId xmlns:a16="http://schemas.microsoft.com/office/drawing/2014/main" id="{84875467-1E1E-408C-BFB7-7D24DC026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1800" y="1447800"/>
            <a:ext cx="33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43026" name="Text Box 25">
            <a:extLst>
              <a:ext uri="{FF2B5EF4-FFF2-40B4-BE49-F238E27FC236}">
                <a16:creationId xmlns:a16="http://schemas.microsoft.com/office/drawing/2014/main" id="{6F1AC258-353B-46E2-8EAE-26DC5AF33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838200"/>
            <a:ext cx="33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</a:t>
            </a:r>
          </a:p>
        </p:txBody>
      </p:sp>
      <p:grpSp>
        <p:nvGrpSpPr>
          <p:cNvPr id="43027" name="Group 26">
            <a:extLst>
              <a:ext uri="{FF2B5EF4-FFF2-40B4-BE49-F238E27FC236}">
                <a16:creationId xmlns:a16="http://schemas.microsoft.com/office/drawing/2014/main" id="{622F0035-7D4E-4552-A8A6-5497345CDECB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1143000"/>
            <a:ext cx="762000" cy="304800"/>
            <a:chOff x="720" y="1488"/>
            <a:chExt cx="480" cy="192"/>
          </a:xfrm>
        </p:grpSpPr>
        <p:sp>
          <p:nvSpPr>
            <p:cNvPr id="43029" name="Line 27">
              <a:extLst>
                <a:ext uri="{FF2B5EF4-FFF2-40B4-BE49-F238E27FC236}">
                  <a16:creationId xmlns:a16="http://schemas.microsoft.com/office/drawing/2014/main" id="{0855D34C-21D8-4B9F-AA87-019CBC831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488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3030" name="Line 28">
              <a:extLst>
                <a:ext uri="{FF2B5EF4-FFF2-40B4-BE49-F238E27FC236}">
                  <a16:creationId xmlns:a16="http://schemas.microsoft.com/office/drawing/2014/main" id="{B5C50AC8-DD2C-4D28-9B86-5ED7FBFC82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1488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3031" name="Line 29">
              <a:extLst>
                <a:ext uri="{FF2B5EF4-FFF2-40B4-BE49-F238E27FC236}">
                  <a16:creationId xmlns:a16="http://schemas.microsoft.com/office/drawing/2014/main" id="{877C479D-540F-4D27-8ECD-449BCFC4FC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1584"/>
              <a:ext cx="1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3032" name="Line 30">
              <a:extLst>
                <a:ext uri="{FF2B5EF4-FFF2-40B4-BE49-F238E27FC236}">
                  <a16:creationId xmlns:a16="http://schemas.microsoft.com/office/drawing/2014/main" id="{C8EA7DF9-E378-4382-98BD-698EF93794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1584"/>
              <a:ext cx="1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400">
                <a:solidFill>
                  <a:srgbClr val="1B28F6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pic>
        <p:nvPicPr>
          <p:cNvPr id="43028" name="Picture 31" descr="image-74">
            <a:extLst>
              <a:ext uri="{FF2B5EF4-FFF2-40B4-BE49-F238E27FC236}">
                <a16:creationId xmlns:a16="http://schemas.microsoft.com/office/drawing/2014/main" id="{DD0A6369-5A1F-423E-AB10-1E255FFF9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1" y="4419600"/>
            <a:ext cx="217487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8C78D81-F8D7-4A01-9E73-6467E8B25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5965" y="1067298"/>
            <a:ext cx="4333978" cy="2103424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F99D3173-28F7-4A16-BE64-AF8FB7CF434D}"/>
              </a:ext>
            </a:extLst>
          </p:cNvPr>
          <p:cNvGrpSpPr/>
          <p:nvPr/>
        </p:nvGrpSpPr>
        <p:grpSpPr>
          <a:xfrm>
            <a:off x="9675795" y="3495530"/>
            <a:ext cx="1701000" cy="338040"/>
            <a:chOff x="9675795" y="3495530"/>
            <a:chExt cx="1701000" cy="3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5206666-D2B9-42B3-8A2D-5F41E47AF90E}"/>
                    </a:ext>
                  </a:extLst>
                </p14:cNvPr>
                <p14:cNvContentPartPr/>
                <p14:nvPr/>
              </p14:nvContentPartPr>
              <p14:xfrm>
                <a:off x="9706755" y="3589850"/>
                <a:ext cx="47880" cy="1976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5206666-D2B9-42B3-8A2D-5F41E47AF90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88755" y="3571850"/>
                  <a:ext cx="835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1FFF93C-9D0C-4C42-8511-6BAC9E3023DA}"/>
                    </a:ext>
                  </a:extLst>
                </p14:cNvPr>
                <p14:cNvContentPartPr/>
                <p14:nvPr/>
              </p14:nvContentPartPr>
              <p14:xfrm>
                <a:off x="9683715" y="3742850"/>
                <a:ext cx="137880" cy="90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1FFF93C-9D0C-4C42-8511-6BAC9E3023D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665715" y="3724850"/>
                  <a:ext cx="1735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9F849F0-A909-45F4-90FB-E2214D93BB6F}"/>
                    </a:ext>
                  </a:extLst>
                </p14:cNvPr>
                <p14:cNvContentPartPr/>
                <p14:nvPr/>
              </p14:nvContentPartPr>
              <p14:xfrm>
                <a:off x="9675795" y="3572570"/>
                <a:ext cx="387720" cy="233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9F849F0-A909-45F4-90FB-E2214D93BB6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658155" y="3554570"/>
                  <a:ext cx="4233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DFB327F-5D93-4F1F-9927-256B6AF6AD5B}"/>
                    </a:ext>
                  </a:extLst>
                </p14:cNvPr>
                <p14:cNvContentPartPr/>
                <p14:nvPr/>
              </p14:nvContentPartPr>
              <p14:xfrm>
                <a:off x="10010595" y="3568610"/>
                <a:ext cx="490680" cy="50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DFB327F-5D93-4F1F-9927-256B6AF6AD5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992595" y="3550610"/>
                  <a:ext cx="5263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6752DE3-4D99-48DC-AAB0-DDAF0C067AF8}"/>
                    </a:ext>
                  </a:extLst>
                </p14:cNvPr>
                <p14:cNvContentPartPr/>
                <p14:nvPr/>
              </p14:nvContentPartPr>
              <p14:xfrm>
                <a:off x="10388955" y="3499130"/>
                <a:ext cx="378000" cy="184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6752DE3-4D99-48DC-AAB0-DDAF0C067AF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370955" y="3481490"/>
                  <a:ext cx="4136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FC0835A-93E9-4169-81CD-5F38645117CD}"/>
                    </a:ext>
                  </a:extLst>
                </p14:cNvPr>
                <p14:cNvContentPartPr/>
                <p14:nvPr/>
              </p14:nvContentPartPr>
              <p14:xfrm>
                <a:off x="10693875" y="3495530"/>
                <a:ext cx="181800" cy="228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FC0835A-93E9-4169-81CD-5F38645117C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676235" y="3477530"/>
                  <a:ext cx="2174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AD97107-B273-4E92-B4B1-C0D90949631F}"/>
                    </a:ext>
                  </a:extLst>
                </p14:cNvPr>
                <p14:cNvContentPartPr/>
                <p14:nvPr/>
              </p14:nvContentPartPr>
              <p14:xfrm>
                <a:off x="10997715" y="3579770"/>
                <a:ext cx="73080" cy="217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AD97107-B273-4E92-B4B1-C0D90949631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980075" y="3561770"/>
                  <a:ext cx="1087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8269A12-93FE-4A0D-AB50-5C3F05B53D56}"/>
                    </a:ext>
                  </a:extLst>
                </p14:cNvPr>
                <p14:cNvContentPartPr/>
                <p14:nvPr/>
              </p14:nvContentPartPr>
              <p14:xfrm>
                <a:off x="10866675" y="3697850"/>
                <a:ext cx="510120" cy="70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8269A12-93FE-4A0D-AB50-5C3F05B53D5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849035" y="3680210"/>
                  <a:ext cx="545760" cy="10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009" name="Group 43008">
            <a:extLst>
              <a:ext uri="{FF2B5EF4-FFF2-40B4-BE49-F238E27FC236}">
                <a16:creationId xmlns:a16="http://schemas.microsoft.com/office/drawing/2014/main" id="{09DA6806-DF80-40D6-8677-F9625B06C706}"/>
              </a:ext>
            </a:extLst>
          </p:cNvPr>
          <p:cNvGrpSpPr/>
          <p:nvPr/>
        </p:nvGrpSpPr>
        <p:grpSpPr>
          <a:xfrm>
            <a:off x="9374835" y="4317050"/>
            <a:ext cx="342360" cy="261720"/>
            <a:chOff x="9374835" y="4317050"/>
            <a:chExt cx="342360" cy="26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B5CB325-6FE2-4E2E-97F6-13E1B56EAF43}"/>
                    </a:ext>
                  </a:extLst>
                </p14:cNvPr>
                <p14:cNvContentPartPr/>
                <p14:nvPr/>
              </p14:nvContentPartPr>
              <p14:xfrm>
                <a:off x="9374835" y="4401650"/>
                <a:ext cx="194400" cy="21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B5CB325-6FE2-4E2E-97F6-13E1B56EAF4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357195" y="4384010"/>
                  <a:ext cx="2300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AD26316-E196-4004-87C2-B0E9E46312EE}"/>
                    </a:ext>
                  </a:extLst>
                </p14:cNvPr>
                <p14:cNvContentPartPr/>
                <p14:nvPr/>
              </p14:nvContentPartPr>
              <p14:xfrm>
                <a:off x="9446835" y="4499210"/>
                <a:ext cx="95760" cy="42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AD26316-E196-4004-87C2-B0E9E46312E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429195" y="4481570"/>
                  <a:ext cx="1314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3008" name="Ink 43007">
                  <a:extLst>
                    <a:ext uri="{FF2B5EF4-FFF2-40B4-BE49-F238E27FC236}">
                      <a16:creationId xmlns:a16="http://schemas.microsoft.com/office/drawing/2014/main" id="{CBD0DDFC-93E1-4CAA-8FBB-17F57902ED3A}"/>
                    </a:ext>
                  </a:extLst>
                </p14:cNvPr>
                <p14:cNvContentPartPr/>
                <p14:nvPr/>
              </p14:nvContentPartPr>
              <p14:xfrm>
                <a:off x="9571755" y="4317050"/>
                <a:ext cx="145440" cy="261720"/>
              </p14:xfrm>
            </p:contentPart>
          </mc:Choice>
          <mc:Fallback>
            <p:pic>
              <p:nvPicPr>
                <p:cNvPr id="43008" name="Ink 43007">
                  <a:extLst>
                    <a:ext uri="{FF2B5EF4-FFF2-40B4-BE49-F238E27FC236}">
                      <a16:creationId xmlns:a16="http://schemas.microsoft.com/office/drawing/2014/main" id="{CBD0DDFC-93E1-4CAA-8FBB-17F57902ED3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553755" y="4299410"/>
                  <a:ext cx="181080" cy="29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057" name="Group 43056">
            <a:extLst>
              <a:ext uri="{FF2B5EF4-FFF2-40B4-BE49-F238E27FC236}">
                <a16:creationId xmlns:a16="http://schemas.microsoft.com/office/drawing/2014/main" id="{50CEDCE0-63B8-415C-A068-25D62CB6815C}"/>
              </a:ext>
            </a:extLst>
          </p:cNvPr>
          <p:cNvGrpSpPr/>
          <p:nvPr/>
        </p:nvGrpSpPr>
        <p:grpSpPr>
          <a:xfrm>
            <a:off x="10041555" y="4078010"/>
            <a:ext cx="420120" cy="265680"/>
            <a:chOff x="10041555" y="4078010"/>
            <a:chExt cx="420120" cy="26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3048" name="Ink 43047">
                  <a:extLst>
                    <a:ext uri="{FF2B5EF4-FFF2-40B4-BE49-F238E27FC236}">
                      <a16:creationId xmlns:a16="http://schemas.microsoft.com/office/drawing/2014/main" id="{26876B53-2A5E-4872-9198-341EE1A8015D}"/>
                    </a:ext>
                  </a:extLst>
                </p14:cNvPr>
                <p14:cNvContentPartPr/>
                <p14:nvPr/>
              </p14:nvContentPartPr>
              <p14:xfrm>
                <a:off x="10041555" y="4078010"/>
                <a:ext cx="153360" cy="175320"/>
              </p14:xfrm>
            </p:contentPart>
          </mc:Choice>
          <mc:Fallback>
            <p:pic>
              <p:nvPicPr>
                <p:cNvPr id="43048" name="Ink 43047">
                  <a:extLst>
                    <a:ext uri="{FF2B5EF4-FFF2-40B4-BE49-F238E27FC236}">
                      <a16:creationId xmlns:a16="http://schemas.microsoft.com/office/drawing/2014/main" id="{26876B53-2A5E-4872-9198-341EE1A8015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023555" y="4060370"/>
                  <a:ext cx="1890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3049" name="Ink 43048">
                  <a:extLst>
                    <a:ext uri="{FF2B5EF4-FFF2-40B4-BE49-F238E27FC236}">
                      <a16:creationId xmlns:a16="http://schemas.microsoft.com/office/drawing/2014/main" id="{C9C92246-5C23-45CE-862F-6FEEA974C901}"/>
                    </a:ext>
                  </a:extLst>
                </p14:cNvPr>
                <p14:cNvContentPartPr/>
                <p14:nvPr/>
              </p14:nvContentPartPr>
              <p14:xfrm>
                <a:off x="10260075" y="4129490"/>
                <a:ext cx="34200" cy="149760"/>
              </p14:xfrm>
            </p:contentPart>
          </mc:Choice>
          <mc:Fallback>
            <p:pic>
              <p:nvPicPr>
                <p:cNvPr id="43049" name="Ink 43048">
                  <a:extLst>
                    <a:ext uri="{FF2B5EF4-FFF2-40B4-BE49-F238E27FC236}">
                      <a16:creationId xmlns:a16="http://schemas.microsoft.com/office/drawing/2014/main" id="{C9C92246-5C23-45CE-862F-6FEEA974C90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242435" y="4111850"/>
                  <a:ext cx="698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3050" name="Ink 43049">
                  <a:extLst>
                    <a:ext uri="{FF2B5EF4-FFF2-40B4-BE49-F238E27FC236}">
                      <a16:creationId xmlns:a16="http://schemas.microsoft.com/office/drawing/2014/main" id="{1744C3C1-8CE9-474E-A64B-B877450663CE}"/>
                    </a:ext>
                  </a:extLst>
                </p14:cNvPr>
                <p14:cNvContentPartPr/>
                <p14:nvPr/>
              </p14:nvContentPartPr>
              <p14:xfrm>
                <a:off x="10361235" y="4166570"/>
                <a:ext cx="100440" cy="177120"/>
              </p14:xfrm>
            </p:contentPart>
          </mc:Choice>
          <mc:Fallback>
            <p:pic>
              <p:nvPicPr>
                <p:cNvPr id="43050" name="Ink 43049">
                  <a:extLst>
                    <a:ext uri="{FF2B5EF4-FFF2-40B4-BE49-F238E27FC236}">
                      <a16:creationId xmlns:a16="http://schemas.microsoft.com/office/drawing/2014/main" id="{1744C3C1-8CE9-474E-A64B-B877450663C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343595" y="4148930"/>
                  <a:ext cx="136080" cy="2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056" name="Group 43055">
            <a:extLst>
              <a:ext uri="{FF2B5EF4-FFF2-40B4-BE49-F238E27FC236}">
                <a16:creationId xmlns:a16="http://schemas.microsoft.com/office/drawing/2014/main" id="{7B598C4D-3836-4D16-B749-1A10FB0B42EC}"/>
              </a:ext>
            </a:extLst>
          </p:cNvPr>
          <p:cNvGrpSpPr/>
          <p:nvPr/>
        </p:nvGrpSpPr>
        <p:grpSpPr>
          <a:xfrm>
            <a:off x="9957675" y="4456370"/>
            <a:ext cx="638280" cy="404280"/>
            <a:chOff x="9957675" y="4456370"/>
            <a:chExt cx="638280" cy="40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3051" name="Ink 43050">
                  <a:extLst>
                    <a:ext uri="{FF2B5EF4-FFF2-40B4-BE49-F238E27FC236}">
                      <a16:creationId xmlns:a16="http://schemas.microsoft.com/office/drawing/2014/main" id="{1D67A6F7-1E41-4F93-81FC-4C1D00DD1EED}"/>
                    </a:ext>
                  </a:extLst>
                </p14:cNvPr>
                <p14:cNvContentPartPr/>
                <p14:nvPr/>
              </p14:nvContentPartPr>
              <p14:xfrm>
                <a:off x="9957675" y="4456370"/>
                <a:ext cx="554040" cy="75240"/>
              </p14:xfrm>
            </p:contentPart>
          </mc:Choice>
          <mc:Fallback>
            <p:pic>
              <p:nvPicPr>
                <p:cNvPr id="43051" name="Ink 43050">
                  <a:extLst>
                    <a:ext uri="{FF2B5EF4-FFF2-40B4-BE49-F238E27FC236}">
                      <a16:creationId xmlns:a16="http://schemas.microsoft.com/office/drawing/2014/main" id="{1D67A6F7-1E41-4F93-81FC-4C1D00DD1EE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940035" y="4438370"/>
                  <a:ext cx="5896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3052" name="Ink 43051">
                  <a:extLst>
                    <a:ext uri="{FF2B5EF4-FFF2-40B4-BE49-F238E27FC236}">
                      <a16:creationId xmlns:a16="http://schemas.microsoft.com/office/drawing/2014/main" id="{8F0E19FC-5DA6-4270-93D7-8A054045CFEC}"/>
                    </a:ext>
                  </a:extLst>
                </p14:cNvPr>
                <p14:cNvContentPartPr/>
                <p14:nvPr/>
              </p14:nvContentPartPr>
              <p14:xfrm>
                <a:off x="10240635" y="4559330"/>
                <a:ext cx="355320" cy="301320"/>
              </p14:xfrm>
            </p:contentPart>
          </mc:Choice>
          <mc:Fallback>
            <p:pic>
              <p:nvPicPr>
                <p:cNvPr id="43052" name="Ink 43051">
                  <a:extLst>
                    <a:ext uri="{FF2B5EF4-FFF2-40B4-BE49-F238E27FC236}">
                      <a16:creationId xmlns:a16="http://schemas.microsoft.com/office/drawing/2014/main" id="{8F0E19FC-5DA6-4270-93D7-8A054045CFE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222995" y="4541690"/>
                  <a:ext cx="390960" cy="33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055" name="Group 43054">
            <a:extLst>
              <a:ext uri="{FF2B5EF4-FFF2-40B4-BE49-F238E27FC236}">
                <a16:creationId xmlns:a16="http://schemas.microsoft.com/office/drawing/2014/main" id="{0DA8F2E4-2A02-497C-9FB7-1846817ABDD1}"/>
              </a:ext>
            </a:extLst>
          </p:cNvPr>
          <p:cNvGrpSpPr/>
          <p:nvPr/>
        </p:nvGrpSpPr>
        <p:grpSpPr>
          <a:xfrm>
            <a:off x="10899435" y="4374650"/>
            <a:ext cx="266760" cy="98280"/>
            <a:chOff x="10899435" y="4374650"/>
            <a:chExt cx="266760" cy="9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3053" name="Ink 43052">
                  <a:extLst>
                    <a:ext uri="{FF2B5EF4-FFF2-40B4-BE49-F238E27FC236}">
                      <a16:creationId xmlns:a16="http://schemas.microsoft.com/office/drawing/2014/main" id="{40813F2B-7E30-4929-9770-D5B70B5A576F}"/>
                    </a:ext>
                  </a:extLst>
                </p14:cNvPr>
                <p14:cNvContentPartPr/>
                <p14:nvPr/>
              </p14:nvContentPartPr>
              <p14:xfrm>
                <a:off x="10899435" y="4374650"/>
                <a:ext cx="129600" cy="30600"/>
              </p14:xfrm>
            </p:contentPart>
          </mc:Choice>
          <mc:Fallback>
            <p:pic>
              <p:nvPicPr>
                <p:cNvPr id="43053" name="Ink 43052">
                  <a:extLst>
                    <a:ext uri="{FF2B5EF4-FFF2-40B4-BE49-F238E27FC236}">
                      <a16:creationId xmlns:a16="http://schemas.microsoft.com/office/drawing/2014/main" id="{40813F2B-7E30-4929-9770-D5B70B5A576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881435" y="4356650"/>
                  <a:ext cx="1652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3054" name="Ink 43053">
                  <a:extLst>
                    <a:ext uri="{FF2B5EF4-FFF2-40B4-BE49-F238E27FC236}">
                      <a16:creationId xmlns:a16="http://schemas.microsoft.com/office/drawing/2014/main" id="{4F2AC51D-9658-4894-93D3-F3AD1EEF7D38}"/>
                    </a:ext>
                  </a:extLst>
                </p14:cNvPr>
                <p14:cNvContentPartPr/>
                <p14:nvPr/>
              </p14:nvContentPartPr>
              <p14:xfrm>
                <a:off x="10982595" y="4400930"/>
                <a:ext cx="183600" cy="72000"/>
              </p14:xfrm>
            </p:contentPart>
          </mc:Choice>
          <mc:Fallback>
            <p:pic>
              <p:nvPicPr>
                <p:cNvPr id="43054" name="Ink 43053">
                  <a:extLst>
                    <a:ext uri="{FF2B5EF4-FFF2-40B4-BE49-F238E27FC236}">
                      <a16:creationId xmlns:a16="http://schemas.microsoft.com/office/drawing/2014/main" id="{4F2AC51D-9658-4894-93D3-F3AD1EEF7D3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964955" y="4383290"/>
                  <a:ext cx="21924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064" name="Group 43063">
            <a:extLst>
              <a:ext uri="{FF2B5EF4-FFF2-40B4-BE49-F238E27FC236}">
                <a16:creationId xmlns:a16="http://schemas.microsoft.com/office/drawing/2014/main" id="{3FD291FF-9482-4AFA-8320-919ECB3B227C}"/>
              </a:ext>
            </a:extLst>
          </p:cNvPr>
          <p:cNvGrpSpPr/>
          <p:nvPr/>
        </p:nvGrpSpPr>
        <p:grpSpPr>
          <a:xfrm>
            <a:off x="11326755" y="3896210"/>
            <a:ext cx="673200" cy="661680"/>
            <a:chOff x="11326755" y="3896210"/>
            <a:chExt cx="673200" cy="66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3058" name="Ink 43057">
                  <a:extLst>
                    <a:ext uri="{FF2B5EF4-FFF2-40B4-BE49-F238E27FC236}">
                      <a16:creationId xmlns:a16="http://schemas.microsoft.com/office/drawing/2014/main" id="{4CAC6022-AB71-4650-B7A7-40B19937DA47}"/>
                    </a:ext>
                  </a:extLst>
                </p14:cNvPr>
                <p14:cNvContentPartPr/>
                <p14:nvPr/>
              </p14:nvContentPartPr>
              <p14:xfrm>
                <a:off x="11326755" y="4117970"/>
                <a:ext cx="233640" cy="198000"/>
              </p14:xfrm>
            </p:contentPart>
          </mc:Choice>
          <mc:Fallback>
            <p:pic>
              <p:nvPicPr>
                <p:cNvPr id="43058" name="Ink 43057">
                  <a:extLst>
                    <a:ext uri="{FF2B5EF4-FFF2-40B4-BE49-F238E27FC236}">
                      <a16:creationId xmlns:a16="http://schemas.microsoft.com/office/drawing/2014/main" id="{4CAC6022-AB71-4650-B7A7-40B19937DA4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308755" y="4100330"/>
                  <a:ext cx="2692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3059" name="Ink 43058">
                  <a:extLst>
                    <a:ext uri="{FF2B5EF4-FFF2-40B4-BE49-F238E27FC236}">
                      <a16:creationId xmlns:a16="http://schemas.microsoft.com/office/drawing/2014/main" id="{4D7B1C51-6B63-47A4-8843-B44652EF2228}"/>
                    </a:ext>
                  </a:extLst>
                </p14:cNvPr>
                <p14:cNvContentPartPr/>
                <p14:nvPr/>
              </p14:nvContentPartPr>
              <p14:xfrm>
                <a:off x="11510355" y="3896210"/>
                <a:ext cx="450000" cy="315000"/>
              </p14:xfrm>
            </p:contentPart>
          </mc:Choice>
          <mc:Fallback>
            <p:pic>
              <p:nvPicPr>
                <p:cNvPr id="43059" name="Ink 43058">
                  <a:extLst>
                    <a:ext uri="{FF2B5EF4-FFF2-40B4-BE49-F238E27FC236}">
                      <a16:creationId xmlns:a16="http://schemas.microsoft.com/office/drawing/2014/main" id="{4D7B1C51-6B63-47A4-8843-B44652EF222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492355" y="3878210"/>
                  <a:ext cx="48564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3061" name="Ink 43060">
                  <a:extLst>
                    <a:ext uri="{FF2B5EF4-FFF2-40B4-BE49-F238E27FC236}">
                      <a16:creationId xmlns:a16="http://schemas.microsoft.com/office/drawing/2014/main" id="{31F1050F-1E48-42BF-9706-FD5834325562}"/>
                    </a:ext>
                  </a:extLst>
                </p14:cNvPr>
                <p14:cNvContentPartPr/>
                <p14:nvPr/>
              </p14:nvContentPartPr>
              <p14:xfrm>
                <a:off x="11696475" y="4228490"/>
                <a:ext cx="303480" cy="58680"/>
              </p14:xfrm>
            </p:contentPart>
          </mc:Choice>
          <mc:Fallback>
            <p:pic>
              <p:nvPicPr>
                <p:cNvPr id="43061" name="Ink 43060">
                  <a:extLst>
                    <a:ext uri="{FF2B5EF4-FFF2-40B4-BE49-F238E27FC236}">
                      <a16:creationId xmlns:a16="http://schemas.microsoft.com/office/drawing/2014/main" id="{31F1050F-1E48-42BF-9706-FD583432556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678475" y="4210490"/>
                  <a:ext cx="3391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3062" name="Ink 43061">
                  <a:extLst>
                    <a:ext uri="{FF2B5EF4-FFF2-40B4-BE49-F238E27FC236}">
                      <a16:creationId xmlns:a16="http://schemas.microsoft.com/office/drawing/2014/main" id="{F34B8522-D6CE-4F15-ABE1-122BCDCEFB1E}"/>
                    </a:ext>
                  </a:extLst>
                </p14:cNvPr>
                <p14:cNvContentPartPr/>
                <p14:nvPr/>
              </p14:nvContentPartPr>
              <p14:xfrm>
                <a:off x="11653635" y="4353410"/>
                <a:ext cx="275400" cy="204480"/>
              </p14:xfrm>
            </p:contentPart>
          </mc:Choice>
          <mc:Fallback>
            <p:pic>
              <p:nvPicPr>
                <p:cNvPr id="43062" name="Ink 43061">
                  <a:extLst>
                    <a:ext uri="{FF2B5EF4-FFF2-40B4-BE49-F238E27FC236}">
                      <a16:creationId xmlns:a16="http://schemas.microsoft.com/office/drawing/2014/main" id="{F34B8522-D6CE-4F15-ABE1-122BCDCEFB1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635995" y="4335770"/>
                  <a:ext cx="3110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3063" name="Ink 43062">
                  <a:extLst>
                    <a:ext uri="{FF2B5EF4-FFF2-40B4-BE49-F238E27FC236}">
                      <a16:creationId xmlns:a16="http://schemas.microsoft.com/office/drawing/2014/main" id="{8DA457D2-C2D3-4ECA-BD84-8BC7E8114165}"/>
                    </a:ext>
                  </a:extLst>
                </p14:cNvPr>
                <p14:cNvContentPartPr/>
                <p14:nvPr/>
              </p14:nvContentPartPr>
              <p14:xfrm>
                <a:off x="11910675" y="4440530"/>
                <a:ext cx="66240" cy="32040"/>
              </p14:xfrm>
            </p:contentPart>
          </mc:Choice>
          <mc:Fallback>
            <p:pic>
              <p:nvPicPr>
                <p:cNvPr id="43063" name="Ink 43062">
                  <a:extLst>
                    <a:ext uri="{FF2B5EF4-FFF2-40B4-BE49-F238E27FC236}">
                      <a16:creationId xmlns:a16="http://schemas.microsoft.com/office/drawing/2014/main" id="{8DA457D2-C2D3-4ECA-BD84-8BC7E811416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893035" y="4422890"/>
                  <a:ext cx="10188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926" name="Group 81925">
            <a:extLst>
              <a:ext uri="{FF2B5EF4-FFF2-40B4-BE49-F238E27FC236}">
                <a16:creationId xmlns:a16="http://schemas.microsoft.com/office/drawing/2014/main" id="{B9BD4521-3568-4D98-B53D-BD80EB01E9AF}"/>
              </a:ext>
            </a:extLst>
          </p:cNvPr>
          <p:cNvGrpSpPr/>
          <p:nvPr/>
        </p:nvGrpSpPr>
        <p:grpSpPr>
          <a:xfrm>
            <a:off x="9420915" y="5586770"/>
            <a:ext cx="339480" cy="285480"/>
            <a:chOff x="9420915" y="5586770"/>
            <a:chExt cx="339480" cy="28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3065" name="Ink 43064">
                  <a:extLst>
                    <a:ext uri="{FF2B5EF4-FFF2-40B4-BE49-F238E27FC236}">
                      <a16:creationId xmlns:a16="http://schemas.microsoft.com/office/drawing/2014/main" id="{380635AF-E317-4BF1-B05A-629C11E58D76}"/>
                    </a:ext>
                  </a:extLst>
                </p14:cNvPr>
                <p14:cNvContentPartPr/>
                <p14:nvPr/>
              </p14:nvContentPartPr>
              <p14:xfrm>
                <a:off x="9420915" y="5684330"/>
                <a:ext cx="190800" cy="36360"/>
              </p14:xfrm>
            </p:contentPart>
          </mc:Choice>
          <mc:Fallback>
            <p:pic>
              <p:nvPicPr>
                <p:cNvPr id="43065" name="Ink 43064">
                  <a:extLst>
                    <a:ext uri="{FF2B5EF4-FFF2-40B4-BE49-F238E27FC236}">
                      <a16:creationId xmlns:a16="http://schemas.microsoft.com/office/drawing/2014/main" id="{380635AF-E317-4BF1-B05A-629C11E58D7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403275" y="5666690"/>
                  <a:ext cx="2264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3066" name="Ink 43065">
                  <a:extLst>
                    <a:ext uri="{FF2B5EF4-FFF2-40B4-BE49-F238E27FC236}">
                      <a16:creationId xmlns:a16="http://schemas.microsoft.com/office/drawing/2014/main" id="{C5E267DD-03B6-4091-8C2F-E23F4B931622}"/>
                    </a:ext>
                  </a:extLst>
                </p14:cNvPr>
                <p14:cNvContentPartPr/>
                <p14:nvPr/>
              </p14:nvContentPartPr>
              <p14:xfrm>
                <a:off x="9506595" y="5782250"/>
                <a:ext cx="117000" cy="62280"/>
              </p14:xfrm>
            </p:contentPart>
          </mc:Choice>
          <mc:Fallback>
            <p:pic>
              <p:nvPicPr>
                <p:cNvPr id="43066" name="Ink 43065">
                  <a:extLst>
                    <a:ext uri="{FF2B5EF4-FFF2-40B4-BE49-F238E27FC236}">
                      <a16:creationId xmlns:a16="http://schemas.microsoft.com/office/drawing/2014/main" id="{C5E267DD-03B6-4091-8C2F-E23F4B93162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488595" y="5764250"/>
                  <a:ext cx="1526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3067" name="Ink 43066">
                  <a:extLst>
                    <a:ext uri="{FF2B5EF4-FFF2-40B4-BE49-F238E27FC236}">
                      <a16:creationId xmlns:a16="http://schemas.microsoft.com/office/drawing/2014/main" id="{C06DA8AF-F908-4C62-BF35-7BF66914C96D}"/>
                    </a:ext>
                  </a:extLst>
                </p14:cNvPr>
                <p14:cNvContentPartPr/>
                <p14:nvPr/>
              </p14:nvContentPartPr>
              <p14:xfrm>
                <a:off x="9641955" y="5586770"/>
                <a:ext cx="118440" cy="285480"/>
              </p14:xfrm>
            </p:contentPart>
          </mc:Choice>
          <mc:Fallback>
            <p:pic>
              <p:nvPicPr>
                <p:cNvPr id="43067" name="Ink 43066">
                  <a:extLst>
                    <a:ext uri="{FF2B5EF4-FFF2-40B4-BE49-F238E27FC236}">
                      <a16:creationId xmlns:a16="http://schemas.microsoft.com/office/drawing/2014/main" id="{C06DA8AF-F908-4C62-BF35-7BF66914C96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623955" y="5568770"/>
                  <a:ext cx="154080" cy="32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81939" name="Ink 81938">
                <a:extLst>
                  <a:ext uri="{FF2B5EF4-FFF2-40B4-BE49-F238E27FC236}">
                    <a16:creationId xmlns:a16="http://schemas.microsoft.com/office/drawing/2014/main" id="{0F222B8A-F996-4323-B2A3-65F2AAFDBA81}"/>
                  </a:ext>
                </a:extLst>
              </p14:cNvPr>
              <p14:cNvContentPartPr/>
              <p14:nvPr/>
            </p14:nvContentPartPr>
            <p14:xfrm>
              <a:off x="7036635" y="2289530"/>
              <a:ext cx="14400" cy="6480"/>
            </p14:xfrm>
          </p:contentPart>
        </mc:Choice>
        <mc:Fallback>
          <p:pic>
            <p:nvPicPr>
              <p:cNvPr id="81939" name="Ink 81938">
                <a:extLst>
                  <a:ext uri="{FF2B5EF4-FFF2-40B4-BE49-F238E27FC236}">
                    <a16:creationId xmlns:a16="http://schemas.microsoft.com/office/drawing/2014/main" id="{0F222B8A-F996-4323-B2A3-65F2AAFDBA81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018995" y="2271890"/>
                <a:ext cx="50040" cy="4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81945" name="Group 81944">
            <a:extLst>
              <a:ext uri="{FF2B5EF4-FFF2-40B4-BE49-F238E27FC236}">
                <a16:creationId xmlns:a16="http://schemas.microsoft.com/office/drawing/2014/main" id="{4F1C3D0F-6820-4A2C-BEDC-5A634B2BE5B9}"/>
              </a:ext>
            </a:extLst>
          </p:cNvPr>
          <p:cNvGrpSpPr/>
          <p:nvPr/>
        </p:nvGrpSpPr>
        <p:grpSpPr>
          <a:xfrm>
            <a:off x="10027515" y="5053970"/>
            <a:ext cx="2374200" cy="1103760"/>
            <a:chOff x="10027515" y="5053970"/>
            <a:chExt cx="2374200" cy="110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3068" name="Ink 43067">
                  <a:extLst>
                    <a:ext uri="{FF2B5EF4-FFF2-40B4-BE49-F238E27FC236}">
                      <a16:creationId xmlns:a16="http://schemas.microsoft.com/office/drawing/2014/main" id="{FAFD9074-8ECA-41A8-8C5F-6C322050909B}"/>
                    </a:ext>
                  </a:extLst>
                </p14:cNvPr>
                <p14:cNvContentPartPr/>
                <p14:nvPr/>
              </p14:nvContentPartPr>
              <p14:xfrm>
                <a:off x="10027515" y="5420450"/>
                <a:ext cx="260280" cy="229680"/>
              </p14:xfrm>
            </p:contentPart>
          </mc:Choice>
          <mc:Fallback>
            <p:pic>
              <p:nvPicPr>
                <p:cNvPr id="43068" name="Ink 43067">
                  <a:extLst>
                    <a:ext uri="{FF2B5EF4-FFF2-40B4-BE49-F238E27FC236}">
                      <a16:creationId xmlns:a16="http://schemas.microsoft.com/office/drawing/2014/main" id="{FAFD9074-8ECA-41A8-8C5F-6C322050909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009515" y="5402450"/>
                  <a:ext cx="2959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3069" name="Ink 43068">
                  <a:extLst>
                    <a:ext uri="{FF2B5EF4-FFF2-40B4-BE49-F238E27FC236}">
                      <a16:creationId xmlns:a16="http://schemas.microsoft.com/office/drawing/2014/main" id="{BF89711A-4B00-45B8-9DB5-A7B3E49E2A78}"/>
                    </a:ext>
                  </a:extLst>
                </p14:cNvPr>
                <p14:cNvContentPartPr/>
                <p14:nvPr/>
              </p14:nvContentPartPr>
              <p14:xfrm>
                <a:off x="10245315" y="5394530"/>
                <a:ext cx="39240" cy="26280"/>
              </p14:xfrm>
            </p:contentPart>
          </mc:Choice>
          <mc:Fallback>
            <p:pic>
              <p:nvPicPr>
                <p:cNvPr id="43069" name="Ink 43068">
                  <a:extLst>
                    <a:ext uri="{FF2B5EF4-FFF2-40B4-BE49-F238E27FC236}">
                      <a16:creationId xmlns:a16="http://schemas.microsoft.com/office/drawing/2014/main" id="{BF89711A-4B00-45B8-9DB5-A7B3E49E2A7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227675" y="5376890"/>
                  <a:ext cx="748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3070" name="Ink 43069">
                  <a:extLst>
                    <a:ext uri="{FF2B5EF4-FFF2-40B4-BE49-F238E27FC236}">
                      <a16:creationId xmlns:a16="http://schemas.microsoft.com/office/drawing/2014/main" id="{C5A890D5-678D-40DD-A008-A81CBB62E5EE}"/>
                    </a:ext>
                  </a:extLst>
                </p14:cNvPr>
                <p14:cNvContentPartPr/>
                <p14:nvPr/>
              </p14:nvContentPartPr>
              <p14:xfrm>
                <a:off x="10353315" y="5433770"/>
                <a:ext cx="135720" cy="207000"/>
              </p14:xfrm>
            </p:contentPart>
          </mc:Choice>
          <mc:Fallback>
            <p:pic>
              <p:nvPicPr>
                <p:cNvPr id="43070" name="Ink 43069">
                  <a:extLst>
                    <a:ext uri="{FF2B5EF4-FFF2-40B4-BE49-F238E27FC236}">
                      <a16:creationId xmlns:a16="http://schemas.microsoft.com/office/drawing/2014/main" id="{C5A890D5-678D-40DD-A008-A81CBB62E5E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335675" y="5415770"/>
                  <a:ext cx="1713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3071" name="Ink 43070">
                  <a:extLst>
                    <a:ext uri="{FF2B5EF4-FFF2-40B4-BE49-F238E27FC236}">
                      <a16:creationId xmlns:a16="http://schemas.microsoft.com/office/drawing/2014/main" id="{321CF524-E972-4504-AF62-4BBDA5670425}"/>
                    </a:ext>
                  </a:extLst>
                </p14:cNvPr>
                <p14:cNvContentPartPr/>
                <p14:nvPr/>
              </p14:nvContentPartPr>
              <p14:xfrm>
                <a:off x="10055955" y="5696930"/>
                <a:ext cx="545760" cy="160920"/>
              </p14:xfrm>
            </p:contentPart>
          </mc:Choice>
          <mc:Fallback>
            <p:pic>
              <p:nvPicPr>
                <p:cNvPr id="43071" name="Ink 43070">
                  <a:extLst>
                    <a:ext uri="{FF2B5EF4-FFF2-40B4-BE49-F238E27FC236}">
                      <a16:creationId xmlns:a16="http://schemas.microsoft.com/office/drawing/2014/main" id="{321CF524-E972-4504-AF62-4BBDA567042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037955" y="5678930"/>
                  <a:ext cx="5814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81920" name="Ink 81919">
                  <a:extLst>
                    <a:ext uri="{FF2B5EF4-FFF2-40B4-BE49-F238E27FC236}">
                      <a16:creationId xmlns:a16="http://schemas.microsoft.com/office/drawing/2014/main" id="{3FE6CBEC-6034-4050-B620-4F288A560810}"/>
                    </a:ext>
                  </a:extLst>
                </p14:cNvPr>
                <p14:cNvContentPartPr/>
                <p14:nvPr/>
              </p14:nvContentPartPr>
              <p14:xfrm>
                <a:off x="10292115" y="5852090"/>
                <a:ext cx="487800" cy="305640"/>
              </p14:xfrm>
            </p:contentPart>
          </mc:Choice>
          <mc:Fallback>
            <p:pic>
              <p:nvPicPr>
                <p:cNvPr id="81920" name="Ink 81919">
                  <a:extLst>
                    <a:ext uri="{FF2B5EF4-FFF2-40B4-BE49-F238E27FC236}">
                      <a16:creationId xmlns:a16="http://schemas.microsoft.com/office/drawing/2014/main" id="{3FE6CBEC-6034-4050-B620-4F288A56081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274475" y="5834090"/>
                  <a:ext cx="52344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81921" name="Ink 81920">
                  <a:extLst>
                    <a:ext uri="{FF2B5EF4-FFF2-40B4-BE49-F238E27FC236}">
                      <a16:creationId xmlns:a16="http://schemas.microsoft.com/office/drawing/2014/main" id="{2F037EC0-DF31-435D-A656-5F8F2BB73E78}"/>
                    </a:ext>
                  </a:extLst>
                </p14:cNvPr>
                <p14:cNvContentPartPr/>
                <p14:nvPr/>
              </p14:nvContentPartPr>
              <p14:xfrm>
                <a:off x="10861275" y="5589290"/>
                <a:ext cx="154440" cy="30240"/>
              </p14:xfrm>
            </p:contentPart>
          </mc:Choice>
          <mc:Fallback>
            <p:pic>
              <p:nvPicPr>
                <p:cNvPr id="81921" name="Ink 81920">
                  <a:extLst>
                    <a:ext uri="{FF2B5EF4-FFF2-40B4-BE49-F238E27FC236}">
                      <a16:creationId xmlns:a16="http://schemas.microsoft.com/office/drawing/2014/main" id="{2F037EC0-DF31-435D-A656-5F8F2BB73E7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843275" y="5571650"/>
                  <a:ext cx="1900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81924" name="Ink 81923">
                  <a:extLst>
                    <a:ext uri="{FF2B5EF4-FFF2-40B4-BE49-F238E27FC236}">
                      <a16:creationId xmlns:a16="http://schemas.microsoft.com/office/drawing/2014/main" id="{A8A6F410-73B5-4226-B259-644098D75244}"/>
                    </a:ext>
                  </a:extLst>
                </p14:cNvPr>
                <p14:cNvContentPartPr/>
                <p14:nvPr/>
              </p14:nvContentPartPr>
              <p14:xfrm>
                <a:off x="10909155" y="5707010"/>
                <a:ext cx="128520" cy="37800"/>
              </p14:xfrm>
            </p:contentPart>
          </mc:Choice>
          <mc:Fallback>
            <p:pic>
              <p:nvPicPr>
                <p:cNvPr id="81924" name="Ink 81923">
                  <a:extLst>
                    <a:ext uri="{FF2B5EF4-FFF2-40B4-BE49-F238E27FC236}">
                      <a16:creationId xmlns:a16="http://schemas.microsoft.com/office/drawing/2014/main" id="{A8A6F410-73B5-4226-B259-644098D7524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891155" y="5689010"/>
                  <a:ext cx="1641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81927" name="Ink 81926">
                  <a:extLst>
                    <a:ext uri="{FF2B5EF4-FFF2-40B4-BE49-F238E27FC236}">
                      <a16:creationId xmlns:a16="http://schemas.microsoft.com/office/drawing/2014/main" id="{998CB5A4-18A8-45DF-A716-6F1473899360}"/>
                    </a:ext>
                  </a:extLst>
                </p14:cNvPr>
                <p14:cNvContentPartPr/>
                <p14:nvPr/>
              </p14:nvContentPartPr>
              <p14:xfrm>
                <a:off x="11246835" y="5388410"/>
                <a:ext cx="275760" cy="279720"/>
              </p14:xfrm>
            </p:contentPart>
          </mc:Choice>
          <mc:Fallback>
            <p:pic>
              <p:nvPicPr>
                <p:cNvPr id="81927" name="Ink 81926">
                  <a:extLst>
                    <a:ext uri="{FF2B5EF4-FFF2-40B4-BE49-F238E27FC236}">
                      <a16:creationId xmlns:a16="http://schemas.microsoft.com/office/drawing/2014/main" id="{998CB5A4-18A8-45DF-A716-6F147389936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228835" y="5370410"/>
                  <a:ext cx="3114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81929" name="Ink 81928">
                  <a:extLst>
                    <a:ext uri="{FF2B5EF4-FFF2-40B4-BE49-F238E27FC236}">
                      <a16:creationId xmlns:a16="http://schemas.microsoft.com/office/drawing/2014/main" id="{9485E286-577E-43EC-A01E-E3D8338F016C}"/>
                    </a:ext>
                  </a:extLst>
                </p14:cNvPr>
                <p14:cNvContentPartPr/>
                <p14:nvPr/>
              </p14:nvContentPartPr>
              <p14:xfrm>
                <a:off x="11641035" y="5095730"/>
                <a:ext cx="227520" cy="284760"/>
              </p14:xfrm>
            </p:contentPart>
          </mc:Choice>
          <mc:Fallback>
            <p:pic>
              <p:nvPicPr>
                <p:cNvPr id="81929" name="Ink 81928">
                  <a:extLst>
                    <a:ext uri="{FF2B5EF4-FFF2-40B4-BE49-F238E27FC236}">
                      <a16:creationId xmlns:a16="http://schemas.microsoft.com/office/drawing/2014/main" id="{9485E286-577E-43EC-A01E-E3D8338F016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623035" y="5077730"/>
                  <a:ext cx="26316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81930" name="Ink 81929">
                  <a:extLst>
                    <a:ext uri="{FF2B5EF4-FFF2-40B4-BE49-F238E27FC236}">
                      <a16:creationId xmlns:a16="http://schemas.microsoft.com/office/drawing/2014/main" id="{FA6E8E43-65DD-43A1-BBA3-0C1E97B294D7}"/>
                    </a:ext>
                  </a:extLst>
                </p14:cNvPr>
                <p14:cNvContentPartPr/>
                <p14:nvPr/>
              </p14:nvContentPartPr>
              <p14:xfrm>
                <a:off x="11642115" y="5430170"/>
                <a:ext cx="330120" cy="77400"/>
              </p14:xfrm>
            </p:contentPart>
          </mc:Choice>
          <mc:Fallback>
            <p:pic>
              <p:nvPicPr>
                <p:cNvPr id="81930" name="Ink 81929">
                  <a:extLst>
                    <a:ext uri="{FF2B5EF4-FFF2-40B4-BE49-F238E27FC236}">
                      <a16:creationId xmlns:a16="http://schemas.microsoft.com/office/drawing/2014/main" id="{FA6E8E43-65DD-43A1-BBA3-0C1E97B294D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624475" y="5412170"/>
                  <a:ext cx="3657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81931" name="Ink 81930">
                  <a:extLst>
                    <a:ext uri="{FF2B5EF4-FFF2-40B4-BE49-F238E27FC236}">
                      <a16:creationId xmlns:a16="http://schemas.microsoft.com/office/drawing/2014/main" id="{70E7D41F-E581-4A9E-92EF-703E68A66FB8}"/>
                    </a:ext>
                  </a:extLst>
                </p14:cNvPr>
                <p14:cNvContentPartPr/>
                <p14:nvPr/>
              </p14:nvContentPartPr>
              <p14:xfrm>
                <a:off x="11738595" y="5541050"/>
                <a:ext cx="251640" cy="290160"/>
              </p14:xfrm>
            </p:contentPart>
          </mc:Choice>
          <mc:Fallback>
            <p:pic>
              <p:nvPicPr>
                <p:cNvPr id="81931" name="Ink 81930">
                  <a:extLst>
                    <a:ext uri="{FF2B5EF4-FFF2-40B4-BE49-F238E27FC236}">
                      <a16:creationId xmlns:a16="http://schemas.microsoft.com/office/drawing/2014/main" id="{70E7D41F-E581-4A9E-92EF-703E68A66FB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720955" y="5523410"/>
                  <a:ext cx="28728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81932" name="Ink 81931">
                  <a:extLst>
                    <a:ext uri="{FF2B5EF4-FFF2-40B4-BE49-F238E27FC236}">
                      <a16:creationId xmlns:a16="http://schemas.microsoft.com/office/drawing/2014/main" id="{FE821797-1E11-4A76-B6F8-C449FF7C11D2}"/>
                    </a:ext>
                  </a:extLst>
                </p14:cNvPr>
                <p14:cNvContentPartPr/>
                <p14:nvPr/>
              </p14:nvContentPartPr>
              <p14:xfrm>
                <a:off x="11952795" y="5634290"/>
                <a:ext cx="104400" cy="102600"/>
              </p14:xfrm>
            </p:contentPart>
          </mc:Choice>
          <mc:Fallback>
            <p:pic>
              <p:nvPicPr>
                <p:cNvPr id="81932" name="Ink 81931">
                  <a:extLst>
                    <a:ext uri="{FF2B5EF4-FFF2-40B4-BE49-F238E27FC236}">
                      <a16:creationId xmlns:a16="http://schemas.microsoft.com/office/drawing/2014/main" id="{FE821797-1E11-4A76-B6F8-C449FF7C11D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935155" y="5616290"/>
                  <a:ext cx="1400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81933" name="Ink 81932">
                  <a:extLst>
                    <a:ext uri="{FF2B5EF4-FFF2-40B4-BE49-F238E27FC236}">
                      <a16:creationId xmlns:a16="http://schemas.microsoft.com/office/drawing/2014/main" id="{F5FB5522-C898-4029-AD36-7414E8707368}"/>
                    </a:ext>
                  </a:extLst>
                </p14:cNvPr>
                <p14:cNvContentPartPr/>
                <p14:nvPr/>
              </p14:nvContentPartPr>
              <p14:xfrm>
                <a:off x="11947035" y="5127770"/>
                <a:ext cx="190080" cy="426600"/>
              </p14:xfrm>
            </p:contentPart>
          </mc:Choice>
          <mc:Fallback>
            <p:pic>
              <p:nvPicPr>
                <p:cNvPr id="81933" name="Ink 81932">
                  <a:extLst>
                    <a:ext uri="{FF2B5EF4-FFF2-40B4-BE49-F238E27FC236}">
                      <a16:creationId xmlns:a16="http://schemas.microsoft.com/office/drawing/2014/main" id="{F5FB5522-C898-4029-AD36-7414E870736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1929035" y="5110130"/>
                  <a:ext cx="22572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81941" name="Ink 81940">
                  <a:extLst>
                    <a:ext uri="{FF2B5EF4-FFF2-40B4-BE49-F238E27FC236}">
                      <a16:creationId xmlns:a16="http://schemas.microsoft.com/office/drawing/2014/main" id="{3DBB283F-10C7-455D-BA31-F73963E29C80}"/>
                    </a:ext>
                  </a:extLst>
                </p14:cNvPr>
                <p14:cNvContentPartPr/>
                <p14:nvPr/>
              </p14:nvContentPartPr>
              <p14:xfrm>
                <a:off x="12014355" y="5306690"/>
                <a:ext cx="105480" cy="16560"/>
              </p14:xfrm>
            </p:contentPart>
          </mc:Choice>
          <mc:Fallback>
            <p:pic>
              <p:nvPicPr>
                <p:cNvPr id="81941" name="Ink 81940">
                  <a:extLst>
                    <a:ext uri="{FF2B5EF4-FFF2-40B4-BE49-F238E27FC236}">
                      <a16:creationId xmlns:a16="http://schemas.microsoft.com/office/drawing/2014/main" id="{3DBB283F-10C7-455D-BA31-F73963E29C8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1996355" y="5288690"/>
                  <a:ext cx="1411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81942" name="Ink 81941">
                  <a:extLst>
                    <a:ext uri="{FF2B5EF4-FFF2-40B4-BE49-F238E27FC236}">
                      <a16:creationId xmlns:a16="http://schemas.microsoft.com/office/drawing/2014/main" id="{A9F1C668-2CDF-4CD6-95C4-A763DD391CC5}"/>
                    </a:ext>
                  </a:extLst>
                </p14:cNvPr>
                <p14:cNvContentPartPr/>
                <p14:nvPr/>
              </p14:nvContentPartPr>
              <p14:xfrm>
                <a:off x="12114795" y="5201210"/>
                <a:ext cx="75240" cy="130680"/>
              </p14:xfrm>
            </p:contentPart>
          </mc:Choice>
          <mc:Fallback>
            <p:pic>
              <p:nvPicPr>
                <p:cNvPr id="81942" name="Ink 81941">
                  <a:extLst>
                    <a:ext uri="{FF2B5EF4-FFF2-40B4-BE49-F238E27FC236}">
                      <a16:creationId xmlns:a16="http://schemas.microsoft.com/office/drawing/2014/main" id="{A9F1C668-2CDF-4CD6-95C4-A763DD391CC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2096795" y="5183210"/>
                  <a:ext cx="1108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81943" name="Ink 81942">
                  <a:extLst>
                    <a:ext uri="{FF2B5EF4-FFF2-40B4-BE49-F238E27FC236}">
                      <a16:creationId xmlns:a16="http://schemas.microsoft.com/office/drawing/2014/main" id="{8B9F4A15-153F-4EFE-88BF-778156AAA12A}"/>
                    </a:ext>
                  </a:extLst>
                </p14:cNvPr>
                <p14:cNvContentPartPr/>
                <p14:nvPr/>
              </p14:nvContentPartPr>
              <p14:xfrm>
                <a:off x="12205155" y="5254130"/>
                <a:ext cx="39600" cy="99360"/>
              </p14:xfrm>
            </p:contentPart>
          </mc:Choice>
          <mc:Fallback>
            <p:pic>
              <p:nvPicPr>
                <p:cNvPr id="81943" name="Ink 81942">
                  <a:extLst>
                    <a:ext uri="{FF2B5EF4-FFF2-40B4-BE49-F238E27FC236}">
                      <a16:creationId xmlns:a16="http://schemas.microsoft.com/office/drawing/2014/main" id="{8B9F4A15-153F-4EFE-88BF-778156AAA12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2187155" y="5236130"/>
                  <a:ext cx="752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81944" name="Ink 81943">
                  <a:extLst>
                    <a:ext uri="{FF2B5EF4-FFF2-40B4-BE49-F238E27FC236}">
                      <a16:creationId xmlns:a16="http://schemas.microsoft.com/office/drawing/2014/main" id="{38AD886A-6A9C-4F19-BB1D-D4D335817A1C}"/>
                    </a:ext>
                  </a:extLst>
                </p14:cNvPr>
                <p14:cNvContentPartPr/>
                <p14:nvPr/>
              </p14:nvContentPartPr>
              <p14:xfrm>
                <a:off x="12182475" y="5053970"/>
                <a:ext cx="219240" cy="462600"/>
              </p14:xfrm>
            </p:contentPart>
          </mc:Choice>
          <mc:Fallback>
            <p:pic>
              <p:nvPicPr>
                <p:cNvPr id="81944" name="Ink 81943">
                  <a:extLst>
                    <a:ext uri="{FF2B5EF4-FFF2-40B4-BE49-F238E27FC236}">
                      <a16:creationId xmlns:a16="http://schemas.microsoft.com/office/drawing/2014/main" id="{38AD886A-6A9C-4F19-BB1D-D4D335817A1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2164475" y="5035970"/>
                  <a:ext cx="254880" cy="49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949" name="Group 81948">
            <a:extLst>
              <a:ext uri="{FF2B5EF4-FFF2-40B4-BE49-F238E27FC236}">
                <a16:creationId xmlns:a16="http://schemas.microsoft.com/office/drawing/2014/main" id="{30ED1DB0-5E30-44CC-8AF5-BD6293C75E19}"/>
              </a:ext>
            </a:extLst>
          </p:cNvPr>
          <p:cNvGrpSpPr/>
          <p:nvPr/>
        </p:nvGrpSpPr>
        <p:grpSpPr>
          <a:xfrm>
            <a:off x="7006395" y="6102290"/>
            <a:ext cx="403560" cy="398520"/>
            <a:chOff x="7006395" y="6102290"/>
            <a:chExt cx="403560" cy="39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81946" name="Ink 81945">
                  <a:extLst>
                    <a:ext uri="{FF2B5EF4-FFF2-40B4-BE49-F238E27FC236}">
                      <a16:creationId xmlns:a16="http://schemas.microsoft.com/office/drawing/2014/main" id="{DA799456-07E9-416C-846B-9B137C769FD0}"/>
                    </a:ext>
                  </a:extLst>
                </p14:cNvPr>
                <p14:cNvContentPartPr/>
                <p14:nvPr/>
              </p14:nvContentPartPr>
              <p14:xfrm>
                <a:off x="7067955" y="6223250"/>
                <a:ext cx="288000" cy="27000"/>
              </p14:xfrm>
            </p:contentPart>
          </mc:Choice>
          <mc:Fallback>
            <p:pic>
              <p:nvPicPr>
                <p:cNvPr id="81946" name="Ink 81945">
                  <a:extLst>
                    <a:ext uri="{FF2B5EF4-FFF2-40B4-BE49-F238E27FC236}">
                      <a16:creationId xmlns:a16="http://schemas.microsoft.com/office/drawing/2014/main" id="{DA799456-07E9-416C-846B-9B137C769FD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049955" y="6205250"/>
                  <a:ext cx="3236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81947" name="Ink 81946">
                  <a:extLst>
                    <a:ext uri="{FF2B5EF4-FFF2-40B4-BE49-F238E27FC236}">
                      <a16:creationId xmlns:a16="http://schemas.microsoft.com/office/drawing/2014/main" id="{98DF3E9E-CC45-4AE1-89D0-49BB0012CF79}"/>
                    </a:ext>
                  </a:extLst>
                </p14:cNvPr>
                <p14:cNvContentPartPr/>
                <p14:nvPr/>
              </p14:nvContentPartPr>
              <p14:xfrm>
                <a:off x="7148955" y="6315770"/>
                <a:ext cx="138240" cy="52560"/>
              </p14:xfrm>
            </p:contentPart>
          </mc:Choice>
          <mc:Fallback>
            <p:pic>
              <p:nvPicPr>
                <p:cNvPr id="81947" name="Ink 81946">
                  <a:extLst>
                    <a:ext uri="{FF2B5EF4-FFF2-40B4-BE49-F238E27FC236}">
                      <a16:creationId xmlns:a16="http://schemas.microsoft.com/office/drawing/2014/main" id="{98DF3E9E-CC45-4AE1-89D0-49BB0012CF7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130955" y="6297770"/>
                  <a:ext cx="1738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81948" name="Ink 81947">
                  <a:extLst>
                    <a:ext uri="{FF2B5EF4-FFF2-40B4-BE49-F238E27FC236}">
                      <a16:creationId xmlns:a16="http://schemas.microsoft.com/office/drawing/2014/main" id="{A05373BE-91BD-4D23-9EA3-A329311AAC79}"/>
                    </a:ext>
                  </a:extLst>
                </p14:cNvPr>
                <p14:cNvContentPartPr/>
                <p14:nvPr/>
              </p14:nvContentPartPr>
              <p14:xfrm>
                <a:off x="7006395" y="6102290"/>
                <a:ext cx="403560" cy="398520"/>
              </p14:xfrm>
            </p:contentPart>
          </mc:Choice>
          <mc:Fallback>
            <p:pic>
              <p:nvPicPr>
                <p:cNvPr id="81948" name="Ink 81947">
                  <a:extLst>
                    <a:ext uri="{FF2B5EF4-FFF2-40B4-BE49-F238E27FC236}">
                      <a16:creationId xmlns:a16="http://schemas.microsoft.com/office/drawing/2014/main" id="{A05373BE-91BD-4D23-9EA3-A329311AAC7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988755" y="6084650"/>
                  <a:ext cx="439200" cy="43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967" name="Group 81966">
            <a:extLst>
              <a:ext uri="{FF2B5EF4-FFF2-40B4-BE49-F238E27FC236}">
                <a16:creationId xmlns:a16="http://schemas.microsoft.com/office/drawing/2014/main" id="{F8361418-7AFC-4AF2-B942-2A1AA434866D}"/>
              </a:ext>
            </a:extLst>
          </p:cNvPr>
          <p:cNvGrpSpPr/>
          <p:nvPr/>
        </p:nvGrpSpPr>
        <p:grpSpPr>
          <a:xfrm>
            <a:off x="8218875" y="6013370"/>
            <a:ext cx="1526400" cy="664200"/>
            <a:chOff x="8218875" y="6013370"/>
            <a:chExt cx="1526400" cy="66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81950" name="Ink 81949">
                  <a:extLst>
                    <a:ext uri="{FF2B5EF4-FFF2-40B4-BE49-F238E27FC236}">
                      <a16:creationId xmlns:a16="http://schemas.microsoft.com/office/drawing/2014/main" id="{647E17DB-D28D-42A8-B753-2B40228428E6}"/>
                    </a:ext>
                  </a:extLst>
                </p14:cNvPr>
                <p14:cNvContentPartPr/>
                <p14:nvPr/>
              </p14:nvContentPartPr>
              <p14:xfrm>
                <a:off x="8218875" y="6205250"/>
                <a:ext cx="271440" cy="10080"/>
              </p14:xfrm>
            </p:contentPart>
          </mc:Choice>
          <mc:Fallback>
            <p:pic>
              <p:nvPicPr>
                <p:cNvPr id="81950" name="Ink 81949">
                  <a:extLst>
                    <a:ext uri="{FF2B5EF4-FFF2-40B4-BE49-F238E27FC236}">
                      <a16:creationId xmlns:a16="http://schemas.microsoft.com/office/drawing/2014/main" id="{647E17DB-D28D-42A8-B753-2B40228428E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201235" y="6187610"/>
                  <a:ext cx="3070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1951" name="Ink 81950">
                  <a:extLst>
                    <a:ext uri="{FF2B5EF4-FFF2-40B4-BE49-F238E27FC236}">
                      <a16:creationId xmlns:a16="http://schemas.microsoft.com/office/drawing/2014/main" id="{233E85D7-0094-4129-8467-E3DC73F1012C}"/>
                    </a:ext>
                  </a:extLst>
                </p14:cNvPr>
                <p14:cNvContentPartPr/>
                <p14:nvPr/>
              </p14:nvContentPartPr>
              <p14:xfrm>
                <a:off x="8564835" y="6129650"/>
                <a:ext cx="283320" cy="177120"/>
              </p14:xfrm>
            </p:contentPart>
          </mc:Choice>
          <mc:Fallback>
            <p:pic>
              <p:nvPicPr>
                <p:cNvPr id="81951" name="Ink 81950">
                  <a:extLst>
                    <a:ext uri="{FF2B5EF4-FFF2-40B4-BE49-F238E27FC236}">
                      <a16:creationId xmlns:a16="http://schemas.microsoft.com/office/drawing/2014/main" id="{233E85D7-0094-4129-8467-E3DC73F1012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547195" y="6112010"/>
                  <a:ext cx="3189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1952" name="Ink 81951">
                  <a:extLst>
                    <a:ext uri="{FF2B5EF4-FFF2-40B4-BE49-F238E27FC236}">
                      <a16:creationId xmlns:a16="http://schemas.microsoft.com/office/drawing/2014/main" id="{1885D06C-D67B-43E4-B624-0C34F86891C7}"/>
                    </a:ext>
                  </a:extLst>
                </p14:cNvPr>
                <p14:cNvContentPartPr/>
                <p14:nvPr/>
              </p14:nvContentPartPr>
              <p14:xfrm>
                <a:off x="9033195" y="6013370"/>
                <a:ext cx="505080" cy="253080"/>
              </p14:xfrm>
            </p:contentPart>
          </mc:Choice>
          <mc:Fallback>
            <p:pic>
              <p:nvPicPr>
                <p:cNvPr id="81952" name="Ink 81951">
                  <a:extLst>
                    <a:ext uri="{FF2B5EF4-FFF2-40B4-BE49-F238E27FC236}">
                      <a16:creationId xmlns:a16="http://schemas.microsoft.com/office/drawing/2014/main" id="{1885D06C-D67B-43E4-B624-0C34F86891C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015555" y="5995370"/>
                  <a:ext cx="5407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1953" name="Ink 81952">
                  <a:extLst>
                    <a:ext uri="{FF2B5EF4-FFF2-40B4-BE49-F238E27FC236}">
                      <a16:creationId xmlns:a16="http://schemas.microsoft.com/office/drawing/2014/main" id="{6BCD448B-9A3C-41CD-8EF9-EA7FFE0AC854}"/>
                    </a:ext>
                  </a:extLst>
                </p14:cNvPr>
                <p14:cNvContentPartPr/>
                <p14:nvPr/>
              </p14:nvContentPartPr>
              <p14:xfrm>
                <a:off x="9576075" y="6144050"/>
                <a:ext cx="106560" cy="112320"/>
              </p14:xfrm>
            </p:contentPart>
          </mc:Choice>
          <mc:Fallback>
            <p:pic>
              <p:nvPicPr>
                <p:cNvPr id="81953" name="Ink 81952">
                  <a:extLst>
                    <a:ext uri="{FF2B5EF4-FFF2-40B4-BE49-F238E27FC236}">
                      <a16:creationId xmlns:a16="http://schemas.microsoft.com/office/drawing/2014/main" id="{6BCD448B-9A3C-41CD-8EF9-EA7FFE0AC85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558435" y="6126050"/>
                  <a:ext cx="1422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1954" name="Ink 81953">
                  <a:extLst>
                    <a:ext uri="{FF2B5EF4-FFF2-40B4-BE49-F238E27FC236}">
                      <a16:creationId xmlns:a16="http://schemas.microsoft.com/office/drawing/2014/main" id="{9A0B60EC-89C7-437C-A426-3838468A06A7}"/>
                    </a:ext>
                  </a:extLst>
                </p14:cNvPr>
                <p14:cNvContentPartPr/>
                <p14:nvPr/>
              </p14:nvContentPartPr>
              <p14:xfrm>
                <a:off x="9056595" y="6339890"/>
                <a:ext cx="609840" cy="24840"/>
              </p14:xfrm>
            </p:contentPart>
          </mc:Choice>
          <mc:Fallback>
            <p:pic>
              <p:nvPicPr>
                <p:cNvPr id="81954" name="Ink 81953">
                  <a:extLst>
                    <a:ext uri="{FF2B5EF4-FFF2-40B4-BE49-F238E27FC236}">
                      <a16:creationId xmlns:a16="http://schemas.microsoft.com/office/drawing/2014/main" id="{9A0B60EC-89C7-437C-A426-3838468A06A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038595" y="6322250"/>
                  <a:ext cx="6454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1955" name="Ink 81954">
                  <a:extLst>
                    <a:ext uri="{FF2B5EF4-FFF2-40B4-BE49-F238E27FC236}">
                      <a16:creationId xmlns:a16="http://schemas.microsoft.com/office/drawing/2014/main" id="{D1536368-81F2-4C09-91FC-ECCC9A85E9FC}"/>
                    </a:ext>
                  </a:extLst>
                </p14:cNvPr>
                <p14:cNvContentPartPr/>
                <p14:nvPr/>
              </p14:nvContentPartPr>
              <p14:xfrm>
                <a:off x="9302835" y="6418010"/>
                <a:ext cx="379800" cy="259560"/>
              </p14:xfrm>
            </p:contentPart>
          </mc:Choice>
          <mc:Fallback>
            <p:pic>
              <p:nvPicPr>
                <p:cNvPr id="81955" name="Ink 81954">
                  <a:extLst>
                    <a:ext uri="{FF2B5EF4-FFF2-40B4-BE49-F238E27FC236}">
                      <a16:creationId xmlns:a16="http://schemas.microsoft.com/office/drawing/2014/main" id="{D1536368-81F2-4C09-91FC-ECCC9A85E9F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285195" y="6400010"/>
                  <a:ext cx="41544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1956" name="Ink 81955">
                  <a:extLst>
                    <a:ext uri="{FF2B5EF4-FFF2-40B4-BE49-F238E27FC236}">
                      <a16:creationId xmlns:a16="http://schemas.microsoft.com/office/drawing/2014/main" id="{0DDA3D65-D224-432E-B13F-A633C382FF8E}"/>
                    </a:ext>
                  </a:extLst>
                </p14:cNvPr>
                <p14:cNvContentPartPr/>
                <p14:nvPr/>
              </p14:nvContentPartPr>
              <p14:xfrm>
                <a:off x="9619995" y="6541490"/>
                <a:ext cx="125280" cy="20880"/>
              </p14:xfrm>
            </p:contentPart>
          </mc:Choice>
          <mc:Fallback>
            <p:pic>
              <p:nvPicPr>
                <p:cNvPr id="81956" name="Ink 81955">
                  <a:extLst>
                    <a:ext uri="{FF2B5EF4-FFF2-40B4-BE49-F238E27FC236}">
                      <a16:creationId xmlns:a16="http://schemas.microsoft.com/office/drawing/2014/main" id="{0DDA3D65-D224-432E-B13F-A633C382FF8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602355" y="6523490"/>
                  <a:ext cx="16092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966" name="Group 81965">
            <a:extLst>
              <a:ext uri="{FF2B5EF4-FFF2-40B4-BE49-F238E27FC236}">
                <a16:creationId xmlns:a16="http://schemas.microsoft.com/office/drawing/2014/main" id="{5147214D-A515-4458-A654-965A9B0B6985}"/>
              </a:ext>
            </a:extLst>
          </p:cNvPr>
          <p:cNvGrpSpPr/>
          <p:nvPr/>
        </p:nvGrpSpPr>
        <p:grpSpPr>
          <a:xfrm>
            <a:off x="10240635" y="6376250"/>
            <a:ext cx="287280" cy="69840"/>
            <a:chOff x="10240635" y="6376250"/>
            <a:chExt cx="287280" cy="6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1957" name="Ink 81956">
                  <a:extLst>
                    <a:ext uri="{FF2B5EF4-FFF2-40B4-BE49-F238E27FC236}">
                      <a16:creationId xmlns:a16="http://schemas.microsoft.com/office/drawing/2014/main" id="{F5BCF61A-6EFA-4398-8FF6-1B6937A5DB50}"/>
                    </a:ext>
                  </a:extLst>
                </p14:cNvPr>
                <p14:cNvContentPartPr/>
                <p14:nvPr/>
              </p14:nvContentPartPr>
              <p14:xfrm>
                <a:off x="10240635" y="6376250"/>
                <a:ext cx="160560" cy="21600"/>
              </p14:xfrm>
            </p:contentPart>
          </mc:Choice>
          <mc:Fallback>
            <p:pic>
              <p:nvPicPr>
                <p:cNvPr id="81957" name="Ink 81956">
                  <a:extLst>
                    <a:ext uri="{FF2B5EF4-FFF2-40B4-BE49-F238E27FC236}">
                      <a16:creationId xmlns:a16="http://schemas.microsoft.com/office/drawing/2014/main" id="{F5BCF61A-6EFA-4398-8FF6-1B6937A5DB5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222995" y="6358610"/>
                  <a:ext cx="1962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1958" name="Ink 81957">
                  <a:extLst>
                    <a:ext uri="{FF2B5EF4-FFF2-40B4-BE49-F238E27FC236}">
                      <a16:creationId xmlns:a16="http://schemas.microsoft.com/office/drawing/2014/main" id="{75F27BFF-B504-4957-9DA6-AFC987CB12D5}"/>
                    </a:ext>
                  </a:extLst>
                </p14:cNvPr>
                <p14:cNvContentPartPr/>
                <p14:nvPr/>
              </p14:nvContentPartPr>
              <p14:xfrm>
                <a:off x="10287435" y="6403970"/>
                <a:ext cx="240480" cy="42120"/>
              </p14:xfrm>
            </p:contentPart>
          </mc:Choice>
          <mc:Fallback>
            <p:pic>
              <p:nvPicPr>
                <p:cNvPr id="81958" name="Ink 81957">
                  <a:extLst>
                    <a:ext uri="{FF2B5EF4-FFF2-40B4-BE49-F238E27FC236}">
                      <a16:creationId xmlns:a16="http://schemas.microsoft.com/office/drawing/2014/main" id="{75F27BFF-B504-4957-9DA6-AFC987CB12D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269435" y="6386330"/>
                  <a:ext cx="276120" cy="7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965" name="Group 81964">
            <a:extLst>
              <a:ext uri="{FF2B5EF4-FFF2-40B4-BE49-F238E27FC236}">
                <a16:creationId xmlns:a16="http://schemas.microsoft.com/office/drawing/2014/main" id="{822341C2-9E3D-443B-840F-8DA5AB208813}"/>
              </a:ext>
            </a:extLst>
          </p:cNvPr>
          <p:cNvGrpSpPr/>
          <p:nvPr/>
        </p:nvGrpSpPr>
        <p:grpSpPr>
          <a:xfrm>
            <a:off x="10917075" y="6108410"/>
            <a:ext cx="553680" cy="214200"/>
            <a:chOff x="10917075" y="6108410"/>
            <a:chExt cx="553680" cy="21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1959" name="Ink 81958">
                  <a:extLst>
                    <a:ext uri="{FF2B5EF4-FFF2-40B4-BE49-F238E27FC236}">
                      <a16:creationId xmlns:a16="http://schemas.microsoft.com/office/drawing/2014/main" id="{D98C7E08-3E74-4A8E-BA0C-4BD89014F3C9}"/>
                    </a:ext>
                  </a:extLst>
                </p14:cNvPr>
                <p14:cNvContentPartPr/>
                <p14:nvPr/>
              </p14:nvContentPartPr>
              <p14:xfrm>
                <a:off x="10917075" y="6111650"/>
                <a:ext cx="183240" cy="210960"/>
              </p14:xfrm>
            </p:contentPart>
          </mc:Choice>
          <mc:Fallback>
            <p:pic>
              <p:nvPicPr>
                <p:cNvPr id="81959" name="Ink 81958">
                  <a:extLst>
                    <a:ext uri="{FF2B5EF4-FFF2-40B4-BE49-F238E27FC236}">
                      <a16:creationId xmlns:a16="http://schemas.microsoft.com/office/drawing/2014/main" id="{D98C7E08-3E74-4A8E-BA0C-4BD89014F3C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899075" y="6093650"/>
                  <a:ext cx="2188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1960" name="Ink 81959">
                  <a:extLst>
                    <a:ext uri="{FF2B5EF4-FFF2-40B4-BE49-F238E27FC236}">
                      <a16:creationId xmlns:a16="http://schemas.microsoft.com/office/drawing/2014/main" id="{9F960367-CDCF-4B3C-975F-6FDE905F3FA5}"/>
                    </a:ext>
                  </a:extLst>
                </p14:cNvPr>
                <p14:cNvContentPartPr/>
                <p14:nvPr/>
              </p14:nvContentPartPr>
              <p14:xfrm>
                <a:off x="11209035" y="6108410"/>
                <a:ext cx="49680" cy="164520"/>
              </p14:xfrm>
            </p:contentPart>
          </mc:Choice>
          <mc:Fallback>
            <p:pic>
              <p:nvPicPr>
                <p:cNvPr id="81960" name="Ink 81959">
                  <a:extLst>
                    <a:ext uri="{FF2B5EF4-FFF2-40B4-BE49-F238E27FC236}">
                      <a16:creationId xmlns:a16="http://schemas.microsoft.com/office/drawing/2014/main" id="{9F960367-CDCF-4B3C-975F-6FDE905F3FA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1191035" y="6090410"/>
                  <a:ext cx="853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1961" name="Ink 81960">
                  <a:extLst>
                    <a:ext uri="{FF2B5EF4-FFF2-40B4-BE49-F238E27FC236}">
                      <a16:creationId xmlns:a16="http://schemas.microsoft.com/office/drawing/2014/main" id="{CD74F713-B9C3-482F-BF4F-36059FCBDA3C}"/>
                    </a:ext>
                  </a:extLst>
                </p14:cNvPr>
                <p14:cNvContentPartPr/>
                <p14:nvPr/>
              </p14:nvContentPartPr>
              <p14:xfrm>
                <a:off x="11324235" y="6164930"/>
                <a:ext cx="146520" cy="151560"/>
              </p14:xfrm>
            </p:contentPart>
          </mc:Choice>
          <mc:Fallback>
            <p:pic>
              <p:nvPicPr>
                <p:cNvPr id="81961" name="Ink 81960">
                  <a:extLst>
                    <a:ext uri="{FF2B5EF4-FFF2-40B4-BE49-F238E27FC236}">
                      <a16:creationId xmlns:a16="http://schemas.microsoft.com/office/drawing/2014/main" id="{CD74F713-B9C3-482F-BF4F-36059FCBDA3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306595" y="6147290"/>
                  <a:ext cx="182160" cy="18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964" name="Group 81963">
            <a:extLst>
              <a:ext uri="{FF2B5EF4-FFF2-40B4-BE49-F238E27FC236}">
                <a16:creationId xmlns:a16="http://schemas.microsoft.com/office/drawing/2014/main" id="{7449AB96-54E3-48F0-86E3-28984BF6BE65}"/>
              </a:ext>
            </a:extLst>
          </p:cNvPr>
          <p:cNvGrpSpPr/>
          <p:nvPr/>
        </p:nvGrpSpPr>
        <p:grpSpPr>
          <a:xfrm>
            <a:off x="10828155" y="6419090"/>
            <a:ext cx="705960" cy="272520"/>
            <a:chOff x="10828155" y="6419090"/>
            <a:chExt cx="705960" cy="27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1962" name="Ink 81961">
                  <a:extLst>
                    <a:ext uri="{FF2B5EF4-FFF2-40B4-BE49-F238E27FC236}">
                      <a16:creationId xmlns:a16="http://schemas.microsoft.com/office/drawing/2014/main" id="{D851FEF6-B7D3-4481-BE1A-FCA2638348C1}"/>
                    </a:ext>
                  </a:extLst>
                </p14:cNvPr>
                <p14:cNvContentPartPr/>
                <p14:nvPr/>
              </p14:nvContentPartPr>
              <p14:xfrm>
                <a:off x="10828155" y="6419090"/>
                <a:ext cx="696960" cy="45720"/>
              </p14:xfrm>
            </p:contentPart>
          </mc:Choice>
          <mc:Fallback>
            <p:pic>
              <p:nvPicPr>
                <p:cNvPr id="81962" name="Ink 81961">
                  <a:extLst>
                    <a:ext uri="{FF2B5EF4-FFF2-40B4-BE49-F238E27FC236}">
                      <a16:creationId xmlns:a16="http://schemas.microsoft.com/office/drawing/2014/main" id="{D851FEF6-B7D3-4481-BE1A-FCA2638348C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810515" y="6401090"/>
                  <a:ext cx="7326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1963" name="Ink 81962">
                  <a:extLst>
                    <a:ext uri="{FF2B5EF4-FFF2-40B4-BE49-F238E27FC236}">
                      <a16:creationId xmlns:a16="http://schemas.microsoft.com/office/drawing/2014/main" id="{2B86B897-9AF4-4D77-9070-D5DE9D6E84CE}"/>
                    </a:ext>
                  </a:extLst>
                </p14:cNvPr>
                <p14:cNvContentPartPr/>
                <p14:nvPr/>
              </p14:nvContentPartPr>
              <p14:xfrm>
                <a:off x="11210835" y="6471650"/>
                <a:ext cx="323280" cy="219960"/>
              </p14:xfrm>
            </p:contentPart>
          </mc:Choice>
          <mc:Fallback>
            <p:pic>
              <p:nvPicPr>
                <p:cNvPr id="81963" name="Ink 81962">
                  <a:extLst>
                    <a:ext uri="{FF2B5EF4-FFF2-40B4-BE49-F238E27FC236}">
                      <a16:creationId xmlns:a16="http://schemas.microsoft.com/office/drawing/2014/main" id="{2B86B897-9AF4-4D77-9070-D5DE9D6E84C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192835" y="6454010"/>
                  <a:ext cx="358920" cy="25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971" name="Group 81970">
            <a:extLst>
              <a:ext uri="{FF2B5EF4-FFF2-40B4-BE49-F238E27FC236}">
                <a16:creationId xmlns:a16="http://schemas.microsoft.com/office/drawing/2014/main" id="{53BF26EE-6557-473A-97A7-4ECCCCBE995C}"/>
              </a:ext>
            </a:extLst>
          </p:cNvPr>
          <p:cNvGrpSpPr/>
          <p:nvPr/>
        </p:nvGrpSpPr>
        <p:grpSpPr>
          <a:xfrm>
            <a:off x="7229235" y="6600170"/>
            <a:ext cx="341280" cy="280800"/>
            <a:chOff x="7229235" y="6600170"/>
            <a:chExt cx="341280" cy="28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1968" name="Ink 81967">
                  <a:extLst>
                    <a:ext uri="{FF2B5EF4-FFF2-40B4-BE49-F238E27FC236}">
                      <a16:creationId xmlns:a16="http://schemas.microsoft.com/office/drawing/2014/main" id="{BDD0D632-0C99-4CD4-BC29-3C1C07B73021}"/>
                    </a:ext>
                  </a:extLst>
                </p14:cNvPr>
                <p14:cNvContentPartPr/>
                <p14:nvPr/>
              </p14:nvContentPartPr>
              <p14:xfrm>
                <a:off x="7288275" y="6645170"/>
                <a:ext cx="160920" cy="14400"/>
              </p14:xfrm>
            </p:contentPart>
          </mc:Choice>
          <mc:Fallback>
            <p:pic>
              <p:nvPicPr>
                <p:cNvPr id="81968" name="Ink 81967">
                  <a:extLst>
                    <a:ext uri="{FF2B5EF4-FFF2-40B4-BE49-F238E27FC236}">
                      <a16:creationId xmlns:a16="http://schemas.microsoft.com/office/drawing/2014/main" id="{BDD0D632-0C99-4CD4-BC29-3C1C07B7302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270635" y="6627170"/>
                  <a:ext cx="1965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1969" name="Ink 81968">
                  <a:extLst>
                    <a:ext uri="{FF2B5EF4-FFF2-40B4-BE49-F238E27FC236}">
                      <a16:creationId xmlns:a16="http://schemas.microsoft.com/office/drawing/2014/main" id="{D0A2A932-C23A-4D69-976E-2337DE64EA8F}"/>
                    </a:ext>
                  </a:extLst>
                </p14:cNvPr>
                <p14:cNvContentPartPr/>
                <p14:nvPr/>
              </p14:nvContentPartPr>
              <p14:xfrm>
                <a:off x="7229235" y="6731570"/>
                <a:ext cx="161640" cy="16920"/>
              </p14:xfrm>
            </p:contentPart>
          </mc:Choice>
          <mc:Fallback>
            <p:pic>
              <p:nvPicPr>
                <p:cNvPr id="81969" name="Ink 81968">
                  <a:extLst>
                    <a:ext uri="{FF2B5EF4-FFF2-40B4-BE49-F238E27FC236}">
                      <a16:creationId xmlns:a16="http://schemas.microsoft.com/office/drawing/2014/main" id="{D0A2A932-C23A-4D69-976E-2337DE64EA8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211595" y="6713570"/>
                  <a:ext cx="1972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1970" name="Ink 81969">
                  <a:extLst>
                    <a:ext uri="{FF2B5EF4-FFF2-40B4-BE49-F238E27FC236}">
                      <a16:creationId xmlns:a16="http://schemas.microsoft.com/office/drawing/2014/main" id="{D7924633-3635-4BFF-9FD5-FF09C75C6D99}"/>
                    </a:ext>
                  </a:extLst>
                </p14:cNvPr>
                <p14:cNvContentPartPr/>
                <p14:nvPr/>
              </p14:nvContentPartPr>
              <p14:xfrm>
                <a:off x="7269915" y="6600170"/>
                <a:ext cx="300600" cy="280800"/>
              </p14:xfrm>
            </p:contentPart>
          </mc:Choice>
          <mc:Fallback>
            <p:pic>
              <p:nvPicPr>
                <p:cNvPr id="81970" name="Ink 81969">
                  <a:extLst>
                    <a:ext uri="{FF2B5EF4-FFF2-40B4-BE49-F238E27FC236}">
                      <a16:creationId xmlns:a16="http://schemas.microsoft.com/office/drawing/2014/main" id="{D7924633-3635-4BFF-9FD5-FF09C75C6D9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252275" y="6582170"/>
                  <a:ext cx="336240" cy="31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A255D38-50EF-454B-B7DB-9F9F1C610248}"/>
                  </a:ext>
                </a:extLst>
              </p14:cNvPr>
              <p14:cNvContentPartPr/>
              <p14:nvPr/>
            </p14:nvContentPartPr>
            <p14:xfrm>
              <a:off x="4939995" y="1919450"/>
              <a:ext cx="117360" cy="103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A255D38-50EF-454B-B7DB-9F9F1C610248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4922355" y="1901810"/>
                <a:ext cx="15300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5B60121-A78A-4735-AF82-A4A42851F830}"/>
                  </a:ext>
                </a:extLst>
              </p14:cNvPr>
              <p14:cNvContentPartPr/>
              <p14:nvPr/>
            </p14:nvContentPartPr>
            <p14:xfrm>
              <a:off x="4131075" y="2214290"/>
              <a:ext cx="651960" cy="47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5B60121-A78A-4735-AF82-A4A42851F830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4113075" y="2196650"/>
                <a:ext cx="68760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8BABAB7-F2C0-47BE-BFC9-786158898CDC}"/>
                  </a:ext>
                </a:extLst>
              </p14:cNvPr>
              <p14:cNvContentPartPr/>
              <p14:nvPr/>
            </p14:nvContentPartPr>
            <p14:xfrm>
              <a:off x="4496475" y="2172890"/>
              <a:ext cx="72000" cy="167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8BABAB7-F2C0-47BE-BFC9-786158898CDC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4478835" y="2154890"/>
                <a:ext cx="10764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26A376A-58D9-4647-A029-EB3C1289902D}"/>
                  </a:ext>
                </a:extLst>
              </p14:cNvPr>
              <p14:cNvContentPartPr/>
              <p14:nvPr/>
            </p14:nvContentPartPr>
            <p14:xfrm>
              <a:off x="4716795" y="1081730"/>
              <a:ext cx="567720" cy="11757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26A376A-58D9-4647-A029-EB3C1289902D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4698795" y="1064090"/>
                <a:ext cx="603360" cy="12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AD57B8A-9B89-4841-9712-022EB0A81C27}"/>
                  </a:ext>
                </a:extLst>
              </p14:cNvPr>
              <p14:cNvContentPartPr/>
              <p14:nvPr/>
            </p14:nvContentPartPr>
            <p14:xfrm>
              <a:off x="5226195" y="1038530"/>
              <a:ext cx="219960" cy="2005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AD57B8A-9B89-4841-9712-022EB0A81C27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5208195" y="1020890"/>
                <a:ext cx="25560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D66704D-292D-4678-A6EB-1053DDA30D80}"/>
                  </a:ext>
                </a:extLst>
              </p14:cNvPr>
              <p14:cNvContentPartPr/>
              <p14:nvPr/>
            </p14:nvContentPartPr>
            <p14:xfrm>
              <a:off x="4083915" y="2273330"/>
              <a:ext cx="13680" cy="2228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D66704D-292D-4678-A6EB-1053DDA30D80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4066275" y="2255330"/>
                <a:ext cx="4932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3BA87C9-4AE1-461A-9E95-BD0EDD0B5313}"/>
                  </a:ext>
                </a:extLst>
              </p14:cNvPr>
              <p14:cNvContentPartPr/>
              <p14:nvPr/>
            </p14:nvContentPartPr>
            <p14:xfrm>
              <a:off x="4006875" y="2451530"/>
              <a:ext cx="128880" cy="83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3BA87C9-4AE1-461A-9E95-BD0EDD0B5313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3988875" y="2433530"/>
                <a:ext cx="16452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C28D01F-D240-40E8-A790-07ABD2B00718}"/>
                  </a:ext>
                </a:extLst>
              </p14:cNvPr>
              <p14:cNvContentPartPr/>
              <p14:nvPr/>
            </p14:nvContentPartPr>
            <p14:xfrm>
              <a:off x="3986355" y="2292410"/>
              <a:ext cx="145440" cy="619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C28D01F-D240-40E8-A790-07ABD2B00718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3968715" y="2274410"/>
                <a:ext cx="18108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BEE2D21-F2C7-4D43-9AC7-0445DDE2B846}"/>
                  </a:ext>
                </a:extLst>
              </p14:cNvPr>
              <p14:cNvContentPartPr/>
              <p14:nvPr/>
            </p14:nvContentPartPr>
            <p14:xfrm>
              <a:off x="4254195" y="2432090"/>
              <a:ext cx="53280" cy="90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BEE2D21-F2C7-4D43-9AC7-0445DDE2B846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4236195" y="2414450"/>
                <a:ext cx="8892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38922B6-AC89-4DEB-B950-7AF3CB9D5036}"/>
                  </a:ext>
                </a:extLst>
              </p14:cNvPr>
              <p14:cNvContentPartPr/>
              <p14:nvPr/>
            </p14:nvContentPartPr>
            <p14:xfrm>
              <a:off x="4253475" y="2337770"/>
              <a:ext cx="16560" cy="169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38922B6-AC89-4DEB-B950-7AF3CB9D5036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4235835" y="2320130"/>
                <a:ext cx="5220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0A84602-EBE8-42C9-8C5B-345879684C29}"/>
                  </a:ext>
                </a:extLst>
              </p14:cNvPr>
              <p14:cNvContentPartPr/>
              <p14:nvPr/>
            </p14:nvContentPartPr>
            <p14:xfrm>
              <a:off x="5019195" y="901370"/>
              <a:ext cx="31320" cy="1198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0A84602-EBE8-42C9-8C5B-345879684C29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5001195" y="883370"/>
                <a:ext cx="6696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FA7DE98-5DA5-404F-8019-BC75232093AB}"/>
                  </a:ext>
                </a:extLst>
              </p14:cNvPr>
              <p14:cNvContentPartPr/>
              <p14:nvPr/>
            </p14:nvContentPartPr>
            <p14:xfrm>
              <a:off x="4974915" y="901370"/>
              <a:ext cx="141120" cy="1436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FA7DE98-5DA5-404F-8019-BC75232093AB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4957275" y="883370"/>
                <a:ext cx="17676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4AEDFC5-CC8F-46CE-A708-382E5E656161}"/>
                  </a:ext>
                </a:extLst>
              </p14:cNvPr>
              <p14:cNvContentPartPr/>
              <p14:nvPr/>
            </p14:nvContentPartPr>
            <p14:xfrm>
              <a:off x="5198835" y="878690"/>
              <a:ext cx="41040" cy="1965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4AEDFC5-CC8F-46CE-A708-382E5E656161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5181195" y="861050"/>
                <a:ext cx="7668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FD2854A-7561-4096-8C5A-6F6F78C57721}"/>
                  </a:ext>
                </a:extLst>
              </p14:cNvPr>
              <p14:cNvContentPartPr/>
              <p14:nvPr/>
            </p14:nvContentPartPr>
            <p14:xfrm>
              <a:off x="5169675" y="930170"/>
              <a:ext cx="181080" cy="946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FD2854A-7561-4096-8C5A-6F6F78C57721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5151675" y="912530"/>
                <a:ext cx="21672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43013" name="Ink 43012">
                <a:extLst>
                  <a:ext uri="{FF2B5EF4-FFF2-40B4-BE49-F238E27FC236}">
                    <a16:creationId xmlns:a16="http://schemas.microsoft.com/office/drawing/2014/main" id="{C4CEC057-64F2-4477-8462-8B3FCE261277}"/>
                  </a:ext>
                </a:extLst>
              </p14:cNvPr>
              <p14:cNvContentPartPr/>
              <p14:nvPr/>
            </p14:nvContentPartPr>
            <p14:xfrm>
              <a:off x="4986075" y="1948250"/>
              <a:ext cx="66960" cy="65160"/>
            </p14:xfrm>
          </p:contentPart>
        </mc:Choice>
        <mc:Fallback>
          <p:pic>
            <p:nvPicPr>
              <p:cNvPr id="43013" name="Ink 43012">
                <a:extLst>
                  <a:ext uri="{FF2B5EF4-FFF2-40B4-BE49-F238E27FC236}">
                    <a16:creationId xmlns:a16="http://schemas.microsoft.com/office/drawing/2014/main" id="{C4CEC057-64F2-4477-8462-8B3FCE261277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4968435" y="1930610"/>
                <a:ext cx="10260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43014" name="Ink 43013">
                <a:extLst>
                  <a:ext uri="{FF2B5EF4-FFF2-40B4-BE49-F238E27FC236}">
                    <a16:creationId xmlns:a16="http://schemas.microsoft.com/office/drawing/2014/main" id="{8304B6D4-EF8D-4008-BC0B-5391F66D4767}"/>
                  </a:ext>
                </a:extLst>
              </p14:cNvPr>
              <p14:cNvContentPartPr/>
              <p14:nvPr/>
            </p14:nvContentPartPr>
            <p14:xfrm>
              <a:off x="4998675" y="1977050"/>
              <a:ext cx="10800" cy="11880"/>
            </p14:xfrm>
          </p:contentPart>
        </mc:Choice>
        <mc:Fallback>
          <p:pic>
            <p:nvPicPr>
              <p:cNvPr id="43014" name="Ink 43013">
                <a:extLst>
                  <a:ext uri="{FF2B5EF4-FFF2-40B4-BE49-F238E27FC236}">
                    <a16:creationId xmlns:a16="http://schemas.microsoft.com/office/drawing/2014/main" id="{8304B6D4-EF8D-4008-BC0B-5391F66D4767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4980675" y="1959050"/>
                <a:ext cx="4644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43043" name="Ink 43042">
                <a:extLst>
                  <a:ext uri="{FF2B5EF4-FFF2-40B4-BE49-F238E27FC236}">
                    <a16:creationId xmlns:a16="http://schemas.microsoft.com/office/drawing/2014/main" id="{30D1CEA0-A3C5-4EBC-A265-008BA0660868}"/>
                  </a:ext>
                </a:extLst>
              </p14:cNvPr>
              <p14:cNvContentPartPr/>
              <p14:nvPr/>
            </p14:nvContentPartPr>
            <p14:xfrm>
              <a:off x="5022795" y="1982090"/>
              <a:ext cx="3240" cy="10800"/>
            </p14:xfrm>
          </p:contentPart>
        </mc:Choice>
        <mc:Fallback>
          <p:pic>
            <p:nvPicPr>
              <p:cNvPr id="43043" name="Ink 43042">
                <a:extLst>
                  <a:ext uri="{FF2B5EF4-FFF2-40B4-BE49-F238E27FC236}">
                    <a16:creationId xmlns:a16="http://schemas.microsoft.com/office/drawing/2014/main" id="{30D1CEA0-A3C5-4EBC-A265-008BA0660868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5004795" y="1964090"/>
                <a:ext cx="3888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43044" name="Ink 43043">
                <a:extLst>
                  <a:ext uri="{FF2B5EF4-FFF2-40B4-BE49-F238E27FC236}">
                    <a16:creationId xmlns:a16="http://schemas.microsoft.com/office/drawing/2014/main" id="{4E904E9A-A956-44D4-8817-DF51E888829B}"/>
                  </a:ext>
                </a:extLst>
              </p14:cNvPr>
              <p14:cNvContentPartPr/>
              <p14:nvPr/>
            </p14:nvContentPartPr>
            <p14:xfrm>
              <a:off x="5015235" y="2001170"/>
              <a:ext cx="6120" cy="5760"/>
            </p14:xfrm>
          </p:contentPart>
        </mc:Choice>
        <mc:Fallback>
          <p:pic>
            <p:nvPicPr>
              <p:cNvPr id="43044" name="Ink 43043">
                <a:extLst>
                  <a:ext uri="{FF2B5EF4-FFF2-40B4-BE49-F238E27FC236}">
                    <a16:creationId xmlns:a16="http://schemas.microsoft.com/office/drawing/2014/main" id="{4E904E9A-A956-44D4-8817-DF51E888829B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4997595" y="1983170"/>
                <a:ext cx="4176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43045" name="Ink 43044">
                <a:extLst>
                  <a:ext uri="{FF2B5EF4-FFF2-40B4-BE49-F238E27FC236}">
                    <a16:creationId xmlns:a16="http://schemas.microsoft.com/office/drawing/2014/main" id="{9453F5D0-0030-43DE-9948-69D7F028AD1F}"/>
                  </a:ext>
                </a:extLst>
              </p14:cNvPr>
              <p14:cNvContentPartPr/>
              <p14:nvPr/>
            </p14:nvContentPartPr>
            <p14:xfrm>
              <a:off x="5015235" y="2006570"/>
              <a:ext cx="360" cy="360"/>
            </p14:xfrm>
          </p:contentPart>
        </mc:Choice>
        <mc:Fallback>
          <p:pic>
            <p:nvPicPr>
              <p:cNvPr id="43045" name="Ink 43044">
                <a:extLst>
                  <a:ext uri="{FF2B5EF4-FFF2-40B4-BE49-F238E27FC236}">
                    <a16:creationId xmlns:a16="http://schemas.microsoft.com/office/drawing/2014/main" id="{9453F5D0-0030-43DE-9948-69D7F028AD1F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4997595" y="198857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43046" name="Ink 43045">
                <a:extLst>
                  <a:ext uri="{FF2B5EF4-FFF2-40B4-BE49-F238E27FC236}">
                    <a16:creationId xmlns:a16="http://schemas.microsoft.com/office/drawing/2014/main" id="{DAF1C565-D839-4F38-A50E-1334DDEFD130}"/>
                  </a:ext>
                </a:extLst>
              </p14:cNvPr>
              <p14:cNvContentPartPr/>
              <p14:nvPr/>
            </p14:nvContentPartPr>
            <p14:xfrm>
              <a:off x="5012355" y="2003690"/>
              <a:ext cx="11160" cy="4320"/>
            </p14:xfrm>
          </p:contentPart>
        </mc:Choice>
        <mc:Fallback>
          <p:pic>
            <p:nvPicPr>
              <p:cNvPr id="43046" name="Ink 43045">
                <a:extLst>
                  <a:ext uri="{FF2B5EF4-FFF2-40B4-BE49-F238E27FC236}">
                    <a16:creationId xmlns:a16="http://schemas.microsoft.com/office/drawing/2014/main" id="{DAF1C565-D839-4F38-A50E-1334DDEFD130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4994715" y="1986050"/>
                <a:ext cx="4680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81935" name="Ink 81934">
                <a:extLst>
                  <a:ext uri="{FF2B5EF4-FFF2-40B4-BE49-F238E27FC236}">
                    <a16:creationId xmlns:a16="http://schemas.microsoft.com/office/drawing/2014/main" id="{8B3EE480-D033-4D5B-87A2-DE6451653779}"/>
                  </a:ext>
                </a:extLst>
              </p14:cNvPr>
              <p14:cNvContentPartPr/>
              <p14:nvPr/>
            </p14:nvContentPartPr>
            <p14:xfrm>
              <a:off x="4992555" y="1856450"/>
              <a:ext cx="25920" cy="105840"/>
            </p14:xfrm>
          </p:contentPart>
        </mc:Choice>
        <mc:Fallback>
          <p:pic>
            <p:nvPicPr>
              <p:cNvPr id="81935" name="Ink 81934">
                <a:extLst>
                  <a:ext uri="{FF2B5EF4-FFF2-40B4-BE49-F238E27FC236}">
                    <a16:creationId xmlns:a16="http://schemas.microsoft.com/office/drawing/2014/main" id="{8B3EE480-D033-4D5B-87A2-DE6451653779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4974915" y="1838810"/>
                <a:ext cx="6156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81937" name="Ink 81936">
                <a:extLst>
                  <a:ext uri="{FF2B5EF4-FFF2-40B4-BE49-F238E27FC236}">
                    <a16:creationId xmlns:a16="http://schemas.microsoft.com/office/drawing/2014/main" id="{5C868435-D8B0-4008-A0E7-147B48736078}"/>
                  </a:ext>
                </a:extLst>
              </p14:cNvPr>
              <p14:cNvContentPartPr/>
              <p14:nvPr/>
            </p14:nvContentPartPr>
            <p14:xfrm>
              <a:off x="4982475" y="1940330"/>
              <a:ext cx="360" cy="360"/>
            </p14:xfrm>
          </p:contentPart>
        </mc:Choice>
        <mc:Fallback>
          <p:pic>
            <p:nvPicPr>
              <p:cNvPr id="81937" name="Ink 81936">
                <a:extLst>
                  <a:ext uri="{FF2B5EF4-FFF2-40B4-BE49-F238E27FC236}">
                    <a16:creationId xmlns:a16="http://schemas.microsoft.com/office/drawing/2014/main" id="{5C868435-D8B0-4008-A0E7-147B48736078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4964475" y="192269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81938" name="Ink 81937">
                <a:extLst>
                  <a:ext uri="{FF2B5EF4-FFF2-40B4-BE49-F238E27FC236}">
                    <a16:creationId xmlns:a16="http://schemas.microsoft.com/office/drawing/2014/main" id="{1ABD192C-5F6D-44FC-87A1-42933EBDE43A}"/>
                  </a:ext>
                </a:extLst>
              </p14:cNvPr>
              <p14:cNvContentPartPr/>
              <p14:nvPr/>
            </p14:nvContentPartPr>
            <p14:xfrm>
              <a:off x="4989675" y="1943210"/>
              <a:ext cx="360" cy="360"/>
            </p14:xfrm>
          </p:contentPart>
        </mc:Choice>
        <mc:Fallback>
          <p:pic>
            <p:nvPicPr>
              <p:cNvPr id="81938" name="Ink 81937">
                <a:extLst>
                  <a:ext uri="{FF2B5EF4-FFF2-40B4-BE49-F238E27FC236}">
                    <a16:creationId xmlns:a16="http://schemas.microsoft.com/office/drawing/2014/main" id="{1ABD192C-5F6D-44FC-87A1-42933EBDE43A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4972035" y="192521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81977" name="Ink 81976">
                <a:extLst>
                  <a:ext uri="{FF2B5EF4-FFF2-40B4-BE49-F238E27FC236}">
                    <a16:creationId xmlns:a16="http://schemas.microsoft.com/office/drawing/2014/main" id="{93394A5C-5734-4A69-B0E7-F23AB60B4B58}"/>
                  </a:ext>
                </a:extLst>
              </p14:cNvPr>
              <p14:cNvContentPartPr/>
              <p14:nvPr/>
            </p14:nvContentPartPr>
            <p14:xfrm>
              <a:off x="1567875" y="1184330"/>
              <a:ext cx="216360" cy="56880"/>
            </p14:xfrm>
          </p:contentPart>
        </mc:Choice>
        <mc:Fallback>
          <p:pic>
            <p:nvPicPr>
              <p:cNvPr id="81977" name="Ink 81976">
                <a:extLst>
                  <a:ext uri="{FF2B5EF4-FFF2-40B4-BE49-F238E27FC236}">
                    <a16:creationId xmlns:a16="http://schemas.microsoft.com/office/drawing/2014/main" id="{93394A5C-5734-4A69-B0E7-F23AB60B4B58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1550235" y="1166690"/>
                <a:ext cx="25200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81978" name="Ink 81977">
                <a:extLst>
                  <a:ext uri="{FF2B5EF4-FFF2-40B4-BE49-F238E27FC236}">
                    <a16:creationId xmlns:a16="http://schemas.microsoft.com/office/drawing/2014/main" id="{465853B1-AC33-4B7A-A7CC-749C89F0FF42}"/>
                  </a:ext>
                </a:extLst>
              </p14:cNvPr>
              <p14:cNvContentPartPr/>
              <p14:nvPr/>
            </p14:nvContentPartPr>
            <p14:xfrm>
              <a:off x="1889355" y="828290"/>
              <a:ext cx="94320" cy="230400"/>
            </p14:xfrm>
          </p:contentPart>
        </mc:Choice>
        <mc:Fallback>
          <p:pic>
            <p:nvPicPr>
              <p:cNvPr id="81978" name="Ink 81977">
                <a:extLst>
                  <a:ext uri="{FF2B5EF4-FFF2-40B4-BE49-F238E27FC236}">
                    <a16:creationId xmlns:a16="http://schemas.microsoft.com/office/drawing/2014/main" id="{465853B1-AC33-4B7A-A7CC-749C89F0FF42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1871715" y="810650"/>
                <a:ext cx="12996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81979" name="Ink 81978">
                <a:extLst>
                  <a:ext uri="{FF2B5EF4-FFF2-40B4-BE49-F238E27FC236}">
                    <a16:creationId xmlns:a16="http://schemas.microsoft.com/office/drawing/2014/main" id="{133AE6F3-DAD5-4BA2-8695-26EEC59E5A06}"/>
                  </a:ext>
                </a:extLst>
              </p14:cNvPr>
              <p14:cNvContentPartPr/>
              <p14:nvPr/>
            </p14:nvContentPartPr>
            <p14:xfrm>
              <a:off x="1860915" y="1100090"/>
              <a:ext cx="356760" cy="153000"/>
            </p14:xfrm>
          </p:contentPart>
        </mc:Choice>
        <mc:Fallback>
          <p:pic>
            <p:nvPicPr>
              <p:cNvPr id="81979" name="Ink 81978">
                <a:extLst>
                  <a:ext uri="{FF2B5EF4-FFF2-40B4-BE49-F238E27FC236}">
                    <a16:creationId xmlns:a16="http://schemas.microsoft.com/office/drawing/2014/main" id="{133AE6F3-DAD5-4BA2-8695-26EEC59E5A06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1842915" y="1082450"/>
                <a:ext cx="39240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81980" name="Ink 81979">
                <a:extLst>
                  <a:ext uri="{FF2B5EF4-FFF2-40B4-BE49-F238E27FC236}">
                    <a16:creationId xmlns:a16="http://schemas.microsoft.com/office/drawing/2014/main" id="{AD2FA0A5-DF0B-4ABA-9A64-7465A22D1C47}"/>
                  </a:ext>
                </a:extLst>
              </p14:cNvPr>
              <p14:cNvContentPartPr/>
              <p14:nvPr/>
            </p14:nvContentPartPr>
            <p14:xfrm>
              <a:off x="1942995" y="1358210"/>
              <a:ext cx="263880" cy="273960"/>
            </p14:xfrm>
          </p:contentPart>
        </mc:Choice>
        <mc:Fallback>
          <p:pic>
            <p:nvPicPr>
              <p:cNvPr id="81980" name="Ink 81979">
                <a:extLst>
                  <a:ext uri="{FF2B5EF4-FFF2-40B4-BE49-F238E27FC236}">
                    <a16:creationId xmlns:a16="http://schemas.microsoft.com/office/drawing/2014/main" id="{AD2FA0A5-DF0B-4ABA-9A64-7465A22D1C47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1925355" y="1340570"/>
                <a:ext cx="29952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81981" name="Ink 81980">
                <a:extLst>
                  <a:ext uri="{FF2B5EF4-FFF2-40B4-BE49-F238E27FC236}">
                    <a16:creationId xmlns:a16="http://schemas.microsoft.com/office/drawing/2014/main" id="{E3BBAC30-0AD2-4DA9-B32B-F42A257AC9C2}"/>
                  </a:ext>
                </a:extLst>
              </p14:cNvPr>
              <p14:cNvContentPartPr/>
              <p14:nvPr/>
            </p14:nvContentPartPr>
            <p14:xfrm>
              <a:off x="2178435" y="1210250"/>
              <a:ext cx="214200" cy="326520"/>
            </p14:xfrm>
          </p:contentPart>
        </mc:Choice>
        <mc:Fallback>
          <p:pic>
            <p:nvPicPr>
              <p:cNvPr id="81981" name="Ink 81980">
                <a:extLst>
                  <a:ext uri="{FF2B5EF4-FFF2-40B4-BE49-F238E27FC236}">
                    <a16:creationId xmlns:a16="http://schemas.microsoft.com/office/drawing/2014/main" id="{E3BBAC30-0AD2-4DA9-B32B-F42A257AC9C2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2160795" y="1192250"/>
                <a:ext cx="24984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81983" name="Ink 81982">
                <a:extLst>
                  <a:ext uri="{FF2B5EF4-FFF2-40B4-BE49-F238E27FC236}">
                    <a16:creationId xmlns:a16="http://schemas.microsoft.com/office/drawing/2014/main" id="{315638CF-1855-42DF-8332-3D45120CF8FE}"/>
                  </a:ext>
                </a:extLst>
              </p14:cNvPr>
              <p14:cNvContentPartPr/>
              <p14:nvPr/>
            </p14:nvContentPartPr>
            <p14:xfrm>
              <a:off x="2499915" y="473330"/>
              <a:ext cx="279360" cy="1000440"/>
            </p14:xfrm>
          </p:contentPart>
        </mc:Choice>
        <mc:Fallback>
          <p:pic>
            <p:nvPicPr>
              <p:cNvPr id="81983" name="Ink 81982">
                <a:extLst>
                  <a:ext uri="{FF2B5EF4-FFF2-40B4-BE49-F238E27FC236}">
                    <a16:creationId xmlns:a16="http://schemas.microsoft.com/office/drawing/2014/main" id="{315638CF-1855-42DF-8332-3D45120CF8FE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2481915" y="455330"/>
                <a:ext cx="315000" cy="10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81984" name="Ink 81983">
                <a:extLst>
                  <a:ext uri="{FF2B5EF4-FFF2-40B4-BE49-F238E27FC236}">
                    <a16:creationId xmlns:a16="http://schemas.microsoft.com/office/drawing/2014/main" id="{DDBD5DE6-B6B8-4D1D-AF88-02FE1C0439B4}"/>
                  </a:ext>
                </a:extLst>
              </p14:cNvPr>
              <p14:cNvContentPartPr/>
              <p14:nvPr/>
            </p14:nvContentPartPr>
            <p14:xfrm>
              <a:off x="2729235" y="814970"/>
              <a:ext cx="186840" cy="219960"/>
            </p14:xfrm>
          </p:contentPart>
        </mc:Choice>
        <mc:Fallback>
          <p:pic>
            <p:nvPicPr>
              <p:cNvPr id="81984" name="Ink 81983">
                <a:extLst>
                  <a:ext uri="{FF2B5EF4-FFF2-40B4-BE49-F238E27FC236}">
                    <a16:creationId xmlns:a16="http://schemas.microsoft.com/office/drawing/2014/main" id="{DDBD5DE6-B6B8-4D1D-AF88-02FE1C0439B4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2711235" y="796970"/>
                <a:ext cx="22248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1">
            <p14:nvContentPartPr>
              <p14:cNvPr id="81985" name="Ink 81984">
                <a:extLst>
                  <a:ext uri="{FF2B5EF4-FFF2-40B4-BE49-F238E27FC236}">
                    <a16:creationId xmlns:a16="http://schemas.microsoft.com/office/drawing/2014/main" id="{8F17D439-7C4C-40BF-B1B6-2E14DB435E05}"/>
                  </a:ext>
                </a:extLst>
              </p14:cNvPr>
              <p14:cNvContentPartPr/>
              <p14:nvPr/>
            </p14:nvContentPartPr>
            <p14:xfrm>
              <a:off x="2996355" y="876890"/>
              <a:ext cx="37080" cy="98640"/>
            </p14:xfrm>
          </p:contentPart>
        </mc:Choice>
        <mc:Fallback>
          <p:pic>
            <p:nvPicPr>
              <p:cNvPr id="81985" name="Ink 81984">
                <a:extLst>
                  <a:ext uri="{FF2B5EF4-FFF2-40B4-BE49-F238E27FC236}">
                    <a16:creationId xmlns:a16="http://schemas.microsoft.com/office/drawing/2014/main" id="{8F17D439-7C4C-40BF-B1B6-2E14DB435E05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2978355" y="858890"/>
                <a:ext cx="7272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81986" name="Ink 81985">
                <a:extLst>
                  <a:ext uri="{FF2B5EF4-FFF2-40B4-BE49-F238E27FC236}">
                    <a16:creationId xmlns:a16="http://schemas.microsoft.com/office/drawing/2014/main" id="{301581F6-B251-4EB8-9307-C5A27CE7EF5D}"/>
                  </a:ext>
                </a:extLst>
              </p14:cNvPr>
              <p14:cNvContentPartPr/>
              <p14:nvPr/>
            </p14:nvContentPartPr>
            <p14:xfrm>
              <a:off x="3002115" y="782210"/>
              <a:ext cx="54720" cy="42120"/>
            </p14:xfrm>
          </p:contentPart>
        </mc:Choice>
        <mc:Fallback>
          <p:pic>
            <p:nvPicPr>
              <p:cNvPr id="81986" name="Ink 81985">
                <a:extLst>
                  <a:ext uri="{FF2B5EF4-FFF2-40B4-BE49-F238E27FC236}">
                    <a16:creationId xmlns:a16="http://schemas.microsoft.com/office/drawing/2014/main" id="{301581F6-B251-4EB8-9307-C5A27CE7EF5D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2984475" y="764570"/>
                <a:ext cx="9036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81987" name="Ink 81986">
                <a:extLst>
                  <a:ext uri="{FF2B5EF4-FFF2-40B4-BE49-F238E27FC236}">
                    <a16:creationId xmlns:a16="http://schemas.microsoft.com/office/drawing/2014/main" id="{6D67AABE-B549-4FC1-9674-EBE274181CCF}"/>
                  </a:ext>
                </a:extLst>
              </p14:cNvPr>
              <p14:cNvContentPartPr/>
              <p14:nvPr/>
            </p14:nvContentPartPr>
            <p14:xfrm>
              <a:off x="3106515" y="781850"/>
              <a:ext cx="228600" cy="173520"/>
            </p14:xfrm>
          </p:contentPart>
        </mc:Choice>
        <mc:Fallback>
          <p:pic>
            <p:nvPicPr>
              <p:cNvPr id="81987" name="Ink 81986">
                <a:extLst>
                  <a:ext uri="{FF2B5EF4-FFF2-40B4-BE49-F238E27FC236}">
                    <a16:creationId xmlns:a16="http://schemas.microsoft.com/office/drawing/2014/main" id="{6D67AABE-B549-4FC1-9674-EBE274181CCF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3088515" y="764210"/>
                <a:ext cx="26424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81988" name="Ink 81987">
                <a:extLst>
                  <a:ext uri="{FF2B5EF4-FFF2-40B4-BE49-F238E27FC236}">
                    <a16:creationId xmlns:a16="http://schemas.microsoft.com/office/drawing/2014/main" id="{9CE748A6-1AC2-45AB-8754-B3A2FF06BA73}"/>
                  </a:ext>
                </a:extLst>
              </p14:cNvPr>
              <p14:cNvContentPartPr/>
              <p14:nvPr/>
            </p14:nvContentPartPr>
            <p14:xfrm>
              <a:off x="3385875" y="399170"/>
              <a:ext cx="314640" cy="340920"/>
            </p14:xfrm>
          </p:contentPart>
        </mc:Choice>
        <mc:Fallback>
          <p:pic>
            <p:nvPicPr>
              <p:cNvPr id="81988" name="Ink 81987">
                <a:extLst>
                  <a:ext uri="{FF2B5EF4-FFF2-40B4-BE49-F238E27FC236}">
                    <a16:creationId xmlns:a16="http://schemas.microsoft.com/office/drawing/2014/main" id="{9CE748A6-1AC2-45AB-8754-B3A2FF06BA73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3368235" y="381170"/>
                <a:ext cx="350280" cy="3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9">
            <p14:nvContentPartPr>
              <p14:cNvPr id="81989" name="Ink 81988">
                <a:extLst>
                  <a:ext uri="{FF2B5EF4-FFF2-40B4-BE49-F238E27FC236}">
                    <a16:creationId xmlns:a16="http://schemas.microsoft.com/office/drawing/2014/main" id="{27603A1A-C8E5-4606-B221-262FAFB38F6C}"/>
                  </a:ext>
                </a:extLst>
              </p14:cNvPr>
              <p14:cNvContentPartPr/>
              <p14:nvPr/>
            </p14:nvContentPartPr>
            <p14:xfrm>
              <a:off x="3636795" y="358850"/>
              <a:ext cx="179640" cy="126360"/>
            </p14:xfrm>
          </p:contentPart>
        </mc:Choice>
        <mc:Fallback>
          <p:pic>
            <p:nvPicPr>
              <p:cNvPr id="81989" name="Ink 81988">
                <a:extLst>
                  <a:ext uri="{FF2B5EF4-FFF2-40B4-BE49-F238E27FC236}">
                    <a16:creationId xmlns:a16="http://schemas.microsoft.com/office/drawing/2014/main" id="{27603A1A-C8E5-4606-B221-262FAFB38F6C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3618795" y="340850"/>
                <a:ext cx="21528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81991" name="Ink 81990">
                <a:extLst>
                  <a:ext uri="{FF2B5EF4-FFF2-40B4-BE49-F238E27FC236}">
                    <a16:creationId xmlns:a16="http://schemas.microsoft.com/office/drawing/2014/main" id="{150FF6B3-146A-48F8-90F2-BACEFF82BC86}"/>
                  </a:ext>
                </a:extLst>
              </p14:cNvPr>
              <p14:cNvContentPartPr/>
              <p14:nvPr/>
            </p14:nvContentPartPr>
            <p14:xfrm>
              <a:off x="484995" y="1370"/>
              <a:ext cx="3621960" cy="2421360"/>
            </p14:xfrm>
          </p:contentPart>
        </mc:Choice>
        <mc:Fallback>
          <p:pic>
            <p:nvPicPr>
              <p:cNvPr id="81991" name="Ink 81990">
                <a:extLst>
                  <a:ext uri="{FF2B5EF4-FFF2-40B4-BE49-F238E27FC236}">
                    <a16:creationId xmlns:a16="http://schemas.microsoft.com/office/drawing/2014/main" id="{150FF6B3-146A-48F8-90F2-BACEFF82BC86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467355" y="-16270"/>
                <a:ext cx="3657600" cy="245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1995" name="Group 81994">
            <a:extLst>
              <a:ext uri="{FF2B5EF4-FFF2-40B4-BE49-F238E27FC236}">
                <a16:creationId xmlns:a16="http://schemas.microsoft.com/office/drawing/2014/main" id="{88F07953-7515-4C6E-BAEB-3524A007227B}"/>
              </a:ext>
            </a:extLst>
          </p:cNvPr>
          <p:cNvGrpSpPr/>
          <p:nvPr/>
        </p:nvGrpSpPr>
        <p:grpSpPr>
          <a:xfrm>
            <a:off x="578595" y="1160210"/>
            <a:ext cx="742320" cy="762120"/>
            <a:chOff x="578595" y="1160210"/>
            <a:chExt cx="742320" cy="76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81972" name="Ink 81971">
                  <a:extLst>
                    <a:ext uri="{FF2B5EF4-FFF2-40B4-BE49-F238E27FC236}">
                      <a16:creationId xmlns:a16="http://schemas.microsoft.com/office/drawing/2014/main" id="{C76F6683-53CF-4DB0-BC35-5331D1B2BB73}"/>
                    </a:ext>
                  </a:extLst>
                </p14:cNvPr>
                <p14:cNvContentPartPr/>
                <p14:nvPr/>
              </p14:nvContentPartPr>
              <p14:xfrm>
                <a:off x="578595" y="1282610"/>
                <a:ext cx="198360" cy="266040"/>
              </p14:xfrm>
            </p:contentPart>
          </mc:Choice>
          <mc:Fallback>
            <p:pic>
              <p:nvPicPr>
                <p:cNvPr id="81972" name="Ink 81971">
                  <a:extLst>
                    <a:ext uri="{FF2B5EF4-FFF2-40B4-BE49-F238E27FC236}">
                      <a16:creationId xmlns:a16="http://schemas.microsoft.com/office/drawing/2014/main" id="{C76F6683-53CF-4DB0-BC35-5331D1B2BB73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60955" y="1264610"/>
                  <a:ext cx="2340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81973" name="Ink 81972">
                  <a:extLst>
                    <a:ext uri="{FF2B5EF4-FFF2-40B4-BE49-F238E27FC236}">
                      <a16:creationId xmlns:a16="http://schemas.microsoft.com/office/drawing/2014/main" id="{5751D2B2-8D85-44A6-A775-7B00B25FB04B}"/>
                    </a:ext>
                  </a:extLst>
                </p14:cNvPr>
                <p14:cNvContentPartPr/>
                <p14:nvPr/>
              </p14:nvContentPartPr>
              <p14:xfrm>
                <a:off x="870555" y="1373690"/>
                <a:ext cx="122760" cy="165600"/>
              </p14:xfrm>
            </p:contentPart>
          </mc:Choice>
          <mc:Fallback>
            <p:pic>
              <p:nvPicPr>
                <p:cNvPr id="81973" name="Ink 81972">
                  <a:extLst>
                    <a:ext uri="{FF2B5EF4-FFF2-40B4-BE49-F238E27FC236}">
                      <a16:creationId xmlns:a16="http://schemas.microsoft.com/office/drawing/2014/main" id="{5751D2B2-8D85-44A6-A775-7B00B25FB04B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52915" y="1356050"/>
                  <a:ext cx="1584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81974" name="Ink 81973">
                  <a:extLst>
                    <a:ext uri="{FF2B5EF4-FFF2-40B4-BE49-F238E27FC236}">
                      <a16:creationId xmlns:a16="http://schemas.microsoft.com/office/drawing/2014/main" id="{84309AA1-5C4B-4DD6-8300-B926CE7A971B}"/>
                    </a:ext>
                  </a:extLst>
                </p14:cNvPr>
                <p14:cNvContentPartPr/>
                <p14:nvPr/>
              </p14:nvContentPartPr>
              <p14:xfrm>
                <a:off x="1200675" y="1160210"/>
                <a:ext cx="120240" cy="37800"/>
              </p14:xfrm>
            </p:contentPart>
          </mc:Choice>
          <mc:Fallback>
            <p:pic>
              <p:nvPicPr>
                <p:cNvPr id="81974" name="Ink 81973">
                  <a:extLst>
                    <a:ext uri="{FF2B5EF4-FFF2-40B4-BE49-F238E27FC236}">
                      <a16:creationId xmlns:a16="http://schemas.microsoft.com/office/drawing/2014/main" id="{84309AA1-5C4B-4DD6-8300-B926CE7A971B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183035" y="1142210"/>
                  <a:ext cx="1558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81975" name="Ink 81974">
                  <a:extLst>
                    <a:ext uri="{FF2B5EF4-FFF2-40B4-BE49-F238E27FC236}">
                      <a16:creationId xmlns:a16="http://schemas.microsoft.com/office/drawing/2014/main" id="{8972BF3F-57F4-464D-B026-06F2CB0605A6}"/>
                    </a:ext>
                  </a:extLst>
                </p14:cNvPr>
                <p14:cNvContentPartPr/>
                <p14:nvPr/>
              </p14:nvContentPartPr>
              <p14:xfrm>
                <a:off x="1199955" y="1291250"/>
                <a:ext cx="99720" cy="52560"/>
              </p14:xfrm>
            </p:contentPart>
          </mc:Choice>
          <mc:Fallback>
            <p:pic>
              <p:nvPicPr>
                <p:cNvPr id="81975" name="Ink 81974">
                  <a:extLst>
                    <a:ext uri="{FF2B5EF4-FFF2-40B4-BE49-F238E27FC236}">
                      <a16:creationId xmlns:a16="http://schemas.microsoft.com/office/drawing/2014/main" id="{8972BF3F-57F4-464D-B026-06F2CB0605A6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181955" y="1273610"/>
                  <a:ext cx="1353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81993" name="Ink 81992">
                  <a:extLst>
                    <a:ext uri="{FF2B5EF4-FFF2-40B4-BE49-F238E27FC236}">
                      <a16:creationId xmlns:a16="http://schemas.microsoft.com/office/drawing/2014/main" id="{E576B1D2-A37D-425B-AE94-3BB4F3ED9A25}"/>
                    </a:ext>
                  </a:extLst>
                </p14:cNvPr>
                <p14:cNvContentPartPr/>
                <p14:nvPr/>
              </p14:nvContentPartPr>
              <p14:xfrm>
                <a:off x="812235" y="1597250"/>
                <a:ext cx="333000" cy="202320"/>
              </p14:xfrm>
            </p:contentPart>
          </mc:Choice>
          <mc:Fallback>
            <p:pic>
              <p:nvPicPr>
                <p:cNvPr id="81993" name="Ink 81992">
                  <a:extLst>
                    <a:ext uri="{FF2B5EF4-FFF2-40B4-BE49-F238E27FC236}">
                      <a16:creationId xmlns:a16="http://schemas.microsoft.com/office/drawing/2014/main" id="{E576B1D2-A37D-425B-AE94-3BB4F3ED9A25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94235" y="1579250"/>
                  <a:ext cx="3686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81994" name="Ink 81993">
                  <a:extLst>
                    <a:ext uri="{FF2B5EF4-FFF2-40B4-BE49-F238E27FC236}">
                      <a16:creationId xmlns:a16="http://schemas.microsoft.com/office/drawing/2014/main" id="{F943D825-2F01-4F88-BCD3-B5A81C74A575}"/>
                    </a:ext>
                  </a:extLst>
                </p14:cNvPr>
                <p14:cNvContentPartPr/>
                <p14:nvPr/>
              </p14:nvContentPartPr>
              <p14:xfrm>
                <a:off x="901515" y="1730450"/>
                <a:ext cx="254520" cy="191880"/>
              </p14:xfrm>
            </p:contentPart>
          </mc:Choice>
          <mc:Fallback>
            <p:pic>
              <p:nvPicPr>
                <p:cNvPr id="81994" name="Ink 81993">
                  <a:extLst>
                    <a:ext uri="{FF2B5EF4-FFF2-40B4-BE49-F238E27FC236}">
                      <a16:creationId xmlns:a16="http://schemas.microsoft.com/office/drawing/2014/main" id="{F943D825-2F01-4F88-BCD3-B5A81C74A575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83875" y="1712450"/>
                  <a:ext cx="290160" cy="22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999" name="Group 81998">
            <a:extLst>
              <a:ext uri="{FF2B5EF4-FFF2-40B4-BE49-F238E27FC236}">
                <a16:creationId xmlns:a16="http://schemas.microsoft.com/office/drawing/2014/main" id="{69713C93-B034-4509-A3B6-D2B8229A2DC3}"/>
              </a:ext>
            </a:extLst>
          </p:cNvPr>
          <p:cNvGrpSpPr/>
          <p:nvPr/>
        </p:nvGrpSpPr>
        <p:grpSpPr>
          <a:xfrm>
            <a:off x="7808115" y="1666370"/>
            <a:ext cx="284760" cy="132120"/>
            <a:chOff x="7808115" y="1666370"/>
            <a:chExt cx="284760" cy="13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81996" name="Ink 81995">
                  <a:extLst>
                    <a:ext uri="{FF2B5EF4-FFF2-40B4-BE49-F238E27FC236}">
                      <a16:creationId xmlns:a16="http://schemas.microsoft.com/office/drawing/2014/main" id="{12D981D0-FE3E-45D9-B761-3B5D939CF910}"/>
                    </a:ext>
                  </a:extLst>
                </p14:cNvPr>
                <p14:cNvContentPartPr/>
                <p14:nvPr/>
              </p14:nvContentPartPr>
              <p14:xfrm>
                <a:off x="7818195" y="1711370"/>
                <a:ext cx="274680" cy="24840"/>
              </p14:xfrm>
            </p:contentPart>
          </mc:Choice>
          <mc:Fallback>
            <p:pic>
              <p:nvPicPr>
                <p:cNvPr id="81996" name="Ink 81995">
                  <a:extLst>
                    <a:ext uri="{FF2B5EF4-FFF2-40B4-BE49-F238E27FC236}">
                      <a16:creationId xmlns:a16="http://schemas.microsoft.com/office/drawing/2014/main" id="{12D981D0-FE3E-45D9-B761-3B5D939CF910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800555" y="1693370"/>
                  <a:ext cx="3103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81997" name="Ink 81996">
                  <a:extLst>
                    <a:ext uri="{FF2B5EF4-FFF2-40B4-BE49-F238E27FC236}">
                      <a16:creationId xmlns:a16="http://schemas.microsoft.com/office/drawing/2014/main" id="{2F888BC9-030F-4D33-8068-B9BBC78E3D4C}"/>
                    </a:ext>
                  </a:extLst>
                </p14:cNvPr>
                <p14:cNvContentPartPr/>
                <p14:nvPr/>
              </p14:nvContentPartPr>
              <p14:xfrm>
                <a:off x="7808115" y="1698410"/>
                <a:ext cx="10440" cy="100080"/>
              </p14:xfrm>
            </p:contentPart>
          </mc:Choice>
          <mc:Fallback>
            <p:pic>
              <p:nvPicPr>
                <p:cNvPr id="81997" name="Ink 81996">
                  <a:extLst>
                    <a:ext uri="{FF2B5EF4-FFF2-40B4-BE49-F238E27FC236}">
                      <a16:creationId xmlns:a16="http://schemas.microsoft.com/office/drawing/2014/main" id="{2F888BC9-030F-4D33-8068-B9BBC78E3D4C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790475" y="1680770"/>
                  <a:ext cx="460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81998" name="Ink 81997">
                  <a:extLst>
                    <a:ext uri="{FF2B5EF4-FFF2-40B4-BE49-F238E27FC236}">
                      <a16:creationId xmlns:a16="http://schemas.microsoft.com/office/drawing/2014/main" id="{B04E65B5-7F34-4CFB-A8A7-7391CE13A4C2}"/>
                    </a:ext>
                  </a:extLst>
                </p14:cNvPr>
                <p14:cNvContentPartPr/>
                <p14:nvPr/>
              </p14:nvContentPartPr>
              <p14:xfrm>
                <a:off x="8059035" y="1666370"/>
                <a:ext cx="20160" cy="112680"/>
              </p14:xfrm>
            </p:contentPart>
          </mc:Choice>
          <mc:Fallback>
            <p:pic>
              <p:nvPicPr>
                <p:cNvPr id="81998" name="Ink 81997">
                  <a:extLst>
                    <a:ext uri="{FF2B5EF4-FFF2-40B4-BE49-F238E27FC236}">
                      <a16:creationId xmlns:a16="http://schemas.microsoft.com/office/drawing/2014/main" id="{B04E65B5-7F34-4CFB-A8A7-7391CE13A4C2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8041395" y="1648730"/>
                  <a:ext cx="55800" cy="14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82000" name="Ink 81999">
                <a:extLst>
                  <a:ext uri="{FF2B5EF4-FFF2-40B4-BE49-F238E27FC236}">
                    <a16:creationId xmlns:a16="http://schemas.microsoft.com/office/drawing/2014/main" id="{032B6770-36BD-4025-93CD-D869C0D03F52}"/>
                  </a:ext>
                </a:extLst>
              </p14:cNvPr>
              <p14:cNvContentPartPr/>
              <p14:nvPr/>
            </p14:nvContentPartPr>
            <p14:xfrm>
              <a:off x="8052555" y="1524530"/>
              <a:ext cx="244440" cy="18360"/>
            </p14:xfrm>
          </p:contentPart>
        </mc:Choice>
        <mc:Fallback>
          <p:pic>
            <p:nvPicPr>
              <p:cNvPr id="82000" name="Ink 81999">
                <a:extLst>
                  <a:ext uri="{FF2B5EF4-FFF2-40B4-BE49-F238E27FC236}">
                    <a16:creationId xmlns:a16="http://schemas.microsoft.com/office/drawing/2014/main" id="{032B6770-36BD-4025-93CD-D869C0D03F52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8034555" y="1506530"/>
                <a:ext cx="280080" cy="54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5309BE-32E8-479B-9A05-13460618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D13CC-F2AF-4C30-8539-7548D08373C5}" type="datetime1">
              <a:rPr lang="en-US" altLang="en-US" smtClean="0"/>
              <a:t>3/3/2022</a:t>
            </a:fld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BE2AD-E592-41BC-9B2E-F8CB5C7F0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4761-A2D8-4A7C-8A5C-0F7095CF5018}" type="slidenum">
              <a:rPr lang="en-US" altLang="en-US" smtClean="0"/>
              <a:pPr/>
              <a:t>27</a:t>
            </a:fld>
            <a:endParaRPr lang="en-US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1DC68374-FBEA-4A1D-994B-B1005DDA20AA}"/>
                  </a:ext>
                </a:extLst>
              </p14:cNvPr>
              <p14:cNvContentPartPr/>
              <p14:nvPr/>
            </p14:nvContentPartPr>
            <p14:xfrm>
              <a:off x="6343635" y="1438490"/>
              <a:ext cx="574200" cy="23472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1DC68374-FBEA-4A1D-994B-B1005DDA20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25995" y="1420850"/>
                <a:ext cx="60984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F12258E9-60E2-487E-858A-8046A9A11D8E}"/>
                  </a:ext>
                </a:extLst>
              </p14:cNvPr>
              <p14:cNvContentPartPr/>
              <p14:nvPr/>
            </p14:nvContentPartPr>
            <p14:xfrm>
              <a:off x="7768515" y="5289050"/>
              <a:ext cx="109800" cy="2052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F12258E9-60E2-487E-858A-8046A9A11D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50515" y="5271050"/>
                <a:ext cx="14544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8B0E63C8-C677-4C02-A274-3F97DADE96F9}"/>
                  </a:ext>
                </a:extLst>
              </p14:cNvPr>
              <p14:cNvContentPartPr/>
              <p14:nvPr/>
            </p14:nvContentPartPr>
            <p14:xfrm>
              <a:off x="11381835" y="2292050"/>
              <a:ext cx="688320" cy="288432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8B0E63C8-C677-4C02-A274-3F97DADE96F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364195" y="2274050"/>
                <a:ext cx="723960" cy="291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0" name="Group 199">
            <a:extLst>
              <a:ext uri="{FF2B5EF4-FFF2-40B4-BE49-F238E27FC236}">
                <a16:creationId xmlns:a16="http://schemas.microsoft.com/office/drawing/2014/main" id="{9B65D652-9AF7-4CEF-BD4A-0EE18AEEC0CE}"/>
              </a:ext>
            </a:extLst>
          </p:cNvPr>
          <p:cNvGrpSpPr/>
          <p:nvPr/>
        </p:nvGrpSpPr>
        <p:grpSpPr>
          <a:xfrm>
            <a:off x="3394875" y="153290"/>
            <a:ext cx="8740080" cy="6228720"/>
            <a:chOff x="3394875" y="153290"/>
            <a:chExt cx="8740080" cy="622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ACB62AD-C553-469C-8F9E-39C8AD3D42BE}"/>
                    </a:ext>
                  </a:extLst>
                </p14:cNvPr>
                <p14:cNvContentPartPr/>
                <p14:nvPr/>
              </p14:nvContentPartPr>
              <p14:xfrm>
                <a:off x="4992915" y="1897490"/>
                <a:ext cx="933840" cy="839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ACB62AD-C553-469C-8F9E-39C8AD3D42B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74915" y="1879850"/>
                  <a:ext cx="969480" cy="87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E8C8A8A-541D-453D-AEBC-65462B8F484E}"/>
                    </a:ext>
                  </a:extLst>
                </p14:cNvPr>
                <p14:cNvContentPartPr/>
                <p14:nvPr/>
              </p14:nvContentPartPr>
              <p14:xfrm>
                <a:off x="5446875" y="2102330"/>
                <a:ext cx="45720" cy="415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E8C8A8A-541D-453D-AEBC-65462B8F484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429235" y="2084690"/>
                  <a:ext cx="8136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81FA25F-FBAC-4254-A919-E9DDBE0DDAD0}"/>
                    </a:ext>
                  </a:extLst>
                </p14:cNvPr>
                <p14:cNvContentPartPr/>
                <p14:nvPr/>
              </p14:nvContentPartPr>
              <p14:xfrm>
                <a:off x="5503395" y="2077850"/>
                <a:ext cx="234000" cy="142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81FA25F-FBAC-4254-A919-E9DDBE0DDAD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485395" y="2059850"/>
                  <a:ext cx="2696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4FF8E06-8F75-4A14-9D55-D395B07A5369}"/>
                    </a:ext>
                  </a:extLst>
                </p14:cNvPr>
                <p14:cNvContentPartPr/>
                <p14:nvPr/>
              </p14:nvContentPartPr>
              <p14:xfrm>
                <a:off x="5468115" y="2405090"/>
                <a:ext cx="286920" cy="126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4FF8E06-8F75-4A14-9D55-D395B07A536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450115" y="2387090"/>
                  <a:ext cx="3225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D6EEBCB-2521-4B6B-AF7F-762AEC0F2CA6}"/>
                    </a:ext>
                  </a:extLst>
                </p14:cNvPr>
                <p14:cNvContentPartPr/>
                <p14:nvPr/>
              </p14:nvContentPartPr>
              <p14:xfrm>
                <a:off x="5581155" y="2417690"/>
                <a:ext cx="171360" cy="176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D6EEBCB-2521-4B6B-AF7F-762AEC0F2CA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563515" y="2399690"/>
                  <a:ext cx="2070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D3DE49D-2326-4CC2-882C-B2E118786B50}"/>
                    </a:ext>
                  </a:extLst>
                </p14:cNvPr>
                <p14:cNvContentPartPr/>
                <p14:nvPr/>
              </p14:nvContentPartPr>
              <p14:xfrm>
                <a:off x="5826315" y="2519930"/>
                <a:ext cx="34920" cy="760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D3DE49D-2326-4CC2-882C-B2E118786B5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808315" y="2502290"/>
                  <a:ext cx="70560" cy="79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E220242-52F4-45C3-B564-8A4AE7F710C2}"/>
                    </a:ext>
                  </a:extLst>
                </p14:cNvPr>
                <p14:cNvContentPartPr/>
                <p14:nvPr/>
              </p14:nvContentPartPr>
              <p14:xfrm>
                <a:off x="5706795" y="731090"/>
                <a:ext cx="163080" cy="13014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E220242-52F4-45C3-B564-8A4AE7F710C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88795" y="713450"/>
                  <a:ext cx="198720" cy="13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707C7C8-901D-46BC-96BC-04828FFDDDAA}"/>
                    </a:ext>
                  </a:extLst>
                </p14:cNvPr>
                <p14:cNvContentPartPr/>
                <p14:nvPr/>
              </p14:nvContentPartPr>
              <p14:xfrm>
                <a:off x="4858275" y="2285930"/>
                <a:ext cx="829800" cy="58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707C7C8-901D-46BC-96BC-04828FFDDDA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40635" y="2267930"/>
                  <a:ext cx="8654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7247E85-5BA1-48A6-AFC5-41AA2DCD381D}"/>
                    </a:ext>
                  </a:extLst>
                </p14:cNvPr>
                <p14:cNvContentPartPr/>
                <p14:nvPr/>
              </p14:nvContentPartPr>
              <p14:xfrm>
                <a:off x="4409715" y="2356490"/>
                <a:ext cx="524520" cy="1405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7247E85-5BA1-48A6-AFC5-41AA2DCD381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392075" y="2338490"/>
                  <a:ext cx="560160" cy="144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5E3EF8B-68CA-4524-90A3-DDE4A30F34A8}"/>
                    </a:ext>
                  </a:extLst>
                </p14:cNvPr>
                <p14:cNvContentPartPr/>
                <p14:nvPr/>
              </p14:nvContentPartPr>
              <p14:xfrm>
                <a:off x="4624275" y="2838890"/>
                <a:ext cx="153720" cy="247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5E3EF8B-68CA-4524-90A3-DDE4A30F34A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606275" y="2820890"/>
                  <a:ext cx="1893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4278D3C-97D9-497C-B138-A9976DF44B1F}"/>
                    </a:ext>
                  </a:extLst>
                </p14:cNvPr>
                <p14:cNvContentPartPr/>
                <p14:nvPr/>
              </p14:nvContentPartPr>
              <p14:xfrm>
                <a:off x="4831635" y="3042290"/>
                <a:ext cx="18000" cy="88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4278D3C-97D9-497C-B138-A9976DF44B1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813995" y="3024650"/>
                  <a:ext cx="536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8D68F70-2B0F-46D9-8CF9-0423D53F7E3B}"/>
                    </a:ext>
                  </a:extLst>
                </p14:cNvPr>
                <p14:cNvContentPartPr/>
                <p14:nvPr/>
              </p14:nvContentPartPr>
              <p14:xfrm>
                <a:off x="4812915" y="2992250"/>
                <a:ext cx="20880" cy="23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8D68F70-2B0F-46D9-8CF9-0423D53F7E3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94915" y="2974250"/>
                  <a:ext cx="565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3D87489-00C4-4EEA-A3D8-6BF4D415A211}"/>
                    </a:ext>
                  </a:extLst>
                </p14:cNvPr>
                <p14:cNvContentPartPr/>
                <p14:nvPr/>
              </p14:nvContentPartPr>
              <p14:xfrm>
                <a:off x="4883835" y="3038330"/>
                <a:ext cx="94320" cy="94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3D87489-00C4-4EEA-A3D8-6BF4D415A21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865835" y="3020690"/>
                  <a:ext cx="1299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DF674FD-22DF-4429-979D-E2B3ED930F34}"/>
                    </a:ext>
                  </a:extLst>
                </p14:cNvPr>
                <p14:cNvContentPartPr/>
                <p14:nvPr/>
              </p14:nvContentPartPr>
              <p14:xfrm>
                <a:off x="5045475" y="2990090"/>
                <a:ext cx="16200" cy="149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DF674FD-22DF-4429-979D-E2B3ED930F3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027475" y="2972450"/>
                  <a:ext cx="518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ACB1F82-B1CD-4BD8-A539-295C4065CA09}"/>
                    </a:ext>
                  </a:extLst>
                </p14:cNvPr>
                <p14:cNvContentPartPr/>
                <p14:nvPr/>
              </p14:nvContentPartPr>
              <p14:xfrm>
                <a:off x="5991195" y="1095770"/>
                <a:ext cx="221760" cy="2372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ACB1F82-B1CD-4BD8-A539-295C4065CA0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73195" y="1078130"/>
                  <a:ext cx="2574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C4227E0-CEB5-4377-A41C-55DD0483A82F}"/>
                    </a:ext>
                  </a:extLst>
                </p14:cNvPr>
                <p14:cNvContentPartPr/>
                <p14:nvPr/>
              </p14:nvContentPartPr>
              <p14:xfrm>
                <a:off x="6300075" y="1154090"/>
                <a:ext cx="63720" cy="131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C4227E0-CEB5-4377-A41C-55DD0483A82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82435" y="1136450"/>
                  <a:ext cx="993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06D57C2-B107-463B-9DBF-54269653917C}"/>
                    </a:ext>
                  </a:extLst>
                </p14:cNvPr>
                <p14:cNvContentPartPr/>
                <p14:nvPr/>
              </p14:nvContentPartPr>
              <p14:xfrm>
                <a:off x="6489795" y="1224650"/>
                <a:ext cx="19800" cy="122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06D57C2-B107-463B-9DBF-54269653917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472155" y="1207010"/>
                  <a:ext cx="554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3BB4937-76EA-434F-99CF-359D654E8BBB}"/>
                    </a:ext>
                  </a:extLst>
                </p14:cNvPr>
                <p14:cNvContentPartPr/>
                <p14:nvPr/>
              </p14:nvContentPartPr>
              <p14:xfrm>
                <a:off x="5727315" y="589610"/>
                <a:ext cx="1345680" cy="112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3BB4937-76EA-434F-99CF-359D654E8BB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09315" y="571970"/>
                  <a:ext cx="13813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6EC906B-81D4-4CAE-A828-879F7C23AECE}"/>
                    </a:ext>
                  </a:extLst>
                </p14:cNvPr>
                <p14:cNvContentPartPr/>
                <p14:nvPr/>
              </p14:nvContentPartPr>
              <p14:xfrm>
                <a:off x="6513195" y="235730"/>
                <a:ext cx="62280" cy="399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6EC906B-81D4-4CAE-A828-879F7C23AEC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495195" y="218090"/>
                  <a:ext cx="9792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D8A83DC-A84E-4B39-89D3-629E421F4B5F}"/>
                    </a:ext>
                  </a:extLst>
                </p14:cNvPr>
                <p14:cNvContentPartPr/>
                <p14:nvPr/>
              </p14:nvContentPartPr>
              <p14:xfrm>
                <a:off x="6688155" y="164090"/>
                <a:ext cx="144000" cy="1357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D8A83DC-A84E-4B39-89D3-629E421F4B5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70155" y="146090"/>
                  <a:ext cx="1796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5C82991-4112-442A-B253-D2EFB311C179}"/>
                    </a:ext>
                  </a:extLst>
                </p14:cNvPr>
                <p14:cNvContentPartPr/>
                <p14:nvPr/>
              </p14:nvContentPartPr>
              <p14:xfrm>
                <a:off x="7013235" y="192170"/>
                <a:ext cx="62640" cy="113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5C82991-4112-442A-B253-D2EFB311C17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995235" y="174530"/>
                  <a:ext cx="982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23E61F4-7E8C-4759-A948-0D4BD4ED7040}"/>
                    </a:ext>
                  </a:extLst>
                </p14:cNvPr>
                <p14:cNvContentPartPr/>
                <p14:nvPr/>
              </p14:nvContentPartPr>
              <p14:xfrm>
                <a:off x="7187115" y="198290"/>
                <a:ext cx="60120" cy="105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23E61F4-7E8C-4759-A948-0D4BD4ED704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169475" y="180290"/>
                  <a:ext cx="957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1AC3A84-A980-4AED-B2E8-7CE16695DE88}"/>
                    </a:ext>
                  </a:extLst>
                </p14:cNvPr>
                <p14:cNvContentPartPr/>
                <p14:nvPr/>
              </p14:nvContentPartPr>
              <p14:xfrm>
                <a:off x="4218555" y="3685250"/>
                <a:ext cx="436680" cy="496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1AC3A84-A980-4AED-B2E8-7CE16695DE8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200555" y="3667610"/>
                  <a:ext cx="472320" cy="5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683C95E-5E12-40A1-ADB3-F025152B9D2A}"/>
                    </a:ext>
                  </a:extLst>
                </p14:cNvPr>
                <p14:cNvContentPartPr/>
                <p14:nvPr/>
              </p14:nvContentPartPr>
              <p14:xfrm>
                <a:off x="4338795" y="3892610"/>
                <a:ext cx="249480" cy="145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683C95E-5E12-40A1-ADB3-F025152B9D2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21155" y="3874610"/>
                  <a:ext cx="2851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A958005-8C9B-4301-8C9F-A0845679440B}"/>
                    </a:ext>
                  </a:extLst>
                </p14:cNvPr>
                <p14:cNvContentPartPr/>
                <p14:nvPr/>
              </p14:nvContentPartPr>
              <p14:xfrm>
                <a:off x="4486755" y="4121930"/>
                <a:ext cx="41400" cy="717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A958005-8C9B-4301-8C9F-A0845679440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469115" y="4104290"/>
                  <a:ext cx="77040" cy="75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88932B5-9694-4B25-82C0-9AD01F13F531}"/>
                    </a:ext>
                  </a:extLst>
                </p14:cNvPr>
                <p14:cNvContentPartPr/>
                <p14:nvPr/>
              </p14:nvContentPartPr>
              <p14:xfrm>
                <a:off x="4176435" y="4888010"/>
                <a:ext cx="670320" cy="64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88932B5-9694-4B25-82C0-9AD01F13F53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158795" y="4870010"/>
                  <a:ext cx="7059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5A2A50B-6735-4F55-A64A-3297B00FED74}"/>
                    </a:ext>
                  </a:extLst>
                </p14:cNvPr>
                <p14:cNvContentPartPr/>
                <p14:nvPr/>
              </p14:nvContentPartPr>
              <p14:xfrm>
                <a:off x="4485315" y="5051450"/>
                <a:ext cx="241920" cy="57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5A2A50B-6735-4F55-A64A-3297B00FED7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467675" y="5033450"/>
                  <a:ext cx="2775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3B69D18-AA33-45B2-865B-DDC619ED13F4}"/>
                    </a:ext>
                  </a:extLst>
                </p14:cNvPr>
                <p14:cNvContentPartPr/>
                <p14:nvPr/>
              </p14:nvContentPartPr>
              <p14:xfrm>
                <a:off x="3961155" y="3524330"/>
                <a:ext cx="27720" cy="158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3B69D18-AA33-45B2-865B-DDC619ED13F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943515" y="3506330"/>
                  <a:ext cx="633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082B5F5-2320-4F55-9777-5DBD0116F7C7}"/>
                    </a:ext>
                  </a:extLst>
                </p14:cNvPr>
                <p14:cNvContentPartPr/>
                <p14:nvPr/>
              </p14:nvContentPartPr>
              <p14:xfrm>
                <a:off x="3929835" y="3630890"/>
                <a:ext cx="159840" cy="27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082B5F5-2320-4F55-9777-5DBD0116F7C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911835" y="3613250"/>
                  <a:ext cx="1954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81A6392-1ED9-4354-A419-B4F112063AE5}"/>
                    </a:ext>
                  </a:extLst>
                </p14:cNvPr>
                <p14:cNvContentPartPr/>
                <p14:nvPr/>
              </p14:nvContentPartPr>
              <p14:xfrm>
                <a:off x="3977715" y="4355570"/>
                <a:ext cx="114840" cy="47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81A6392-1ED9-4354-A419-B4F112063AE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959715" y="4337570"/>
                  <a:ext cx="1504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B384F8C-F95C-4A6F-A5F5-16355EC3A70C}"/>
                    </a:ext>
                  </a:extLst>
                </p14:cNvPr>
                <p14:cNvContentPartPr/>
                <p14:nvPr/>
              </p14:nvContentPartPr>
              <p14:xfrm>
                <a:off x="3394875" y="3834290"/>
                <a:ext cx="163440" cy="207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B384F8C-F95C-4A6F-A5F5-16355EC3A70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376875" y="3816290"/>
                  <a:ext cx="1990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1CE774C-AC1F-4BB1-BFD1-28AA7A9AD431}"/>
                    </a:ext>
                  </a:extLst>
                </p14:cNvPr>
                <p14:cNvContentPartPr/>
                <p14:nvPr/>
              </p14:nvContentPartPr>
              <p14:xfrm>
                <a:off x="3697275" y="4035170"/>
                <a:ext cx="20160" cy="109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1CE774C-AC1F-4BB1-BFD1-28AA7A9AD43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679275" y="4017530"/>
                  <a:ext cx="558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46F6142-D08A-438E-90D7-05DBC7051427}"/>
                    </a:ext>
                  </a:extLst>
                </p14:cNvPr>
                <p14:cNvContentPartPr/>
                <p14:nvPr/>
              </p14:nvContentPartPr>
              <p14:xfrm>
                <a:off x="3638595" y="3958130"/>
                <a:ext cx="42120" cy="16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46F6142-D08A-438E-90D7-05DBC705142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620595" y="3940130"/>
                  <a:ext cx="777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B9CF19F-FB3E-4A25-87B0-03A24C2D5126}"/>
                    </a:ext>
                  </a:extLst>
                </p14:cNvPr>
                <p14:cNvContentPartPr/>
                <p14:nvPr/>
              </p14:nvContentPartPr>
              <p14:xfrm>
                <a:off x="3803475" y="3997370"/>
                <a:ext cx="126360" cy="106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B9CF19F-FB3E-4A25-87B0-03A24C2D512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85835" y="3979730"/>
                  <a:ext cx="1620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9FBE1B8-6149-43E0-939E-692AA5776A8E}"/>
                    </a:ext>
                  </a:extLst>
                </p14:cNvPr>
                <p14:cNvContentPartPr/>
                <p14:nvPr/>
              </p14:nvContentPartPr>
              <p14:xfrm>
                <a:off x="4013715" y="3957410"/>
                <a:ext cx="49680" cy="130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9FBE1B8-6149-43E0-939E-692AA5776A8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995715" y="3939410"/>
                  <a:ext cx="853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4026B45-D86C-492B-93F6-96D007D7823B}"/>
                    </a:ext>
                  </a:extLst>
                </p14:cNvPr>
                <p14:cNvContentPartPr/>
                <p14:nvPr/>
              </p14:nvContentPartPr>
              <p14:xfrm>
                <a:off x="7096035" y="1960490"/>
                <a:ext cx="920880" cy="8128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4026B45-D86C-492B-93F6-96D007D7823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078395" y="1942490"/>
                  <a:ext cx="956520" cy="84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57F7CAB-CA8A-458E-BFB9-A23504595986}"/>
                    </a:ext>
                  </a:extLst>
                </p14:cNvPr>
                <p14:cNvContentPartPr/>
                <p14:nvPr/>
              </p14:nvContentPartPr>
              <p14:xfrm>
                <a:off x="7630275" y="2099810"/>
                <a:ext cx="64080" cy="532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57F7CAB-CA8A-458E-BFB9-A2350459598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612635" y="2081810"/>
                  <a:ext cx="99720" cy="56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1E9400A-3C76-4D2C-AFC2-139489F87697}"/>
                    </a:ext>
                  </a:extLst>
                </p14:cNvPr>
                <p14:cNvContentPartPr/>
                <p14:nvPr/>
              </p14:nvContentPartPr>
              <p14:xfrm>
                <a:off x="7303035" y="2030330"/>
                <a:ext cx="395280" cy="2242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1E9400A-3C76-4D2C-AFC2-139489F8769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285395" y="2012330"/>
                  <a:ext cx="4309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0944673-7AEF-4B2D-ADDF-D527D136E4AA}"/>
                    </a:ext>
                  </a:extLst>
                </p14:cNvPr>
                <p14:cNvContentPartPr/>
                <p14:nvPr/>
              </p14:nvContentPartPr>
              <p14:xfrm>
                <a:off x="7250835" y="2428850"/>
                <a:ext cx="471600" cy="2844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0944673-7AEF-4B2D-ADDF-D527D136E4A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232835" y="2411210"/>
                  <a:ext cx="50724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3D9D0FA-777C-465B-8076-756B0E2EE0C9}"/>
                    </a:ext>
                  </a:extLst>
                </p14:cNvPr>
                <p14:cNvContentPartPr/>
                <p14:nvPr/>
              </p14:nvContentPartPr>
              <p14:xfrm>
                <a:off x="7312395" y="2556290"/>
                <a:ext cx="197280" cy="1281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3D9D0FA-777C-465B-8076-756B0E2EE0C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294755" y="2538650"/>
                  <a:ext cx="2329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02B290C-9B2C-4CED-9EDE-C39C548113A3}"/>
                    </a:ext>
                  </a:extLst>
                </p14:cNvPr>
                <p14:cNvContentPartPr/>
                <p14:nvPr/>
              </p14:nvContentPartPr>
              <p14:xfrm>
                <a:off x="7898115" y="3565730"/>
                <a:ext cx="126720" cy="1472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02B290C-9B2C-4CED-9EDE-C39C548113A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880115" y="3548090"/>
                  <a:ext cx="1623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6552DE6-0520-457A-82F5-5B06528B998E}"/>
                    </a:ext>
                  </a:extLst>
                </p14:cNvPr>
                <p14:cNvContentPartPr/>
                <p14:nvPr/>
              </p14:nvContentPartPr>
              <p14:xfrm>
                <a:off x="7179555" y="857810"/>
                <a:ext cx="127440" cy="11458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6552DE6-0520-457A-82F5-5B06528B998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161915" y="839810"/>
                  <a:ext cx="163080" cy="11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1ED83A4-9A0E-4B34-8BDA-8F0355DED6CA}"/>
                    </a:ext>
                  </a:extLst>
                </p14:cNvPr>
                <p14:cNvContentPartPr/>
                <p14:nvPr/>
              </p14:nvContentPartPr>
              <p14:xfrm>
                <a:off x="7382595" y="1097570"/>
                <a:ext cx="169560" cy="214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1ED83A4-9A0E-4B34-8BDA-8F0355DED6C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364595" y="1079930"/>
                  <a:ext cx="2052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47F53C8-20D3-462F-AF5E-F061ADB21D3A}"/>
                    </a:ext>
                  </a:extLst>
                </p14:cNvPr>
                <p14:cNvContentPartPr/>
                <p14:nvPr/>
              </p14:nvContentPartPr>
              <p14:xfrm>
                <a:off x="7635315" y="1174250"/>
                <a:ext cx="171000" cy="1346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47F53C8-20D3-462F-AF5E-F061ADB21D3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617315" y="1156250"/>
                  <a:ext cx="2066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6B6131F-FCFF-42E7-B197-B673549C7C57}"/>
                    </a:ext>
                  </a:extLst>
                </p14:cNvPr>
                <p14:cNvContentPartPr/>
                <p14:nvPr/>
              </p14:nvContentPartPr>
              <p14:xfrm>
                <a:off x="7940955" y="1214210"/>
                <a:ext cx="245520" cy="1206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6B6131F-FCFF-42E7-B197-B673549C7C5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923315" y="1196210"/>
                  <a:ext cx="2811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13ACBFA-ECB8-4729-9E6C-F812B41741DE}"/>
                    </a:ext>
                  </a:extLst>
                </p14:cNvPr>
                <p14:cNvContentPartPr/>
                <p14:nvPr/>
              </p14:nvContentPartPr>
              <p14:xfrm>
                <a:off x="7081995" y="572330"/>
                <a:ext cx="185040" cy="432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13ACBFA-ECB8-4729-9E6C-F812B41741D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064355" y="554330"/>
                  <a:ext cx="22068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D5BD388-C797-40AD-A278-5C111B33872B}"/>
                    </a:ext>
                  </a:extLst>
                </p14:cNvPr>
                <p14:cNvContentPartPr/>
                <p14:nvPr/>
              </p14:nvContentPartPr>
              <p14:xfrm>
                <a:off x="7363155" y="1033850"/>
                <a:ext cx="3240" cy="50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D5BD388-C797-40AD-A278-5C111B33872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345515" y="1016210"/>
                  <a:ext cx="388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08837B8-AF2E-44D5-BC3E-4519C390BFD3}"/>
                    </a:ext>
                  </a:extLst>
                </p14:cNvPr>
                <p14:cNvContentPartPr/>
                <p14:nvPr/>
              </p14:nvContentPartPr>
              <p14:xfrm>
                <a:off x="7740435" y="2217530"/>
                <a:ext cx="1340640" cy="1346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08837B8-AF2E-44D5-BC3E-4519C390BFD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722795" y="2199890"/>
                  <a:ext cx="13762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7E9B16C-4EFA-4E8B-A3FB-98DF4EF45ED4}"/>
                    </a:ext>
                  </a:extLst>
                </p14:cNvPr>
                <p14:cNvContentPartPr/>
                <p14:nvPr/>
              </p14:nvContentPartPr>
              <p14:xfrm>
                <a:off x="9082875" y="2242730"/>
                <a:ext cx="198360" cy="8956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7E9B16C-4EFA-4E8B-A3FB-98DF4EF45ED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065235" y="2225090"/>
                  <a:ext cx="234000" cy="9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20F1DCA-3D20-4BD0-80A0-FC461DFD521E}"/>
                    </a:ext>
                  </a:extLst>
                </p14:cNvPr>
                <p14:cNvContentPartPr/>
                <p14:nvPr/>
              </p14:nvContentPartPr>
              <p14:xfrm>
                <a:off x="9392475" y="2658170"/>
                <a:ext cx="266760" cy="2052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20F1DCA-3D20-4BD0-80A0-FC461DFD521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374835" y="2640530"/>
                  <a:ext cx="3024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44A7F79-2883-421E-9F77-A9ED8E449BD0}"/>
                    </a:ext>
                  </a:extLst>
                </p14:cNvPr>
                <p14:cNvContentPartPr/>
                <p14:nvPr/>
              </p14:nvContentPartPr>
              <p14:xfrm>
                <a:off x="9648075" y="2683730"/>
                <a:ext cx="39960" cy="12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44A7F79-2883-421E-9F77-A9ED8E449BD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630075" y="2666090"/>
                  <a:ext cx="756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EEEB5D3-F8CB-4927-A200-A7A113F5E442}"/>
                    </a:ext>
                  </a:extLst>
                </p14:cNvPr>
                <p14:cNvContentPartPr/>
                <p14:nvPr/>
              </p14:nvContentPartPr>
              <p14:xfrm>
                <a:off x="9733755" y="2733410"/>
                <a:ext cx="146520" cy="1256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EEEB5D3-F8CB-4927-A200-A7A113F5E44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716115" y="2715770"/>
                  <a:ext cx="1821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F07A424-2148-4641-A069-092566614EED}"/>
                    </a:ext>
                  </a:extLst>
                </p14:cNvPr>
                <p14:cNvContentPartPr/>
                <p14:nvPr/>
              </p14:nvContentPartPr>
              <p14:xfrm>
                <a:off x="10003395" y="2730530"/>
                <a:ext cx="182160" cy="2001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F07A424-2148-4641-A069-092566614EE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985395" y="2712890"/>
                  <a:ext cx="2178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8D8E27A-090D-473A-A009-4AC0ADA6B091}"/>
                    </a:ext>
                  </a:extLst>
                </p14:cNvPr>
                <p14:cNvContentPartPr/>
                <p14:nvPr/>
              </p14:nvContentPartPr>
              <p14:xfrm>
                <a:off x="9007995" y="3122210"/>
                <a:ext cx="450360" cy="763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8D8E27A-090D-473A-A009-4AC0ADA6B09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990355" y="3104210"/>
                  <a:ext cx="486000" cy="79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828B471-B4F5-4819-8531-FF728208DCAF}"/>
                    </a:ext>
                  </a:extLst>
                </p14:cNvPr>
                <p14:cNvContentPartPr/>
                <p14:nvPr/>
              </p14:nvContentPartPr>
              <p14:xfrm>
                <a:off x="9181875" y="3550610"/>
                <a:ext cx="234720" cy="1832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828B471-B4F5-4819-8531-FF728208DCA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164235" y="3532970"/>
                  <a:ext cx="2703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7FC6728-EBDC-47C1-978C-041A7FD155D0}"/>
                    </a:ext>
                  </a:extLst>
                </p14:cNvPr>
                <p14:cNvContentPartPr/>
                <p14:nvPr/>
              </p14:nvContentPartPr>
              <p14:xfrm>
                <a:off x="9648795" y="3545570"/>
                <a:ext cx="127440" cy="1796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7FC6728-EBDC-47C1-978C-041A7FD155D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630795" y="3527570"/>
                  <a:ext cx="1630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74ACA39-F240-42F9-B2C2-524FBED023D7}"/>
                    </a:ext>
                  </a:extLst>
                </p14:cNvPr>
                <p14:cNvContentPartPr/>
                <p14:nvPr/>
              </p14:nvContentPartPr>
              <p14:xfrm>
                <a:off x="9851475" y="3618650"/>
                <a:ext cx="23760" cy="1659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74ACA39-F240-42F9-B2C2-524FBED023D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833475" y="3601010"/>
                  <a:ext cx="594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9BA59C4-9D86-4669-9FDD-53209F9E6BE3}"/>
                    </a:ext>
                  </a:extLst>
                </p14:cNvPr>
                <p14:cNvContentPartPr/>
                <p14:nvPr/>
              </p14:nvContentPartPr>
              <p14:xfrm>
                <a:off x="9918795" y="3698570"/>
                <a:ext cx="123120" cy="1332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9BA59C4-9D86-4669-9FDD-53209F9E6BE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900795" y="3680570"/>
                  <a:ext cx="1587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0BFE491-3548-40FC-A78C-A629C75C1FEB}"/>
                    </a:ext>
                  </a:extLst>
                </p14:cNvPr>
                <p14:cNvContentPartPr/>
                <p14:nvPr/>
              </p14:nvContentPartPr>
              <p14:xfrm>
                <a:off x="10165395" y="3704330"/>
                <a:ext cx="224280" cy="1198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0BFE491-3548-40FC-A78C-A629C75C1FE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147755" y="3686690"/>
                  <a:ext cx="2599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69E8B22-F7D3-49B7-8C4D-D4FB5B69D1E2}"/>
                    </a:ext>
                  </a:extLst>
                </p14:cNvPr>
                <p14:cNvContentPartPr/>
                <p14:nvPr/>
              </p14:nvContentPartPr>
              <p14:xfrm>
                <a:off x="9489675" y="3310490"/>
                <a:ext cx="5760" cy="1317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69E8B22-F7D3-49B7-8C4D-D4FB5B69D1E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472035" y="3292490"/>
                  <a:ext cx="414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76FB715-12F7-4681-B084-89EBB5B6E134}"/>
                    </a:ext>
                  </a:extLst>
                </p14:cNvPr>
                <p14:cNvContentPartPr/>
                <p14:nvPr/>
              </p14:nvContentPartPr>
              <p14:xfrm>
                <a:off x="9447555" y="3397970"/>
                <a:ext cx="141480" cy="18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76FB715-12F7-4681-B084-89EBB5B6E13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429555" y="3380330"/>
                  <a:ext cx="1771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C1EE9DF-C52B-4FD9-B30C-43907DC26B4E}"/>
                    </a:ext>
                  </a:extLst>
                </p14:cNvPr>
                <p14:cNvContentPartPr/>
                <p14:nvPr/>
              </p14:nvContentPartPr>
              <p14:xfrm>
                <a:off x="9595875" y="4117610"/>
                <a:ext cx="119160" cy="129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C1EE9DF-C52B-4FD9-B30C-43907DC26B4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578235" y="4099970"/>
                  <a:ext cx="1548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02CDC38-33FD-469D-AA0B-19DCCC880012}"/>
                    </a:ext>
                  </a:extLst>
                </p14:cNvPr>
                <p14:cNvContentPartPr/>
                <p14:nvPr/>
              </p14:nvContentPartPr>
              <p14:xfrm>
                <a:off x="9277275" y="3843290"/>
                <a:ext cx="30240" cy="7750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02CDC38-33FD-469D-AA0B-19DCCC88001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259635" y="3825290"/>
                  <a:ext cx="65880" cy="81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8B390FF-C69A-4356-ACF1-B916CF3E3201}"/>
                    </a:ext>
                  </a:extLst>
                </p14:cNvPr>
                <p14:cNvContentPartPr/>
                <p14:nvPr/>
              </p14:nvContentPartPr>
              <p14:xfrm>
                <a:off x="5818395" y="1743770"/>
                <a:ext cx="517320" cy="1018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8B390FF-C69A-4356-ACF1-B916CF3E320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800755" y="1726130"/>
                  <a:ext cx="5529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0090084-AECA-4D11-98D9-14700FF31C58}"/>
                    </a:ext>
                  </a:extLst>
                </p14:cNvPr>
                <p14:cNvContentPartPr/>
                <p14:nvPr/>
              </p14:nvContentPartPr>
              <p14:xfrm>
                <a:off x="6199995" y="1957970"/>
                <a:ext cx="118800" cy="1324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0090084-AECA-4D11-98D9-14700FF31C5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181995" y="1940330"/>
                  <a:ext cx="1544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6FB7A3D-F942-4948-80E5-5EDCB9805534}"/>
                    </a:ext>
                  </a:extLst>
                </p14:cNvPr>
                <p14:cNvContentPartPr/>
                <p14:nvPr/>
              </p14:nvContentPartPr>
              <p14:xfrm>
                <a:off x="6396555" y="2051570"/>
                <a:ext cx="60120" cy="1072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6FB7A3D-F942-4948-80E5-5EDCB980553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378915" y="2033930"/>
                  <a:ext cx="957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0D8FE7E-F2C1-4036-A4F9-7E199AB189F5}"/>
                    </a:ext>
                  </a:extLst>
                </p14:cNvPr>
                <p14:cNvContentPartPr/>
                <p14:nvPr/>
              </p14:nvContentPartPr>
              <p14:xfrm>
                <a:off x="6551355" y="2072450"/>
                <a:ext cx="7560" cy="1350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0D8FE7E-F2C1-4036-A4F9-7E199AB189F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533715" y="2054450"/>
                  <a:ext cx="432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B996C4D-1A7D-4CEB-A08A-E34620B3948E}"/>
                    </a:ext>
                  </a:extLst>
                </p14:cNvPr>
                <p14:cNvContentPartPr/>
                <p14:nvPr/>
              </p14:nvContentPartPr>
              <p14:xfrm>
                <a:off x="6837915" y="1706330"/>
                <a:ext cx="455400" cy="838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B996C4D-1A7D-4CEB-A08A-E34620B3948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819915" y="1688690"/>
                  <a:ext cx="4910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3624F9C-1384-45A4-B44A-51B4905009C6}"/>
                    </a:ext>
                  </a:extLst>
                </p14:cNvPr>
                <p14:cNvContentPartPr/>
                <p14:nvPr/>
              </p14:nvContentPartPr>
              <p14:xfrm>
                <a:off x="6880755" y="1894970"/>
                <a:ext cx="95400" cy="986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3624F9C-1384-45A4-B44A-51B4905009C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863115" y="1876970"/>
                  <a:ext cx="1310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B6530F1-5080-425D-86F3-C909F1D8BDCB}"/>
                    </a:ext>
                  </a:extLst>
                </p14:cNvPr>
                <p14:cNvContentPartPr/>
                <p14:nvPr/>
              </p14:nvContentPartPr>
              <p14:xfrm>
                <a:off x="7009635" y="1951130"/>
                <a:ext cx="39240" cy="748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B6530F1-5080-425D-86F3-C909F1D8BDC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991635" y="1933130"/>
                  <a:ext cx="748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DFC63F2-B98C-4288-9AA2-18ACCC7DA4AB}"/>
                    </a:ext>
                  </a:extLst>
                </p14:cNvPr>
                <p14:cNvContentPartPr/>
                <p14:nvPr/>
              </p14:nvContentPartPr>
              <p14:xfrm>
                <a:off x="7108635" y="1970570"/>
                <a:ext cx="173520" cy="1177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DFC63F2-B98C-4288-9AA2-18ACCC7DA4A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090635" y="1952930"/>
                  <a:ext cx="2091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C060AF7-70DD-4F74-B31D-7116F4B8CEF8}"/>
                    </a:ext>
                  </a:extLst>
                </p14:cNvPr>
                <p14:cNvContentPartPr/>
                <p14:nvPr/>
              </p14:nvContentPartPr>
              <p14:xfrm>
                <a:off x="6978675" y="1988570"/>
                <a:ext cx="111240" cy="662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C060AF7-70DD-4F74-B31D-7116F4B8CEF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960675" y="1970570"/>
                  <a:ext cx="1468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1644071-9FC6-46F3-BDEE-21CC7019FEA3}"/>
                    </a:ext>
                  </a:extLst>
                </p14:cNvPr>
                <p14:cNvContentPartPr/>
                <p14:nvPr/>
              </p14:nvContentPartPr>
              <p14:xfrm>
                <a:off x="5882835" y="3144530"/>
                <a:ext cx="1527120" cy="1018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1644071-9FC6-46F3-BDEE-21CC7019FEA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865195" y="3126890"/>
                  <a:ext cx="15627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347EEA9-D523-46CE-9187-4AF3AE06CD41}"/>
                    </a:ext>
                  </a:extLst>
                </p14:cNvPr>
                <p14:cNvContentPartPr/>
                <p14:nvPr/>
              </p14:nvContentPartPr>
              <p14:xfrm>
                <a:off x="7331115" y="2688050"/>
                <a:ext cx="56880" cy="5047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347EEA9-D523-46CE-9187-4AF3AE06CD4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313115" y="2670050"/>
                  <a:ext cx="92520" cy="5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B7DB588-AEE3-4335-AE7C-280E9EC18553}"/>
                    </a:ext>
                  </a:extLst>
                </p14:cNvPr>
                <p14:cNvContentPartPr/>
                <p14:nvPr/>
              </p14:nvContentPartPr>
              <p14:xfrm>
                <a:off x="5948355" y="2577170"/>
                <a:ext cx="172800" cy="2206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B7DB588-AEE3-4335-AE7C-280E9EC1855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930355" y="2559530"/>
                  <a:ext cx="2084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48049AD-1ACC-4FA6-96CA-965E7219112A}"/>
                    </a:ext>
                  </a:extLst>
                </p14:cNvPr>
                <p14:cNvContentPartPr/>
                <p14:nvPr/>
              </p14:nvContentPartPr>
              <p14:xfrm>
                <a:off x="5959155" y="2712170"/>
                <a:ext cx="154440" cy="38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48049AD-1ACC-4FA6-96CA-965E7219112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941515" y="2694530"/>
                  <a:ext cx="1900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58FE874-B81D-4306-85F7-E462D2384009}"/>
                    </a:ext>
                  </a:extLst>
                </p14:cNvPr>
                <p14:cNvContentPartPr/>
                <p14:nvPr/>
              </p14:nvContentPartPr>
              <p14:xfrm>
                <a:off x="7606875" y="2797490"/>
                <a:ext cx="192960" cy="1630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58FE874-B81D-4306-85F7-E462D238400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588875" y="2779490"/>
                  <a:ext cx="2286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CDA3142-802C-4841-972D-AA7BC8201C98}"/>
                    </a:ext>
                  </a:extLst>
                </p14:cNvPr>
                <p14:cNvContentPartPr/>
                <p14:nvPr/>
              </p14:nvContentPartPr>
              <p14:xfrm>
                <a:off x="7687515" y="2879210"/>
                <a:ext cx="122040" cy="327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CDA3142-802C-4841-972D-AA7BC8201C9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669875" y="2861570"/>
                  <a:ext cx="1576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32E1C01-C956-405F-8E91-DD4AFA8BA38B}"/>
                    </a:ext>
                  </a:extLst>
                </p14:cNvPr>
                <p14:cNvContentPartPr/>
                <p14:nvPr/>
              </p14:nvContentPartPr>
              <p14:xfrm>
                <a:off x="6106755" y="3385010"/>
                <a:ext cx="150480" cy="228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32E1C01-C956-405F-8E91-DD4AFA8BA38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089115" y="3367370"/>
                  <a:ext cx="1861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EC12C7F-17B5-4A62-9313-4E943DA5381F}"/>
                    </a:ext>
                  </a:extLst>
                </p14:cNvPr>
                <p14:cNvContentPartPr/>
                <p14:nvPr/>
              </p14:nvContentPartPr>
              <p14:xfrm>
                <a:off x="6339675" y="3477530"/>
                <a:ext cx="146160" cy="1702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EC12C7F-17B5-4A62-9313-4E943DA5381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321675" y="3459890"/>
                  <a:ext cx="1818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7C467F4-C7E8-4117-A2FF-AED8B58F3C78}"/>
                    </a:ext>
                  </a:extLst>
                </p14:cNvPr>
                <p14:cNvContentPartPr/>
                <p14:nvPr/>
              </p14:nvContentPartPr>
              <p14:xfrm>
                <a:off x="6382155" y="3549170"/>
                <a:ext cx="89280" cy="255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7C467F4-C7E8-4117-A2FF-AED8B58F3C7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364155" y="3531530"/>
                  <a:ext cx="1249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6632DDB-42ED-45D4-ADA2-4F8A195E8E89}"/>
                    </a:ext>
                  </a:extLst>
                </p14:cNvPr>
                <p14:cNvContentPartPr/>
                <p14:nvPr/>
              </p14:nvContentPartPr>
              <p14:xfrm>
                <a:off x="6720195" y="3215450"/>
                <a:ext cx="52920" cy="5850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6632DDB-42ED-45D4-ADA2-4F8A195E8E8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702555" y="3197810"/>
                  <a:ext cx="88560" cy="6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31291AE-B50B-4FEC-9EBC-C97606194C96}"/>
                    </a:ext>
                  </a:extLst>
                </p14:cNvPr>
                <p14:cNvContentPartPr/>
                <p14:nvPr/>
              </p14:nvContentPartPr>
              <p14:xfrm>
                <a:off x="6685995" y="3802250"/>
                <a:ext cx="201240" cy="9064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31291AE-B50B-4FEC-9EBC-C97606194C9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667995" y="3784250"/>
                  <a:ext cx="236880" cy="9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B405CF3-E9F4-44CA-87EE-BFB56D78C64F}"/>
                    </a:ext>
                  </a:extLst>
                </p14:cNvPr>
                <p14:cNvContentPartPr/>
                <p14:nvPr/>
              </p14:nvContentPartPr>
              <p14:xfrm>
                <a:off x="6234195" y="3901970"/>
                <a:ext cx="218520" cy="2998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B405CF3-E9F4-44CA-87EE-BFB56D78C64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216195" y="3883970"/>
                  <a:ext cx="25416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A699D5B-9BD0-43CA-8E7A-B5999F9452B9}"/>
                    </a:ext>
                  </a:extLst>
                </p14:cNvPr>
                <p14:cNvContentPartPr/>
                <p14:nvPr/>
              </p14:nvContentPartPr>
              <p14:xfrm>
                <a:off x="6472875" y="4011410"/>
                <a:ext cx="105480" cy="1893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A699D5B-9BD0-43CA-8E7A-B5999F9452B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455235" y="3993770"/>
                  <a:ext cx="1411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D550FD2-8D73-41A2-A561-516372E608E7}"/>
                    </a:ext>
                  </a:extLst>
                </p14:cNvPr>
                <p14:cNvContentPartPr/>
                <p14:nvPr/>
              </p14:nvContentPartPr>
              <p14:xfrm>
                <a:off x="6450915" y="4128410"/>
                <a:ext cx="128520" cy="241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D550FD2-8D73-41A2-A561-516372E608E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433275" y="4110410"/>
                  <a:ext cx="1641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3535AC4-2131-445B-9761-9635C5A7418F}"/>
                    </a:ext>
                  </a:extLst>
                </p14:cNvPr>
                <p14:cNvContentPartPr/>
                <p14:nvPr/>
              </p14:nvContentPartPr>
              <p14:xfrm>
                <a:off x="6750435" y="4742210"/>
                <a:ext cx="174960" cy="1641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3535AC4-2131-445B-9761-9635C5A7418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732795" y="4724210"/>
                  <a:ext cx="2106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C782BB5-BD0C-445E-B28C-42629E88BA1B}"/>
                    </a:ext>
                  </a:extLst>
                </p14:cNvPr>
                <p14:cNvContentPartPr/>
                <p14:nvPr/>
              </p14:nvContentPartPr>
              <p14:xfrm>
                <a:off x="7071195" y="4998890"/>
                <a:ext cx="212040" cy="608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C782BB5-BD0C-445E-B28C-42629E88BA1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053555" y="4981250"/>
                  <a:ext cx="2476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5F99EEE-EF9D-4D3B-8DBE-D43073B13028}"/>
                    </a:ext>
                  </a:extLst>
                </p14:cNvPr>
                <p14:cNvContentPartPr/>
                <p14:nvPr/>
              </p14:nvContentPartPr>
              <p14:xfrm>
                <a:off x="7350555" y="4764890"/>
                <a:ext cx="183240" cy="2800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5F99EEE-EF9D-4D3B-8DBE-D43073B1302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332915" y="4747250"/>
                  <a:ext cx="2188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FF40BE7-964B-4332-AB6F-A0018E9DF992}"/>
                    </a:ext>
                  </a:extLst>
                </p14:cNvPr>
                <p14:cNvContentPartPr/>
                <p14:nvPr/>
              </p14:nvContentPartPr>
              <p14:xfrm>
                <a:off x="7583475" y="4951370"/>
                <a:ext cx="141120" cy="1789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FF40BE7-964B-4332-AB6F-A0018E9DF99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565835" y="4933730"/>
                  <a:ext cx="1767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1900B6D-CD8C-4D4D-B753-82236C640BDF}"/>
                    </a:ext>
                  </a:extLst>
                </p14:cNvPr>
                <p14:cNvContentPartPr/>
                <p14:nvPr/>
              </p14:nvContentPartPr>
              <p14:xfrm>
                <a:off x="7603275" y="5022290"/>
                <a:ext cx="102240" cy="489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1900B6D-CD8C-4D4D-B753-82236C640BD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585635" y="5004290"/>
                  <a:ext cx="1378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FCB31B3-7C74-4A69-9894-99FE85F5EB07}"/>
                    </a:ext>
                  </a:extLst>
                </p14:cNvPr>
                <p14:cNvContentPartPr/>
                <p14:nvPr/>
              </p14:nvContentPartPr>
              <p14:xfrm>
                <a:off x="7839795" y="4915010"/>
                <a:ext cx="138600" cy="2041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FCB31B3-7C74-4A69-9894-99FE85F5EB0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821795" y="4897010"/>
                  <a:ext cx="1742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9E834EC-9F30-4CB2-A6E3-E76511397EE2}"/>
                    </a:ext>
                  </a:extLst>
                </p14:cNvPr>
                <p14:cNvContentPartPr/>
                <p14:nvPr/>
              </p14:nvContentPartPr>
              <p14:xfrm>
                <a:off x="7864635" y="4981970"/>
                <a:ext cx="120600" cy="597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9E834EC-9F30-4CB2-A6E3-E76511397EE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846635" y="4964330"/>
                  <a:ext cx="1562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6AF3F88-1E56-4F0F-AEBA-02F304A85AE2}"/>
                    </a:ext>
                  </a:extLst>
                </p14:cNvPr>
                <p14:cNvContentPartPr/>
                <p14:nvPr/>
              </p14:nvContentPartPr>
              <p14:xfrm>
                <a:off x="7719915" y="153290"/>
                <a:ext cx="28080" cy="1864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6AF3F88-1E56-4F0F-AEBA-02F304A85AE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702275" y="135290"/>
                  <a:ext cx="637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D794F87-5F17-4FCA-8D85-976FA59A43FE}"/>
                    </a:ext>
                  </a:extLst>
                </p14:cNvPr>
                <p14:cNvContentPartPr/>
                <p14:nvPr/>
              </p14:nvContentPartPr>
              <p14:xfrm>
                <a:off x="7690035" y="258050"/>
                <a:ext cx="174960" cy="345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D794F87-5F17-4FCA-8D85-976FA59A43F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672035" y="240410"/>
                  <a:ext cx="2106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704B207-DCFB-4925-B2A5-05AD31D55578}"/>
                    </a:ext>
                  </a:extLst>
                </p14:cNvPr>
                <p14:cNvContentPartPr/>
                <p14:nvPr/>
              </p14:nvContentPartPr>
              <p14:xfrm>
                <a:off x="8006475" y="181010"/>
                <a:ext cx="61920" cy="1951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704B207-DCFB-4925-B2A5-05AD31D5557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988835" y="163010"/>
                  <a:ext cx="975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D8D9566-70CA-480B-9BAB-21E544655FEC}"/>
                    </a:ext>
                  </a:extLst>
                </p14:cNvPr>
                <p14:cNvContentPartPr/>
                <p14:nvPr/>
              </p14:nvContentPartPr>
              <p14:xfrm>
                <a:off x="8042115" y="186410"/>
                <a:ext cx="155160" cy="540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D8D9566-70CA-480B-9BAB-21E544655FE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024475" y="168410"/>
                  <a:ext cx="1908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7AD5276-BF05-4934-B02D-4F1271EBD183}"/>
                    </a:ext>
                  </a:extLst>
                </p14:cNvPr>
                <p14:cNvContentPartPr/>
                <p14:nvPr/>
              </p14:nvContentPartPr>
              <p14:xfrm>
                <a:off x="8331915" y="170210"/>
                <a:ext cx="156960" cy="1710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7AD5276-BF05-4934-B02D-4F1271EBD18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314275" y="152210"/>
                  <a:ext cx="1926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390EDF6-E41B-4A3E-8705-99CA90CA1F4A}"/>
                    </a:ext>
                  </a:extLst>
                </p14:cNvPr>
                <p14:cNvContentPartPr/>
                <p14:nvPr/>
              </p14:nvContentPartPr>
              <p14:xfrm>
                <a:off x="7132755" y="5525210"/>
                <a:ext cx="171360" cy="370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390EDF6-E41B-4A3E-8705-99CA90CA1F4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115115" y="5507570"/>
                  <a:ext cx="2070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947E125-FAF2-4A2A-B46B-8499C2C2C74B}"/>
                    </a:ext>
                  </a:extLst>
                </p14:cNvPr>
                <p14:cNvContentPartPr/>
                <p14:nvPr/>
              </p14:nvContentPartPr>
              <p14:xfrm>
                <a:off x="7409595" y="5424050"/>
                <a:ext cx="98280" cy="1724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947E125-FAF2-4A2A-B46B-8499C2C2C74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391595" y="5406050"/>
                  <a:ext cx="1339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F631A10-0E27-4705-AC54-4167BDD81221}"/>
                    </a:ext>
                  </a:extLst>
                </p14:cNvPr>
                <p14:cNvContentPartPr/>
                <p14:nvPr/>
              </p14:nvContentPartPr>
              <p14:xfrm>
                <a:off x="7468995" y="5403890"/>
                <a:ext cx="221400" cy="334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F631A10-0E27-4705-AC54-4167BDD8122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450995" y="5385890"/>
                  <a:ext cx="2570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EFEDC32-5149-4AAD-9503-FECF0D3F0B11}"/>
                    </a:ext>
                  </a:extLst>
                </p14:cNvPr>
                <p14:cNvContentPartPr/>
                <p14:nvPr/>
              </p14:nvContentPartPr>
              <p14:xfrm>
                <a:off x="7743315" y="5275730"/>
                <a:ext cx="94320" cy="2790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EFEDC32-5149-4AAD-9503-FECF0D3F0B1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725675" y="5258090"/>
                  <a:ext cx="1299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A5E6273-C44A-4BAD-8154-A24AA0D73CF7}"/>
                    </a:ext>
                  </a:extLst>
                </p14:cNvPr>
                <p14:cNvContentPartPr/>
                <p14:nvPr/>
              </p14:nvContentPartPr>
              <p14:xfrm>
                <a:off x="9140835" y="4521170"/>
                <a:ext cx="430200" cy="525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A5E6273-C44A-4BAD-8154-A24AA0D73CF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122835" y="4503530"/>
                  <a:ext cx="4658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7119515-0BB4-48B6-B159-55BB04C214B7}"/>
                    </a:ext>
                  </a:extLst>
                </p14:cNvPr>
                <p14:cNvContentPartPr/>
                <p14:nvPr/>
              </p14:nvContentPartPr>
              <p14:xfrm>
                <a:off x="9383115" y="4667690"/>
                <a:ext cx="163440" cy="385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7119515-0BB4-48B6-B159-55BB04C214B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365115" y="4650050"/>
                  <a:ext cx="1990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A68E02A-A966-47A6-81A2-DD3C1959106B}"/>
                    </a:ext>
                  </a:extLst>
                </p14:cNvPr>
                <p14:cNvContentPartPr/>
                <p14:nvPr/>
              </p14:nvContentPartPr>
              <p14:xfrm>
                <a:off x="9381675" y="4776770"/>
                <a:ext cx="322920" cy="781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A68E02A-A966-47A6-81A2-DD3C1959106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364035" y="4758770"/>
                  <a:ext cx="3585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DC8745F-5098-4011-AD31-3D981BF85E48}"/>
                    </a:ext>
                  </a:extLst>
                </p14:cNvPr>
                <p14:cNvContentPartPr/>
                <p14:nvPr/>
              </p14:nvContentPartPr>
              <p14:xfrm>
                <a:off x="10990515" y="981650"/>
                <a:ext cx="180720" cy="2307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DC8745F-5098-4011-AD31-3D981BF85E4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972515" y="964010"/>
                  <a:ext cx="2163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B2F2D3B-3A2A-4253-B535-270E905491B9}"/>
                    </a:ext>
                  </a:extLst>
                </p14:cNvPr>
                <p14:cNvContentPartPr/>
                <p14:nvPr/>
              </p14:nvContentPartPr>
              <p14:xfrm>
                <a:off x="11206875" y="1118090"/>
                <a:ext cx="80280" cy="1382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B2F2D3B-3A2A-4253-B535-270E905491B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189235" y="1100090"/>
                  <a:ext cx="1159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3D54A28-3555-4420-A620-F1CC8DD56724}"/>
                    </a:ext>
                  </a:extLst>
                </p14:cNvPr>
                <p14:cNvContentPartPr/>
                <p14:nvPr/>
              </p14:nvContentPartPr>
              <p14:xfrm>
                <a:off x="11476155" y="1191890"/>
                <a:ext cx="208440" cy="2296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3D54A28-3555-4420-A620-F1CC8DD5672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458155" y="1173890"/>
                  <a:ext cx="2440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E477642-E4A8-4814-8C2D-F4693E5D8E94}"/>
                    </a:ext>
                  </a:extLst>
                </p14:cNvPr>
                <p14:cNvContentPartPr/>
                <p14:nvPr/>
              </p14:nvContentPartPr>
              <p14:xfrm>
                <a:off x="11710875" y="924410"/>
                <a:ext cx="56520" cy="9684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DE477642-E4A8-4814-8C2D-F4693E5D8E9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693235" y="906410"/>
                  <a:ext cx="92160" cy="10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D1D8E42-2FC6-479B-9A0E-537C3B5B893B}"/>
                    </a:ext>
                  </a:extLst>
                </p14:cNvPr>
                <p14:cNvContentPartPr/>
                <p14:nvPr/>
              </p14:nvContentPartPr>
              <p14:xfrm>
                <a:off x="9882075" y="1163810"/>
                <a:ext cx="161280" cy="1616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D1D8E42-2FC6-479B-9A0E-537C3B5B893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864075" y="1146170"/>
                  <a:ext cx="1969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5AFC5BA-8095-48CD-BF90-10B7AC2EA47B}"/>
                    </a:ext>
                  </a:extLst>
                </p14:cNvPr>
                <p14:cNvContentPartPr/>
                <p14:nvPr/>
              </p14:nvContentPartPr>
              <p14:xfrm>
                <a:off x="10226595" y="1298090"/>
                <a:ext cx="2880" cy="234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5AFC5BA-8095-48CD-BF90-10B7AC2EA47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208955" y="1280090"/>
                  <a:ext cx="385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ABB3451-EADB-43C1-8A64-27B2F5A416E3}"/>
                    </a:ext>
                  </a:extLst>
                </p14:cNvPr>
                <p14:cNvContentPartPr/>
                <p14:nvPr/>
              </p14:nvContentPartPr>
              <p14:xfrm>
                <a:off x="9616395" y="966170"/>
                <a:ext cx="179280" cy="2091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ABB3451-EADB-43C1-8A64-27B2F5A416E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598755" y="948170"/>
                  <a:ext cx="2149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A7160A67-A552-43C5-83D4-BF81BC8F53DB}"/>
                    </a:ext>
                  </a:extLst>
                </p14:cNvPr>
                <p14:cNvContentPartPr/>
                <p14:nvPr/>
              </p14:nvContentPartPr>
              <p14:xfrm>
                <a:off x="10236315" y="1303490"/>
                <a:ext cx="20520" cy="1638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A7160A67-A552-43C5-83D4-BF81BC8F53D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218315" y="1285850"/>
                  <a:ext cx="561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1116D64-53FB-4CA7-ABC5-2583F634D7B3}"/>
                    </a:ext>
                  </a:extLst>
                </p14:cNvPr>
                <p14:cNvContentPartPr/>
                <p14:nvPr/>
              </p14:nvContentPartPr>
              <p14:xfrm>
                <a:off x="10403355" y="1241210"/>
                <a:ext cx="263160" cy="612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1116D64-53FB-4CA7-ABC5-2583F634D7B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385355" y="1223570"/>
                  <a:ext cx="2988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286DBBC-62B3-45A9-AC9B-B86F664B86AB}"/>
                    </a:ext>
                  </a:extLst>
                </p14:cNvPr>
                <p14:cNvContentPartPr/>
                <p14:nvPr/>
              </p14:nvContentPartPr>
              <p14:xfrm>
                <a:off x="9418755" y="827210"/>
                <a:ext cx="142200" cy="10098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286DBBC-62B3-45A9-AC9B-B86F664B86A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401115" y="809210"/>
                  <a:ext cx="177840" cy="10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B88904AB-863A-42F1-BAF3-D249611CC4DE}"/>
                    </a:ext>
                  </a:extLst>
                </p14:cNvPr>
                <p14:cNvContentPartPr/>
                <p14:nvPr/>
              </p14:nvContentPartPr>
              <p14:xfrm>
                <a:off x="9014475" y="1183250"/>
                <a:ext cx="320400" cy="532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B88904AB-863A-42F1-BAF3-D249611CC4D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996835" y="1165250"/>
                  <a:ext cx="3560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A3938EA-C75D-46EB-B2F7-359A8C98FB45}"/>
                    </a:ext>
                  </a:extLst>
                </p14:cNvPr>
                <p14:cNvContentPartPr/>
                <p14:nvPr/>
              </p14:nvContentPartPr>
              <p14:xfrm>
                <a:off x="8833755" y="777170"/>
                <a:ext cx="252360" cy="3783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A3938EA-C75D-46EB-B2F7-359A8C98FB4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816115" y="759170"/>
                  <a:ext cx="28800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773F1E76-E919-4241-A072-F9790687F380}"/>
                    </a:ext>
                  </a:extLst>
                </p14:cNvPr>
                <p14:cNvContentPartPr/>
                <p14:nvPr/>
              </p14:nvContentPartPr>
              <p14:xfrm>
                <a:off x="9092595" y="809930"/>
                <a:ext cx="110520" cy="2408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773F1E76-E919-4241-A072-F9790687F38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074595" y="791930"/>
                  <a:ext cx="1461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954A6731-F588-47CD-B3E7-3021877C6B59}"/>
                    </a:ext>
                  </a:extLst>
                </p14:cNvPr>
                <p14:cNvContentPartPr/>
                <p14:nvPr/>
              </p14:nvContentPartPr>
              <p14:xfrm>
                <a:off x="10580835" y="4732850"/>
                <a:ext cx="106200" cy="10530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954A6731-F588-47CD-B3E7-3021877C6B5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562835" y="4714850"/>
                  <a:ext cx="141840" cy="10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A546934-F001-475B-A609-C9F4B991156E}"/>
                    </a:ext>
                  </a:extLst>
                </p14:cNvPr>
                <p14:cNvContentPartPr/>
                <p14:nvPr/>
              </p14:nvContentPartPr>
              <p14:xfrm>
                <a:off x="10598475" y="4710530"/>
                <a:ext cx="1038960" cy="11052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A546934-F001-475B-A609-C9F4B991156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580475" y="4692890"/>
                  <a:ext cx="1074600" cy="11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9756105-EEE2-45D1-B247-619E3E6EA338}"/>
                    </a:ext>
                  </a:extLst>
                </p14:cNvPr>
                <p14:cNvContentPartPr/>
                <p14:nvPr/>
              </p14:nvContentPartPr>
              <p14:xfrm>
                <a:off x="9894675" y="5063330"/>
                <a:ext cx="776880" cy="385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9756105-EEE2-45D1-B247-619E3E6EA33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876675" y="5045330"/>
                  <a:ext cx="8125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ACA1A4A-CF8B-4465-86DA-8715185150C6}"/>
                    </a:ext>
                  </a:extLst>
                </p14:cNvPr>
                <p14:cNvContentPartPr/>
                <p14:nvPr/>
              </p14:nvContentPartPr>
              <p14:xfrm>
                <a:off x="9892515" y="5482370"/>
                <a:ext cx="708120" cy="302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ACA1A4A-CF8B-4465-86DA-8715185150C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874515" y="5464730"/>
                  <a:ext cx="7437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606AF92-B2AE-47A5-9D59-407B1A372A3B}"/>
                    </a:ext>
                  </a:extLst>
                </p14:cNvPr>
                <p14:cNvContentPartPr/>
                <p14:nvPr/>
              </p14:nvContentPartPr>
              <p14:xfrm>
                <a:off x="11572275" y="5319290"/>
                <a:ext cx="562680" cy="208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606AF92-B2AE-47A5-9D59-407B1A372A3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554635" y="5301650"/>
                  <a:ext cx="5983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05E54204-93FD-4A77-91B8-82B1E5D60B3D}"/>
                    </a:ext>
                  </a:extLst>
                </p14:cNvPr>
                <p14:cNvContentPartPr/>
                <p14:nvPr/>
              </p14:nvContentPartPr>
              <p14:xfrm>
                <a:off x="11774235" y="5280410"/>
                <a:ext cx="7200" cy="115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05E54204-93FD-4A77-91B8-82B1E5D60B3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756595" y="5262410"/>
                  <a:ext cx="428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5A6F18A-F32D-4639-8306-11B9EAA9A256}"/>
                    </a:ext>
                  </a:extLst>
                </p14:cNvPr>
                <p14:cNvContentPartPr/>
                <p14:nvPr/>
              </p14:nvContentPartPr>
              <p14:xfrm>
                <a:off x="11445555" y="5016890"/>
                <a:ext cx="367560" cy="3384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5A6F18A-F32D-4639-8306-11B9EAA9A256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427555" y="4999250"/>
                  <a:ext cx="40320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8908723-93EF-4B42-A5EF-835F179D605F}"/>
                    </a:ext>
                  </a:extLst>
                </p14:cNvPr>
                <p14:cNvContentPartPr/>
                <p14:nvPr/>
              </p14:nvContentPartPr>
              <p14:xfrm>
                <a:off x="10415595" y="4832570"/>
                <a:ext cx="184680" cy="1177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8908723-93EF-4B42-A5EF-835F179D605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397955" y="4814930"/>
                  <a:ext cx="2203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3D6B0EF7-128B-419F-ACFE-010B2DA6D903}"/>
                    </a:ext>
                  </a:extLst>
                </p14:cNvPr>
                <p14:cNvContentPartPr/>
                <p14:nvPr/>
              </p14:nvContentPartPr>
              <p14:xfrm>
                <a:off x="9910155" y="5671730"/>
                <a:ext cx="534240" cy="2563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3D6B0EF7-128B-419F-ACFE-010B2DA6D90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892155" y="5653730"/>
                  <a:ext cx="5698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661B819-DEE9-41D0-83EF-F42F919066CC}"/>
                    </a:ext>
                  </a:extLst>
                </p14:cNvPr>
                <p14:cNvContentPartPr/>
                <p14:nvPr/>
              </p14:nvContentPartPr>
              <p14:xfrm>
                <a:off x="3431235" y="4595330"/>
                <a:ext cx="185760" cy="1141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661B819-DEE9-41D0-83EF-F42F919066C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413235" y="4577330"/>
                  <a:ext cx="2214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E9303335-FE17-4E55-961D-2D4DF8871E43}"/>
                    </a:ext>
                  </a:extLst>
                </p14:cNvPr>
                <p14:cNvContentPartPr/>
                <p14:nvPr/>
              </p14:nvContentPartPr>
              <p14:xfrm>
                <a:off x="3435195" y="4814210"/>
                <a:ext cx="285840" cy="1548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E9303335-FE17-4E55-961D-2D4DF8871E43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417555" y="4796570"/>
                  <a:ext cx="3214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55D4634-A186-45C4-A061-022C2127E69C}"/>
                    </a:ext>
                  </a:extLst>
                </p14:cNvPr>
                <p14:cNvContentPartPr/>
                <p14:nvPr/>
              </p14:nvContentPartPr>
              <p14:xfrm>
                <a:off x="9797115" y="4107170"/>
                <a:ext cx="145800" cy="205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C55D4634-A186-45C4-A061-022C2127E69C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779115" y="4089530"/>
                  <a:ext cx="1814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C4126A2-92FA-4C44-ABE0-A7D17035D17C}"/>
                    </a:ext>
                  </a:extLst>
                </p14:cNvPr>
                <p14:cNvContentPartPr/>
                <p14:nvPr/>
              </p14:nvContentPartPr>
              <p14:xfrm>
                <a:off x="9813315" y="4201130"/>
                <a:ext cx="174240" cy="486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C4126A2-92FA-4C44-ABE0-A7D17035D17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795315" y="4183130"/>
                  <a:ext cx="2098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4EFB0C9-08CC-4D18-97E5-9A49B0A5A93B}"/>
                    </a:ext>
                  </a:extLst>
                </p14:cNvPr>
                <p14:cNvContentPartPr/>
                <p14:nvPr/>
              </p14:nvContentPartPr>
              <p14:xfrm>
                <a:off x="11110755" y="4380050"/>
                <a:ext cx="46080" cy="6112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4EFB0C9-08CC-4D18-97E5-9A49B0A5A93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1092755" y="4362410"/>
                  <a:ext cx="81720" cy="64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039FB01-5C3B-47A3-B341-97315B9DB639}"/>
                    </a:ext>
                  </a:extLst>
                </p14:cNvPr>
                <p14:cNvContentPartPr/>
                <p14:nvPr/>
              </p14:nvContentPartPr>
              <p14:xfrm>
                <a:off x="11139555" y="4033370"/>
                <a:ext cx="144000" cy="1767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039FB01-5C3B-47A3-B341-97315B9DB63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121555" y="4015370"/>
                  <a:ext cx="1796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D3871B63-7A07-4B4F-826F-F24C1D72959C}"/>
                    </a:ext>
                  </a:extLst>
                </p14:cNvPr>
                <p14:cNvContentPartPr/>
                <p14:nvPr/>
              </p14:nvContentPartPr>
              <p14:xfrm>
                <a:off x="11388675" y="4075850"/>
                <a:ext cx="63000" cy="1080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D3871B63-7A07-4B4F-826F-F24C1D72959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370675" y="4058210"/>
                  <a:ext cx="986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2D151608-A171-483E-A0FE-D58FC34493EE}"/>
                    </a:ext>
                  </a:extLst>
                </p14:cNvPr>
                <p14:cNvContentPartPr/>
                <p14:nvPr/>
              </p14:nvContentPartPr>
              <p14:xfrm>
                <a:off x="11479395" y="4081250"/>
                <a:ext cx="82440" cy="1134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2D151608-A171-483E-A0FE-D58FC34493E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461395" y="4063610"/>
                  <a:ext cx="1180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2EA828F-806E-4560-B3DA-8A3A897258AB}"/>
                    </a:ext>
                  </a:extLst>
                </p14:cNvPr>
                <p14:cNvContentPartPr/>
                <p14:nvPr/>
              </p14:nvContentPartPr>
              <p14:xfrm>
                <a:off x="11118675" y="5496770"/>
                <a:ext cx="129600" cy="6400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2EA828F-806E-4560-B3DA-8A3A897258A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101035" y="5478770"/>
                  <a:ext cx="165240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824526E8-A254-4D25-AB1C-31879A640368}"/>
                    </a:ext>
                  </a:extLst>
                </p14:cNvPr>
                <p14:cNvContentPartPr/>
                <p14:nvPr/>
              </p14:nvContentPartPr>
              <p14:xfrm>
                <a:off x="11288235" y="6213170"/>
                <a:ext cx="170640" cy="522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824526E8-A254-4D25-AB1C-31879A64036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270595" y="6195530"/>
                  <a:ext cx="2062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ACBA826F-8996-453C-A126-0D2BE552244C}"/>
                    </a:ext>
                  </a:extLst>
                </p14:cNvPr>
                <p14:cNvContentPartPr/>
                <p14:nvPr/>
              </p14:nvContentPartPr>
              <p14:xfrm>
                <a:off x="11549595" y="6092570"/>
                <a:ext cx="162000" cy="1861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ACBA826F-8996-453C-A126-0D2BE552244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531955" y="6074570"/>
                  <a:ext cx="1976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03EEAF8F-305F-4835-95E4-C92A0F5AFBD1}"/>
                    </a:ext>
                  </a:extLst>
                </p14:cNvPr>
                <p14:cNvContentPartPr/>
                <p14:nvPr/>
              </p14:nvContentPartPr>
              <p14:xfrm>
                <a:off x="11772795" y="6187610"/>
                <a:ext cx="127440" cy="1688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03EEAF8F-305F-4835-95E4-C92A0F5AFBD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754795" y="6169610"/>
                  <a:ext cx="1630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29178E9D-D50B-44F3-A2CC-D88A7BB35757}"/>
                    </a:ext>
                  </a:extLst>
                </p14:cNvPr>
                <p14:cNvContentPartPr/>
                <p14:nvPr/>
              </p14:nvContentPartPr>
              <p14:xfrm>
                <a:off x="11761635" y="6278690"/>
                <a:ext cx="119160" cy="504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29178E9D-D50B-44F3-A2CC-D88A7BB3575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743995" y="6260690"/>
                  <a:ext cx="1548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4792B0B-825B-4427-B84E-31540D93C20E}"/>
                    </a:ext>
                  </a:extLst>
                </p14:cNvPr>
                <p14:cNvContentPartPr/>
                <p14:nvPr/>
              </p14:nvContentPartPr>
              <p14:xfrm>
                <a:off x="11914275" y="6221450"/>
                <a:ext cx="156600" cy="1605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4792B0B-825B-4427-B84E-31540D93C20E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896635" y="6203450"/>
                  <a:ext cx="1922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5B7E0706-276F-4CE8-85E1-EC6F7A9D4C3F}"/>
                    </a:ext>
                  </a:extLst>
                </p14:cNvPr>
                <p14:cNvContentPartPr/>
                <p14:nvPr/>
              </p14:nvContentPartPr>
              <p14:xfrm>
                <a:off x="11976915" y="6306410"/>
                <a:ext cx="68040" cy="306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5B7E0706-276F-4CE8-85E1-EC6F7A9D4C3F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958915" y="6288410"/>
                  <a:ext cx="1036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7B8044A9-8693-4E6E-B601-2D89516A7B26}"/>
                    </a:ext>
                  </a:extLst>
                </p14:cNvPr>
                <p14:cNvContentPartPr/>
                <p14:nvPr/>
              </p14:nvContentPartPr>
              <p14:xfrm>
                <a:off x="5241675" y="2411210"/>
                <a:ext cx="149040" cy="1537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7B8044A9-8693-4E6E-B601-2D89516A7B2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223675" y="2393210"/>
                  <a:ext cx="1846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F6ACCDE-DBC9-4B4A-AE7B-D643E1A372B0}"/>
                    </a:ext>
                  </a:extLst>
                </p14:cNvPr>
                <p14:cNvContentPartPr/>
                <p14:nvPr/>
              </p14:nvContentPartPr>
              <p14:xfrm>
                <a:off x="5561355" y="1781210"/>
                <a:ext cx="124920" cy="1335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F6ACCDE-DBC9-4B4A-AE7B-D643E1A372B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543715" y="1763570"/>
                  <a:ext cx="1605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3A35466-72CA-4A3B-B474-C77DF7631B31}"/>
                    </a:ext>
                  </a:extLst>
                </p14:cNvPr>
                <p14:cNvContentPartPr/>
                <p14:nvPr/>
              </p14:nvContentPartPr>
              <p14:xfrm>
                <a:off x="5274075" y="2394650"/>
                <a:ext cx="104400" cy="2005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3A35466-72CA-4A3B-B474-C77DF7631B3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256435" y="2376650"/>
                  <a:ext cx="1400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B42F38B-0AEF-4DD3-BB3C-7AD0468BB51D}"/>
                    </a:ext>
                  </a:extLst>
                </p14:cNvPr>
                <p14:cNvContentPartPr/>
                <p14:nvPr/>
              </p14:nvContentPartPr>
              <p14:xfrm>
                <a:off x="5721915" y="2699570"/>
                <a:ext cx="91440" cy="1897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B42F38B-0AEF-4DD3-BB3C-7AD0468BB51D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704275" y="2681930"/>
                  <a:ext cx="127080" cy="22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5FE8BD65-1337-4835-A83F-820D11CE0E7A}"/>
                  </a:ext>
                </a:extLst>
              </p14:cNvPr>
              <p14:cNvContentPartPr/>
              <p14:nvPr/>
            </p14:nvContentPartPr>
            <p14:xfrm>
              <a:off x="1561395" y="1386290"/>
              <a:ext cx="8280" cy="4752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5FE8BD65-1337-4835-A83F-820D11CE0E7A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1543755" y="1368290"/>
                <a:ext cx="43920" cy="8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0" name="Group 229">
            <a:extLst>
              <a:ext uri="{FF2B5EF4-FFF2-40B4-BE49-F238E27FC236}">
                <a16:creationId xmlns:a16="http://schemas.microsoft.com/office/drawing/2014/main" id="{8976AB9C-7F92-4BF8-B108-1112E24511EE}"/>
              </a:ext>
            </a:extLst>
          </p:cNvPr>
          <p:cNvGrpSpPr/>
          <p:nvPr/>
        </p:nvGrpSpPr>
        <p:grpSpPr>
          <a:xfrm>
            <a:off x="1257555" y="640730"/>
            <a:ext cx="1779480" cy="1123200"/>
            <a:chOff x="1257555" y="640730"/>
            <a:chExt cx="1779480" cy="112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73F7E079-46E2-43AD-9956-9C3385350ED2}"/>
                    </a:ext>
                  </a:extLst>
                </p14:cNvPr>
                <p14:cNvContentPartPr/>
                <p14:nvPr/>
              </p14:nvContentPartPr>
              <p14:xfrm>
                <a:off x="1334595" y="640730"/>
                <a:ext cx="380880" cy="11232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73F7E079-46E2-43AD-9956-9C3385350ED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316955" y="622730"/>
                  <a:ext cx="416520" cy="11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443A944-776F-43CF-8FAA-FA14E7482618}"/>
                    </a:ext>
                  </a:extLst>
                </p14:cNvPr>
                <p14:cNvContentPartPr/>
                <p14:nvPr/>
              </p14:nvContentPartPr>
              <p14:xfrm>
                <a:off x="1257555" y="962570"/>
                <a:ext cx="1779480" cy="5482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443A944-776F-43CF-8FAA-FA14E748261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239915" y="944930"/>
                  <a:ext cx="1815120" cy="58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4F06DA98-0608-45DC-B603-B2C1EFB2B4E4}"/>
                    </a:ext>
                  </a:extLst>
                </p14:cNvPr>
                <p14:cNvContentPartPr/>
                <p14:nvPr/>
              </p14:nvContentPartPr>
              <p14:xfrm>
                <a:off x="1550595" y="834410"/>
                <a:ext cx="1266120" cy="6710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4F06DA98-0608-45DC-B603-B2C1EFB2B4E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532595" y="816410"/>
                  <a:ext cx="1301760" cy="70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E3455D6-2C78-4F65-9668-2FA34FC1D293}"/>
                    </a:ext>
                  </a:extLst>
                </p14:cNvPr>
                <p14:cNvContentPartPr/>
                <p14:nvPr/>
              </p14:nvContentPartPr>
              <p14:xfrm>
                <a:off x="1578315" y="1385930"/>
                <a:ext cx="1080" cy="64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E3455D6-2C78-4F65-9668-2FA34FC1D29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560675" y="1367930"/>
                  <a:ext cx="367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BCD5F50-EFA9-455B-82F7-7F6F38FEF496}"/>
                    </a:ext>
                  </a:extLst>
                </p14:cNvPr>
                <p14:cNvContentPartPr/>
                <p14:nvPr/>
              </p14:nvContentPartPr>
              <p14:xfrm>
                <a:off x="1594515" y="1273610"/>
                <a:ext cx="19440" cy="1389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BCD5F50-EFA9-455B-82F7-7F6F38FEF49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576515" y="1255610"/>
                  <a:ext cx="550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B4BFEB7-E2BC-4454-8269-FC9EFC5377BB}"/>
                    </a:ext>
                  </a:extLst>
                </p14:cNvPr>
                <p14:cNvContentPartPr/>
                <p14:nvPr/>
              </p14:nvContentPartPr>
              <p14:xfrm>
                <a:off x="1588755" y="1364690"/>
                <a:ext cx="3240" cy="136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B4BFEB7-E2BC-4454-8269-FC9EFC5377BB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570755" y="1347050"/>
                  <a:ext cx="388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4DBDFC09-753C-4224-85BD-70C12F6FE640}"/>
                    </a:ext>
                  </a:extLst>
                </p14:cNvPr>
                <p14:cNvContentPartPr/>
                <p14:nvPr/>
              </p14:nvContentPartPr>
              <p14:xfrm>
                <a:off x="1576875" y="1348850"/>
                <a:ext cx="5760" cy="748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4DBDFC09-753C-4224-85BD-70C12F6FE640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558875" y="1331210"/>
                  <a:ext cx="414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18A640B-0CB7-4998-B251-7A4D4B8C4DDB}"/>
                    </a:ext>
                  </a:extLst>
                </p14:cNvPr>
                <p14:cNvContentPartPr/>
                <p14:nvPr/>
              </p14:nvContentPartPr>
              <p14:xfrm>
                <a:off x="1566435" y="1264250"/>
                <a:ext cx="38160" cy="1188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18A640B-0CB7-4998-B251-7A4D4B8C4DD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548795" y="1246250"/>
                  <a:ext cx="738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DB715B7-B880-4C85-80EA-545A44661C84}"/>
                    </a:ext>
                  </a:extLst>
                </p14:cNvPr>
                <p14:cNvContentPartPr/>
                <p14:nvPr/>
              </p14:nvContentPartPr>
              <p14:xfrm>
                <a:off x="1478235" y="1309970"/>
                <a:ext cx="27720" cy="306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ADB715B7-B880-4C85-80EA-545A44661C84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460595" y="1291970"/>
                  <a:ext cx="633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B169A24-B91C-46F5-B68A-5BEE348EA0C1}"/>
                    </a:ext>
                  </a:extLst>
                </p14:cNvPr>
                <p14:cNvContentPartPr/>
                <p14:nvPr/>
              </p14:nvContentPartPr>
              <p14:xfrm>
                <a:off x="1578315" y="1086770"/>
                <a:ext cx="285120" cy="1767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B169A24-B91C-46F5-B68A-5BEE348EA0C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560675" y="1068770"/>
                  <a:ext cx="3207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7A6F36E-81FB-427E-9F3A-44C46F44E434}"/>
                    </a:ext>
                  </a:extLst>
                </p14:cNvPr>
                <p14:cNvContentPartPr/>
                <p14:nvPr/>
              </p14:nvContentPartPr>
              <p14:xfrm>
                <a:off x="2034075" y="655490"/>
                <a:ext cx="648360" cy="33840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7A6F36E-81FB-427E-9F3A-44C46F44E434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016435" y="637850"/>
                  <a:ext cx="68400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1CB92B3-8831-4082-A862-6AF756C3E7AB}"/>
                    </a:ext>
                  </a:extLst>
                </p14:cNvPr>
                <p14:cNvContentPartPr/>
                <p14:nvPr/>
              </p14:nvContentPartPr>
              <p14:xfrm>
                <a:off x="1623675" y="1259570"/>
                <a:ext cx="2880" cy="216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1CB92B3-8831-4082-A862-6AF756C3E7A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606035" y="1241930"/>
                  <a:ext cx="385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19E3107-904A-4899-929B-BC4181BCD9BE}"/>
                    </a:ext>
                  </a:extLst>
                </p14:cNvPr>
                <p14:cNvContentPartPr/>
                <p14:nvPr/>
              </p14:nvContentPartPr>
              <p14:xfrm>
                <a:off x="1647435" y="1325090"/>
                <a:ext cx="19440" cy="327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19E3107-904A-4899-929B-BC4181BCD9BE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629435" y="1307450"/>
                  <a:ext cx="550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F2E80B86-4F25-4098-906F-C8BF0F29DF79}"/>
                    </a:ext>
                  </a:extLst>
                </p14:cNvPr>
                <p14:cNvContentPartPr/>
                <p14:nvPr/>
              </p14:nvContentPartPr>
              <p14:xfrm>
                <a:off x="1645635" y="1275050"/>
                <a:ext cx="76680" cy="1713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F2E80B86-4F25-4098-906F-C8BF0F29DF7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627995" y="1257050"/>
                  <a:ext cx="1123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F25169E-5709-44F2-A592-D3564BD81DD7}"/>
                    </a:ext>
                  </a:extLst>
                </p14:cNvPr>
                <p14:cNvContentPartPr/>
                <p14:nvPr/>
              </p14:nvContentPartPr>
              <p14:xfrm>
                <a:off x="2061795" y="995330"/>
                <a:ext cx="26280" cy="615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F25169E-5709-44F2-A592-D3564BD81DD7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044155" y="977330"/>
                  <a:ext cx="619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CCD128B7-F090-4092-87B2-69F61FB8D635}"/>
                    </a:ext>
                  </a:extLst>
                </p14:cNvPr>
                <p14:cNvContentPartPr/>
                <p14:nvPr/>
              </p14:nvContentPartPr>
              <p14:xfrm>
                <a:off x="2122275" y="1136450"/>
                <a:ext cx="41400" cy="1015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CCD128B7-F090-4092-87B2-69F61FB8D63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104275" y="1118450"/>
                  <a:ext cx="770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2257CD6-3BBE-4C84-9A00-14BDEAF03477}"/>
                    </a:ext>
                  </a:extLst>
                </p14:cNvPr>
                <p14:cNvContentPartPr/>
                <p14:nvPr/>
              </p14:nvContentPartPr>
              <p14:xfrm>
                <a:off x="1612515" y="1255250"/>
                <a:ext cx="33480" cy="1832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2257CD6-3BBE-4C84-9A00-14BDEAF0347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594875" y="1237250"/>
                  <a:ext cx="691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DF150232-528A-4924-ACD2-2CE9FB40FF6D}"/>
                    </a:ext>
                  </a:extLst>
                </p14:cNvPr>
                <p14:cNvContentPartPr/>
                <p14:nvPr/>
              </p14:nvContentPartPr>
              <p14:xfrm>
                <a:off x="2087715" y="1014770"/>
                <a:ext cx="360" cy="3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DF150232-528A-4924-ACD2-2CE9FB40FF6D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069715" y="99713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F35DE733-AE61-4077-BDC9-D8A4815ED696}"/>
                    </a:ext>
                  </a:extLst>
                </p14:cNvPr>
                <p14:cNvContentPartPr/>
                <p14:nvPr/>
              </p14:nvContentPartPr>
              <p14:xfrm>
                <a:off x="1615395" y="1370090"/>
                <a:ext cx="6480" cy="432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F35DE733-AE61-4077-BDC9-D8A4815ED696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597755" y="1352090"/>
                  <a:ext cx="421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E883173-1B8F-4F76-AE9F-4BFD2664791A}"/>
                    </a:ext>
                  </a:extLst>
                </p14:cNvPr>
                <p14:cNvContentPartPr/>
                <p14:nvPr/>
              </p14:nvContentPartPr>
              <p14:xfrm>
                <a:off x="1621515" y="1371170"/>
                <a:ext cx="360" cy="3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E883173-1B8F-4F76-AE9F-4BFD2664791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603875" y="135353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D4EF134-A41F-47A9-9751-469000FAE5C6}"/>
                    </a:ext>
                  </a:extLst>
                </p14:cNvPr>
                <p14:cNvContentPartPr/>
                <p14:nvPr/>
              </p14:nvContentPartPr>
              <p14:xfrm>
                <a:off x="1614675" y="1340210"/>
                <a:ext cx="36000" cy="273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D4EF134-A41F-47A9-9751-469000FAE5C6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596675" y="1322570"/>
                  <a:ext cx="716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EE7B7C4-7864-4B9F-8790-A91B8CE341F5}"/>
                    </a:ext>
                  </a:extLst>
                </p14:cNvPr>
                <p14:cNvContentPartPr/>
                <p14:nvPr/>
              </p14:nvContentPartPr>
              <p14:xfrm>
                <a:off x="1609635" y="1420490"/>
                <a:ext cx="13680" cy="21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EE7B7C4-7864-4B9F-8790-A91B8CE341F5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591995" y="1402490"/>
                  <a:ext cx="4932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683C7321-1A33-4279-853E-2232E60B63F9}"/>
              </a:ext>
            </a:extLst>
          </p:cNvPr>
          <p:cNvGrpSpPr/>
          <p:nvPr/>
        </p:nvGrpSpPr>
        <p:grpSpPr>
          <a:xfrm>
            <a:off x="4509075" y="5731490"/>
            <a:ext cx="2929320" cy="497880"/>
            <a:chOff x="4509075" y="5731490"/>
            <a:chExt cx="2929320" cy="49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512951D-D585-4F44-BE19-29B90D9ABF62}"/>
                    </a:ext>
                  </a:extLst>
                </p14:cNvPr>
                <p14:cNvContentPartPr/>
                <p14:nvPr/>
              </p14:nvContentPartPr>
              <p14:xfrm>
                <a:off x="4523475" y="5766410"/>
                <a:ext cx="54720" cy="2656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512951D-D585-4F44-BE19-29B90D9ABF62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4505835" y="5748770"/>
                  <a:ext cx="903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A75289C6-F1D0-4CC8-A2CE-079CB6FE1EA8}"/>
                    </a:ext>
                  </a:extLst>
                </p14:cNvPr>
                <p14:cNvContentPartPr/>
                <p14:nvPr/>
              </p14:nvContentPartPr>
              <p14:xfrm>
                <a:off x="4509075" y="5808530"/>
                <a:ext cx="236160" cy="30348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A75289C6-F1D0-4CC8-A2CE-079CB6FE1EA8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4491075" y="5790890"/>
                  <a:ext cx="27180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112BF574-3D10-45C3-A612-688231389060}"/>
                    </a:ext>
                  </a:extLst>
                </p14:cNvPr>
                <p14:cNvContentPartPr/>
                <p14:nvPr/>
              </p14:nvContentPartPr>
              <p14:xfrm>
                <a:off x="4876995" y="5929850"/>
                <a:ext cx="82080" cy="1522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112BF574-3D10-45C3-A612-688231389060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4859355" y="5911850"/>
                  <a:ext cx="1177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B421AB54-1E23-405F-9D74-DC2337C7DC8F}"/>
                    </a:ext>
                  </a:extLst>
                </p14:cNvPr>
                <p14:cNvContentPartPr/>
                <p14:nvPr/>
              </p14:nvContentPartPr>
              <p14:xfrm>
                <a:off x="4871955" y="5858210"/>
                <a:ext cx="85320" cy="5976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B421AB54-1E23-405F-9D74-DC2337C7DC8F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4853955" y="5840210"/>
                  <a:ext cx="1209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8735EB40-9EC3-4EEC-8E38-B0662D9F8369}"/>
                    </a:ext>
                  </a:extLst>
                </p14:cNvPr>
                <p14:cNvContentPartPr/>
                <p14:nvPr/>
              </p14:nvContentPartPr>
              <p14:xfrm>
                <a:off x="5081835" y="5731490"/>
                <a:ext cx="256320" cy="49788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8735EB40-9EC3-4EEC-8E38-B0662D9F8369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5063835" y="5713490"/>
                  <a:ext cx="29196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8EEED785-2C46-4364-ABB2-3959F90C7656}"/>
                    </a:ext>
                  </a:extLst>
                </p14:cNvPr>
                <p14:cNvContentPartPr/>
                <p14:nvPr/>
              </p14:nvContentPartPr>
              <p14:xfrm>
                <a:off x="5189475" y="6001850"/>
                <a:ext cx="201600" cy="810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8EEED785-2C46-4364-ABB2-3959F90C7656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5171475" y="5984210"/>
                  <a:ext cx="2372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15ACDE86-EA97-4EDE-B13C-7876558FC885}"/>
                    </a:ext>
                  </a:extLst>
                </p14:cNvPr>
                <p14:cNvContentPartPr/>
                <p14:nvPr/>
              </p14:nvContentPartPr>
              <p14:xfrm>
                <a:off x="5453715" y="5927690"/>
                <a:ext cx="340920" cy="1443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15ACDE86-EA97-4EDE-B13C-7876558FC885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5435715" y="5910050"/>
                  <a:ext cx="3765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EA0C3863-8478-45B5-AF00-8D2C25FFCF4C}"/>
                    </a:ext>
                  </a:extLst>
                </p14:cNvPr>
                <p14:cNvContentPartPr/>
                <p14:nvPr/>
              </p14:nvContentPartPr>
              <p14:xfrm>
                <a:off x="5830275" y="5934170"/>
                <a:ext cx="693000" cy="1623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EA0C3863-8478-45B5-AF00-8D2C25FFCF4C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5812635" y="5916530"/>
                  <a:ext cx="7286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7FBE1AA1-13CE-4B62-A592-7ABC6284C7C0}"/>
                    </a:ext>
                  </a:extLst>
                </p14:cNvPr>
                <p14:cNvContentPartPr/>
                <p14:nvPr/>
              </p14:nvContentPartPr>
              <p14:xfrm>
                <a:off x="6586635" y="5817890"/>
                <a:ext cx="89640" cy="3477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7FBE1AA1-13CE-4B62-A592-7ABC6284C7C0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6568995" y="5799890"/>
                  <a:ext cx="12528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9610D9EB-E935-463F-B857-2CCEE0D2562C}"/>
                    </a:ext>
                  </a:extLst>
                </p14:cNvPr>
                <p14:cNvContentPartPr/>
                <p14:nvPr/>
              </p14:nvContentPartPr>
              <p14:xfrm>
                <a:off x="6542715" y="5950370"/>
                <a:ext cx="444240" cy="17928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9610D9EB-E935-463F-B857-2CCEE0D2562C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6524715" y="5932730"/>
                  <a:ext cx="4798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1182F8E9-4D00-45FA-876E-5AF52AFA49C3}"/>
                    </a:ext>
                  </a:extLst>
                </p14:cNvPr>
                <p14:cNvContentPartPr/>
                <p14:nvPr/>
              </p14:nvContentPartPr>
              <p14:xfrm>
                <a:off x="6993435" y="5839490"/>
                <a:ext cx="444960" cy="3182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1182F8E9-4D00-45FA-876E-5AF52AFA49C3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6975795" y="5821850"/>
                  <a:ext cx="480600" cy="35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9C1D101B-8C05-4957-BE81-8AC6B8C3F2DF}"/>
              </a:ext>
            </a:extLst>
          </p:cNvPr>
          <p:cNvGrpSpPr/>
          <p:nvPr/>
        </p:nvGrpSpPr>
        <p:grpSpPr>
          <a:xfrm>
            <a:off x="7847715" y="5889890"/>
            <a:ext cx="1664280" cy="434880"/>
            <a:chOff x="7847715" y="5889890"/>
            <a:chExt cx="1664280" cy="43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8D657AAA-9206-4AC1-A1DB-BF8074E18D9F}"/>
                    </a:ext>
                  </a:extLst>
                </p14:cNvPr>
                <p14:cNvContentPartPr/>
                <p14:nvPr/>
              </p14:nvContentPartPr>
              <p14:xfrm>
                <a:off x="7847715" y="5921930"/>
                <a:ext cx="101520" cy="3182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8D657AAA-9206-4AC1-A1DB-BF8074E18D9F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7829715" y="5903930"/>
                  <a:ext cx="13716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88103F10-CBF9-4E3F-AEE5-E802DECAB27A}"/>
                    </a:ext>
                  </a:extLst>
                </p14:cNvPr>
                <p14:cNvContentPartPr/>
                <p14:nvPr/>
              </p14:nvContentPartPr>
              <p14:xfrm>
                <a:off x="7877235" y="6062690"/>
                <a:ext cx="240120" cy="691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88103F10-CBF9-4E3F-AEE5-E802DECAB27A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7859595" y="6045050"/>
                  <a:ext cx="2757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5ADAE883-87C8-4AED-97C1-105A9A4A077B}"/>
                    </a:ext>
                  </a:extLst>
                </p14:cNvPr>
                <p14:cNvContentPartPr/>
                <p14:nvPr/>
              </p14:nvContentPartPr>
              <p14:xfrm>
                <a:off x="8178915" y="6009410"/>
                <a:ext cx="512640" cy="3153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5ADAE883-87C8-4AED-97C1-105A9A4A077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8161275" y="5991410"/>
                  <a:ext cx="54828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EC8AA8F5-19F4-417F-982B-9AA06199E172}"/>
                    </a:ext>
                  </a:extLst>
                </p14:cNvPr>
                <p14:cNvContentPartPr/>
                <p14:nvPr/>
              </p14:nvContentPartPr>
              <p14:xfrm>
                <a:off x="8821515" y="5889890"/>
                <a:ext cx="31680" cy="2926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EC8AA8F5-19F4-417F-982B-9AA06199E172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8803875" y="5871890"/>
                  <a:ext cx="6732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DF070762-2ACD-4812-B188-59CEB9D23302}"/>
                    </a:ext>
                  </a:extLst>
                </p14:cNvPr>
                <p14:cNvContentPartPr/>
                <p14:nvPr/>
              </p14:nvContentPartPr>
              <p14:xfrm>
                <a:off x="8906115" y="6023810"/>
                <a:ext cx="39960" cy="1033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DF070762-2ACD-4812-B188-59CEB9D23302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8888115" y="6005810"/>
                  <a:ext cx="756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B6115B39-6D54-41E6-A163-550FAF1744AE}"/>
                    </a:ext>
                  </a:extLst>
                </p14:cNvPr>
                <p14:cNvContentPartPr/>
                <p14:nvPr/>
              </p14:nvContentPartPr>
              <p14:xfrm>
                <a:off x="9050475" y="6056930"/>
                <a:ext cx="362880" cy="1515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B6115B39-6D54-41E6-A163-550FAF1744AE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9032835" y="6038930"/>
                  <a:ext cx="3985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5A52271B-AD80-4B83-A87C-D610113A3357}"/>
                    </a:ext>
                  </a:extLst>
                </p14:cNvPr>
                <p14:cNvContentPartPr/>
                <p14:nvPr/>
              </p14:nvContentPartPr>
              <p14:xfrm>
                <a:off x="9474915" y="6155210"/>
                <a:ext cx="37080" cy="900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5A52271B-AD80-4B83-A87C-D610113A3357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9456915" y="6137210"/>
                  <a:ext cx="72720" cy="44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125862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E714F0-8246-46E6-938D-5345F000A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18B89-B3B3-4880-9A52-06398BD853F4}" type="datetime1">
              <a:rPr lang="en-US" altLang="en-US" smtClean="0"/>
              <a:t>3/3/2022</a:t>
            </a:fld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9CDAA-2F99-4E30-90FF-5CD5E5EFC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4761-A2D8-4A7C-8A5C-0F7095CF5018}" type="slidenum">
              <a:rPr lang="en-US" altLang="en-US" smtClean="0"/>
              <a:pPr/>
              <a:t>28</a:t>
            </a:fld>
            <a:endParaRPr lang="en-US" alt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35BA3E5-7348-46B3-A03B-E022D1C3D344}"/>
              </a:ext>
            </a:extLst>
          </p:cNvPr>
          <p:cNvGrpSpPr/>
          <p:nvPr/>
        </p:nvGrpSpPr>
        <p:grpSpPr>
          <a:xfrm>
            <a:off x="2753715" y="464760"/>
            <a:ext cx="1333800" cy="560160"/>
            <a:chOff x="2753715" y="464760"/>
            <a:chExt cx="1333800" cy="56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F0EB78C-DA5F-4B3D-863F-FC9A25355E27}"/>
                    </a:ext>
                  </a:extLst>
                </p14:cNvPr>
                <p14:cNvContentPartPr/>
                <p14:nvPr/>
              </p14:nvContentPartPr>
              <p14:xfrm>
                <a:off x="2852715" y="575640"/>
                <a:ext cx="74520" cy="349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F0EB78C-DA5F-4B3D-863F-FC9A25355E2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834715" y="558000"/>
                  <a:ext cx="11016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CE59945-E07F-461C-8101-B1B90E88B046}"/>
                    </a:ext>
                  </a:extLst>
                </p14:cNvPr>
                <p14:cNvContentPartPr/>
                <p14:nvPr/>
              </p14:nvContentPartPr>
              <p14:xfrm>
                <a:off x="2773875" y="878040"/>
                <a:ext cx="226440" cy="44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CE59945-E07F-461C-8101-B1B90E88B04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55875" y="860400"/>
                  <a:ext cx="2620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0BD0752-EB76-40E9-A785-7CD902CD628A}"/>
                    </a:ext>
                  </a:extLst>
                </p14:cNvPr>
                <p14:cNvContentPartPr/>
                <p14:nvPr/>
              </p14:nvContentPartPr>
              <p14:xfrm>
                <a:off x="2753715" y="516240"/>
                <a:ext cx="371880" cy="142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0BD0752-EB76-40E9-A785-7CD902CD628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36075" y="498600"/>
                  <a:ext cx="4075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D01E4D8-550B-42CD-AB99-39F23615C38A}"/>
                    </a:ext>
                  </a:extLst>
                </p14:cNvPr>
                <p14:cNvContentPartPr/>
                <p14:nvPr/>
              </p14:nvContentPartPr>
              <p14:xfrm>
                <a:off x="3167715" y="464760"/>
                <a:ext cx="909720" cy="560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D01E4D8-550B-42CD-AB99-39F23615C38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150075" y="447120"/>
                  <a:ext cx="945360" cy="59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D128985-0005-4816-8836-81B556F86B30}"/>
                    </a:ext>
                  </a:extLst>
                </p14:cNvPr>
                <p14:cNvContentPartPr/>
                <p14:nvPr/>
              </p14:nvContentPartPr>
              <p14:xfrm>
                <a:off x="3743355" y="773280"/>
                <a:ext cx="344160" cy="176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D128985-0005-4816-8836-81B556F86B3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725355" y="755640"/>
                  <a:ext cx="379800" cy="21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3F8FD7F-25B1-4307-BD86-D40B9DC75B7D}"/>
              </a:ext>
            </a:extLst>
          </p:cNvPr>
          <p:cNvGrpSpPr/>
          <p:nvPr/>
        </p:nvGrpSpPr>
        <p:grpSpPr>
          <a:xfrm>
            <a:off x="4688355" y="484200"/>
            <a:ext cx="4167360" cy="840600"/>
            <a:chOff x="4688355" y="484200"/>
            <a:chExt cx="4167360" cy="84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91F2A2C-233A-4701-ACB2-625233A07509}"/>
                    </a:ext>
                  </a:extLst>
                </p14:cNvPr>
                <p14:cNvContentPartPr/>
                <p14:nvPr/>
              </p14:nvContentPartPr>
              <p14:xfrm>
                <a:off x="4688355" y="484200"/>
                <a:ext cx="688320" cy="442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91F2A2C-233A-4701-ACB2-625233A0750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670715" y="466200"/>
                  <a:ext cx="72396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C5798C8-EE56-4A42-B578-8F04611FE2ED}"/>
                    </a:ext>
                  </a:extLst>
                </p14:cNvPr>
                <p14:cNvContentPartPr/>
                <p14:nvPr/>
              </p14:nvContentPartPr>
              <p14:xfrm>
                <a:off x="5395755" y="726480"/>
                <a:ext cx="446400" cy="1494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C5798C8-EE56-4A42-B578-8F04611FE2E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378115" y="708480"/>
                  <a:ext cx="4820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908F35D-472E-40BD-B28A-9DFFEC794DF8}"/>
                    </a:ext>
                  </a:extLst>
                </p14:cNvPr>
                <p14:cNvContentPartPr/>
                <p14:nvPr/>
              </p14:nvContentPartPr>
              <p14:xfrm>
                <a:off x="5800755" y="752400"/>
                <a:ext cx="321120" cy="140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908F35D-472E-40BD-B28A-9DFFEC794DF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782755" y="734400"/>
                  <a:ext cx="3567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97BD496-99A0-4D05-9984-704246BB6A20}"/>
                    </a:ext>
                  </a:extLst>
                </p14:cNvPr>
                <p14:cNvContentPartPr/>
                <p14:nvPr/>
              </p14:nvContentPartPr>
              <p14:xfrm>
                <a:off x="6160035" y="762480"/>
                <a:ext cx="204480" cy="172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97BD496-99A0-4D05-9984-704246BB6A2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142395" y="744480"/>
                  <a:ext cx="2401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C65A10A-CA22-47A7-82A3-B5F5E6B54490}"/>
                    </a:ext>
                  </a:extLst>
                </p14:cNvPr>
                <p14:cNvContentPartPr/>
                <p14:nvPr/>
              </p14:nvContentPartPr>
              <p14:xfrm>
                <a:off x="6443355" y="590760"/>
                <a:ext cx="18360" cy="393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C65A10A-CA22-47A7-82A3-B5F5E6B5449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25715" y="573120"/>
                  <a:ext cx="5400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E4F2FDD-8AE4-44F1-A210-B812255FB946}"/>
                    </a:ext>
                  </a:extLst>
                </p14:cNvPr>
                <p14:cNvContentPartPr/>
                <p14:nvPr/>
              </p14:nvContentPartPr>
              <p14:xfrm>
                <a:off x="6394395" y="759600"/>
                <a:ext cx="877320" cy="150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E4F2FDD-8AE4-44F1-A210-B812255FB94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376755" y="741960"/>
                  <a:ext cx="9129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2CF1718-8DF0-48FD-95F4-2D1B0F4609A9}"/>
                    </a:ext>
                  </a:extLst>
                </p14:cNvPr>
                <p14:cNvContentPartPr/>
                <p14:nvPr/>
              </p14:nvContentPartPr>
              <p14:xfrm>
                <a:off x="7269915" y="622800"/>
                <a:ext cx="15840" cy="21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2CF1718-8DF0-48FD-95F4-2D1B0F4609A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252275" y="604800"/>
                  <a:ext cx="514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E1CAC3E-9658-4B6A-8CF5-B4D28372A0B1}"/>
                    </a:ext>
                  </a:extLst>
                </p14:cNvPr>
                <p14:cNvContentPartPr/>
                <p14:nvPr/>
              </p14:nvContentPartPr>
              <p14:xfrm>
                <a:off x="7328595" y="507960"/>
                <a:ext cx="376920" cy="390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E1CAC3E-9658-4B6A-8CF5-B4D28372A0B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310955" y="490320"/>
                  <a:ext cx="41256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EB7ABD6-B4CE-40A7-9F45-CACD9917684A}"/>
                    </a:ext>
                  </a:extLst>
                </p14:cNvPr>
                <p14:cNvContentPartPr/>
                <p14:nvPr/>
              </p14:nvContentPartPr>
              <p14:xfrm>
                <a:off x="7669875" y="722880"/>
                <a:ext cx="167760" cy="106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EB7ABD6-B4CE-40A7-9F45-CACD9917684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652235" y="705240"/>
                  <a:ext cx="2034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BFC8D3E-0C6C-4236-803F-512CBE8485AB}"/>
                    </a:ext>
                  </a:extLst>
                </p14:cNvPr>
                <p14:cNvContentPartPr/>
                <p14:nvPr/>
              </p14:nvContentPartPr>
              <p14:xfrm>
                <a:off x="7846635" y="631080"/>
                <a:ext cx="243000" cy="228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BFC8D3E-0C6C-4236-803F-512CBE8485A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828635" y="613440"/>
                  <a:ext cx="2786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DD895B1-4644-473F-90AE-073076D764F8}"/>
                    </a:ext>
                  </a:extLst>
                </p14:cNvPr>
                <p14:cNvContentPartPr/>
                <p14:nvPr/>
              </p14:nvContentPartPr>
              <p14:xfrm>
                <a:off x="8462595" y="618120"/>
                <a:ext cx="393120" cy="706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DD895B1-4644-473F-90AE-073076D764F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444955" y="600120"/>
                  <a:ext cx="428760" cy="74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D848A43-8C81-420E-9EF4-CE410D87B20F}"/>
                    </a:ext>
                  </a:extLst>
                </p14:cNvPr>
                <p14:cNvContentPartPr/>
                <p14:nvPr/>
              </p14:nvContentPartPr>
              <p14:xfrm>
                <a:off x="8166315" y="684000"/>
                <a:ext cx="76680" cy="234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D848A43-8C81-420E-9EF4-CE410D87B20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148315" y="666360"/>
                  <a:ext cx="112320" cy="26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EEE7588-1DF5-4BB5-B012-F31C7B3F9355}"/>
              </a:ext>
            </a:extLst>
          </p:cNvPr>
          <p:cNvGrpSpPr/>
          <p:nvPr/>
        </p:nvGrpSpPr>
        <p:grpSpPr>
          <a:xfrm>
            <a:off x="9335235" y="516240"/>
            <a:ext cx="1291680" cy="489240"/>
            <a:chOff x="9335235" y="516240"/>
            <a:chExt cx="1291680" cy="48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234CCB3-C7C3-47FE-8A20-95B8FD381676}"/>
                    </a:ext>
                  </a:extLst>
                </p14:cNvPr>
                <p14:cNvContentPartPr/>
                <p14:nvPr/>
              </p14:nvContentPartPr>
              <p14:xfrm>
                <a:off x="9335235" y="516240"/>
                <a:ext cx="413280" cy="358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234CCB3-C7C3-47FE-8A20-95B8FD38167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317595" y="498240"/>
                  <a:ext cx="44892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D55BB94-4E47-47B4-A980-7F2F22CB3D0F}"/>
                    </a:ext>
                  </a:extLst>
                </p14:cNvPr>
                <p14:cNvContentPartPr/>
                <p14:nvPr/>
              </p14:nvContentPartPr>
              <p14:xfrm>
                <a:off x="9883515" y="566640"/>
                <a:ext cx="130680" cy="414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D55BB94-4E47-47B4-A980-7F2F22CB3D0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865875" y="549000"/>
                  <a:ext cx="16632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F159141-9BD3-455E-8E21-478BC19F789F}"/>
                    </a:ext>
                  </a:extLst>
                </p14:cNvPr>
                <p14:cNvContentPartPr/>
                <p14:nvPr/>
              </p14:nvContentPartPr>
              <p14:xfrm>
                <a:off x="9799275" y="549360"/>
                <a:ext cx="827640" cy="456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F159141-9BD3-455E-8E21-478BC19F789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781275" y="531360"/>
                  <a:ext cx="863280" cy="49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BDDC1261-CE95-496A-8CD4-271BD9B15B22}"/>
              </a:ext>
            </a:extLst>
          </p:cNvPr>
          <p:cNvGrpSpPr/>
          <p:nvPr/>
        </p:nvGrpSpPr>
        <p:grpSpPr>
          <a:xfrm>
            <a:off x="8316795" y="3229200"/>
            <a:ext cx="426960" cy="508680"/>
            <a:chOff x="8316795" y="3229200"/>
            <a:chExt cx="426960" cy="50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87829C0-0576-43FD-B3F0-EBAE06A728AD}"/>
                    </a:ext>
                  </a:extLst>
                </p14:cNvPr>
                <p14:cNvContentPartPr/>
                <p14:nvPr/>
              </p14:nvContentPartPr>
              <p14:xfrm>
                <a:off x="8320395" y="3368880"/>
                <a:ext cx="66240" cy="1360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87829C0-0576-43FD-B3F0-EBAE06A728A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302755" y="3350880"/>
                  <a:ext cx="1018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AB94F3A-90BC-46BA-90DE-21DF556F6FFE}"/>
                    </a:ext>
                  </a:extLst>
                </p14:cNvPr>
                <p14:cNvContentPartPr/>
                <p14:nvPr/>
              </p14:nvContentPartPr>
              <p14:xfrm>
                <a:off x="8316795" y="3229200"/>
                <a:ext cx="207000" cy="5086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AB94F3A-90BC-46BA-90DE-21DF556F6FF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298795" y="3211560"/>
                  <a:ext cx="24264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8DE9567-5389-453B-B86E-1589546EB54C}"/>
                    </a:ext>
                  </a:extLst>
                </p14:cNvPr>
                <p14:cNvContentPartPr/>
                <p14:nvPr/>
              </p14:nvContentPartPr>
              <p14:xfrm>
                <a:off x="8621355" y="3341880"/>
                <a:ext cx="122400" cy="3218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8DE9567-5389-453B-B86E-1589546EB54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603355" y="3324240"/>
                  <a:ext cx="158040" cy="35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BD979EA-1480-42C5-B90A-0CC05C48453A}"/>
              </a:ext>
            </a:extLst>
          </p:cNvPr>
          <p:cNvGrpSpPr/>
          <p:nvPr/>
        </p:nvGrpSpPr>
        <p:grpSpPr>
          <a:xfrm>
            <a:off x="9171075" y="3150000"/>
            <a:ext cx="1555560" cy="443520"/>
            <a:chOff x="9171075" y="3150000"/>
            <a:chExt cx="1555560" cy="44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884CFBD-9896-49AF-86EA-61F696BF54B8}"/>
                    </a:ext>
                  </a:extLst>
                </p14:cNvPr>
                <p14:cNvContentPartPr/>
                <p14:nvPr/>
              </p14:nvContentPartPr>
              <p14:xfrm>
                <a:off x="9171075" y="3303000"/>
                <a:ext cx="219240" cy="2563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884CFBD-9896-49AF-86EA-61F696BF54B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153075" y="3285360"/>
                  <a:ext cx="2548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4C2FE93-12C4-45D0-8BBF-DC911BDFBFAB}"/>
                    </a:ext>
                  </a:extLst>
                </p14:cNvPr>
                <p14:cNvContentPartPr/>
                <p14:nvPr/>
              </p14:nvContentPartPr>
              <p14:xfrm>
                <a:off x="9423795" y="3222720"/>
                <a:ext cx="250920" cy="3222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4C2FE93-12C4-45D0-8BBF-DC911BDFBFA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406155" y="3205080"/>
                  <a:ext cx="28656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889B3A9-CE18-4548-82A8-DAE4A80E29B1}"/>
                    </a:ext>
                  </a:extLst>
                </p14:cNvPr>
                <p14:cNvContentPartPr/>
                <p14:nvPr/>
              </p14:nvContentPartPr>
              <p14:xfrm>
                <a:off x="9806115" y="3150000"/>
                <a:ext cx="18360" cy="3762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889B3A9-CE18-4548-82A8-DAE4A80E29B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788475" y="3132000"/>
                  <a:ext cx="5400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600795E-CDA5-45F4-9B7B-E544A4135E29}"/>
                    </a:ext>
                  </a:extLst>
                </p14:cNvPr>
                <p14:cNvContentPartPr/>
                <p14:nvPr/>
              </p14:nvContentPartPr>
              <p14:xfrm>
                <a:off x="9776955" y="3406680"/>
                <a:ext cx="104400" cy="115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600795E-CDA5-45F4-9B7B-E544A4135E2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758955" y="3389040"/>
                  <a:ext cx="1400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51A3182-7AB2-4CF5-A410-8CF261BD0E0E}"/>
                    </a:ext>
                  </a:extLst>
                </p14:cNvPr>
                <p14:cNvContentPartPr/>
                <p14:nvPr/>
              </p14:nvContentPartPr>
              <p14:xfrm>
                <a:off x="10141275" y="3439440"/>
                <a:ext cx="249840" cy="1407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51A3182-7AB2-4CF5-A410-8CF261BD0E0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123275" y="3421440"/>
                  <a:ext cx="2854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649D8FC-D3F7-4BA0-9BCD-6E623AD28CC2}"/>
                    </a:ext>
                  </a:extLst>
                </p14:cNvPr>
                <p14:cNvContentPartPr/>
                <p14:nvPr/>
              </p14:nvContentPartPr>
              <p14:xfrm>
                <a:off x="10535835" y="3342240"/>
                <a:ext cx="190800" cy="2512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649D8FC-D3F7-4BA0-9BCD-6E623AD28CC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518195" y="3324240"/>
                  <a:ext cx="226440" cy="28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F784F11-3243-47FA-9199-94926D2CA0DD}"/>
              </a:ext>
            </a:extLst>
          </p:cNvPr>
          <p:cNvGrpSpPr/>
          <p:nvPr/>
        </p:nvGrpSpPr>
        <p:grpSpPr>
          <a:xfrm>
            <a:off x="1079355" y="1521720"/>
            <a:ext cx="6850800" cy="3047400"/>
            <a:chOff x="1079355" y="1521720"/>
            <a:chExt cx="6850800" cy="304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E1438D0-8B18-4A02-AD59-909D035937EB}"/>
                    </a:ext>
                  </a:extLst>
                </p14:cNvPr>
                <p14:cNvContentPartPr/>
                <p14:nvPr/>
              </p14:nvContentPartPr>
              <p14:xfrm>
                <a:off x="1079355" y="1740240"/>
                <a:ext cx="21960" cy="180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E1438D0-8B18-4A02-AD59-909D035937E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61355" y="1722600"/>
                  <a:ext cx="576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93AE079-3070-4E41-A425-53F9BBD3A729}"/>
                    </a:ext>
                  </a:extLst>
                </p14:cNvPr>
                <p14:cNvContentPartPr/>
                <p14:nvPr/>
              </p14:nvContentPartPr>
              <p14:xfrm>
                <a:off x="1095555" y="1533600"/>
                <a:ext cx="285840" cy="555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93AE079-3070-4E41-A425-53F9BBD3A72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77555" y="1515960"/>
                  <a:ext cx="32148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78E8077-E51A-4EAB-9ED1-B808A6B94DCE}"/>
                    </a:ext>
                  </a:extLst>
                </p14:cNvPr>
                <p14:cNvContentPartPr/>
                <p14:nvPr/>
              </p14:nvContentPartPr>
              <p14:xfrm>
                <a:off x="1158555" y="2356200"/>
                <a:ext cx="165600" cy="211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78E8077-E51A-4EAB-9ED1-B808A6B94DC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40915" y="2338200"/>
                  <a:ext cx="2012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A14C2DB-F120-4BF8-BFAC-8C9071BFAB5C}"/>
                    </a:ext>
                  </a:extLst>
                </p14:cNvPr>
                <p14:cNvContentPartPr/>
                <p14:nvPr/>
              </p14:nvContentPartPr>
              <p14:xfrm>
                <a:off x="1357995" y="2149920"/>
                <a:ext cx="292320" cy="7124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A14C2DB-F120-4BF8-BFAC-8C9071BFAB5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340355" y="2131920"/>
                  <a:ext cx="327960" cy="74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0A0A813-4862-4CD9-B87A-B899D0CA059C}"/>
                    </a:ext>
                  </a:extLst>
                </p14:cNvPr>
                <p14:cNvContentPartPr/>
                <p14:nvPr/>
              </p14:nvContentPartPr>
              <p14:xfrm>
                <a:off x="1993395" y="1521720"/>
                <a:ext cx="157680" cy="386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0A0A813-4862-4CD9-B87A-B899D0CA059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975395" y="1503720"/>
                  <a:ext cx="19332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CC51C7D-BC39-4323-BE98-B8AAF7987F40}"/>
                    </a:ext>
                  </a:extLst>
                </p14:cNvPr>
                <p14:cNvContentPartPr/>
                <p14:nvPr/>
              </p14:nvContentPartPr>
              <p14:xfrm>
                <a:off x="1989075" y="1716840"/>
                <a:ext cx="190080" cy="615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CC51C7D-BC39-4323-BE98-B8AAF7987F4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971075" y="1698840"/>
                  <a:ext cx="2257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393D0E4-04F6-40B7-A2CB-A4A0F424FDF6}"/>
                    </a:ext>
                  </a:extLst>
                </p14:cNvPr>
                <p14:cNvContentPartPr/>
                <p14:nvPr/>
              </p14:nvContentPartPr>
              <p14:xfrm>
                <a:off x="2254395" y="1714320"/>
                <a:ext cx="153360" cy="171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393D0E4-04F6-40B7-A2CB-A4A0F424FDF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236395" y="1696320"/>
                  <a:ext cx="1890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8A0595F-1F76-44D0-9EAC-33194626F794}"/>
                    </a:ext>
                  </a:extLst>
                </p14:cNvPr>
                <p14:cNvContentPartPr/>
                <p14:nvPr/>
              </p14:nvContentPartPr>
              <p14:xfrm>
                <a:off x="2643555" y="1610280"/>
                <a:ext cx="650160" cy="78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8A0595F-1F76-44D0-9EAC-33194626F79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625555" y="1592640"/>
                  <a:ext cx="6858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96D76B8-5191-43E8-B356-9FD2003EC94F}"/>
                    </a:ext>
                  </a:extLst>
                </p14:cNvPr>
                <p14:cNvContentPartPr/>
                <p14:nvPr/>
              </p14:nvContentPartPr>
              <p14:xfrm>
                <a:off x="3214875" y="1530360"/>
                <a:ext cx="101160" cy="193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96D76B8-5191-43E8-B356-9FD2003EC94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197235" y="1512720"/>
                  <a:ext cx="1368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CFEDA58-3949-4DDA-B889-37F14D3A359A}"/>
                    </a:ext>
                  </a:extLst>
                </p14:cNvPr>
                <p14:cNvContentPartPr/>
                <p14:nvPr/>
              </p14:nvContentPartPr>
              <p14:xfrm>
                <a:off x="3297315" y="1525680"/>
                <a:ext cx="485640" cy="1702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CFEDA58-3949-4DDA-B889-37F14D3A359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279315" y="1507680"/>
                  <a:ext cx="5212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6D6DD35-D8F9-4BAB-9A68-A60EDC4AA7D3}"/>
                    </a:ext>
                  </a:extLst>
                </p14:cNvPr>
                <p14:cNvContentPartPr/>
                <p14:nvPr/>
              </p14:nvContentPartPr>
              <p14:xfrm>
                <a:off x="2194995" y="2286720"/>
                <a:ext cx="96120" cy="173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6D6DD35-D8F9-4BAB-9A68-A60EDC4AA7D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177355" y="2269080"/>
                  <a:ext cx="1317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242CD6C-C8BC-4849-8363-891EDAF085FE}"/>
                    </a:ext>
                  </a:extLst>
                </p14:cNvPr>
                <p14:cNvContentPartPr/>
                <p14:nvPr/>
              </p14:nvContentPartPr>
              <p14:xfrm>
                <a:off x="2200755" y="2181960"/>
                <a:ext cx="63360" cy="367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242CD6C-C8BC-4849-8363-891EDAF085F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183115" y="2163960"/>
                  <a:ext cx="990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3242B38-1A57-4F6D-AFAA-A9F934953D3E}"/>
                    </a:ext>
                  </a:extLst>
                </p14:cNvPr>
                <p14:cNvContentPartPr/>
                <p14:nvPr/>
              </p14:nvContentPartPr>
              <p14:xfrm>
                <a:off x="2322795" y="2164320"/>
                <a:ext cx="225360" cy="488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3242B38-1A57-4F6D-AFAA-A9F934953D3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304795" y="2146320"/>
                  <a:ext cx="26100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D4718F1-A922-4A5E-A20E-9FD97A20A233}"/>
                    </a:ext>
                  </a:extLst>
                </p14:cNvPr>
                <p14:cNvContentPartPr/>
                <p14:nvPr/>
              </p14:nvContentPartPr>
              <p14:xfrm>
                <a:off x="2547795" y="2301840"/>
                <a:ext cx="83520" cy="164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D4718F1-A922-4A5E-A20E-9FD97A20A23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529795" y="2284200"/>
                  <a:ext cx="1191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91E7D0D-4024-4D7B-9A09-DDE9B087EA55}"/>
                    </a:ext>
                  </a:extLst>
                </p14:cNvPr>
                <p14:cNvContentPartPr/>
                <p14:nvPr/>
              </p14:nvContentPartPr>
              <p14:xfrm>
                <a:off x="2932275" y="2249280"/>
                <a:ext cx="78840" cy="214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91E7D0D-4024-4D7B-9A09-DDE9B087EA5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914635" y="2231640"/>
                  <a:ext cx="1144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540F76E-679F-4B86-8E33-43390C252405}"/>
                    </a:ext>
                  </a:extLst>
                </p14:cNvPr>
                <p14:cNvContentPartPr/>
                <p14:nvPr/>
              </p14:nvContentPartPr>
              <p14:xfrm>
                <a:off x="3093195" y="2246760"/>
                <a:ext cx="488160" cy="472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540F76E-679F-4B86-8E33-43390C25240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075195" y="2229120"/>
                  <a:ext cx="523800" cy="50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B98201F-735A-4CAA-96A8-4AFCE5461F2F}"/>
                    </a:ext>
                  </a:extLst>
                </p14:cNvPr>
                <p14:cNvContentPartPr/>
                <p14:nvPr/>
              </p14:nvContentPartPr>
              <p14:xfrm>
                <a:off x="3527715" y="2228760"/>
                <a:ext cx="124560" cy="2314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B98201F-735A-4CAA-96A8-4AFCE5461F2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509715" y="2211120"/>
                  <a:ext cx="1602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C9B1834-AE91-41E8-9773-BE9AFA62DB4A}"/>
                    </a:ext>
                  </a:extLst>
                </p14:cNvPr>
                <p14:cNvContentPartPr/>
                <p14:nvPr/>
              </p14:nvContentPartPr>
              <p14:xfrm>
                <a:off x="3828675" y="2360880"/>
                <a:ext cx="15120" cy="32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C9B1834-AE91-41E8-9773-BE9AFA62DB4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810675" y="2342880"/>
                  <a:ext cx="507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53B8B26-1F3F-4CFE-92C7-399130E96A10}"/>
                    </a:ext>
                  </a:extLst>
                </p14:cNvPr>
                <p14:cNvContentPartPr/>
                <p14:nvPr/>
              </p14:nvContentPartPr>
              <p14:xfrm>
                <a:off x="4229355" y="2080440"/>
                <a:ext cx="169200" cy="474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53B8B26-1F3F-4CFE-92C7-399130E96A1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211715" y="2062800"/>
                  <a:ext cx="2048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5CB9E9C-8B45-406D-BB97-7B5BD88131EC}"/>
                    </a:ext>
                  </a:extLst>
                </p14:cNvPr>
                <p14:cNvContentPartPr/>
                <p14:nvPr/>
              </p14:nvContentPartPr>
              <p14:xfrm>
                <a:off x="4536435" y="2227680"/>
                <a:ext cx="241560" cy="223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5CB9E9C-8B45-406D-BB97-7B5BD88131E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518795" y="2209680"/>
                  <a:ext cx="2772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5347DF1-DCE1-400B-BB97-19A012355D2A}"/>
                    </a:ext>
                  </a:extLst>
                </p14:cNvPr>
                <p14:cNvContentPartPr/>
                <p14:nvPr/>
              </p14:nvContentPartPr>
              <p14:xfrm>
                <a:off x="4916595" y="2332440"/>
                <a:ext cx="99360" cy="144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5347DF1-DCE1-400B-BB97-19A012355D2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898595" y="2314800"/>
                  <a:ext cx="1350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AF70334-A159-449F-B6F8-EC97A0210911}"/>
                    </a:ext>
                  </a:extLst>
                </p14:cNvPr>
                <p14:cNvContentPartPr/>
                <p14:nvPr/>
              </p14:nvContentPartPr>
              <p14:xfrm>
                <a:off x="4930275" y="2240280"/>
                <a:ext cx="26640" cy="90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AF70334-A159-449F-B6F8-EC97A021091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912275" y="2222280"/>
                  <a:ext cx="622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404BCEA-F924-4FA5-924C-F8961AFB035A}"/>
                    </a:ext>
                  </a:extLst>
                </p14:cNvPr>
                <p14:cNvContentPartPr/>
                <p14:nvPr/>
              </p14:nvContentPartPr>
              <p14:xfrm>
                <a:off x="5154915" y="2008800"/>
                <a:ext cx="183960" cy="563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404BCEA-F924-4FA5-924C-F8961AFB035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136915" y="1990800"/>
                  <a:ext cx="219600" cy="59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BCACE93-7B58-4A8E-89D8-0E5A68922342}"/>
                    </a:ext>
                  </a:extLst>
                </p14:cNvPr>
                <p14:cNvContentPartPr/>
                <p14:nvPr/>
              </p14:nvContentPartPr>
              <p14:xfrm>
                <a:off x="5620035" y="2294640"/>
                <a:ext cx="684000" cy="327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BCACE93-7B58-4A8E-89D8-0E5A6892234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602395" y="2276640"/>
                  <a:ext cx="7196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35C9917-FBE4-4B75-8731-D6C6A3FDB276}"/>
                    </a:ext>
                  </a:extLst>
                </p14:cNvPr>
                <p14:cNvContentPartPr/>
                <p14:nvPr/>
              </p14:nvContentPartPr>
              <p14:xfrm>
                <a:off x="6206835" y="2158920"/>
                <a:ext cx="92160" cy="2602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35C9917-FBE4-4B75-8731-D6C6A3FDB27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188835" y="2141280"/>
                  <a:ext cx="12780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FB821C0-C566-4965-AE2B-3EF3B627CEAA}"/>
                    </a:ext>
                  </a:extLst>
                </p14:cNvPr>
                <p14:cNvContentPartPr/>
                <p14:nvPr/>
              </p14:nvContentPartPr>
              <p14:xfrm>
                <a:off x="6497355" y="2180880"/>
                <a:ext cx="447480" cy="181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FB821C0-C566-4965-AE2B-3EF3B627CEA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479355" y="2163240"/>
                  <a:ext cx="4831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322E6CC-E379-4CC2-BD1E-F8EC368FF76C}"/>
                    </a:ext>
                  </a:extLst>
                </p14:cNvPr>
                <p14:cNvContentPartPr/>
                <p14:nvPr/>
              </p14:nvContentPartPr>
              <p14:xfrm>
                <a:off x="2193555" y="2760480"/>
                <a:ext cx="338400" cy="511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322E6CC-E379-4CC2-BD1E-F8EC368FF76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175555" y="2742840"/>
                  <a:ext cx="374040" cy="5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7593B14-FE78-4C0F-BB67-C729E6111E58}"/>
                    </a:ext>
                  </a:extLst>
                </p14:cNvPr>
                <p14:cNvContentPartPr/>
                <p14:nvPr/>
              </p14:nvContentPartPr>
              <p14:xfrm>
                <a:off x="2652915" y="2887920"/>
                <a:ext cx="146160" cy="379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7593B14-FE78-4C0F-BB67-C729E6111E5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634915" y="2870280"/>
                  <a:ext cx="18180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7283DFD-2245-44EE-B9EC-675FBE5FED89}"/>
                    </a:ext>
                  </a:extLst>
                </p14:cNvPr>
                <p14:cNvContentPartPr/>
                <p14:nvPr/>
              </p14:nvContentPartPr>
              <p14:xfrm>
                <a:off x="3340155" y="2958480"/>
                <a:ext cx="41040" cy="112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7283DFD-2245-44EE-B9EC-675FBE5FED8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322515" y="2940840"/>
                  <a:ext cx="766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D5D11DB-6FF5-4DA8-8020-461C0B9F2D31}"/>
                    </a:ext>
                  </a:extLst>
                </p14:cNvPr>
                <p14:cNvContentPartPr/>
                <p14:nvPr/>
              </p14:nvContentPartPr>
              <p14:xfrm>
                <a:off x="3291915" y="2864520"/>
                <a:ext cx="90720" cy="291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D5D11DB-6FF5-4DA8-8020-461C0B9F2D3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274275" y="2846520"/>
                  <a:ext cx="1263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3B54AEA-CC06-49F6-8B2F-D74174B86284}"/>
                    </a:ext>
                  </a:extLst>
                </p14:cNvPr>
                <p14:cNvContentPartPr/>
                <p14:nvPr/>
              </p14:nvContentPartPr>
              <p14:xfrm>
                <a:off x="3490275" y="2847240"/>
                <a:ext cx="443880" cy="3808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3B54AEA-CC06-49F6-8B2F-D74174B8628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472275" y="2829600"/>
                  <a:ext cx="47952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2C41C39-FD92-417C-8409-C34A3065914C}"/>
                    </a:ext>
                  </a:extLst>
                </p14:cNvPr>
                <p14:cNvContentPartPr/>
                <p14:nvPr/>
              </p14:nvContentPartPr>
              <p14:xfrm>
                <a:off x="4416195" y="2741760"/>
                <a:ext cx="171720" cy="3700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2C41C39-FD92-417C-8409-C34A3065914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398555" y="2724120"/>
                  <a:ext cx="20736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D377910-4070-42DE-8829-AC533F76B893}"/>
                    </a:ext>
                  </a:extLst>
                </p14:cNvPr>
                <p14:cNvContentPartPr/>
                <p14:nvPr/>
              </p14:nvContentPartPr>
              <p14:xfrm>
                <a:off x="4667475" y="2809800"/>
                <a:ext cx="434880" cy="2764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D377910-4070-42DE-8829-AC533F76B89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649835" y="2792160"/>
                  <a:ext cx="47052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8EFE176-B1AF-4DE0-87D4-26D7B28117E4}"/>
                    </a:ext>
                  </a:extLst>
                </p14:cNvPr>
                <p14:cNvContentPartPr/>
                <p14:nvPr/>
              </p14:nvContentPartPr>
              <p14:xfrm>
                <a:off x="5234835" y="2710800"/>
                <a:ext cx="149040" cy="520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8EFE176-B1AF-4DE0-87D4-26D7B28117E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216835" y="2693160"/>
                  <a:ext cx="18468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B2F6E07-7D0D-42D6-9193-F4F4686A3D2F}"/>
                    </a:ext>
                  </a:extLst>
                </p14:cNvPr>
                <p14:cNvContentPartPr/>
                <p14:nvPr/>
              </p14:nvContentPartPr>
              <p14:xfrm>
                <a:off x="5583315" y="2792160"/>
                <a:ext cx="469800" cy="1357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B2F6E07-7D0D-42D6-9193-F4F4686A3D2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565675" y="2774160"/>
                  <a:ext cx="5054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EB3DFD2-FEF1-4CB4-BBBD-6A25D91B6C73}"/>
                    </a:ext>
                  </a:extLst>
                </p14:cNvPr>
                <p14:cNvContentPartPr/>
                <p14:nvPr/>
              </p14:nvContentPartPr>
              <p14:xfrm>
                <a:off x="6013155" y="2717280"/>
                <a:ext cx="152640" cy="2412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EB3DFD2-FEF1-4CB4-BBBD-6A25D91B6C7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995515" y="2699640"/>
                  <a:ext cx="1882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15A56D7-B8D6-4E90-A0E3-7944AA590C5F}"/>
                    </a:ext>
                  </a:extLst>
                </p14:cNvPr>
                <p14:cNvContentPartPr/>
                <p14:nvPr/>
              </p14:nvContentPartPr>
              <p14:xfrm>
                <a:off x="6473235" y="2642760"/>
                <a:ext cx="331560" cy="3340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15A56D7-B8D6-4E90-A0E3-7944AA590C5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455595" y="2625120"/>
                  <a:ext cx="36720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84CE6FE-B2BA-4D4B-9CED-FF400FF69079}"/>
                    </a:ext>
                  </a:extLst>
                </p14:cNvPr>
                <p14:cNvContentPartPr/>
                <p14:nvPr/>
              </p14:nvContentPartPr>
              <p14:xfrm>
                <a:off x="1244955" y="2982240"/>
                <a:ext cx="93240" cy="176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84CE6FE-B2BA-4D4B-9CED-FF400FF6907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227315" y="2964600"/>
                  <a:ext cx="1288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D2F1AA7-3456-429A-8652-CC0BB0F3CEB3}"/>
                    </a:ext>
                  </a:extLst>
                </p14:cNvPr>
                <p14:cNvContentPartPr/>
                <p14:nvPr/>
              </p14:nvContentPartPr>
              <p14:xfrm>
                <a:off x="1296435" y="2879280"/>
                <a:ext cx="229680" cy="3682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D2F1AA7-3456-429A-8652-CC0BB0F3CEB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278795" y="2861280"/>
                  <a:ext cx="26532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47FD2CD-320B-4F82-9A38-AF0E292A4282}"/>
                    </a:ext>
                  </a:extLst>
                </p14:cNvPr>
                <p14:cNvContentPartPr/>
                <p14:nvPr/>
              </p14:nvContentPartPr>
              <p14:xfrm>
                <a:off x="1319115" y="3436200"/>
                <a:ext cx="174240" cy="2696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47FD2CD-320B-4F82-9A38-AF0E292A428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301475" y="3418560"/>
                  <a:ext cx="20988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3D224CB-5E99-48E2-81F6-999BCB53F2E5}"/>
                    </a:ext>
                  </a:extLst>
                </p14:cNvPr>
                <p14:cNvContentPartPr/>
                <p14:nvPr/>
              </p14:nvContentPartPr>
              <p14:xfrm>
                <a:off x="1579395" y="3252960"/>
                <a:ext cx="314640" cy="6058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3D224CB-5E99-48E2-81F6-999BCB53F2E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561395" y="3234960"/>
                  <a:ext cx="350280" cy="64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EF204C2-F421-44DA-AD46-9ECB54DC9FAC}"/>
                    </a:ext>
                  </a:extLst>
                </p14:cNvPr>
                <p14:cNvContentPartPr/>
                <p14:nvPr/>
              </p14:nvContentPartPr>
              <p14:xfrm>
                <a:off x="2420715" y="3497040"/>
                <a:ext cx="287280" cy="2534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EF204C2-F421-44DA-AD46-9ECB54DC9FA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403075" y="3479400"/>
                  <a:ext cx="32292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3FE367B-6C95-4BF9-84EC-D6AD9DA98554}"/>
                    </a:ext>
                  </a:extLst>
                </p14:cNvPr>
                <p14:cNvContentPartPr/>
                <p14:nvPr/>
              </p14:nvContentPartPr>
              <p14:xfrm>
                <a:off x="2773155" y="3552480"/>
                <a:ext cx="604440" cy="1663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3FE367B-6C95-4BF9-84EC-D6AD9DA9855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755515" y="3534480"/>
                  <a:ext cx="6400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3FE1C42-AA4B-4E0E-A4BB-A2076F87B299}"/>
                    </a:ext>
                  </a:extLst>
                </p14:cNvPr>
                <p14:cNvContentPartPr/>
                <p14:nvPr/>
              </p14:nvContentPartPr>
              <p14:xfrm>
                <a:off x="3853155" y="3430080"/>
                <a:ext cx="274320" cy="3567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3FE1C42-AA4B-4E0E-A4BB-A2076F87B29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835515" y="3412440"/>
                  <a:ext cx="30996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A30B957-3AC4-40E5-B122-46FCC6A5B32D}"/>
                    </a:ext>
                  </a:extLst>
                </p14:cNvPr>
                <p14:cNvContentPartPr/>
                <p14:nvPr/>
              </p14:nvContentPartPr>
              <p14:xfrm>
                <a:off x="4238715" y="3556080"/>
                <a:ext cx="29880" cy="2455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A30B957-3AC4-40E5-B122-46FCC6A5B32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221075" y="3538440"/>
                  <a:ext cx="655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E0C6A19-7185-4345-B47F-0598A4A1AA2D}"/>
                    </a:ext>
                  </a:extLst>
                </p14:cNvPr>
                <p14:cNvContentPartPr/>
                <p14:nvPr/>
              </p14:nvContentPartPr>
              <p14:xfrm>
                <a:off x="4302795" y="3534480"/>
                <a:ext cx="51840" cy="1321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E0C6A19-7185-4345-B47F-0598A4A1AA2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284795" y="3516840"/>
                  <a:ext cx="874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ACA22A1-6861-4975-AAC1-FD3D799BBDE3}"/>
                    </a:ext>
                  </a:extLst>
                </p14:cNvPr>
                <p14:cNvContentPartPr/>
                <p14:nvPr/>
              </p14:nvContentPartPr>
              <p14:xfrm>
                <a:off x="4945755" y="3588840"/>
                <a:ext cx="135000" cy="1616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ACA22A1-6861-4975-AAC1-FD3D799BBDE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928115" y="3571200"/>
                  <a:ext cx="1706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BEB922D-C3E4-4F68-8EC0-B1E2A53E4BF8}"/>
                    </a:ext>
                  </a:extLst>
                </p14:cNvPr>
                <p14:cNvContentPartPr/>
                <p14:nvPr/>
              </p14:nvContentPartPr>
              <p14:xfrm>
                <a:off x="5173275" y="3455640"/>
                <a:ext cx="280080" cy="3024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BEB922D-C3E4-4F68-8EC0-B1E2A53E4BF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155275" y="3438000"/>
                  <a:ext cx="31572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602CFEF-F8E3-4B94-8F2D-B3A662142D91}"/>
                    </a:ext>
                  </a:extLst>
                </p14:cNvPr>
                <p14:cNvContentPartPr/>
                <p14:nvPr/>
              </p14:nvContentPartPr>
              <p14:xfrm>
                <a:off x="5581155" y="3330720"/>
                <a:ext cx="32760" cy="4168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602CFEF-F8E3-4B94-8F2D-B3A662142D9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63155" y="3312720"/>
                  <a:ext cx="6840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851C49D-3349-41E0-B0B9-E542EF7A1AA5}"/>
                    </a:ext>
                  </a:extLst>
                </p14:cNvPr>
                <p14:cNvContentPartPr/>
                <p14:nvPr/>
              </p14:nvContentPartPr>
              <p14:xfrm>
                <a:off x="5509515" y="3558240"/>
                <a:ext cx="455760" cy="565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851C49D-3349-41E0-B0B9-E542EF7A1AA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491515" y="3540240"/>
                  <a:ext cx="4914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61BA29E-572A-4D98-8F38-CE26686872A8}"/>
                    </a:ext>
                  </a:extLst>
                </p14:cNvPr>
                <p14:cNvContentPartPr/>
                <p14:nvPr/>
              </p14:nvContentPartPr>
              <p14:xfrm>
                <a:off x="6748635" y="3223080"/>
                <a:ext cx="1181520" cy="3434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61BA29E-572A-4D98-8F38-CE26686872A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730635" y="3205080"/>
                  <a:ext cx="12171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97019A4-3F63-44A2-A86A-0C916D4AA7A2}"/>
                    </a:ext>
                  </a:extLst>
                </p14:cNvPr>
                <p14:cNvContentPartPr/>
                <p14:nvPr/>
              </p14:nvContentPartPr>
              <p14:xfrm>
                <a:off x="1613595" y="4090680"/>
                <a:ext cx="77760" cy="2548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97019A4-3F63-44A2-A86A-0C916D4AA7A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595595" y="4073040"/>
                  <a:ext cx="1134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6CABCB9-9E3D-41D7-AA64-FCE596FFAC4F}"/>
                    </a:ext>
                  </a:extLst>
                </p14:cNvPr>
                <p14:cNvContentPartPr/>
                <p14:nvPr/>
              </p14:nvContentPartPr>
              <p14:xfrm>
                <a:off x="1683435" y="4053600"/>
                <a:ext cx="274680" cy="810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6CABCB9-9E3D-41D7-AA64-FCE596FFAC4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665435" y="4035960"/>
                  <a:ext cx="3103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84A96BB-2632-486D-ADA8-A47090B0542E}"/>
                    </a:ext>
                  </a:extLst>
                </p14:cNvPr>
                <p14:cNvContentPartPr/>
                <p14:nvPr/>
              </p14:nvContentPartPr>
              <p14:xfrm>
                <a:off x="1901235" y="3884760"/>
                <a:ext cx="395280" cy="6843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84A96BB-2632-486D-ADA8-A47090B0542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883595" y="3866760"/>
                  <a:ext cx="430920" cy="72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99E2604B-301E-4FD5-B0A5-0F8E443E36F3}"/>
              </a:ext>
            </a:extLst>
          </p:cNvPr>
          <p:cNvGrpSpPr/>
          <p:nvPr/>
        </p:nvGrpSpPr>
        <p:grpSpPr>
          <a:xfrm>
            <a:off x="2628075" y="4003560"/>
            <a:ext cx="3940560" cy="423000"/>
            <a:chOff x="2628075" y="4003560"/>
            <a:chExt cx="3940560" cy="42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46FB336-9B32-436D-A07C-D6B4ECB6B9E0}"/>
                    </a:ext>
                  </a:extLst>
                </p14:cNvPr>
                <p14:cNvContentPartPr/>
                <p14:nvPr/>
              </p14:nvContentPartPr>
              <p14:xfrm>
                <a:off x="2628075" y="4136040"/>
                <a:ext cx="210600" cy="2890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46FB336-9B32-436D-A07C-D6B4ECB6B9E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610435" y="4118040"/>
                  <a:ext cx="24624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16F2D41-FA64-4E0C-B7A0-ADEC614A9C15}"/>
                    </a:ext>
                  </a:extLst>
                </p14:cNvPr>
                <p14:cNvContentPartPr/>
                <p14:nvPr/>
              </p14:nvContentPartPr>
              <p14:xfrm>
                <a:off x="2905635" y="4232520"/>
                <a:ext cx="488160" cy="1627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16F2D41-FA64-4E0C-B7A0-ADEC614A9C1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887635" y="4214880"/>
                  <a:ext cx="5238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8BDF26D-F22C-4472-9F0C-6D9E5F3BFDB3}"/>
                    </a:ext>
                  </a:extLst>
                </p14:cNvPr>
                <p14:cNvContentPartPr/>
                <p14:nvPr/>
              </p14:nvContentPartPr>
              <p14:xfrm>
                <a:off x="3472275" y="4086360"/>
                <a:ext cx="941760" cy="3402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8BDF26D-F22C-4472-9F0C-6D9E5F3BFDB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454275" y="4068360"/>
                  <a:ext cx="97740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E3E2D65-3F8D-4463-B2B1-32595A52D668}"/>
                    </a:ext>
                  </a:extLst>
                </p14:cNvPr>
                <p14:cNvContentPartPr/>
                <p14:nvPr/>
              </p14:nvContentPartPr>
              <p14:xfrm>
                <a:off x="4371195" y="4091400"/>
                <a:ext cx="81000" cy="334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E3E2D65-3F8D-4463-B2B1-32595A52D66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353195" y="4073400"/>
                  <a:ext cx="1166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A7A2FA5-C8AA-4254-A6F6-2BD2B526715A}"/>
                    </a:ext>
                  </a:extLst>
                </p14:cNvPr>
                <p14:cNvContentPartPr/>
                <p14:nvPr/>
              </p14:nvContentPartPr>
              <p14:xfrm>
                <a:off x="4443555" y="4003560"/>
                <a:ext cx="363600" cy="3956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A7A2FA5-C8AA-4254-A6F6-2BD2B526715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425915" y="3985920"/>
                  <a:ext cx="39924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C550D0D-4847-4EFA-B136-2F2898EFF12A}"/>
                    </a:ext>
                  </a:extLst>
                </p14:cNvPr>
                <p14:cNvContentPartPr/>
                <p14:nvPr/>
              </p14:nvContentPartPr>
              <p14:xfrm>
                <a:off x="4736595" y="4008960"/>
                <a:ext cx="392760" cy="3006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C550D0D-4847-4EFA-B136-2F2898EFF12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718955" y="3991320"/>
                  <a:ext cx="4284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B60D313-4D9F-4CBE-8DF2-F4F6540BDC52}"/>
                    </a:ext>
                  </a:extLst>
                </p14:cNvPr>
                <p14:cNvContentPartPr/>
                <p14:nvPr/>
              </p14:nvContentPartPr>
              <p14:xfrm>
                <a:off x="5379555" y="4156200"/>
                <a:ext cx="516960" cy="226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B60D313-4D9F-4CBE-8DF2-F4F6540BDC5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361915" y="4138560"/>
                  <a:ext cx="5526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ED18DB1-7AFE-4F73-8197-978AFC13E63D}"/>
                    </a:ext>
                  </a:extLst>
                </p14:cNvPr>
                <p14:cNvContentPartPr/>
                <p14:nvPr/>
              </p14:nvContentPartPr>
              <p14:xfrm>
                <a:off x="5811915" y="4036680"/>
                <a:ext cx="128880" cy="2149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ED18DB1-7AFE-4F73-8197-978AFC13E63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794275" y="4018680"/>
                  <a:ext cx="1645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9CD2170-3DC4-468D-984F-88BCF88FDE96}"/>
                    </a:ext>
                  </a:extLst>
                </p14:cNvPr>
                <p14:cNvContentPartPr/>
                <p14:nvPr/>
              </p14:nvContentPartPr>
              <p14:xfrm>
                <a:off x="5940075" y="4022280"/>
                <a:ext cx="628560" cy="2448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9CD2170-3DC4-468D-984F-88BCF88FDE9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922435" y="4004640"/>
                  <a:ext cx="664200" cy="28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7183A1E2-612B-40E2-B474-81F8CF193C68}"/>
              </a:ext>
            </a:extLst>
          </p:cNvPr>
          <p:cNvGrpSpPr/>
          <p:nvPr/>
        </p:nvGrpSpPr>
        <p:grpSpPr>
          <a:xfrm>
            <a:off x="1702875" y="4692240"/>
            <a:ext cx="552960" cy="728640"/>
            <a:chOff x="1702875" y="4692240"/>
            <a:chExt cx="552960" cy="72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035E010-5424-4040-A075-4AD6303CCA13}"/>
                    </a:ext>
                  </a:extLst>
                </p14:cNvPr>
                <p14:cNvContentPartPr/>
                <p14:nvPr/>
              </p14:nvContentPartPr>
              <p14:xfrm>
                <a:off x="1702875" y="4715280"/>
                <a:ext cx="137880" cy="3402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035E010-5424-4040-A075-4AD6303CCA1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685235" y="4697640"/>
                  <a:ext cx="17352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C300E74-1888-4FC2-B55C-CDC00A863EB4}"/>
                    </a:ext>
                  </a:extLst>
                </p14:cNvPr>
                <p14:cNvContentPartPr/>
                <p14:nvPr/>
              </p14:nvContentPartPr>
              <p14:xfrm>
                <a:off x="1933995" y="4692240"/>
                <a:ext cx="321840" cy="7286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C300E74-1888-4FC2-B55C-CDC00A863EB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916355" y="4674240"/>
                  <a:ext cx="357480" cy="76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7140E441-D090-4514-807B-FB5FD9A6EF97}"/>
              </a:ext>
            </a:extLst>
          </p:cNvPr>
          <p:cNvGrpSpPr/>
          <p:nvPr/>
        </p:nvGrpSpPr>
        <p:grpSpPr>
          <a:xfrm>
            <a:off x="2954955" y="4722480"/>
            <a:ext cx="3200760" cy="459720"/>
            <a:chOff x="2954955" y="4722480"/>
            <a:chExt cx="3200760" cy="45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BCF3A4D-16F3-484C-81CC-016616A670C4}"/>
                    </a:ext>
                  </a:extLst>
                </p14:cNvPr>
                <p14:cNvContentPartPr/>
                <p14:nvPr/>
              </p14:nvContentPartPr>
              <p14:xfrm>
                <a:off x="2954955" y="4789800"/>
                <a:ext cx="746640" cy="3268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BCF3A4D-16F3-484C-81CC-016616A670C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937315" y="4772160"/>
                  <a:ext cx="78228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8006BA0-D2AD-4A24-9B1F-F90FBAA4BB10}"/>
                    </a:ext>
                  </a:extLst>
                </p14:cNvPr>
                <p14:cNvContentPartPr/>
                <p14:nvPr/>
              </p14:nvContentPartPr>
              <p14:xfrm>
                <a:off x="3848475" y="4814640"/>
                <a:ext cx="299160" cy="2883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8006BA0-D2AD-4A24-9B1F-F90FBAA4BB1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830475" y="4797000"/>
                  <a:ext cx="3348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7253610-F822-4715-934B-F855BBED4166}"/>
                    </a:ext>
                  </a:extLst>
                </p14:cNvPr>
                <p14:cNvContentPartPr/>
                <p14:nvPr/>
              </p14:nvContentPartPr>
              <p14:xfrm>
                <a:off x="4203795" y="4772880"/>
                <a:ext cx="456840" cy="4093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7253610-F822-4715-934B-F855BBED416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185795" y="4754880"/>
                  <a:ext cx="49248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DF61197-DCD3-4E40-A1B3-93A86FC1DFB0}"/>
                    </a:ext>
                  </a:extLst>
                </p14:cNvPr>
                <p14:cNvContentPartPr/>
                <p14:nvPr/>
              </p14:nvContentPartPr>
              <p14:xfrm>
                <a:off x="4916955" y="4828680"/>
                <a:ext cx="549720" cy="529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DF61197-DCD3-4E40-A1B3-93A86FC1DFB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899315" y="4810680"/>
                  <a:ext cx="5853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FA53C93-C149-47D2-A812-961803637DE3}"/>
                    </a:ext>
                  </a:extLst>
                </p14:cNvPr>
                <p14:cNvContentPartPr/>
                <p14:nvPr/>
              </p14:nvContentPartPr>
              <p14:xfrm>
                <a:off x="5361915" y="4722480"/>
                <a:ext cx="179640" cy="2710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FA53C93-C149-47D2-A812-961803637DE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343915" y="4704840"/>
                  <a:ext cx="2152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95F75B0-DF3A-46B4-B337-78754E1B08BE}"/>
                    </a:ext>
                  </a:extLst>
                </p14:cNvPr>
                <p14:cNvContentPartPr/>
                <p14:nvPr/>
              </p14:nvContentPartPr>
              <p14:xfrm>
                <a:off x="5739195" y="4735800"/>
                <a:ext cx="416520" cy="1958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95F75B0-DF3A-46B4-B337-78754E1B08B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721195" y="4717800"/>
                  <a:ext cx="452160" cy="23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46168566-F135-45C1-BFCA-E9392881D654}"/>
              </a:ext>
            </a:extLst>
          </p:cNvPr>
          <p:cNvGrpSpPr/>
          <p:nvPr/>
        </p:nvGrpSpPr>
        <p:grpSpPr>
          <a:xfrm>
            <a:off x="7966515" y="4206600"/>
            <a:ext cx="3605400" cy="1336320"/>
            <a:chOff x="7966515" y="4206600"/>
            <a:chExt cx="3605400" cy="133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433A1A4-578D-42FA-8E5B-8219C380EF08}"/>
                    </a:ext>
                  </a:extLst>
                </p14:cNvPr>
                <p14:cNvContentPartPr/>
                <p14:nvPr/>
              </p14:nvContentPartPr>
              <p14:xfrm>
                <a:off x="8075955" y="4674240"/>
                <a:ext cx="524160" cy="2786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433A1A4-578D-42FA-8E5B-8219C380EF0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057955" y="4656240"/>
                  <a:ext cx="55980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099AB41-A6EB-485C-AC10-8F1C02CA28E7}"/>
                    </a:ext>
                  </a:extLst>
                </p14:cNvPr>
                <p14:cNvContentPartPr/>
                <p14:nvPr/>
              </p14:nvContentPartPr>
              <p14:xfrm>
                <a:off x="8949315" y="4712760"/>
                <a:ext cx="5400" cy="64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099AB41-A6EB-485C-AC10-8F1C02CA28E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931315" y="4694760"/>
                  <a:ext cx="410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D9809B5-FBCF-4C9F-946D-7940FF4A2DF5}"/>
                    </a:ext>
                  </a:extLst>
                </p14:cNvPr>
                <p14:cNvContentPartPr/>
                <p14:nvPr/>
              </p14:nvContentPartPr>
              <p14:xfrm>
                <a:off x="8833035" y="4689360"/>
                <a:ext cx="258120" cy="2246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D9809B5-FBCF-4C9F-946D-7940FF4A2DF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815395" y="4671360"/>
                  <a:ext cx="2937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FCC41D8-4944-492B-859C-06AA704CD147}"/>
                    </a:ext>
                  </a:extLst>
                </p14:cNvPr>
                <p14:cNvContentPartPr/>
                <p14:nvPr/>
              </p14:nvContentPartPr>
              <p14:xfrm>
                <a:off x="9161355" y="4707360"/>
                <a:ext cx="303480" cy="2271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FCC41D8-4944-492B-859C-06AA704CD14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143355" y="4689360"/>
                  <a:ext cx="3391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E0F191E-E991-488C-A67F-7E758354A9C1}"/>
                    </a:ext>
                  </a:extLst>
                </p14:cNvPr>
                <p14:cNvContentPartPr/>
                <p14:nvPr/>
              </p14:nvContentPartPr>
              <p14:xfrm>
                <a:off x="9685155" y="4771440"/>
                <a:ext cx="178920" cy="1263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E0F191E-E991-488C-A67F-7E758354A9C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667515" y="4753440"/>
                  <a:ext cx="214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9DFBB60-FF67-47CA-829A-BB6F982D3193}"/>
                    </a:ext>
                  </a:extLst>
                </p14:cNvPr>
                <p14:cNvContentPartPr/>
                <p14:nvPr/>
              </p14:nvContentPartPr>
              <p14:xfrm>
                <a:off x="10489035" y="4397760"/>
                <a:ext cx="162360" cy="2959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9DFBB60-FF67-47CA-829A-BB6F982D319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471395" y="4380120"/>
                  <a:ext cx="19800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85227E6-C7D2-4E37-90E4-B10D71864658}"/>
                    </a:ext>
                  </a:extLst>
                </p14:cNvPr>
                <p14:cNvContentPartPr/>
                <p14:nvPr/>
              </p14:nvContentPartPr>
              <p14:xfrm>
                <a:off x="10536195" y="4577760"/>
                <a:ext cx="278280" cy="216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85227E6-C7D2-4E37-90E4-B10D7186465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518555" y="4560120"/>
                  <a:ext cx="3139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12F6251-9AA1-4477-B5B3-D2E30647B76B}"/>
                    </a:ext>
                  </a:extLst>
                </p14:cNvPr>
                <p14:cNvContentPartPr/>
                <p14:nvPr/>
              </p14:nvContentPartPr>
              <p14:xfrm>
                <a:off x="10779555" y="4521960"/>
                <a:ext cx="243360" cy="2160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12F6251-9AA1-4477-B5B3-D2E30647B76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761915" y="4503960"/>
                  <a:ext cx="2790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9D3AF80-4F25-42A9-9223-11DB132BA46D}"/>
                    </a:ext>
                  </a:extLst>
                </p14:cNvPr>
                <p14:cNvContentPartPr/>
                <p14:nvPr/>
              </p14:nvContentPartPr>
              <p14:xfrm>
                <a:off x="10311915" y="4845240"/>
                <a:ext cx="884520" cy="561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9D3AF80-4F25-42A9-9223-11DB132BA46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293915" y="4827600"/>
                  <a:ext cx="9201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634B6E1-E267-4A06-86C8-639B9ADD506D}"/>
                    </a:ext>
                  </a:extLst>
                </p14:cNvPr>
                <p14:cNvContentPartPr/>
                <p14:nvPr/>
              </p14:nvContentPartPr>
              <p14:xfrm>
                <a:off x="10685955" y="5048280"/>
                <a:ext cx="177840" cy="3319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634B6E1-E267-4A06-86C8-639B9ADD506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668315" y="5030640"/>
                  <a:ext cx="21348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D8D489C-EDCC-4D93-8CE9-902640E1C3E7}"/>
                    </a:ext>
                  </a:extLst>
                </p14:cNvPr>
                <p14:cNvContentPartPr/>
                <p14:nvPr/>
              </p14:nvContentPartPr>
              <p14:xfrm>
                <a:off x="10706475" y="5239440"/>
                <a:ext cx="295560" cy="50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D8D489C-EDCC-4D93-8CE9-902640E1C3E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688475" y="5221800"/>
                  <a:ext cx="3312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EB96758-5CA3-46E7-9F01-B933A8592307}"/>
                    </a:ext>
                  </a:extLst>
                </p14:cNvPr>
                <p14:cNvContentPartPr/>
                <p14:nvPr/>
              </p14:nvContentPartPr>
              <p14:xfrm>
                <a:off x="11079435" y="5180040"/>
                <a:ext cx="227520" cy="1713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EB96758-5CA3-46E7-9F01-B933A859230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061795" y="5162400"/>
                  <a:ext cx="2631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CC02F20-0F45-46D0-962D-C0F83F786E3E}"/>
                    </a:ext>
                  </a:extLst>
                </p14:cNvPr>
                <p14:cNvContentPartPr/>
                <p14:nvPr/>
              </p14:nvContentPartPr>
              <p14:xfrm>
                <a:off x="7966515" y="4389120"/>
                <a:ext cx="32040" cy="9856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CC02F20-0F45-46D0-962D-C0F83F786E3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948875" y="4371120"/>
                  <a:ext cx="67680" cy="10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E06708C-9B5B-4C8F-8256-C5F01958C7BA}"/>
                    </a:ext>
                  </a:extLst>
                </p14:cNvPr>
                <p14:cNvContentPartPr/>
                <p14:nvPr/>
              </p14:nvContentPartPr>
              <p14:xfrm>
                <a:off x="7975875" y="4206600"/>
                <a:ext cx="3596040" cy="13363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E06708C-9B5B-4C8F-8256-C5F01958C7B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958235" y="4188600"/>
                  <a:ext cx="3631680" cy="137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543EFA60-3271-40BA-AF48-42239C825CE1}"/>
              </a:ext>
            </a:extLst>
          </p:cNvPr>
          <p:cNvGrpSpPr/>
          <p:nvPr/>
        </p:nvGrpSpPr>
        <p:grpSpPr>
          <a:xfrm>
            <a:off x="1998795" y="5463360"/>
            <a:ext cx="506160" cy="440280"/>
            <a:chOff x="1998795" y="5463360"/>
            <a:chExt cx="506160" cy="44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16ADA85-188C-4CDB-9A43-41A44531C972}"/>
                    </a:ext>
                  </a:extLst>
                </p14:cNvPr>
                <p14:cNvContentPartPr/>
                <p14:nvPr/>
              </p14:nvContentPartPr>
              <p14:xfrm>
                <a:off x="2011395" y="5593320"/>
                <a:ext cx="133920" cy="2466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16ADA85-188C-4CDB-9A43-41A44531C97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993395" y="5575680"/>
                  <a:ext cx="1695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B094C59-C87B-4A00-BEB1-7D02AC06DA93}"/>
                    </a:ext>
                  </a:extLst>
                </p14:cNvPr>
                <p14:cNvContentPartPr/>
                <p14:nvPr/>
              </p14:nvContentPartPr>
              <p14:xfrm>
                <a:off x="1998795" y="5714280"/>
                <a:ext cx="175320" cy="590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B094C59-C87B-4A00-BEB1-7D02AC06DA9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980795" y="5696280"/>
                  <a:ext cx="2109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27857A7-79D9-4D53-A711-A09E0D5AB08F}"/>
                    </a:ext>
                  </a:extLst>
                </p14:cNvPr>
                <p14:cNvContentPartPr/>
                <p14:nvPr/>
              </p14:nvContentPartPr>
              <p14:xfrm>
                <a:off x="2305875" y="5463360"/>
                <a:ext cx="199080" cy="4402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27857A7-79D9-4D53-A711-A09E0D5AB08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288235" y="5445720"/>
                  <a:ext cx="234720" cy="47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1856B264-1A48-4D76-BEE1-5A7424C864E5}"/>
              </a:ext>
            </a:extLst>
          </p:cNvPr>
          <p:cNvGrpSpPr/>
          <p:nvPr/>
        </p:nvGrpSpPr>
        <p:grpSpPr>
          <a:xfrm>
            <a:off x="3139635" y="5416920"/>
            <a:ext cx="1105920" cy="364320"/>
            <a:chOff x="3139635" y="5416920"/>
            <a:chExt cx="1105920" cy="36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3B17DD2-A517-405B-9562-B30C1215CAE3}"/>
                    </a:ext>
                  </a:extLst>
                </p14:cNvPr>
                <p14:cNvContentPartPr/>
                <p14:nvPr/>
              </p14:nvContentPartPr>
              <p14:xfrm>
                <a:off x="3139635" y="5416920"/>
                <a:ext cx="232200" cy="3276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3B17DD2-A517-405B-9562-B30C1215CAE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121995" y="5398920"/>
                  <a:ext cx="26784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28A9AF9-0999-4B3C-B1E9-9C704C119FB7}"/>
                    </a:ext>
                  </a:extLst>
                </p14:cNvPr>
                <p14:cNvContentPartPr/>
                <p14:nvPr/>
              </p14:nvContentPartPr>
              <p14:xfrm>
                <a:off x="3415395" y="5447880"/>
                <a:ext cx="99000" cy="3283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28A9AF9-0999-4B3C-B1E9-9C704C119FB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397395" y="5429880"/>
                  <a:ext cx="13464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BDEED96-BDA9-4F43-9382-B3E487DB2666}"/>
                    </a:ext>
                  </a:extLst>
                </p14:cNvPr>
                <p14:cNvContentPartPr/>
                <p14:nvPr/>
              </p14:nvContentPartPr>
              <p14:xfrm>
                <a:off x="3585675" y="5500440"/>
                <a:ext cx="659880" cy="2808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BDEED96-BDA9-4F43-9382-B3E487DB266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567675" y="5482440"/>
                  <a:ext cx="695520" cy="31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30C3F0F1-7698-4BD8-800B-3A3258455236}"/>
              </a:ext>
            </a:extLst>
          </p:cNvPr>
          <p:cNvGrpSpPr/>
          <p:nvPr/>
        </p:nvGrpSpPr>
        <p:grpSpPr>
          <a:xfrm>
            <a:off x="4662435" y="5285160"/>
            <a:ext cx="2922120" cy="469440"/>
            <a:chOff x="4662435" y="5285160"/>
            <a:chExt cx="2922120" cy="46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3CA165D-7CB0-4C6B-ADCD-9D4D71CA335F}"/>
                    </a:ext>
                  </a:extLst>
                </p14:cNvPr>
                <p14:cNvContentPartPr/>
                <p14:nvPr/>
              </p14:nvContentPartPr>
              <p14:xfrm>
                <a:off x="4662435" y="5385960"/>
                <a:ext cx="406080" cy="3686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3CA165D-7CB0-4C6B-ADCD-9D4D71CA335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644435" y="5368320"/>
                  <a:ext cx="44172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A10DC0D-6616-401F-B981-AF8BFAED0CD3}"/>
                    </a:ext>
                  </a:extLst>
                </p14:cNvPr>
                <p14:cNvContentPartPr/>
                <p14:nvPr/>
              </p14:nvContentPartPr>
              <p14:xfrm>
                <a:off x="5100915" y="5315400"/>
                <a:ext cx="473400" cy="3610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A10DC0D-6616-401F-B981-AF8BFAED0CD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082915" y="5297760"/>
                  <a:ext cx="50904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FFDD2BB-8716-4747-B8F0-A9D729EAF20F}"/>
                    </a:ext>
                  </a:extLst>
                </p14:cNvPr>
                <p14:cNvContentPartPr/>
                <p14:nvPr/>
              </p14:nvContentPartPr>
              <p14:xfrm>
                <a:off x="5474955" y="5513760"/>
                <a:ext cx="171360" cy="259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FFDD2BB-8716-4747-B8F0-A9D729EAF20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456955" y="5495760"/>
                  <a:ext cx="2070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D0C32EE-364F-4D57-BCA2-B194294AD6C8}"/>
                    </a:ext>
                  </a:extLst>
                </p14:cNvPr>
                <p14:cNvContentPartPr/>
                <p14:nvPr/>
              </p14:nvContentPartPr>
              <p14:xfrm>
                <a:off x="5735955" y="5463360"/>
                <a:ext cx="333000" cy="1908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D0C32EE-364F-4D57-BCA2-B194294AD6C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717955" y="5445720"/>
                  <a:ext cx="3686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BA62C3A-8205-47DA-842F-61E18870EB91}"/>
                    </a:ext>
                  </a:extLst>
                </p14:cNvPr>
                <p14:cNvContentPartPr/>
                <p14:nvPr/>
              </p14:nvContentPartPr>
              <p14:xfrm>
                <a:off x="6363075" y="5518080"/>
                <a:ext cx="532440" cy="518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BA62C3A-8205-47DA-842F-61E18870EB9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345075" y="5500440"/>
                  <a:ext cx="5680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86C4BE9-5A18-43A3-9B46-F53A53BC0496}"/>
                    </a:ext>
                  </a:extLst>
                </p14:cNvPr>
                <p14:cNvContentPartPr/>
                <p14:nvPr/>
              </p14:nvContentPartPr>
              <p14:xfrm>
                <a:off x="6893355" y="5350320"/>
                <a:ext cx="100800" cy="2473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86C4BE9-5A18-43A3-9B46-F53A53BC049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875715" y="5332680"/>
                  <a:ext cx="1364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C8D0336-1DA6-41DB-96CC-66AA89D7E057}"/>
                    </a:ext>
                  </a:extLst>
                </p14:cNvPr>
                <p14:cNvContentPartPr/>
                <p14:nvPr/>
              </p14:nvContentPartPr>
              <p14:xfrm>
                <a:off x="7052835" y="5285160"/>
                <a:ext cx="531720" cy="3027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C8D0336-1DA6-41DB-96CC-66AA89D7E05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034835" y="5267160"/>
                  <a:ext cx="567360" cy="338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464595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749602-D55E-4426-961A-88B3B7664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7D805-615E-4A3A-8CDE-783C3D126C02}" type="datetime1">
              <a:rPr lang="en-US" altLang="en-US" smtClean="0"/>
              <a:t>3/3/2022</a:t>
            </a:fld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240E4-DBD5-4840-A187-061F0BAAE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4761-A2D8-4A7C-8A5C-0F7095CF5018}" type="slidenum">
              <a:rPr lang="en-US" altLang="en-US" smtClean="0"/>
              <a:pPr/>
              <a:t>29</a:t>
            </a:fld>
            <a:endParaRPr lang="en-US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D4F4552B-DBF3-49CB-894F-D3824D48FB18}"/>
                  </a:ext>
                </a:extLst>
              </p14:cNvPr>
              <p14:cNvContentPartPr/>
              <p14:nvPr/>
            </p14:nvContentPartPr>
            <p14:xfrm>
              <a:off x="9810795" y="1086770"/>
              <a:ext cx="808560" cy="7308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D4F4552B-DBF3-49CB-894F-D3824D48FB1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92795" y="1068770"/>
                <a:ext cx="844200" cy="10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7" name="Group 316">
            <a:extLst>
              <a:ext uri="{FF2B5EF4-FFF2-40B4-BE49-F238E27FC236}">
                <a16:creationId xmlns:a16="http://schemas.microsoft.com/office/drawing/2014/main" id="{56B132D6-3097-429A-88B3-294AAAA667A9}"/>
              </a:ext>
            </a:extLst>
          </p:cNvPr>
          <p:cNvGrpSpPr/>
          <p:nvPr/>
        </p:nvGrpSpPr>
        <p:grpSpPr>
          <a:xfrm>
            <a:off x="330555" y="385130"/>
            <a:ext cx="11915640" cy="6442560"/>
            <a:chOff x="330555" y="385130"/>
            <a:chExt cx="11915640" cy="644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CF41C61-E7E4-491E-AF1D-28FC6722DC41}"/>
                    </a:ext>
                  </a:extLst>
                </p14:cNvPr>
                <p14:cNvContentPartPr/>
                <p14:nvPr/>
              </p14:nvContentPartPr>
              <p14:xfrm>
                <a:off x="2021115" y="643250"/>
                <a:ext cx="220320" cy="439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CF41C61-E7E4-491E-AF1D-28FC6722DC4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03475" y="625250"/>
                  <a:ext cx="25596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C654659-759F-4CBF-9B26-E9FD4DA78878}"/>
                    </a:ext>
                  </a:extLst>
                </p14:cNvPr>
                <p14:cNvContentPartPr/>
                <p14:nvPr/>
              </p14:nvContentPartPr>
              <p14:xfrm>
                <a:off x="2032275" y="830450"/>
                <a:ext cx="439560" cy="397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C654659-759F-4CBF-9B26-E9FD4DA7887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14275" y="812450"/>
                  <a:ext cx="47520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2509A13-15A9-4643-993E-56EF1DB5EBA8}"/>
                    </a:ext>
                  </a:extLst>
                </p14:cNvPr>
                <p14:cNvContentPartPr/>
                <p14:nvPr/>
              </p14:nvContentPartPr>
              <p14:xfrm>
                <a:off x="2444475" y="812810"/>
                <a:ext cx="123480" cy="196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2509A13-15A9-4643-993E-56EF1DB5EBA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26475" y="795170"/>
                  <a:ext cx="1591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2C43D76-CD5C-4A70-9192-783E7C577D8B}"/>
                    </a:ext>
                  </a:extLst>
                </p14:cNvPr>
                <p14:cNvContentPartPr/>
                <p14:nvPr/>
              </p14:nvContentPartPr>
              <p14:xfrm>
                <a:off x="2650035" y="822530"/>
                <a:ext cx="33480" cy="355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2C43D76-CD5C-4A70-9192-783E7C577D8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32035" y="804890"/>
                  <a:ext cx="6912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9EE97EB-C556-4D82-A10D-BED335D785ED}"/>
                    </a:ext>
                  </a:extLst>
                </p14:cNvPr>
                <p14:cNvContentPartPr/>
                <p14:nvPr/>
              </p14:nvContentPartPr>
              <p14:xfrm>
                <a:off x="2638155" y="808130"/>
                <a:ext cx="153720" cy="1998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9EE97EB-C556-4D82-A10D-BED335D785E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20155" y="790130"/>
                  <a:ext cx="1893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86F1142-22DC-450C-9294-61EFE817E823}"/>
                    </a:ext>
                  </a:extLst>
                </p14:cNvPr>
                <p14:cNvContentPartPr/>
                <p14:nvPr/>
              </p14:nvContentPartPr>
              <p14:xfrm>
                <a:off x="2895915" y="599690"/>
                <a:ext cx="340200" cy="406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86F1142-22DC-450C-9294-61EFE817E82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77915" y="581690"/>
                  <a:ext cx="37584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BDF7BE4-2ECA-48A0-AB4F-03E93B17CE0C}"/>
                    </a:ext>
                  </a:extLst>
                </p14:cNvPr>
                <p14:cNvContentPartPr/>
                <p14:nvPr/>
              </p14:nvContentPartPr>
              <p14:xfrm>
                <a:off x="3217035" y="726410"/>
                <a:ext cx="110520" cy="35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BDF7BE4-2ECA-48A0-AB4F-03E93B17CE0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99035" y="708770"/>
                  <a:ext cx="1461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A091173-3583-4712-9925-6773EE3F58CA}"/>
                    </a:ext>
                  </a:extLst>
                </p14:cNvPr>
                <p14:cNvContentPartPr/>
                <p14:nvPr/>
              </p14:nvContentPartPr>
              <p14:xfrm>
                <a:off x="3439515" y="750890"/>
                <a:ext cx="174600" cy="190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A091173-3583-4712-9925-6773EE3F58C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421515" y="732890"/>
                  <a:ext cx="2102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4E7EF72-A433-409B-876E-ABDBDF4A2A2C}"/>
                    </a:ext>
                  </a:extLst>
                </p14:cNvPr>
                <p14:cNvContentPartPr/>
                <p14:nvPr/>
              </p14:nvContentPartPr>
              <p14:xfrm>
                <a:off x="3694755" y="568010"/>
                <a:ext cx="475560" cy="463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4E7EF72-A433-409B-876E-ABDBDF4A2A2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77115" y="550010"/>
                  <a:ext cx="51120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CFE0CAD-54FC-4E14-8D6B-F96EECBFA861}"/>
                    </a:ext>
                  </a:extLst>
                </p14:cNvPr>
                <p14:cNvContentPartPr/>
                <p14:nvPr/>
              </p14:nvContentPartPr>
              <p14:xfrm>
                <a:off x="4039275" y="803090"/>
                <a:ext cx="318960" cy="140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CFE0CAD-54FC-4E14-8D6B-F96EECBFA86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21275" y="785450"/>
                  <a:ext cx="3546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27DFE01-CB0A-4620-85FC-F0E0C83C792B}"/>
                    </a:ext>
                  </a:extLst>
                </p14:cNvPr>
                <p14:cNvContentPartPr/>
                <p14:nvPr/>
              </p14:nvContentPartPr>
              <p14:xfrm>
                <a:off x="4374795" y="719210"/>
                <a:ext cx="61920" cy="34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27DFE01-CB0A-4620-85FC-F0E0C83C792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356795" y="701210"/>
                  <a:ext cx="975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928F4D0-C761-47FC-8A80-7228A4DF1524}"/>
                    </a:ext>
                  </a:extLst>
                </p14:cNvPr>
                <p14:cNvContentPartPr/>
                <p14:nvPr/>
              </p14:nvContentPartPr>
              <p14:xfrm>
                <a:off x="4510515" y="762770"/>
                <a:ext cx="356760" cy="179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928F4D0-C761-47FC-8A80-7228A4DF152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92515" y="744770"/>
                  <a:ext cx="3924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0BBBD3B-6C41-491D-BE67-74C4023A0432}"/>
                    </a:ext>
                  </a:extLst>
                </p14:cNvPr>
                <p14:cNvContentPartPr/>
                <p14:nvPr/>
              </p14:nvContentPartPr>
              <p14:xfrm>
                <a:off x="5249595" y="753050"/>
                <a:ext cx="559800" cy="610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0BBBD3B-6C41-491D-BE67-74C4023A043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231595" y="735050"/>
                  <a:ext cx="595440" cy="64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8023C31-CEF2-4E61-B199-21EAECC5CA05}"/>
                    </a:ext>
                  </a:extLst>
                </p14:cNvPr>
                <p14:cNvContentPartPr/>
                <p14:nvPr/>
              </p14:nvContentPartPr>
              <p14:xfrm>
                <a:off x="6284595" y="576650"/>
                <a:ext cx="240120" cy="284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8023C31-CEF2-4E61-B199-21EAECC5CA0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266595" y="559010"/>
                  <a:ext cx="2757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87FDD57-151F-4DA8-9198-4C058BCCCAE9}"/>
                    </a:ext>
                  </a:extLst>
                </p14:cNvPr>
                <p14:cNvContentPartPr/>
                <p14:nvPr/>
              </p14:nvContentPartPr>
              <p14:xfrm>
                <a:off x="6554595" y="641810"/>
                <a:ext cx="124560" cy="276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87FDD57-151F-4DA8-9198-4C058BCCCAE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536595" y="624170"/>
                  <a:ext cx="16020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F67FD26-6345-46E6-A761-68EEDF73233C}"/>
                    </a:ext>
                  </a:extLst>
                </p14:cNvPr>
                <p14:cNvContentPartPr/>
                <p14:nvPr/>
              </p14:nvContentPartPr>
              <p14:xfrm>
                <a:off x="6812715" y="548570"/>
                <a:ext cx="134640" cy="408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F67FD26-6345-46E6-A761-68EEDF73233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795075" y="530930"/>
                  <a:ext cx="17028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8C52928-BDED-4C7A-967C-8B5AB4847060}"/>
                    </a:ext>
                  </a:extLst>
                </p14:cNvPr>
                <p14:cNvContentPartPr/>
                <p14:nvPr/>
              </p14:nvContentPartPr>
              <p14:xfrm>
                <a:off x="6826395" y="629210"/>
                <a:ext cx="820800" cy="440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8C52928-BDED-4C7A-967C-8B5AB484706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808755" y="611570"/>
                  <a:ext cx="85644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08A75A3-DCBF-434C-9B17-80B155FC37D0}"/>
                    </a:ext>
                  </a:extLst>
                </p14:cNvPr>
                <p14:cNvContentPartPr/>
                <p14:nvPr/>
              </p14:nvContentPartPr>
              <p14:xfrm>
                <a:off x="7832955" y="820730"/>
                <a:ext cx="25920" cy="10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08A75A3-DCBF-434C-9B17-80B155FC37D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815315" y="802730"/>
                  <a:ext cx="615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95B4C46-3063-4198-81B3-28144B2A48FC}"/>
                    </a:ext>
                  </a:extLst>
                </p14:cNvPr>
                <p14:cNvContentPartPr/>
                <p14:nvPr/>
              </p14:nvContentPartPr>
              <p14:xfrm>
                <a:off x="2241795" y="1201970"/>
                <a:ext cx="6364440" cy="87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95B4C46-3063-4198-81B3-28144B2A48F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24155" y="1184330"/>
                  <a:ext cx="64000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B5170B9-01DF-4CFB-B373-8B800B93991B}"/>
                    </a:ext>
                  </a:extLst>
                </p14:cNvPr>
                <p14:cNvContentPartPr/>
                <p14:nvPr/>
              </p14:nvContentPartPr>
              <p14:xfrm>
                <a:off x="9978915" y="1822250"/>
                <a:ext cx="120960" cy="151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B5170B9-01DF-4CFB-B373-8B800B93991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961275" y="1804250"/>
                  <a:ext cx="1566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64DD96A-1B41-4F7A-A0DD-599B780ABAB3}"/>
                    </a:ext>
                  </a:extLst>
                </p14:cNvPr>
                <p14:cNvContentPartPr/>
                <p14:nvPr/>
              </p14:nvContentPartPr>
              <p14:xfrm>
                <a:off x="9974955" y="1921970"/>
                <a:ext cx="168120" cy="198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64DD96A-1B41-4F7A-A0DD-599B780ABAB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956955" y="1903970"/>
                  <a:ext cx="2037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5E14723-E794-4D3A-9675-5732681F2C6D}"/>
                    </a:ext>
                  </a:extLst>
                </p14:cNvPr>
                <p14:cNvContentPartPr/>
                <p14:nvPr/>
              </p14:nvContentPartPr>
              <p14:xfrm>
                <a:off x="10499115" y="1687970"/>
                <a:ext cx="48240" cy="3042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5E14723-E794-4D3A-9675-5732681F2C6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481475" y="1669970"/>
                  <a:ext cx="8388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52488E4-3ECC-4EC3-9EE0-C76BDB02227F}"/>
                    </a:ext>
                  </a:extLst>
                </p14:cNvPr>
                <p14:cNvContentPartPr/>
                <p14:nvPr/>
              </p14:nvContentPartPr>
              <p14:xfrm>
                <a:off x="10737075" y="1683290"/>
                <a:ext cx="35280" cy="2469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52488E4-3ECC-4EC3-9EE0-C76BDB02227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719435" y="1665290"/>
                  <a:ext cx="7092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53FB471-5FE1-4AF6-9447-38E109C54F44}"/>
                    </a:ext>
                  </a:extLst>
                </p14:cNvPr>
                <p14:cNvContentPartPr/>
                <p14:nvPr/>
              </p14:nvContentPartPr>
              <p14:xfrm>
                <a:off x="10624035" y="1770050"/>
                <a:ext cx="237600" cy="597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53FB471-5FE1-4AF6-9447-38E109C54F4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606395" y="1752410"/>
                  <a:ext cx="2732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F343DC3-540A-41A4-811B-43F8E50ECEE4}"/>
                    </a:ext>
                  </a:extLst>
                </p14:cNvPr>
                <p14:cNvContentPartPr/>
                <p14:nvPr/>
              </p14:nvContentPartPr>
              <p14:xfrm>
                <a:off x="11067555" y="1509410"/>
                <a:ext cx="149400" cy="2448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F343DC3-540A-41A4-811B-43F8E50ECEE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049555" y="1491410"/>
                  <a:ext cx="18504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0EBE8ED-55F9-4C0C-9954-873E9B433257}"/>
                    </a:ext>
                  </a:extLst>
                </p14:cNvPr>
                <p14:cNvContentPartPr/>
                <p14:nvPr/>
              </p14:nvContentPartPr>
              <p14:xfrm>
                <a:off x="11377875" y="1536410"/>
                <a:ext cx="61920" cy="2790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0EBE8ED-55F9-4C0C-9954-873E9B43325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360235" y="1518770"/>
                  <a:ext cx="975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A4BA46A-DF00-4B1B-9F00-6C8EC64C9AD6}"/>
                    </a:ext>
                  </a:extLst>
                </p14:cNvPr>
                <p14:cNvContentPartPr/>
                <p14:nvPr/>
              </p14:nvContentPartPr>
              <p14:xfrm>
                <a:off x="11346915" y="1675730"/>
                <a:ext cx="197640" cy="662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A4BA46A-DF00-4B1B-9F00-6C8EC64C9AD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329275" y="1657730"/>
                  <a:ext cx="2332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4CCFAD4-E769-42B8-8CB0-6F57DC5EDD13}"/>
                    </a:ext>
                  </a:extLst>
                </p14:cNvPr>
                <p14:cNvContentPartPr/>
                <p14:nvPr/>
              </p14:nvContentPartPr>
              <p14:xfrm>
                <a:off x="11054235" y="1847810"/>
                <a:ext cx="517320" cy="471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4CCFAD4-E769-42B8-8CB0-6F57DC5EDD1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036595" y="1830170"/>
                  <a:ext cx="5529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AE68AE8-1D29-49F7-983C-A6A3FFF34E73}"/>
                    </a:ext>
                  </a:extLst>
                </p14:cNvPr>
                <p14:cNvContentPartPr/>
                <p14:nvPr/>
              </p14:nvContentPartPr>
              <p14:xfrm>
                <a:off x="11302995" y="1958690"/>
                <a:ext cx="266760" cy="2138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AE68AE8-1D29-49F7-983C-A6A3FFF34E7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285355" y="1941050"/>
                  <a:ext cx="3024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824E009-E85D-4C59-A064-2B30C2C08724}"/>
                    </a:ext>
                  </a:extLst>
                </p14:cNvPr>
                <p14:cNvContentPartPr/>
                <p14:nvPr/>
              </p14:nvContentPartPr>
              <p14:xfrm>
                <a:off x="11680275" y="2087930"/>
                <a:ext cx="48960" cy="1645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824E009-E85D-4C59-A064-2B30C2C0872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662635" y="2069930"/>
                  <a:ext cx="846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26C3379-70B6-49B0-920A-8D6989864161}"/>
                    </a:ext>
                  </a:extLst>
                </p14:cNvPr>
                <p14:cNvContentPartPr/>
                <p14:nvPr/>
              </p14:nvContentPartPr>
              <p14:xfrm>
                <a:off x="9570315" y="1140770"/>
                <a:ext cx="170280" cy="1260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26C3379-70B6-49B0-920A-8D698986416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552315" y="1122770"/>
                  <a:ext cx="2059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495199E-8953-4F74-8B46-266CA40D1086}"/>
                    </a:ext>
                  </a:extLst>
                </p14:cNvPr>
                <p14:cNvContentPartPr/>
                <p14:nvPr/>
              </p14:nvContentPartPr>
              <p14:xfrm>
                <a:off x="9647355" y="1114130"/>
                <a:ext cx="200520" cy="1422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495199E-8953-4F74-8B46-266CA40D108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629355" y="1096490"/>
                  <a:ext cx="2361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4054105-7BA5-419C-8C30-508766C1E9D2}"/>
                    </a:ext>
                  </a:extLst>
                </p14:cNvPr>
                <p14:cNvContentPartPr/>
                <p14:nvPr/>
              </p14:nvContentPartPr>
              <p14:xfrm>
                <a:off x="9224355" y="1094690"/>
                <a:ext cx="147240" cy="1944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4054105-7BA5-419C-8C30-508766C1E9D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206715" y="1076690"/>
                  <a:ext cx="1828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2EE32AA0-B890-4B34-BE2D-5006E94B2175}"/>
                    </a:ext>
                  </a:extLst>
                </p14:cNvPr>
                <p14:cNvContentPartPr/>
                <p14:nvPr/>
              </p14:nvContentPartPr>
              <p14:xfrm>
                <a:off x="9441795" y="1178570"/>
                <a:ext cx="27360" cy="1738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2EE32AA0-B890-4B34-BE2D-5006E94B217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423795" y="1160570"/>
                  <a:ext cx="630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6B0B577-2E7E-4E7E-96FB-6BE99A092B10}"/>
                    </a:ext>
                  </a:extLst>
                </p14:cNvPr>
                <p14:cNvContentPartPr/>
                <p14:nvPr/>
              </p14:nvContentPartPr>
              <p14:xfrm>
                <a:off x="9516315" y="1263530"/>
                <a:ext cx="116640" cy="1609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6B0B577-2E7E-4E7E-96FB-6BE99A092B1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498675" y="1245890"/>
                  <a:ext cx="1522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34597F5-44DB-4469-A768-913F4B16D175}"/>
                    </a:ext>
                  </a:extLst>
                </p14:cNvPr>
                <p14:cNvContentPartPr/>
                <p14:nvPr/>
              </p14:nvContentPartPr>
              <p14:xfrm>
                <a:off x="10524315" y="646850"/>
                <a:ext cx="89280" cy="4687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34597F5-44DB-4469-A768-913F4B16D17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506675" y="628850"/>
                  <a:ext cx="12492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8481035-B1FA-47CB-AF59-35CA28FA7E05}"/>
                    </a:ext>
                  </a:extLst>
                </p14:cNvPr>
                <p14:cNvContentPartPr/>
                <p14:nvPr/>
              </p14:nvContentPartPr>
              <p14:xfrm>
                <a:off x="10554915" y="614450"/>
                <a:ext cx="484920" cy="5641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8481035-B1FA-47CB-AF59-35CA28FA7E0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536915" y="596810"/>
                  <a:ext cx="520560" cy="59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C0D8DC2-C311-4685-9E14-460F23DE6ADF}"/>
                    </a:ext>
                  </a:extLst>
                </p14:cNvPr>
                <p14:cNvContentPartPr/>
                <p14:nvPr/>
              </p14:nvContentPartPr>
              <p14:xfrm>
                <a:off x="10630875" y="857810"/>
                <a:ext cx="95400" cy="43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C0D8DC2-C311-4685-9E14-460F23DE6AD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612875" y="839810"/>
                  <a:ext cx="131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4BD568D-3599-4A39-9CE4-196F688B9EA4}"/>
                    </a:ext>
                  </a:extLst>
                </p14:cNvPr>
                <p14:cNvContentPartPr/>
                <p14:nvPr/>
              </p14:nvContentPartPr>
              <p14:xfrm>
                <a:off x="10723395" y="965450"/>
                <a:ext cx="5040" cy="1022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4BD568D-3599-4A39-9CE4-196F688B9EA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705395" y="947450"/>
                  <a:ext cx="406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7E12D8D-6C2C-4A75-A68D-A5A309E69DCC}"/>
                    </a:ext>
                  </a:extLst>
                </p14:cNvPr>
                <p14:cNvContentPartPr/>
                <p14:nvPr/>
              </p14:nvContentPartPr>
              <p14:xfrm>
                <a:off x="10683435" y="1008290"/>
                <a:ext cx="126000" cy="327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7E12D8D-6C2C-4A75-A68D-A5A309E69DC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665795" y="990290"/>
                  <a:ext cx="1616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AC59003-72E7-446C-B40B-3B3B581C1D58}"/>
                    </a:ext>
                  </a:extLst>
                </p14:cNvPr>
                <p14:cNvContentPartPr/>
                <p14:nvPr/>
              </p14:nvContentPartPr>
              <p14:xfrm>
                <a:off x="10624755" y="1119890"/>
                <a:ext cx="67320" cy="849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AC59003-72E7-446C-B40B-3B3B581C1D5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607115" y="1101890"/>
                  <a:ext cx="1029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65934C68-51BF-4CC2-A8F0-79540BDC077C}"/>
                    </a:ext>
                  </a:extLst>
                </p14:cNvPr>
                <p14:cNvContentPartPr/>
                <p14:nvPr/>
              </p14:nvContentPartPr>
              <p14:xfrm>
                <a:off x="10560315" y="863570"/>
                <a:ext cx="3960" cy="36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65934C68-51BF-4CC2-A8F0-79540BDC077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542315" y="845930"/>
                  <a:ext cx="396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78BE794-5875-4184-BA12-32D8DF990C01}"/>
                    </a:ext>
                  </a:extLst>
                </p14:cNvPr>
                <p14:cNvContentPartPr/>
                <p14:nvPr/>
              </p14:nvContentPartPr>
              <p14:xfrm>
                <a:off x="11023275" y="775370"/>
                <a:ext cx="759600" cy="1274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78BE794-5875-4184-BA12-32D8DF990C0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005635" y="757730"/>
                  <a:ext cx="7952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F13D4FB-38A2-4159-915E-9B2E16C597E6}"/>
                    </a:ext>
                  </a:extLst>
                </p14:cNvPr>
                <p14:cNvContentPartPr/>
                <p14:nvPr/>
              </p14:nvContentPartPr>
              <p14:xfrm>
                <a:off x="10218315" y="868970"/>
                <a:ext cx="383760" cy="489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F13D4FB-38A2-4159-915E-9B2E16C597E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200675" y="851330"/>
                  <a:ext cx="4194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F097231-6C5C-4C3D-A162-CF59F8EFA13F}"/>
                    </a:ext>
                  </a:extLst>
                </p14:cNvPr>
                <p14:cNvContentPartPr/>
                <p14:nvPr/>
              </p14:nvContentPartPr>
              <p14:xfrm>
                <a:off x="10311555" y="385130"/>
                <a:ext cx="1159920" cy="5540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F097231-6C5C-4C3D-A162-CF59F8EFA13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293915" y="367490"/>
                  <a:ext cx="119556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EF126F8C-0070-41F5-A148-C42755E1A52F}"/>
                    </a:ext>
                  </a:extLst>
                </p14:cNvPr>
                <p14:cNvContentPartPr/>
                <p14:nvPr/>
              </p14:nvContentPartPr>
              <p14:xfrm>
                <a:off x="10941915" y="533450"/>
                <a:ext cx="219600" cy="1940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EF126F8C-0070-41F5-A148-C42755E1A52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924275" y="515810"/>
                  <a:ext cx="2552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DE254512-22AB-4740-967A-9F0A439D9CC2}"/>
                    </a:ext>
                  </a:extLst>
                </p14:cNvPr>
                <p14:cNvContentPartPr/>
                <p14:nvPr/>
              </p14:nvContentPartPr>
              <p14:xfrm>
                <a:off x="11107875" y="615530"/>
                <a:ext cx="128160" cy="342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DE254512-22AB-4740-967A-9F0A439D9CC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089875" y="597530"/>
                  <a:ext cx="1638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9379AF5-09E0-4E02-9C60-9A52DCB98CCF}"/>
                    </a:ext>
                  </a:extLst>
                </p14:cNvPr>
                <p14:cNvContentPartPr/>
                <p14:nvPr/>
              </p14:nvContentPartPr>
              <p14:xfrm>
                <a:off x="9775875" y="865730"/>
                <a:ext cx="612360" cy="1324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9379AF5-09E0-4E02-9C60-9A52DCB98CC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757875" y="847730"/>
                  <a:ext cx="6480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68E0E6B6-5F0D-4ED9-B867-6CF333249306}"/>
                    </a:ext>
                  </a:extLst>
                </p14:cNvPr>
                <p14:cNvContentPartPr/>
                <p14:nvPr/>
              </p14:nvContentPartPr>
              <p14:xfrm>
                <a:off x="9371235" y="930170"/>
                <a:ext cx="397080" cy="147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68E0E6B6-5F0D-4ED9-B867-6CF33324930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353595" y="912530"/>
                  <a:ext cx="4327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AF64D99-8109-43C2-A401-4DD67964ADCF}"/>
                    </a:ext>
                  </a:extLst>
                </p14:cNvPr>
                <p14:cNvContentPartPr/>
                <p14:nvPr/>
              </p14:nvContentPartPr>
              <p14:xfrm>
                <a:off x="9921315" y="592130"/>
                <a:ext cx="209160" cy="1692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AF64D99-8109-43C2-A401-4DD67964ADC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903675" y="574130"/>
                  <a:ext cx="2448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6C03868-943D-4CBF-A2C6-6C796B3B4494}"/>
                    </a:ext>
                  </a:extLst>
                </p14:cNvPr>
                <p14:cNvContentPartPr/>
                <p14:nvPr/>
              </p14:nvContentPartPr>
              <p14:xfrm>
                <a:off x="10168275" y="645770"/>
                <a:ext cx="9360" cy="1357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6C03868-943D-4CBF-A2C6-6C796B3B449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150635" y="627770"/>
                  <a:ext cx="450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4FC10AF3-FFBF-4169-B140-21A2B9CA699F}"/>
                    </a:ext>
                  </a:extLst>
                </p14:cNvPr>
                <p14:cNvContentPartPr/>
                <p14:nvPr/>
              </p14:nvContentPartPr>
              <p14:xfrm>
                <a:off x="9028155" y="933770"/>
                <a:ext cx="436680" cy="4888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4FC10AF3-FFBF-4169-B140-21A2B9CA699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010515" y="915770"/>
                  <a:ext cx="47232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11D7AAC1-AC17-4DBC-BB92-568FF3D4A65D}"/>
                    </a:ext>
                  </a:extLst>
                </p14:cNvPr>
                <p14:cNvContentPartPr/>
                <p14:nvPr/>
              </p14:nvContentPartPr>
              <p14:xfrm>
                <a:off x="8961195" y="1439210"/>
                <a:ext cx="159480" cy="500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11D7AAC1-AC17-4DBC-BB92-568FF3D4A65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943195" y="1421570"/>
                  <a:ext cx="1951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BF93789-7EF1-4C0E-A64B-AE2AE8C96E69}"/>
                    </a:ext>
                  </a:extLst>
                </p14:cNvPr>
                <p14:cNvContentPartPr/>
                <p14:nvPr/>
              </p14:nvContentPartPr>
              <p14:xfrm>
                <a:off x="9033555" y="1549730"/>
                <a:ext cx="160200" cy="1087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BF93789-7EF1-4C0E-A64B-AE2AE8C96E6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015915" y="1531730"/>
                  <a:ext cx="1958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E504044-A825-4E12-A4B0-4513CAEB7F08}"/>
                    </a:ext>
                  </a:extLst>
                </p14:cNvPr>
                <p14:cNvContentPartPr/>
                <p14:nvPr/>
              </p14:nvContentPartPr>
              <p14:xfrm>
                <a:off x="8796315" y="1950410"/>
                <a:ext cx="258480" cy="108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E504044-A825-4E12-A4B0-4513CAEB7F0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778315" y="1932410"/>
                  <a:ext cx="2941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4AA52F1-1F15-4AC7-979D-F8988E1C7D02}"/>
                    </a:ext>
                  </a:extLst>
                </p14:cNvPr>
                <p14:cNvContentPartPr/>
                <p14:nvPr/>
              </p14:nvContentPartPr>
              <p14:xfrm>
                <a:off x="8934555" y="1846730"/>
                <a:ext cx="120240" cy="2448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4AA52F1-1F15-4AC7-979D-F8988E1C7D0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916915" y="1828730"/>
                  <a:ext cx="15588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0A634A8B-2419-4274-8434-EF86888A1B1E}"/>
                    </a:ext>
                  </a:extLst>
                </p14:cNvPr>
                <p14:cNvContentPartPr/>
                <p14:nvPr/>
              </p14:nvContentPartPr>
              <p14:xfrm>
                <a:off x="9513435" y="1711730"/>
                <a:ext cx="174600" cy="3250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0A634A8B-2419-4274-8434-EF86888A1B1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495435" y="1693730"/>
                  <a:ext cx="21024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DB0396D-5AF3-4E21-8224-C9989A18BCC4}"/>
                    </a:ext>
                  </a:extLst>
                </p14:cNvPr>
                <p14:cNvContentPartPr/>
                <p14:nvPr/>
              </p14:nvContentPartPr>
              <p14:xfrm>
                <a:off x="9536475" y="1868330"/>
                <a:ext cx="149400" cy="334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DB0396D-5AF3-4E21-8224-C9989A18BCC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518475" y="1850690"/>
                  <a:ext cx="1850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C74AB501-929A-4D81-907A-DB449A46F93E}"/>
                    </a:ext>
                  </a:extLst>
                </p14:cNvPr>
                <p14:cNvContentPartPr/>
                <p14:nvPr/>
              </p14:nvContentPartPr>
              <p14:xfrm>
                <a:off x="9272235" y="1939610"/>
                <a:ext cx="131040" cy="90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C74AB501-929A-4D81-907A-DB449A46F93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254595" y="1921970"/>
                  <a:ext cx="1666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93B37521-4901-4FA8-BA03-7A1DD1016C3A}"/>
                    </a:ext>
                  </a:extLst>
                </p14:cNvPr>
                <p14:cNvContentPartPr/>
                <p14:nvPr/>
              </p14:nvContentPartPr>
              <p14:xfrm>
                <a:off x="9303915" y="2003690"/>
                <a:ext cx="73080" cy="169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93B37521-4901-4FA8-BA03-7A1DD1016C3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285915" y="1986050"/>
                  <a:ext cx="1087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6980EB2-8F44-413F-8E5E-5F2E473DF896}"/>
                    </a:ext>
                  </a:extLst>
                </p14:cNvPr>
                <p14:cNvContentPartPr/>
                <p14:nvPr/>
              </p14:nvContentPartPr>
              <p14:xfrm>
                <a:off x="9055515" y="1834850"/>
                <a:ext cx="113760" cy="16272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6980EB2-8F44-413F-8E5E-5F2E473DF89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037515" y="1817210"/>
                  <a:ext cx="1494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B5E2D16C-6712-4683-A8C9-34C95D2D887A}"/>
                    </a:ext>
                  </a:extLst>
                </p14:cNvPr>
                <p14:cNvContentPartPr/>
                <p14:nvPr/>
              </p14:nvContentPartPr>
              <p14:xfrm>
                <a:off x="9208515" y="1903970"/>
                <a:ext cx="52920" cy="900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B5E2D16C-6712-4683-A8C9-34C95D2D887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190875" y="1886330"/>
                  <a:ext cx="885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FD0B4FF8-3CAE-468F-9AA4-EE7136DD9252}"/>
                    </a:ext>
                  </a:extLst>
                </p14:cNvPr>
                <p14:cNvContentPartPr/>
                <p14:nvPr/>
              </p14:nvContentPartPr>
              <p14:xfrm>
                <a:off x="9018435" y="2042210"/>
                <a:ext cx="266760" cy="496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FD0B4FF8-3CAE-468F-9AA4-EE7136DD925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000435" y="2024210"/>
                  <a:ext cx="3024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0E0A5629-78A4-4005-8978-C4514231F84A}"/>
                    </a:ext>
                  </a:extLst>
                </p14:cNvPr>
                <p14:cNvContentPartPr/>
                <p14:nvPr/>
              </p14:nvContentPartPr>
              <p14:xfrm>
                <a:off x="9110235" y="2213210"/>
                <a:ext cx="182880" cy="1328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0E0A5629-78A4-4005-8978-C4514231F84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092235" y="2195570"/>
                  <a:ext cx="2185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44E6C2B8-6AEC-41F9-89C8-CBC49450FC22}"/>
                    </a:ext>
                  </a:extLst>
                </p14:cNvPr>
                <p14:cNvContentPartPr/>
                <p14:nvPr/>
              </p14:nvContentPartPr>
              <p14:xfrm>
                <a:off x="9267195" y="2193410"/>
                <a:ext cx="23040" cy="115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44E6C2B8-6AEC-41F9-89C8-CBC49450FC2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249195" y="2175410"/>
                  <a:ext cx="586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3B5FBA2-935F-4FF7-BDD1-3AE1E711F998}"/>
                    </a:ext>
                  </a:extLst>
                </p14:cNvPr>
                <p14:cNvContentPartPr/>
                <p14:nvPr/>
              </p14:nvContentPartPr>
              <p14:xfrm>
                <a:off x="9359715" y="2214290"/>
                <a:ext cx="119880" cy="986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3B5FBA2-935F-4FF7-BDD1-3AE1E711F99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341715" y="2196650"/>
                  <a:ext cx="1555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42DEF1D2-3ACF-4B4D-8AB2-7A98573FBB93}"/>
                    </a:ext>
                  </a:extLst>
                </p14:cNvPr>
                <p14:cNvContentPartPr/>
                <p14:nvPr/>
              </p14:nvContentPartPr>
              <p14:xfrm>
                <a:off x="330555" y="1636130"/>
                <a:ext cx="117000" cy="3528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42DEF1D2-3ACF-4B4D-8AB2-7A98573FBB9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12915" y="1618130"/>
                  <a:ext cx="15264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78D2DDF-FEBC-426D-A13B-C25349BF24BA}"/>
                    </a:ext>
                  </a:extLst>
                </p14:cNvPr>
                <p14:cNvContentPartPr/>
                <p14:nvPr/>
              </p14:nvContentPartPr>
              <p14:xfrm>
                <a:off x="385275" y="1713890"/>
                <a:ext cx="390600" cy="1720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78D2DDF-FEBC-426D-A13B-C25349BF24B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67275" y="1696250"/>
                  <a:ext cx="4262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AB98D53C-C9CE-4B61-847F-115F32798639}"/>
                    </a:ext>
                  </a:extLst>
                </p14:cNvPr>
                <p14:cNvContentPartPr/>
                <p14:nvPr/>
              </p14:nvContentPartPr>
              <p14:xfrm>
                <a:off x="398235" y="1700570"/>
                <a:ext cx="338400" cy="1706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AB98D53C-C9CE-4B61-847F-115F3279863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80235" y="1682930"/>
                  <a:ext cx="3740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A85D3C6D-40D6-428C-858F-67EC3BBE7B7A}"/>
                    </a:ext>
                  </a:extLst>
                </p14:cNvPr>
                <p14:cNvContentPartPr/>
                <p14:nvPr/>
              </p14:nvContentPartPr>
              <p14:xfrm>
                <a:off x="557355" y="2031410"/>
                <a:ext cx="156600" cy="3949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A85D3C6D-40D6-428C-858F-67EC3BBE7B7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39715" y="2013770"/>
                  <a:ext cx="19224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40BD351A-9000-43E9-8E7B-2DA325EC58C4}"/>
                    </a:ext>
                  </a:extLst>
                </p14:cNvPr>
                <p14:cNvContentPartPr/>
                <p14:nvPr/>
              </p14:nvContentPartPr>
              <p14:xfrm>
                <a:off x="661755" y="2064170"/>
                <a:ext cx="602640" cy="2714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40BD351A-9000-43E9-8E7B-2DA325EC58C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43755" y="2046530"/>
                  <a:ext cx="6382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2F37E15E-D193-4620-8F34-9ADF1F60E39A}"/>
                    </a:ext>
                  </a:extLst>
                </p14:cNvPr>
                <p14:cNvContentPartPr/>
                <p14:nvPr/>
              </p14:nvContentPartPr>
              <p14:xfrm>
                <a:off x="643755" y="2047250"/>
                <a:ext cx="653400" cy="2930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2F37E15E-D193-4620-8F34-9ADF1F60E39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25755" y="2029250"/>
                  <a:ext cx="68904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98129F1-9DD2-4C88-AD9E-B8C7EA2152D4}"/>
                    </a:ext>
                  </a:extLst>
                </p14:cNvPr>
                <p14:cNvContentPartPr/>
                <p14:nvPr/>
              </p14:nvContentPartPr>
              <p14:xfrm>
                <a:off x="1980435" y="2011610"/>
                <a:ext cx="9720" cy="154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98129F1-9DD2-4C88-AD9E-B8C7EA2152D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962795" y="1993970"/>
                  <a:ext cx="453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746EA06-0B93-410D-8D2F-B6550467C891}"/>
                    </a:ext>
                  </a:extLst>
                </p14:cNvPr>
                <p14:cNvContentPartPr/>
                <p14:nvPr/>
              </p14:nvContentPartPr>
              <p14:xfrm>
                <a:off x="2004555" y="1889210"/>
                <a:ext cx="236160" cy="518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746EA06-0B93-410D-8D2F-B6550467C89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986915" y="1871210"/>
                  <a:ext cx="271800" cy="55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7DF5106-4C08-45F0-98D2-B5E1062F6CC3}"/>
                    </a:ext>
                  </a:extLst>
                </p14:cNvPr>
                <p14:cNvContentPartPr/>
                <p14:nvPr/>
              </p14:nvContentPartPr>
              <p14:xfrm>
                <a:off x="2563275" y="2007290"/>
                <a:ext cx="52200" cy="227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7DF5106-4C08-45F0-98D2-B5E1062F6CC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545635" y="1989650"/>
                  <a:ext cx="878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453E76A-08A1-4C64-8E7A-D40B979F5476}"/>
                    </a:ext>
                  </a:extLst>
                </p14:cNvPr>
                <p14:cNvContentPartPr/>
                <p14:nvPr/>
              </p14:nvContentPartPr>
              <p14:xfrm>
                <a:off x="2569755" y="1996850"/>
                <a:ext cx="216360" cy="176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453E76A-08A1-4C64-8E7A-D40B979F547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552115" y="1979210"/>
                  <a:ext cx="2520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C517BD4-E7B9-49C7-8517-182C8380F7F5}"/>
                    </a:ext>
                  </a:extLst>
                </p14:cNvPr>
                <p14:cNvContentPartPr/>
                <p14:nvPr/>
              </p14:nvContentPartPr>
              <p14:xfrm>
                <a:off x="2784675" y="1948610"/>
                <a:ext cx="32760" cy="288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C517BD4-E7B9-49C7-8517-182C8380F7F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767035" y="1930610"/>
                  <a:ext cx="6840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88B714A-3212-4925-B0F7-5E4228EB961C}"/>
                    </a:ext>
                  </a:extLst>
                </p14:cNvPr>
                <p14:cNvContentPartPr/>
                <p14:nvPr/>
              </p14:nvContentPartPr>
              <p14:xfrm>
                <a:off x="2910315" y="2030690"/>
                <a:ext cx="324360" cy="157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88B714A-3212-4925-B0F7-5E4228EB961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892315" y="2012690"/>
                  <a:ext cx="3600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93527E5-F3E0-4DCC-B7DC-0BFD58053E4A}"/>
                    </a:ext>
                  </a:extLst>
                </p14:cNvPr>
                <p14:cNvContentPartPr/>
                <p14:nvPr/>
              </p14:nvContentPartPr>
              <p14:xfrm>
                <a:off x="3400635" y="2100890"/>
                <a:ext cx="131760" cy="20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93527E5-F3E0-4DCC-B7DC-0BFD58053E4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382995" y="2083250"/>
                  <a:ext cx="1674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09B0B51-9962-40E8-A0E0-905364F0625C}"/>
                    </a:ext>
                  </a:extLst>
                </p14:cNvPr>
                <p14:cNvContentPartPr/>
                <p14:nvPr/>
              </p14:nvContentPartPr>
              <p14:xfrm>
                <a:off x="3666315" y="1935290"/>
                <a:ext cx="81000" cy="224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09B0B51-9962-40E8-A0E0-905364F0625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648675" y="1917290"/>
                  <a:ext cx="1166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3D92C65-1913-4382-92A0-EACFA1EBAC7E}"/>
                    </a:ext>
                  </a:extLst>
                </p14:cNvPr>
                <p14:cNvContentPartPr/>
                <p14:nvPr/>
              </p14:nvContentPartPr>
              <p14:xfrm>
                <a:off x="3890955" y="1968410"/>
                <a:ext cx="191160" cy="1828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3D92C65-1913-4382-92A0-EACFA1EBAC7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873315" y="1950770"/>
                  <a:ext cx="2268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0400166-EE12-4638-AE39-B10DD3D87635}"/>
                    </a:ext>
                  </a:extLst>
                </p14:cNvPr>
                <p14:cNvContentPartPr/>
                <p14:nvPr/>
              </p14:nvContentPartPr>
              <p14:xfrm>
                <a:off x="4193355" y="1955450"/>
                <a:ext cx="196200" cy="180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0400166-EE12-4638-AE39-B10DD3D8763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175715" y="1937810"/>
                  <a:ext cx="2318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9012547-9268-4E53-9000-764E135C9E70}"/>
                    </a:ext>
                  </a:extLst>
                </p14:cNvPr>
                <p14:cNvContentPartPr/>
                <p14:nvPr/>
              </p14:nvContentPartPr>
              <p14:xfrm>
                <a:off x="4477755" y="1956170"/>
                <a:ext cx="429120" cy="154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9012547-9268-4E53-9000-764E135C9E7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460115" y="1938530"/>
                  <a:ext cx="4647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0496459-9DE2-41CE-9C2F-059BC1009AAC}"/>
                    </a:ext>
                  </a:extLst>
                </p14:cNvPr>
                <p14:cNvContentPartPr/>
                <p14:nvPr/>
              </p14:nvContentPartPr>
              <p14:xfrm>
                <a:off x="5048355" y="1819730"/>
                <a:ext cx="27360" cy="265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0496459-9DE2-41CE-9C2F-059BC1009AA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030715" y="1801730"/>
                  <a:ext cx="6300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A95C5BE-FC5F-47FC-8221-EF16E83F5215}"/>
                    </a:ext>
                  </a:extLst>
                </p14:cNvPr>
                <p14:cNvContentPartPr/>
                <p14:nvPr/>
              </p14:nvContentPartPr>
              <p14:xfrm>
                <a:off x="4974915" y="1990730"/>
                <a:ext cx="252000" cy="130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A95C5BE-FC5F-47FC-8221-EF16E83F521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957275" y="1972730"/>
                  <a:ext cx="2876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E6ACB32-4B20-4DFF-B898-DFC416D5555D}"/>
                    </a:ext>
                  </a:extLst>
                </p14:cNvPr>
                <p14:cNvContentPartPr/>
                <p14:nvPr/>
              </p14:nvContentPartPr>
              <p14:xfrm>
                <a:off x="5213595" y="1950410"/>
                <a:ext cx="60480" cy="59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E6ACB32-4B20-4DFF-B898-DFC416D5555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195595" y="1932410"/>
                  <a:ext cx="961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E7435B5-3AE4-4F1E-866A-2C11640B60D4}"/>
                    </a:ext>
                  </a:extLst>
                </p14:cNvPr>
                <p14:cNvContentPartPr/>
                <p14:nvPr/>
              </p14:nvContentPartPr>
              <p14:xfrm>
                <a:off x="5351115" y="1952210"/>
                <a:ext cx="482040" cy="7794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E7435B5-3AE4-4F1E-866A-2C11640B60D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333115" y="1934210"/>
                  <a:ext cx="517680" cy="81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FBDF1BB-4CE1-4A99-876D-BE7B9DF62DA9}"/>
                    </a:ext>
                  </a:extLst>
                </p14:cNvPr>
                <p14:cNvContentPartPr/>
                <p14:nvPr/>
              </p14:nvContentPartPr>
              <p14:xfrm>
                <a:off x="6198915" y="1803170"/>
                <a:ext cx="158040" cy="418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FBDF1BB-4CE1-4A99-876D-BE7B9DF62DA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180915" y="1785530"/>
                  <a:ext cx="19368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4A3A598-CBA6-4166-A36A-67094E78AD5F}"/>
                    </a:ext>
                  </a:extLst>
                </p14:cNvPr>
                <p14:cNvContentPartPr/>
                <p14:nvPr/>
              </p14:nvContentPartPr>
              <p14:xfrm>
                <a:off x="6178755" y="1935290"/>
                <a:ext cx="163440" cy="30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4A3A598-CBA6-4166-A36A-67094E78AD5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160755" y="1917290"/>
                  <a:ext cx="1990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483F225-C998-4A2D-A699-B825CFA8AA30}"/>
                    </a:ext>
                  </a:extLst>
                </p14:cNvPr>
                <p14:cNvContentPartPr/>
                <p14:nvPr/>
              </p14:nvContentPartPr>
              <p14:xfrm>
                <a:off x="6430395" y="1915490"/>
                <a:ext cx="492840" cy="4694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483F225-C998-4A2D-A699-B825CFA8AA3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412755" y="1897490"/>
                  <a:ext cx="52848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952D352-5123-467D-9709-5673DBB74381}"/>
                    </a:ext>
                  </a:extLst>
                </p14:cNvPr>
                <p14:cNvContentPartPr/>
                <p14:nvPr/>
              </p14:nvContentPartPr>
              <p14:xfrm>
                <a:off x="6873555" y="1892810"/>
                <a:ext cx="100080" cy="185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952D352-5123-467D-9709-5673DBB7438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855915" y="1874810"/>
                  <a:ext cx="1357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7EE29A3-2506-4354-9A75-56E59750234D}"/>
                    </a:ext>
                  </a:extLst>
                </p14:cNvPr>
                <p14:cNvContentPartPr/>
                <p14:nvPr/>
              </p14:nvContentPartPr>
              <p14:xfrm>
                <a:off x="7062195" y="1774010"/>
                <a:ext cx="375480" cy="3056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7EE29A3-2506-4354-9A75-56E59750234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044555" y="1756010"/>
                  <a:ext cx="41112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4489C85-10D9-46C4-82E0-7C83969AB451}"/>
                    </a:ext>
                  </a:extLst>
                </p14:cNvPr>
                <p14:cNvContentPartPr/>
                <p14:nvPr/>
              </p14:nvContentPartPr>
              <p14:xfrm>
                <a:off x="7414635" y="1770050"/>
                <a:ext cx="74520" cy="34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4489C85-10D9-46C4-82E0-7C83969AB45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396635" y="1752410"/>
                  <a:ext cx="1101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447B3FB-019C-41E5-ABBC-F957A6D10EA8}"/>
                    </a:ext>
                  </a:extLst>
                </p14:cNvPr>
                <p14:cNvContentPartPr/>
                <p14:nvPr/>
              </p14:nvContentPartPr>
              <p14:xfrm>
                <a:off x="7552875" y="1731170"/>
                <a:ext cx="329040" cy="4273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447B3FB-019C-41E5-ABBC-F957A6D10EA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535235" y="1713170"/>
                  <a:ext cx="36468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A955814-B292-468C-84D0-247CF1FE4044}"/>
                    </a:ext>
                  </a:extLst>
                </p14:cNvPr>
                <p14:cNvContentPartPr/>
                <p14:nvPr/>
              </p14:nvContentPartPr>
              <p14:xfrm>
                <a:off x="7821795" y="1861130"/>
                <a:ext cx="96480" cy="306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A955814-B292-468C-84D0-247CF1FE404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804155" y="1843490"/>
                  <a:ext cx="1321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C20F72D-AE99-4DB3-B175-DBF7D53FF6E3}"/>
                    </a:ext>
                  </a:extLst>
                </p14:cNvPr>
                <p14:cNvContentPartPr/>
                <p14:nvPr/>
              </p14:nvContentPartPr>
              <p14:xfrm>
                <a:off x="8054715" y="1857890"/>
                <a:ext cx="555840" cy="1720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C20F72D-AE99-4DB3-B175-DBF7D53FF6E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036715" y="1840250"/>
                  <a:ext cx="5914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C709897-5C38-4888-97FE-1C6DFAE49B4C}"/>
                    </a:ext>
                  </a:extLst>
                </p14:cNvPr>
                <p14:cNvContentPartPr/>
                <p14:nvPr/>
              </p14:nvContentPartPr>
              <p14:xfrm>
                <a:off x="2677395" y="2772290"/>
                <a:ext cx="42480" cy="1479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C709897-5C38-4888-97FE-1C6DFAE49B4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659755" y="2754650"/>
                  <a:ext cx="781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A29499F-D6BD-440B-9E58-010124304EE7}"/>
                    </a:ext>
                  </a:extLst>
                </p14:cNvPr>
                <p14:cNvContentPartPr/>
                <p14:nvPr/>
              </p14:nvContentPartPr>
              <p14:xfrm>
                <a:off x="2684955" y="2625050"/>
                <a:ext cx="28440" cy="338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A29499F-D6BD-440B-9E58-010124304EE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666955" y="2607410"/>
                  <a:ext cx="640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B09FE6C-0857-47F4-BA6F-FDCFCCDC6821}"/>
                    </a:ext>
                  </a:extLst>
                </p14:cNvPr>
                <p14:cNvContentPartPr/>
                <p14:nvPr/>
              </p14:nvContentPartPr>
              <p14:xfrm>
                <a:off x="2833635" y="2751770"/>
                <a:ext cx="436320" cy="153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B09FE6C-0857-47F4-BA6F-FDCFCCDC682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815635" y="2733770"/>
                  <a:ext cx="4719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B2C088A-329E-4258-9BF3-0AD4EE655D70}"/>
                    </a:ext>
                  </a:extLst>
                </p14:cNvPr>
                <p14:cNvContentPartPr/>
                <p14:nvPr/>
              </p14:nvContentPartPr>
              <p14:xfrm>
                <a:off x="3408915" y="2714690"/>
                <a:ext cx="492480" cy="165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B2C088A-329E-4258-9BF3-0AD4EE655D7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391275" y="2697050"/>
                  <a:ext cx="5281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795F896-7C3E-43D0-A1D3-56E958C7ABDB}"/>
                    </a:ext>
                  </a:extLst>
                </p14:cNvPr>
                <p14:cNvContentPartPr/>
                <p14:nvPr/>
              </p14:nvContentPartPr>
              <p14:xfrm>
                <a:off x="4030995" y="2588690"/>
                <a:ext cx="29160" cy="3193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795F896-7C3E-43D0-A1D3-56E958C7ABD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013355" y="2571050"/>
                  <a:ext cx="6480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E653193-0985-4FF7-AEA8-5B48A27DE978}"/>
                    </a:ext>
                  </a:extLst>
                </p14:cNvPr>
                <p14:cNvContentPartPr/>
                <p14:nvPr/>
              </p14:nvContentPartPr>
              <p14:xfrm>
                <a:off x="3960075" y="2723690"/>
                <a:ext cx="345240" cy="118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E653193-0985-4FF7-AEA8-5B48A27DE97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942075" y="2706050"/>
                  <a:ext cx="3808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D0D3409-E566-4F7C-9675-9498A9665B69}"/>
                    </a:ext>
                  </a:extLst>
                </p14:cNvPr>
                <p14:cNvContentPartPr/>
                <p14:nvPr/>
              </p14:nvContentPartPr>
              <p14:xfrm>
                <a:off x="4271115" y="2654210"/>
                <a:ext cx="49680" cy="262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D0D3409-E566-4F7C-9675-9498A9665B6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253475" y="2636210"/>
                  <a:ext cx="853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7A45F5B-311F-42F2-88E5-7EE2F5783DCC}"/>
                    </a:ext>
                  </a:extLst>
                </p14:cNvPr>
                <p14:cNvContentPartPr/>
                <p14:nvPr/>
              </p14:nvContentPartPr>
              <p14:xfrm>
                <a:off x="4432035" y="2699570"/>
                <a:ext cx="601920" cy="680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7A45F5B-311F-42F2-88E5-7EE2F5783DC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414035" y="2681930"/>
                  <a:ext cx="637560" cy="71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FC6E2C6-48EF-41B2-B9AC-0F0529BA4D09}"/>
                    </a:ext>
                  </a:extLst>
                </p14:cNvPr>
                <p14:cNvContentPartPr/>
                <p14:nvPr/>
              </p14:nvContentPartPr>
              <p14:xfrm>
                <a:off x="5557395" y="2608490"/>
                <a:ext cx="120600" cy="406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FC6E2C6-48EF-41B2-B9AC-0F0529BA4D0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539395" y="2590850"/>
                  <a:ext cx="15624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55A435E-79E0-4723-8E95-02151D33F842}"/>
                    </a:ext>
                  </a:extLst>
                </p14:cNvPr>
                <p14:cNvContentPartPr/>
                <p14:nvPr/>
              </p14:nvContentPartPr>
              <p14:xfrm>
                <a:off x="5582595" y="2717210"/>
                <a:ext cx="648720" cy="425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55A435E-79E0-4723-8E95-02151D33F84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564955" y="2699210"/>
                  <a:ext cx="68436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866FC2E-5282-46A9-8A2B-C3545D638E41}"/>
                    </a:ext>
                  </a:extLst>
                </p14:cNvPr>
                <p14:cNvContentPartPr/>
                <p14:nvPr/>
              </p14:nvContentPartPr>
              <p14:xfrm>
                <a:off x="6227715" y="2684810"/>
                <a:ext cx="111240" cy="1764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866FC2E-5282-46A9-8A2B-C3545D638E4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209715" y="2667170"/>
                  <a:ext cx="1468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2C21E28-03EF-4FB6-864B-5BDB58F53CC8}"/>
                    </a:ext>
                  </a:extLst>
                </p14:cNvPr>
                <p14:cNvContentPartPr/>
                <p14:nvPr/>
              </p14:nvContentPartPr>
              <p14:xfrm>
                <a:off x="6372435" y="2499050"/>
                <a:ext cx="415440" cy="3441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2C21E28-03EF-4FB6-864B-5BDB58F53CC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354795" y="2481050"/>
                  <a:ext cx="45108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1B731CB-13FF-4CCA-85CD-FC4D355E20A4}"/>
                    </a:ext>
                  </a:extLst>
                </p14:cNvPr>
                <p14:cNvContentPartPr/>
                <p14:nvPr/>
              </p14:nvContentPartPr>
              <p14:xfrm>
                <a:off x="6829635" y="2535410"/>
                <a:ext cx="115560" cy="399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1B731CB-13FF-4CCA-85CD-FC4D355E20A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811995" y="2517410"/>
                  <a:ext cx="1512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AC1AE92-54EF-4B3C-A771-A1292CD21F27}"/>
                    </a:ext>
                  </a:extLst>
                </p14:cNvPr>
                <p14:cNvContentPartPr/>
                <p14:nvPr/>
              </p14:nvContentPartPr>
              <p14:xfrm>
                <a:off x="6848355" y="2459810"/>
                <a:ext cx="270360" cy="5544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AC1AE92-54EF-4B3C-A771-A1292CD21F2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830355" y="2441810"/>
                  <a:ext cx="30600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347ECDF-124F-4CF9-8B80-51FCFCA0A424}"/>
                    </a:ext>
                  </a:extLst>
                </p14:cNvPr>
                <p14:cNvContentPartPr/>
                <p14:nvPr/>
              </p14:nvContentPartPr>
              <p14:xfrm>
                <a:off x="7143195" y="2663930"/>
                <a:ext cx="68760" cy="18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347ECDF-124F-4CF9-8B80-51FCFCA0A42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125195" y="2646290"/>
                  <a:ext cx="1044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ED90153-3A6A-4197-A5C2-1E90F7A50639}"/>
                    </a:ext>
                  </a:extLst>
                </p14:cNvPr>
                <p14:cNvContentPartPr/>
                <p14:nvPr/>
              </p14:nvContentPartPr>
              <p14:xfrm>
                <a:off x="7318515" y="2637650"/>
                <a:ext cx="506880" cy="189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ED90153-3A6A-4197-A5C2-1E90F7A5063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300515" y="2619650"/>
                  <a:ext cx="5425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68F6994-66C0-4373-9B09-4F26652DAB7C}"/>
                    </a:ext>
                  </a:extLst>
                </p14:cNvPr>
                <p14:cNvContentPartPr/>
                <p14:nvPr/>
              </p14:nvContentPartPr>
              <p14:xfrm>
                <a:off x="2053515" y="3414170"/>
                <a:ext cx="149400" cy="2149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68F6994-66C0-4373-9B09-4F26652DAB7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035875" y="3396170"/>
                  <a:ext cx="1850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C2FE848-2B85-40AD-945C-D7779AB3BE6B}"/>
                    </a:ext>
                  </a:extLst>
                </p14:cNvPr>
                <p14:cNvContentPartPr/>
                <p14:nvPr/>
              </p14:nvContentPartPr>
              <p14:xfrm>
                <a:off x="2103915" y="3323090"/>
                <a:ext cx="227880" cy="5054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C2FE848-2B85-40AD-945C-D7779AB3BE6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085915" y="3305450"/>
                  <a:ext cx="263520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CCF7F08-E812-4ABC-B9CC-C894F9C3CE08}"/>
                    </a:ext>
                  </a:extLst>
                </p14:cNvPr>
                <p14:cNvContentPartPr/>
                <p14:nvPr/>
              </p14:nvContentPartPr>
              <p14:xfrm>
                <a:off x="2781435" y="3271970"/>
                <a:ext cx="186480" cy="3628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CCF7F08-E812-4ABC-B9CC-C894F9C3CE0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763435" y="3253970"/>
                  <a:ext cx="22212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7A877BF-2894-469A-ABB0-6D4050B5A772}"/>
                    </a:ext>
                  </a:extLst>
                </p14:cNvPr>
                <p14:cNvContentPartPr/>
                <p14:nvPr/>
              </p14:nvContentPartPr>
              <p14:xfrm>
                <a:off x="2963235" y="3470330"/>
                <a:ext cx="204480" cy="1519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7A877BF-2894-469A-ABB0-6D4050B5A77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945595" y="3452330"/>
                  <a:ext cx="2401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539094B-2290-4E17-8ADA-4FB5AD0C8D2E}"/>
                    </a:ext>
                  </a:extLst>
                </p14:cNvPr>
                <p14:cNvContentPartPr/>
                <p14:nvPr/>
              </p14:nvContentPartPr>
              <p14:xfrm>
                <a:off x="3230355" y="3420650"/>
                <a:ext cx="284400" cy="1792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539094B-2290-4E17-8ADA-4FB5AD0C8D2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212715" y="3402650"/>
                  <a:ext cx="3200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ECAE33C-0CFF-4358-9ABD-01B0739B2BD0}"/>
                    </a:ext>
                  </a:extLst>
                </p14:cNvPr>
                <p14:cNvContentPartPr/>
                <p14:nvPr/>
              </p14:nvContentPartPr>
              <p14:xfrm>
                <a:off x="3553275" y="3426410"/>
                <a:ext cx="531000" cy="1602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ECAE33C-0CFF-4358-9ABD-01B0739B2BD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535635" y="3408770"/>
                  <a:ext cx="5666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81E86F1-F1E4-4BCC-9973-53945AE9707B}"/>
                    </a:ext>
                  </a:extLst>
                </p14:cNvPr>
                <p14:cNvContentPartPr/>
                <p14:nvPr/>
              </p14:nvContentPartPr>
              <p14:xfrm>
                <a:off x="4007595" y="3279890"/>
                <a:ext cx="81720" cy="280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81E86F1-F1E4-4BCC-9973-53945AE9707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989955" y="3262250"/>
                  <a:ext cx="1173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0FFFA4E-0CDC-43E9-913F-9BADA96CE31F}"/>
                    </a:ext>
                  </a:extLst>
                </p14:cNvPr>
                <p14:cNvContentPartPr/>
                <p14:nvPr/>
              </p14:nvContentPartPr>
              <p14:xfrm>
                <a:off x="4210635" y="3392570"/>
                <a:ext cx="729720" cy="7837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0FFFA4E-0CDC-43E9-913F-9BADA96CE31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192635" y="3374930"/>
                  <a:ext cx="765360" cy="81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C7BC7DE-7245-4D8C-A0F2-88AD16B3480E}"/>
                    </a:ext>
                  </a:extLst>
                </p14:cNvPr>
                <p14:cNvContentPartPr/>
                <p14:nvPr/>
              </p14:nvContentPartPr>
              <p14:xfrm>
                <a:off x="5361195" y="3265130"/>
                <a:ext cx="115560" cy="4636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C7BC7DE-7245-4D8C-A0F2-88AD16B3480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343195" y="3247130"/>
                  <a:ext cx="15120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EFD7438-B8E1-493E-9F67-1ED1B55D5E62}"/>
                    </a:ext>
                  </a:extLst>
                </p14:cNvPr>
                <p14:cNvContentPartPr/>
                <p14:nvPr/>
              </p14:nvContentPartPr>
              <p14:xfrm>
                <a:off x="5371635" y="3113570"/>
                <a:ext cx="1408680" cy="7423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EFD7438-B8E1-493E-9F67-1ED1B55D5E6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353635" y="3095930"/>
                  <a:ext cx="1444320" cy="77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B663729-89CF-4F0A-901D-E5A1F5FA064E}"/>
                    </a:ext>
                  </a:extLst>
                </p14:cNvPr>
                <p14:cNvContentPartPr/>
                <p14:nvPr/>
              </p14:nvContentPartPr>
              <p14:xfrm>
                <a:off x="6739995" y="3212570"/>
                <a:ext cx="123120" cy="46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B663729-89CF-4F0A-901D-E5A1F5FA064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722355" y="3194930"/>
                  <a:ext cx="1587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AB0E98F-F767-4853-A3C0-69EB8DCF6F5E}"/>
                    </a:ext>
                  </a:extLst>
                </p14:cNvPr>
                <p14:cNvContentPartPr/>
                <p14:nvPr/>
              </p14:nvContentPartPr>
              <p14:xfrm>
                <a:off x="6817035" y="3091610"/>
                <a:ext cx="338760" cy="5169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AB0E98F-F767-4853-A3C0-69EB8DCF6F5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799395" y="3073610"/>
                  <a:ext cx="37440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023A5C1-33FD-41E9-983F-14E9A8B9C858}"/>
                    </a:ext>
                  </a:extLst>
                </p14:cNvPr>
                <p14:cNvContentPartPr/>
                <p14:nvPr/>
              </p14:nvContentPartPr>
              <p14:xfrm>
                <a:off x="7145355" y="3311570"/>
                <a:ext cx="39240" cy="50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023A5C1-33FD-41E9-983F-14E9A8B9C85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127355" y="3293930"/>
                  <a:ext cx="748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D6AFA74-76C4-495A-BC6C-80393AED101A}"/>
                    </a:ext>
                  </a:extLst>
                </p14:cNvPr>
                <p14:cNvContentPartPr/>
                <p14:nvPr/>
              </p14:nvContentPartPr>
              <p14:xfrm>
                <a:off x="7321035" y="3348650"/>
                <a:ext cx="512280" cy="1141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D6AFA74-76C4-495A-BC6C-80393AED101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303395" y="3330650"/>
                  <a:ext cx="5479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AAB95A4-926E-4217-B74A-72ABAAC4D2CC}"/>
                    </a:ext>
                  </a:extLst>
                </p14:cNvPr>
                <p14:cNvContentPartPr/>
                <p14:nvPr/>
              </p14:nvContentPartPr>
              <p14:xfrm>
                <a:off x="2097795" y="4079810"/>
                <a:ext cx="147600" cy="201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AAB95A4-926E-4217-B74A-72ABAAC4D2C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080155" y="4062170"/>
                  <a:ext cx="1832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45A472D-1CFF-4779-8FCC-364A2F753839}"/>
                    </a:ext>
                  </a:extLst>
                </p14:cNvPr>
                <p14:cNvContentPartPr/>
                <p14:nvPr/>
              </p14:nvContentPartPr>
              <p14:xfrm>
                <a:off x="2290395" y="4026890"/>
                <a:ext cx="151560" cy="4492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45A472D-1CFF-4779-8FCC-364A2F75383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272395" y="4008890"/>
                  <a:ext cx="18720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219C1E4-C146-4384-8FF8-32F008A99230}"/>
                    </a:ext>
                  </a:extLst>
                </p14:cNvPr>
                <p14:cNvContentPartPr/>
                <p14:nvPr/>
              </p14:nvContentPartPr>
              <p14:xfrm>
                <a:off x="2900235" y="4072610"/>
                <a:ext cx="31680" cy="3124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219C1E4-C146-4384-8FF8-32F008A9923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882235" y="4054970"/>
                  <a:ext cx="6732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A187E2E-0D5B-4409-A1D3-A3DDF60E3F5C}"/>
                    </a:ext>
                  </a:extLst>
                </p14:cNvPr>
                <p14:cNvContentPartPr/>
                <p14:nvPr/>
              </p14:nvContentPartPr>
              <p14:xfrm>
                <a:off x="2884755" y="4129130"/>
                <a:ext cx="508320" cy="2505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A187E2E-0D5B-4409-A1D3-A3DDF60E3F5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866755" y="4111130"/>
                  <a:ext cx="5439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A4797AC-7B9C-4BCA-9DE5-FBAB998AAADA}"/>
                    </a:ext>
                  </a:extLst>
                </p14:cNvPr>
                <p14:cNvContentPartPr/>
                <p14:nvPr/>
              </p14:nvContentPartPr>
              <p14:xfrm>
                <a:off x="3306675" y="4076210"/>
                <a:ext cx="69480" cy="342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A4797AC-7B9C-4BCA-9DE5-FBAB998AAAD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289035" y="4058210"/>
                  <a:ext cx="1051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6C7BCBE-D850-43A3-8D9E-D3BB1849D3BB}"/>
                    </a:ext>
                  </a:extLst>
                </p14:cNvPr>
                <p14:cNvContentPartPr/>
                <p14:nvPr/>
              </p14:nvContentPartPr>
              <p14:xfrm>
                <a:off x="3534195" y="3979010"/>
                <a:ext cx="84960" cy="4766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6C7BCBE-D850-43A3-8D9E-D3BB1849D3B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516195" y="3961010"/>
                  <a:ext cx="12060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716B58F-6F7B-4866-9F34-1106EC71D77C}"/>
                    </a:ext>
                  </a:extLst>
                </p14:cNvPr>
                <p14:cNvContentPartPr/>
                <p14:nvPr/>
              </p14:nvContentPartPr>
              <p14:xfrm>
                <a:off x="3413955" y="4180610"/>
                <a:ext cx="326160" cy="1198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716B58F-6F7B-4866-9F34-1106EC71D77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395955" y="4162610"/>
                  <a:ext cx="3618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620AE60-47DE-496E-9DFF-372D4C5AEC54}"/>
                    </a:ext>
                  </a:extLst>
                </p14:cNvPr>
                <p14:cNvContentPartPr/>
                <p14:nvPr/>
              </p14:nvContentPartPr>
              <p14:xfrm>
                <a:off x="3692955" y="3941210"/>
                <a:ext cx="251280" cy="5256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620AE60-47DE-496E-9DFF-372D4C5AEC5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674955" y="3923570"/>
                  <a:ext cx="28692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1D1C348-9DFD-436B-9645-95EDE34E41C3}"/>
                    </a:ext>
                  </a:extLst>
                </p14:cNvPr>
                <p14:cNvContentPartPr/>
                <p14:nvPr/>
              </p14:nvContentPartPr>
              <p14:xfrm>
                <a:off x="4010475" y="4135610"/>
                <a:ext cx="523080" cy="1486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1D1C348-9DFD-436B-9645-95EDE34E41C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992835" y="4117970"/>
                  <a:ext cx="5587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79C9BA2-0C43-4FE8-8C50-CC56E2DA81DB}"/>
                    </a:ext>
                  </a:extLst>
                </p14:cNvPr>
                <p14:cNvContentPartPr/>
                <p14:nvPr/>
              </p14:nvContentPartPr>
              <p14:xfrm>
                <a:off x="4657755" y="4115450"/>
                <a:ext cx="272520" cy="1440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79C9BA2-0C43-4FE8-8C50-CC56E2DA81D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639755" y="4097810"/>
                  <a:ext cx="3081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FEB8545-A6D2-4469-8B8E-52040D4A4BC4}"/>
                    </a:ext>
                  </a:extLst>
                </p14:cNvPr>
                <p14:cNvContentPartPr/>
                <p14:nvPr/>
              </p14:nvContentPartPr>
              <p14:xfrm>
                <a:off x="4916955" y="4042010"/>
                <a:ext cx="58320" cy="234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FEB8545-A6D2-4469-8B8E-52040D4A4BC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899315" y="4024010"/>
                  <a:ext cx="939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1AE8F7D-86D3-4CE9-9434-5DBF7DC8078F}"/>
                    </a:ext>
                  </a:extLst>
                </p14:cNvPr>
                <p14:cNvContentPartPr/>
                <p14:nvPr/>
              </p14:nvContentPartPr>
              <p14:xfrm>
                <a:off x="5077875" y="4089530"/>
                <a:ext cx="530640" cy="6195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1AE8F7D-86D3-4CE9-9434-5DBF7DC8078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059875" y="4071530"/>
                  <a:ext cx="566280" cy="65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7146AD4-E05D-4CF9-A25E-ED022689BD64}"/>
                    </a:ext>
                  </a:extLst>
                </p14:cNvPr>
                <p14:cNvContentPartPr/>
                <p14:nvPr/>
              </p14:nvContentPartPr>
              <p14:xfrm>
                <a:off x="6019275" y="3934730"/>
                <a:ext cx="142920" cy="479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7146AD4-E05D-4CF9-A25E-ED022689BD6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001635" y="3917090"/>
                  <a:ext cx="17856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903CFA9-63C3-4E0E-9BFE-99E43D4451D8}"/>
                    </a:ext>
                  </a:extLst>
                </p14:cNvPr>
                <p14:cNvContentPartPr/>
                <p14:nvPr/>
              </p14:nvContentPartPr>
              <p14:xfrm>
                <a:off x="6012435" y="4087010"/>
                <a:ext cx="258480" cy="1188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903CFA9-63C3-4E0E-9BFE-99E43D4451D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994435" y="4069370"/>
                  <a:ext cx="2941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C4B3837-436F-4AF6-B8A7-3958CA1539FE}"/>
                    </a:ext>
                  </a:extLst>
                </p14:cNvPr>
                <p14:cNvContentPartPr/>
                <p14:nvPr/>
              </p14:nvContentPartPr>
              <p14:xfrm>
                <a:off x="6275595" y="4066490"/>
                <a:ext cx="552240" cy="4136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C4B3837-436F-4AF6-B8A7-3958CA1539F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257955" y="4048850"/>
                  <a:ext cx="58788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E106A3F-FA28-4B9F-9749-64570D8A7A40}"/>
                    </a:ext>
                  </a:extLst>
                </p14:cNvPr>
                <p14:cNvContentPartPr/>
                <p14:nvPr/>
              </p14:nvContentPartPr>
              <p14:xfrm>
                <a:off x="6804795" y="4008530"/>
                <a:ext cx="83160" cy="1828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E106A3F-FA28-4B9F-9749-64570D8A7A4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786795" y="3990530"/>
                  <a:ext cx="1188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4737A08-1259-4FA2-81DB-E437B688E581}"/>
                    </a:ext>
                  </a:extLst>
                </p14:cNvPr>
                <p14:cNvContentPartPr/>
                <p14:nvPr/>
              </p14:nvContentPartPr>
              <p14:xfrm>
                <a:off x="7013235" y="3809090"/>
                <a:ext cx="355680" cy="4082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4737A08-1259-4FA2-81DB-E437B688E58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995235" y="3791090"/>
                  <a:ext cx="39132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DA2CEE3-8189-4FA4-9937-AF016FFF719E}"/>
                    </a:ext>
                  </a:extLst>
                </p14:cNvPr>
                <p14:cNvContentPartPr/>
                <p14:nvPr/>
              </p14:nvContentPartPr>
              <p14:xfrm>
                <a:off x="7394835" y="3875330"/>
                <a:ext cx="233640" cy="550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DA2CEE3-8189-4FA4-9937-AF016FFF719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376835" y="3857690"/>
                  <a:ext cx="2692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E5B47CF-1B2F-44E5-A9A5-67BF8C9096AA}"/>
                    </a:ext>
                  </a:extLst>
                </p14:cNvPr>
                <p14:cNvContentPartPr/>
                <p14:nvPr/>
              </p14:nvContentPartPr>
              <p14:xfrm>
                <a:off x="7480515" y="3761570"/>
                <a:ext cx="281520" cy="5846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E5B47CF-1B2F-44E5-A9A5-67BF8C9096AA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462875" y="3743930"/>
                  <a:ext cx="317160" cy="62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1AD49AE-AC06-4BB7-8F87-D2768883D536}"/>
                    </a:ext>
                  </a:extLst>
                </p14:cNvPr>
                <p14:cNvContentPartPr/>
                <p14:nvPr/>
              </p14:nvContentPartPr>
              <p14:xfrm>
                <a:off x="7717755" y="3964610"/>
                <a:ext cx="64800" cy="201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1AD49AE-AC06-4BB7-8F87-D2768883D53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699755" y="3946970"/>
                  <a:ext cx="1004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F824FD4-5052-49CC-98F1-A243ADDE83B5}"/>
                    </a:ext>
                  </a:extLst>
                </p14:cNvPr>
                <p14:cNvContentPartPr/>
                <p14:nvPr/>
              </p14:nvContentPartPr>
              <p14:xfrm>
                <a:off x="7919715" y="4015370"/>
                <a:ext cx="474480" cy="1393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F824FD4-5052-49CC-98F1-A243ADDE83B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901715" y="3997730"/>
                  <a:ext cx="5101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17F7B0C-9A3D-4D24-B9E2-653DA3844876}"/>
                    </a:ext>
                  </a:extLst>
                </p14:cNvPr>
                <p14:cNvContentPartPr/>
                <p14:nvPr/>
              </p14:nvContentPartPr>
              <p14:xfrm>
                <a:off x="2336475" y="4749050"/>
                <a:ext cx="108000" cy="3099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17F7B0C-9A3D-4D24-B9E2-653DA3844876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318835" y="4731050"/>
                  <a:ext cx="14364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A407014-3A86-4F1F-913C-AE5453B77378}"/>
                    </a:ext>
                  </a:extLst>
                </p14:cNvPr>
                <p14:cNvContentPartPr/>
                <p14:nvPr/>
              </p14:nvContentPartPr>
              <p14:xfrm>
                <a:off x="2348355" y="4734290"/>
                <a:ext cx="177840" cy="38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A407014-3A86-4F1F-913C-AE5453B7737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330355" y="4716650"/>
                  <a:ext cx="2134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FD93042-2434-4F44-A66C-2D6C476F9FCE}"/>
                    </a:ext>
                  </a:extLst>
                </p14:cNvPr>
                <p14:cNvContentPartPr/>
                <p14:nvPr/>
              </p14:nvContentPartPr>
              <p14:xfrm>
                <a:off x="2475795" y="4561490"/>
                <a:ext cx="308520" cy="9140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FD93042-2434-4F44-A66C-2D6C476F9FC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458155" y="4543850"/>
                  <a:ext cx="344160" cy="9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6ECECE9-933B-40AB-BD22-C47B4BEC94F9}"/>
                    </a:ext>
                  </a:extLst>
                </p14:cNvPr>
                <p14:cNvContentPartPr/>
                <p14:nvPr/>
              </p14:nvContentPartPr>
              <p14:xfrm>
                <a:off x="2377515" y="5528090"/>
                <a:ext cx="146520" cy="2685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6ECECE9-933B-40AB-BD22-C47B4BEC94F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359875" y="5510090"/>
                  <a:ext cx="1821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8213783-CC49-4F91-94B2-A21BEC3C6F3B}"/>
                    </a:ext>
                  </a:extLst>
                </p14:cNvPr>
                <p14:cNvContentPartPr/>
                <p14:nvPr/>
              </p14:nvContentPartPr>
              <p14:xfrm>
                <a:off x="2527995" y="5394530"/>
                <a:ext cx="245520" cy="5230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8213783-CC49-4F91-94B2-A21BEC3C6F3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510355" y="5376890"/>
                  <a:ext cx="28116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AA9F21C-5E5E-46AA-9141-4126AE8D2F7D}"/>
                    </a:ext>
                  </a:extLst>
                </p14:cNvPr>
                <p14:cNvContentPartPr/>
                <p14:nvPr/>
              </p14:nvContentPartPr>
              <p14:xfrm>
                <a:off x="3286875" y="4776770"/>
                <a:ext cx="49680" cy="3794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AA9F21C-5E5E-46AA-9141-4126AE8D2F7D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269235" y="4758770"/>
                  <a:ext cx="8532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1B5EA6F-1133-4F6F-AA62-19203AF02FC0}"/>
                    </a:ext>
                  </a:extLst>
                </p14:cNvPr>
                <p14:cNvContentPartPr/>
                <p14:nvPr/>
              </p14:nvContentPartPr>
              <p14:xfrm>
                <a:off x="3170955" y="4791170"/>
                <a:ext cx="265680" cy="3322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1B5EA6F-1133-4F6F-AA62-19203AF02FC0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152955" y="4773530"/>
                  <a:ext cx="30132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B952D98-C3A4-481F-B064-6F91795CBBB7}"/>
                    </a:ext>
                  </a:extLst>
                </p14:cNvPr>
                <p14:cNvContentPartPr/>
                <p14:nvPr/>
              </p14:nvContentPartPr>
              <p14:xfrm>
                <a:off x="3528435" y="4902410"/>
                <a:ext cx="190440" cy="2145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B952D98-C3A4-481F-B064-6F91795CBBB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510795" y="4884770"/>
                  <a:ext cx="2260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F758BAD-C747-4FE1-B703-CE373C6068D2}"/>
                    </a:ext>
                  </a:extLst>
                </p14:cNvPr>
                <p14:cNvContentPartPr/>
                <p14:nvPr/>
              </p14:nvContentPartPr>
              <p14:xfrm>
                <a:off x="3844875" y="4735370"/>
                <a:ext cx="53640" cy="4093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F758BAD-C747-4FE1-B703-CE373C6068D2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826875" y="4717370"/>
                  <a:ext cx="8928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32C2A8E-FC4C-4687-AFAE-B2B818CC0628}"/>
                    </a:ext>
                  </a:extLst>
                </p14:cNvPr>
                <p14:cNvContentPartPr/>
                <p14:nvPr/>
              </p14:nvContentPartPr>
              <p14:xfrm>
                <a:off x="3753435" y="4864250"/>
                <a:ext cx="953280" cy="5814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32C2A8E-FC4C-4687-AFAE-B2B818CC062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735795" y="4846610"/>
                  <a:ext cx="988920" cy="61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FC48F85-905E-4318-8903-389DDB0D865D}"/>
                    </a:ext>
                  </a:extLst>
                </p14:cNvPr>
                <p14:cNvContentPartPr/>
                <p14:nvPr/>
              </p14:nvContentPartPr>
              <p14:xfrm>
                <a:off x="4739115" y="4747610"/>
                <a:ext cx="367560" cy="3304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FC48F85-905E-4318-8903-389DDB0D865D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721475" y="4729970"/>
                  <a:ext cx="40320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7129DBC-C332-4CEF-B3DF-C137F256B7FB}"/>
                    </a:ext>
                  </a:extLst>
                </p14:cNvPr>
                <p14:cNvContentPartPr/>
                <p14:nvPr/>
              </p14:nvContentPartPr>
              <p14:xfrm>
                <a:off x="5024235" y="4816370"/>
                <a:ext cx="567720" cy="1598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7129DBC-C332-4CEF-B3DF-C137F256B7FB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006235" y="4798730"/>
                  <a:ext cx="6033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6773D0D-6C2A-477B-9313-814820F44BD5}"/>
                    </a:ext>
                  </a:extLst>
                </p14:cNvPr>
                <p14:cNvContentPartPr/>
                <p14:nvPr/>
              </p14:nvContentPartPr>
              <p14:xfrm>
                <a:off x="3336195" y="5533490"/>
                <a:ext cx="59760" cy="2894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6773D0D-6C2A-477B-9313-814820F44BD5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318195" y="5515850"/>
                  <a:ext cx="9540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4F3AFB1-A120-4B28-87C9-898DECAA5CB5}"/>
                    </a:ext>
                  </a:extLst>
                </p14:cNvPr>
                <p14:cNvContentPartPr/>
                <p14:nvPr/>
              </p14:nvContentPartPr>
              <p14:xfrm>
                <a:off x="3299475" y="5487770"/>
                <a:ext cx="249120" cy="3697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4F3AFB1-A120-4B28-87C9-898DECAA5CB5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281475" y="5470130"/>
                  <a:ext cx="28476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F5E8F54-6B15-4B92-B614-CC19B8108634}"/>
                    </a:ext>
                  </a:extLst>
                </p14:cNvPr>
                <p14:cNvContentPartPr/>
                <p14:nvPr/>
              </p14:nvContentPartPr>
              <p14:xfrm>
                <a:off x="3629955" y="5492090"/>
                <a:ext cx="140040" cy="2700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F5E8F54-6B15-4B92-B614-CC19B8108634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612315" y="5474090"/>
                  <a:ext cx="17568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888487D-F5E5-4174-98FD-30A7134F6D66}"/>
                    </a:ext>
                  </a:extLst>
                </p14:cNvPr>
                <p14:cNvContentPartPr/>
                <p14:nvPr/>
              </p14:nvContentPartPr>
              <p14:xfrm>
                <a:off x="3871875" y="5379050"/>
                <a:ext cx="99720" cy="5068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888487D-F5E5-4174-98FD-30A7134F6D6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854235" y="5361410"/>
                  <a:ext cx="135360" cy="54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8AC464B-FC22-4BB0-A41E-F54957A60A40}"/>
                    </a:ext>
                  </a:extLst>
                </p14:cNvPr>
                <p14:cNvContentPartPr/>
                <p14:nvPr/>
              </p14:nvContentPartPr>
              <p14:xfrm>
                <a:off x="3786915" y="5376890"/>
                <a:ext cx="361800" cy="4795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8AC464B-FC22-4BB0-A41E-F54957A60A4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768915" y="5358890"/>
                  <a:ext cx="39744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11F690D-0C8D-4994-89BF-0FD70C48DB73}"/>
                    </a:ext>
                  </a:extLst>
                </p14:cNvPr>
                <p14:cNvContentPartPr/>
                <p14:nvPr/>
              </p14:nvContentPartPr>
              <p14:xfrm>
                <a:off x="4019475" y="5676410"/>
                <a:ext cx="172800" cy="460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11F690D-0C8D-4994-89BF-0FD70C48DB73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001475" y="5658410"/>
                  <a:ext cx="2084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94F4E39-FC78-4363-80FD-7EC4E06CDDF3}"/>
                    </a:ext>
                  </a:extLst>
                </p14:cNvPr>
                <p14:cNvContentPartPr/>
                <p14:nvPr/>
              </p14:nvContentPartPr>
              <p14:xfrm>
                <a:off x="4319715" y="5530610"/>
                <a:ext cx="1083600" cy="2088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94F4E39-FC78-4363-80FD-7EC4E06CDDF3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301715" y="5512970"/>
                  <a:ext cx="11192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4F645D5-83C3-4896-9516-D99C76937DE9}"/>
                    </a:ext>
                  </a:extLst>
                </p14:cNvPr>
                <p14:cNvContentPartPr/>
                <p14:nvPr/>
              </p14:nvContentPartPr>
              <p14:xfrm>
                <a:off x="5443995" y="5388050"/>
                <a:ext cx="96840" cy="3402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4F645D5-83C3-4896-9516-D99C76937DE9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426355" y="5370410"/>
                  <a:ext cx="13248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547101D-A983-48AC-8D75-74C016B63FC0}"/>
                    </a:ext>
                  </a:extLst>
                </p14:cNvPr>
                <p14:cNvContentPartPr/>
                <p14:nvPr/>
              </p14:nvContentPartPr>
              <p14:xfrm>
                <a:off x="5435355" y="5525210"/>
                <a:ext cx="265320" cy="1666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547101D-A983-48AC-8D75-74C016B63FC0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417355" y="5507570"/>
                  <a:ext cx="3009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57E1F64-E374-4F20-AF3F-F29E5E635EA6}"/>
                    </a:ext>
                  </a:extLst>
                </p14:cNvPr>
                <p14:cNvContentPartPr/>
                <p14:nvPr/>
              </p14:nvContentPartPr>
              <p14:xfrm>
                <a:off x="5654235" y="5368970"/>
                <a:ext cx="66960" cy="615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57E1F64-E374-4F20-AF3F-F29E5E635EA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636235" y="5351330"/>
                  <a:ext cx="1026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FD69A09-1FCA-44C8-B07B-F603A6C7B9AD}"/>
                    </a:ext>
                  </a:extLst>
                </p14:cNvPr>
                <p14:cNvContentPartPr/>
                <p14:nvPr/>
              </p14:nvContentPartPr>
              <p14:xfrm>
                <a:off x="5835315" y="5239370"/>
                <a:ext cx="468360" cy="2948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FD69A09-1FCA-44C8-B07B-F603A6C7B9AD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817315" y="5221730"/>
                  <a:ext cx="5040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26ABB10-F074-4811-A3EF-1FA2A81E0613}"/>
                    </a:ext>
                  </a:extLst>
                </p14:cNvPr>
                <p14:cNvContentPartPr/>
                <p14:nvPr/>
              </p14:nvContentPartPr>
              <p14:xfrm>
                <a:off x="6195675" y="5344490"/>
                <a:ext cx="514080" cy="1674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26ABB10-F074-4811-A3EF-1FA2A81E0613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177675" y="5326490"/>
                  <a:ext cx="5497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4D02405-BAB1-4F75-93C0-DEF5CC172815}"/>
                    </a:ext>
                  </a:extLst>
                </p14:cNvPr>
                <p14:cNvContentPartPr/>
                <p14:nvPr/>
              </p14:nvContentPartPr>
              <p14:xfrm>
                <a:off x="2497755" y="6090770"/>
                <a:ext cx="181800" cy="2948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4D02405-BAB1-4F75-93C0-DEF5CC172815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480115" y="6072770"/>
                  <a:ext cx="21744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6E0CB69-D5CE-4A07-8725-B377FD02BE74}"/>
                    </a:ext>
                  </a:extLst>
                </p14:cNvPr>
                <p14:cNvContentPartPr/>
                <p14:nvPr/>
              </p14:nvContentPartPr>
              <p14:xfrm>
                <a:off x="2521515" y="6186890"/>
                <a:ext cx="232200" cy="1040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6E0CB69-D5CE-4A07-8725-B377FD02BE7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503515" y="6168890"/>
                  <a:ext cx="2678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6D36D5C-F0A1-4074-9281-C5A5E4A15273}"/>
                    </a:ext>
                  </a:extLst>
                </p14:cNvPr>
                <p14:cNvContentPartPr/>
                <p14:nvPr/>
              </p14:nvContentPartPr>
              <p14:xfrm>
                <a:off x="2773155" y="5982050"/>
                <a:ext cx="212760" cy="3826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6D36D5C-F0A1-4074-9281-C5A5E4A1527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755515" y="5964410"/>
                  <a:ext cx="24840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A66645C-12F5-4354-865C-26D10FCB6F56}"/>
                    </a:ext>
                  </a:extLst>
                </p14:cNvPr>
                <p14:cNvContentPartPr/>
                <p14:nvPr/>
              </p14:nvContentPartPr>
              <p14:xfrm>
                <a:off x="3543915" y="6041810"/>
                <a:ext cx="180360" cy="2368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A66645C-12F5-4354-865C-26D10FCB6F56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525915" y="6023810"/>
                  <a:ext cx="2160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3B8BD75-E2EE-47F7-ABA8-F0316CE86958}"/>
                    </a:ext>
                  </a:extLst>
                </p14:cNvPr>
                <p14:cNvContentPartPr/>
                <p14:nvPr/>
              </p14:nvContentPartPr>
              <p14:xfrm>
                <a:off x="3797715" y="5947850"/>
                <a:ext cx="350280" cy="3366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3B8BD75-E2EE-47F7-ABA8-F0316CE8695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780075" y="5930210"/>
                  <a:ext cx="38592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DB2045A-513E-4E90-A72D-EA3449424067}"/>
                    </a:ext>
                  </a:extLst>
                </p14:cNvPr>
                <p14:cNvContentPartPr/>
                <p14:nvPr/>
              </p14:nvContentPartPr>
              <p14:xfrm>
                <a:off x="4235835" y="5898530"/>
                <a:ext cx="64440" cy="3474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DB2045A-513E-4E90-A72D-EA3449424067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4218195" y="5880530"/>
                  <a:ext cx="10008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BEBE8E5-82CC-49A6-9663-DE15F6D18352}"/>
                    </a:ext>
                  </a:extLst>
                </p14:cNvPr>
                <p14:cNvContentPartPr/>
                <p14:nvPr/>
              </p14:nvContentPartPr>
              <p14:xfrm>
                <a:off x="4239435" y="6097610"/>
                <a:ext cx="296280" cy="111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BEBE8E5-82CC-49A6-9663-DE15F6D18352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4221795" y="6079610"/>
                  <a:ext cx="3319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5CB15530-5ACD-47DA-9923-3FDC03CE035C}"/>
                    </a:ext>
                  </a:extLst>
                </p14:cNvPr>
                <p14:cNvContentPartPr/>
                <p14:nvPr/>
              </p14:nvContentPartPr>
              <p14:xfrm>
                <a:off x="4666035" y="6159890"/>
                <a:ext cx="20160" cy="61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5CB15530-5ACD-47DA-9923-3FDC03CE035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4648035" y="6141890"/>
                  <a:ext cx="558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7CB06F6-F830-4FB8-AE15-6C4F1D0962E6}"/>
                    </a:ext>
                  </a:extLst>
                </p14:cNvPr>
                <p14:cNvContentPartPr/>
                <p14:nvPr/>
              </p14:nvContentPartPr>
              <p14:xfrm>
                <a:off x="5096235" y="6011210"/>
                <a:ext cx="166320" cy="2293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7CB06F6-F830-4FB8-AE15-6C4F1D0962E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078235" y="5993570"/>
                  <a:ext cx="2019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DA4D76D-B4CC-4EC3-B23B-28971024DFEB}"/>
                    </a:ext>
                  </a:extLst>
                </p14:cNvPr>
                <p14:cNvContentPartPr/>
                <p14:nvPr/>
              </p14:nvContentPartPr>
              <p14:xfrm>
                <a:off x="5137275" y="5844170"/>
                <a:ext cx="456840" cy="7297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DA4D76D-B4CC-4EC3-B23B-28971024DFEB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119275" y="5826530"/>
                  <a:ext cx="492480" cy="76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393C432-C52F-4FA2-B2AB-81021DA0E36B}"/>
                    </a:ext>
                  </a:extLst>
                </p14:cNvPr>
                <p14:cNvContentPartPr/>
                <p14:nvPr/>
              </p14:nvContentPartPr>
              <p14:xfrm>
                <a:off x="5668635" y="5820410"/>
                <a:ext cx="65160" cy="3945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393C432-C52F-4FA2-B2AB-81021DA0E36B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650635" y="5802770"/>
                  <a:ext cx="10080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32B02A0-0FB4-47E5-99E1-C84185406408}"/>
                    </a:ext>
                  </a:extLst>
                </p14:cNvPr>
                <p14:cNvContentPartPr/>
                <p14:nvPr/>
              </p14:nvContentPartPr>
              <p14:xfrm>
                <a:off x="5869155" y="5890250"/>
                <a:ext cx="993600" cy="2901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32B02A0-0FB4-47E5-99E1-C84185406408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851515" y="5872250"/>
                  <a:ext cx="10292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BDE7BAD-1DC3-4315-B065-3D62568A5329}"/>
                    </a:ext>
                  </a:extLst>
                </p14:cNvPr>
                <p14:cNvContentPartPr/>
                <p14:nvPr/>
              </p14:nvContentPartPr>
              <p14:xfrm>
                <a:off x="2784315" y="6452570"/>
                <a:ext cx="237240" cy="2149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BDE7BAD-1DC3-4315-B065-3D62568A5329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2766675" y="6434570"/>
                  <a:ext cx="2728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83CEB28-C527-4096-9BD3-1A30D61C37EC}"/>
                    </a:ext>
                  </a:extLst>
                </p14:cNvPr>
                <p14:cNvContentPartPr/>
                <p14:nvPr/>
              </p14:nvContentPartPr>
              <p14:xfrm>
                <a:off x="3100395" y="6328010"/>
                <a:ext cx="262080" cy="4435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83CEB28-C527-4096-9BD3-1A30D61C37EC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082755" y="6310370"/>
                  <a:ext cx="29772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8105AC8-EDEE-4B64-B792-D7B9E2C6F1FC}"/>
                    </a:ext>
                  </a:extLst>
                </p14:cNvPr>
                <p14:cNvContentPartPr/>
                <p14:nvPr/>
              </p14:nvContentPartPr>
              <p14:xfrm>
                <a:off x="3617715" y="6434210"/>
                <a:ext cx="190440" cy="2296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8105AC8-EDEE-4B64-B792-D7B9E2C6F1FC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3600075" y="6416210"/>
                  <a:ext cx="2260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80F78AE-82AB-41AE-BE04-D0B2283D4E48}"/>
                    </a:ext>
                  </a:extLst>
                </p14:cNvPr>
                <p14:cNvContentPartPr/>
                <p14:nvPr/>
              </p14:nvContentPartPr>
              <p14:xfrm>
                <a:off x="3853875" y="6554450"/>
                <a:ext cx="196920" cy="1281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80F78AE-82AB-41AE-BE04-D0B2283D4E48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3835875" y="6536810"/>
                  <a:ext cx="2325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4A87AB0-C16D-49F3-9F06-73D0693364E7}"/>
                    </a:ext>
                  </a:extLst>
                </p14:cNvPr>
                <p14:cNvContentPartPr/>
                <p14:nvPr/>
              </p14:nvContentPartPr>
              <p14:xfrm>
                <a:off x="4056195" y="6360050"/>
                <a:ext cx="719640" cy="2977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4A87AB0-C16D-49F3-9F06-73D0693364E7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038195" y="6342050"/>
                  <a:ext cx="75528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BE546F2-26F2-4094-8F3E-65BC1A7C2806}"/>
                    </a:ext>
                  </a:extLst>
                </p14:cNvPr>
                <p14:cNvContentPartPr/>
                <p14:nvPr/>
              </p14:nvContentPartPr>
              <p14:xfrm>
                <a:off x="5229795" y="6395690"/>
                <a:ext cx="602640" cy="2804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BE546F2-26F2-4094-8F3E-65BC1A7C2806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212155" y="6377690"/>
                  <a:ext cx="6382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8FFFD5A-76B6-409B-B6E9-15C43C24A258}"/>
                    </a:ext>
                  </a:extLst>
                </p14:cNvPr>
                <p14:cNvContentPartPr/>
                <p14:nvPr/>
              </p14:nvContentPartPr>
              <p14:xfrm>
                <a:off x="5868075" y="6496130"/>
                <a:ext cx="175680" cy="1155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8FFFD5A-76B6-409B-B6E9-15C43C24A258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850435" y="6478490"/>
                  <a:ext cx="2113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318B5BA-9D4C-40AF-842F-03345770BEBF}"/>
                    </a:ext>
                  </a:extLst>
                </p14:cNvPr>
                <p14:cNvContentPartPr/>
                <p14:nvPr/>
              </p14:nvContentPartPr>
              <p14:xfrm>
                <a:off x="6098835" y="6469130"/>
                <a:ext cx="208800" cy="1699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318B5BA-9D4C-40AF-842F-03345770BEBF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080835" y="6451130"/>
                  <a:ext cx="2444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4FAB947-C525-4678-8E00-0B3EBE47CFD0}"/>
                    </a:ext>
                  </a:extLst>
                </p14:cNvPr>
                <p14:cNvContentPartPr/>
                <p14:nvPr/>
              </p14:nvContentPartPr>
              <p14:xfrm>
                <a:off x="6368475" y="6451130"/>
                <a:ext cx="720000" cy="3765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4FAB947-C525-4678-8E00-0B3EBE47CFD0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350475" y="6433490"/>
                  <a:ext cx="75564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3FB9EC8F-8ABF-4327-8A45-30C376CDB2AE}"/>
                    </a:ext>
                  </a:extLst>
                </p14:cNvPr>
                <p14:cNvContentPartPr/>
                <p14:nvPr/>
              </p14:nvContentPartPr>
              <p14:xfrm>
                <a:off x="2321715" y="6507650"/>
                <a:ext cx="327960" cy="2116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3FB9EC8F-8ABF-4327-8A45-30C376CDB2AE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2304075" y="6490010"/>
                  <a:ext cx="3636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C4399F30-D647-4D32-A13A-ABE2BF43ED12}"/>
                    </a:ext>
                  </a:extLst>
                </p14:cNvPr>
                <p14:cNvContentPartPr/>
                <p14:nvPr/>
              </p14:nvContentPartPr>
              <p14:xfrm>
                <a:off x="2446635" y="6570290"/>
                <a:ext cx="382320" cy="2091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C4399F30-D647-4D32-A13A-ABE2BF43ED12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2428635" y="6552650"/>
                  <a:ext cx="4179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77DB3092-DADF-45AB-897E-43F537AAA9A6}"/>
                    </a:ext>
                  </a:extLst>
                </p14:cNvPr>
                <p14:cNvContentPartPr/>
                <p14:nvPr/>
              </p14:nvContentPartPr>
              <p14:xfrm>
                <a:off x="8002155" y="2829170"/>
                <a:ext cx="447120" cy="259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77DB3092-DADF-45AB-897E-43F537AAA9A6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984515" y="2811170"/>
                  <a:ext cx="4827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A62A2399-44BC-4B7B-80A0-1D89AFE9A513}"/>
                    </a:ext>
                  </a:extLst>
                </p14:cNvPr>
                <p14:cNvContentPartPr/>
                <p14:nvPr/>
              </p14:nvContentPartPr>
              <p14:xfrm>
                <a:off x="8385555" y="2776250"/>
                <a:ext cx="83880" cy="1918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A62A2399-44BC-4B7B-80A0-1D89AFE9A513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367915" y="2758250"/>
                  <a:ext cx="1195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E9C57AC6-C15B-44D7-A405-ED84BB1495A9}"/>
                    </a:ext>
                  </a:extLst>
                </p14:cNvPr>
                <p14:cNvContentPartPr/>
                <p14:nvPr/>
              </p14:nvContentPartPr>
              <p14:xfrm>
                <a:off x="8855355" y="2713610"/>
                <a:ext cx="145800" cy="26676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E9C57AC6-C15B-44D7-A405-ED84BB1495A9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837715" y="2695610"/>
                  <a:ext cx="1814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A59D7E71-8278-495C-BD33-3BE3AAA7EA75}"/>
                    </a:ext>
                  </a:extLst>
                </p14:cNvPr>
                <p14:cNvContentPartPr/>
                <p14:nvPr/>
              </p14:nvContentPartPr>
              <p14:xfrm>
                <a:off x="8846715" y="2838890"/>
                <a:ext cx="227160" cy="572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A59D7E71-8278-495C-BD33-3BE3AAA7EA7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828715" y="2821250"/>
                  <a:ext cx="2628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6CDB919C-BE20-4383-9811-A4E26E644E32}"/>
                    </a:ext>
                  </a:extLst>
                </p14:cNvPr>
                <p14:cNvContentPartPr/>
                <p14:nvPr/>
              </p14:nvContentPartPr>
              <p14:xfrm>
                <a:off x="9390315" y="2783450"/>
                <a:ext cx="121320" cy="43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6CDB919C-BE20-4383-9811-A4E26E644E32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372675" y="2765810"/>
                  <a:ext cx="1569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5072FED-B731-4711-A63B-C82BE904B2BE}"/>
                    </a:ext>
                  </a:extLst>
                </p14:cNvPr>
                <p14:cNvContentPartPr/>
                <p14:nvPr/>
              </p14:nvContentPartPr>
              <p14:xfrm>
                <a:off x="9377355" y="2849690"/>
                <a:ext cx="226080" cy="277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5072FED-B731-4711-A63B-C82BE904B2BE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359715" y="2831690"/>
                  <a:ext cx="2617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1D98485A-1BE3-440C-BCB0-B11B0E81A93E}"/>
                    </a:ext>
                  </a:extLst>
                </p14:cNvPr>
                <p14:cNvContentPartPr/>
                <p14:nvPr/>
              </p14:nvContentPartPr>
              <p14:xfrm>
                <a:off x="9851475" y="2735930"/>
                <a:ext cx="187560" cy="2268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1D98485A-1BE3-440C-BCB0-B11B0E81A93E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9833475" y="2718290"/>
                  <a:ext cx="2232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3D4A42B-66F4-4AA2-AC0D-E459E674938C}"/>
                    </a:ext>
                  </a:extLst>
                </p14:cNvPr>
                <p14:cNvContentPartPr/>
                <p14:nvPr/>
              </p14:nvContentPartPr>
              <p14:xfrm>
                <a:off x="10211835" y="2477810"/>
                <a:ext cx="399960" cy="2876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3D4A42B-66F4-4AA2-AC0D-E459E674938C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0193835" y="2460170"/>
                  <a:ext cx="43560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E8DB736A-5D80-4420-8466-E6D4458BAADD}"/>
                    </a:ext>
                  </a:extLst>
                </p14:cNvPr>
                <p14:cNvContentPartPr/>
                <p14:nvPr/>
              </p14:nvContentPartPr>
              <p14:xfrm>
                <a:off x="10465635" y="2644850"/>
                <a:ext cx="286920" cy="6300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E8DB736A-5D80-4420-8466-E6D4458BAADD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0447635" y="2627210"/>
                  <a:ext cx="3225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18AF7EC-BDC5-4601-BA74-F8905BCE0248}"/>
                    </a:ext>
                  </a:extLst>
                </p14:cNvPr>
                <p14:cNvContentPartPr/>
                <p14:nvPr/>
              </p14:nvContentPartPr>
              <p14:xfrm>
                <a:off x="10235955" y="2829170"/>
                <a:ext cx="451440" cy="2628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18AF7EC-BDC5-4601-BA74-F8905BCE0248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0217955" y="2811170"/>
                  <a:ext cx="4870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9520BE1F-446B-4FBD-945C-54FA4877947D}"/>
                    </a:ext>
                  </a:extLst>
                </p14:cNvPr>
                <p14:cNvContentPartPr/>
                <p14:nvPr/>
              </p14:nvContentPartPr>
              <p14:xfrm>
                <a:off x="10468515" y="2890010"/>
                <a:ext cx="299880" cy="2383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9520BE1F-446B-4FBD-945C-54FA4877947D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0450875" y="2872370"/>
                  <a:ext cx="3355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565431E3-6325-4D89-A568-41BC29309D4B}"/>
                    </a:ext>
                  </a:extLst>
                </p14:cNvPr>
                <p14:cNvContentPartPr/>
                <p14:nvPr/>
              </p14:nvContentPartPr>
              <p14:xfrm>
                <a:off x="10837155" y="2969570"/>
                <a:ext cx="18720" cy="1508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565431E3-6325-4D89-A568-41BC29309D4B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819155" y="2951930"/>
                  <a:ext cx="543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794B97D-0BB1-424A-8DA9-5716A9ECD24B}"/>
                    </a:ext>
                  </a:extLst>
                </p14:cNvPr>
                <p14:cNvContentPartPr/>
                <p14:nvPr/>
              </p14:nvContentPartPr>
              <p14:xfrm>
                <a:off x="2054595" y="2717210"/>
                <a:ext cx="117720" cy="187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794B97D-0BB1-424A-8DA9-5716A9ECD24B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2036955" y="2699210"/>
                  <a:ext cx="1533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2ECE157-7230-4846-A6E5-7D817ABA3031}"/>
                    </a:ext>
                  </a:extLst>
                </p14:cNvPr>
                <p14:cNvContentPartPr/>
                <p14:nvPr/>
              </p14:nvContentPartPr>
              <p14:xfrm>
                <a:off x="2205435" y="2686250"/>
                <a:ext cx="175680" cy="387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2ECE157-7230-4846-A6E5-7D817ABA3031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2187435" y="2668610"/>
                  <a:ext cx="21132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33652BF2-F9CE-4E4B-87CC-2EFEB2967187}"/>
                    </a:ext>
                  </a:extLst>
                </p14:cNvPr>
                <p14:cNvContentPartPr/>
                <p14:nvPr/>
              </p14:nvContentPartPr>
              <p14:xfrm>
                <a:off x="935355" y="2837810"/>
                <a:ext cx="1085040" cy="19440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33652BF2-F9CE-4E4B-87CC-2EFEB2967187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917715" y="2820170"/>
                  <a:ext cx="11206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C3ADB1F3-5E6C-455A-8995-7CD0A3B3001E}"/>
                    </a:ext>
                  </a:extLst>
                </p14:cNvPr>
                <p14:cNvContentPartPr/>
                <p14:nvPr/>
              </p14:nvContentPartPr>
              <p14:xfrm>
                <a:off x="1136595" y="2747810"/>
                <a:ext cx="601200" cy="4305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C3ADB1F3-5E6C-455A-8995-7CD0A3B3001E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118955" y="2730170"/>
                  <a:ext cx="63684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EE7F4CB8-41D3-45D1-B721-30240D7A8036}"/>
                    </a:ext>
                  </a:extLst>
                </p14:cNvPr>
                <p14:cNvContentPartPr/>
                <p14:nvPr/>
              </p14:nvContentPartPr>
              <p14:xfrm>
                <a:off x="1789635" y="2944010"/>
                <a:ext cx="6840" cy="252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EE7F4CB8-41D3-45D1-B721-30240D7A8036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771995" y="2926010"/>
                  <a:ext cx="424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EB9398A2-34F2-4AFC-B3C3-C4B7AB622EF5}"/>
                    </a:ext>
                  </a:extLst>
                </p14:cNvPr>
                <p14:cNvContentPartPr/>
                <p14:nvPr/>
              </p14:nvContentPartPr>
              <p14:xfrm>
                <a:off x="8187555" y="3488690"/>
                <a:ext cx="379800" cy="3492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EB9398A2-34F2-4AFC-B3C3-C4B7AB622EF5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8169555" y="3470690"/>
                  <a:ext cx="4154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A4DC3DF8-E69E-41FC-B208-645BF9064227}"/>
                    </a:ext>
                  </a:extLst>
                </p14:cNvPr>
                <p14:cNvContentPartPr/>
                <p14:nvPr/>
              </p14:nvContentPartPr>
              <p14:xfrm>
                <a:off x="8458275" y="3381050"/>
                <a:ext cx="199800" cy="29016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A4DC3DF8-E69E-41FC-B208-645BF9064227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8440635" y="3363050"/>
                  <a:ext cx="2354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78288BF0-D112-4AF7-B55B-CB311AB387DB}"/>
                    </a:ext>
                  </a:extLst>
                </p14:cNvPr>
                <p14:cNvContentPartPr/>
                <p14:nvPr/>
              </p14:nvContentPartPr>
              <p14:xfrm>
                <a:off x="9927795" y="3420650"/>
                <a:ext cx="19440" cy="49356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78288BF0-D112-4AF7-B55B-CB311AB387DB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9909795" y="3403010"/>
                  <a:ext cx="5508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124CBF7A-C8E8-45EE-9813-85864F67ACB4}"/>
                    </a:ext>
                  </a:extLst>
                </p14:cNvPr>
                <p14:cNvContentPartPr/>
                <p14:nvPr/>
              </p14:nvContentPartPr>
              <p14:xfrm>
                <a:off x="9890355" y="3407690"/>
                <a:ext cx="490320" cy="54324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124CBF7A-C8E8-45EE-9813-85864F67ACB4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9872715" y="3390050"/>
                  <a:ext cx="525960" cy="57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C4BA94E3-44D6-403A-B370-5A346141476F}"/>
                    </a:ext>
                  </a:extLst>
                </p14:cNvPr>
                <p14:cNvContentPartPr/>
                <p14:nvPr/>
              </p14:nvContentPartPr>
              <p14:xfrm>
                <a:off x="10018515" y="3598130"/>
                <a:ext cx="109800" cy="36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C4BA94E3-44D6-403A-B370-5A346141476F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0000875" y="3580130"/>
                  <a:ext cx="1454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E168EE8D-D540-4468-8F8D-EFB8B2F8E1A7}"/>
                    </a:ext>
                  </a:extLst>
                </p14:cNvPr>
                <p14:cNvContentPartPr/>
                <p14:nvPr/>
              </p14:nvContentPartPr>
              <p14:xfrm>
                <a:off x="10026075" y="3664730"/>
                <a:ext cx="35640" cy="1396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E168EE8D-D540-4468-8F8D-EFB8B2F8E1A7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008075" y="3647090"/>
                  <a:ext cx="712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09E443F1-27BB-481F-9520-914581E6DF9D}"/>
                    </a:ext>
                  </a:extLst>
                </p14:cNvPr>
                <p14:cNvContentPartPr/>
                <p14:nvPr/>
              </p14:nvContentPartPr>
              <p14:xfrm>
                <a:off x="9973155" y="3743570"/>
                <a:ext cx="114120" cy="1368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09E443F1-27BB-481F-9520-914581E6DF9D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9955155" y="3725570"/>
                  <a:ext cx="1497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FC4C5392-AD8D-4DB7-B624-C6B79A38F965}"/>
                    </a:ext>
                  </a:extLst>
                </p14:cNvPr>
                <p14:cNvContentPartPr/>
                <p14:nvPr/>
              </p14:nvContentPartPr>
              <p14:xfrm>
                <a:off x="9653835" y="3804770"/>
                <a:ext cx="237960" cy="58212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FC4C5392-AD8D-4DB7-B624-C6B79A38F965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636195" y="3787130"/>
                  <a:ext cx="273600" cy="61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8B7D382A-ABEC-42F7-929A-52CCA43DF8C3}"/>
                    </a:ext>
                  </a:extLst>
                </p14:cNvPr>
                <p14:cNvContentPartPr/>
                <p14:nvPr/>
              </p14:nvContentPartPr>
              <p14:xfrm>
                <a:off x="9522795" y="4416770"/>
                <a:ext cx="166680" cy="205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8B7D382A-ABEC-42F7-929A-52CCA43DF8C3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9504795" y="4399130"/>
                  <a:ext cx="2023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BA98396A-399C-490A-9BBD-B99B916B073C}"/>
                    </a:ext>
                  </a:extLst>
                </p14:cNvPr>
                <p14:cNvContentPartPr/>
                <p14:nvPr/>
              </p14:nvContentPartPr>
              <p14:xfrm>
                <a:off x="9595875" y="4515770"/>
                <a:ext cx="250560" cy="4536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BA98396A-399C-490A-9BBD-B99B916B073C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9578235" y="4498130"/>
                  <a:ext cx="2862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6C625068-9F9D-4392-BD0C-4A09414A2AAE}"/>
                    </a:ext>
                  </a:extLst>
                </p14:cNvPr>
                <p14:cNvContentPartPr/>
                <p14:nvPr/>
              </p14:nvContentPartPr>
              <p14:xfrm>
                <a:off x="9391035" y="3569330"/>
                <a:ext cx="591120" cy="2664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6C625068-9F9D-4392-BD0C-4A09414A2AAE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9373395" y="3551690"/>
                  <a:ext cx="6267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D4F27199-C1E7-4B1C-921C-40978DE65A99}"/>
                    </a:ext>
                  </a:extLst>
                </p14:cNvPr>
                <p14:cNvContentPartPr/>
                <p14:nvPr/>
              </p14:nvContentPartPr>
              <p14:xfrm>
                <a:off x="8752395" y="3191690"/>
                <a:ext cx="629640" cy="72252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D4F27199-C1E7-4B1C-921C-40978DE65A99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8734755" y="3174050"/>
                  <a:ext cx="665280" cy="75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9E827639-B1BD-490D-933B-899C8047546F}"/>
                    </a:ext>
                  </a:extLst>
                </p14:cNvPr>
                <p14:cNvContentPartPr/>
                <p14:nvPr/>
              </p14:nvContentPartPr>
              <p14:xfrm>
                <a:off x="8668875" y="3215450"/>
                <a:ext cx="717840" cy="9360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9E827639-B1BD-490D-933B-899C8047546F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8651235" y="3197450"/>
                  <a:ext cx="7534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31C5E91C-1882-40F8-88DA-165907467274}"/>
                    </a:ext>
                  </a:extLst>
                </p14:cNvPr>
                <p14:cNvContentPartPr/>
                <p14:nvPr/>
              </p14:nvContentPartPr>
              <p14:xfrm>
                <a:off x="8435595" y="3113210"/>
                <a:ext cx="77040" cy="11052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31C5E91C-1882-40F8-88DA-165907467274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8417595" y="3095210"/>
                  <a:ext cx="1126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06B7BC4B-C438-432C-8133-7926BAA25CED}"/>
                    </a:ext>
                  </a:extLst>
                </p14:cNvPr>
                <p14:cNvContentPartPr/>
                <p14:nvPr/>
              </p14:nvContentPartPr>
              <p14:xfrm>
                <a:off x="8562675" y="3127610"/>
                <a:ext cx="33120" cy="16200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06B7BC4B-C438-432C-8133-7926BAA25CED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8544675" y="3109610"/>
                  <a:ext cx="687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C22F5BEE-659F-4CDD-9900-D731A0D51925}"/>
                    </a:ext>
                  </a:extLst>
                </p14:cNvPr>
                <p14:cNvContentPartPr/>
                <p14:nvPr/>
              </p14:nvContentPartPr>
              <p14:xfrm>
                <a:off x="8669955" y="3440450"/>
                <a:ext cx="703800" cy="8352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C22F5BEE-659F-4CDD-9900-D731A0D51925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652315" y="3422450"/>
                  <a:ext cx="7394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1CF8BB4B-167B-4FF8-BA85-3BF12E0DAF6F}"/>
                    </a:ext>
                  </a:extLst>
                </p14:cNvPr>
                <p14:cNvContentPartPr/>
                <p14:nvPr/>
              </p14:nvContentPartPr>
              <p14:xfrm>
                <a:off x="8423715" y="3363050"/>
                <a:ext cx="169200" cy="14292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1CF8BB4B-167B-4FF8-BA85-3BF12E0DAF6F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8406075" y="3345410"/>
                  <a:ext cx="2048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F0ACAB13-2864-4F02-8DD4-EE9D5DBB7354}"/>
                    </a:ext>
                  </a:extLst>
                </p14:cNvPr>
                <p14:cNvContentPartPr/>
                <p14:nvPr/>
              </p14:nvContentPartPr>
              <p14:xfrm>
                <a:off x="8663115" y="3382850"/>
                <a:ext cx="99360" cy="10800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F0ACAB13-2864-4F02-8DD4-EE9D5DBB7354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8645115" y="3364850"/>
                  <a:ext cx="1350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33BD99F8-3533-4245-99E6-0354DEE6FAFC}"/>
                    </a:ext>
                  </a:extLst>
                </p14:cNvPr>
                <p14:cNvContentPartPr/>
                <p14:nvPr/>
              </p14:nvContentPartPr>
              <p14:xfrm>
                <a:off x="8740515" y="3662210"/>
                <a:ext cx="605160" cy="8172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33BD99F8-3533-4245-99E6-0354DEE6FAFC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8722515" y="3644570"/>
                  <a:ext cx="6408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3C524562-168C-4CCE-992C-31A2E70443B5}"/>
                    </a:ext>
                  </a:extLst>
                </p14:cNvPr>
                <p14:cNvContentPartPr/>
                <p14:nvPr/>
              </p14:nvContentPartPr>
              <p14:xfrm>
                <a:off x="8467995" y="3633410"/>
                <a:ext cx="109080" cy="10044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3C524562-168C-4CCE-992C-31A2E70443B5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449995" y="3615410"/>
                  <a:ext cx="1447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F038BE63-7679-4953-8F94-F6C54AB92020}"/>
                    </a:ext>
                  </a:extLst>
                </p14:cNvPr>
                <p14:cNvContentPartPr/>
                <p14:nvPr/>
              </p14:nvContentPartPr>
              <p14:xfrm>
                <a:off x="8636475" y="3674090"/>
                <a:ext cx="43200" cy="11916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F038BE63-7679-4953-8F94-F6C54AB92020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8618475" y="3656450"/>
                  <a:ext cx="788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8B6AB28F-CB84-4E74-BFE8-57DC9C8F4625}"/>
                    </a:ext>
                  </a:extLst>
                </p14:cNvPr>
                <p14:cNvContentPartPr/>
                <p14:nvPr/>
              </p14:nvContentPartPr>
              <p14:xfrm>
                <a:off x="9020595" y="3823850"/>
                <a:ext cx="480240" cy="9540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8B6AB28F-CB84-4E74-BFE8-57DC9C8F4625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9002955" y="3806210"/>
                  <a:ext cx="5158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7C856389-BA83-4389-933F-7E5D46F342D4}"/>
                    </a:ext>
                  </a:extLst>
                </p14:cNvPr>
                <p14:cNvContentPartPr/>
                <p14:nvPr/>
              </p14:nvContentPartPr>
              <p14:xfrm>
                <a:off x="8583555" y="3856970"/>
                <a:ext cx="99720" cy="12564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7C856389-BA83-4389-933F-7E5D46F342D4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8565915" y="3839330"/>
                  <a:ext cx="1353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625A518-6829-4A2A-87BE-8D1958CE7A29}"/>
                    </a:ext>
                  </a:extLst>
                </p14:cNvPr>
                <p14:cNvContentPartPr/>
                <p14:nvPr/>
              </p14:nvContentPartPr>
              <p14:xfrm>
                <a:off x="8707035" y="3950210"/>
                <a:ext cx="93600" cy="20952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625A518-6829-4A2A-87BE-8D1958CE7A29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689395" y="3932210"/>
                  <a:ext cx="1292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47B684DE-8CA8-4149-AB03-28A494021639}"/>
                    </a:ext>
                  </a:extLst>
                </p14:cNvPr>
                <p14:cNvContentPartPr/>
                <p14:nvPr/>
              </p14:nvContentPartPr>
              <p14:xfrm>
                <a:off x="9032835" y="3012770"/>
                <a:ext cx="178920" cy="14472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47B684DE-8CA8-4149-AB03-28A494021639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9014835" y="2995130"/>
                  <a:ext cx="2145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4181019D-63FE-4053-A1D1-7D082CEE3511}"/>
                    </a:ext>
                  </a:extLst>
                </p14:cNvPr>
                <p14:cNvContentPartPr/>
                <p14:nvPr/>
              </p14:nvContentPartPr>
              <p14:xfrm>
                <a:off x="9255315" y="3052370"/>
                <a:ext cx="11160" cy="9864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4181019D-63FE-4053-A1D1-7D082CEE3511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9237315" y="3034370"/>
                  <a:ext cx="468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B71282ED-7F5C-44B5-9591-5DE2B1D9E42A}"/>
                    </a:ext>
                  </a:extLst>
                </p14:cNvPr>
                <p14:cNvContentPartPr/>
                <p14:nvPr/>
              </p14:nvContentPartPr>
              <p14:xfrm>
                <a:off x="9046515" y="3351170"/>
                <a:ext cx="127080" cy="9108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B71282ED-7F5C-44B5-9591-5DE2B1D9E42A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9028875" y="3333170"/>
                  <a:ext cx="1627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5F06C018-ACAD-4CED-AC2C-58EE34651F5F}"/>
                    </a:ext>
                  </a:extLst>
                </p14:cNvPr>
                <p14:cNvContentPartPr/>
                <p14:nvPr/>
              </p14:nvContentPartPr>
              <p14:xfrm>
                <a:off x="9186915" y="3345410"/>
                <a:ext cx="56520" cy="7704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5F06C018-ACAD-4CED-AC2C-58EE34651F5F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9168915" y="3327770"/>
                  <a:ext cx="921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7C863125-9D1C-4875-8007-B695A2734F09}"/>
                    </a:ext>
                  </a:extLst>
                </p14:cNvPr>
                <p14:cNvContentPartPr/>
                <p14:nvPr/>
              </p14:nvContentPartPr>
              <p14:xfrm>
                <a:off x="9087555" y="3569690"/>
                <a:ext cx="162360" cy="15300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7C863125-9D1C-4875-8007-B695A2734F09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069915" y="3551690"/>
                  <a:ext cx="1980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A4F7C48F-6161-4102-87A8-3E5C95261663}"/>
                    </a:ext>
                  </a:extLst>
                </p14:cNvPr>
                <p14:cNvContentPartPr/>
                <p14:nvPr/>
              </p14:nvContentPartPr>
              <p14:xfrm>
                <a:off x="9174675" y="3788930"/>
                <a:ext cx="262440" cy="7524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A4F7C48F-6161-4102-87A8-3E5C95261663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9156675" y="3771290"/>
                  <a:ext cx="2980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A7776F32-9C04-4AF8-A4D0-4E96E78CBD69}"/>
                    </a:ext>
                  </a:extLst>
                </p14:cNvPr>
                <p14:cNvContentPartPr/>
                <p14:nvPr/>
              </p14:nvContentPartPr>
              <p14:xfrm>
                <a:off x="10352595" y="3465650"/>
                <a:ext cx="763920" cy="16848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A7776F32-9C04-4AF8-A4D0-4E96E78CBD69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0334595" y="3448010"/>
                  <a:ext cx="7995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58C2F3C1-2CB3-441C-9B77-76A763A25067}"/>
                    </a:ext>
                  </a:extLst>
                </p14:cNvPr>
                <p14:cNvContentPartPr/>
                <p14:nvPr/>
              </p14:nvContentPartPr>
              <p14:xfrm>
                <a:off x="11283195" y="3395450"/>
                <a:ext cx="112320" cy="16704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58C2F3C1-2CB3-441C-9B77-76A763A25067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1265555" y="3377810"/>
                  <a:ext cx="1479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0BC7C6F7-5164-4992-B250-ED484F9410A9}"/>
                    </a:ext>
                  </a:extLst>
                </p14:cNvPr>
                <p14:cNvContentPartPr/>
                <p14:nvPr/>
              </p14:nvContentPartPr>
              <p14:xfrm>
                <a:off x="11462475" y="3480770"/>
                <a:ext cx="133920" cy="13392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0BC7C6F7-5164-4992-B250-ED484F9410A9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1444475" y="3462770"/>
                  <a:ext cx="1695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D6055E14-790A-441A-A905-881B8EC8415A}"/>
                    </a:ext>
                  </a:extLst>
                </p14:cNvPr>
                <p14:cNvContentPartPr/>
                <p14:nvPr/>
              </p14:nvContentPartPr>
              <p14:xfrm>
                <a:off x="10406235" y="4152890"/>
                <a:ext cx="209520" cy="828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D6055E14-790A-441A-A905-881B8EC8415A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0388235" y="4134890"/>
                  <a:ext cx="2451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36EBDC64-2108-42DF-9386-8F7FEC3AD5EC}"/>
                    </a:ext>
                  </a:extLst>
                </p14:cNvPr>
                <p14:cNvContentPartPr/>
                <p14:nvPr/>
              </p14:nvContentPartPr>
              <p14:xfrm>
                <a:off x="10802595" y="3945530"/>
                <a:ext cx="303840" cy="23688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36EBDC64-2108-42DF-9386-8F7FEC3AD5EC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0784595" y="3927890"/>
                  <a:ext cx="3394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E072FF56-19F9-4145-A2D9-A91944A44765}"/>
                    </a:ext>
                  </a:extLst>
                </p14:cNvPr>
                <p14:cNvContentPartPr/>
                <p14:nvPr/>
              </p14:nvContentPartPr>
              <p14:xfrm>
                <a:off x="10965315" y="4066130"/>
                <a:ext cx="200160" cy="5256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E072FF56-19F9-4145-A2D9-A91944A44765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0947675" y="4048490"/>
                  <a:ext cx="2358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90254A86-8ACC-44CD-AAA0-93AD50A95D79}"/>
                    </a:ext>
                  </a:extLst>
                </p14:cNvPr>
                <p14:cNvContentPartPr/>
                <p14:nvPr/>
              </p14:nvContentPartPr>
              <p14:xfrm>
                <a:off x="10816995" y="4213370"/>
                <a:ext cx="405720" cy="6768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90254A86-8ACC-44CD-AAA0-93AD50A95D79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0799355" y="4195730"/>
                  <a:ext cx="4413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FABC084C-96A9-4ED8-981C-9F324A3DB3B8}"/>
                    </a:ext>
                  </a:extLst>
                </p14:cNvPr>
                <p14:cNvContentPartPr/>
                <p14:nvPr/>
              </p14:nvContentPartPr>
              <p14:xfrm>
                <a:off x="10938315" y="4315610"/>
                <a:ext cx="281520" cy="17568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FABC084C-96A9-4ED8-981C-9F324A3DB3B8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0920675" y="4297970"/>
                  <a:ext cx="3171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79CDDF85-2112-4B73-AAA2-DB73481ADD70}"/>
                    </a:ext>
                  </a:extLst>
                </p14:cNvPr>
                <p14:cNvContentPartPr/>
                <p14:nvPr/>
              </p14:nvContentPartPr>
              <p14:xfrm>
                <a:off x="11273835" y="4360250"/>
                <a:ext cx="16560" cy="10692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79CDDF85-2112-4B73-AAA2-DB73481ADD70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1255835" y="4342250"/>
                  <a:ext cx="522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4324D5CD-1E1A-4DE8-B90A-5B2C2DDF20D1}"/>
                    </a:ext>
                  </a:extLst>
                </p14:cNvPr>
                <p14:cNvContentPartPr/>
                <p14:nvPr/>
              </p14:nvContentPartPr>
              <p14:xfrm>
                <a:off x="11408835" y="4047410"/>
                <a:ext cx="191880" cy="23436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4324D5CD-1E1A-4DE8-B90A-5B2C2DDF20D1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1390835" y="4029770"/>
                  <a:ext cx="2275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0D3D178B-F844-4E5E-A5E6-12BA369245B4}"/>
                    </a:ext>
                  </a:extLst>
                </p14:cNvPr>
                <p14:cNvContentPartPr/>
                <p14:nvPr/>
              </p14:nvContentPartPr>
              <p14:xfrm>
                <a:off x="10732035" y="3754730"/>
                <a:ext cx="504000" cy="82872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0D3D178B-F844-4E5E-A5E6-12BA369245B4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0714395" y="3736730"/>
                  <a:ext cx="539640" cy="86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0F099C3E-E560-41F4-9956-D0178ADAB6B4}"/>
                    </a:ext>
                  </a:extLst>
                </p14:cNvPr>
                <p14:cNvContentPartPr/>
                <p14:nvPr/>
              </p14:nvContentPartPr>
              <p14:xfrm>
                <a:off x="11858475" y="3806930"/>
                <a:ext cx="15120" cy="29952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0F099C3E-E560-41F4-9956-D0178ADAB6B4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1840835" y="3788930"/>
                  <a:ext cx="5076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786C9AAF-8D5C-40B1-B06E-AB6818E07D1B}"/>
                    </a:ext>
                  </a:extLst>
                </p14:cNvPr>
                <p14:cNvContentPartPr/>
                <p14:nvPr/>
              </p14:nvContentPartPr>
              <p14:xfrm>
                <a:off x="11777115" y="3960650"/>
                <a:ext cx="141480" cy="8172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786C9AAF-8D5C-40B1-B06E-AB6818E07D1B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1759115" y="3943010"/>
                  <a:ext cx="1771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1A7655B6-1D88-4FBF-83A8-8728F5BE714B}"/>
                    </a:ext>
                  </a:extLst>
                </p14:cNvPr>
                <p14:cNvContentPartPr/>
                <p14:nvPr/>
              </p14:nvContentPartPr>
              <p14:xfrm>
                <a:off x="11977635" y="3815930"/>
                <a:ext cx="51840" cy="1368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1A7655B6-1D88-4FBF-83A8-8728F5BE714B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1959635" y="3798290"/>
                  <a:ext cx="874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8218787B-96FA-4775-8896-BAADEF221601}"/>
                    </a:ext>
                  </a:extLst>
                </p14:cNvPr>
                <p14:cNvContentPartPr/>
                <p14:nvPr/>
              </p14:nvContentPartPr>
              <p14:xfrm>
                <a:off x="12004635" y="3696410"/>
                <a:ext cx="201240" cy="27792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8218787B-96FA-4775-8896-BAADEF221601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1986995" y="3678410"/>
                  <a:ext cx="23688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EC41CE06-4865-4CF1-A04E-D37FDB425B4F}"/>
                    </a:ext>
                  </a:extLst>
                </p14:cNvPr>
                <p14:cNvContentPartPr/>
                <p14:nvPr/>
              </p14:nvContentPartPr>
              <p14:xfrm>
                <a:off x="12019395" y="3895490"/>
                <a:ext cx="226800" cy="6156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EC41CE06-4865-4CF1-A04E-D37FDB425B4F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2001395" y="3877490"/>
                  <a:ext cx="2624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F1FDC7E3-29D6-41C3-A299-BEEFDA4617A7}"/>
                    </a:ext>
                  </a:extLst>
                </p14:cNvPr>
                <p14:cNvContentPartPr/>
                <p14:nvPr/>
              </p14:nvContentPartPr>
              <p14:xfrm>
                <a:off x="11969355" y="4088090"/>
                <a:ext cx="190440" cy="15912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F1FDC7E3-29D6-41C3-A299-BEEFDA4617A7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11951355" y="4070090"/>
                  <a:ext cx="2260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B5F7FC9B-A638-458C-89C4-2BB7CFEA8773}"/>
                    </a:ext>
                  </a:extLst>
                </p14:cNvPr>
                <p14:cNvContentPartPr/>
                <p14:nvPr/>
              </p14:nvContentPartPr>
              <p14:xfrm>
                <a:off x="11597115" y="4621610"/>
                <a:ext cx="149040" cy="18792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B5F7FC9B-A638-458C-89C4-2BB7CFEA8773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11579115" y="4603610"/>
                  <a:ext cx="1846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71CDEE1C-6714-4DA4-A4AB-4881B6E360EC}"/>
                    </a:ext>
                  </a:extLst>
                </p14:cNvPr>
                <p14:cNvContentPartPr/>
                <p14:nvPr/>
              </p14:nvContentPartPr>
              <p14:xfrm>
                <a:off x="11849835" y="4720610"/>
                <a:ext cx="187560" cy="13500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71CDEE1C-6714-4DA4-A4AB-4881B6E360EC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1832195" y="4702610"/>
                  <a:ext cx="2232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4D322F8F-6162-4707-B85E-9059C5537338}"/>
                    </a:ext>
                  </a:extLst>
                </p14:cNvPr>
                <p14:cNvContentPartPr/>
                <p14:nvPr/>
              </p14:nvContentPartPr>
              <p14:xfrm>
                <a:off x="10435395" y="5297690"/>
                <a:ext cx="150120" cy="3132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4D322F8F-6162-4707-B85E-9059C5537338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0417755" y="5279690"/>
                  <a:ext cx="1857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EC624BFB-60EA-4130-9D09-4025F2400A18}"/>
                    </a:ext>
                  </a:extLst>
                </p14:cNvPr>
                <p14:cNvContentPartPr/>
                <p14:nvPr/>
              </p14:nvContentPartPr>
              <p14:xfrm>
                <a:off x="10847955" y="5200490"/>
                <a:ext cx="534600" cy="8424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EC624BFB-60EA-4130-9D09-4025F2400A18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10830315" y="5182850"/>
                  <a:ext cx="5702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E918C51C-6CC2-412D-A904-947390D96F46}"/>
                    </a:ext>
                  </a:extLst>
                </p14:cNvPr>
                <p14:cNvContentPartPr/>
                <p14:nvPr/>
              </p14:nvContentPartPr>
              <p14:xfrm>
                <a:off x="11144595" y="4972250"/>
                <a:ext cx="615240" cy="64908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E918C51C-6CC2-412D-A904-947390D96F46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1126595" y="4954250"/>
                  <a:ext cx="650880" cy="68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3BE06BFE-3D0E-4BAF-919A-1967CDAA0591}"/>
                    </a:ext>
                  </a:extLst>
                </p14:cNvPr>
                <p14:cNvContentPartPr/>
                <p14:nvPr/>
              </p14:nvContentPartPr>
              <p14:xfrm>
                <a:off x="8329035" y="4232450"/>
                <a:ext cx="392400" cy="101160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3BE06BFE-3D0E-4BAF-919A-1967CDAA0591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8311395" y="4214450"/>
                  <a:ext cx="428040" cy="10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62D7BAB9-468E-41A1-BDD7-C613413785C1}"/>
                    </a:ext>
                  </a:extLst>
                </p14:cNvPr>
                <p14:cNvContentPartPr/>
                <p14:nvPr/>
              </p14:nvContentPartPr>
              <p14:xfrm>
                <a:off x="8720355" y="5190770"/>
                <a:ext cx="305640" cy="7668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62D7BAB9-468E-41A1-BDD7-C613413785C1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8702355" y="5172770"/>
                  <a:ext cx="3412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93202133-59AC-452E-926A-80B910EC8B1A}"/>
                    </a:ext>
                  </a:extLst>
                </p14:cNvPr>
                <p14:cNvContentPartPr/>
                <p14:nvPr/>
              </p14:nvContentPartPr>
              <p14:xfrm>
                <a:off x="8665995" y="5130650"/>
                <a:ext cx="447480" cy="27432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93202133-59AC-452E-926A-80B910EC8B1A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8648355" y="5112650"/>
                  <a:ext cx="48312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A9FA79A8-7083-48CD-AFB6-43C54B0E3C84}"/>
                    </a:ext>
                  </a:extLst>
                </p14:cNvPr>
                <p14:cNvContentPartPr/>
                <p14:nvPr/>
              </p14:nvContentPartPr>
              <p14:xfrm>
                <a:off x="2161155" y="4749410"/>
                <a:ext cx="586800" cy="27864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A9FA79A8-7083-48CD-AFB6-43C54B0E3C84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2143515" y="4731410"/>
                  <a:ext cx="6224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558C5BC3-DF63-4A00-93E4-90003A466B1F}"/>
                    </a:ext>
                  </a:extLst>
                </p14:cNvPr>
                <p14:cNvContentPartPr/>
                <p14:nvPr/>
              </p14:nvContentPartPr>
              <p14:xfrm>
                <a:off x="2243235" y="5209850"/>
                <a:ext cx="790920" cy="42336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558C5BC3-DF63-4A00-93E4-90003A466B1F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2225235" y="5191850"/>
                  <a:ext cx="826560" cy="459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985114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35333D-E609-4F88-BD6B-EC16593E0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1CF94-D979-48FC-83AC-D04B4805050D}" type="datetime1">
              <a:rPr lang="en-US" altLang="en-US" smtClean="0"/>
              <a:t>3/3/2022</a:t>
            </a:fld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F44C61-A718-4613-8C3D-F04EE80EF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4761-A2D8-4A7C-8A5C-0F7095CF5018}" type="slidenum">
              <a:rPr lang="en-US" altLang="en-US" smtClean="0"/>
              <a:pPr/>
              <a:t>30</a:t>
            </a:fld>
            <a:endParaRPr lang="en-US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260E1FB-6960-4578-8497-00BB7FA6EB3A}"/>
                  </a:ext>
                </a:extLst>
              </p14:cNvPr>
              <p14:cNvContentPartPr/>
              <p14:nvPr/>
            </p14:nvContentPartPr>
            <p14:xfrm>
              <a:off x="9391755" y="2402570"/>
              <a:ext cx="379800" cy="4392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260E1FB-6960-4578-8497-00BB7FA6EB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74115" y="2384570"/>
                <a:ext cx="415440" cy="47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3853805-1633-430A-893E-34683706024A}"/>
                  </a:ext>
                </a:extLst>
              </p14:cNvPr>
              <p14:cNvContentPartPr/>
              <p14:nvPr/>
            </p14:nvContentPartPr>
            <p14:xfrm>
              <a:off x="9603075" y="2431010"/>
              <a:ext cx="663840" cy="3096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3853805-1633-430A-893E-3468370602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85435" y="2413370"/>
                <a:ext cx="69948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9A96B7E-5D12-4809-984D-C16870C1E45A}"/>
                  </a:ext>
                </a:extLst>
              </p14:cNvPr>
              <p14:cNvContentPartPr/>
              <p14:nvPr/>
            </p14:nvContentPartPr>
            <p14:xfrm>
              <a:off x="10073955" y="2514890"/>
              <a:ext cx="235440" cy="507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9A96B7E-5D12-4809-984D-C16870C1E45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056315" y="2496890"/>
                <a:ext cx="27108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157E5E9-4A2D-44DC-9CBC-3E7FF5EED161}"/>
                  </a:ext>
                </a:extLst>
              </p14:cNvPr>
              <p14:cNvContentPartPr/>
              <p14:nvPr/>
            </p14:nvContentPartPr>
            <p14:xfrm>
              <a:off x="10423155" y="2321210"/>
              <a:ext cx="208440" cy="2430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157E5E9-4A2D-44DC-9CBC-3E7FF5EED16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05155" y="2303570"/>
                <a:ext cx="24408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06E3867-2FA0-4754-8359-3270D82ED0A9}"/>
                  </a:ext>
                </a:extLst>
              </p14:cNvPr>
              <p14:cNvContentPartPr/>
              <p14:nvPr/>
            </p14:nvContentPartPr>
            <p14:xfrm>
              <a:off x="8884875" y="3659330"/>
              <a:ext cx="232920" cy="316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06E3867-2FA0-4754-8359-3270D82ED0A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866875" y="3641330"/>
                <a:ext cx="26856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77E23D7-AA6E-4699-9FA6-43EFC42E0345}"/>
                  </a:ext>
                </a:extLst>
              </p14:cNvPr>
              <p14:cNvContentPartPr/>
              <p14:nvPr/>
            </p14:nvContentPartPr>
            <p14:xfrm>
              <a:off x="8935635" y="3787130"/>
              <a:ext cx="154080" cy="219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77E23D7-AA6E-4699-9FA6-43EFC42E034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917995" y="3769130"/>
                <a:ext cx="18972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1A0290D5-0C90-44B8-B085-90CAAD568827}"/>
                  </a:ext>
                </a:extLst>
              </p14:cNvPr>
              <p14:cNvContentPartPr/>
              <p14:nvPr/>
            </p14:nvContentPartPr>
            <p14:xfrm>
              <a:off x="9529995" y="3507770"/>
              <a:ext cx="70920" cy="2797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1A0290D5-0C90-44B8-B085-90CAAD56882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511995" y="3489770"/>
                <a:ext cx="10656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6F351D8-DF79-4127-8DE1-EE417AB67C07}"/>
                  </a:ext>
                </a:extLst>
              </p14:cNvPr>
              <p14:cNvContentPartPr/>
              <p14:nvPr/>
            </p14:nvContentPartPr>
            <p14:xfrm>
              <a:off x="9685515" y="3529010"/>
              <a:ext cx="254880" cy="1936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6F351D8-DF79-4127-8DE1-EE417AB67C0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667875" y="3511010"/>
                <a:ext cx="29052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23BFC19-A219-435A-ABB5-B992071DEFAF}"/>
                  </a:ext>
                </a:extLst>
              </p14:cNvPr>
              <p14:cNvContentPartPr/>
              <p14:nvPr/>
            </p14:nvContentPartPr>
            <p14:xfrm>
              <a:off x="10097355" y="3305450"/>
              <a:ext cx="414000" cy="2930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23BFC19-A219-435A-ABB5-B992071DEFA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079355" y="3287450"/>
                <a:ext cx="44964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305F1A69-6666-4F27-B848-DE83CD4946C4}"/>
                  </a:ext>
                </a:extLst>
              </p14:cNvPr>
              <p14:cNvContentPartPr/>
              <p14:nvPr/>
            </p14:nvContentPartPr>
            <p14:xfrm>
              <a:off x="10352595" y="3455570"/>
              <a:ext cx="295920" cy="687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305F1A69-6666-4F27-B848-DE83CD4946C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334595" y="3437930"/>
                <a:ext cx="33156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11339CA-BA06-4BED-9ECB-6539DA1AC205}"/>
                  </a:ext>
                </a:extLst>
              </p14:cNvPr>
              <p14:cNvContentPartPr/>
              <p14:nvPr/>
            </p14:nvContentPartPr>
            <p14:xfrm>
              <a:off x="9959115" y="3656450"/>
              <a:ext cx="593280" cy="1026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11339CA-BA06-4BED-9ECB-6539DA1AC20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941475" y="3638450"/>
                <a:ext cx="62892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4DCAE01-7FFC-4087-96C9-A459C68B420C}"/>
                  </a:ext>
                </a:extLst>
              </p14:cNvPr>
              <p14:cNvContentPartPr/>
              <p14:nvPr/>
            </p14:nvContentPartPr>
            <p14:xfrm>
              <a:off x="10282755" y="3763370"/>
              <a:ext cx="249480" cy="27216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4DCAE01-7FFC-4087-96C9-A459C68B420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264755" y="3745730"/>
                <a:ext cx="28512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C89B54E-4969-4B5A-8884-D1FEC1E58173}"/>
                  </a:ext>
                </a:extLst>
              </p14:cNvPr>
              <p14:cNvContentPartPr/>
              <p14:nvPr/>
            </p14:nvContentPartPr>
            <p14:xfrm>
              <a:off x="10606395" y="3872090"/>
              <a:ext cx="34920" cy="1753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C89B54E-4969-4B5A-8884-D1FEC1E5817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588755" y="3854450"/>
                <a:ext cx="7056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FB3FF43-FE82-437E-A6E2-92E805E8B523}"/>
                  </a:ext>
                </a:extLst>
              </p14:cNvPr>
              <p14:cNvContentPartPr/>
              <p14:nvPr/>
            </p14:nvContentPartPr>
            <p14:xfrm>
              <a:off x="9370515" y="3318770"/>
              <a:ext cx="416520" cy="8283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FB3FF43-FE82-437E-A6E2-92E805E8B52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352875" y="3301130"/>
                <a:ext cx="452160" cy="86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557C511C-9E77-4997-9ECE-849912B28DC2}"/>
                  </a:ext>
                </a:extLst>
              </p14:cNvPr>
              <p14:cNvContentPartPr/>
              <p14:nvPr/>
            </p14:nvContentPartPr>
            <p14:xfrm>
              <a:off x="10845075" y="2969570"/>
              <a:ext cx="282240" cy="111024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557C511C-9E77-4997-9ECE-849912B28DC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827075" y="2951930"/>
                <a:ext cx="317880" cy="11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2538715-85D2-43CC-A476-FA7466320801}"/>
                  </a:ext>
                </a:extLst>
              </p14:cNvPr>
              <p14:cNvContentPartPr/>
              <p14:nvPr/>
            </p14:nvContentPartPr>
            <p14:xfrm>
              <a:off x="11263395" y="3221210"/>
              <a:ext cx="220680" cy="2757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E2538715-85D2-43CC-A476-FA746632080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245755" y="3203570"/>
                <a:ext cx="25632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00F1EA3-2820-44B7-9236-07D35461EB29}"/>
                  </a:ext>
                </a:extLst>
              </p14:cNvPr>
              <p14:cNvContentPartPr/>
              <p14:nvPr/>
            </p14:nvContentPartPr>
            <p14:xfrm>
              <a:off x="11581275" y="3364490"/>
              <a:ext cx="11520" cy="6228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00F1EA3-2820-44B7-9236-07D35461EB2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1563275" y="3346490"/>
                <a:ext cx="4716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508DF4BE-1CC7-4A2E-A0BA-F53BF56D3AFC}"/>
                  </a:ext>
                </a:extLst>
              </p14:cNvPr>
              <p14:cNvContentPartPr/>
              <p14:nvPr/>
            </p14:nvContentPartPr>
            <p14:xfrm>
              <a:off x="11297595" y="3088010"/>
              <a:ext cx="318240" cy="4528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508DF4BE-1CC7-4A2E-A0BA-F53BF56D3AF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1279955" y="3070010"/>
                <a:ext cx="353880" cy="48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BB839C8-FF60-4668-8DC3-BC4450329754}"/>
                  </a:ext>
                </a:extLst>
              </p14:cNvPr>
              <p14:cNvContentPartPr/>
              <p14:nvPr/>
            </p14:nvContentPartPr>
            <p14:xfrm>
              <a:off x="9019515" y="4851650"/>
              <a:ext cx="258120" cy="338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BB839C8-FF60-4668-8DC3-BC445032975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001875" y="4833650"/>
                <a:ext cx="29376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3EDDB33-2A4E-4DEA-BC55-B76502B8AAD3}"/>
                  </a:ext>
                </a:extLst>
              </p14:cNvPr>
              <p14:cNvContentPartPr/>
              <p14:nvPr/>
            </p14:nvContentPartPr>
            <p14:xfrm>
              <a:off x="9089715" y="4956410"/>
              <a:ext cx="279000" cy="5688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3EDDB33-2A4E-4DEA-BC55-B76502B8AAD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071715" y="4938410"/>
                <a:ext cx="31464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48C30AA0-3B13-4195-986A-E49D7D1F661C}"/>
                  </a:ext>
                </a:extLst>
              </p14:cNvPr>
              <p14:cNvContentPartPr/>
              <p14:nvPr/>
            </p14:nvContentPartPr>
            <p14:xfrm>
              <a:off x="9994395" y="4570850"/>
              <a:ext cx="93960" cy="53244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48C30AA0-3B13-4195-986A-E49D7D1F661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976755" y="4552850"/>
                <a:ext cx="129600" cy="56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FBC81317-4AC8-41B5-A728-4357AB4C9B20}"/>
              </a:ext>
            </a:extLst>
          </p:cNvPr>
          <p:cNvGrpSpPr/>
          <p:nvPr/>
        </p:nvGrpSpPr>
        <p:grpSpPr>
          <a:xfrm>
            <a:off x="1304715" y="982010"/>
            <a:ext cx="7215840" cy="5643000"/>
            <a:chOff x="1304715" y="982010"/>
            <a:chExt cx="7215840" cy="564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1DF8532-5441-4A1A-A78B-06D0B2D2620E}"/>
                    </a:ext>
                  </a:extLst>
                </p14:cNvPr>
                <p14:cNvContentPartPr/>
                <p14:nvPr/>
              </p14:nvContentPartPr>
              <p14:xfrm>
                <a:off x="5169315" y="1482770"/>
                <a:ext cx="93960" cy="13291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1DF8532-5441-4A1A-A78B-06D0B2D2620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51315" y="1465130"/>
                  <a:ext cx="129600" cy="13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F242186-8466-44F5-A940-CACC4300CE56}"/>
                    </a:ext>
                  </a:extLst>
                </p14:cNvPr>
                <p14:cNvContentPartPr/>
                <p14:nvPr/>
              </p14:nvContentPartPr>
              <p14:xfrm>
                <a:off x="5190195" y="1451090"/>
                <a:ext cx="1332720" cy="1344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F242186-8466-44F5-A940-CACC4300CE5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172195" y="1433450"/>
                  <a:ext cx="1368360" cy="13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AB9D64D-2528-4A16-A916-A10BCC42E8BF}"/>
                    </a:ext>
                  </a:extLst>
                </p14:cNvPr>
                <p14:cNvContentPartPr/>
                <p14:nvPr/>
              </p14:nvContentPartPr>
              <p14:xfrm>
                <a:off x="5340675" y="1797770"/>
                <a:ext cx="229320" cy="8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AB9D64D-2528-4A16-A916-A10BCC42E8B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322675" y="1779770"/>
                  <a:ext cx="2649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946C8F4-7BD9-43DE-A22F-9CA9B632E6B0}"/>
                    </a:ext>
                  </a:extLst>
                </p14:cNvPr>
                <p14:cNvContentPartPr/>
                <p14:nvPr/>
              </p14:nvContentPartPr>
              <p14:xfrm>
                <a:off x="5444715" y="2355050"/>
                <a:ext cx="10440" cy="182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946C8F4-7BD9-43DE-A22F-9CA9B632E6B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427075" y="2337050"/>
                  <a:ext cx="460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00A6BB6-BBDA-4CC5-ADD2-752D96877FF5}"/>
                    </a:ext>
                  </a:extLst>
                </p14:cNvPr>
                <p14:cNvContentPartPr/>
                <p14:nvPr/>
              </p14:nvContentPartPr>
              <p14:xfrm>
                <a:off x="5375955" y="2427770"/>
                <a:ext cx="180720" cy="37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00A6BB6-BBDA-4CC5-ADD2-752D96877FF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357955" y="2409770"/>
                  <a:ext cx="2163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7C3A9B4-DF8A-44EE-AF01-A6BC0C686952}"/>
                    </a:ext>
                  </a:extLst>
                </p14:cNvPr>
                <p14:cNvContentPartPr/>
                <p14:nvPr/>
              </p14:nvContentPartPr>
              <p14:xfrm>
                <a:off x="3625995" y="2498690"/>
                <a:ext cx="1600920" cy="113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7C3A9B4-DF8A-44EE-AF01-A6BC0C68695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608355" y="2481050"/>
                  <a:ext cx="16365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DCD0982-B427-4CF4-835F-BF1DCC4CCD01}"/>
                    </a:ext>
                  </a:extLst>
                </p14:cNvPr>
                <p14:cNvContentPartPr/>
                <p14:nvPr/>
              </p14:nvContentPartPr>
              <p14:xfrm>
                <a:off x="3251595" y="2607050"/>
                <a:ext cx="172080" cy="207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DCD0982-B427-4CF4-835F-BF1DCC4CCD0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233955" y="2589050"/>
                  <a:ext cx="2077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D748465-79B5-4C10-B25D-2C5A07262B20}"/>
                    </a:ext>
                  </a:extLst>
                </p14:cNvPr>
                <p14:cNvContentPartPr/>
                <p14:nvPr/>
              </p14:nvContentPartPr>
              <p14:xfrm>
                <a:off x="3531675" y="2822330"/>
                <a:ext cx="9000" cy="93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D748465-79B5-4C10-B25D-2C5A07262B2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513675" y="2804690"/>
                  <a:ext cx="446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41C1BA8-8E39-4F65-8211-8551A52E36F6}"/>
                    </a:ext>
                  </a:extLst>
                </p14:cNvPr>
                <p14:cNvContentPartPr/>
                <p14:nvPr/>
              </p14:nvContentPartPr>
              <p14:xfrm>
                <a:off x="3476235" y="2729450"/>
                <a:ext cx="38520" cy="16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41C1BA8-8E39-4F65-8211-8551A52E36F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458235" y="2711810"/>
                  <a:ext cx="741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5105ACC-B80F-472D-A7D9-2E06AE484613}"/>
                    </a:ext>
                  </a:extLst>
                </p14:cNvPr>
                <p14:cNvContentPartPr/>
                <p14:nvPr/>
              </p14:nvContentPartPr>
              <p14:xfrm>
                <a:off x="3616635" y="2805770"/>
                <a:ext cx="144360" cy="113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5105ACC-B80F-472D-A7D9-2E06AE48461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598635" y="2788130"/>
                  <a:ext cx="1800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A288BA8-49CC-4DBA-92EE-476CED9B0EEC}"/>
                    </a:ext>
                  </a:extLst>
                </p14:cNvPr>
                <p14:cNvContentPartPr/>
                <p14:nvPr/>
              </p14:nvContentPartPr>
              <p14:xfrm>
                <a:off x="4574955" y="982010"/>
                <a:ext cx="2368080" cy="889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A288BA8-49CC-4DBA-92EE-476CED9B0EE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557315" y="964010"/>
                  <a:ext cx="2403720" cy="9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F990C79-E2B7-4ABE-991C-5CA9B314D6A5}"/>
                    </a:ext>
                  </a:extLst>
                </p14:cNvPr>
                <p14:cNvContentPartPr/>
                <p14:nvPr/>
              </p14:nvContentPartPr>
              <p14:xfrm>
                <a:off x="6514275" y="1874450"/>
                <a:ext cx="1787760" cy="73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F990C79-E2B7-4ABE-991C-5CA9B314D6A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496635" y="1856450"/>
                  <a:ext cx="18234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969D8BD-2D9A-4314-818A-1394BA755796}"/>
                    </a:ext>
                  </a:extLst>
                </p14:cNvPr>
                <p14:cNvContentPartPr/>
                <p14:nvPr/>
              </p14:nvContentPartPr>
              <p14:xfrm>
                <a:off x="6934035" y="1796330"/>
                <a:ext cx="32760" cy="164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969D8BD-2D9A-4314-818A-1394BA75579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916035" y="1778690"/>
                  <a:ext cx="684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C8C0333-1F51-4D45-BA6D-5C5B8A578B1C}"/>
                    </a:ext>
                  </a:extLst>
                </p14:cNvPr>
                <p14:cNvContentPartPr/>
                <p14:nvPr/>
              </p14:nvContentPartPr>
              <p14:xfrm>
                <a:off x="5248875" y="2767250"/>
                <a:ext cx="159840" cy="54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C8C0333-1F51-4D45-BA6D-5C5B8A578B1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230875" y="2749250"/>
                  <a:ext cx="1954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4E0CDFA-B61B-41F3-9A47-A9AD04B197CE}"/>
                    </a:ext>
                  </a:extLst>
                </p14:cNvPr>
                <p14:cNvContentPartPr/>
                <p14:nvPr/>
              </p14:nvContentPartPr>
              <p14:xfrm>
                <a:off x="8271795" y="3537290"/>
                <a:ext cx="177480" cy="365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4E0CDFA-B61B-41F3-9A47-A9AD04B197C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254155" y="3519290"/>
                  <a:ext cx="21312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2AE432B-4170-4E15-BD24-9A87D7FECF62}"/>
                    </a:ext>
                  </a:extLst>
                </p14:cNvPr>
                <p14:cNvContentPartPr/>
                <p14:nvPr/>
              </p14:nvContentPartPr>
              <p14:xfrm>
                <a:off x="8255955" y="3721610"/>
                <a:ext cx="264600" cy="266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2AE432B-4170-4E15-BD24-9A87D7FECF6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238315" y="3703610"/>
                  <a:ext cx="3002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2A695B2-1B03-49FA-90AC-7FE99D2F10FC}"/>
                    </a:ext>
                  </a:extLst>
                </p14:cNvPr>
                <p14:cNvContentPartPr/>
                <p14:nvPr/>
              </p14:nvContentPartPr>
              <p14:xfrm>
                <a:off x="7852755" y="2015210"/>
                <a:ext cx="171000" cy="2095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2A695B2-1B03-49FA-90AC-7FE99D2F10F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835115" y="1997210"/>
                  <a:ext cx="2066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4AB3390-F74C-4C6E-8EF7-3C8C329465FF}"/>
                    </a:ext>
                  </a:extLst>
                </p14:cNvPr>
                <p14:cNvContentPartPr/>
                <p14:nvPr/>
              </p14:nvContentPartPr>
              <p14:xfrm>
                <a:off x="8115195" y="2110250"/>
                <a:ext cx="138240" cy="154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4AB3390-F74C-4C6E-8EF7-3C8C329465F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097195" y="2092610"/>
                  <a:ext cx="1738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FA3A8B8-225D-4A13-8E2B-E7B89DD7B939}"/>
                    </a:ext>
                  </a:extLst>
                </p14:cNvPr>
                <p14:cNvContentPartPr/>
                <p14:nvPr/>
              </p14:nvContentPartPr>
              <p14:xfrm>
                <a:off x="4856115" y="4039850"/>
                <a:ext cx="229320" cy="325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FA3A8B8-225D-4A13-8E2B-E7B89DD7B93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838115" y="4022210"/>
                  <a:ext cx="26496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D98285D-BE58-426E-9858-58B966FA9B1F}"/>
                    </a:ext>
                  </a:extLst>
                </p14:cNvPr>
                <p14:cNvContentPartPr/>
                <p14:nvPr/>
              </p14:nvContentPartPr>
              <p14:xfrm>
                <a:off x="5220075" y="4170170"/>
                <a:ext cx="114840" cy="1951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D98285D-BE58-426E-9858-58B966FA9B1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202435" y="4152170"/>
                  <a:ext cx="1504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FB789DF-AD22-4B9A-B163-A910E6F5D177}"/>
                    </a:ext>
                  </a:extLst>
                </p14:cNvPr>
                <p14:cNvContentPartPr/>
                <p14:nvPr/>
              </p14:nvContentPartPr>
              <p14:xfrm>
                <a:off x="4709235" y="4482650"/>
                <a:ext cx="1020240" cy="137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FB789DF-AD22-4B9A-B163-A910E6F5D17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691595" y="4465010"/>
                  <a:ext cx="10558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CCE7A9E-F225-4BF6-AFC6-6CF6B3025C30}"/>
                    </a:ext>
                  </a:extLst>
                </p14:cNvPr>
                <p14:cNvContentPartPr/>
                <p14:nvPr/>
              </p14:nvContentPartPr>
              <p14:xfrm>
                <a:off x="5066355" y="4745450"/>
                <a:ext cx="212040" cy="243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CCE7A9E-F225-4BF6-AFC6-6CF6B3025C3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048715" y="4727810"/>
                  <a:ext cx="2476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C108012-3EFA-4E18-B83C-1FAF3ADEECA5}"/>
                    </a:ext>
                  </a:extLst>
                </p14:cNvPr>
                <p14:cNvContentPartPr/>
                <p14:nvPr/>
              </p14:nvContentPartPr>
              <p14:xfrm>
                <a:off x="5544075" y="4813130"/>
                <a:ext cx="16560" cy="1872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C108012-3EFA-4E18-B83C-1FAF3ADEECA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526435" y="4795130"/>
                  <a:ext cx="522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86495A0-AD77-4865-97B8-E2E59CE248E3}"/>
                    </a:ext>
                  </a:extLst>
                </p14:cNvPr>
                <p14:cNvContentPartPr/>
                <p14:nvPr/>
              </p14:nvContentPartPr>
              <p14:xfrm>
                <a:off x="5494755" y="4762730"/>
                <a:ext cx="47160" cy="30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86495A0-AD77-4865-97B8-E2E59CE248E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476755" y="4745090"/>
                  <a:ext cx="828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C17F0EC-ECCD-4B47-962E-D6D1A42034FE}"/>
                    </a:ext>
                  </a:extLst>
                </p14:cNvPr>
                <p14:cNvContentPartPr/>
                <p14:nvPr/>
              </p14:nvContentPartPr>
              <p14:xfrm>
                <a:off x="5677275" y="4814930"/>
                <a:ext cx="172800" cy="180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C17F0EC-ECCD-4B47-962E-D6D1A42034F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659635" y="4797290"/>
                  <a:ext cx="2084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FA24AEE-EA30-4AE6-A5D7-CA204EAEF6FA}"/>
                    </a:ext>
                  </a:extLst>
                </p14:cNvPr>
                <p14:cNvContentPartPr/>
                <p14:nvPr/>
              </p14:nvContentPartPr>
              <p14:xfrm>
                <a:off x="6090555" y="4353410"/>
                <a:ext cx="204480" cy="165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FA24AEE-EA30-4AE6-A5D7-CA204EAEF6F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072555" y="4335770"/>
                  <a:ext cx="2401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9441F54-80BD-4672-9021-C53314AD2F16}"/>
                    </a:ext>
                  </a:extLst>
                </p14:cNvPr>
                <p14:cNvContentPartPr/>
                <p14:nvPr/>
              </p14:nvContentPartPr>
              <p14:xfrm>
                <a:off x="6567555" y="4132010"/>
                <a:ext cx="70200" cy="5148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9441F54-80BD-4672-9021-C53314AD2F1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549915" y="4114370"/>
                  <a:ext cx="105840" cy="55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D87CF79-0DDE-4C33-9DC2-CE843D571A80}"/>
                    </a:ext>
                  </a:extLst>
                </p14:cNvPr>
                <p14:cNvContentPartPr/>
                <p14:nvPr/>
              </p14:nvContentPartPr>
              <p14:xfrm>
                <a:off x="4259955" y="3931490"/>
                <a:ext cx="271080" cy="14371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D87CF79-0DDE-4C33-9DC2-CE843D571A8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241955" y="3913850"/>
                  <a:ext cx="306720" cy="147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E55221F-D986-46C2-B704-A1935552954A}"/>
                    </a:ext>
                  </a:extLst>
                </p14:cNvPr>
                <p14:cNvContentPartPr/>
                <p14:nvPr/>
              </p14:nvContentPartPr>
              <p14:xfrm>
                <a:off x="4020915" y="3548810"/>
                <a:ext cx="2991960" cy="20390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E55221F-D986-46C2-B704-A1935552954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002915" y="3530810"/>
                  <a:ext cx="3027600" cy="20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9BCCF67-943C-40DF-805F-603D67EBDB95}"/>
                    </a:ext>
                  </a:extLst>
                </p14:cNvPr>
                <p14:cNvContentPartPr/>
                <p14:nvPr/>
              </p14:nvContentPartPr>
              <p14:xfrm>
                <a:off x="4565595" y="5489570"/>
                <a:ext cx="32040" cy="907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9BCCF67-943C-40DF-805F-603D67EBDB9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547595" y="5471930"/>
                  <a:ext cx="676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D2C5AB6-FC4F-4758-A47B-21A84FB01469}"/>
                    </a:ext>
                  </a:extLst>
                </p14:cNvPr>
                <p14:cNvContentPartPr/>
                <p14:nvPr/>
              </p14:nvContentPartPr>
              <p14:xfrm>
                <a:off x="1304715" y="4086290"/>
                <a:ext cx="274680" cy="216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D2C5AB6-FC4F-4758-A47B-21A84FB0146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286715" y="4068290"/>
                  <a:ext cx="3103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C55873E-9FE1-4D30-AB53-2B6F5092B11E}"/>
                    </a:ext>
                  </a:extLst>
                </p14:cNvPr>
                <p14:cNvContentPartPr/>
                <p14:nvPr/>
              </p14:nvContentPartPr>
              <p14:xfrm>
                <a:off x="1637715" y="4017530"/>
                <a:ext cx="404640" cy="1990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C55873E-9FE1-4D30-AB53-2B6F5092B11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620075" y="3999530"/>
                  <a:ext cx="4402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8C5BD84-A7E1-465C-AE59-AA66ABF7EB93}"/>
                    </a:ext>
                  </a:extLst>
                </p14:cNvPr>
                <p14:cNvContentPartPr/>
                <p14:nvPr/>
              </p14:nvContentPartPr>
              <p14:xfrm>
                <a:off x="1929675" y="3854450"/>
                <a:ext cx="87840" cy="54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8C5BD84-A7E1-465C-AE59-AA66ABF7EB9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912035" y="3836450"/>
                  <a:ext cx="1234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CB9BB23-8FB4-4291-A2CC-88018AA67F16}"/>
                    </a:ext>
                  </a:extLst>
                </p14:cNvPr>
                <p14:cNvContentPartPr/>
                <p14:nvPr/>
              </p14:nvContentPartPr>
              <p14:xfrm>
                <a:off x="2099955" y="3736370"/>
                <a:ext cx="318960" cy="4057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CB9BB23-8FB4-4291-A2CC-88018AA67F1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082315" y="3718370"/>
                  <a:ext cx="35460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3942794-D36E-461A-A647-12AC4766C9F4}"/>
                    </a:ext>
                  </a:extLst>
                </p14:cNvPr>
                <p14:cNvContentPartPr/>
                <p14:nvPr/>
              </p14:nvContentPartPr>
              <p14:xfrm>
                <a:off x="2630235" y="3498770"/>
                <a:ext cx="529560" cy="8154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3942794-D36E-461A-A647-12AC4766C9F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612235" y="3481130"/>
                  <a:ext cx="565200" cy="85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A6E551B-2580-4D34-B7DB-CBC0696ECCFB}"/>
                    </a:ext>
                  </a:extLst>
                </p14:cNvPr>
                <p14:cNvContentPartPr/>
                <p14:nvPr/>
              </p14:nvContentPartPr>
              <p14:xfrm>
                <a:off x="3111195" y="3460970"/>
                <a:ext cx="247320" cy="3679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A6E551B-2580-4D34-B7DB-CBC0696ECCF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093555" y="3443330"/>
                  <a:ext cx="28296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DFB0EE0-7B18-4B46-8C07-21515AA0FB98}"/>
                    </a:ext>
                  </a:extLst>
                </p14:cNvPr>
                <p14:cNvContentPartPr/>
                <p14:nvPr/>
              </p14:nvContentPartPr>
              <p14:xfrm>
                <a:off x="3379035" y="3478970"/>
                <a:ext cx="334440" cy="2484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DFB0EE0-7B18-4B46-8C07-21515AA0FB9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361035" y="3460970"/>
                  <a:ext cx="3700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0A57AFA-045F-4AE1-B349-13FC8CA5BF59}"/>
                    </a:ext>
                  </a:extLst>
                </p14:cNvPr>
                <p14:cNvContentPartPr/>
                <p14:nvPr/>
              </p14:nvContentPartPr>
              <p14:xfrm>
                <a:off x="3802755" y="3394370"/>
                <a:ext cx="362880" cy="181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0A57AFA-045F-4AE1-B349-13FC8CA5BF5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85115" y="3376370"/>
                  <a:ext cx="3985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20401A0-8A8F-4202-9F7F-8CEF3B9DB8C1}"/>
                    </a:ext>
                  </a:extLst>
                </p14:cNvPr>
                <p14:cNvContentPartPr/>
                <p14:nvPr/>
              </p14:nvContentPartPr>
              <p14:xfrm>
                <a:off x="4433835" y="3043010"/>
                <a:ext cx="649080" cy="3744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20401A0-8A8F-4202-9F7F-8CEF3B9DB8C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415835" y="3025370"/>
                  <a:ext cx="68472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5281B67-0346-4547-9BCF-4C687B1738C8}"/>
                    </a:ext>
                  </a:extLst>
                </p14:cNvPr>
                <p14:cNvContentPartPr/>
                <p14:nvPr/>
              </p14:nvContentPartPr>
              <p14:xfrm>
                <a:off x="5023875" y="3161450"/>
                <a:ext cx="229680" cy="1036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5281B67-0346-4547-9BCF-4C687B1738C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005875" y="3143450"/>
                  <a:ext cx="2653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7892FA1-8690-44E9-85D5-B745956ED4AC}"/>
                    </a:ext>
                  </a:extLst>
                </p14:cNvPr>
                <p14:cNvContentPartPr/>
                <p14:nvPr/>
              </p14:nvContentPartPr>
              <p14:xfrm>
                <a:off x="3179235" y="4261610"/>
                <a:ext cx="298800" cy="2660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7892FA1-8690-44E9-85D5-B745956ED4A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161595" y="4243970"/>
                  <a:ext cx="3344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6D284E7-B66D-4B76-8F9C-7DADD2469477}"/>
                    </a:ext>
                  </a:extLst>
                </p14:cNvPr>
                <p14:cNvContentPartPr/>
                <p14:nvPr/>
              </p14:nvContentPartPr>
              <p14:xfrm>
                <a:off x="1849755" y="5075570"/>
                <a:ext cx="1821240" cy="862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6D284E7-B66D-4B76-8F9C-7DADD246947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832115" y="5057570"/>
                  <a:ext cx="1856880" cy="89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9620CFD-8BA9-4174-8D67-E92414EBB803}"/>
                    </a:ext>
                  </a:extLst>
                </p14:cNvPr>
                <p14:cNvContentPartPr/>
                <p14:nvPr/>
              </p14:nvContentPartPr>
              <p14:xfrm>
                <a:off x="3572355" y="5277170"/>
                <a:ext cx="537480" cy="3070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9620CFD-8BA9-4174-8D67-E92414EBB80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554355" y="5259170"/>
                  <a:ext cx="57312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1B6BDDB-567A-4554-9214-329B3279D6AE}"/>
                    </a:ext>
                  </a:extLst>
                </p14:cNvPr>
                <p14:cNvContentPartPr/>
                <p14:nvPr/>
              </p14:nvContentPartPr>
              <p14:xfrm>
                <a:off x="4078875" y="5077370"/>
                <a:ext cx="136800" cy="2685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1B6BDDB-567A-4554-9214-329B3279D6A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060875" y="5059730"/>
                  <a:ext cx="1724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C624122-BCE1-462A-8E2D-0440216762EF}"/>
                    </a:ext>
                  </a:extLst>
                </p14:cNvPr>
                <p14:cNvContentPartPr/>
                <p14:nvPr/>
              </p14:nvContentPartPr>
              <p14:xfrm>
                <a:off x="4380555" y="5213090"/>
                <a:ext cx="8280" cy="154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C624122-BCE1-462A-8E2D-0440216762E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362555" y="5195090"/>
                  <a:ext cx="439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197A6EA-2007-4773-A402-75073C6010A4}"/>
                    </a:ext>
                  </a:extLst>
                </p14:cNvPr>
                <p14:cNvContentPartPr/>
                <p14:nvPr/>
              </p14:nvContentPartPr>
              <p14:xfrm>
                <a:off x="3975555" y="5642570"/>
                <a:ext cx="269640" cy="1818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197A6EA-2007-4773-A402-75073C6010A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957915" y="5624570"/>
                  <a:ext cx="3052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E977D7E-2C5F-46AF-972D-05F77DA609F0}"/>
                    </a:ext>
                  </a:extLst>
                </p14:cNvPr>
                <p14:cNvContentPartPr/>
                <p14:nvPr/>
              </p14:nvContentPartPr>
              <p14:xfrm>
                <a:off x="3946755" y="6172130"/>
                <a:ext cx="222480" cy="4528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E977D7E-2C5F-46AF-972D-05F77DA609F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929115" y="6154490"/>
                  <a:ext cx="25812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B834658-88A8-4114-8FAA-62975064FB90}"/>
                    </a:ext>
                  </a:extLst>
                </p14:cNvPr>
                <p14:cNvContentPartPr/>
                <p14:nvPr/>
              </p14:nvContentPartPr>
              <p14:xfrm>
                <a:off x="4246275" y="6053690"/>
                <a:ext cx="326520" cy="4273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B834658-88A8-4114-8FAA-62975064FB9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28635" y="6035690"/>
                  <a:ext cx="36216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523C500-24F3-4999-8417-595055D699E7}"/>
                    </a:ext>
                  </a:extLst>
                </p14:cNvPr>
                <p14:cNvContentPartPr/>
                <p14:nvPr/>
              </p14:nvContentPartPr>
              <p14:xfrm>
                <a:off x="4519875" y="6038930"/>
                <a:ext cx="121320" cy="3204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523C500-24F3-4999-8417-595055D699E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02235" y="6021290"/>
                  <a:ext cx="15696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A3C70EC-5D00-49A8-8B31-A8FF457906F2}"/>
                    </a:ext>
                  </a:extLst>
                </p14:cNvPr>
                <p14:cNvContentPartPr/>
                <p14:nvPr/>
              </p14:nvContentPartPr>
              <p14:xfrm>
                <a:off x="4594035" y="5953250"/>
                <a:ext cx="1108440" cy="4705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A3C70EC-5D00-49A8-8B31-A8FF457906F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76395" y="5935250"/>
                  <a:ext cx="114408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720E105-A05B-4E11-8E99-76271E195A9F}"/>
                    </a:ext>
                  </a:extLst>
                </p14:cNvPr>
                <p14:cNvContentPartPr/>
                <p14:nvPr/>
              </p14:nvContentPartPr>
              <p14:xfrm>
                <a:off x="5794995" y="5426210"/>
                <a:ext cx="416520" cy="7909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720E105-A05B-4E11-8E99-76271E195A9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776995" y="5408570"/>
                  <a:ext cx="452160" cy="82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0C5BC6C-1E62-41E4-8D51-CDBD8072A44C}"/>
                    </a:ext>
                  </a:extLst>
                </p14:cNvPr>
                <p14:cNvContentPartPr/>
                <p14:nvPr/>
              </p14:nvContentPartPr>
              <p14:xfrm>
                <a:off x="6120435" y="5438810"/>
                <a:ext cx="156600" cy="3985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0C5BC6C-1E62-41E4-8D51-CDBD8072A44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102795" y="5421170"/>
                  <a:ext cx="19224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49E4169-0AA4-49AC-AF4B-F99F30B048B4}"/>
                    </a:ext>
                  </a:extLst>
                </p14:cNvPr>
                <p14:cNvContentPartPr/>
                <p14:nvPr/>
              </p14:nvContentPartPr>
              <p14:xfrm>
                <a:off x="6373515" y="5512250"/>
                <a:ext cx="421200" cy="2696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49E4169-0AA4-49AC-AF4B-F99F30B048B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355515" y="5494250"/>
                  <a:ext cx="45684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33D89FB-60E6-456C-B3AE-41E0FBD9D32B}"/>
                    </a:ext>
                  </a:extLst>
                </p14:cNvPr>
                <p14:cNvContentPartPr/>
                <p14:nvPr/>
              </p14:nvContentPartPr>
              <p14:xfrm>
                <a:off x="6759075" y="5731850"/>
                <a:ext cx="605160" cy="3099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33D89FB-60E6-456C-B3AE-41E0FBD9D32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741435" y="5714210"/>
                  <a:ext cx="64080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FD7BD5B-C305-45DA-A6B5-E0E4F0728B65}"/>
                    </a:ext>
                  </a:extLst>
                </p14:cNvPr>
                <p14:cNvContentPartPr/>
                <p14:nvPr/>
              </p14:nvContentPartPr>
              <p14:xfrm>
                <a:off x="7380075" y="5600090"/>
                <a:ext cx="114120" cy="1936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FD7BD5B-C305-45DA-A6B5-E0E4F0728B6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362435" y="5582090"/>
                  <a:ext cx="1497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E6FA04F-496A-4DBB-89A8-991422874CED}"/>
                    </a:ext>
                  </a:extLst>
                </p14:cNvPr>
                <p14:cNvContentPartPr/>
                <p14:nvPr/>
              </p14:nvContentPartPr>
              <p14:xfrm>
                <a:off x="7963635" y="5642210"/>
                <a:ext cx="29160" cy="288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E6FA04F-496A-4DBB-89A8-991422874CE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945635" y="5624210"/>
                  <a:ext cx="64800" cy="64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437244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AAC5E1D-8367-4540-82CE-981A8F94FBE9}"/>
              </a:ext>
            </a:extLst>
          </p:cNvPr>
          <p:cNvGrpSpPr/>
          <p:nvPr/>
        </p:nvGrpSpPr>
        <p:grpSpPr>
          <a:xfrm>
            <a:off x="1113555" y="890962"/>
            <a:ext cx="1032840" cy="531000"/>
            <a:chOff x="1113555" y="890962"/>
            <a:chExt cx="1032840" cy="53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0FCA72E-3D31-4C94-B3FE-358B1CE5A813}"/>
                    </a:ext>
                  </a:extLst>
                </p14:cNvPr>
                <p14:cNvContentPartPr/>
                <p14:nvPr/>
              </p14:nvContentPartPr>
              <p14:xfrm>
                <a:off x="1250355" y="890962"/>
                <a:ext cx="376920" cy="260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0FCA72E-3D31-4C94-B3FE-358B1CE5A81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32355" y="872962"/>
                  <a:ext cx="4125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CCE47B9-37EC-4B21-BE24-96A766E9263D}"/>
                    </a:ext>
                  </a:extLst>
                </p14:cNvPr>
                <p14:cNvContentPartPr/>
                <p14:nvPr/>
              </p14:nvContentPartPr>
              <p14:xfrm>
                <a:off x="1113555" y="1126762"/>
                <a:ext cx="1032840" cy="295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CCE47B9-37EC-4B21-BE24-96A766E9263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95915" y="1109122"/>
                  <a:ext cx="1068480" cy="33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5030606-B424-460D-8675-6A942CD8C80C}"/>
              </a:ext>
            </a:extLst>
          </p:cNvPr>
          <p:cNvGrpSpPr/>
          <p:nvPr/>
        </p:nvGrpSpPr>
        <p:grpSpPr>
          <a:xfrm>
            <a:off x="2909955" y="909322"/>
            <a:ext cx="2262960" cy="377640"/>
            <a:chOff x="2909955" y="909322"/>
            <a:chExt cx="2262960" cy="37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B864618-6D9F-41F0-8226-A487525ABF21}"/>
                    </a:ext>
                  </a:extLst>
                </p14:cNvPr>
                <p14:cNvContentPartPr/>
                <p14:nvPr/>
              </p14:nvContentPartPr>
              <p14:xfrm>
                <a:off x="2935875" y="988162"/>
                <a:ext cx="36000" cy="2462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B864618-6D9F-41F0-8226-A487525ABF2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917875" y="970162"/>
                  <a:ext cx="7164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AC4DE95-12BA-499B-AFBF-0C4A2553F1C2}"/>
                    </a:ext>
                  </a:extLst>
                </p14:cNvPr>
                <p14:cNvContentPartPr/>
                <p14:nvPr/>
              </p14:nvContentPartPr>
              <p14:xfrm>
                <a:off x="2909955" y="988882"/>
                <a:ext cx="178920" cy="298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AC4DE95-12BA-499B-AFBF-0C4A2553F1C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91955" y="970882"/>
                  <a:ext cx="21456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C4D61FA-79A5-45FA-A6AC-C3958E7CD645}"/>
                    </a:ext>
                  </a:extLst>
                </p14:cNvPr>
                <p14:cNvContentPartPr/>
                <p14:nvPr/>
              </p14:nvContentPartPr>
              <p14:xfrm>
                <a:off x="3218835" y="909322"/>
                <a:ext cx="276840" cy="361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C4D61FA-79A5-45FA-A6AC-C3958E7CD64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00835" y="891682"/>
                  <a:ext cx="31248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249E4E1-86EC-45CF-986E-B352C50A1B8D}"/>
                    </a:ext>
                  </a:extLst>
                </p14:cNvPr>
                <p14:cNvContentPartPr/>
                <p14:nvPr/>
              </p14:nvContentPartPr>
              <p14:xfrm>
                <a:off x="3434475" y="1063042"/>
                <a:ext cx="1213560" cy="1501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249E4E1-86EC-45CF-986E-B352C50A1B8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416475" y="1045402"/>
                  <a:ext cx="12492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5ECF8B0-298F-476C-92DA-80EA1F0F7067}"/>
                    </a:ext>
                  </a:extLst>
                </p14:cNvPr>
                <p14:cNvContentPartPr/>
                <p14:nvPr/>
              </p14:nvContentPartPr>
              <p14:xfrm>
                <a:off x="4673955" y="1011202"/>
                <a:ext cx="23040" cy="20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5ECF8B0-298F-476C-92DA-80EA1F0F706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56315" y="993202"/>
                  <a:ext cx="586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9EA1BC3-0B4E-48B6-B618-76207EF810D0}"/>
                    </a:ext>
                  </a:extLst>
                </p14:cNvPr>
                <p14:cNvContentPartPr/>
                <p14:nvPr/>
              </p14:nvContentPartPr>
              <p14:xfrm>
                <a:off x="4779795" y="1055842"/>
                <a:ext cx="393120" cy="1274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9EA1BC3-0B4E-48B6-B618-76207EF810D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761795" y="1037842"/>
                  <a:ext cx="42876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1C4364E-B417-46D5-B365-7F9DD9E59B17}"/>
              </a:ext>
            </a:extLst>
          </p:cNvPr>
          <p:cNvGrpSpPr/>
          <p:nvPr/>
        </p:nvGrpSpPr>
        <p:grpSpPr>
          <a:xfrm>
            <a:off x="5672955" y="885922"/>
            <a:ext cx="540000" cy="276840"/>
            <a:chOff x="5672955" y="885922"/>
            <a:chExt cx="540000" cy="27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4525BC2-A425-424D-BA9D-1C4468D31574}"/>
                    </a:ext>
                  </a:extLst>
                </p14:cNvPr>
                <p14:cNvContentPartPr/>
                <p14:nvPr/>
              </p14:nvContentPartPr>
              <p14:xfrm>
                <a:off x="5709675" y="885922"/>
                <a:ext cx="50400" cy="276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4525BC2-A425-424D-BA9D-1C4468D3157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692035" y="867922"/>
                  <a:ext cx="8604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EB37C47-B0BD-4E43-B06B-28A8D36EF688}"/>
                    </a:ext>
                  </a:extLst>
                </p14:cNvPr>
                <p14:cNvContentPartPr/>
                <p14:nvPr/>
              </p14:nvContentPartPr>
              <p14:xfrm>
                <a:off x="5672955" y="906802"/>
                <a:ext cx="540000" cy="248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EB37C47-B0BD-4E43-B06B-28A8D36EF68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54955" y="888802"/>
                  <a:ext cx="575640" cy="28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8DC5621-98A2-4B2B-BC83-4C68CB47E343}"/>
              </a:ext>
            </a:extLst>
          </p:cNvPr>
          <p:cNvGrpSpPr/>
          <p:nvPr/>
        </p:nvGrpSpPr>
        <p:grpSpPr>
          <a:xfrm>
            <a:off x="6692115" y="813922"/>
            <a:ext cx="614520" cy="472680"/>
            <a:chOff x="6692115" y="813922"/>
            <a:chExt cx="614520" cy="47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712F3D0-7224-432D-95B0-52ACA0E1AC15}"/>
                    </a:ext>
                  </a:extLst>
                </p14:cNvPr>
                <p14:cNvContentPartPr/>
                <p14:nvPr/>
              </p14:nvContentPartPr>
              <p14:xfrm>
                <a:off x="6692115" y="813922"/>
                <a:ext cx="324000" cy="452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712F3D0-7224-432D-95B0-52ACA0E1AC1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674115" y="795922"/>
                  <a:ext cx="35964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401C659-DD74-486D-A20F-1FD73CABB50A}"/>
                    </a:ext>
                  </a:extLst>
                </p14:cNvPr>
                <p14:cNvContentPartPr/>
                <p14:nvPr/>
              </p14:nvContentPartPr>
              <p14:xfrm>
                <a:off x="7140675" y="937042"/>
                <a:ext cx="36360" cy="349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401C659-DD74-486D-A20F-1FD73CABB50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123035" y="919402"/>
                  <a:ext cx="7200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A142DD4-4C58-4547-BD34-2880AFC7F8EA}"/>
                    </a:ext>
                  </a:extLst>
                </p14:cNvPr>
                <p14:cNvContentPartPr/>
                <p14:nvPr/>
              </p14:nvContentPartPr>
              <p14:xfrm>
                <a:off x="7159395" y="892402"/>
                <a:ext cx="147240" cy="197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A142DD4-4C58-4547-BD34-2880AFC7F8E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141395" y="874762"/>
                  <a:ext cx="182880" cy="23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DAF93CE-FE9D-491F-BC97-73C078719FF8}"/>
              </a:ext>
            </a:extLst>
          </p:cNvPr>
          <p:cNvGrpSpPr/>
          <p:nvPr/>
        </p:nvGrpSpPr>
        <p:grpSpPr>
          <a:xfrm>
            <a:off x="7712715" y="800962"/>
            <a:ext cx="1822320" cy="691560"/>
            <a:chOff x="7712715" y="800962"/>
            <a:chExt cx="1822320" cy="69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F27FF30-33F9-457E-BADE-5CDA460AE27E}"/>
                    </a:ext>
                  </a:extLst>
                </p14:cNvPr>
                <p14:cNvContentPartPr/>
                <p14:nvPr/>
              </p14:nvContentPartPr>
              <p14:xfrm>
                <a:off x="7712715" y="932362"/>
                <a:ext cx="136080" cy="1922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F27FF30-33F9-457E-BADE-5CDA460AE27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694715" y="914722"/>
                  <a:ext cx="1717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146660B-6677-41BC-988A-EAA1E9852D5C}"/>
                    </a:ext>
                  </a:extLst>
                </p14:cNvPr>
                <p14:cNvContentPartPr/>
                <p14:nvPr/>
              </p14:nvContentPartPr>
              <p14:xfrm>
                <a:off x="7928355" y="950002"/>
                <a:ext cx="128880" cy="169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146660B-6677-41BC-988A-EAA1E9852D5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910355" y="932362"/>
                  <a:ext cx="1645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C02C565-488F-4384-AF85-CED42E586F89}"/>
                    </a:ext>
                  </a:extLst>
                </p14:cNvPr>
                <p14:cNvContentPartPr/>
                <p14:nvPr/>
              </p14:nvContentPartPr>
              <p14:xfrm>
                <a:off x="8151195" y="817522"/>
                <a:ext cx="10440" cy="300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C02C565-488F-4384-AF85-CED42E586F8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133195" y="799882"/>
                  <a:ext cx="4608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BEF661E-1E42-4D48-AA5C-9692D9C82C43}"/>
                    </a:ext>
                  </a:extLst>
                </p14:cNvPr>
                <p14:cNvContentPartPr/>
                <p14:nvPr/>
              </p14:nvContentPartPr>
              <p14:xfrm>
                <a:off x="8262435" y="800962"/>
                <a:ext cx="20880" cy="309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BEF661E-1E42-4D48-AA5C-9692D9C82C4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244435" y="783322"/>
                  <a:ext cx="5652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8C84DE7-B3B1-4594-B690-5A8CC03E382C}"/>
                    </a:ext>
                  </a:extLst>
                </p14:cNvPr>
                <p14:cNvContentPartPr/>
                <p14:nvPr/>
              </p14:nvContentPartPr>
              <p14:xfrm>
                <a:off x="8219595" y="887722"/>
                <a:ext cx="1315440" cy="604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8C84DE7-B3B1-4594-B690-5A8CC03E382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201955" y="870082"/>
                  <a:ext cx="1351080" cy="64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ABE56C2-0665-442E-BF2B-06C9531F2486}"/>
              </a:ext>
            </a:extLst>
          </p:cNvPr>
          <p:cNvGrpSpPr/>
          <p:nvPr/>
        </p:nvGrpSpPr>
        <p:grpSpPr>
          <a:xfrm>
            <a:off x="10064955" y="705922"/>
            <a:ext cx="1575000" cy="603000"/>
            <a:chOff x="10064955" y="705922"/>
            <a:chExt cx="1575000" cy="60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72A54F1-1C5E-4BE2-8850-2B5E4CEB3575}"/>
                    </a:ext>
                  </a:extLst>
                </p14:cNvPr>
                <p14:cNvContentPartPr/>
                <p14:nvPr/>
              </p14:nvContentPartPr>
              <p14:xfrm>
                <a:off x="10064955" y="705922"/>
                <a:ext cx="475200" cy="603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72A54F1-1C5E-4BE2-8850-2B5E4CEB357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047315" y="688282"/>
                  <a:ext cx="51084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87D9D9C-B54C-4DBF-9F96-7ECA2F1D54F6}"/>
                    </a:ext>
                  </a:extLst>
                </p14:cNvPr>
                <p14:cNvContentPartPr/>
                <p14:nvPr/>
              </p14:nvContentPartPr>
              <p14:xfrm>
                <a:off x="10919955" y="802402"/>
                <a:ext cx="720000" cy="238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87D9D9C-B54C-4DBF-9F96-7ECA2F1D54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901955" y="784762"/>
                  <a:ext cx="755640" cy="27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1CC8E65-434C-4EBC-8D93-CCDF12320455}"/>
              </a:ext>
            </a:extLst>
          </p:cNvPr>
          <p:cNvGrpSpPr/>
          <p:nvPr/>
        </p:nvGrpSpPr>
        <p:grpSpPr>
          <a:xfrm>
            <a:off x="1745715" y="1855042"/>
            <a:ext cx="1879920" cy="491040"/>
            <a:chOff x="1745715" y="1855042"/>
            <a:chExt cx="1879920" cy="49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3436CEC-90D7-4A09-BEF9-E9F0A65B6A0B}"/>
                    </a:ext>
                  </a:extLst>
                </p14:cNvPr>
                <p14:cNvContentPartPr/>
                <p14:nvPr/>
              </p14:nvContentPartPr>
              <p14:xfrm>
                <a:off x="1745715" y="1966642"/>
                <a:ext cx="388440" cy="379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3436CEC-90D7-4A09-BEF9-E9F0A65B6A0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727715" y="1948642"/>
                  <a:ext cx="42408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1B0BD0D-7E59-4FB6-94D8-723F96D33967}"/>
                    </a:ext>
                  </a:extLst>
                </p14:cNvPr>
                <p14:cNvContentPartPr/>
                <p14:nvPr/>
              </p14:nvContentPartPr>
              <p14:xfrm>
                <a:off x="2245395" y="2128282"/>
                <a:ext cx="120600" cy="36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1B0BD0D-7E59-4FB6-94D8-723F96D3396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227755" y="2110282"/>
                  <a:ext cx="1562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E470710-1E19-4A60-B806-FEAE697ED702}"/>
                    </a:ext>
                  </a:extLst>
                </p14:cNvPr>
                <p14:cNvContentPartPr/>
                <p14:nvPr/>
              </p14:nvContentPartPr>
              <p14:xfrm>
                <a:off x="2502075" y="1855042"/>
                <a:ext cx="841320" cy="459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E470710-1E19-4A60-B806-FEAE697ED70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84075" y="1837402"/>
                  <a:ext cx="87696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21A5975-C324-46F9-B288-44DE832A8C22}"/>
                    </a:ext>
                  </a:extLst>
                </p14:cNvPr>
                <p14:cNvContentPartPr/>
                <p14:nvPr/>
              </p14:nvContentPartPr>
              <p14:xfrm>
                <a:off x="3599715" y="1963042"/>
                <a:ext cx="25920" cy="8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21A5975-C324-46F9-B288-44DE832A8C2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581715" y="1945402"/>
                  <a:ext cx="61560" cy="4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C2C1A295-DE89-4157-BEDF-58D5277DC961}"/>
                  </a:ext>
                </a:extLst>
              </p14:cNvPr>
              <p14:cNvContentPartPr/>
              <p14:nvPr/>
            </p14:nvContentPartPr>
            <p14:xfrm>
              <a:off x="4228275" y="1923082"/>
              <a:ext cx="522720" cy="6224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C2C1A295-DE89-4157-BEDF-58D5277DC96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210275" y="1905442"/>
                <a:ext cx="558360" cy="65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43E49BE4-2B70-4A28-826A-10957A7544F0}"/>
              </a:ext>
            </a:extLst>
          </p:cNvPr>
          <p:cNvGrpSpPr/>
          <p:nvPr/>
        </p:nvGrpSpPr>
        <p:grpSpPr>
          <a:xfrm>
            <a:off x="5694915" y="1732642"/>
            <a:ext cx="444960" cy="527400"/>
            <a:chOff x="5694915" y="1732642"/>
            <a:chExt cx="444960" cy="52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74C9A77-A224-49AF-A45A-89F5D1396066}"/>
                    </a:ext>
                  </a:extLst>
                </p14:cNvPr>
                <p14:cNvContentPartPr/>
                <p14:nvPr/>
              </p14:nvContentPartPr>
              <p14:xfrm>
                <a:off x="5698155" y="1915882"/>
                <a:ext cx="79560" cy="155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74C9A77-A224-49AF-A45A-89F5D139606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680515" y="1898242"/>
                  <a:ext cx="1152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411A63E-656B-4F80-9F34-40368D627735}"/>
                    </a:ext>
                  </a:extLst>
                </p14:cNvPr>
                <p14:cNvContentPartPr/>
                <p14:nvPr/>
              </p14:nvContentPartPr>
              <p14:xfrm>
                <a:off x="5694915" y="1821202"/>
                <a:ext cx="80280" cy="19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411A63E-656B-4F80-9F34-40368D62773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677275" y="1803202"/>
                  <a:ext cx="1159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B4B4655-546C-4E6B-8C7A-A622B0FA633C}"/>
                    </a:ext>
                  </a:extLst>
                </p14:cNvPr>
                <p14:cNvContentPartPr/>
                <p14:nvPr/>
              </p14:nvContentPartPr>
              <p14:xfrm>
                <a:off x="5821275" y="1732642"/>
                <a:ext cx="98640" cy="500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B4B4655-546C-4E6B-8C7A-A622B0FA633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03275" y="1715002"/>
                  <a:ext cx="13428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C61A955-08A6-47B0-A955-59D70F19D17C}"/>
                    </a:ext>
                  </a:extLst>
                </p14:cNvPr>
                <p14:cNvContentPartPr/>
                <p14:nvPr/>
              </p14:nvContentPartPr>
              <p14:xfrm>
                <a:off x="5989395" y="1881682"/>
                <a:ext cx="150480" cy="378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C61A955-08A6-47B0-A955-59D70F19D17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971395" y="1864042"/>
                  <a:ext cx="186120" cy="41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64D9BB3-D2DB-4F20-874A-B526DDC938A6}"/>
              </a:ext>
            </a:extLst>
          </p:cNvPr>
          <p:cNvGrpSpPr/>
          <p:nvPr/>
        </p:nvGrpSpPr>
        <p:grpSpPr>
          <a:xfrm>
            <a:off x="6782835" y="1613122"/>
            <a:ext cx="1052640" cy="491400"/>
            <a:chOff x="6782835" y="1613122"/>
            <a:chExt cx="1052640" cy="49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7BCAD41-62E8-48E6-B5B5-C3C0FB978EA4}"/>
                    </a:ext>
                  </a:extLst>
                </p14:cNvPr>
                <p14:cNvContentPartPr/>
                <p14:nvPr/>
              </p14:nvContentPartPr>
              <p14:xfrm>
                <a:off x="6782835" y="1880602"/>
                <a:ext cx="110160" cy="223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7BCAD41-62E8-48E6-B5B5-C3C0FB978EA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764835" y="1862962"/>
                  <a:ext cx="1458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7205280-F3EA-4403-A23F-59E6858A26ED}"/>
                    </a:ext>
                  </a:extLst>
                </p14:cNvPr>
                <p14:cNvContentPartPr/>
                <p14:nvPr/>
              </p14:nvContentPartPr>
              <p14:xfrm>
                <a:off x="6981555" y="1690162"/>
                <a:ext cx="265680" cy="402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7205280-F3EA-4403-A23F-59E6858A26E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963915" y="1672162"/>
                  <a:ext cx="30132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86B2521-BB36-4707-8F72-D2A7BE185EDA}"/>
                    </a:ext>
                  </a:extLst>
                </p14:cNvPr>
                <p14:cNvContentPartPr/>
                <p14:nvPr/>
              </p14:nvContentPartPr>
              <p14:xfrm>
                <a:off x="7392675" y="1613122"/>
                <a:ext cx="51840" cy="390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86B2521-BB36-4707-8F72-D2A7BE185ED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374675" y="1595482"/>
                  <a:ext cx="8748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B399BAC-9C28-43DD-9B34-B4E879775C29}"/>
                    </a:ext>
                  </a:extLst>
                </p14:cNvPr>
                <p14:cNvContentPartPr/>
                <p14:nvPr/>
              </p14:nvContentPartPr>
              <p14:xfrm>
                <a:off x="7429395" y="1645522"/>
                <a:ext cx="271080" cy="3780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B399BAC-9C28-43DD-9B34-B4E879775C2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411395" y="1627522"/>
                  <a:ext cx="30672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9A6891D-6785-47EF-9EEC-6005BEB2B031}"/>
                    </a:ext>
                  </a:extLst>
                </p14:cNvPr>
                <p14:cNvContentPartPr/>
                <p14:nvPr/>
              </p14:nvContentPartPr>
              <p14:xfrm>
                <a:off x="7813155" y="1892842"/>
                <a:ext cx="22320" cy="7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9A6891D-6785-47EF-9EEC-6005BEB2B03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795515" y="1875202"/>
                  <a:ext cx="57960" cy="4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4F04B29-A8F6-4CD7-9232-D407BA216BF0}"/>
                  </a:ext>
                </a:extLst>
              </p14:cNvPr>
              <p14:cNvContentPartPr/>
              <p14:nvPr/>
            </p14:nvContentPartPr>
            <p14:xfrm>
              <a:off x="8473395" y="1633282"/>
              <a:ext cx="396360" cy="56088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4F04B29-A8F6-4CD7-9232-D407BA216BF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455395" y="1615642"/>
                <a:ext cx="432000" cy="59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0E250771-E6CB-4034-A9A9-D4B5E6AB1FA6}"/>
              </a:ext>
            </a:extLst>
          </p:cNvPr>
          <p:cNvGrpSpPr/>
          <p:nvPr/>
        </p:nvGrpSpPr>
        <p:grpSpPr>
          <a:xfrm>
            <a:off x="9262875" y="1507282"/>
            <a:ext cx="2424240" cy="674640"/>
            <a:chOff x="9262875" y="1507282"/>
            <a:chExt cx="2424240" cy="67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EBEFD25-740F-4B6D-8273-8E8A3C67BD27}"/>
                    </a:ext>
                  </a:extLst>
                </p14:cNvPr>
                <p14:cNvContentPartPr/>
                <p14:nvPr/>
              </p14:nvContentPartPr>
              <p14:xfrm>
                <a:off x="9262875" y="1617082"/>
                <a:ext cx="196920" cy="284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EBEFD25-740F-4B6D-8273-8E8A3C67BD2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244875" y="1599442"/>
                  <a:ext cx="2325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C1B0521-D28F-4536-AB96-F2EEAEB1B61F}"/>
                    </a:ext>
                  </a:extLst>
                </p14:cNvPr>
                <p14:cNvContentPartPr/>
                <p14:nvPr/>
              </p14:nvContentPartPr>
              <p14:xfrm>
                <a:off x="9505515" y="1911562"/>
                <a:ext cx="11520" cy="105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C1B0521-D28F-4536-AB96-F2EEAEB1B61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487875" y="1893922"/>
                  <a:ext cx="471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C676A96-FA20-41DE-9E1E-E43A189371C6}"/>
                    </a:ext>
                  </a:extLst>
                </p14:cNvPr>
                <p14:cNvContentPartPr/>
                <p14:nvPr/>
              </p14:nvContentPartPr>
              <p14:xfrm>
                <a:off x="9517755" y="1806442"/>
                <a:ext cx="28080" cy="34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C676A96-FA20-41DE-9E1E-E43A189371C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499755" y="1788802"/>
                  <a:ext cx="637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4DC5D50-6233-43E2-91C4-3FF267CDE49F}"/>
                    </a:ext>
                  </a:extLst>
                </p14:cNvPr>
                <p14:cNvContentPartPr/>
                <p14:nvPr/>
              </p14:nvContentPartPr>
              <p14:xfrm>
                <a:off x="9608475" y="1902202"/>
                <a:ext cx="88200" cy="138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4DC5D50-6233-43E2-91C4-3FF267CDE49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590475" y="1884562"/>
                  <a:ext cx="1238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EE710D1-7CEF-4FED-A3F2-A22C494686D7}"/>
                    </a:ext>
                  </a:extLst>
                </p14:cNvPr>
                <p14:cNvContentPartPr/>
                <p14:nvPr/>
              </p14:nvContentPartPr>
              <p14:xfrm>
                <a:off x="9869835" y="1944682"/>
                <a:ext cx="15120" cy="2372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EE710D1-7CEF-4FED-A3F2-A22C494686D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851835" y="1926682"/>
                  <a:ext cx="507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C131839-7542-4836-BBA8-1DEDEEC2A805}"/>
                    </a:ext>
                  </a:extLst>
                </p14:cNvPr>
                <p14:cNvContentPartPr/>
                <p14:nvPr/>
              </p14:nvContentPartPr>
              <p14:xfrm>
                <a:off x="9983235" y="1638322"/>
                <a:ext cx="127800" cy="432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C131839-7542-4836-BBA8-1DEDEEC2A80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965235" y="1620322"/>
                  <a:ext cx="1634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C76E631-D8E2-4C28-8788-22FE2408D62E}"/>
                    </a:ext>
                  </a:extLst>
                </p14:cNvPr>
                <p14:cNvContentPartPr/>
                <p14:nvPr/>
              </p14:nvContentPartPr>
              <p14:xfrm>
                <a:off x="9969555" y="1542562"/>
                <a:ext cx="494280" cy="233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C76E631-D8E2-4C28-8788-22FE2408D62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951555" y="1524922"/>
                  <a:ext cx="5299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FD5BCC5-5CED-4D4F-A037-80FBB1861990}"/>
                    </a:ext>
                  </a:extLst>
                </p14:cNvPr>
                <p14:cNvContentPartPr/>
                <p14:nvPr/>
              </p14:nvContentPartPr>
              <p14:xfrm>
                <a:off x="10611075" y="1541482"/>
                <a:ext cx="99720" cy="257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FD5BCC5-5CED-4D4F-A037-80FBB186199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593075" y="1523482"/>
                  <a:ext cx="1353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3D483B7-6D64-45D1-8136-F33E2764EE92}"/>
                    </a:ext>
                  </a:extLst>
                </p14:cNvPr>
                <p14:cNvContentPartPr/>
                <p14:nvPr/>
              </p14:nvContentPartPr>
              <p14:xfrm>
                <a:off x="10638075" y="1581442"/>
                <a:ext cx="332280" cy="200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3D483B7-6D64-45D1-8136-F33E2764EE9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620075" y="1563802"/>
                  <a:ext cx="3679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F621A4D-18D5-4E20-AD47-DDF1288B2CD5}"/>
                    </a:ext>
                  </a:extLst>
                </p14:cNvPr>
                <p14:cNvContentPartPr/>
                <p14:nvPr/>
              </p14:nvContentPartPr>
              <p14:xfrm>
                <a:off x="11100315" y="1507282"/>
                <a:ext cx="586800" cy="2574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F621A4D-18D5-4E20-AD47-DDF1288B2CD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082675" y="1489642"/>
                  <a:ext cx="622440" cy="29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78BD7BD1-5106-46D9-A243-74E4ABF228E8}"/>
                  </a:ext>
                </a:extLst>
              </p14:cNvPr>
              <p14:cNvContentPartPr/>
              <p14:nvPr/>
            </p14:nvContentPartPr>
            <p14:xfrm>
              <a:off x="11946675" y="1921642"/>
              <a:ext cx="75960" cy="914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78BD7BD1-5106-46D9-A243-74E4ABF228E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1929035" y="1903642"/>
                <a:ext cx="111600" cy="12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98A13DC5-C35A-45DE-A6A4-FF4EFC156BFE}"/>
              </a:ext>
            </a:extLst>
          </p:cNvPr>
          <p:cNvGrpSpPr/>
          <p:nvPr/>
        </p:nvGrpSpPr>
        <p:grpSpPr>
          <a:xfrm>
            <a:off x="1870995" y="2582602"/>
            <a:ext cx="1554840" cy="402480"/>
            <a:chOff x="1870995" y="2582602"/>
            <a:chExt cx="1554840" cy="40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A889FFA-DCF3-4AA8-A842-EACE3A040272}"/>
                    </a:ext>
                  </a:extLst>
                </p14:cNvPr>
                <p14:cNvContentPartPr/>
                <p14:nvPr/>
              </p14:nvContentPartPr>
              <p14:xfrm>
                <a:off x="1870995" y="2582602"/>
                <a:ext cx="222120" cy="264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A889FFA-DCF3-4AA8-A842-EACE3A04027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852995" y="2564962"/>
                  <a:ext cx="2577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A584762-67C4-43A5-BA10-5DA23990B718}"/>
                    </a:ext>
                  </a:extLst>
                </p14:cNvPr>
                <p14:cNvContentPartPr/>
                <p14:nvPr/>
              </p14:nvContentPartPr>
              <p14:xfrm>
                <a:off x="2163315" y="2802922"/>
                <a:ext cx="8280" cy="1112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A584762-67C4-43A5-BA10-5DA23990B71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145315" y="2784922"/>
                  <a:ext cx="439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0C585BF-F4CE-4CD0-AD0D-E0DA77FBE422}"/>
                    </a:ext>
                  </a:extLst>
                </p14:cNvPr>
                <p14:cNvContentPartPr/>
                <p14:nvPr/>
              </p14:nvContentPartPr>
              <p14:xfrm>
                <a:off x="2163315" y="2713642"/>
                <a:ext cx="20880" cy="27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0C585BF-F4CE-4CD0-AD0D-E0DA77FBE42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145315" y="2696002"/>
                  <a:ext cx="565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36354AF-01E7-4465-A932-BAF05F551FDB}"/>
                    </a:ext>
                  </a:extLst>
                </p14:cNvPr>
                <p14:cNvContentPartPr/>
                <p14:nvPr/>
              </p14:nvContentPartPr>
              <p14:xfrm>
                <a:off x="2343675" y="2753962"/>
                <a:ext cx="132480" cy="1191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36354AF-01E7-4465-A932-BAF05F551FD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326035" y="2736322"/>
                  <a:ext cx="1681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EA029BC-0B37-4364-A9E8-DC906B400E76}"/>
                    </a:ext>
                  </a:extLst>
                </p14:cNvPr>
                <p14:cNvContentPartPr/>
                <p14:nvPr/>
              </p14:nvContentPartPr>
              <p14:xfrm>
                <a:off x="2578755" y="2693842"/>
                <a:ext cx="793080" cy="291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EA029BC-0B37-4364-A9E8-DC906B400E7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560755" y="2675842"/>
                  <a:ext cx="82872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8606E7C-347B-4E19-AD50-D4690158235F}"/>
                    </a:ext>
                  </a:extLst>
                </p14:cNvPr>
                <p14:cNvContentPartPr/>
                <p14:nvPr/>
              </p14:nvContentPartPr>
              <p14:xfrm>
                <a:off x="3170955" y="2811562"/>
                <a:ext cx="254880" cy="70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8606E7C-347B-4E19-AD50-D4690158235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153315" y="2793562"/>
                  <a:ext cx="290520" cy="10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D245234-F40B-4291-A834-77779791302E}"/>
              </a:ext>
            </a:extLst>
          </p:cNvPr>
          <p:cNvGrpSpPr/>
          <p:nvPr/>
        </p:nvGrpSpPr>
        <p:grpSpPr>
          <a:xfrm>
            <a:off x="3786915" y="2444722"/>
            <a:ext cx="1625040" cy="393480"/>
            <a:chOff x="3786915" y="2444722"/>
            <a:chExt cx="1625040" cy="39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E12E136-67F3-4A6E-B5A2-4227E11D381D}"/>
                    </a:ext>
                  </a:extLst>
                </p14:cNvPr>
                <p14:cNvContentPartPr/>
                <p14:nvPr/>
              </p14:nvContentPartPr>
              <p14:xfrm>
                <a:off x="3786915" y="2541922"/>
                <a:ext cx="32040" cy="2952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E12E136-67F3-4A6E-B5A2-4227E11D381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768915" y="2524282"/>
                  <a:ext cx="6768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24FD53E-2788-4E1A-85DB-FA44E2718520}"/>
                    </a:ext>
                  </a:extLst>
                </p14:cNvPr>
                <p14:cNvContentPartPr/>
                <p14:nvPr/>
              </p14:nvContentPartPr>
              <p14:xfrm>
                <a:off x="4001475" y="2467402"/>
                <a:ext cx="257400" cy="3567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24FD53E-2788-4E1A-85DB-FA44E271852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983835" y="2449402"/>
                  <a:ext cx="29304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F85D891-A42A-4028-8B47-63C64AB9E53D}"/>
                    </a:ext>
                  </a:extLst>
                </p14:cNvPr>
                <p14:cNvContentPartPr/>
                <p14:nvPr/>
              </p14:nvContentPartPr>
              <p14:xfrm>
                <a:off x="4396395" y="2576482"/>
                <a:ext cx="143280" cy="225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F85D891-A42A-4028-8B47-63C64AB9E53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378755" y="2558842"/>
                  <a:ext cx="1789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FAB939B-D822-4FA8-BD8A-08568F5DF039}"/>
                    </a:ext>
                  </a:extLst>
                </p14:cNvPr>
                <p14:cNvContentPartPr/>
                <p14:nvPr/>
              </p14:nvContentPartPr>
              <p14:xfrm>
                <a:off x="4718235" y="2566402"/>
                <a:ext cx="309960" cy="2530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FAB939B-D822-4FA8-BD8A-08568F5DF03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700235" y="2548762"/>
                  <a:ext cx="3456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116ED91-489D-4A5A-99F4-25DAA0005CEE}"/>
                    </a:ext>
                  </a:extLst>
                </p14:cNvPr>
                <p14:cNvContentPartPr/>
                <p14:nvPr/>
              </p14:nvContentPartPr>
              <p14:xfrm>
                <a:off x="5169675" y="2444722"/>
                <a:ext cx="242280" cy="3934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116ED91-489D-4A5A-99F4-25DAA0005CE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151675" y="2426722"/>
                  <a:ext cx="277920" cy="42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529BD2D8-8F88-40A2-8085-CC37825B05C6}"/>
                  </a:ext>
                </a:extLst>
              </p14:cNvPr>
              <p14:cNvContentPartPr/>
              <p14:nvPr/>
            </p14:nvContentPartPr>
            <p14:xfrm>
              <a:off x="5838195" y="2708602"/>
              <a:ext cx="23040" cy="4068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529BD2D8-8F88-40A2-8085-CC37825B05C6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820195" y="2690602"/>
                <a:ext cx="5868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3047D543-BAE9-49E8-91B3-BEC37BCE7630}"/>
                  </a:ext>
                </a:extLst>
              </p14:cNvPr>
              <p14:cNvContentPartPr/>
              <p14:nvPr/>
            </p14:nvContentPartPr>
            <p14:xfrm>
              <a:off x="6224835" y="2752162"/>
              <a:ext cx="79560" cy="9864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3047D543-BAE9-49E8-91B3-BEC37BCE763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207195" y="2734162"/>
                <a:ext cx="115200" cy="13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8D3DD2D5-CC47-4706-851F-FD1FCC286643}"/>
              </a:ext>
            </a:extLst>
          </p:cNvPr>
          <p:cNvGrpSpPr/>
          <p:nvPr/>
        </p:nvGrpSpPr>
        <p:grpSpPr>
          <a:xfrm>
            <a:off x="7912875" y="2340322"/>
            <a:ext cx="1424880" cy="388440"/>
            <a:chOff x="7912875" y="2340322"/>
            <a:chExt cx="1424880" cy="38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D18FCD9-36C9-4140-BCFD-A7C7437E6749}"/>
                    </a:ext>
                  </a:extLst>
                </p14:cNvPr>
                <p14:cNvContentPartPr/>
                <p14:nvPr/>
              </p14:nvContentPartPr>
              <p14:xfrm>
                <a:off x="7912875" y="2511682"/>
                <a:ext cx="190440" cy="270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D18FCD9-36C9-4140-BCFD-A7C7437E674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895235" y="2494042"/>
                  <a:ext cx="2260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D682180-B08A-4F15-9909-5C085101197A}"/>
                    </a:ext>
                  </a:extLst>
                </p14:cNvPr>
                <p14:cNvContentPartPr/>
                <p14:nvPr/>
              </p14:nvContentPartPr>
              <p14:xfrm>
                <a:off x="7936275" y="2586922"/>
                <a:ext cx="240840" cy="568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D682180-B08A-4F15-9909-5C085101197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918275" y="2569282"/>
                  <a:ext cx="2764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6041B8B-4393-4745-A918-D83736CF07D6}"/>
                    </a:ext>
                  </a:extLst>
                </p14:cNvPr>
                <p14:cNvContentPartPr/>
                <p14:nvPr/>
              </p14:nvContentPartPr>
              <p14:xfrm>
                <a:off x="8396355" y="2340322"/>
                <a:ext cx="195480" cy="3884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6041B8B-4393-4745-A918-D83736CF07D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378715" y="2322682"/>
                  <a:ext cx="23112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331EBD2-4A39-4B34-BC94-5D26E33D1842}"/>
                    </a:ext>
                  </a:extLst>
                </p14:cNvPr>
                <p14:cNvContentPartPr/>
                <p14:nvPr/>
              </p14:nvContentPartPr>
              <p14:xfrm>
                <a:off x="8785515" y="2387842"/>
                <a:ext cx="552240" cy="2700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331EBD2-4A39-4B34-BC94-5D26E33D184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767875" y="2370202"/>
                  <a:ext cx="587880" cy="30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3E4C9343-16D9-4D57-9454-A1EE011D8A8C}"/>
                  </a:ext>
                </a:extLst>
              </p14:cNvPr>
              <p14:cNvContentPartPr/>
              <p14:nvPr/>
            </p14:nvContentPartPr>
            <p14:xfrm>
              <a:off x="9916275" y="2394682"/>
              <a:ext cx="239400" cy="40536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3E4C9343-16D9-4D57-9454-A1EE011D8A8C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9898635" y="2376682"/>
                <a:ext cx="275040" cy="44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7A9F12A-BB50-4B14-AA1D-55ED8387DCEC}"/>
              </a:ext>
            </a:extLst>
          </p:cNvPr>
          <p:cNvGrpSpPr/>
          <p:nvPr/>
        </p:nvGrpSpPr>
        <p:grpSpPr>
          <a:xfrm>
            <a:off x="5043315" y="3283882"/>
            <a:ext cx="690840" cy="328320"/>
            <a:chOff x="5043315" y="3283882"/>
            <a:chExt cx="690840" cy="32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D182298-53C0-45DE-ADEB-15BA656E5E30}"/>
                    </a:ext>
                  </a:extLst>
                </p14:cNvPr>
                <p14:cNvContentPartPr/>
                <p14:nvPr/>
              </p14:nvContentPartPr>
              <p14:xfrm>
                <a:off x="5043315" y="3347602"/>
                <a:ext cx="20880" cy="2646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D182298-53C0-45DE-ADEB-15BA656E5E3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025315" y="3329602"/>
                  <a:ext cx="565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1380955-6204-473C-8B9E-9FD537BBF704}"/>
                    </a:ext>
                  </a:extLst>
                </p14:cNvPr>
                <p14:cNvContentPartPr/>
                <p14:nvPr/>
              </p14:nvContentPartPr>
              <p14:xfrm>
                <a:off x="5274435" y="3283882"/>
                <a:ext cx="459720" cy="2732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1380955-6204-473C-8B9E-9FD537BBF70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256795" y="3265882"/>
                  <a:ext cx="495360" cy="30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ADC8EA60-8FC1-4DFB-A25F-65C277148979}"/>
              </a:ext>
            </a:extLst>
          </p:cNvPr>
          <p:cNvGrpSpPr/>
          <p:nvPr/>
        </p:nvGrpSpPr>
        <p:grpSpPr>
          <a:xfrm>
            <a:off x="6581955" y="3267322"/>
            <a:ext cx="662760" cy="282600"/>
            <a:chOff x="6581955" y="3267322"/>
            <a:chExt cx="662760" cy="28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AD8F638-A236-4EEB-B807-7524D0DF1645}"/>
                    </a:ext>
                  </a:extLst>
                </p14:cNvPr>
                <p14:cNvContentPartPr/>
                <p14:nvPr/>
              </p14:nvContentPartPr>
              <p14:xfrm>
                <a:off x="6581955" y="3416362"/>
                <a:ext cx="412560" cy="1245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AD8F638-A236-4EEB-B807-7524D0DF164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563955" y="3398722"/>
                  <a:ext cx="4482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39F5BCE-B9B5-4611-9BAD-AF093169C8ED}"/>
                    </a:ext>
                  </a:extLst>
                </p14:cNvPr>
                <p14:cNvContentPartPr/>
                <p14:nvPr/>
              </p14:nvContentPartPr>
              <p14:xfrm>
                <a:off x="7060035" y="3267322"/>
                <a:ext cx="184680" cy="2826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39F5BCE-B9B5-4611-9BAD-AF093169C8E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042035" y="3249322"/>
                  <a:ext cx="220320" cy="31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6AE1C07-52A0-4907-AFC4-C48B6958C594}"/>
              </a:ext>
            </a:extLst>
          </p:cNvPr>
          <p:cNvGrpSpPr/>
          <p:nvPr/>
        </p:nvGrpSpPr>
        <p:grpSpPr>
          <a:xfrm>
            <a:off x="8168475" y="3130162"/>
            <a:ext cx="1692000" cy="362880"/>
            <a:chOff x="8168475" y="3130162"/>
            <a:chExt cx="1692000" cy="36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B82DC61-629A-42CF-BF66-8F14FFD57F97}"/>
                    </a:ext>
                  </a:extLst>
                </p14:cNvPr>
                <p14:cNvContentPartPr/>
                <p14:nvPr/>
              </p14:nvContentPartPr>
              <p14:xfrm>
                <a:off x="8168475" y="3247522"/>
                <a:ext cx="577080" cy="2455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B82DC61-629A-42CF-BF66-8F14FFD57F9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150475" y="3229522"/>
                  <a:ext cx="6127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A244482-2CB2-4E12-B32C-5AB38944002D}"/>
                    </a:ext>
                  </a:extLst>
                </p14:cNvPr>
                <p14:cNvContentPartPr/>
                <p14:nvPr/>
              </p14:nvContentPartPr>
              <p14:xfrm>
                <a:off x="8798115" y="3194242"/>
                <a:ext cx="258840" cy="2451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A244482-2CB2-4E12-B32C-5AB38944002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780475" y="3176242"/>
                  <a:ext cx="2944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69727DB-40FC-460E-9FA9-AB8364D82F28}"/>
                    </a:ext>
                  </a:extLst>
                </p14:cNvPr>
                <p14:cNvContentPartPr/>
                <p14:nvPr/>
              </p14:nvContentPartPr>
              <p14:xfrm>
                <a:off x="9104475" y="3162922"/>
                <a:ext cx="300240" cy="2959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69727DB-40FC-460E-9FA9-AB8364D82F2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086835" y="3144922"/>
                  <a:ext cx="3358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80C7265-8588-48D8-AC45-D6C7EC25C22A}"/>
                    </a:ext>
                  </a:extLst>
                </p14:cNvPr>
                <p14:cNvContentPartPr/>
                <p14:nvPr/>
              </p14:nvContentPartPr>
              <p14:xfrm>
                <a:off x="9716835" y="3130162"/>
                <a:ext cx="131760" cy="367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80C7265-8588-48D8-AC45-D6C7EC25C22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699195" y="3112522"/>
                  <a:ext cx="1674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8A2917D-180D-4683-8EB0-D28927E7CE00}"/>
                    </a:ext>
                  </a:extLst>
                </p14:cNvPr>
                <p14:cNvContentPartPr/>
                <p14:nvPr/>
              </p14:nvContentPartPr>
              <p14:xfrm>
                <a:off x="9664995" y="3210802"/>
                <a:ext cx="195480" cy="65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8A2917D-180D-4683-8EB0-D28927E7CE0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646995" y="3193162"/>
                  <a:ext cx="231120" cy="10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242068F6-5B86-4506-BB5A-CA6D4EF5A44C}"/>
              </a:ext>
            </a:extLst>
          </p:cNvPr>
          <p:cNvGrpSpPr/>
          <p:nvPr/>
        </p:nvGrpSpPr>
        <p:grpSpPr>
          <a:xfrm>
            <a:off x="10190235" y="2773042"/>
            <a:ext cx="736200" cy="460440"/>
            <a:chOff x="10190235" y="2773042"/>
            <a:chExt cx="736200" cy="46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5543E43-7B5E-4CEB-9A53-199C9C88ED7E}"/>
                    </a:ext>
                  </a:extLst>
                </p14:cNvPr>
                <p14:cNvContentPartPr/>
                <p14:nvPr/>
              </p14:nvContentPartPr>
              <p14:xfrm>
                <a:off x="10190235" y="2959882"/>
                <a:ext cx="52560" cy="2660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5543E43-7B5E-4CEB-9A53-199C9C88ED7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172595" y="2942242"/>
                  <a:ext cx="882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1B4ED2F-7661-487E-A107-76E31D4FC0C7}"/>
                    </a:ext>
                  </a:extLst>
                </p14:cNvPr>
                <p14:cNvContentPartPr/>
                <p14:nvPr/>
              </p14:nvContentPartPr>
              <p14:xfrm>
                <a:off x="10342875" y="2968522"/>
                <a:ext cx="140400" cy="2649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1B4ED2F-7661-487E-A107-76E31D4FC0C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324875" y="2950882"/>
                  <a:ext cx="17604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702892C-BC35-4119-A315-E69AE203F4B3}"/>
                    </a:ext>
                  </a:extLst>
                </p14:cNvPr>
                <p14:cNvContentPartPr/>
                <p14:nvPr/>
              </p14:nvContentPartPr>
              <p14:xfrm>
                <a:off x="10678035" y="2812642"/>
                <a:ext cx="73080" cy="2466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702892C-BC35-4119-A315-E69AE203F4B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660395" y="2795002"/>
                  <a:ext cx="1087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6EA4EB9-D41C-41D9-BE74-38F6C7ECD19B}"/>
                    </a:ext>
                  </a:extLst>
                </p14:cNvPr>
                <p14:cNvContentPartPr/>
                <p14:nvPr/>
              </p14:nvContentPartPr>
              <p14:xfrm>
                <a:off x="10775235" y="2773042"/>
                <a:ext cx="151200" cy="504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6EA4EB9-D41C-41D9-BE74-38F6C7ECD19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757595" y="2755402"/>
                  <a:ext cx="186840" cy="8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42C68FF2-608D-4238-BE7B-F14683EA06FC}"/>
              </a:ext>
            </a:extLst>
          </p:cNvPr>
          <p:cNvGrpSpPr/>
          <p:nvPr/>
        </p:nvGrpSpPr>
        <p:grpSpPr>
          <a:xfrm>
            <a:off x="2953155" y="4531642"/>
            <a:ext cx="418320" cy="322560"/>
            <a:chOff x="2953155" y="4531642"/>
            <a:chExt cx="418320" cy="32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EA43277-6A24-424C-9128-F783D4E75D95}"/>
                    </a:ext>
                  </a:extLst>
                </p14:cNvPr>
                <p14:cNvContentPartPr/>
                <p14:nvPr/>
              </p14:nvContentPartPr>
              <p14:xfrm>
                <a:off x="2953155" y="4531642"/>
                <a:ext cx="264600" cy="2458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EA43277-6A24-424C-9128-F783D4E75D9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935155" y="4513642"/>
                  <a:ext cx="3002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1314750-478D-4CD8-9C2C-2FE74F3AAB35}"/>
                    </a:ext>
                  </a:extLst>
                </p14:cNvPr>
                <p14:cNvContentPartPr/>
                <p14:nvPr/>
              </p14:nvContentPartPr>
              <p14:xfrm>
                <a:off x="3283635" y="4664842"/>
                <a:ext cx="87840" cy="1893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1314750-478D-4CD8-9C2C-2FE74F3AAB3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265635" y="4646842"/>
                  <a:ext cx="123480" cy="22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20115A8-599E-427B-B2BC-99006F914E8E}"/>
              </a:ext>
            </a:extLst>
          </p:cNvPr>
          <p:cNvGrpSpPr/>
          <p:nvPr/>
        </p:nvGrpSpPr>
        <p:grpSpPr>
          <a:xfrm>
            <a:off x="700995" y="4298002"/>
            <a:ext cx="1366200" cy="756720"/>
            <a:chOff x="700995" y="4298002"/>
            <a:chExt cx="1366200" cy="75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903B9B9-1495-4839-9E3D-FC05888BF8D2}"/>
                    </a:ext>
                  </a:extLst>
                </p14:cNvPr>
                <p14:cNvContentPartPr/>
                <p14:nvPr/>
              </p14:nvContentPartPr>
              <p14:xfrm>
                <a:off x="1227675" y="4453522"/>
                <a:ext cx="398520" cy="2761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903B9B9-1495-4839-9E3D-FC05888BF8D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210035" y="4435522"/>
                  <a:ext cx="43416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B8BD9B8-9AED-4EBC-8D0B-034CDB85B7B8}"/>
                    </a:ext>
                  </a:extLst>
                </p14:cNvPr>
                <p14:cNvContentPartPr/>
                <p14:nvPr/>
              </p14:nvContentPartPr>
              <p14:xfrm>
                <a:off x="1594515" y="4298002"/>
                <a:ext cx="135720" cy="2026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B8BD9B8-9AED-4EBC-8D0B-034CDB85B7B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576515" y="4280002"/>
                  <a:ext cx="1713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A0756EF-2A30-4B26-9630-BBFAD2ECC2E9}"/>
                    </a:ext>
                  </a:extLst>
                </p14:cNvPr>
                <p14:cNvContentPartPr/>
                <p14:nvPr/>
              </p14:nvContentPartPr>
              <p14:xfrm>
                <a:off x="700995" y="4658002"/>
                <a:ext cx="1366200" cy="3967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A0756EF-2A30-4B26-9630-BBFAD2ECC2E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83355" y="4640002"/>
                  <a:ext cx="1401840" cy="43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F639EB16-C9F9-46C8-861E-B552B9765141}"/>
              </a:ext>
            </a:extLst>
          </p:cNvPr>
          <p:cNvGrpSpPr/>
          <p:nvPr/>
        </p:nvGrpSpPr>
        <p:grpSpPr>
          <a:xfrm>
            <a:off x="10658595" y="4029442"/>
            <a:ext cx="955440" cy="1035000"/>
            <a:chOff x="10658595" y="4029442"/>
            <a:chExt cx="955440" cy="103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ED5EE0B-143D-49FA-857B-8882E7BD6EC1}"/>
                    </a:ext>
                  </a:extLst>
                </p14:cNvPr>
                <p14:cNvContentPartPr/>
                <p14:nvPr/>
              </p14:nvContentPartPr>
              <p14:xfrm>
                <a:off x="10673355" y="4029442"/>
                <a:ext cx="53280" cy="8755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ED5EE0B-143D-49FA-857B-8882E7BD6EC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655715" y="4011442"/>
                  <a:ext cx="88920" cy="91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B6B4033-C61E-4334-B4A2-5B58C8F747F7}"/>
                    </a:ext>
                  </a:extLst>
                </p14:cNvPr>
                <p14:cNvContentPartPr/>
                <p14:nvPr/>
              </p14:nvContentPartPr>
              <p14:xfrm>
                <a:off x="10779195" y="4060402"/>
                <a:ext cx="437040" cy="9619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B6B4033-C61E-4334-B4A2-5B58C8F747F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761555" y="4042762"/>
                  <a:ext cx="472680" cy="9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55D2ADB-CD98-4645-9F33-3CA14FEC58DD}"/>
                    </a:ext>
                  </a:extLst>
                </p14:cNvPr>
                <p14:cNvContentPartPr/>
                <p14:nvPr/>
              </p14:nvContentPartPr>
              <p14:xfrm>
                <a:off x="10974315" y="4223842"/>
                <a:ext cx="639720" cy="252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55D2ADB-CD98-4645-9F33-3CA14FEC58D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956315" y="4206202"/>
                  <a:ext cx="6753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85E22B0-C79F-4919-8036-288E835496CE}"/>
                    </a:ext>
                  </a:extLst>
                </p14:cNvPr>
                <p14:cNvContentPartPr/>
                <p14:nvPr/>
              </p14:nvContentPartPr>
              <p14:xfrm>
                <a:off x="10999875" y="4786162"/>
                <a:ext cx="607320" cy="144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85E22B0-C79F-4919-8036-288E835496C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982235" y="4768162"/>
                  <a:ext cx="6429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C6468CA-CD4E-4BCE-9448-769AFFB577E8}"/>
                    </a:ext>
                  </a:extLst>
                </p14:cNvPr>
                <p14:cNvContentPartPr/>
                <p14:nvPr/>
              </p14:nvContentPartPr>
              <p14:xfrm>
                <a:off x="10658595" y="4910722"/>
                <a:ext cx="96840" cy="1537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C6468CA-CD4E-4BCE-9448-769AFFB577E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640595" y="4892722"/>
                  <a:ext cx="1324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B92D9A1-819D-4FEF-8F4B-6EFEF87E8AF4}"/>
                    </a:ext>
                  </a:extLst>
                </p14:cNvPr>
                <p14:cNvContentPartPr/>
                <p14:nvPr/>
              </p14:nvContentPartPr>
              <p14:xfrm>
                <a:off x="10872075" y="5062642"/>
                <a:ext cx="1800" cy="18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B92D9A1-819D-4FEF-8F4B-6EFEF87E8AF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854435" y="5045002"/>
                  <a:ext cx="3744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DAFC8644-8333-4309-8EB4-831440657FF2}"/>
                  </a:ext>
                </a:extLst>
              </p14:cNvPr>
              <p14:cNvContentPartPr/>
              <p14:nvPr/>
            </p14:nvContentPartPr>
            <p14:xfrm>
              <a:off x="5397915" y="5020522"/>
              <a:ext cx="360" cy="36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DAFC8644-8333-4309-8EB4-831440657FF2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5379915" y="5002522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5" name="Group 204">
            <a:extLst>
              <a:ext uri="{FF2B5EF4-FFF2-40B4-BE49-F238E27FC236}">
                <a16:creationId xmlns:a16="http://schemas.microsoft.com/office/drawing/2014/main" id="{2011FEBB-FC8E-42E2-BA61-4AE3AED5D47A}"/>
              </a:ext>
            </a:extLst>
          </p:cNvPr>
          <p:cNvGrpSpPr/>
          <p:nvPr/>
        </p:nvGrpSpPr>
        <p:grpSpPr>
          <a:xfrm>
            <a:off x="6845115" y="2397922"/>
            <a:ext cx="772200" cy="454320"/>
            <a:chOff x="6845115" y="2397922"/>
            <a:chExt cx="772200" cy="45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09B4B54-2A80-493B-955E-7328FB30D06C}"/>
                    </a:ext>
                  </a:extLst>
                </p14:cNvPr>
                <p14:cNvContentPartPr/>
                <p14:nvPr/>
              </p14:nvContentPartPr>
              <p14:xfrm>
                <a:off x="7089915" y="2397922"/>
                <a:ext cx="182520" cy="4309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09B4B54-2A80-493B-955E-7328FB30D06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072275" y="2379922"/>
                  <a:ext cx="218160" cy="4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C9D5BE0-AA0B-4B6B-899A-A19332479BEB}"/>
                    </a:ext>
                  </a:extLst>
                </p14:cNvPr>
                <p14:cNvContentPartPr/>
                <p14:nvPr/>
              </p14:nvContentPartPr>
              <p14:xfrm>
                <a:off x="7091355" y="2649922"/>
                <a:ext cx="324360" cy="30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C9D5BE0-AA0B-4B6B-899A-A19332479BE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073355" y="2632282"/>
                  <a:ext cx="3600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4C30056-7A9E-494D-8A69-C04CF4E7B50D}"/>
                    </a:ext>
                  </a:extLst>
                </p14:cNvPr>
                <p14:cNvContentPartPr/>
                <p14:nvPr/>
              </p14:nvContentPartPr>
              <p14:xfrm>
                <a:off x="7404195" y="2611042"/>
                <a:ext cx="213120" cy="241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4C30056-7A9E-494D-8A69-C04CF4E7B50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386555" y="2593042"/>
                  <a:ext cx="2487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CA1B570-1D65-4130-94ED-34C85380A59F}"/>
                    </a:ext>
                  </a:extLst>
                </p14:cNvPr>
                <p14:cNvContentPartPr/>
                <p14:nvPr/>
              </p14:nvContentPartPr>
              <p14:xfrm>
                <a:off x="6845115" y="2505922"/>
                <a:ext cx="437040" cy="2379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CA1B570-1D65-4130-94ED-34C85380A59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827115" y="2488282"/>
                  <a:ext cx="472680" cy="2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7817CBD0-C537-4300-8FC2-9616265C64C9}"/>
              </a:ext>
            </a:extLst>
          </p:cNvPr>
          <p:cNvGrpSpPr/>
          <p:nvPr/>
        </p:nvGrpSpPr>
        <p:grpSpPr>
          <a:xfrm>
            <a:off x="3749835" y="4352002"/>
            <a:ext cx="6636240" cy="2381040"/>
            <a:chOff x="3749835" y="4352002"/>
            <a:chExt cx="6636240" cy="238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2496396-D16B-4710-9CCC-4FB48118B2C3}"/>
                    </a:ext>
                  </a:extLst>
                </p14:cNvPr>
                <p14:cNvContentPartPr/>
                <p14:nvPr/>
              </p14:nvContentPartPr>
              <p14:xfrm>
                <a:off x="3749835" y="4607242"/>
                <a:ext cx="184680" cy="234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2496396-D16B-4710-9CCC-4FB48118B2C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732195" y="4589242"/>
                  <a:ext cx="2203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739DCFF-6E3C-4CC5-848A-0263CB4FB443}"/>
                    </a:ext>
                  </a:extLst>
                </p14:cNvPr>
                <p14:cNvContentPartPr/>
                <p14:nvPr/>
              </p14:nvContentPartPr>
              <p14:xfrm>
                <a:off x="3787635" y="4704442"/>
                <a:ext cx="148680" cy="277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739DCFF-6E3C-4CC5-848A-0263CB4FB44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769635" y="4686442"/>
                  <a:ext cx="1843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306F467-B78B-4C01-9908-3E0715D204BD}"/>
                    </a:ext>
                  </a:extLst>
                </p14:cNvPr>
                <p14:cNvContentPartPr/>
                <p14:nvPr/>
              </p14:nvContentPartPr>
              <p14:xfrm>
                <a:off x="4420875" y="4402762"/>
                <a:ext cx="210960" cy="3880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306F467-B78B-4C01-9908-3E0715D204B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403235" y="4385122"/>
                  <a:ext cx="24660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B2C14E4-48A2-43B2-A09F-2B47ED60F726}"/>
                    </a:ext>
                  </a:extLst>
                </p14:cNvPr>
                <p14:cNvContentPartPr/>
                <p14:nvPr/>
              </p14:nvContentPartPr>
              <p14:xfrm>
                <a:off x="4429155" y="4633882"/>
                <a:ext cx="262080" cy="230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B2C14E4-48A2-43B2-A09F-2B47ED60F72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411155" y="4616242"/>
                  <a:ext cx="2977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D53688A-C462-47D9-832E-EEB0FA6D9C1C}"/>
                    </a:ext>
                  </a:extLst>
                </p14:cNvPr>
                <p14:cNvContentPartPr/>
                <p14:nvPr/>
              </p14:nvContentPartPr>
              <p14:xfrm>
                <a:off x="4645515" y="4605082"/>
                <a:ext cx="225360" cy="2260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D53688A-C462-47D9-832E-EEB0FA6D9C1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627875" y="4587442"/>
                  <a:ext cx="2610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5632A5A-DBBD-41C0-9C6D-BEE37114B613}"/>
                    </a:ext>
                  </a:extLst>
                </p14:cNvPr>
                <p14:cNvContentPartPr/>
                <p14:nvPr/>
              </p14:nvContentPartPr>
              <p14:xfrm>
                <a:off x="5005875" y="4430842"/>
                <a:ext cx="239760" cy="2329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5632A5A-DBBD-41C0-9C6D-BEE37114B61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987875" y="4412842"/>
                  <a:ext cx="2754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6777667-D87E-42DB-94F0-430E364C2DB9}"/>
                    </a:ext>
                  </a:extLst>
                </p14:cNvPr>
                <p14:cNvContentPartPr/>
                <p14:nvPr/>
              </p14:nvContentPartPr>
              <p14:xfrm>
                <a:off x="5320875" y="4534522"/>
                <a:ext cx="246240" cy="2520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6777667-D87E-42DB-94F0-430E364C2DB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302875" y="4516882"/>
                  <a:ext cx="28188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91D925C-082D-4872-B1F4-3AC0B914DB00}"/>
                    </a:ext>
                  </a:extLst>
                </p14:cNvPr>
                <p14:cNvContentPartPr/>
                <p14:nvPr/>
              </p14:nvContentPartPr>
              <p14:xfrm>
                <a:off x="6055995" y="4470442"/>
                <a:ext cx="28800" cy="2520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91D925C-082D-4872-B1F4-3AC0B914DB0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037995" y="4452802"/>
                  <a:ext cx="644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503E976-75EF-4B64-B6D2-A391F2489B84}"/>
                    </a:ext>
                  </a:extLst>
                </p14:cNvPr>
                <p14:cNvContentPartPr/>
                <p14:nvPr/>
              </p14:nvContentPartPr>
              <p14:xfrm>
                <a:off x="5936475" y="4540642"/>
                <a:ext cx="291600" cy="954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503E976-75EF-4B64-B6D2-A391F2489B8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918835" y="4522642"/>
                  <a:ext cx="3272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328AF20-07BC-4A91-A23C-CC1D0C26B5DD}"/>
                    </a:ext>
                  </a:extLst>
                </p14:cNvPr>
                <p14:cNvContentPartPr/>
                <p14:nvPr/>
              </p14:nvContentPartPr>
              <p14:xfrm>
                <a:off x="6393675" y="4362442"/>
                <a:ext cx="151560" cy="3092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328AF20-07BC-4A91-A23C-CC1D0C26B5D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376035" y="4344802"/>
                  <a:ext cx="18720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40A8406-8421-4D00-90CB-78C15AB14515}"/>
                    </a:ext>
                  </a:extLst>
                </p14:cNvPr>
                <p14:cNvContentPartPr/>
                <p14:nvPr/>
              </p14:nvContentPartPr>
              <p14:xfrm>
                <a:off x="6431115" y="4492042"/>
                <a:ext cx="543600" cy="1522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40A8406-8421-4D00-90CB-78C15AB1451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413475" y="4474402"/>
                  <a:ext cx="5792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CDD99FF-77EB-46AB-B474-F61696818339}"/>
                    </a:ext>
                  </a:extLst>
                </p14:cNvPr>
                <p14:cNvContentPartPr/>
                <p14:nvPr/>
              </p14:nvContentPartPr>
              <p14:xfrm>
                <a:off x="7107195" y="4352002"/>
                <a:ext cx="196200" cy="2311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CDD99FF-77EB-46AB-B474-F6169681833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089195" y="4334002"/>
                  <a:ext cx="2318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0441139-CAA3-4B4E-9D55-B525A6163A69}"/>
                    </a:ext>
                  </a:extLst>
                </p14:cNvPr>
                <p14:cNvContentPartPr/>
                <p14:nvPr/>
              </p14:nvContentPartPr>
              <p14:xfrm>
                <a:off x="7371435" y="4505722"/>
                <a:ext cx="136800" cy="1695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0441139-CAA3-4B4E-9D55-B525A6163A6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353795" y="4487722"/>
                  <a:ext cx="1724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5820F0D-F4EF-4EB5-9211-552B0FA3900F}"/>
                    </a:ext>
                  </a:extLst>
                </p14:cNvPr>
                <p14:cNvContentPartPr/>
                <p14:nvPr/>
              </p14:nvContentPartPr>
              <p14:xfrm>
                <a:off x="4603035" y="4917562"/>
                <a:ext cx="9000" cy="28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5820F0D-F4EF-4EB5-9211-552B0FA3900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585035" y="4899562"/>
                  <a:ext cx="446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BC3A910-0BA2-4E87-B0E1-1CA5A5A821F7}"/>
                    </a:ext>
                  </a:extLst>
                </p14:cNvPr>
                <p14:cNvContentPartPr/>
                <p14:nvPr/>
              </p14:nvContentPartPr>
              <p14:xfrm>
                <a:off x="4023075" y="5280082"/>
                <a:ext cx="242280" cy="266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BC3A910-0BA2-4E87-B0E1-1CA5A5A821F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005435" y="5262082"/>
                  <a:ext cx="2779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99F335B-833A-4B09-BCEB-41E3CD6EE47D}"/>
                    </a:ext>
                  </a:extLst>
                </p14:cNvPr>
                <p14:cNvContentPartPr/>
                <p14:nvPr/>
              </p14:nvContentPartPr>
              <p14:xfrm>
                <a:off x="4039995" y="5415442"/>
                <a:ext cx="178560" cy="255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99F335B-833A-4B09-BCEB-41E3CD6EE47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021995" y="5397442"/>
                  <a:ext cx="2142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E201CBB-40EE-48FD-AD71-2E2705F64AAF}"/>
                    </a:ext>
                  </a:extLst>
                </p14:cNvPr>
                <p14:cNvContentPartPr/>
                <p14:nvPr/>
              </p14:nvContentPartPr>
              <p14:xfrm>
                <a:off x="4823355" y="5077762"/>
                <a:ext cx="181800" cy="2646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E201CBB-40EE-48FD-AD71-2E2705F64AA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805355" y="5059762"/>
                  <a:ext cx="21744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AB335CD-3A00-47D7-83F4-889FF2004896}"/>
                    </a:ext>
                  </a:extLst>
                </p14:cNvPr>
                <p14:cNvContentPartPr/>
                <p14:nvPr/>
              </p14:nvContentPartPr>
              <p14:xfrm>
                <a:off x="4866915" y="5241202"/>
                <a:ext cx="203400" cy="198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AB335CD-3A00-47D7-83F4-889FF200489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848915" y="5223562"/>
                  <a:ext cx="2390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71897C9-9393-4E81-B461-45FF24F39328}"/>
                    </a:ext>
                  </a:extLst>
                </p14:cNvPr>
                <p14:cNvContentPartPr/>
                <p14:nvPr/>
              </p14:nvContentPartPr>
              <p14:xfrm>
                <a:off x="5085075" y="5238322"/>
                <a:ext cx="131760" cy="1706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71897C9-9393-4E81-B461-45FF24F3932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067435" y="5220682"/>
                  <a:ext cx="1674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613C970-BF0C-45CA-932C-701FCD87A0B2}"/>
                    </a:ext>
                  </a:extLst>
                </p14:cNvPr>
                <p14:cNvContentPartPr/>
                <p14:nvPr/>
              </p14:nvContentPartPr>
              <p14:xfrm>
                <a:off x="5315475" y="5109082"/>
                <a:ext cx="221400" cy="1908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613C970-BF0C-45CA-932C-701FCD87A0B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297835" y="5091442"/>
                  <a:ext cx="2570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8CC821F-2536-4B2F-9FF3-0F1A8DB53FF9}"/>
                    </a:ext>
                  </a:extLst>
                </p14:cNvPr>
                <p14:cNvContentPartPr/>
                <p14:nvPr/>
              </p14:nvContentPartPr>
              <p14:xfrm>
                <a:off x="5562435" y="5214562"/>
                <a:ext cx="182160" cy="1836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8CC821F-2536-4B2F-9FF3-0F1A8DB53FF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544435" y="5196922"/>
                  <a:ext cx="2178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E01C0AC-BE6C-419A-B108-6A79141920DF}"/>
                    </a:ext>
                  </a:extLst>
                </p14:cNvPr>
                <p14:cNvContentPartPr/>
                <p14:nvPr/>
              </p14:nvContentPartPr>
              <p14:xfrm>
                <a:off x="6067155" y="4987402"/>
                <a:ext cx="274680" cy="5806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E01C0AC-BE6C-419A-B108-6A79141920D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049515" y="4969762"/>
                  <a:ext cx="310320" cy="61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BF5DB45-0638-4131-94B1-0D25F1AB2BC8}"/>
                    </a:ext>
                  </a:extLst>
                </p14:cNvPr>
                <p14:cNvContentPartPr/>
                <p14:nvPr/>
              </p14:nvContentPartPr>
              <p14:xfrm>
                <a:off x="6696075" y="5127442"/>
                <a:ext cx="38880" cy="3466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BF5DB45-0638-4131-94B1-0D25F1AB2BC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678075" y="5109802"/>
                  <a:ext cx="7452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973AA65-02D2-464C-B8D5-D6CF364E310C}"/>
                    </a:ext>
                  </a:extLst>
                </p14:cNvPr>
                <p14:cNvContentPartPr/>
                <p14:nvPr/>
              </p14:nvContentPartPr>
              <p14:xfrm>
                <a:off x="7088115" y="5129602"/>
                <a:ext cx="42840" cy="2980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973AA65-02D2-464C-B8D5-D6CF364E310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070115" y="5111962"/>
                  <a:ext cx="7848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0BEDFDC-073E-4A33-A0CF-2AC15FFB3F6B}"/>
                    </a:ext>
                  </a:extLst>
                </p14:cNvPr>
                <p14:cNvContentPartPr/>
                <p14:nvPr/>
              </p14:nvContentPartPr>
              <p14:xfrm>
                <a:off x="7030875" y="5264962"/>
                <a:ext cx="343440" cy="316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0BEDFDC-073E-4A33-A0CF-2AC15FFB3F6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013235" y="5246962"/>
                  <a:ext cx="3790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FDC595E-7122-49EB-A844-A471E7B2B6B2}"/>
                    </a:ext>
                  </a:extLst>
                </p14:cNvPr>
                <p14:cNvContentPartPr/>
                <p14:nvPr/>
              </p14:nvContentPartPr>
              <p14:xfrm>
                <a:off x="8137875" y="4892362"/>
                <a:ext cx="159480" cy="2980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FDC595E-7122-49EB-A844-A471E7B2B6B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120235" y="4874722"/>
                  <a:ext cx="1951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6A96506-0932-4BE6-86FE-FC05695AFF11}"/>
                    </a:ext>
                  </a:extLst>
                </p14:cNvPr>
                <p14:cNvContentPartPr/>
                <p14:nvPr/>
              </p14:nvContentPartPr>
              <p14:xfrm>
                <a:off x="8177115" y="5052922"/>
                <a:ext cx="183240" cy="97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6A96506-0932-4BE6-86FE-FC05695AFF1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159115" y="5034922"/>
                  <a:ext cx="2188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AF0C50D-A175-44C9-B30F-CEF19091AD4C}"/>
                    </a:ext>
                  </a:extLst>
                </p14:cNvPr>
                <p14:cNvContentPartPr/>
                <p14:nvPr/>
              </p14:nvContentPartPr>
              <p14:xfrm>
                <a:off x="8472315" y="5023042"/>
                <a:ext cx="140400" cy="1724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AF0C50D-A175-44C9-B30F-CEF19091AD4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454315" y="5005402"/>
                  <a:ext cx="1760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05B3E3C-3F2B-4E4F-8657-57DB4F77E924}"/>
                    </a:ext>
                  </a:extLst>
                </p14:cNvPr>
                <p14:cNvContentPartPr/>
                <p14:nvPr/>
              </p14:nvContentPartPr>
              <p14:xfrm>
                <a:off x="8758515" y="4924042"/>
                <a:ext cx="201600" cy="1929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05B3E3C-3F2B-4E4F-8657-57DB4F77E92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740515" y="4906042"/>
                  <a:ext cx="2372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5B42C96B-E62E-4421-AB04-D127A4B07B1E}"/>
                    </a:ext>
                  </a:extLst>
                </p14:cNvPr>
                <p14:cNvContentPartPr/>
                <p14:nvPr/>
              </p14:nvContentPartPr>
              <p14:xfrm>
                <a:off x="9079275" y="5018722"/>
                <a:ext cx="6840" cy="165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5B42C96B-E62E-4421-AB04-D127A4B07B1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061275" y="5001082"/>
                  <a:ext cx="424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DD2F29B-AE20-4298-BAEC-F3BCEB918E87}"/>
                    </a:ext>
                  </a:extLst>
                </p14:cNvPr>
                <p14:cNvContentPartPr/>
                <p14:nvPr/>
              </p14:nvContentPartPr>
              <p14:xfrm>
                <a:off x="8476995" y="5020162"/>
                <a:ext cx="238680" cy="2005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DD2F29B-AE20-4298-BAEC-F3BCEB918E8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458995" y="5002522"/>
                  <a:ext cx="2743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5A66073-97FD-4F33-ADEE-CDEC1CF8DEC7}"/>
                    </a:ext>
                  </a:extLst>
                </p14:cNvPr>
                <p14:cNvContentPartPr/>
                <p14:nvPr/>
              </p14:nvContentPartPr>
              <p14:xfrm>
                <a:off x="8507955" y="5015122"/>
                <a:ext cx="198720" cy="2300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F5A66073-97FD-4F33-ADEE-CDEC1CF8DEC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490315" y="4997122"/>
                  <a:ext cx="2343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B1F61F9-CA13-4F3B-9B03-BFDCBB8A53EE}"/>
                    </a:ext>
                  </a:extLst>
                </p14:cNvPr>
                <p14:cNvContentPartPr/>
                <p14:nvPr/>
              </p14:nvContentPartPr>
              <p14:xfrm>
                <a:off x="9069195" y="5044642"/>
                <a:ext cx="177840" cy="1706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B1F61F9-CA13-4F3B-9B03-BFDCBB8A53E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051195" y="5026642"/>
                  <a:ext cx="2134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7DFB624-9C43-47F1-8791-546DF21C3C45}"/>
                    </a:ext>
                  </a:extLst>
                </p14:cNvPr>
                <p14:cNvContentPartPr/>
                <p14:nvPr/>
              </p14:nvContentPartPr>
              <p14:xfrm>
                <a:off x="8026635" y="5339842"/>
                <a:ext cx="1303920" cy="842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7DFB624-9C43-47F1-8791-546DF21C3C45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008995" y="5322202"/>
                  <a:ext cx="13395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6FD6F25-2100-409F-9606-78625C1D179A}"/>
                    </a:ext>
                  </a:extLst>
                </p14:cNvPr>
                <p14:cNvContentPartPr/>
                <p14:nvPr/>
              </p14:nvContentPartPr>
              <p14:xfrm>
                <a:off x="8397435" y="5516602"/>
                <a:ext cx="138240" cy="2602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6FD6F25-2100-409F-9606-78625C1D179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379795" y="5498602"/>
                  <a:ext cx="1738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30CF7BC-60A0-4C2A-B32B-68959DEEFB53}"/>
                    </a:ext>
                  </a:extLst>
                </p14:cNvPr>
                <p14:cNvContentPartPr/>
                <p14:nvPr/>
              </p14:nvContentPartPr>
              <p14:xfrm>
                <a:off x="8405715" y="5670682"/>
                <a:ext cx="207000" cy="223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30CF7BC-60A0-4C2A-B32B-68959DEEFB5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387715" y="5653042"/>
                  <a:ext cx="2426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06E07CA0-9EFE-4E55-985D-4558FB4CC302}"/>
                    </a:ext>
                  </a:extLst>
                </p14:cNvPr>
                <p14:cNvContentPartPr/>
                <p14:nvPr/>
              </p14:nvContentPartPr>
              <p14:xfrm>
                <a:off x="8627115" y="5640802"/>
                <a:ext cx="148680" cy="1803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06E07CA0-9EFE-4E55-985D-4558FB4CC30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609475" y="5622802"/>
                  <a:ext cx="1843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152F723-13DE-44F0-8E4D-70DFEF58F914}"/>
                    </a:ext>
                  </a:extLst>
                </p14:cNvPr>
                <p14:cNvContentPartPr/>
                <p14:nvPr/>
              </p14:nvContentPartPr>
              <p14:xfrm>
                <a:off x="9028515" y="5504002"/>
                <a:ext cx="229320" cy="2631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152F723-13DE-44F0-8E4D-70DFEF58F91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010875" y="5486002"/>
                  <a:ext cx="2649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FE031B6-1002-4AC2-80DD-B4EF246B96A4}"/>
                    </a:ext>
                  </a:extLst>
                </p14:cNvPr>
                <p14:cNvContentPartPr/>
                <p14:nvPr/>
              </p14:nvContentPartPr>
              <p14:xfrm>
                <a:off x="9267915" y="5591842"/>
                <a:ext cx="209520" cy="1778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FE031B6-1002-4AC2-80DD-B4EF246B96A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250275" y="5574202"/>
                  <a:ext cx="2451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F49AABA-3279-44A1-BE9E-3390C66FF537}"/>
                    </a:ext>
                  </a:extLst>
                </p14:cNvPr>
                <p14:cNvContentPartPr/>
                <p14:nvPr/>
              </p14:nvContentPartPr>
              <p14:xfrm>
                <a:off x="9454395" y="4825762"/>
                <a:ext cx="310680" cy="10620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F49AABA-3279-44A1-BE9E-3390C66FF53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436395" y="4807762"/>
                  <a:ext cx="346320" cy="10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171850F-C972-4D3E-AE31-A96D256CF589}"/>
                    </a:ext>
                  </a:extLst>
                </p14:cNvPr>
                <p14:cNvContentPartPr/>
                <p14:nvPr/>
              </p14:nvContentPartPr>
              <p14:xfrm>
                <a:off x="4382355" y="6171802"/>
                <a:ext cx="187920" cy="201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171850F-C972-4D3E-AE31-A96D256CF58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364715" y="6154162"/>
                  <a:ext cx="2235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FF72F0C-A185-4A4E-8537-C9C4BAEF1CAF}"/>
                    </a:ext>
                  </a:extLst>
                </p14:cNvPr>
                <p14:cNvContentPartPr/>
                <p14:nvPr/>
              </p14:nvContentPartPr>
              <p14:xfrm>
                <a:off x="4362915" y="6267562"/>
                <a:ext cx="237600" cy="158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FF72F0C-A185-4A4E-8537-C9C4BAEF1CA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344915" y="6249922"/>
                  <a:ext cx="2732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305D102-A70E-4B4B-A540-AE7E8EA34BC7}"/>
                    </a:ext>
                  </a:extLst>
                </p14:cNvPr>
                <p14:cNvContentPartPr/>
                <p14:nvPr/>
              </p14:nvContentPartPr>
              <p14:xfrm>
                <a:off x="6521475" y="5820802"/>
                <a:ext cx="266400" cy="6811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305D102-A70E-4B4B-A540-AE7E8EA34BC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503835" y="5803162"/>
                  <a:ext cx="302040" cy="71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CAF02A95-895B-4012-B09C-25148A6114C5}"/>
                    </a:ext>
                  </a:extLst>
                </p14:cNvPr>
                <p14:cNvContentPartPr/>
                <p14:nvPr/>
              </p14:nvContentPartPr>
              <p14:xfrm>
                <a:off x="7054275" y="5931322"/>
                <a:ext cx="25920" cy="3124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CAF02A95-895B-4012-B09C-25148A6114C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036275" y="5913682"/>
                  <a:ext cx="6156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7E9961A1-0FCE-4CC3-96DD-7419E8741383}"/>
                    </a:ext>
                  </a:extLst>
                </p14:cNvPr>
                <p14:cNvContentPartPr/>
                <p14:nvPr/>
              </p14:nvContentPartPr>
              <p14:xfrm>
                <a:off x="7430115" y="5979202"/>
                <a:ext cx="55440" cy="2736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7E9961A1-0FCE-4CC3-96DD-7419E874138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412115" y="5961562"/>
                  <a:ext cx="910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17929355-B6EC-4DA4-9C85-DDB3EA01DBA4}"/>
                    </a:ext>
                  </a:extLst>
                </p14:cNvPr>
                <p14:cNvContentPartPr/>
                <p14:nvPr/>
              </p14:nvContentPartPr>
              <p14:xfrm>
                <a:off x="7362435" y="6105922"/>
                <a:ext cx="233640" cy="619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17929355-B6EC-4DA4-9C85-DDB3EA01DBA4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344795" y="6087922"/>
                  <a:ext cx="2692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FCE9EABE-32C6-477F-A8C3-CC21C0A0D268}"/>
                    </a:ext>
                  </a:extLst>
                </p14:cNvPr>
                <p14:cNvContentPartPr/>
                <p14:nvPr/>
              </p14:nvContentPartPr>
              <p14:xfrm>
                <a:off x="8006835" y="5879482"/>
                <a:ext cx="24840" cy="2023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FCE9EABE-32C6-477F-A8C3-CC21C0A0D26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989195" y="5861482"/>
                  <a:ext cx="604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5EF2A278-0E25-4FAB-853D-022B6A12E1C1}"/>
                    </a:ext>
                  </a:extLst>
                </p14:cNvPr>
                <p14:cNvContentPartPr/>
                <p14:nvPr/>
              </p14:nvContentPartPr>
              <p14:xfrm>
                <a:off x="7805955" y="6147322"/>
                <a:ext cx="773280" cy="583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5EF2A278-0E25-4FAB-853D-022B6A12E1C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787955" y="6129682"/>
                  <a:ext cx="8089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929268B-224F-47F9-B0E9-67CAFD672267}"/>
                    </a:ext>
                  </a:extLst>
                </p14:cNvPr>
                <p14:cNvContentPartPr/>
                <p14:nvPr/>
              </p14:nvContentPartPr>
              <p14:xfrm>
                <a:off x="7927995" y="6284842"/>
                <a:ext cx="199080" cy="1800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929268B-224F-47F9-B0E9-67CAFD67226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909995" y="6266842"/>
                  <a:ext cx="2347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E88C3D5-58DE-41F9-A2D2-BB8E83FA7669}"/>
                    </a:ext>
                  </a:extLst>
                </p14:cNvPr>
                <p14:cNvContentPartPr/>
                <p14:nvPr/>
              </p14:nvContentPartPr>
              <p14:xfrm>
                <a:off x="8168475" y="6307162"/>
                <a:ext cx="162720" cy="1440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E88C3D5-58DE-41F9-A2D2-BB8E83FA7669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150475" y="6289522"/>
                  <a:ext cx="1983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30D7D024-02F1-4A6D-89F9-B01DAA2C4EB9}"/>
                    </a:ext>
                  </a:extLst>
                </p14:cNvPr>
                <p14:cNvContentPartPr/>
                <p14:nvPr/>
              </p14:nvContentPartPr>
              <p14:xfrm>
                <a:off x="8386275" y="6298162"/>
                <a:ext cx="92880" cy="1422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30D7D024-02F1-4A6D-89F9-B01DAA2C4EB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368635" y="6280162"/>
                  <a:ext cx="1285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2BB2B9A-21DB-4D9E-84B5-54304D282323}"/>
                    </a:ext>
                  </a:extLst>
                </p14:cNvPr>
                <p14:cNvContentPartPr/>
                <p14:nvPr/>
              </p14:nvContentPartPr>
              <p14:xfrm>
                <a:off x="8555115" y="6274762"/>
                <a:ext cx="167040" cy="1947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2BB2B9A-21DB-4D9E-84B5-54304D28232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537475" y="6256762"/>
                  <a:ext cx="2026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30867059-7613-4617-B305-CC96EE5BBA5E}"/>
                    </a:ext>
                  </a:extLst>
                </p14:cNvPr>
                <p14:cNvContentPartPr/>
                <p14:nvPr/>
              </p14:nvContentPartPr>
              <p14:xfrm>
                <a:off x="8976315" y="6122122"/>
                <a:ext cx="12240" cy="57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30867059-7613-4617-B305-CC96EE5BBA5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958675" y="6104482"/>
                  <a:ext cx="478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686B6036-9488-402F-A0DA-64C55F487378}"/>
                    </a:ext>
                  </a:extLst>
                </p14:cNvPr>
                <p14:cNvContentPartPr/>
                <p14:nvPr/>
              </p14:nvContentPartPr>
              <p14:xfrm>
                <a:off x="9570315" y="5898202"/>
                <a:ext cx="210960" cy="2005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686B6036-9488-402F-A0DA-64C55F48737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552315" y="5880202"/>
                  <a:ext cx="2466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361D94D-9F8E-4585-A5A7-C443334AC5ED}"/>
                    </a:ext>
                  </a:extLst>
                </p14:cNvPr>
                <p14:cNvContentPartPr/>
                <p14:nvPr/>
              </p14:nvContentPartPr>
              <p14:xfrm>
                <a:off x="9843915" y="6024562"/>
                <a:ext cx="135360" cy="1627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361D94D-9F8E-4585-A5A7-C443334AC5E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825915" y="6006922"/>
                  <a:ext cx="1710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4DB3A0D-60B7-4992-A55A-125F081208B6}"/>
                    </a:ext>
                  </a:extLst>
                </p14:cNvPr>
                <p14:cNvContentPartPr/>
                <p14:nvPr/>
              </p14:nvContentPartPr>
              <p14:xfrm>
                <a:off x="9432075" y="6230842"/>
                <a:ext cx="484200" cy="187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4DB3A0D-60B7-4992-A55A-125F081208B6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414435" y="6212842"/>
                  <a:ext cx="5198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A2F653E-B1A0-4ADB-987D-4D251B8035B1}"/>
                    </a:ext>
                  </a:extLst>
                </p14:cNvPr>
                <p14:cNvContentPartPr/>
                <p14:nvPr/>
              </p14:nvContentPartPr>
              <p14:xfrm>
                <a:off x="9688395" y="6342802"/>
                <a:ext cx="184320" cy="2239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A2F653E-B1A0-4ADB-987D-4D251B8035B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670755" y="6325162"/>
                  <a:ext cx="2199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2324F851-230B-4C56-87D3-326D4ED7F7E7}"/>
                    </a:ext>
                  </a:extLst>
                </p14:cNvPr>
                <p14:cNvContentPartPr/>
                <p14:nvPr/>
              </p14:nvContentPartPr>
              <p14:xfrm>
                <a:off x="9839595" y="6466282"/>
                <a:ext cx="225000" cy="1738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2324F851-230B-4C56-87D3-326D4ED7F7E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821595" y="6448642"/>
                  <a:ext cx="2606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AC0297D-8A95-4628-8560-E7F3DA3EBAFF}"/>
                    </a:ext>
                  </a:extLst>
                </p14:cNvPr>
                <p14:cNvContentPartPr/>
                <p14:nvPr/>
              </p14:nvContentPartPr>
              <p14:xfrm>
                <a:off x="9997275" y="5955082"/>
                <a:ext cx="388800" cy="7779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AC0297D-8A95-4628-8560-E7F3DA3EBAF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979635" y="5937082"/>
                  <a:ext cx="424440" cy="81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F263927-BD1C-4DD2-B301-3B287AF48DD1}"/>
                    </a:ext>
                  </a:extLst>
                </p14:cNvPr>
                <p14:cNvContentPartPr/>
                <p14:nvPr/>
              </p14:nvContentPartPr>
              <p14:xfrm>
                <a:off x="5103075" y="5867962"/>
                <a:ext cx="195840" cy="4096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F263927-BD1C-4DD2-B301-3B287AF48DD1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085075" y="5850322"/>
                  <a:ext cx="23148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FAD16B3-8756-47F6-A8EE-0AFC4CEE5ABB}"/>
                    </a:ext>
                  </a:extLst>
                </p14:cNvPr>
                <p14:cNvContentPartPr/>
                <p14:nvPr/>
              </p14:nvContentPartPr>
              <p14:xfrm>
                <a:off x="5080755" y="6041482"/>
                <a:ext cx="342000" cy="626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FAD16B3-8756-47F6-A8EE-0AFC4CEE5AB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063115" y="6023842"/>
                  <a:ext cx="3776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E36D7E6-907E-49E3-9530-77B3A3BB7D06}"/>
                    </a:ext>
                  </a:extLst>
                </p14:cNvPr>
                <p14:cNvContentPartPr/>
                <p14:nvPr/>
              </p14:nvContentPartPr>
              <p14:xfrm>
                <a:off x="5464155" y="6003682"/>
                <a:ext cx="163800" cy="2548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E36D7E6-907E-49E3-9530-77B3A3BB7D0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446515" y="5985682"/>
                  <a:ext cx="1994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CA1DE92-7F02-4679-998D-FDB2E30BA208}"/>
                    </a:ext>
                  </a:extLst>
                </p14:cNvPr>
                <p14:cNvContentPartPr/>
                <p14:nvPr/>
              </p14:nvContentPartPr>
              <p14:xfrm>
                <a:off x="5791035" y="5933842"/>
                <a:ext cx="257040" cy="2491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CA1DE92-7F02-4679-998D-FDB2E30BA20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773395" y="5915842"/>
                  <a:ext cx="29268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7D0813D-9BE4-4865-B7C3-65A134053964}"/>
                    </a:ext>
                  </a:extLst>
                </p14:cNvPr>
                <p14:cNvContentPartPr/>
                <p14:nvPr/>
              </p14:nvContentPartPr>
              <p14:xfrm>
                <a:off x="5965635" y="6129682"/>
                <a:ext cx="190080" cy="1854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7D0813D-9BE4-4865-B7C3-65A134053964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5947995" y="6112042"/>
                  <a:ext cx="2257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21BF8F8-20AC-415C-A029-136B201A5DB3}"/>
                    </a:ext>
                  </a:extLst>
                </p14:cNvPr>
                <p14:cNvContentPartPr/>
                <p14:nvPr/>
              </p14:nvContentPartPr>
              <p14:xfrm>
                <a:off x="4916955" y="6253162"/>
                <a:ext cx="314640" cy="1782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21BF8F8-20AC-415C-A029-136B201A5DB3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898955" y="6235162"/>
                  <a:ext cx="3502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7681CA86-B17E-4C1E-BF91-2F9B23011E3E}"/>
                    </a:ext>
                  </a:extLst>
                </p14:cNvPr>
                <p14:cNvContentPartPr/>
                <p14:nvPr/>
              </p14:nvContentPartPr>
              <p14:xfrm>
                <a:off x="7806675" y="6425962"/>
                <a:ext cx="267840" cy="1702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7681CA86-B17E-4C1E-BF91-2F9B23011E3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788675" y="6408322"/>
                  <a:ext cx="30348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B8697E32-16F2-4BD7-A76D-552B273CB0B0}"/>
              </a:ext>
            </a:extLst>
          </p:cNvPr>
          <p:cNvGrpSpPr/>
          <p:nvPr/>
        </p:nvGrpSpPr>
        <p:grpSpPr>
          <a:xfrm>
            <a:off x="2326755" y="3288922"/>
            <a:ext cx="2086200" cy="595080"/>
            <a:chOff x="2326755" y="3288922"/>
            <a:chExt cx="2086200" cy="59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4427F29-D01C-4470-8E76-9959293FD73B}"/>
                    </a:ext>
                  </a:extLst>
                </p14:cNvPr>
                <p14:cNvContentPartPr/>
                <p14:nvPr/>
              </p14:nvContentPartPr>
              <p14:xfrm>
                <a:off x="2326755" y="3444082"/>
                <a:ext cx="651600" cy="2714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4427F29-D01C-4470-8E76-9959293FD73B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309115" y="3426442"/>
                  <a:ext cx="6872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DAE127A-5ACA-42EF-BF7D-918BA483D573}"/>
                    </a:ext>
                  </a:extLst>
                </p14:cNvPr>
                <p14:cNvContentPartPr/>
                <p14:nvPr/>
              </p14:nvContentPartPr>
              <p14:xfrm>
                <a:off x="3055035" y="3377842"/>
                <a:ext cx="305640" cy="2901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DAE127A-5ACA-42EF-BF7D-918BA483D573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037035" y="3360202"/>
                  <a:ext cx="34128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2542B80-11C6-4F88-9D55-BFF110CD7163}"/>
                    </a:ext>
                  </a:extLst>
                </p14:cNvPr>
                <p14:cNvContentPartPr/>
                <p14:nvPr/>
              </p14:nvContentPartPr>
              <p14:xfrm>
                <a:off x="3418275" y="3288922"/>
                <a:ext cx="475560" cy="3981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2542B80-11C6-4F88-9D55-BFF110CD7163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400635" y="3270922"/>
                  <a:ext cx="51120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E4F5322-EF92-4A46-AB03-BDDF67C78674}"/>
                    </a:ext>
                  </a:extLst>
                </p14:cNvPr>
                <p14:cNvContentPartPr/>
                <p14:nvPr/>
              </p14:nvContentPartPr>
              <p14:xfrm>
                <a:off x="4169595" y="3422842"/>
                <a:ext cx="141120" cy="262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E4F5322-EF92-4A46-AB03-BDDF67C78674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151595" y="3404842"/>
                  <a:ext cx="1767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5D8CCF0-61D0-4CC6-BCC2-E3DC9B7024F3}"/>
                    </a:ext>
                  </a:extLst>
                </p14:cNvPr>
                <p14:cNvContentPartPr/>
                <p14:nvPr/>
              </p14:nvContentPartPr>
              <p14:xfrm>
                <a:off x="4181475" y="3529042"/>
                <a:ext cx="231480" cy="381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5D8CCF0-61D0-4CC6-BCC2-E3DC9B7024F3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163835" y="3511402"/>
                  <a:ext cx="2671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EEF1026-52A1-4B0F-A4B9-B6366888378B}"/>
                    </a:ext>
                  </a:extLst>
                </p14:cNvPr>
                <p14:cNvContentPartPr/>
                <p14:nvPr/>
              </p14:nvContentPartPr>
              <p14:xfrm>
                <a:off x="3271035" y="3507802"/>
                <a:ext cx="610560" cy="3762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EEF1026-52A1-4B0F-A4B9-B6366888378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253395" y="3490162"/>
                  <a:ext cx="646200" cy="411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10" name="Date Placeholder 209">
            <a:extLst>
              <a:ext uri="{FF2B5EF4-FFF2-40B4-BE49-F238E27FC236}">
                <a16:creationId xmlns:a16="http://schemas.microsoft.com/office/drawing/2014/main" id="{3C4FF8E7-4C55-4F47-9BA6-088B8213B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E019D-BCF6-42C9-8656-FB8D3A8AB0EA}" type="datetime1">
              <a:rPr lang="en-US" altLang="en-US" smtClean="0"/>
              <a:t>3/3/2022</a:t>
            </a:fld>
            <a:endParaRPr lang="en-US" altLang="en-US"/>
          </a:p>
        </p:txBody>
      </p:sp>
      <p:sp>
        <p:nvSpPr>
          <p:cNvPr id="211" name="Slide Number Placeholder 210">
            <a:extLst>
              <a:ext uri="{FF2B5EF4-FFF2-40B4-BE49-F238E27FC236}">
                <a16:creationId xmlns:a16="http://schemas.microsoft.com/office/drawing/2014/main" id="{AF352A26-B021-48C1-88DD-CF12CB72E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4761-A2D8-4A7C-8A5C-0F7095CF5018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57439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28E68E-FBD0-4B57-B210-3AD10768B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563C-936E-4751-83DA-F6DA92778A79}" type="datetime1">
              <a:rPr lang="en-US" altLang="en-US" smtClean="0"/>
              <a:t>3/3/2022</a:t>
            </a:fld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18931-DC80-4295-8CAE-EF08981A6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4761-A2D8-4A7C-8A5C-0F7095CF5018}" type="slidenum">
              <a:rPr lang="en-US" altLang="en-US" smtClean="0"/>
              <a:pPr/>
              <a:t>32</a:t>
            </a:fld>
            <a:endParaRPr lang="en-US" alt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18C20F2-96DB-4832-81A9-79FA99AA617F}"/>
              </a:ext>
            </a:extLst>
          </p:cNvPr>
          <p:cNvGrpSpPr/>
          <p:nvPr/>
        </p:nvGrpSpPr>
        <p:grpSpPr>
          <a:xfrm>
            <a:off x="2820315" y="1082450"/>
            <a:ext cx="601200" cy="446400"/>
            <a:chOff x="2820315" y="1082450"/>
            <a:chExt cx="601200" cy="44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F27490C-EF0A-48B1-9F57-BC6830CFB692}"/>
                    </a:ext>
                  </a:extLst>
                </p14:cNvPr>
                <p14:cNvContentPartPr/>
                <p14:nvPr/>
              </p14:nvContentPartPr>
              <p14:xfrm>
                <a:off x="2820315" y="1082450"/>
                <a:ext cx="242640" cy="250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F27490C-EF0A-48B1-9F57-BC6830CFB69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802315" y="1064810"/>
                  <a:ext cx="2782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AE18B44-A783-41A9-9EC9-01E8745EEABB}"/>
                    </a:ext>
                  </a:extLst>
                </p14:cNvPr>
                <p14:cNvContentPartPr/>
                <p14:nvPr/>
              </p14:nvContentPartPr>
              <p14:xfrm>
                <a:off x="3139995" y="1316450"/>
                <a:ext cx="281520" cy="212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AE18B44-A783-41A9-9EC9-01E8745EEAB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22355" y="1298810"/>
                  <a:ext cx="317160" cy="24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1008C12-8237-426B-BC2C-898BE04B19B8}"/>
                  </a:ext>
                </a:extLst>
              </p14:cNvPr>
              <p14:cNvContentPartPr/>
              <p14:nvPr/>
            </p14:nvContentPartPr>
            <p14:xfrm>
              <a:off x="3895995" y="1268930"/>
              <a:ext cx="208800" cy="1292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1008C12-8237-426B-BC2C-898BE04B19B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78355" y="1251290"/>
                <a:ext cx="244440" cy="16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FCA68703-88EF-4C15-8FDB-C009C514042A}"/>
              </a:ext>
            </a:extLst>
          </p:cNvPr>
          <p:cNvGrpSpPr/>
          <p:nvPr/>
        </p:nvGrpSpPr>
        <p:grpSpPr>
          <a:xfrm>
            <a:off x="4952235" y="1020890"/>
            <a:ext cx="2144880" cy="291240"/>
            <a:chOff x="4952235" y="1020890"/>
            <a:chExt cx="2144880" cy="29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7EB0154-41BF-4062-911C-784BE105BBFF}"/>
                    </a:ext>
                  </a:extLst>
                </p14:cNvPr>
                <p14:cNvContentPartPr/>
                <p14:nvPr/>
              </p14:nvContentPartPr>
              <p14:xfrm>
                <a:off x="4952235" y="1070210"/>
                <a:ext cx="194400" cy="194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7EB0154-41BF-4062-911C-784BE105BBF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34595" y="1052570"/>
                  <a:ext cx="2300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74B85A9-3586-49E8-8090-AAAE82C10D98}"/>
                    </a:ext>
                  </a:extLst>
                </p14:cNvPr>
                <p14:cNvContentPartPr/>
                <p14:nvPr/>
              </p14:nvContentPartPr>
              <p14:xfrm>
                <a:off x="5257155" y="1181090"/>
                <a:ext cx="8280" cy="1278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74B85A9-3586-49E8-8090-AAAE82C10D9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239155" y="1163450"/>
                  <a:ext cx="439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F5F9EF0-3E32-49A8-B1E6-D5708D6F78E4}"/>
                    </a:ext>
                  </a:extLst>
                </p14:cNvPr>
                <p14:cNvContentPartPr/>
                <p14:nvPr/>
              </p14:nvContentPartPr>
              <p14:xfrm>
                <a:off x="5226915" y="1112330"/>
                <a:ext cx="49680" cy="18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F5F9EF0-3E32-49A8-B1E6-D5708D6F78E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08915" y="1094690"/>
                  <a:ext cx="853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B906088-296B-4F9A-956B-91AF272478CA}"/>
                    </a:ext>
                  </a:extLst>
                </p14:cNvPr>
                <p14:cNvContentPartPr/>
                <p14:nvPr/>
              </p14:nvContentPartPr>
              <p14:xfrm>
                <a:off x="5389995" y="1146530"/>
                <a:ext cx="342000" cy="165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B906088-296B-4F9A-956B-91AF272478C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371995" y="1128890"/>
                  <a:ext cx="3776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2A5BDFF-4729-4627-9550-F7233CEDAF5C}"/>
                    </a:ext>
                  </a:extLst>
                </p14:cNvPr>
                <p14:cNvContentPartPr/>
                <p14:nvPr/>
              </p14:nvContentPartPr>
              <p14:xfrm>
                <a:off x="5848275" y="1085330"/>
                <a:ext cx="246240" cy="215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2A5BDFF-4729-4627-9550-F7233CEDAF5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830635" y="1067690"/>
                  <a:ext cx="2818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79646BE-5ABB-4FE7-B5AC-59E204F3BFC5}"/>
                    </a:ext>
                  </a:extLst>
                </p14:cNvPr>
                <p14:cNvContentPartPr/>
                <p14:nvPr/>
              </p14:nvContentPartPr>
              <p14:xfrm>
                <a:off x="6242475" y="1020890"/>
                <a:ext cx="181080" cy="186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79646BE-5ABB-4FE7-B5AC-59E204F3BFC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24835" y="1003250"/>
                  <a:ext cx="2167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D784E05-23A0-49EE-B88D-11F752224564}"/>
                    </a:ext>
                  </a:extLst>
                </p14:cNvPr>
                <p14:cNvContentPartPr/>
                <p14:nvPr/>
              </p14:nvContentPartPr>
              <p14:xfrm>
                <a:off x="6493395" y="1076330"/>
                <a:ext cx="45360" cy="168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D784E05-23A0-49EE-B88D-11F75222456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75755" y="1058330"/>
                  <a:ext cx="810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CC7D135-1722-41AA-BCE2-C2BEDC3FF8EB}"/>
                    </a:ext>
                  </a:extLst>
                </p14:cNvPr>
                <p14:cNvContentPartPr/>
                <p14:nvPr/>
              </p14:nvContentPartPr>
              <p14:xfrm>
                <a:off x="6608235" y="1108370"/>
                <a:ext cx="152640" cy="1324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CC7D135-1722-41AA-BCE2-C2BEDC3FF8E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590595" y="1090730"/>
                  <a:ext cx="1882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1F2D162-A4EB-49C5-806D-1C1C126DBFF1}"/>
                    </a:ext>
                  </a:extLst>
                </p14:cNvPr>
                <p14:cNvContentPartPr/>
                <p14:nvPr/>
              </p14:nvContentPartPr>
              <p14:xfrm>
                <a:off x="6804795" y="1095410"/>
                <a:ext cx="292320" cy="157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1F2D162-A4EB-49C5-806D-1C1C126DBFF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786795" y="1077410"/>
                  <a:ext cx="327960" cy="19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04E3536-41E5-4B87-B556-EA6F94EE5804}"/>
                  </a:ext>
                </a:extLst>
              </p14:cNvPr>
              <p14:cNvContentPartPr/>
              <p14:nvPr/>
            </p14:nvContentPartPr>
            <p14:xfrm>
              <a:off x="5094075" y="1406810"/>
              <a:ext cx="1767240" cy="464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04E3536-41E5-4B87-B556-EA6F94EE580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076075" y="1389170"/>
                <a:ext cx="180288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94BABDA-3168-46C7-9996-2B5D850645FC}"/>
                  </a:ext>
                </a:extLst>
              </p14:cNvPr>
              <p14:cNvContentPartPr/>
              <p14:nvPr/>
            </p14:nvContentPartPr>
            <p14:xfrm>
              <a:off x="6077595" y="1667090"/>
              <a:ext cx="477000" cy="2142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94BABDA-3168-46C7-9996-2B5D850645F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059955" y="1649090"/>
                <a:ext cx="512640" cy="24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6BA605A0-DA2D-4E78-8127-78D640DB37E9}"/>
              </a:ext>
            </a:extLst>
          </p:cNvPr>
          <p:cNvGrpSpPr/>
          <p:nvPr/>
        </p:nvGrpSpPr>
        <p:grpSpPr>
          <a:xfrm>
            <a:off x="7587795" y="1340930"/>
            <a:ext cx="307800" cy="166320"/>
            <a:chOff x="7587795" y="1340930"/>
            <a:chExt cx="307800" cy="16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E8A9F37-6FB8-4166-8C81-ACE61156DA8F}"/>
                    </a:ext>
                  </a:extLst>
                </p14:cNvPr>
                <p14:cNvContentPartPr/>
                <p14:nvPr/>
              </p14:nvContentPartPr>
              <p14:xfrm>
                <a:off x="7587795" y="1340930"/>
                <a:ext cx="196200" cy="26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E8A9F37-6FB8-4166-8C81-ACE61156DA8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570155" y="1322930"/>
                  <a:ext cx="2318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D38E494-5163-4D99-A0A5-5358B278964B}"/>
                    </a:ext>
                  </a:extLst>
                </p14:cNvPr>
                <p14:cNvContentPartPr/>
                <p14:nvPr/>
              </p14:nvContentPartPr>
              <p14:xfrm>
                <a:off x="7588515" y="1445330"/>
                <a:ext cx="307080" cy="61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D38E494-5163-4D99-A0A5-5358B278964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570875" y="1427330"/>
                  <a:ext cx="34272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9B3A44A-A5E6-4D99-9C5A-080E3BE6E65A}"/>
              </a:ext>
            </a:extLst>
          </p:cNvPr>
          <p:cNvGrpSpPr/>
          <p:nvPr/>
        </p:nvGrpSpPr>
        <p:grpSpPr>
          <a:xfrm>
            <a:off x="8482395" y="966890"/>
            <a:ext cx="1201680" cy="309240"/>
            <a:chOff x="8482395" y="966890"/>
            <a:chExt cx="1201680" cy="30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0C4B018-AEE4-44A1-8FDD-E2C0C280DC54}"/>
                    </a:ext>
                  </a:extLst>
                </p14:cNvPr>
                <p14:cNvContentPartPr/>
                <p14:nvPr/>
              </p14:nvContentPartPr>
              <p14:xfrm>
                <a:off x="8482395" y="1013330"/>
                <a:ext cx="7920" cy="178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0C4B018-AEE4-44A1-8FDD-E2C0C280DC5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464755" y="995690"/>
                  <a:ext cx="435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90E5E35-DF4D-408C-BC86-245FAD6CD8EA}"/>
                    </a:ext>
                  </a:extLst>
                </p14:cNvPr>
                <p14:cNvContentPartPr/>
                <p14:nvPr/>
              </p14:nvContentPartPr>
              <p14:xfrm>
                <a:off x="8602995" y="1011530"/>
                <a:ext cx="54720" cy="264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90E5E35-DF4D-408C-BC86-245FAD6CD8E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584995" y="993530"/>
                  <a:ext cx="903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D2684E7-B1F1-4074-9111-3D93E4B8B8A1}"/>
                    </a:ext>
                  </a:extLst>
                </p14:cNvPr>
                <p14:cNvContentPartPr/>
                <p14:nvPr/>
              </p14:nvContentPartPr>
              <p14:xfrm>
                <a:off x="8696235" y="1031690"/>
                <a:ext cx="246960" cy="158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D2684E7-B1F1-4074-9111-3D93E4B8B8A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678235" y="1013690"/>
                  <a:ext cx="2826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D3665DC-BB53-4F18-BBB3-8AC130952CBD}"/>
                    </a:ext>
                  </a:extLst>
                </p14:cNvPr>
                <p14:cNvContentPartPr/>
                <p14:nvPr/>
              </p14:nvContentPartPr>
              <p14:xfrm>
                <a:off x="9032835" y="966890"/>
                <a:ext cx="651240" cy="196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D3665DC-BB53-4F18-BBB3-8AC130952CB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015195" y="948890"/>
                  <a:ext cx="686880" cy="23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2660BFD-A57F-4C6E-8728-E661A57DE9F5}"/>
              </a:ext>
            </a:extLst>
          </p:cNvPr>
          <p:cNvGrpSpPr/>
          <p:nvPr/>
        </p:nvGrpSpPr>
        <p:grpSpPr>
          <a:xfrm>
            <a:off x="10188795" y="939530"/>
            <a:ext cx="209520" cy="243360"/>
            <a:chOff x="10188795" y="939530"/>
            <a:chExt cx="209520" cy="24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3456FE5-27C9-461D-AA7D-039666A8590B}"/>
                    </a:ext>
                  </a:extLst>
                </p14:cNvPr>
                <p14:cNvContentPartPr/>
                <p14:nvPr/>
              </p14:nvContentPartPr>
              <p14:xfrm>
                <a:off x="10297515" y="939530"/>
                <a:ext cx="44640" cy="243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3456FE5-27C9-461D-AA7D-039666A8590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279875" y="921890"/>
                  <a:ext cx="802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ED460A3-C6DC-495E-9929-8ECF02B9A2B0}"/>
                    </a:ext>
                  </a:extLst>
                </p14:cNvPr>
                <p14:cNvContentPartPr/>
                <p14:nvPr/>
              </p14:nvContentPartPr>
              <p14:xfrm>
                <a:off x="10188795" y="1063730"/>
                <a:ext cx="209520" cy="43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ED460A3-C6DC-495E-9929-8ECF02B9A2B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171155" y="1045730"/>
                  <a:ext cx="24516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6F13180-BB97-4E30-B1A2-075BDC8B4A33}"/>
              </a:ext>
            </a:extLst>
          </p:cNvPr>
          <p:cNvGrpSpPr/>
          <p:nvPr/>
        </p:nvGrpSpPr>
        <p:grpSpPr>
          <a:xfrm>
            <a:off x="10869915" y="850970"/>
            <a:ext cx="1112040" cy="346680"/>
            <a:chOff x="10869915" y="850970"/>
            <a:chExt cx="1112040" cy="34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A159387-FE91-45B9-B231-9141AF7FFD33}"/>
                    </a:ext>
                  </a:extLst>
                </p14:cNvPr>
                <p14:cNvContentPartPr/>
                <p14:nvPr/>
              </p14:nvContentPartPr>
              <p14:xfrm>
                <a:off x="10869915" y="850970"/>
                <a:ext cx="45720" cy="279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A159387-FE91-45B9-B231-9141AF7FFD3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852275" y="833330"/>
                  <a:ext cx="8136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CECBB9B-BCD9-4DC3-916C-DF9DAA2B6505}"/>
                    </a:ext>
                  </a:extLst>
                </p14:cNvPr>
                <p14:cNvContentPartPr/>
                <p14:nvPr/>
              </p14:nvContentPartPr>
              <p14:xfrm>
                <a:off x="11011395" y="872210"/>
                <a:ext cx="179640" cy="325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CECBB9B-BCD9-4DC3-916C-DF9DAA2B650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993395" y="854210"/>
                  <a:ext cx="21528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D3F9434-C363-43FB-AE4A-AE677A901AAE}"/>
                    </a:ext>
                  </a:extLst>
                </p14:cNvPr>
                <p14:cNvContentPartPr/>
                <p14:nvPr/>
              </p14:nvContentPartPr>
              <p14:xfrm>
                <a:off x="11295435" y="960050"/>
                <a:ext cx="81360" cy="187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D3F9434-C363-43FB-AE4A-AE677A901AA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277795" y="942050"/>
                  <a:ext cx="1170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A1E0F2C-842F-423D-AD44-1D1097867533}"/>
                    </a:ext>
                  </a:extLst>
                </p14:cNvPr>
                <p14:cNvContentPartPr/>
                <p14:nvPr/>
              </p14:nvContentPartPr>
              <p14:xfrm>
                <a:off x="11495235" y="994250"/>
                <a:ext cx="300600" cy="142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A1E0F2C-842F-423D-AD44-1D109786753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477595" y="976610"/>
                  <a:ext cx="3362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AAFDFE0-04D3-48D7-B376-49D97E602ECD}"/>
                    </a:ext>
                  </a:extLst>
                </p14:cNvPr>
                <p14:cNvContentPartPr/>
                <p14:nvPr/>
              </p14:nvContentPartPr>
              <p14:xfrm>
                <a:off x="11815275" y="972650"/>
                <a:ext cx="166680" cy="1738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AAFDFE0-04D3-48D7-B376-49D97E602EC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797635" y="954650"/>
                  <a:ext cx="202320" cy="20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F487F2F-0B78-411F-8D28-EB22FB6404A6}"/>
                  </a:ext>
                </a:extLst>
              </p14:cNvPr>
              <p14:cNvContentPartPr/>
              <p14:nvPr/>
            </p14:nvContentPartPr>
            <p14:xfrm>
              <a:off x="8702715" y="1483490"/>
              <a:ext cx="2902680" cy="709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3F487F2F-0B78-411F-8D28-EB22FB6404A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685075" y="1465490"/>
                <a:ext cx="293832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B490A9C-63C9-47BD-9C45-8E5720099903}"/>
                  </a:ext>
                </a:extLst>
              </p14:cNvPr>
              <p14:cNvContentPartPr/>
              <p14:nvPr/>
            </p14:nvContentPartPr>
            <p14:xfrm>
              <a:off x="10686315" y="1834850"/>
              <a:ext cx="637560" cy="2358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B490A9C-63C9-47BD-9C45-8E572009990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668675" y="1817210"/>
                <a:ext cx="67320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C0FF3A9C-7DC8-445E-BDBF-675A78CCAE9F}"/>
                  </a:ext>
                </a:extLst>
              </p14:cNvPr>
              <p14:cNvContentPartPr/>
              <p14:nvPr/>
            </p14:nvContentPartPr>
            <p14:xfrm>
              <a:off x="7949235" y="2830250"/>
              <a:ext cx="207360" cy="28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C0FF3A9C-7DC8-445E-BDBF-675A78CCAE9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931235" y="2812610"/>
                <a:ext cx="24300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8078CBC-7BD8-4118-9805-277BAE20D112}"/>
                  </a:ext>
                </a:extLst>
              </p14:cNvPr>
              <p14:cNvContentPartPr/>
              <p14:nvPr/>
            </p14:nvContentPartPr>
            <p14:xfrm>
              <a:off x="7912155" y="2977490"/>
              <a:ext cx="384120" cy="453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8078CBC-7BD8-4118-9805-277BAE20D11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894515" y="2959850"/>
                <a:ext cx="419760" cy="8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F8867435-4E2F-4242-B43C-5FED7CDE8005}"/>
              </a:ext>
            </a:extLst>
          </p:cNvPr>
          <p:cNvGrpSpPr/>
          <p:nvPr/>
        </p:nvGrpSpPr>
        <p:grpSpPr>
          <a:xfrm>
            <a:off x="3382995" y="3544850"/>
            <a:ext cx="704160" cy="660600"/>
            <a:chOff x="3382995" y="3544850"/>
            <a:chExt cx="704160" cy="66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EA9A812-0775-41DF-9B94-373CEC8CD0FC}"/>
                    </a:ext>
                  </a:extLst>
                </p14:cNvPr>
                <p14:cNvContentPartPr/>
                <p14:nvPr/>
              </p14:nvContentPartPr>
              <p14:xfrm>
                <a:off x="3382995" y="3544850"/>
                <a:ext cx="258480" cy="336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EA9A812-0775-41DF-9B94-373CEC8CD0F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365355" y="3527210"/>
                  <a:ext cx="29412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FDF5BB1-10A7-40EE-B04F-242CDFF0EA82}"/>
                    </a:ext>
                  </a:extLst>
                </p14:cNvPr>
                <p14:cNvContentPartPr/>
                <p14:nvPr/>
              </p14:nvContentPartPr>
              <p14:xfrm>
                <a:off x="3522315" y="3842210"/>
                <a:ext cx="564840" cy="363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FDF5BB1-10A7-40EE-B04F-242CDFF0EA8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504675" y="3824570"/>
                  <a:ext cx="600480" cy="39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2AC58238-2E38-44F7-9D44-960989F194DA}"/>
                  </a:ext>
                </a:extLst>
              </p14:cNvPr>
              <p14:cNvContentPartPr/>
              <p14:nvPr/>
            </p14:nvContentPartPr>
            <p14:xfrm>
              <a:off x="4483875" y="3794330"/>
              <a:ext cx="219960" cy="1335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2AC58238-2E38-44F7-9D44-960989F194D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466235" y="3776330"/>
                <a:ext cx="255600" cy="16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26FEF278-79EE-4449-952E-1B45F22E8358}"/>
              </a:ext>
            </a:extLst>
          </p:cNvPr>
          <p:cNvGrpSpPr/>
          <p:nvPr/>
        </p:nvGrpSpPr>
        <p:grpSpPr>
          <a:xfrm>
            <a:off x="5257515" y="3599930"/>
            <a:ext cx="482760" cy="390240"/>
            <a:chOff x="5257515" y="3599930"/>
            <a:chExt cx="482760" cy="39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1C4E7ED-34D1-47B6-8294-63DCAA13FCBF}"/>
                    </a:ext>
                  </a:extLst>
                </p14:cNvPr>
                <p14:cNvContentPartPr/>
                <p14:nvPr/>
              </p14:nvContentPartPr>
              <p14:xfrm>
                <a:off x="5257515" y="3599930"/>
                <a:ext cx="195480" cy="271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1C4E7ED-34D1-47B6-8294-63DCAA13FCB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239875" y="3581930"/>
                  <a:ext cx="23112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ECD0614-549F-48C0-BB22-28B2D447EAC4}"/>
                    </a:ext>
                  </a:extLst>
                </p14:cNvPr>
                <p14:cNvContentPartPr/>
                <p14:nvPr/>
              </p14:nvContentPartPr>
              <p14:xfrm>
                <a:off x="5508795" y="3789290"/>
                <a:ext cx="17640" cy="137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ECD0614-549F-48C0-BB22-28B2D447EAC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491155" y="3771290"/>
                  <a:ext cx="532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99D1FBC-41F9-4EB2-BD40-F77BFE645129}"/>
                    </a:ext>
                  </a:extLst>
                </p14:cNvPr>
                <p14:cNvContentPartPr/>
                <p14:nvPr/>
              </p14:nvContentPartPr>
              <p14:xfrm>
                <a:off x="5508435" y="3699290"/>
                <a:ext cx="43560" cy="40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99D1FBC-41F9-4EB2-BD40-F77BFE64512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490795" y="3681290"/>
                  <a:ext cx="792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A1AEA74-3413-4916-A3C1-77F7A028BD53}"/>
                    </a:ext>
                  </a:extLst>
                </p14:cNvPr>
                <p14:cNvContentPartPr/>
                <p14:nvPr/>
              </p14:nvContentPartPr>
              <p14:xfrm>
                <a:off x="5625435" y="3755810"/>
                <a:ext cx="114840" cy="234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A1AEA74-3413-4916-A3C1-77F7A028BD5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607435" y="3737810"/>
                  <a:ext cx="150480" cy="270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B72F8F8F-EB62-4539-9719-F245D7EBE687}"/>
                  </a:ext>
                </a:extLst>
              </p14:cNvPr>
              <p14:cNvContentPartPr/>
              <p14:nvPr/>
            </p14:nvContentPartPr>
            <p14:xfrm>
              <a:off x="5992275" y="3804410"/>
              <a:ext cx="18000" cy="2826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B72F8F8F-EB62-4539-9719-F245D7EBE68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974275" y="3786770"/>
                <a:ext cx="53640" cy="31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2E2D7CFC-5330-4E52-AE8A-819ABBD3B93A}"/>
              </a:ext>
            </a:extLst>
          </p:cNvPr>
          <p:cNvGrpSpPr/>
          <p:nvPr/>
        </p:nvGrpSpPr>
        <p:grpSpPr>
          <a:xfrm>
            <a:off x="6322395" y="3353330"/>
            <a:ext cx="1416240" cy="910080"/>
            <a:chOff x="6322395" y="3353330"/>
            <a:chExt cx="1416240" cy="91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8AFF448-88E6-469E-B9CB-0C86139267F9}"/>
                    </a:ext>
                  </a:extLst>
                </p14:cNvPr>
                <p14:cNvContentPartPr/>
                <p14:nvPr/>
              </p14:nvContentPartPr>
              <p14:xfrm>
                <a:off x="6322395" y="3738170"/>
                <a:ext cx="190440" cy="345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8AFF448-88E6-469E-B9CB-0C86139267F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304755" y="3720170"/>
                  <a:ext cx="2260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36D5A0E-FC0E-4E57-891E-4005F248F8C3}"/>
                    </a:ext>
                  </a:extLst>
                </p14:cNvPr>
                <p14:cNvContentPartPr/>
                <p14:nvPr/>
              </p14:nvContentPartPr>
              <p14:xfrm>
                <a:off x="6716235" y="3574370"/>
                <a:ext cx="210960" cy="198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36D5A0E-FC0E-4E57-891E-4005F248F8C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698235" y="3556730"/>
                  <a:ext cx="2466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28DB685-68BD-4CD4-96DE-11E38D37E282}"/>
                    </a:ext>
                  </a:extLst>
                </p14:cNvPr>
                <p14:cNvContentPartPr/>
                <p14:nvPr/>
              </p14:nvContentPartPr>
              <p14:xfrm>
                <a:off x="6973275" y="3661490"/>
                <a:ext cx="69120" cy="1645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28DB685-68BD-4CD4-96DE-11E38D37E28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955275" y="3643850"/>
                  <a:ext cx="1047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D1E5A3D-4BD5-4E6B-BE74-18A8EEBCF3BC}"/>
                    </a:ext>
                  </a:extLst>
                </p14:cNvPr>
                <p14:cNvContentPartPr/>
                <p14:nvPr/>
              </p14:nvContentPartPr>
              <p14:xfrm>
                <a:off x="7091715" y="3713330"/>
                <a:ext cx="138960" cy="1191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D1E5A3D-4BD5-4E6B-BE74-18A8EEBCF3B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074075" y="3695690"/>
                  <a:ext cx="1746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096F2BB-24D4-4246-9ABE-234FCF998749}"/>
                    </a:ext>
                  </a:extLst>
                </p14:cNvPr>
                <p14:cNvContentPartPr/>
                <p14:nvPr/>
              </p14:nvContentPartPr>
              <p14:xfrm>
                <a:off x="7328595" y="3686330"/>
                <a:ext cx="175320" cy="1472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096F2BB-24D4-4246-9ABE-234FCF99874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310595" y="3668330"/>
                  <a:ext cx="2109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AAC935F-9777-4659-A351-0FC9011A8ADB}"/>
                    </a:ext>
                  </a:extLst>
                </p14:cNvPr>
                <p14:cNvContentPartPr/>
                <p14:nvPr/>
              </p14:nvContentPartPr>
              <p14:xfrm>
                <a:off x="7510035" y="3353330"/>
                <a:ext cx="228600" cy="9100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AAC935F-9777-4659-A351-0FC9011A8AD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492395" y="3335330"/>
                  <a:ext cx="264240" cy="94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2E5436CE-B534-4DF8-9E10-0E3B0927F06E}"/>
                  </a:ext>
                </a:extLst>
              </p14:cNvPr>
              <p14:cNvContentPartPr/>
              <p14:nvPr/>
            </p14:nvContentPartPr>
            <p14:xfrm>
              <a:off x="4911195" y="3449090"/>
              <a:ext cx="97920" cy="93456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2E5436CE-B534-4DF8-9E10-0E3B0927F06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893555" y="3431090"/>
                <a:ext cx="133560" cy="9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6883399-34E0-4D46-96B5-BB7FDFB52333}"/>
                  </a:ext>
                </a:extLst>
              </p14:cNvPr>
              <p14:cNvContentPartPr/>
              <p14:nvPr/>
            </p14:nvContentPartPr>
            <p14:xfrm>
              <a:off x="8302755" y="3559610"/>
              <a:ext cx="144360" cy="1116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6883399-34E0-4D46-96B5-BB7FDFB52333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284755" y="3541970"/>
                <a:ext cx="18000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35838440-A9E1-46D4-A1EC-5ECA03382362}"/>
                  </a:ext>
                </a:extLst>
              </p14:cNvPr>
              <p14:cNvContentPartPr/>
              <p14:nvPr/>
            </p14:nvContentPartPr>
            <p14:xfrm>
              <a:off x="8225715" y="3700370"/>
              <a:ext cx="257400" cy="288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35838440-A9E1-46D4-A1EC-5ECA03382362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207715" y="3682730"/>
                <a:ext cx="293040" cy="6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44BEFDD0-9126-495F-9567-F01C0A2469B7}"/>
              </a:ext>
            </a:extLst>
          </p:cNvPr>
          <p:cNvGrpSpPr/>
          <p:nvPr/>
        </p:nvGrpSpPr>
        <p:grpSpPr>
          <a:xfrm>
            <a:off x="9209235" y="3496610"/>
            <a:ext cx="1828800" cy="373320"/>
            <a:chOff x="9209235" y="3496610"/>
            <a:chExt cx="1828800" cy="37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44878DF-8263-45B9-AFDE-ACBB253F0822}"/>
                    </a:ext>
                  </a:extLst>
                </p14:cNvPr>
                <p14:cNvContentPartPr/>
                <p14:nvPr/>
              </p14:nvContentPartPr>
              <p14:xfrm>
                <a:off x="9209235" y="3567890"/>
                <a:ext cx="78480" cy="302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44878DF-8263-45B9-AFDE-ACBB253F082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191235" y="3549890"/>
                  <a:ext cx="11412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4FF1196-1E56-40DF-AC19-DBE172E5EB2F}"/>
                    </a:ext>
                  </a:extLst>
                </p14:cNvPr>
                <p14:cNvContentPartPr/>
                <p14:nvPr/>
              </p14:nvContentPartPr>
              <p14:xfrm>
                <a:off x="9412995" y="3548090"/>
                <a:ext cx="214560" cy="2620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4FF1196-1E56-40DF-AC19-DBE172E5EB2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394995" y="3530090"/>
                  <a:ext cx="2502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5DDCA94-1768-44A4-B5BA-DF2EFCEE4492}"/>
                    </a:ext>
                  </a:extLst>
                </p14:cNvPr>
                <p14:cNvContentPartPr/>
                <p14:nvPr/>
              </p14:nvContentPartPr>
              <p14:xfrm>
                <a:off x="9849675" y="3496610"/>
                <a:ext cx="947160" cy="356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5DDCA94-1768-44A4-B5BA-DF2EFCEE449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832035" y="3478610"/>
                  <a:ext cx="98280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770C637-E167-46DF-9A0C-FE01B6A743BB}"/>
                    </a:ext>
                  </a:extLst>
                </p14:cNvPr>
                <p14:cNvContentPartPr/>
                <p14:nvPr/>
              </p14:nvContentPartPr>
              <p14:xfrm>
                <a:off x="11025795" y="3643130"/>
                <a:ext cx="12240" cy="104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770C637-E167-46DF-9A0C-FE01B6A743B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007795" y="3625130"/>
                  <a:ext cx="4788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AFF0D49-3230-4F37-9AD0-F5BDC3B713A0}"/>
              </a:ext>
            </a:extLst>
          </p:cNvPr>
          <p:cNvGrpSpPr/>
          <p:nvPr/>
        </p:nvGrpSpPr>
        <p:grpSpPr>
          <a:xfrm>
            <a:off x="8817555" y="2594810"/>
            <a:ext cx="2259360" cy="443880"/>
            <a:chOff x="8817555" y="2594810"/>
            <a:chExt cx="2259360" cy="44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C7C82B0-CD1C-4D96-8D76-9DBCAACFD42C}"/>
                    </a:ext>
                  </a:extLst>
                </p14:cNvPr>
                <p14:cNvContentPartPr/>
                <p14:nvPr/>
              </p14:nvContentPartPr>
              <p14:xfrm>
                <a:off x="8817555" y="2653490"/>
                <a:ext cx="42120" cy="3852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C7C82B0-CD1C-4D96-8D76-9DBCAACFD42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799915" y="2635850"/>
                  <a:ext cx="7776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A47E199-6E5D-4427-AF71-9427CCBCA768}"/>
                    </a:ext>
                  </a:extLst>
                </p14:cNvPr>
                <p14:cNvContentPartPr/>
                <p14:nvPr/>
              </p14:nvContentPartPr>
              <p14:xfrm>
                <a:off x="9136155" y="2594810"/>
                <a:ext cx="227520" cy="4093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A47E199-6E5D-4427-AF71-9427CCBCA76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118155" y="2576810"/>
                  <a:ext cx="26316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92A6CA5-DFFF-4B69-B3F5-A53E8347276F}"/>
                    </a:ext>
                  </a:extLst>
                </p14:cNvPr>
                <p14:cNvContentPartPr/>
                <p14:nvPr/>
              </p14:nvContentPartPr>
              <p14:xfrm>
                <a:off x="9571755" y="2680850"/>
                <a:ext cx="65160" cy="2566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92A6CA5-DFFF-4B69-B3F5-A53E8347276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553755" y="2663210"/>
                  <a:ext cx="10080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064BB15-1FE2-4945-B51A-26750D3ED14B}"/>
                    </a:ext>
                  </a:extLst>
                </p14:cNvPr>
                <p14:cNvContentPartPr/>
                <p14:nvPr/>
              </p14:nvContentPartPr>
              <p14:xfrm>
                <a:off x="9654555" y="2628290"/>
                <a:ext cx="318240" cy="1216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064BB15-1FE2-4945-B51A-26750D3ED14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636915" y="2610650"/>
                  <a:ext cx="3538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DCF043B-50F5-4C59-A6E0-0483A070E594}"/>
                    </a:ext>
                  </a:extLst>
                </p14:cNvPr>
                <p14:cNvContentPartPr/>
                <p14:nvPr/>
              </p14:nvContentPartPr>
              <p14:xfrm>
                <a:off x="10213275" y="2702810"/>
                <a:ext cx="863640" cy="2473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DCF043B-50F5-4C59-A6E0-0483A070E59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195275" y="2685170"/>
                  <a:ext cx="899280" cy="28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286FA043-0BF9-4815-9AA9-3857347F6703}"/>
              </a:ext>
            </a:extLst>
          </p:cNvPr>
          <p:cNvGrpSpPr/>
          <p:nvPr/>
        </p:nvGrpSpPr>
        <p:grpSpPr>
          <a:xfrm>
            <a:off x="3898155" y="5081760"/>
            <a:ext cx="448920" cy="311400"/>
            <a:chOff x="3898155" y="5081760"/>
            <a:chExt cx="448920" cy="31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3E23D2D-6D3D-43BC-BC5B-ECA70C185BB5}"/>
                    </a:ext>
                  </a:extLst>
                </p14:cNvPr>
                <p14:cNvContentPartPr/>
                <p14:nvPr/>
              </p14:nvContentPartPr>
              <p14:xfrm>
                <a:off x="3898155" y="5081760"/>
                <a:ext cx="257400" cy="2610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3E23D2D-6D3D-43BC-BC5B-ECA70C185BB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880515" y="5064120"/>
                  <a:ext cx="2930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8B6CD94-810A-4A27-9745-302C344C0C6D}"/>
                    </a:ext>
                  </a:extLst>
                </p14:cNvPr>
                <p14:cNvContentPartPr/>
                <p14:nvPr/>
              </p14:nvContentPartPr>
              <p14:xfrm>
                <a:off x="4253835" y="5244120"/>
                <a:ext cx="93240" cy="1490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8B6CD94-810A-4A27-9745-302C344C0C6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236195" y="5226120"/>
                  <a:ext cx="128880" cy="18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DC905FE2-90D1-4BBC-9929-D3335827A172}"/>
              </a:ext>
            </a:extLst>
          </p:cNvPr>
          <p:cNvGrpSpPr/>
          <p:nvPr/>
        </p:nvGrpSpPr>
        <p:grpSpPr>
          <a:xfrm>
            <a:off x="4736595" y="5221800"/>
            <a:ext cx="273960" cy="151200"/>
            <a:chOff x="4736595" y="5221800"/>
            <a:chExt cx="273960" cy="15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AEFC97C-8788-46F2-BBF1-F18D90BF808B}"/>
                    </a:ext>
                  </a:extLst>
                </p14:cNvPr>
                <p14:cNvContentPartPr/>
                <p14:nvPr/>
              </p14:nvContentPartPr>
              <p14:xfrm>
                <a:off x="4773315" y="5221800"/>
                <a:ext cx="146520" cy="183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AEFC97C-8788-46F2-BBF1-F18D90BF808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755315" y="5203800"/>
                  <a:ext cx="1821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DE3662E-E151-4F12-B4B6-EA777447115F}"/>
                    </a:ext>
                  </a:extLst>
                </p14:cNvPr>
                <p14:cNvContentPartPr/>
                <p14:nvPr/>
              </p14:nvContentPartPr>
              <p14:xfrm>
                <a:off x="4736595" y="5340600"/>
                <a:ext cx="273960" cy="324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DE3662E-E151-4F12-B4B6-EA777447115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718595" y="5322600"/>
                  <a:ext cx="30960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C25D5942-2F2A-4C67-8019-8990B7FA304B}"/>
              </a:ext>
            </a:extLst>
          </p:cNvPr>
          <p:cNvGrpSpPr/>
          <p:nvPr/>
        </p:nvGrpSpPr>
        <p:grpSpPr>
          <a:xfrm>
            <a:off x="5886795" y="5161320"/>
            <a:ext cx="786600" cy="422280"/>
            <a:chOff x="5886795" y="5161320"/>
            <a:chExt cx="786600" cy="42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5417E16-6517-4C9F-ACF9-17783FE29622}"/>
                    </a:ext>
                  </a:extLst>
                </p14:cNvPr>
                <p14:cNvContentPartPr/>
                <p14:nvPr/>
              </p14:nvContentPartPr>
              <p14:xfrm>
                <a:off x="5886795" y="5161320"/>
                <a:ext cx="222480" cy="4222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5417E16-6517-4C9F-ACF9-17783FE2962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868795" y="5143320"/>
                  <a:ext cx="25812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617D723-DDF6-4F0B-89FA-39BD85BF7A00}"/>
                    </a:ext>
                  </a:extLst>
                </p14:cNvPr>
                <p14:cNvContentPartPr/>
                <p14:nvPr/>
              </p14:nvContentPartPr>
              <p14:xfrm>
                <a:off x="6260115" y="5324400"/>
                <a:ext cx="122760" cy="2437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617D723-DDF6-4F0B-89FA-39BD85BF7A0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242475" y="5306400"/>
                  <a:ext cx="1584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1BF4944-7F8B-44B1-BF37-F91B9E382807}"/>
                    </a:ext>
                  </a:extLst>
                </p14:cNvPr>
                <p14:cNvContentPartPr/>
                <p14:nvPr/>
              </p14:nvContentPartPr>
              <p14:xfrm>
                <a:off x="6226275" y="5277240"/>
                <a:ext cx="241920" cy="630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1BF4944-7F8B-44B1-BF37-F91B9E38280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208635" y="5259240"/>
                  <a:ext cx="2775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993F2AE-EAA4-48F6-9A38-796D2F6CA9D2}"/>
                    </a:ext>
                  </a:extLst>
                </p14:cNvPr>
                <p14:cNvContentPartPr/>
                <p14:nvPr/>
              </p14:nvContentPartPr>
              <p14:xfrm>
                <a:off x="6662955" y="5497920"/>
                <a:ext cx="10440" cy="97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993F2AE-EAA4-48F6-9A38-796D2F6CA9D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645315" y="5479920"/>
                  <a:ext cx="46080" cy="4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C026A468-D82E-4BC5-88E5-835208A3F46C}"/>
                  </a:ext>
                </a:extLst>
              </p14:cNvPr>
              <p14:cNvContentPartPr/>
              <p14:nvPr/>
            </p14:nvContentPartPr>
            <p14:xfrm>
              <a:off x="7146795" y="5326920"/>
              <a:ext cx="283680" cy="26280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C026A468-D82E-4BC5-88E5-835208A3F46C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129155" y="5308920"/>
                <a:ext cx="319320" cy="29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8B9D988E-9514-4124-AD18-DAD28373049A}"/>
              </a:ext>
            </a:extLst>
          </p:cNvPr>
          <p:cNvGrpSpPr/>
          <p:nvPr/>
        </p:nvGrpSpPr>
        <p:grpSpPr>
          <a:xfrm>
            <a:off x="7806675" y="5402520"/>
            <a:ext cx="672120" cy="231120"/>
            <a:chOff x="7806675" y="5402520"/>
            <a:chExt cx="672120" cy="23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F367A29-71DD-4998-BB75-4B05DBE5B06F}"/>
                    </a:ext>
                  </a:extLst>
                </p14:cNvPr>
                <p14:cNvContentPartPr/>
                <p14:nvPr/>
              </p14:nvContentPartPr>
              <p14:xfrm>
                <a:off x="7806675" y="5448600"/>
                <a:ext cx="366120" cy="1850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F367A29-71DD-4998-BB75-4B05DBE5B06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789035" y="5430960"/>
                  <a:ext cx="4017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26BC866-6B40-448A-8BF9-5259326B55A7}"/>
                    </a:ext>
                  </a:extLst>
                </p14:cNvPr>
                <p14:cNvContentPartPr/>
                <p14:nvPr/>
              </p14:nvContentPartPr>
              <p14:xfrm>
                <a:off x="8273955" y="5402520"/>
                <a:ext cx="204840" cy="2199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26BC866-6B40-448A-8BF9-5259326B55A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256315" y="5384520"/>
                  <a:ext cx="240480" cy="25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70F215FA-1A2B-4735-B11C-B20B4F5EC829}"/>
              </a:ext>
            </a:extLst>
          </p:cNvPr>
          <p:cNvGrpSpPr/>
          <p:nvPr/>
        </p:nvGrpSpPr>
        <p:grpSpPr>
          <a:xfrm>
            <a:off x="4451835" y="5845680"/>
            <a:ext cx="444960" cy="314640"/>
            <a:chOff x="4451835" y="5845680"/>
            <a:chExt cx="444960" cy="31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563285F-C638-4070-901A-787369F41AAB}"/>
                    </a:ext>
                  </a:extLst>
                </p14:cNvPr>
                <p14:cNvContentPartPr/>
                <p14:nvPr/>
              </p14:nvContentPartPr>
              <p14:xfrm>
                <a:off x="4451835" y="5845680"/>
                <a:ext cx="188280" cy="2275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563285F-C638-4070-901A-787369F41AA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433835" y="5827680"/>
                  <a:ext cx="2239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8679EFB-ACAE-4026-89A0-9DB313FBCDB8}"/>
                    </a:ext>
                  </a:extLst>
                </p14:cNvPr>
                <p14:cNvContentPartPr/>
                <p14:nvPr/>
              </p14:nvContentPartPr>
              <p14:xfrm>
                <a:off x="4747395" y="5940720"/>
                <a:ext cx="149400" cy="2196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8679EFB-ACAE-4026-89A0-9DB313FBCDB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729395" y="5923080"/>
                  <a:ext cx="185040" cy="25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19A67FC4-57E8-40B8-9304-4BE01512A883}"/>
              </a:ext>
            </a:extLst>
          </p:cNvPr>
          <p:cNvGrpSpPr/>
          <p:nvPr/>
        </p:nvGrpSpPr>
        <p:grpSpPr>
          <a:xfrm>
            <a:off x="5357955" y="5942880"/>
            <a:ext cx="166320" cy="116280"/>
            <a:chOff x="5357955" y="5942880"/>
            <a:chExt cx="166320" cy="11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6339D96-D674-4F5F-963F-BA1993236789}"/>
                    </a:ext>
                  </a:extLst>
                </p14:cNvPr>
                <p14:cNvContentPartPr/>
                <p14:nvPr/>
              </p14:nvContentPartPr>
              <p14:xfrm>
                <a:off x="5387475" y="5942880"/>
                <a:ext cx="136800" cy="54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6339D96-D674-4F5F-963F-BA199323678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369835" y="5924880"/>
                  <a:ext cx="1724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D811692-5565-4874-A2B9-E116D9B18303}"/>
                    </a:ext>
                  </a:extLst>
                </p14:cNvPr>
                <p14:cNvContentPartPr/>
                <p14:nvPr/>
              </p14:nvContentPartPr>
              <p14:xfrm>
                <a:off x="5357955" y="6043680"/>
                <a:ext cx="103680" cy="154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D811692-5565-4874-A2B9-E116D9B1830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340315" y="6025680"/>
                  <a:ext cx="13932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F0BD51D-0A0A-4FBD-923F-DAEC19BEC24B}"/>
              </a:ext>
            </a:extLst>
          </p:cNvPr>
          <p:cNvGrpSpPr/>
          <p:nvPr/>
        </p:nvGrpSpPr>
        <p:grpSpPr>
          <a:xfrm>
            <a:off x="6163635" y="5898600"/>
            <a:ext cx="628920" cy="366840"/>
            <a:chOff x="6163635" y="5898600"/>
            <a:chExt cx="628920" cy="36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48AA10A-792D-49AB-AA37-DBEC4CB8594A}"/>
                    </a:ext>
                  </a:extLst>
                </p14:cNvPr>
                <p14:cNvContentPartPr/>
                <p14:nvPr/>
              </p14:nvContentPartPr>
              <p14:xfrm>
                <a:off x="6163635" y="5902200"/>
                <a:ext cx="204120" cy="3632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48AA10A-792D-49AB-AA37-DBEC4CB8594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145635" y="5884560"/>
                  <a:ext cx="23976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DC3A1F7-A7F7-456E-BCC2-5F3B5B5CA69F}"/>
                    </a:ext>
                  </a:extLst>
                </p14:cNvPr>
                <p14:cNvContentPartPr/>
                <p14:nvPr/>
              </p14:nvContentPartPr>
              <p14:xfrm>
                <a:off x="6536235" y="5898600"/>
                <a:ext cx="110160" cy="2682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DC3A1F7-A7F7-456E-BCC2-5F3B5B5CA69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518235" y="5880960"/>
                  <a:ext cx="14580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56BC878-08DA-4254-82BC-6D79ADE77C50}"/>
                    </a:ext>
                  </a:extLst>
                </p14:cNvPr>
                <p14:cNvContentPartPr/>
                <p14:nvPr/>
              </p14:nvContentPartPr>
              <p14:xfrm>
                <a:off x="6757635" y="6095880"/>
                <a:ext cx="34920" cy="241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56BC878-08DA-4254-82BC-6D79ADE77C5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739995" y="6078240"/>
                  <a:ext cx="7056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3DE557AB-E816-49F9-8091-250D373A625D}"/>
              </a:ext>
            </a:extLst>
          </p:cNvPr>
          <p:cNvGrpSpPr/>
          <p:nvPr/>
        </p:nvGrpSpPr>
        <p:grpSpPr>
          <a:xfrm>
            <a:off x="7222395" y="6009480"/>
            <a:ext cx="812880" cy="291600"/>
            <a:chOff x="7222395" y="6009480"/>
            <a:chExt cx="812880" cy="29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DAC02F9-E501-4FAB-8A25-B50D3D7A8AD2}"/>
                    </a:ext>
                  </a:extLst>
                </p14:cNvPr>
                <p14:cNvContentPartPr/>
                <p14:nvPr/>
              </p14:nvContentPartPr>
              <p14:xfrm>
                <a:off x="7222395" y="6009480"/>
                <a:ext cx="145080" cy="2462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DAC02F9-E501-4FAB-8A25-B50D3D7A8AD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204395" y="5991480"/>
                  <a:ext cx="1807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A4716C9-2774-4D7F-AEBB-753640D91D7E}"/>
                    </a:ext>
                  </a:extLst>
                </p14:cNvPr>
                <p14:cNvContentPartPr/>
                <p14:nvPr/>
              </p14:nvContentPartPr>
              <p14:xfrm>
                <a:off x="7495635" y="6029640"/>
                <a:ext cx="172080" cy="2440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A4716C9-2774-4D7F-AEBB-753640D91D7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477995" y="6011640"/>
                  <a:ext cx="2077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0E64BF9-7089-4DBF-960F-7D36C1D36885}"/>
                    </a:ext>
                  </a:extLst>
                </p14:cNvPr>
                <p14:cNvContentPartPr/>
                <p14:nvPr/>
              </p14:nvContentPartPr>
              <p14:xfrm>
                <a:off x="7826475" y="6023160"/>
                <a:ext cx="208800" cy="2779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0E64BF9-7089-4DBF-960F-7D36C1D3688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808835" y="6005520"/>
                  <a:ext cx="244440" cy="31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4C69D133-FEB7-4E32-8048-0AB7BC681719}"/>
              </a:ext>
            </a:extLst>
          </p:cNvPr>
          <p:cNvGrpSpPr/>
          <p:nvPr/>
        </p:nvGrpSpPr>
        <p:grpSpPr>
          <a:xfrm>
            <a:off x="8343795" y="6088680"/>
            <a:ext cx="697680" cy="309240"/>
            <a:chOff x="8343795" y="6088680"/>
            <a:chExt cx="697680" cy="30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564E6A0-0D8F-4B57-BDC4-5683F143850F}"/>
                    </a:ext>
                  </a:extLst>
                </p14:cNvPr>
                <p14:cNvContentPartPr/>
                <p14:nvPr/>
              </p14:nvContentPartPr>
              <p14:xfrm>
                <a:off x="8343795" y="6123600"/>
                <a:ext cx="293400" cy="2077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564E6A0-0D8F-4B57-BDC4-5683F143850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325795" y="6105600"/>
                  <a:ext cx="3290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F5924A3-BDE5-4E5C-839D-97D899808C4A}"/>
                    </a:ext>
                  </a:extLst>
                </p14:cNvPr>
                <p14:cNvContentPartPr/>
                <p14:nvPr/>
              </p14:nvContentPartPr>
              <p14:xfrm>
                <a:off x="8762835" y="6088680"/>
                <a:ext cx="278640" cy="3092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F5924A3-BDE5-4E5C-839D-97D899808C4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745195" y="6070680"/>
                  <a:ext cx="314280" cy="34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00B6305B-50AA-4E21-801B-0A28525A881B}"/>
                  </a:ext>
                </a:extLst>
              </p14:cNvPr>
              <p14:cNvContentPartPr/>
              <p14:nvPr/>
            </p14:nvContentPartPr>
            <p14:xfrm>
              <a:off x="9578955" y="6330960"/>
              <a:ext cx="47160" cy="2232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00B6305B-50AA-4E21-801B-0A28525A881B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9561315" y="6312960"/>
                <a:ext cx="82800" cy="5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7E97F2F-7EAB-413F-97A5-2B4C39F3E4A6}"/>
              </a:ext>
            </a:extLst>
          </p:cNvPr>
          <p:cNvGrpSpPr/>
          <p:nvPr/>
        </p:nvGrpSpPr>
        <p:grpSpPr>
          <a:xfrm>
            <a:off x="1020315" y="4955760"/>
            <a:ext cx="2750040" cy="1463760"/>
            <a:chOff x="1020315" y="4955760"/>
            <a:chExt cx="2750040" cy="146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2543C29-B4CF-4FF8-9003-A2018E64D72B}"/>
                    </a:ext>
                  </a:extLst>
                </p14:cNvPr>
                <p14:cNvContentPartPr/>
                <p14:nvPr/>
              </p14:nvContentPartPr>
              <p14:xfrm>
                <a:off x="1264035" y="5101920"/>
                <a:ext cx="1105920" cy="2840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2543C29-B4CF-4FF8-9003-A2018E64D72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246035" y="5083920"/>
                  <a:ext cx="11415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6B4290E-C448-45C3-A7CD-C8B3A5912550}"/>
                    </a:ext>
                  </a:extLst>
                </p14:cNvPr>
                <p14:cNvContentPartPr/>
                <p14:nvPr/>
              </p14:nvContentPartPr>
              <p14:xfrm>
                <a:off x="2465715" y="5113080"/>
                <a:ext cx="176400" cy="123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6B4290E-C448-45C3-A7CD-C8B3A591255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447715" y="5095080"/>
                  <a:ext cx="2120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C304EC4-0756-44BA-A987-4B72C3C0A894}"/>
                    </a:ext>
                  </a:extLst>
                </p14:cNvPr>
                <p14:cNvContentPartPr/>
                <p14:nvPr/>
              </p14:nvContentPartPr>
              <p14:xfrm>
                <a:off x="2718795" y="5047560"/>
                <a:ext cx="36720" cy="1476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C304EC4-0756-44BA-A987-4B72C3C0A89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701155" y="5029560"/>
                  <a:ext cx="723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B522E27-5E62-4EAF-BA9D-B79B592ADB64}"/>
                    </a:ext>
                  </a:extLst>
                </p14:cNvPr>
                <p14:cNvContentPartPr/>
                <p14:nvPr/>
              </p14:nvContentPartPr>
              <p14:xfrm>
                <a:off x="2887275" y="4955760"/>
                <a:ext cx="297720" cy="2214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B522E27-5E62-4EAF-BA9D-B79B592ADB6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869275" y="4938120"/>
                  <a:ext cx="3333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C0ED2A2-7F62-4C96-A84A-414631645B6F}"/>
                    </a:ext>
                  </a:extLst>
                </p14:cNvPr>
                <p14:cNvContentPartPr/>
                <p14:nvPr/>
              </p14:nvContentPartPr>
              <p14:xfrm>
                <a:off x="1020315" y="5369400"/>
                <a:ext cx="2415240" cy="3513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C0ED2A2-7F62-4C96-A84A-414631645B6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02315" y="5351400"/>
                  <a:ext cx="245088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FAF0958-42C0-42DF-A611-2402B9AC6011}"/>
                    </a:ext>
                  </a:extLst>
                </p14:cNvPr>
                <p14:cNvContentPartPr/>
                <p14:nvPr/>
              </p14:nvContentPartPr>
              <p14:xfrm>
                <a:off x="1884315" y="5906880"/>
                <a:ext cx="1112400" cy="3016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FAF0958-42C0-42DF-A611-2402B9AC601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866315" y="5889240"/>
                  <a:ext cx="114804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5FA5DF5-1B62-4A61-BE0E-54C7E336D242}"/>
                    </a:ext>
                  </a:extLst>
                </p14:cNvPr>
                <p14:cNvContentPartPr/>
                <p14:nvPr/>
              </p14:nvContentPartPr>
              <p14:xfrm>
                <a:off x="3069795" y="5955480"/>
                <a:ext cx="205200" cy="910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5FA5DF5-1B62-4A61-BE0E-54C7E336D24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051795" y="5937480"/>
                  <a:ext cx="2408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6BCD15C-AD30-424F-9C6A-1AB32CF2CCBB}"/>
                    </a:ext>
                  </a:extLst>
                </p14:cNvPr>
                <p14:cNvContentPartPr/>
                <p14:nvPr/>
              </p14:nvContentPartPr>
              <p14:xfrm>
                <a:off x="3413235" y="5806080"/>
                <a:ext cx="42120" cy="2167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6BCD15C-AD30-424F-9C6A-1AB32CF2CCB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395235" y="5788080"/>
                  <a:ext cx="777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3BFD80F-8EFD-453E-BDE5-1577C329B2C9}"/>
                    </a:ext>
                  </a:extLst>
                </p14:cNvPr>
                <p14:cNvContentPartPr/>
                <p14:nvPr/>
              </p14:nvContentPartPr>
              <p14:xfrm>
                <a:off x="3545355" y="5745240"/>
                <a:ext cx="94320" cy="2030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3BFD80F-8EFD-453E-BDE5-1577C329B2C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527355" y="5727240"/>
                  <a:ext cx="1299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1F3AAD1-5BC5-4124-A37C-3DCACDB1C752}"/>
                    </a:ext>
                  </a:extLst>
                </p14:cNvPr>
                <p14:cNvContentPartPr/>
                <p14:nvPr/>
              </p14:nvContentPartPr>
              <p14:xfrm>
                <a:off x="3617355" y="5497560"/>
                <a:ext cx="153000" cy="2638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1F3AAD1-5BC5-4124-A37C-3DCACDB1C75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599715" y="5479920"/>
                  <a:ext cx="1886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D868157-57F6-4A5A-B9A5-8833286583A5}"/>
                    </a:ext>
                  </a:extLst>
                </p14:cNvPr>
                <p14:cNvContentPartPr/>
                <p14:nvPr/>
              </p14:nvContentPartPr>
              <p14:xfrm>
                <a:off x="2282835" y="6111720"/>
                <a:ext cx="1053360" cy="1875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D868157-57F6-4A5A-B9A5-8833286583A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264835" y="6094080"/>
                  <a:ext cx="10890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8329FC9-3B45-4713-8CB9-A6D54C3C4027}"/>
                    </a:ext>
                  </a:extLst>
                </p14:cNvPr>
                <p14:cNvContentPartPr/>
                <p14:nvPr/>
              </p14:nvContentPartPr>
              <p14:xfrm>
                <a:off x="2579475" y="6304320"/>
                <a:ext cx="492840" cy="1152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8329FC9-3B45-4713-8CB9-A6D54C3C402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561835" y="6286680"/>
                  <a:ext cx="528480" cy="150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70354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EE595C-258E-4E94-B7AA-B513B39FF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91274-B63A-435B-8C74-D70C5CFB038A}" type="datetime1">
              <a:rPr lang="en-US" altLang="en-US" smtClean="0"/>
              <a:t>3/3/2022</a:t>
            </a:fld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27D2F-C050-427B-842F-E0EE2E5D2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4761-A2D8-4A7C-8A5C-0F7095CF5018}" type="slidenum">
              <a:rPr lang="en-US" altLang="en-US" smtClean="0"/>
              <a:pPr/>
              <a:t>33</a:t>
            </a:fld>
            <a:endParaRPr lang="en-US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1BE7EFBC-2810-493C-9AB6-87D81E440E29}"/>
                  </a:ext>
                </a:extLst>
              </p14:cNvPr>
              <p14:cNvContentPartPr/>
              <p14:nvPr/>
            </p14:nvContentPartPr>
            <p14:xfrm>
              <a:off x="4144035" y="2060640"/>
              <a:ext cx="140400" cy="75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1BE7EFBC-2810-493C-9AB6-87D81E440E2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26395" y="2042640"/>
                <a:ext cx="17604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878D8C8A-532B-4E92-B17A-D06D87FD8999}"/>
                  </a:ext>
                </a:extLst>
              </p14:cNvPr>
              <p14:cNvContentPartPr/>
              <p14:nvPr/>
            </p14:nvContentPartPr>
            <p14:xfrm>
              <a:off x="9716835" y="5916960"/>
              <a:ext cx="42840" cy="648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878D8C8A-532B-4E92-B17A-D06D87FD89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99195" y="5898960"/>
                <a:ext cx="7848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42417387-F699-4882-9EF9-F561B1213EE0}"/>
                  </a:ext>
                </a:extLst>
              </p14:cNvPr>
              <p14:cNvContentPartPr/>
              <p14:nvPr/>
            </p14:nvContentPartPr>
            <p14:xfrm>
              <a:off x="3160875" y="2037240"/>
              <a:ext cx="47160" cy="73188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42417387-F699-4882-9EF9-F561B1213EE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42875" y="2019240"/>
                <a:ext cx="82800" cy="76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B5ACA684-7BF3-4C78-B6BB-0FAFB28B8B08}"/>
                  </a:ext>
                </a:extLst>
              </p14:cNvPr>
              <p14:cNvContentPartPr/>
              <p14:nvPr/>
            </p14:nvContentPartPr>
            <p14:xfrm>
              <a:off x="3055755" y="2754000"/>
              <a:ext cx="263880" cy="327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B5ACA684-7BF3-4C78-B6BB-0FAFB28B8B0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37755" y="2736000"/>
                <a:ext cx="29952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FE08805B-0239-4B1F-8F01-A4AB2AA1CBE6}"/>
                  </a:ext>
                </a:extLst>
              </p14:cNvPr>
              <p14:cNvContentPartPr/>
              <p14:nvPr/>
            </p14:nvContentPartPr>
            <p14:xfrm>
              <a:off x="3143235" y="2896920"/>
              <a:ext cx="194760" cy="17028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FE08805B-0239-4B1F-8F01-A4AB2AA1CBE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25235" y="2879280"/>
                <a:ext cx="23040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4995AAB-F99F-4E04-96D8-37C150EC47A9}"/>
                  </a:ext>
                </a:extLst>
              </p14:cNvPr>
              <p14:cNvContentPartPr/>
              <p14:nvPr/>
            </p14:nvContentPartPr>
            <p14:xfrm>
              <a:off x="2014995" y="1396440"/>
              <a:ext cx="1366920" cy="2077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4995AAB-F99F-4E04-96D8-37C150EC47A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997355" y="1378440"/>
                <a:ext cx="140256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BFDD6C2-7535-429E-BBD7-D2D76E7A76B1}"/>
                  </a:ext>
                </a:extLst>
              </p14:cNvPr>
              <p14:cNvContentPartPr/>
              <p14:nvPr/>
            </p14:nvContentPartPr>
            <p14:xfrm>
              <a:off x="1361955" y="466560"/>
              <a:ext cx="383040" cy="451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BFDD6C2-7535-429E-BBD7-D2D76E7A76B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44315" y="448560"/>
                <a:ext cx="418680" cy="48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212691F-2487-44FB-9E1D-156A72745E18}"/>
                  </a:ext>
                </a:extLst>
              </p14:cNvPr>
              <p14:cNvContentPartPr/>
              <p14:nvPr/>
            </p14:nvContentPartPr>
            <p14:xfrm>
              <a:off x="1372755" y="840600"/>
              <a:ext cx="727560" cy="2642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212691F-2487-44FB-9E1D-156A72745E1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55115" y="822960"/>
                <a:ext cx="76320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F285C60-85B7-40BC-9E63-74BEE4891139}"/>
                  </a:ext>
                </a:extLst>
              </p14:cNvPr>
              <p14:cNvContentPartPr/>
              <p14:nvPr/>
            </p14:nvContentPartPr>
            <p14:xfrm>
              <a:off x="2225595" y="1039680"/>
              <a:ext cx="32040" cy="1810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F285C60-85B7-40BC-9E63-74BEE489113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207595" y="1021680"/>
                <a:ext cx="6768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78A99D0-CB2B-4B64-A06F-07CFC62AADBE}"/>
                  </a:ext>
                </a:extLst>
              </p14:cNvPr>
              <p14:cNvContentPartPr/>
              <p14:nvPr/>
            </p14:nvContentPartPr>
            <p14:xfrm>
              <a:off x="2363475" y="1004400"/>
              <a:ext cx="102240" cy="1843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78A99D0-CB2B-4B64-A06F-07CFC62AADB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345835" y="986760"/>
                <a:ext cx="13788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DA57814-8597-4E0D-B79E-379FFF5F06EE}"/>
                  </a:ext>
                </a:extLst>
              </p14:cNvPr>
              <p14:cNvContentPartPr/>
              <p14:nvPr/>
            </p14:nvContentPartPr>
            <p14:xfrm>
              <a:off x="2340795" y="1016280"/>
              <a:ext cx="160200" cy="730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DA57814-8597-4E0D-B79E-379FFF5F06E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323155" y="998280"/>
                <a:ext cx="19584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550693F-DB94-421B-BD5D-C46A932D6429}"/>
                  </a:ext>
                </a:extLst>
              </p14:cNvPr>
              <p14:cNvContentPartPr/>
              <p14:nvPr/>
            </p14:nvContentPartPr>
            <p14:xfrm>
              <a:off x="2656515" y="979920"/>
              <a:ext cx="169200" cy="1929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550693F-DB94-421B-BD5D-C46A932D642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638515" y="962280"/>
                <a:ext cx="20484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14BC847-C0C8-4D83-94C0-DC19315499AE}"/>
                  </a:ext>
                </a:extLst>
              </p14:cNvPr>
              <p14:cNvContentPartPr/>
              <p14:nvPr/>
            </p14:nvContentPartPr>
            <p14:xfrm>
              <a:off x="2939115" y="986040"/>
              <a:ext cx="434520" cy="1828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14BC847-C0C8-4D83-94C0-DC19315499A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921115" y="968040"/>
                <a:ext cx="47016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46DFEEC-7F23-4D00-937A-286953DF2B56}"/>
                  </a:ext>
                </a:extLst>
              </p14:cNvPr>
              <p14:cNvContentPartPr/>
              <p14:nvPr/>
            </p14:nvContentPartPr>
            <p14:xfrm>
              <a:off x="1161435" y="1486440"/>
              <a:ext cx="845280" cy="1026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46DFEEC-7F23-4D00-937A-286953DF2B5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43795" y="1468800"/>
                <a:ext cx="88092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996E20F-8562-49FE-BCB5-40B4499461B9}"/>
                  </a:ext>
                </a:extLst>
              </p14:cNvPr>
              <p14:cNvContentPartPr/>
              <p14:nvPr/>
            </p14:nvContentPartPr>
            <p14:xfrm>
              <a:off x="493995" y="1514160"/>
              <a:ext cx="19800" cy="2278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996E20F-8562-49FE-BCB5-40B4499461B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75995" y="1496160"/>
                <a:ext cx="5544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D61DC6B-67A0-411E-B53B-E9D61BEAADEA}"/>
                  </a:ext>
                </a:extLst>
              </p14:cNvPr>
              <p14:cNvContentPartPr/>
              <p14:nvPr/>
            </p14:nvContentPartPr>
            <p14:xfrm>
              <a:off x="434235" y="1644840"/>
              <a:ext cx="160920" cy="406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D61DC6B-67A0-411E-B53B-E9D61BEAADE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16595" y="1626840"/>
                <a:ext cx="19656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20FCB3BA-2137-4C98-9265-1C2080EAF025}"/>
                  </a:ext>
                </a:extLst>
              </p14:cNvPr>
              <p14:cNvContentPartPr/>
              <p14:nvPr/>
            </p14:nvContentPartPr>
            <p14:xfrm>
              <a:off x="657075" y="1487880"/>
              <a:ext cx="189720" cy="1220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20FCB3BA-2137-4C98-9265-1C2080EAF02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39435" y="1469880"/>
                <a:ext cx="22536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AAC9BE4-91F4-4C1C-9C82-74DF221F9096}"/>
                  </a:ext>
                </a:extLst>
              </p14:cNvPr>
              <p14:cNvContentPartPr/>
              <p14:nvPr/>
            </p14:nvContentPartPr>
            <p14:xfrm>
              <a:off x="859755" y="1426680"/>
              <a:ext cx="97920" cy="1303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AAC9BE4-91F4-4C1C-9C82-74DF221F909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42115" y="1409040"/>
                <a:ext cx="13356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17DC21B-2426-41B8-9C4E-3C655158377C}"/>
                  </a:ext>
                </a:extLst>
              </p14:cNvPr>
              <p14:cNvContentPartPr/>
              <p14:nvPr/>
            </p14:nvContentPartPr>
            <p14:xfrm>
              <a:off x="835635" y="1286640"/>
              <a:ext cx="191160" cy="1245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17DC21B-2426-41B8-9C4E-3C655158377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17635" y="1269000"/>
                <a:ext cx="22680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FBD6692C-254F-4904-9B64-C0F35CA6FBAE}"/>
                  </a:ext>
                </a:extLst>
              </p14:cNvPr>
              <p14:cNvContentPartPr/>
              <p14:nvPr/>
            </p14:nvContentPartPr>
            <p14:xfrm>
              <a:off x="1121115" y="1145520"/>
              <a:ext cx="230040" cy="8964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FBD6692C-254F-4904-9B64-C0F35CA6FBA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03115" y="1127880"/>
                <a:ext cx="26568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8E7564F-1EA1-438C-B5FA-95ABF2710A83}"/>
                  </a:ext>
                </a:extLst>
              </p14:cNvPr>
              <p14:cNvContentPartPr/>
              <p14:nvPr/>
            </p14:nvContentPartPr>
            <p14:xfrm>
              <a:off x="1428555" y="996480"/>
              <a:ext cx="174960" cy="1803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8E7564F-1EA1-438C-B5FA-95ABF2710A8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410915" y="978840"/>
                <a:ext cx="2106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3792279-5588-4882-9997-ED8BF8E48C90}"/>
                  </a:ext>
                </a:extLst>
              </p14:cNvPr>
              <p14:cNvContentPartPr/>
              <p14:nvPr/>
            </p14:nvContentPartPr>
            <p14:xfrm>
              <a:off x="1841835" y="1486080"/>
              <a:ext cx="1015560" cy="3942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3792279-5588-4882-9997-ED8BF8E48C9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823835" y="1468080"/>
                <a:ext cx="1051200" cy="42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9556DD5-710E-4BB9-81D2-7FF93F83E320}"/>
                  </a:ext>
                </a:extLst>
              </p14:cNvPr>
              <p14:cNvContentPartPr/>
              <p14:nvPr/>
            </p14:nvContentPartPr>
            <p14:xfrm>
              <a:off x="1648875" y="1799640"/>
              <a:ext cx="396360" cy="1224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9556DD5-710E-4BB9-81D2-7FF93F83E32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630875" y="1782000"/>
                <a:ext cx="43200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ABE4554-141F-472F-94A3-1F7F0FEB761A}"/>
                  </a:ext>
                </a:extLst>
              </p14:cNvPr>
              <p14:cNvContentPartPr/>
              <p14:nvPr/>
            </p14:nvContentPartPr>
            <p14:xfrm>
              <a:off x="986115" y="1867680"/>
              <a:ext cx="639720" cy="486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ABE4554-141F-472F-94A3-1F7F0FEB761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68115" y="1850040"/>
                <a:ext cx="67536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6B39F8EE-DBF1-4238-8132-6A3CD2B8E6B0}"/>
                  </a:ext>
                </a:extLst>
              </p14:cNvPr>
              <p14:cNvContentPartPr/>
              <p14:nvPr/>
            </p14:nvContentPartPr>
            <p14:xfrm>
              <a:off x="1573995" y="2044800"/>
              <a:ext cx="167040" cy="1645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6B39F8EE-DBF1-4238-8132-6A3CD2B8E6B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555995" y="2027160"/>
                <a:ext cx="20268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B57302F9-29F6-4B93-9E43-8E037F519F21}"/>
                  </a:ext>
                </a:extLst>
              </p14:cNvPr>
              <p14:cNvContentPartPr/>
              <p14:nvPr/>
            </p14:nvContentPartPr>
            <p14:xfrm>
              <a:off x="1769835" y="2056680"/>
              <a:ext cx="91440" cy="1512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B57302F9-29F6-4B93-9E43-8E037F519F2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751835" y="2039040"/>
                <a:ext cx="12708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9CB32B45-4F93-4D5E-BB2B-A560031CD3F9}"/>
                  </a:ext>
                </a:extLst>
              </p14:cNvPr>
              <p14:cNvContentPartPr/>
              <p14:nvPr/>
            </p14:nvContentPartPr>
            <p14:xfrm>
              <a:off x="1935795" y="2068560"/>
              <a:ext cx="206640" cy="17244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9CB32B45-4F93-4D5E-BB2B-A560031CD3F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917795" y="2050920"/>
                <a:ext cx="24228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C68C021-AE17-4A5B-80F5-E052F72FDB1A}"/>
                  </a:ext>
                </a:extLst>
              </p14:cNvPr>
              <p14:cNvContentPartPr/>
              <p14:nvPr/>
            </p14:nvContentPartPr>
            <p14:xfrm>
              <a:off x="2205795" y="2025360"/>
              <a:ext cx="234720" cy="11628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C68C021-AE17-4A5B-80F5-E052F72FDB1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188155" y="2007360"/>
                <a:ext cx="27036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433691BC-DD54-40B2-A7E0-B226AD1E0678}"/>
                  </a:ext>
                </a:extLst>
              </p14:cNvPr>
              <p14:cNvContentPartPr/>
              <p14:nvPr/>
            </p14:nvContentPartPr>
            <p14:xfrm>
              <a:off x="620715" y="1863360"/>
              <a:ext cx="357120" cy="7704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433691BC-DD54-40B2-A7E0-B226AD1E067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02715" y="1845360"/>
                <a:ext cx="39276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E41D9B1B-B0C6-4BD1-8907-30F8C4D7F360}"/>
                  </a:ext>
                </a:extLst>
              </p14:cNvPr>
              <p14:cNvContentPartPr/>
              <p14:nvPr/>
            </p14:nvContentPartPr>
            <p14:xfrm>
              <a:off x="182235" y="2169000"/>
              <a:ext cx="97920" cy="255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E41D9B1B-B0C6-4BD1-8907-30F8C4D7F36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64595" y="2151000"/>
                <a:ext cx="13356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CD66BCF9-B962-49B8-A0AF-ADB471D2C584}"/>
                  </a:ext>
                </a:extLst>
              </p14:cNvPr>
              <p14:cNvContentPartPr/>
              <p14:nvPr/>
            </p14:nvContentPartPr>
            <p14:xfrm>
              <a:off x="287355" y="2082960"/>
              <a:ext cx="240840" cy="1501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CD66BCF9-B962-49B8-A0AF-ADB471D2C58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69355" y="2064960"/>
                <a:ext cx="27648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C19A21FF-663F-4760-9344-8316392A45B1}"/>
                  </a:ext>
                </a:extLst>
              </p14:cNvPr>
              <p14:cNvContentPartPr/>
              <p14:nvPr/>
            </p14:nvContentPartPr>
            <p14:xfrm>
              <a:off x="609195" y="2083680"/>
              <a:ext cx="172440" cy="10728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C19A21FF-663F-4760-9344-8316392A45B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91555" y="2066040"/>
                <a:ext cx="20808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B8C9AE32-CEDE-43B1-AE38-A03C48C7F014}"/>
                  </a:ext>
                </a:extLst>
              </p14:cNvPr>
              <p14:cNvContentPartPr/>
              <p14:nvPr/>
            </p14:nvContentPartPr>
            <p14:xfrm>
              <a:off x="811515" y="2065320"/>
              <a:ext cx="137520" cy="10980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B8C9AE32-CEDE-43B1-AE38-A03C48C7F01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93515" y="2047320"/>
                <a:ext cx="17316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AA868476-0629-4423-B997-8277DAB6ECC9}"/>
                  </a:ext>
                </a:extLst>
              </p14:cNvPr>
              <p14:cNvContentPartPr/>
              <p14:nvPr/>
            </p14:nvContentPartPr>
            <p14:xfrm>
              <a:off x="3320715" y="555840"/>
              <a:ext cx="2028240" cy="106200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AA868476-0629-4423-B997-8277DAB6ECC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302715" y="538200"/>
                <a:ext cx="2063880" cy="10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F8DB51EE-5678-40BD-8050-4F0EE3AD7A28}"/>
                  </a:ext>
                </a:extLst>
              </p14:cNvPr>
              <p14:cNvContentPartPr/>
              <p14:nvPr/>
            </p14:nvContentPartPr>
            <p14:xfrm>
              <a:off x="3975555" y="252000"/>
              <a:ext cx="443520" cy="2228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F8DB51EE-5678-40BD-8050-4F0EE3AD7A2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957915" y="234000"/>
                <a:ext cx="47916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40E70303-5BBC-4888-B8C7-A391336535A0}"/>
                  </a:ext>
                </a:extLst>
              </p14:cNvPr>
              <p14:cNvContentPartPr/>
              <p14:nvPr/>
            </p14:nvContentPartPr>
            <p14:xfrm>
              <a:off x="4648755" y="165960"/>
              <a:ext cx="163080" cy="19728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40E70303-5BBC-4888-B8C7-A391336535A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630755" y="147960"/>
                <a:ext cx="19872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FDA26366-16EA-4C26-84BD-298FB96EF2D6}"/>
                  </a:ext>
                </a:extLst>
              </p14:cNvPr>
              <p14:cNvContentPartPr/>
              <p14:nvPr/>
            </p14:nvContentPartPr>
            <p14:xfrm>
              <a:off x="4945035" y="132120"/>
              <a:ext cx="518400" cy="21852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FDA26366-16EA-4C26-84BD-298FB96EF2D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927035" y="114120"/>
                <a:ext cx="55404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25A11895-F3F1-4E4B-8703-C1BF64366E6F}"/>
                  </a:ext>
                </a:extLst>
              </p14:cNvPr>
              <p14:cNvContentPartPr/>
              <p14:nvPr/>
            </p14:nvContentPartPr>
            <p14:xfrm>
              <a:off x="5323755" y="732960"/>
              <a:ext cx="65880" cy="12114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25A11895-F3F1-4E4B-8703-C1BF64366E6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305755" y="714960"/>
                <a:ext cx="101520" cy="124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9ACE10C-BEF6-4011-914F-F3CCAA8E7C89}"/>
                  </a:ext>
                </a:extLst>
              </p14:cNvPr>
              <p14:cNvContentPartPr/>
              <p14:nvPr/>
            </p14:nvContentPartPr>
            <p14:xfrm>
              <a:off x="3963675" y="1393920"/>
              <a:ext cx="54720" cy="884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9ACE10C-BEF6-4011-914F-F3CCAA8E7C89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945675" y="1375920"/>
                <a:ext cx="90360" cy="9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59AABA1-428E-432E-87ED-0E0B456492AF}"/>
                  </a:ext>
                </a:extLst>
              </p14:cNvPr>
              <p14:cNvContentPartPr/>
              <p14:nvPr/>
            </p14:nvContentPartPr>
            <p14:xfrm>
              <a:off x="4062675" y="1365480"/>
              <a:ext cx="666720" cy="4888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59AABA1-428E-432E-87ED-0E0B456492A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045035" y="1347480"/>
                <a:ext cx="702360" cy="52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42CE1EF-4B2B-4ED3-AB9A-DC40219B9054}"/>
                  </a:ext>
                </a:extLst>
              </p14:cNvPr>
              <p14:cNvContentPartPr/>
              <p14:nvPr/>
            </p14:nvContentPartPr>
            <p14:xfrm>
              <a:off x="3957195" y="1865160"/>
              <a:ext cx="2163600" cy="4417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42CE1EF-4B2B-4ED3-AB9A-DC40219B905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939195" y="1847160"/>
                <a:ext cx="2199240" cy="47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FD3417F-9E0D-43A0-A045-248B5F399764}"/>
                  </a:ext>
                </a:extLst>
              </p14:cNvPr>
              <p14:cNvContentPartPr/>
              <p14:nvPr/>
            </p14:nvContentPartPr>
            <p14:xfrm>
              <a:off x="3241515" y="1523880"/>
              <a:ext cx="822960" cy="900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FD3417F-9E0D-43A0-A045-248B5F399764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223515" y="1505880"/>
                <a:ext cx="85860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1C7D4ED-F677-47A6-8A87-035A7B331677}"/>
                  </a:ext>
                </a:extLst>
              </p14:cNvPr>
              <p14:cNvContentPartPr/>
              <p14:nvPr/>
            </p14:nvContentPartPr>
            <p14:xfrm>
              <a:off x="4133955" y="1719360"/>
              <a:ext cx="149760" cy="216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1C7D4ED-F677-47A6-8A87-035A7B33167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116315" y="1701360"/>
                <a:ext cx="18540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F345085-7DC3-4520-AC55-C4465FA46D58}"/>
                  </a:ext>
                </a:extLst>
              </p14:cNvPr>
              <p14:cNvContentPartPr/>
              <p14:nvPr/>
            </p14:nvContentPartPr>
            <p14:xfrm>
              <a:off x="4169955" y="1996200"/>
              <a:ext cx="23760" cy="1036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F345085-7DC3-4520-AC55-C4465FA46D5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151955" y="1978560"/>
                <a:ext cx="5940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7465076-E689-4BDF-8DC4-42585780F9D2}"/>
                  </a:ext>
                </a:extLst>
              </p14:cNvPr>
              <p14:cNvContentPartPr/>
              <p14:nvPr/>
            </p14:nvContentPartPr>
            <p14:xfrm>
              <a:off x="4124955" y="2068560"/>
              <a:ext cx="91440" cy="57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7465076-E689-4BDF-8DC4-42585780F9D2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106955" y="2050560"/>
                <a:ext cx="12708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0C3A08B-05B0-49FB-93F7-9EF87D862317}"/>
                  </a:ext>
                </a:extLst>
              </p14:cNvPr>
              <p14:cNvContentPartPr/>
              <p14:nvPr/>
            </p14:nvContentPartPr>
            <p14:xfrm>
              <a:off x="3088875" y="2028600"/>
              <a:ext cx="869760" cy="622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0C3A08B-05B0-49FB-93F7-9EF87D86231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071235" y="2010600"/>
                <a:ext cx="90540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F18F5F5E-1D2E-4017-AB2A-80D6D4E1C2AD}"/>
                  </a:ext>
                </a:extLst>
              </p14:cNvPr>
              <p14:cNvContentPartPr/>
              <p14:nvPr/>
            </p14:nvContentPartPr>
            <p14:xfrm>
              <a:off x="3974835" y="3613680"/>
              <a:ext cx="87840" cy="114012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F18F5F5E-1D2E-4017-AB2A-80D6D4E1C2A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956835" y="3596040"/>
                <a:ext cx="123480" cy="11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DEE53AB8-74BF-4A9E-AA7F-1FFE0D5F3066}"/>
                  </a:ext>
                </a:extLst>
              </p14:cNvPr>
              <p14:cNvContentPartPr/>
              <p14:nvPr/>
            </p14:nvContentPartPr>
            <p14:xfrm>
              <a:off x="3974475" y="3581640"/>
              <a:ext cx="833400" cy="122724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DEE53AB8-74BF-4A9E-AA7F-1FFE0D5F3066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956835" y="3563640"/>
                <a:ext cx="869040" cy="12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07DB68EA-5FAC-4CC7-BE6B-96F3E4323F64}"/>
                  </a:ext>
                </a:extLst>
              </p14:cNvPr>
              <p14:cNvContentPartPr/>
              <p14:nvPr/>
            </p14:nvContentPartPr>
            <p14:xfrm>
              <a:off x="4176435" y="3799440"/>
              <a:ext cx="21600" cy="20808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07DB68EA-5FAC-4CC7-BE6B-96F3E4323F64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158795" y="3781800"/>
                <a:ext cx="5724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865DF729-099A-4E2A-9549-9C2AC813C057}"/>
                  </a:ext>
                </a:extLst>
              </p14:cNvPr>
              <p14:cNvContentPartPr/>
              <p14:nvPr/>
            </p14:nvContentPartPr>
            <p14:xfrm>
              <a:off x="4137195" y="3921480"/>
              <a:ext cx="156600" cy="1440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865DF729-099A-4E2A-9549-9C2AC813C057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119195" y="3903840"/>
                <a:ext cx="19224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B72FF605-2BD9-41A0-826C-DD62C8D5E036}"/>
                  </a:ext>
                </a:extLst>
              </p14:cNvPr>
              <p14:cNvContentPartPr/>
              <p14:nvPr/>
            </p14:nvContentPartPr>
            <p14:xfrm>
              <a:off x="4164915" y="4551480"/>
              <a:ext cx="172800" cy="1044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B72FF605-2BD9-41A0-826C-DD62C8D5E036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146915" y="4533480"/>
                <a:ext cx="2084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BCDA1916-896D-4DAD-807B-81F139508A85}"/>
                  </a:ext>
                </a:extLst>
              </p14:cNvPr>
              <p14:cNvContentPartPr/>
              <p14:nvPr/>
            </p14:nvContentPartPr>
            <p14:xfrm>
              <a:off x="4071675" y="4537800"/>
              <a:ext cx="20880" cy="288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BCDA1916-896D-4DAD-807B-81F139508A85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053675" y="4519800"/>
                <a:ext cx="565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05DB5BDC-BE7A-48A9-8664-82026F7C2083}"/>
                  </a:ext>
                </a:extLst>
              </p14:cNvPr>
              <p14:cNvContentPartPr/>
              <p14:nvPr/>
            </p14:nvContentPartPr>
            <p14:xfrm>
              <a:off x="1222275" y="1886760"/>
              <a:ext cx="2780640" cy="187992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05DB5BDC-BE7A-48A9-8664-82026F7C2083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204635" y="1869120"/>
                <a:ext cx="2816280" cy="19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384D6FAE-5A43-4D97-BDC5-DE086ED91D64}"/>
                  </a:ext>
                </a:extLst>
              </p14:cNvPr>
              <p14:cNvContentPartPr/>
              <p14:nvPr/>
            </p14:nvContentPartPr>
            <p14:xfrm>
              <a:off x="4801035" y="4111560"/>
              <a:ext cx="1488960" cy="5436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384D6FAE-5A43-4D97-BDC5-DE086ED91D64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783395" y="4093560"/>
                <a:ext cx="152460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C424F13B-4384-4E4E-8DB3-52E97CDDF6D7}"/>
                  </a:ext>
                </a:extLst>
              </p14:cNvPr>
              <p14:cNvContentPartPr/>
              <p14:nvPr/>
            </p14:nvContentPartPr>
            <p14:xfrm>
              <a:off x="3160875" y="4084560"/>
              <a:ext cx="2156040" cy="111024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C424F13B-4384-4E4E-8DB3-52E97CDDF6D7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143235" y="4066920"/>
                <a:ext cx="2191680" cy="11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90FB9A64-263C-4BF5-AD5E-A0AB7B9D3F1E}"/>
                  </a:ext>
                </a:extLst>
              </p14:cNvPr>
              <p14:cNvContentPartPr/>
              <p14:nvPr/>
            </p14:nvContentPartPr>
            <p14:xfrm>
              <a:off x="6098835" y="1847880"/>
              <a:ext cx="1528560" cy="11808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90FB9A64-263C-4BF5-AD5E-A0AB7B9D3F1E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080835" y="1830240"/>
                <a:ext cx="156420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20DCD7B9-50D4-48B8-BF76-423730C8FD3F}"/>
                  </a:ext>
                </a:extLst>
              </p14:cNvPr>
              <p14:cNvContentPartPr/>
              <p14:nvPr/>
            </p14:nvContentPartPr>
            <p14:xfrm>
              <a:off x="6225915" y="1359000"/>
              <a:ext cx="173880" cy="24372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20DCD7B9-50D4-48B8-BF76-423730C8FD3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208275" y="1341000"/>
                <a:ext cx="20952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79D72124-99E7-4A68-AE9C-75CC7C5BA896}"/>
                  </a:ext>
                </a:extLst>
              </p14:cNvPr>
              <p14:cNvContentPartPr/>
              <p14:nvPr/>
            </p14:nvContentPartPr>
            <p14:xfrm>
              <a:off x="6504195" y="1378800"/>
              <a:ext cx="99360" cy="1677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79D72124-99E7-4A68-AE9C-75CC7C5BA896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486195" y="1361160"/>
                <a:ext cx="13500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34045E5A-7EA7-48E6-9CBB-C954F3E928F1}"/>
                  </a:ext>
                </a:extLst>
              </p14:cNvPr>
              <p14:cNvContentPartPr/>
              <p14:nvPr/>
            </p14:nvContentPartPr>
            <p14:xfrm>
              <a:off x="6678435" y="1347480"/>
              <a:ext cx="210240" cy="2289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34045E5A-7EA7-48E6-9CBB-C954F3E928F1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660795" y="1329480"/>
                <a:ext cx="24588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EF9A5B5C-860C-4799-BC60-0238BABC3F34}"/>
                  </a:ext>
                </a:extLst>
              </p14:cNvPr>
              <p14:cNvContentPartPr/>
              <p14:nvPr/>
            </p14:nvContentPartPr>
            <p14:xfrm>
              <a:off x="6973635" y="1404360"/>
              <a:ext cx="426960" cy="21204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EF9A5B5C-860C-4799-BC60-0238BABC3F34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955635" y="1386360"/>
                <a:ext cx="46260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F03426FA-6353-4231-8729-80862AEA5773}"/>
                  </a:ext>
                </a:extLst>
              </p14:cNvPr>
              <p14:cNvContentPartPr/>
              <p14:nvPr/>
            </p14:nvContentPartPr>
            <p14:xfrm>
              <a:off x="6239955" y="2779920"/>
              <a:ext cx="1740240" cy="128736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F03426FA-6353-4231-8729-80862AEA5773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222315" y="2761920"/>
                <a:ext cx="1775880" cy="132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786AC37-8C72-4B57-979F-E06D1481D4B8}"/>
                  </a:ext>
                </a:extLst>
              </p14:cNvPr>
              <p14:cNvContentPartPr/>
              <p14:nvPr/>
            </p14:nvContentPartPr>
            <p14:xfrm>
              <a:off x="6715875" y="2111040"/>
              <a:ext cx="40320" cy="28116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786AC37-8C72-4B57-979F-E06D1481D4B8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698235" y="2093400"/>
                <a:ext cx="7596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C765F61C-91E0-411A-A6D7-27E71FCDBA18}"/>
                  </a:ext>
                </a:extLst>
              </p14:cNvPr>
              <p14:cNvContentPartPr/>
              <p14:nvPr/>
            </p14:nvContentPartPr>
            <p14:xfrm>
              <a:off x="6878235" y="2104560"/>
              <a:ext cx="11160" cy="15912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C765F61C-91E0-411A-A6D7-27E71FCDBA18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860595" y="2086560"/>
                <a:ext cx="4680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A301EDD4-0C80-42EA-A4F0-CEAE11D0F35A}"/>
                  </a:ext>
                </a:extLst>
              </p14:cNvPr>
              <p14:cNvContentPartPr/>
              <p14:nvPr/>
            </p14:nvContentPartPr>
            <p14:xfrm>
              <a:off x="6968235" y="2067480"/>
              <a:ext cx="42840" cy="1476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A301EDD4-0C80-42EA-A4F0-CEAE11D0F35A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6950595" y="2049480"/>
                <a:ext cx="7848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02401174-2D29-4994-A891-F5443ADCEADF}"/>
                  </a:ext>
                </a:extLst>
              </p14:cNvPr>
              <p14:cNvContentPartPr/>
              <p14:nvPr/>
            </p14:nvContentPartPr>
            <p14:xfrm>
              <a:off x="6649995" y="2137320"/>
              <a:ext cx="279720" cy="23760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02401174-2D29-4994-A891-F5443ADCEADF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6631995" y="2119320"/>
                <a:ext cx="31536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B8D016C8-28C2-4ECD-9EB3-57C79C602B75}"/>
                  </a:ext>
                </a:extLst>
              </p14:cNvPr>
              <p14:cNvContentPartPr/>
              <p14:nvPr/>
            </p14:nvContentPartPr>
            <p14:xfrm>
              <a:off x="7030875" y="2519640"/>
              <a:ext cx="18720" cy="15480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B8D016C8-28C2-4ECD-9EB3-57C79C602B75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012875" y="2501640"/>
                <a:ext cx="5436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E3612123-36EE-492D-8731-5E03462CB66A}"/>
                  </a:ext>
                </a:extLst>
              </p14:cNvPr>
              <p14:cNvContentPartPr/>
              <p14:nvPr/>
            </p14:nvContentPartPr>
            <p14:xfrm>
              <a:off x="7146795" y="2452680"/>
              <a:ext cx="75240" cy="21744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E3612123-36EE-492D-8731-5E03462CB66A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128795" y="2434680"/>
                <a:ext cx="11088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1B102162-4BC0-4EFF-8331-A4D9D0502363}"/>
                  </a:ext>
                </a:extLst>
              </p14:cNvPr>
              <p14:cNvContentPartPr/>
              <p14:nvPr/>
            </p14:nvContentPartPr>
            <p14:xfrm>
              <a:off x="7182075" y="2469960"/>
              <a:ext cx="148680" cy="5040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1B102162-4BC0-4EFF-8331-A4D9D0502363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164075" y="2451960"/>
                <a:ext cx="18432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478D649D-547E-42BD-A40D-78D1D6D8FC37}"/>
                  </a:ext>
                </a:extLst>
              </p14:cNvPr>
              <p14:cNvContentPartPr/>
              <p14:nvPr/>
            </p14:nvContentPartPr>
            <p14:xfrm>
              <a:off x="7431555" y="2493000"/>
              <a:ext cx="170640" cy="18252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478D649D-547E-42BD-A40D-78D1D6D8FC37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413555" y="2475360"/>
                <a:ext cx="20628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3A9A2DC5-0DB0-4064-A473-AE380A93D4ED}"/>
                  </a:ext>
                </a:extLst>
              </p14:cNvPr>
              <p14:cNvContentPartPr/>
              <p14:nvPr/>
            </p14:nvContentPartPr>
            <p14:xfrm>
              <a:off x="7646835" y="2529000"/>
              <a:ext cx="302760" cy="13032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3A9A2DC5-0DB0-4064-A473-AE380A93D4ED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629195" y="2511360"/>
                <a:ext cx="33840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A0D7E0C8-2752-417B-82AF-E1A260D8EF58}"/>
                  </a:ext>
                </a:extLst>
              </p14:cNvPr>
              <p14:cNvContentPartPr/>
              <p14:nvPr/>
            </p14:nvContentPartPr>
            <p14:xfrm>
              <a:off x="7585635" y="1975320"/>
              <a:ext cx="681840" cy="4644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A0D7E0C8-2752-417B-82AF-E1A260D8EF58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7567995" y="1957680"/>
                <a:ext cx="71748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54736E8B-0EDF-47CD-9556-91FD12B9926F}"/>
                  </a:ext>
                </a:extLst>
              </p14:cNvPr>
              <p14:cNvContentPartPr/>
              <p14:nvPr/>
            </p14:nvContentPartPr>
            <p14:xfrm>
              <a:off x="7841955" y="1741680"/>
              <a:ext cx="461520" cy="111168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54736E8B-0EDF-47CD-9556-91FD12B9926F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7823955" y="1724040"/>
                <a:ext cx="497160" cy="11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5580E6FF-4A5A-46BD-AE42-BCC54A8B9E74}"/>
                  </a:ext>
                </a:extLst>
              </p14:cNvPr>
              <p14:cNvContentPartPr/>
              <p14:nvPr/>
            </p14:nvContentPartPr>
            <p14:xfrm>
              <a:off x="8283315" y="1478880"/>
              <a:ext cx="1099080" cy="120600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5580E6FF-4A5A-46BD-AE42-BCC54A8B9E74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265675" y="1461240"/>
                <a:ext cx="1134720" cy="12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638C5CDE-7E71-41FB-881C-9F28F750556A}"/>
                  </a:ext>
                </a:extLst>
              </p14:cNvPr>
              <p14:cNvContentPartPr/>
              <p14:nvPr/>
            </p14:nvContentPartPr>
            <p14:xfrm>
              <a:off x="9266115" y="1436760"/>
              <a:ext cx="829080" cy="123768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638C5CDE-7E71-41FB-881C-9F28F750556A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9248475" y="1418760"/>
                <a:ext cx="864720" cy="12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31C5A84F-AEAA-4216-89FC-641E53D7B022}"/>
                  </a:ext>
                </a:extLst>
              </p14:cNvPr>
              <p14:cNvContentPartPr/>
              <p14:nvPr/>
            </p14:nvContentPartPr>
            <p14:xfrm>
              <a:off x="9513435" y="1881720"/>
              <a:ext cx="186120" cy="3240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31C5A84F-AEAA-4216-89FC-641E53D7B022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9495435" y="1863720"/>
                <a:ext cx="22176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E2421E5F-97DA-4B4D-81BF-293BAB7C2AE6}"/>
                  </a:ext>
                </a:extLst>
              </p14:cNvPr>
              <p14:cNvContentPartPr/>
              <p14:nvPr/>
            </p14:nvContentPartPr>
            <p14:xfrm>
              <a:off x="9492555" y="2209680"/>
              <a:ext cx="14760" cy="13968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E2421E5F-97DA-4B4D-81BF-293BAB7C2AE6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9474555" y="2191680"/>
                <a:ext cx="5040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C8CEC397-D0AB-47F7-B352-ED5435B1C9BA}"/>
                  </a:ext>
                </a:extLst>
              </p14:cNvPr>
              <p14:cNvContentPartPr/>
              <p14:nvPr/>
            </p14:nvContentPartPr>
            <p14:xfrm>
              <a:off x="9464475" y="2310120"/>
              <a:ext cx="148680" cy="972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C8CEC397-D0AB-47F7-B352-ED5435B1C9BA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9446835" y="2292480"/>
                <a:ext cx="18432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BF027853-DF5F-47EE-A9BE-AD207346B108}"/>
                  </a:ext>
                </a:extLst>
              </p14:cNvPr>
              <p14:cNvContentPartPr/>
              <p14:nvPr/>
            </p14:nvContentPartPr>
            <p14:xfrm>
              <a:off x="8882355" y="2440440"/>
              <a:ext cx="440640" cy="102096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BF027853-DF5F-47EE-A9BE-AD207346B108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8864715" y="2422440"/>
                <a:ext cx="476280" cy="10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B1D592E9-9BF5-4E76-882A-BFE2C7C3CA05}"/>
                  </a:ext>
                </a:extLst>
              </p14:cNvPr>
              <p14:cNvContentPartPr/>
              <p14:nvPr/>
            </p14:nvContentPartPr>
            <p14:xfrm>
              <a:off x="8709915" y="3472200"/>
              <a:ext cx="239760" cy="3204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B1D592E9-9BF5-4E76-882A-BFE2C7C3CA05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8691915" y="3454200"/>
                <a:ext cx="27540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F96069AC-BAE4-43DF-AD17-160037594BF4}"/>
                  </a:ext>
                </a:extLst>
              </p14:cNvPr>
              <p14:cNvContentPartPr/>
              <p14:nvPr/>
            </p14:nvContentPartPr>
            <p14:xfrm>
              <a:off x="8786235" y="3595680"/>
              <a:ext cx="182520" cy="16740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F96069AC-BAE4-43DF-AD17-160037594BF4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8768595" y="3577680"/>
                <a:ext cx="21816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56B36D07-C9B8-46E4-89B9-8B8497334642}"/>
                  </a:ext>
                </a:extLst>
              </p14:cNvPr>
              <p14:cNvContentPartPr/>
              <p14:nvPr/>
            </p14:nvContentPartPr>
            <p14:xfrm>
              <a:off x="8663115" y="917280"/>
              <a:ext cx="2167560" cy="81864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56B36D07-C9B8-46E4-89B9-8B8497334642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8645115" y="899640"/>
                <a:ext cx="2203200" cy="85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CB7AF7DD-200E-4E40-B581-8A55498F7FF1}"/>
                  </a:ext>
                </a:extLst>
              </p14:cNvPr>
              <p14:cNvContentPartPr/>
              <p14:nvPr/>
            </p14:nvContentPartPr>
            <p14:xfrm>
              <a:off x="10004835" y="2156400"/>
              <a:ext cx="1476000" cy="6264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CB7AF7DD-200E-4E40-B581-8A55498F7FF1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9986835" y="2138400"/>
                <a:ext cx="151164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2EBCA0F2-35E8-449F-94E2-13700EB8CD2D}"/>
                  </a:ext>
                </a:extLst>
              </p14:cNvPr>
              <p14:cNvContentPartPr/>
              <p14:nvPr/>
            </p14:nvContentPartPr>
            <p14:xfrm>
              <a:off x="10781355" y="1698840"/>
              <a:ext cx="29520" cy="45612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2EBCA0F2-35E8-449F-94E2-13700EB8CD2D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0763715" y="1680840"/>
                <a:ext cx="65160" cy="49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E2878EF7-DB42-4FF6-B1CD-EAA264E68C5B}"/>
                  </a:ext>
                </a:extLst>
              </p14:cNvPr>
              <p14:cNvContentPartPr/>
              <p14:nvPr/>
            </p14:nvContentPartPr>
            <p14:xfrm>
              <a:off x="10970715" y="2483640"/>
              <a:ext cx="190440" cy="22392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E2878EF7-DB42-4FF6-B1CD-EAA264E68C5B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0952715" y="2466000"/>
                <a:ext cx="22608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32B1A787-B920-414D-9FD0-1FDCB40FAAF1}"/>
                  </a:ext>
                </a:extLst>
              </p14:cNvPr>
              <p14:cNvContentPartPr/>
              <p14:nvPr/>
            </p14:nvContentPartPr>
            <p14:xfrm>
              <a:off x="11142795" y="2588760"/>
              <a:ext cx="75960" cy="20556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32B1A787-B920-414D-9FD0-1FDCB40FAAF1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11124795" y="2571120"/>
                <a:ext cx="11160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620C2A91-AD28-440F-8902-DC39D0AAD43E}"/>
                  </a:ext>
                </a:extLst>
              </p14:cNvPr>
              <p14:cNvContentPartPr/>
              <p14:nvPr/>
            </p14:nvContentPartPr>
            <p14:xfrm>
              <a:off x="11525475" y="2110680"/>
              <a:ext cx="103320" cy="12564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620C2A91-AD28-440F-8902-DC39D0AAD43E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1507475" y="2093040"/>
                <a:ext cx="13896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7A950C3F-AC90-45E7-93D5-FC3FB35AB38D}"/>
                  </a:ext>
                </a:extLst>
              </p14:cNvPr>
              <p14:cNvContentPartPr/>
              <p14:nvPr/>
            </p14:nvContentPartPr>
            <p14:xfrm>
              <a:off x="9853635" y="416160"/>
              <a:ext cx="143280" cy="23832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7A950C3F-AC90-45E7-93D5-FC3FB35AB38D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9835635" y="398520"/>
                <a:ext cx="17892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686AAD44-7214-4347-8E7D-026A60CB859B}"/>
                  </a:ext>
                </a:extLst>
              </p14:cNvPr>
              <p14:cNvContentPartPr/>
              <p14:nvPr/>
            </p14:nvContentPartPr>
            <p14:xfrm>
              <a:off x="10164675" y="436320"/>
              <a:ext cx="294480" cy="16524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686AAD44-7214-4347-8E7D-026A60CB859B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0147035" y="418680"/>
                <a:ext cx="33012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CB10109A-8A56-40CE-A4B1-C36263A31BCC}"/>
                  </a:ext>
                </a:extLst>
              </p14:cNvPr>
              <p14:cNvContentPartPr/>
              <p14:nvPr/>
            </p14:nvContentPartPr>
            <p14:xfrm>
              <a:off x="10633755" y="330120"/>
              <a:ext cx="280800" cy="22680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CB10109A-8A56-40CE-A4B1-C36263A31BCC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0615755" y="312480"/>
                <a:ext cx="31644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8C61BF0D-5128-4EFE-B2EF-9AD43B7EAD4C}"/>
                  </a:ext>
                </a:extLst>
              </p14:cNvPr>
              <p14:cNvContentPartPr/>
              <p14:nvPr/>
            </p14:nvContentPartPr>
            <p14:xfrm>
              <a:off x="10999875" y="412920"/>
              <a:ext cx="363600" cy="19548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8C61BF0D-5128-4EFE-B2EF-9AD43B7EAD4C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0982235" y="395280"/>
                <a:ext cx="39924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7799DB16-991A-4B73-97C8-3C0B06FDD71E}"/>
                  </a:ext>
                </a:extLst>
              </p14:cNvPr>
              <p14:cNvContentPartPr/>
              <p14:nvPr/>
            </p14:nvContentPartPr>
            <p14:xfrm>
              <a:off x="11479035" y="612000"/>
              <a:ext cx="18000" cy="288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7799DB16-991A-4B73-97C8-3C0B06FDD71E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11461395" y="594360"/>
                <a:ext cx="5364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BF19699C-B74C-41E0-99B2-6537D8712488}"/>
                  </a:ext>
                </a:extLst>
              </p14:cNvPr>
              <p14:cNvContentPartPr/>
              <p14:nvPr/>
            </p14:nvContentPartPr>
            <p14:xfrm>
              <a:off x="8110155" y="5189400"/>
              <a:ext cx="309600" cy="31392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BF19699C-B74C-41E0-99B2-6537D8712488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8092515" y="5171760"/>
                <a:ext cx="34524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AA7448F5-71FC-48BA-A23C-38B85F30CE09}"/>
                  </a:ext>
                </a:extLst>
              </p14:cNvPr>
              <p14:cNvContentPartPr/>
              <p14:nvPr/>
            </p14:nvContentPartPr>
            <p14:xfrm>
              <a:off x="8571675" y="5326560"/>
              <a:ext cx="106200" cy="17460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AA7448F5-71FC-48BA-A23C-38B85F30CE09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8554035" y="5308920"/>
                <a:ext cx="14184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64706634-F591-4ED8-A584-15DF24488053}"/>
                  </a:ext>
                </a:extLst>
              </p14:cNvPr>
              <p14:cNvContentPartPr/>
              <p14:nvPr/>
            </p14:nvContentPartPr>
            <p14:xfrm>
              <a:off x="8963355" y="5343840"/>
              <a:ext cx="227880" cy="3528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64706634-F591-4ED8-A584-15DF24488053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8945355" y="5325840"/>
                <a:ext cx="26352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1255F101-F9C6-4FBC-A9E9-B50F3AD8B12E}"/>
                  </a:ext>
                </a:extLst>
              </p14:cNvPr>
              <p14:cNvContentPartPr/>
              <p14:nvPr/>
            </p14:nvContentPartPr>
            <p14:xfrm>
              <a:off x="9044715" y="5062320"/>
              <a:ext cx="727920" cy="55296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1255F101-F9C6-4FBC-A9E9-B50F3AD8B12E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9027075" y="5044680"/>
                <a:ext cx="763560" cy="58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CF19A865-F804-451A-BAB2-5F5459815219}"/>
                  </a:ext>
                </a:extLst>
              </p14:cNvPr>
              <p14:cNvContentPartPr/>
              <p14:nvPr/>
            </p14:nvContentPartPr>
            <p14:xfrm>
              <a:off x="5330235" y="2428920"/>
              <a:ext cx="452520" cy="9360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CF19A865-F804-451A-BAB2-5F5459815219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5312595" y="2411280"/>
                <a:ext cx="48816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7C0D06D7-A6FE-44EE-AC27-6C3A5326A3B4}"/>
                  </a:ext>
                </a:extLst>
              </p14:cNvPr>
              <p14:cNvContentPartPr/>
              <p14:nvPr/>
            </p14:nvContentPartPr>
            <p14:xfrm>
              <a:off x="5338155" y="2571840"/>
              <a:ext cx="359280" cy="13284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7C0D06D7-A6FE-44EE-AC27-6C3A5326A3B4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5320515" y="2553840"/>
                <a:ext cx="39492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05CA960D-BBC6-4260-B43B-95FF07B5D87A}"/>
                  </a:ext>
                </a:extLst>
              </p14:cNvPr>
              <p14:cNvContentPartPr/>
              <p14:nvPr/>
            </p14:nvContentPartPr>
            <p14:xfrm>
              <a:off x="5326635" y="2491920"/>
              <a:ext cx="400320" cy="9648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05CA960D-BBC6-4260-B43B-95FF07B5D87A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5308635" y="2473920"/>
                <a:ext cx="43596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337CBC16-BD5E-4019-8728-367BA3F54E55}"/>
                  </a:ext>
                </a:extLst>
              </p14:cNvPr>
              <p14:cNvContentPartPr/>
              <p14:nvPr/>
            </p14:nvContentPartPr>
            <p14:xfrm>
              <a:off x="5387475" y="2575800"/>
              <a:ext cx="425520" cy="16704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337CBC16-BD5E-4019-8728-367BA3F54E55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5369835" y="2557800"/>
                <a:ext cx="46116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01224F68-03B0-4C6B-B64B-0E7B38D22EBD}"/>
                  </a:ext>
                </a:extLst>
              </p14:cNvPr>
              <p14:cNvContentPartPr/>
              <p14:nvPr/>
            </p14:nvContentPartPr>
            <p14:xfrm>
              <a:off x="2471115" y="3413880"/>
              <a:ext cx="181440" cy="6408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01224F68-03B0-4C6B-B64B-0E7B38D22EB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2453475" y="3396240"/>
                <a:ext cx="21708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D1250431-6B20-42A6-B779-F6B73D096227}"/>
                  </a:ext>
                </a:extLst>
              </p14:cNvPr>
              <p14:cNvContentPartPr/>
              <p14:nvPr/>
            </p14:nvContentPartPr>
            <p14:xfrm>
              <a:off x="2681355" y="3332520"/>
              <a:ext cx="249840" cy="12780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D1250431-6B20-42A6-B779-F6B73D096227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2663715" y="3314520"/>
                <a:ext cx="28548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E839E29B-9AA8-4A5A-9F7A-41FA1BA6F3F5}"/>
                  </a:ext>
                </a:extLst>
              </p14:cNvPr>
              <p14:cNvContentPartPr/>
              <p14:nvPr/>
            </p14:nvContentPartPr>
            <p14:xfrm>
              <a:off x="3070515" y="3281760"/>
              <a:ext cx="213840" cy="14472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E839E29B-9AA8-4A5A-9F7A-41FA1BA6F3F5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3052875" y="3263760"/>
                <a:ext cx="24948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6EE034D0-B1A1-4769-9835-B376B32E9472}"/>
                  </a:ext>
                </a:extLst>
              </p14:cNvPr>
              <p14:cNvContentPartPr/>
              <p14:nvPr/>
            </p14:nvContentPartPr>
            <p14:xfrm>
              <a:off x="3337635" y="3226680"/>
              <a:ext cx="137520" cy="16272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6EE034D0-B1A1-4769-9835-B376B32E9472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3319635" y="3208680"/>
                <a:ext cx="17316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AB9C12DB-6E1A-48EA-B423-F936B065BDA9}"/>
                  </a:ext>
                </a:extLst>
              </p14:cNvPr>
              <p14:cNvContentPartPr/>
              <p14:nvPr/>
            </p14:nvContentPartPr>
            <p14:xfrm>
              <a:off x="5466675" y="4001040"/>
              <a:ext cx="148680" cy="2952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AB9C12DB-6E1A-48EA-B423-F936B065BDA9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5449035" y="3983040"/>
                <a:ext cx="18432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002B3A90-EA2F-4C23-80A4-A98C1EBDB8F4}"/>
                  </a:ext>
                </a:extLst>
              </p14:cNvPr>
              <p14:cNvContentPartPr/>
              <p14:nvPr/>
            </p14:nvContentPartPr>
            <p14:xfrm>
              <a:off x="5648115" y="3871080"/>
              <a:ext cx="240120" cy="15120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002B3A90-EA2F-4C23-80A4-A98C1EBDB8F4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5630115" y="3853080"/>
                <a:ext cx="27576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F4C85682-FD94-44B9-8446-32731E004C19}"/>
                  </a:ext>
                </a:extLst>
              </p14:cNvPr>
              <p14:cNvContentPartPr/>
              <p14:nvPr/>
            </p14:nvContentPartPr>
            <p14:xfrm>
              <a:off x="5905875" y="3831480"/>
              <a:ext cx="237960" cy="11916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F4C85682-FD94-44B9-8446-32731E004C19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5888235" y="3813480"/>
                <a:ext cx="27360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9350BA80-E7C7-4F25-84D3-5A16A6F20E37}"/>
                  </a:ext>
                </a:extLst>
              </p14:cNvPr>
              <p14:cNvContentPartPr/>
              <p14:nvPr/>
            </p14:nvContentPartPr>
            <p14:xfrm>
              <a:off x="6153555" y="3712320"/>
              <a:ext cx="97200" cy="19080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9350BA80-E7C7-4F25-84D3-5A16A6F20E37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6135915" y="3694680"/>
                <a:ext cx="132840" cy="22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15F96F51-27BB-4EF2-89EC-B10F1EF0B14C}"/>
              </a:ext>
            </a:extLst>
          </p:cNvPr>
          <p:cNvGrpSpPr/>
          <p:nvPr/>
        </p:nvGrpSpPr>
        <p:grpSpPr>
          <a:xfrm>
            <a:off x="10766955" y="3054240"/>
            <a:ext cx="425160" cy="188640"/>
            <a:chOff x="10766955" y="3054240"/>
            <a:chExt cx="425160" cy="18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922897E-64DC-41FB-AAE4-555D421FA73F}"/>
                    </a:ext>
                  </a:extLst>
                </p14:cNvPr>
                <p14:cNvContentPartPr/>
                <p14:nvPr/>
              </p14:nvContentPartPr>
              <p14:xfrm>
                <a:off x="10766955" y="3054240"/>
                <a:ext cx="360720" cy="226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922897E-64DC-41FB-AAE4-555D421FA73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748955" y="3036240"/>
                  <a:ext cx="3963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8D942D2-F0F3-447E-AE64-47ACEBFDFE3D}"/>
                    </a:ext>
                  </a:extLst>
                </p14:cNvPr>
                <p14:cNvContentPartPr/>
                <p14:nvPr/>
              </p14:nvContentPartPr>
              <p14:xfrm>
                <a:off x="10795035" y="3173040"/>
                <a:ext cx="397080" cy="698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8D942D2-F0F3-447E-AE64-47ACEBFDFE3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777395" y="3155040"/>
                  <a:ext cx="432720" cy="10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C0680C4B-90F6-4287-9653-2275C182D11C}"/>
              </a:ext>
            </a:extLst>
          </p:cNvPr>
          <p:cNvGrpSpPr/>
          <p:nvPr/>
        </p:nvGrpSpPr>
        <p:grpSpPr>
          <a:xfrm>
            <a:off x="5280915" y="2045880"/>
            <a:ext cx="475200" cy="255600"/>
            <a:chOff x="5280915" y="2045880"/>
            <a:chExt cx="475200" cy="25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90B2541-8381-445E-8CB1-AD31ABF42F5B}"/>
                    </a:ext>
                  </a:extLst>
                </p14:cNvPr>
                <p14:cNvContentPartPr/>
                <p14:nvPr/>
              </p14:nvContentPartPr>
              <p14:xfrm>
                <a:off x="5280915" y="2045880"/>
                <a:ext cx="132480" cy="1404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90B2541-8381-445E-8CB1-AD31ABF42F5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263275" y="2028240"/>
                  <a:ext cx="1681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7E1A335-E4B5-4AF1-8BDC-A899474CD36D}"/>
                    </a:ext>
                  </a:extLst>
                </p14:cNvPr>
                <p14:cNvContentPartPr/>
                <p14:nvPr/>
              </p14:nvContentPartPr>
              <p14:xfrm>
                <a:off x="5480715" y="2138400"/>
                <a:ext cx="93240" cy="1357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7E1A335-E4B5-4AF1-8BDC-A899474CD36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462715" y="2120400"/>
                  <a:ext cx="1288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3E061E3-0F70-4AAC-8CEE-DC9BFC530E49}"/>
                    </a:ext>
                  </a:extLst>
                </p14:cNvPr>
                <p14:cNvContentPartPr/>
                <p14:nvPr/>
              </p14:nvContentPartPr>
              <p14:xfrm>
                <a:off x="5718315" y="2148120"/>
                <a:ext cx="37800" cy="1533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3E061E3-0F70-4AAC-8CEE-DC9BFC530E4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700675" y="2130480"/>
                  <a:ext cx="734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21E16FC-4372-4A88-9537-54D51363F704}"/>
                    </a:ext>
                  </a:extLst>
                </p14:cNvPr>
                <p14:cNvContentPartPr/>
                <p14:nvPr/>
              </p14:nvContentPartPr>
              <p14:xfrm>
                <a:off x="5751435" y="2199960"/>
                <a:ext cx="1080" cy="68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21E16FC-4372-4A88-9537-54D51363F70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733795" y="2181960"/>
                  <a:ext cx="3672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FEB0577B-8384-4A73-B129-31D00151DC60}"/>
              </a:ext>
            </a:extLst>
          </p:cNvPr>
          <p:cNvGrpSpPr/>
          <p:nvPr/>
        </p:nvGrpSpPr>
        <p:grpSpPr>
          <a:xfrm>
            <a:off x="5665035" y="4332600"/>
            <a:ext cx="677880" cy="306720"/>
            <a:chOff x="5665035" y="4332600"/>
            <a:chExt cx="677880" cy="30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B9C91EF-945D-4499-9E3A-0F4789049B39}"/>
                    </a:ext>
                  </a:extLst>
                </p14:cNvPr>
                <p14:cNvContentPartPr/>
                <p14:nvPr/>
              </p14:nvContentPartPr>
              <p14:xfrm>
                <a:off x="5665035" y="4332600"/>
                <a:ext cx="133200" cy="1710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B9C91EF-945D-4499-9E3A-0F4789049B3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647035" y="4314960"/>
                  <a:ext cx="1688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0AAC4EA-5761-47EC-96A9-EAEE06BE31E3}"/>
                    </a:ext>
                  </a:extLst>
                </p14:cNvPr>
                <p14:cNvContentPartPr/>
                <p14:nvPr/>
              </p14:nvContentPartPr>
              <p14:xfrm>
                <a:off x="5884275" y="4439520"/>
                <a:ext cx="60840" cy="1263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0AAC4EA-5761-47EC-96A9-EAEE06BE31E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866275" y="4421520"/>
                  <a:ext cx="964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73F221C-F08C-4019-A001-D4DF72534801}"/>
                    </a:ext>
                  </a:extLst>
                </p14:cNvPr>
                <p14:cNvContentPartPr/>
                <p14:nvPr/>
              </p14:nvContentPartPr>
              <p14:xfrm>
                <a:off x="5992995" y="4471200"/>
                <a:ext cx="349920" cy="1681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73F221C-F08C-4019-A001-D4DF7253480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974995" y="4453560"/>
                  <a:ext cx="3855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6FDBC6D-435A-411F-98D5-5B996D88D422}"/>
                    </a:ext>
                  </a:extLst>
                </p14:cNvPr>
                <p14:cNvContentPartPr/>
                <p14:nvPr/>
              </p14:nvContentPartPr>
              <p14:xfrm>
                <a:off x="5902635" y="4461120"/>
                <a:ext cx="6120" cy="885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6FDBC6D-435A-411F-98D5-5B996D88D42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884995" y="4443480"/>
                  <a:ext cx="41760" cy="124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4253342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Blank Presentation">
  <a:themeElements>
    <a:clrScheme name="">
      <a:dk1>
        <a:srgbClr val="1B28F6"/>
      </a:dk1>
      <a:lt1>
        <a:srgbClr val="FFFFD9"/>
      </a:lt1>
      <a:dk2>
        <a:srgbClr val="8C20F2"/>
      </a:dk2>
      <a:lt2>
        <a:srgbClr val="535BAB"/>
      </a:lt2>
      <a:accent1>
        <a:srgbClr val="FFFFF7"/>
      </a:accent1>
      <a:accent2>
        <a:srgbClr val="0B871F"/>
      </a:accent2>
      <a:accent3>
        <a:srgbClr val="FFFFE9"/>
      </a:accent3>
      <a:accent4>
        <a:srgbClr val="1521D2"/>
      </a:accent4>
      <a:accent5>
        <a:srgbClr val="FFFFFA"/>
      </a:accent5>
      <a:accent6>
        <a:srgbClr val="097A1B"/>
      </a:accent6>
      <a:hlink>
        <a:srgbClr val="FF2C2C"/>
      </a:hlink>
      <a:folHlink>
        <a:srgbClr val="FF9900"/>
      </a:folHlink>
    </a:clrScheme>
    <a:fontScheme name="Blank Presentation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2763F6"/>
        </a:dk1>
        <a:lt1>
          <a:srgbClr val="FFFFD9"/>
        </a:lt1>
        <a:dk2>
          <a:srgbClr val="8C20F2"/>
        </a:dk2>
        <a:lt2>
          <a:srgbClr val="535BAB"/>
        </a:lt2>
        <a:accent1>
          <a:srgbClr val="FFFFF7"/>
        </a:accent1>
        <a:accent2>
          <a:srgbClr val="17CC71"/>
        </a:accent2>
        <a:accent3>
          <a:srgbClr val="FFFFE9"/>
        </a:accent3>
        <a:accent4>
          <a:srgbClr val="2053D2"/>
        </a:accent4>
        <a:accent5>
          <a:srgbClr val="FFFFFA"/>
        </a:accent5>
        <a:accent6>
          <a:srgbClr val="14B966"/>
        </a:accent6>
        <a:hlink>
          <a:srgbClr val="FF2C2C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5A9B30095FBE4DBF87005A6F15244E" ma:contentTypeVersion="2" ma:contentTypeDescription="Create a new document." ma:contentTypeScope="" ma:versionID="394c0588db4c74b93abab7d9b09bba50">
  <xsd:schema xmlns:xsd="http://www.w3.org/2001/XMLSchema" xmlns:xs="http://www.w3.org/2001/XMLSchema" xmlns:p="http://schemas.microsoft.com/office/2006/metadata/properties" xmlns:ns2="91a3a9aa-4352-4e1d-89f7-38dd1103c51e" targetNamespace="http://schemas.microsoft.com/office/2006/metadata/properties" ma:root="true" ma:fieldsID="9a12efb6747b5efa58ef1bb966178ebf" ns2:_="">
    <xsd:import namespace="91a3a9aa-4352-4e1d-89f7-38dd1103c5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a3a9aa-4352-4e1d-89f7-38dd1103c5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B64AD03-B666-417F-B3F9-F00511C3F198}"/>
</file>

<file path=customXml/itemProps2.xml><?xml version="1.0" encoding="utf-8"?>
<ds:datastoreItem xmlns:ds="http://schemas.openxmlformats.org/officeDocument/2006/customXml" ds:itemID="{A4999258-A529-456E-9243-EF638F292A59}"/>
</file>

<file path=customXml/itemProps3.xml><?xml version="1.0" encoding="utf-8"?>
<ds:datastoreItem xmlns:ds="http://schemas.openxmlformats.org/officeDocument/2006/customXml" ds:itemID="{6E4B5622-FF8D-40B3-B1F1-DCE3EF08B664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158</TotalTime>
  <Words>2021</Words>
  <Application>Microsoft Office PowerPoint</Application>
  <PresentationFormat>Widescreen</PresentationFormat>
  <Paragraphs>360</Paragraphs>
  <Slides>33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Calibri</vt:lpstr>
      <vt:lpstr>Century Gothic</vt:lpstr>
      <vt:lpstr>Perpetua</vt:lpstr>
      <vt:lpstr>Wingdings</vt:lpstr>
      <vt:lpstr>Wingdings 2</vt:lpstr>
      <vt:lpstr>Wingdings 3</vt:lpstr>
      <vt:lpstr>Wisp</vt:lpstr>
      <vt:lpstr>Blank Presentation</vt:lpstr>
      <vt:lpstr>Operational Amplifiers</vt:lpstr>
      <vt:lpstr>Op-Amp – The Surface</vt:lpstr>
      <vt:lpstr>What is an Op-Amp? – The Inside</vt:lpstr>
      <vt:lpstr>Basic Block Diagram of Op-Amp</vt:lpstr>
      <vt:lpstr>Basic Block Diagram of Op-Amp</vt:lpstr>
      <vt:lpstr>Basic Block Diagram of Op-Amp</vt:lpstr>
      <vt:lpstr>Ideal Op-Amp</vt:lpstr>
      <vt:lpstr>Op-Amp Parameters</vt:lpstr>
      <vt:lpstr>Op-Amp Parameters</vt:lpstr>
      <vt:lpstr>Op-Amp Parameters</vt:lpstr>
      <vt:lpstr>Op-Amp Parameters</vt:lpstr>
      <vt:lpstr>Op-Amp Parameters</vt:lpstr>
      <vt:lpstr>Op-Amp Parameters</vt:lpstr>
      <vt:lpstr>Op-Amp Parameters</vt:lpstr>
      <vt:lpstr>Op-Amp Parameters</vt:lpstr>
      <vt:lpstr>Op-Amp Parameters</vt:lpstr>
      <vt:lpstr>Infinite Gain in negative feedback</vt:lpstr>
      <vt:lpstr>Even under load</vt:lpstr>
      <vt:lpstr>Positive feedback pathology</vt:lpstr>
      <vt:lpstr>Op-Amp “Golden Rules”</vt:lpstr>
      <vt:lpstr>Inverting amplifier example</vt:lpstr>
      <vt:lpstr>Non-inverting Amplifier</vt:lpstr>
      <vt:lpstr>Summing Amplifier</vt:lpstr>
      <vt:lpstr>Differencing Amplifier</vt:lpstr>
      <vt:lpstr>Differentiator (high-pass)</vt:lpstr>
      <vt:lpstr>Low-pass filter (integrator)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Operational Amplifiers</dc:title>
  <dc:creator>DEEPTI GOLA</dc:creator>
  <cp:lastModifiedBy>PRAJNA DASH</cp:lastModifiedBy>
  <cp:revision>30</cp:revision>
  <dcterms:created xsi:type="dcterms:W3CDTF">2022-03-02T08:13:54Z</dcterms:created>
  <dcterms:modified xsi:type="dcterms:W3CDTF">2022-03-03T07:23:39Z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0x010100ED5A9B30095FBE4DBF87005A6F15244E</vt:lpwstr>
  </property>
</Properties>
</file>